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8" r:id="rId1"/>
  </p:sldMasterIdLst>
  <p:notesMasterIdLst>
    <p:notesMasterId r:id="rId56"/>
  </p:notesMasterIdLst>
  <p:sldIdLst>
    <p:sldId id="802" r:id="rId2"/>
    <p:sldId id="803" r:id="rId3"/>
    <p:sldId id="804" r:id="rId4"/>
    <p:sldId id="811" r:id="rId5"/>
    <p:sldId id="812" r:id="rId6"/>
    <p:sldId id="813" r:id="rId7"/>
    <p:sldId id="814" r:id="rId8"/>
    <p:sldId id="799" r:id="rId9"/>
    <p:sldId id="800" r:id="rId10"/>
    <p:sldId id="815" r:id="rId11"/>
    <p:sldId id="816" r:id="rId12"/>
    <p:sldId id="817" r:id="rId13"/>
    <p:sldId id="818" r:id="rId14"/>
    <p:sldId id="819" r:id="rId15"/>
    <p:sldId id="820" r:id="rId16"/>
    <p:sldId id="821" r:id="rId17"/>
    <p:sldId id="830" r:id="rId18"/>
    <p:sldId id="831" r:id="rId19"/>
    <p:sldId id="832" r:id="rId20"/>
    <p:sldId id="833" r:id="rId21"/>
    <p:sldId id="834" r:id="rId22"/>
    <p:sldId id="835" r:id="rId23"/>
    <p:sldId id="822" r:id="rId24"/>
    <p:sldId id="823" r:id="rId25"/>
    <p:sldId id="824" r:id="rId26"/>
    <p:sldId id="825" r:id="rId27"/>
    <p:sldId id="826" r:id="rId28"/>
    <p:sldId id="809" r:id="rId29"/>
    <p:sldId id="257" r:id="rId30"/>
    <p:sldId id="258" r:id="rId31"/>
    <p:sldId id="259" r:id="rId32"/>
    <p:sldId id="260" r:id="rId33"/>
    <p:sldId id="836" r:id="rId34"/>
    <p:sldId id="837" r:id="rId35"/>
    <p:sldId id="838" r:id="rId36"/>
    <p:sldId id="839" r:id="rId37"/>
    <p:sldId id="840" r:id="rId38"/>
    <p:sldId id="841" r:id="rId39"/>
    <p:sldId id="842" r:id="rId40"/>
    <p:sldId id="843" r:id="rId41"/>
    <p:sldId id="844" r:id="rId42"/>
    <p:sldId id="845" r:id="rId43"/>
    <p:sldId id="846" r:id="rId44"/>
    <p:sldId id="847" r:id="rId45"/>
    <p:sldId id="848" r:id="rId46"/>
    <p:sldId id="849" r:id="rId47"/>
    <p:sldId id="850" r:id="rId48"/>
    <p:sldId id="851" r:id="rId49"/>
    <p:sldId id="852" r:id="rId50"/>
    <p:sldId id="853" r:id="rId51"/>
    <p:sldId id="854" r:id="rId52"/>
    <p:sldId id="855" r:id="rId53"/>
    <p:sldId id="856" r:id="rId54"/>
    <p:sldId id="857" r:id="rId55"/>
  </p:sldIdLst>
  <p:sldSz cx="12192000" cy="6858000"/>
  <p:notesSz cx="6858000" cy="9144000"/>
  <p:embeddedFontLst>
    <p:embeddedFont>
      <p:font typeface="Tahoma" panose="020B0604030504040204" pitchFamily="34" charset="0"/>
      <p:regular r:id="rId57"/>
      <p:bold r:id="rId5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93" roundtripDataSignature="AMtx7mg1RiiH1V00hBFey73LGlFy9jFHe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r. Rahul Mishra" initials="DRM" lastIdx="1" clrIdx="0">
    <p:extLst>
      <p:ext uri="{19B8F6BF-5375-455C-9EA6-DF929625EA0E}">
        <p15:presenceInfo xmlns:p15="http://schemas.microsoft.com/office/powerpoint/2012/main" userId="Dr. Rahul Mishr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C67626-BC25-4A04-AC5F-7E71B06E25C0}" v="21" dt="2025-11-29T04:03:06.314"/>
  </p1510:revLst>
</p1510:revInfo>
</file>

<file path=ppt/tableStyles.xml><?xml version="1.0" encoding="utf-8"?>
<a:tblStyleLst xmlns:a="http://schemas.openxmlformats.org/drawingml/2006/main" def="{6D93F2BA-12AC-4E3E-8EDC-AAE0573C1F7D}">
  <a:tblStyle styleId="{6D93F2BA-12AC-4E3E-8EDC-AAE0573C1F7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9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2.fntdata"/><Relationship Id="rId5" Type="http://schemas.openxmlformats.org/officeDocument/2006/relationships/slide" Target="slides/slide4.xml"/><Relationship Id="rId95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100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93" Type="http://customschemas.google.com/relationships/presentationmetadata" Target="metadata"/><Relationship Id="rId98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9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1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94" Type="http://schemas.openxmlformats.org/officeDocument/2006/relationships/commentAuthors" Target="commentAuthors.xml"/><Relationship Id="rId9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Mishra" userId="57c6469e-ac64-4888-811b-35f0aabddbad" providerId="ADAL" clId="{2587B58E-4F3B-47AB-B3EB-62407C9160B0}"/>
    <pc:docChg chg="custSel delSld modSld">
      <pc:chgData name="Rahul Mishra" userId="57c6469e-ac64-4888-811b-35f0aabddbad" providerId="ADAL" clId="{2587B58E-4F3B-47AB-B3EB-62407C9160B0}" dt="2025-11-29T04:03:06.313" v="119"/>
      <pc:docMkLst>
        <pc:docMk/>
      </pc:docMkLst>
      <pc:sldChg chg="addSp">
        <pc:chgData name="Rahul Mishra" userId="57c6469e-ac64-4888-811b-35f0aabddbad" providerId="ADAL" clId="{2587B58E-4F3B-47AB-B3EB-62407C9160B0}" dt="2025-11-29T03:53:53.557" v="96"/>
        <pc:sldMkLst>
          <pc:docMk/>
          <pc:sldMk cId="0" sldId="259"/>
        </pc:sldMkLst>
        <pc:inkChg chg="add">
          <ac:chgData name="Rahul Mishra" userId="57c6469e-ac64-4888-811b-35f0aabddbad" providerId="ADAL" clId="{2587B58E-4F3B-47AB-B3EB-62407C9160B0}" dt="2025-11-29T03:53:53.557" v="96"/>
          <ac:inkMkLst>
            <pc:docMk/>
            <pc:sldMk cId="0" sldId="259"/>
            <ac:inkMk id="4" creationId="{5CAF4E3F-8C04-3625-4757-86B23A1F50FA}"/>
          </ac:inkMkLst>
        </pc:inkChg>
      </pc:sldChg>
      <pc:sldChg chg="addSp modSp mod">
        <pc:chgData name="Rahul Mishra" userId="57c6469e-ac64-4888-811b-35f0aabddbad" providerId="ADAL" clId="{2587B58E-4F3B-47AB-B3EB-62407C9160B0}" dt="2025-11-29T03:12:47.065" v="8" actId="27636"/>
        <pc:sldMkLst>
          <pc:docMk/>
          <pc:sldMk cId="3057773929" sldId="802"/>
        </pc:sldMkLst>
        <pc:spChg chg="mod">
          <ac:chgData name="Rahul Mishra" userId="57c6469e-ac64-4888-811b-35f0aabddbad" providerId="ADAL" clId="{2587B58E-4F3B-47AB-B3EB-62407C9160B0}" dt="2025-11-29T03:12:47.065" v="8" actId="27636"/>
          <ac:spMkLst>
            <pc:docMk/>
            <pc:sldMk cId="3057773929" sldId="802"/>
            <ac:spMk id="3" creationId="{00000000-0000-0000-0000-000000000000}"/>
          </ac:spMkLst>
        </pc:spChg>
        <pc:inkChg chg="add">
          <ac:chgData name="Rahul Mishra" userId="57c6469e-ac64-4888-811b-35f0aabddbad" providerId="ADAL" clId="{2587B58E-4F3B-47AB-B3EB-62407C9160B0}" dt="2025-11-29T03:12:46.743" v="7"/>
          <ac:inkMkLst>
            <pc:docMk/>
            <pc:sldMk cId="3057773929" sldId="802"/>
            <ac:inkMk id="4" creationId="{95F83D0A-1CC0-0F80-D128-F385085C326A}"/>
          </ac:inkMkLst>
        </pc:inkChg>
      </pc:sldChg>
      <pc:sldChg chg="addSp">
        <pc:chgData name="Rahul Mishra" userId="57c6469e-ac64-4888-811b-35f0aabddbad" providerId="ADAL" clId="{2587B58E-4F3B-47AB-B3EB-62407C9160B0}" dt="2025-11-29T03:12:46.743" v="7"/>
        <pc:sldMkLst>
          <pc:docMk/>
          <pc:sldMk cId="3864359510" sldId="803"/>
        </pc:sldMkLst>
        <pc:inkChg chg="add">
          <ac:chgData name="Rahul Mishra" userId="57c6469e-ac64-4888-811b-35f0aabddbad" providerId="ADAL" clId="{2587B58E-4F3B-47AB-B3EB-62407C9160B0}" dt="2025-11-29T03:12:46.743" v="7"/>
          <ac:inkMkLst>
            <pc:docMk/>
            <pc:sldMk cId="3864359510" sldId="803"/>
            <ac:inkMk id="4" creationId="{2E9AE03B-0541-0174-9C7A-549843245FB8}"/>
          </ac:inkMkLst>
        </pc:inkChg>
      </pc:sldChg>
      <pc:sldChg chg="addSp">
        <pc:chgData name="Rahul Mishra" userId="57c6469e-ac64-4888-811b-35f0aabddbad" providerId="ADAL" clId="{2587B58E-4F3B-47AB-B3EB-62407C9160B0}" dt="2025-11-29T03:53:53.557" v="96"/>
        <pc:sldMkLst>
          <pc:docMk/>
          <pc:sldMk cId="0" sldId="809"/>
        </pc:sldMkLst>
        <pc:inkChg chg="add">
          <ac:chgData name="Rahul Mishra" userId="57c6469e-ac64-4888-811b-35f0aabddbad" providerId="ADAL" clId="{2587B58E-4F3B-47AB-B3EB-62407C9160B0}" dt="2025-11-29T03:53:53.557" v="96"/>
          <ac:inkMkLst>
            <pc:docMk/>
            <pc:sldMk cId="0" sldId="809"/>
            <ac:inkMk id="3" creationId="{1525ABF7-F676-C360-84E9-2B32AD167454}"/>
          </ac:inkMkLst>
        </pc:inkChg>
      </pc:sldChg>
      <pc:sldChg chg="addSp">
        <pc:chgData name="Rahul Mishra" userId="57c6469e-ac64-4888-811b-35f0aabddbad" providerId="ADAL" clId="{2587B58E-4F3B-47AB-B3EB-62407C9160B0}" dt="2025-11-29T03:12:46.743" v="7"/>
        <pc:sldMkLst>
          <pc:docMk/>
          <pc:sldMk cId="0" sldId="812"/>
        </pc:sldMkLst>
        <pc:inkChg chg="add">
          <ac:chgData name="Rahul Mishra" userId="57c6469e-ac64-4888-811b-35f0aabddbad" providerId="ADAL" clId="{2587B58E-4F3B-47AB-B3EB-62407C9160B0}" dt="2025-11-29T03:12:46.743" v="7"/>
          <ac:inkMkLst>
            <pc:docMk/>
            <pc:sldMk cId="0" sldId="812"/>
            <ac:inkMk id="3" creationId="{CC90900D-D269-3BD2-44AC-E671978F8C9B}"/>
          </ac:inkMkLst>
        </pc:inkChg>
      </pc:sldChg>
      <pc:sldChg chg="addSp">
        <pc:chgData name="Rahul Mishra" userId="57c6469e-ac64-4888-811b-35f0aabddbad" providerId="ADAL" clId="{2587B58E-4F3B-47AB-B3EB-62407C9160B0}" dt="2025-11-29T03:12:46.743" v="7"/>
        <pc:sldMkLst>
          <pc:docMk/>
          <pc:sldMk cId="0" sldId="813"/>
        </pc:sldMkLst>
        <pc:inkChg chg="add">
          <ac:chgData name="Rahul Mishra" userId="57c6469e-ac64-4888-811b-35f0aabddbad" providerId="ADAL" clId="{2587B58E-4F3B-47AB-B3EB-62407C9160B0}" dt="2025-11-29T03:12:46.743" v="7"/>
          <ac:inkMkLst>
            <pc:docMk/>
            <pc:sldMk cId="0" sldId="813"/>
            <ac:inkMk id="3" creationId="{73401A8B-254F-33F7-869B-E8883E064B09}"/>
          </ac:inkMkLst>
        </pc:inkChg>
      </pc:sldChg>
      <pc:sldChg chg="addSp">
        <pc:chgData name="Rahul Mishra" userId="57c6469e-ac64-4888-811b-35f0aabddbad" providerId="ADAL" clId="{2587B58E-4F3B-47AB-B3EB-62407C9160B0}" dt="2025-11-29T03:12:46.743" v="7"/>
        <pc:sldMkLst>
          <pc:docMk/>
          <pc:sldMk cId="1691881573" sldId="817"/>
        </pc:sldMkLst>
        <pc:inkChg chg="add">
          <ac:chgData name="Rahul Mishra" userId="57c6469e-ac64-4888-811b-35f0aabddbad" providerId="ADAL" clId="{2587B58E-4F3B-47AB-B3EB-62407C9160B0}" dt="2025-11-29T03:12:46.743" v="7"/>
          <ac:inkMkLst>
            <pc:docMk/>
            <pc:sldMk cId="1691881573" sldId="817"/>
            <ac:inkMk id="3" creationId="{93DED2E3-9508-8F99-24A3-75C30861D67F}"/>
          </ac:inkMkLst>
        </pc:inkChg>
      </pc:sldChg>
      <pc:sldChg chg="addSp">
        <pc:chgData name="Rahul Mishra" userId="57c6469e-ac64-4888-811b-35f0aabddbad" providerId="ADAL" clId="{2587B58E-4F3B-47AB-B3EB-62407C9160B0}" dt="2025-11-29T03:12:46.743" v="7"/>
        <pc:sldMkLst>
          <pc:docMk/>
          <pc:sldMk cId="641248695" sldId="818"/>
        </pc:sldMkLst>
        <pc:inkChg chg="add">
          <ac:chgData name="Rahul Mishra" userId="57c6469e-ac64-4888-811b-35f0aabddbad" providerId="ADAL" clId="{2587B58E-4F3B-47AB-B3EB-62407C9160B0}" dt="2025-11-29T03:12:46.743" v="7"/>
          <ac:inkMkLst>
            <pc:docMk/>
            <pc:sldMk cId="641248695" sldId="818"/>
            <ac:inkMk id="3" creationId="{446266E1-98EF-9CAA-3CA6-01FDD9892213}"/>
          </ac:inkMkLst>
        </pc:inkChg>
      </pc:sldChg>
      <pc:sldChg chg="addSp">
        <pc:chgData name="Rahul Mishra" userId="57c6469e-ac64-4888-811b-35f0aabddbad" providerId="ADAL" clId="{2587B58E-4F3B-47AB-B3EB-62407C9160B0}" dt="2025-11-29T03:28:10.239" v="9"/>
        <pc:sldMkLst>
          <pc:docMk/>
          <pc:sldMk cId="1591679264" sldId="831"/>
        </pc:sldMkLst>
        <pc:inkChg chg="add">
          <ac:chgData name="Rahul Mishra" userId="57c6469e-ac64-4888-811b-35f0aabddbad" providerId="ADAL" clId="{2587B58E-4F3B-47AB-B3EB-62407C9160B0}" dt="2025-11-29T03:12:46.743" v="7"/>
          <ac:inkMkLst>
            <pc:docMk/>
            <pc:sldMk cId="1591679264" sldId="831"/>
            <ac:inkMk id="3" creationId="{273AD3E4-6BA7-D713-D83D-9E48B372B3B9}"/>
          </ac:inkMkLst>
        </pc:inkChg>
        <pc:inkChg chg="add">
          <ac:chgData name="Rahul Mishra" userId="57c6469e-ac64-4888-811b-35f0aabddbad" providerId="ADAL" clId="{2587B58E-4F3B-47AB-B3EB-62407C9160B0}" dt="2025-11-29T03:28:10.239" v="9"/>
          <ac:inkMkLst>
            <pc:docMk/>
            <pc:sldMk cId="1591679264" sldId="831"/>
            <ac:inkMk id="5" creationId="{1FBB094D-D033-042C-E4B9-A2D52420CB5A}"/>
          </ac:inkMkLst>
        </pc:inkChg>
      </pc:sldChg>
      <pc:sldChg chg="addSp delSp modSp mod">
        <pc:chgData name="Rahul Mishra" userId="57c6469e-ac64-4888-811b-35f0aabddbad" providerId="ADAL" clId="{2587B58E-4F3B-47AB-B3EB-62407C9160B0}" dt="2025-11-29T03:37:28.223" v="95" actId="9405"/>
        <pc:sldMkLst>
          <pc:docMk/>
          <pc:sldMk cId="1981330558" sldId="832"/>
        </pc:sldMkLst>
        <pc:grpChg chg="mod">
          <ac:chgData name="Rahul Mishra" userId="57c6469e-ac64-4888-811b-35f0aabddbad" providerId="ADAL" clId="{2587B58E-4F3B-47AB-B3EB-62407C9160B0}" dt="2025-11-29T03:33:44.819" v="21"/>
          <ac:grpSpMkLst>
            <pc:docMk/>
            <pc:sldMk cId="1981330558" sldId="832"/>
            <ac:grpSpMk id="17" creationId="{262CEAED-ED5B-4A93-B23F-259FB6991643}"/>
          </ac:grpSpMkLst>
        </pc:grpChg>
        <pc:grpChg chg="mod">
          <ac:chgData name="Rahul Mishra" userId="57c6469e-ac64-4888-811b-35f0aabddbad" providerId="ADAL" clId="{2587B58E-4F3B-47AB-B3EB-62407C9160B0}" dt="2025-11-29T03:33:44.819" v="21"/>
          <ac:grpSpMkLst>
            <pc:docMk/>
            <pc:sldMk cId="1981330558" sldId="832"/>
            <ac:grpSpMk id="18" creationId="{F1AD3567-1EF5-1C26-C6C4-89A3920A96AC}"/>
          </ac:grpSpMkLst>
        </pc:grpChg>
        <pc:grpChg chg="mod">
          <ac:chgData name="Rahul Mishra" userId="57c6469e-ac64-4888-811b-35f0aabddbad" providerId="ADAL" clId="{2587B58E-4F3B-47AB-B3EB-62407C9160B0}" dt="2025-11-29T03:33:56.453" v="27"/>
          <ac:grpSpMkLst>
            <pc:docMk/>
            <pc:sldMk cId="1981330558" sldId="832"/>
            <ac:grpSpMk id="24" creationId="{ACA2F4EC-72CA-AB36-8583-1E65F03321A9}"/>
          </ac:grpSpMkLst>
        </pc:grpChg>
        <pc:grpChg chg="mod">
          <ac:chgData name="Rahul Mishra" userId="57c6469e-ac64-4888-811b-35f0aabddbad" providerId="ADAL" clId="{2587B58E-4F3B-47AB-B3EB-62407C9160B0}" dt="2025-11-29T03:34:28.258" v="42"/>
          <ac:grpSpMkLst>
            <pc:docMk/>
            <pc:sldMk cId="1981330558" sldId="832"/>
            <ac:grpSpMk id="39" creationId="{4092B0F3-DE75-2620-C80C-A0E7F3D2F5FE}"/>
          </ac:grpSpMkLst>
        </pc:grpChg>
        <pc:grpChg chg="mod">
          <ac:chgData name="Rahul Mishra" userId="57c6469e-ac64-4888-811b-35f0aabddbad" providerId="ADAL" clId="{2587B58E-4F3B-47AB-B3EB-62407C9160B0}" dt="2025-11-29T03:34:33.197" v="45"/>
          <ac:grpSpMkLst>
            <pc:docMk/>
            <pc:sldMk cId="1981330558" sldId="832"/>
            <ac:grpSpMk id="42" creationId="{15710D75-1ED4-FE9E-8817-DB5B7BF3757A}"/>
          </ac:grpSpMkLst>
        </pc:grpChg>
        <pc:grpChg chg="del mod">
          <ac:chgData name="Rahul Mishra" userId="57c6469e-ac64-4888-811b-35f0aabddbad" providerId="ADAL" clId="{2587B58E-4F3B-47AB-B3EB-62407C9160B0}" dt="2025-11-29T03:35:45.551" v="65"/>
          <ac:grpSpMkLst>
            <pc:docMk/>
            <pc:sldMk cId="1981330558" sldId="832"/>
            <ac:grpSpMk id="58" creationId="{E8875825-5B65-0A72-45B0-B4D428CB3156}"/>
          </ac:grpSpMkLst>
        </pc:grpChg>
        <pc:grpChg chg="del mod">
          <ac:chgData name="Rahul Mishra" userId="57c6469e-ac64-4888-811b-35f0aabddbad" providerId="ADAL" clId="{2587B58E-4F3B-47AB-B3EB-62407C9160B0}" dt="2025-11-29T03:35:50.329" v="70"/>
          <ac:grpSpMkLst>
            <pc:docMk/>
            <pc:sldMk cId="1981330558" sldId="832"/>
            <ac:grpSpMk id="62" creationId="{1D88756F-87EC-36CD-1662-8CF4DA7F4464}"/>
          </ac:grpSpMkLst>
        </pc:grpChg>
        <pc:grpChg chg="del mod">
          <ac:chgData name="Rahul Mishra" userId="57c6469e-ac64-4888-811b-35f0aabddbad" providerId="ADAL" clId="{2587B58E-4F3B-47AB-B3EB-62407C9160B0}" dt="2025-11-29T03:35:54.539" v="75"/>
          <ac:grpSpMkLst>
            <pc:docMk/>
            <pc:sldMk cId="1981330558" sldId="832"/>
            <ac:grpSpMk id="67" creationId="{7B9C31C9-CE93-54A0-A27D-3695A6CE9E9D}"/>
          </ac:grpSpMkLst>
        </pc:grpChg>
        <pc:grpChg chg="del mod">
          <ac:chgData name="Rahul Mishra" userId="57c6469e-ac64-4888-811b-35f0aabddbad" providerId="ADAL" clId="{2587B58E-4F3B-47AB-B3EB-62407C9160B0}" dt="2025-11-29T03:35:56.468" v="77"/>
          <ac:grpSpMkLst>
            <pc:docMk/>
            <pc:sldMk cId="1981330558" sldId="832"/>
            <ac:grpSpMk id="72" creationId="{0E643D9E-34A7-AB69-A54E-D10BDB9C79D0}"/>
          </ac:grpSpMkLst>
        </pc:grpChg>
        <pc:grpChg chg="del mod">
          <ac:chgData name="Rahul Mishra" userId="57c6469e-ac64-4888-811b-35f0aabddbad" providerId="ADAL" clId="{2587B58E-4F3B-47AB-B3EB-62407C9160B0}" dt="2025-11-29T03:35:58.037" v="79"/>
          <ac:grpSpMkLst>
            <pc:docMk/>
            <pc:sldMk cId="1981330558" sldId="832"/>
            <ac:grpSpMk id="74" creationId="{C503F1BD-57AC-90FC-8CA9-294D31B2ADAE}"/>
          </ac:grpSpMkLst>
        </pc:grpChg>
        <pc:grpChg chg="del mod">
          <ac:chgData name="Rahul Mishra" userId="57c6469e-ac64-4888-811b-35f0aabddbad" providerId="ADAL" clId="{2587B58E-4F3B-47AB-B3EB-62407C9160B0}" dt="2025-11-29T03:36:00.131" v="84"/>
          <ac:grpSpMkLst>
            <pc:docMk/>
            <pc:sldMk cId="1981330558" sldId="832"/>
            <ac:grpSpMk id="76" creationId="{00337CC8-3EB1-4DA3-928B-8DB4802D26B6}"/>
          </ac:grpSpMkLst>
        </pc:grpChg>
        <pc:grpChg chg="mod">
          <ac:chgData name="Rahul Mishra" userId="57c6469e-ac64-4888-811b-35f0aabddbad" providerId="ADAL" clId="{2587B58E-4F3B-47AB-B3EB-62407C9160B0}" dt="2025-11-29T03:36:00.131" v="84"/>
          <ac:grpSpMkLst>
            <pc:docMk/>
            <pc:sldMk cId="1981330558" sldId="832"/>
            <ac:grpSpMk id="81" creationId="{F818B854-1B4F-7833-5485-FA5811037F70}"/>
          </ac:grpSpMkLst>
        </pc:grpChg>
        <pc:grpChg chg="mod">
          <ac:chgData name="Rahul Mishra" userId="57c6469e-ac64-4888-811b-35f0aabddbad" providerId="ADAL" clId="{2587B58E-4F3B-47AB-B3EB-62407C9160B0}" dt="2025-11-29T03:36:41.959" v="89"/>
          <ac:grpSpMkLst>
            <pc:docMk/>
            <pc:sldMk cId="1981330558" sldId="832"/>
            <ac:grpSpMk id="86" creationId="{E98D6745-117A-3638-BBCB-A1DF8AD83804}"/>
          </ac:grpSpMkLst>
        </pc:grpChg>
        <pc:inkChg chg="add">
          <ac:chgData name="Rahul Mishra" userId="57c6469e-ac64-4888-811b-35f0aabddbad" providerId="ADAL" clId="{2587B58E-4F3B-47AB-B3EB-62407C9160B0}" dt="2025-11-29T03:12:46.743" v="7"/>
          <ac:inkMkLst>
            <pc:docMk/>
            <pc:sldMk cId="1981330558" sldId="832"/>
            <ac:inkMk id="3" creationId="{B2C12B5A-77B1-6E81-BBD6-10810EBB22A0}"/>
          </ac:inkMkLst>
        </pc:inkChg>
        <pc:inkChg chg="add">
          <ac:chgData name="Rahul Mishra" userId="57c6469e-ac64-4888-811b-35f0aabddbad" providerId="ADAL" clId="{2587B58E-4F3B-47AB-B3EB-62407C9160B0}" dt="2025-11-29T03:28:10.239" v="9"/>
          <ac:inkMkLst>
            <pc:docMk/>
            <pc:sldMk cId="1981330558" sldId="832"/>
            <ac:inkMk id="5" creationId="{94ED95A2-B469-196D-ACCA-9F9643DB847E}"/>
          </ac:inkMkLst>
        </pc:inkChg>
        <pc:inkChg chg="add">
          <ac:chgData name="Rahul Mishra" userId="57c6469e-ac64-4888-811b-35f0aabddbad" providerId="ADAL" clId="{2587B58E-4F3B-47AB-B3EB-62407C9160B0}" dt="2025-11-29T03:33:12.029" v="10" actId="9405"/>
          <ac:inkMkLst>
            <pc:docMk/>
            <pc:sldMk cId="1981330558" sldId="832"/>
            <ac:inkMk id="6" creationId="{BC473BFD-C768-4779-954C-A9EE3CDDA16D}"/>
          </ac:inkMkLst>
        </pc:inkChg>
        <pc:inkChg chg="add">
          <ac:chgData name="Rahul Mishra" userId="57c6469e-ac64-4888-811b-35f0aabddbad" providerId="ADAL" clId="{2587B58E-4F3B-47AB-B3EB-62407C9160B0}" dt="2025-11-29T03:33:19.436" v="11" actId="9405"/>
          <ac:inkMkLst>
            <pc:docMk/>
            <pc:sldMk cId="1981330558" sldId="832"/>
            <ac:inkMk id="7" creationId="{53614F1D-4FFA-2CC7-71C6-82530D26DB82}"/>
          </ac:inkMkLst>
        </pc:inkChg>
        <pc:inkChg chg="add">
          <ac:chgData name="Rahul Mishra" userId="57c6469e-ac64-4888-811b-35f0aabddbad" providerId="ADAL" clId="{2587B58E-4F3B-47AB-B3EB-62407C9160B0}" dt="2025-11-29T03:33:19.640" v="12" actId="9405"/>
          <ac:inkMkLst>
            <pc:docMk/>
            <pc:sldMk cId="1981330558" sldId="832"/>
            <ac:inkMk id="8" creationId="{4C03EA3F-7B64-A770-6246-4AA9BC0A301F}"/>
          </ac:inkMkLst>
        </pc:inkChg>
        <pc:inkChg chg="add">
          <ac:chgData name="Rahul Mishra" userId="57c6469e-ac64-4888-811b-35f0aabddbad" providerId="ADAL" clId="{2587B58E-4F3B-47AB-B3EB-62407C9160B0}" dt="2025-11-29T03:33:20.688" v="13" actId="9405"/>
          <ac:inkMkLst>
            <pc:docMk/>
            <pc:sldMk cId="1981330558" sldId="832"/>
            <ac:inkMk id="9" creationId="{E4D72AB4-2DF1-C184-0718-0987FC344223}"/>
          </ac:inkMkLst>
        </pc:inkChg>
        <pc:inkChg chg="add">
          <ac:chgData name="Rahul Mishra" userId="57c6469e-ac64-4888-811b-35f0aabddbad" providerId="ADAL" clId="{2587B58E-4F3B-47AB-B3EB-62407C9160B0}" dt="2025-11-29T03:33:20.826" v="14" actId="9405"/>
          <ac:inkMkLst>
            <pc:docMk/>
            <pc:sldMk cId="1981330558" sldId="832"/>
            <ac:inkMk id="10" creationId="{7F7FB691-AB96-B8E9-2CF5-DC84B1E4346D}"/>
          </ac:inkMkLst>
        </pc:inkChg>
        <pc:inkChg chg="add">
          <ac:chgData name="Rahul Mishra" userId="57c6469e-ac64-4888-811b-35f0aabddbad" providerId="ADAL" clId="{2587B58E-4F3B-47AB-B3EB-62407C9160B0}" dt="2025-11-29T03:33:26.884" v="15" actId="9405"/>
          <ac:inkMkLst>
            <pc:docMk/>
            <pc:sldMk cId="1981330558" sldId="832"/>
            <ac:inkMk id="11" creationId="{42154913-CDCC-A1A5-DA24-2900CA1EBD02}"/>
          </ac:inkMkLst>
        </pc:inkChg>
        <pc:inkChg chg="add">
          <ac:chgData name="Rahul Mishra" userId="57c6469e-ac64-4888-811b-35f0aabddbad" providerId="ADAL" clId="{2587B58E-4F3B-47AB-B3EB-62407C9160B0}" dt="2025-11-29T03:33:29.253" v="16" actId="9405"/>
          <ac:inkMkLst>
            <pc:docMk/>
            <pc:sldMk cId="1981330558" sldId="832"/>
            <ac:inkMk id="12" creationId="{D8FA6330-4490-378E-0484-5AA42DC13F08}"/>
          </ac:inkMkLst>
        </pc:inkChg>
        <pc:inkChg chg="add mod">
          <ac:chgData name="Rahul Mishra" userId="57c6469e-ac64-4888-811b-35f0aabddbad" providerId="ADAL" clId="{2587B58E-4F3B-47AB-B3EB-62407C9160B0}" dt="2025-11-29T03:33:44.819" v="21"/>
          <ac:inkMkLst>
            <pc:docMk/>
            <pc:sldMk cId="1981330558" sldId="832"/>
            <ac:inkMk id="13" creationId="{2C78060A-725E-A10A-0069-4FBF9BD67AF4}"/>
          </ac:inkMkLst>
        </pc:inkChg>
        <pc:inkChg chg="add mod">
          <ac:chgData name="Rahul Mishra" userId="57c6469e-ac64-4888-811b-35f0aabddbad" providerId="ADAL" clId="{2587B58E-4F3B-47AB-B3EB-62407C9160B0}" dt="2025-11-29T03:33:44.819" v="21"/>
          <ac:inkMkLst>
            <pc:docMk/>
            <pc:sldMk cId="1981330558" sldId="832"/>
            <ac:inkMk id="14" creationId="{B75D935E-980D-405D-EE59-BB45FD6481D1}"/>
          </ac:inkMkLst>
        </pc:inkChg>
        <pc:inkChg chg="add mod">
          <ac:chgData name="Rahul Mishra" userId="57c6469e-ac64-4888-811b-35f0aabddbad" providerId="ADAL" clId="{2587B58E-4F3B-47AB-B3EB-62407C9160B0}" dt="2025-11-29T03:33:44.819" v="21"/>
          <ac:inkMkLst>
            <pc:docMk/>
            <pc:sldMk cId="1981330558" sldId="832"/>
            <ac:inkMk id="15" creationId="{7BF10D85-D10C-DAD1-B1DC-D44127002795}"/>
          </ac:inkMkLst>
        </pc:inkChg>
        <pc:inkChg chg="add mod">
          <ac:chgData name="Rahul Mishra" userId="57c6469e-ac64-4888-811b-35f0aabddbad" providerId="ADAL" clId="{2587B58E-4F3B-47AB-B3EB-62407C9160B0}" dt="2025-11-29T03:33:44.819" v="21"/>
          <ac:inkMkLst>
            <pc:docMk/>
            <pc:sldMk cId="1981330558" sldId="832"/>
            <ac:inkMk id="16" creationId="{58DD0F8D-EF34-6EB9-E28E-D5B92597778A}"/>
          </ac:inkMkLst>
        </pc:inkChg>
        <pc:inkChg chg="add">
          <ac:chgData name="Rahul Mishra" userId="57c6469e-ac64-4888-811b-35f0aabddbad" providerId="ADAL" clId="{2587B58E-4F3B-47AB-B3EB-62407C9160B0}" dt="2025-11-29T03:33:47.470" v="22" actId="9405"/>
          <ac:inkMkLst>
            <pc:docMk/>
            <pc:sldMk cId="1981330558" sldId="832"/>
            <ac:inkMk id="19" creationId="{D62D9942-FC3A-02D6-3FD4-93C753377FE2}"/>
          </ac:inkMkLst>
        </pc:inkChg>
        <pc:inkChg chg="add">
          <ac:chgData name="Rahul Mishra" userId="57c6469e-ac64-4888-811b-35f0aabddbad" providerId="ADAL" clId="{2587B58E-4F3B-47AB-B3EB-62407C9160B0}" dt="2025-11-29T03:33:48.506" v="23" actId="9405"/>
          <ac:inkMkLst>
            <pc:docMk/>
            <pc:sldMk cId="1981330558" sldId="832"/>
            <ac:inkMk id="20" creationId="{6BA4DC87-D433-EE32-48EA-B0ECE07E51EF}"/>
          </ac:inkMkLst>
        </pc:inkChg>
        <pc:inkChg chg="add mod">
          <ac:chgData name="Rahul Mishra" userId="57c6469e-ac64-4888-811b-35f0aabddbad" providerId="ADAL" clId="{2587B58E-4F3B-47AB-B3EB-62407C9160B0}" dt="2025-11-29T03:33:56.453" v="27"/>
          <ac:inkMkLst>
            <pc:docMk/>
            <pc:sldMk cId="1981330558" sldId="832"/>
            <ac:inkMk id="21" creationId="{DEF73902-4E7D-FE27-C726-7F103D66E24A}"/>
          </ac:inkMkLst>
        </pc:inkChg>
        <pc:inkChg chg="add mod">
          <ac:chgData name="Rahul Mishra" userId="57c6469e-ac64-4888-811b-35f0aabddbad" providerId="ADAL" clId="{2587B58E-4F3B-47AB-B3EB-62407C9160B0}" dt="2025-11-29T03:33:56.453" v="27"/>
          <ac:inkMkLst>
            <pc:docMk/>
            <pc:sldMk cId="1981330558" sldId="832"/>
            <ac:inkMk id="22" creationId="{964D300F-4A7F-86BC-C30F-D16724BBDDD3}"/>
          </ac:inkMkLst>
        </pc:inkChg>
        <pc:inkChg chg="add">
          <ac:chgData name="Rahul Mishra" userId="57c6469e-ac64-4888-811b-35f0aabddbad" providerId="ADAL" clId="{2587B58E-4F3B-47AB-B3EB-62407C9160B0}" dt="2025-11-29T03:33:55.952" v="26" actId="9405"/>
          <ac:inkMkLst>
            <pc:docMk/>
            <pc:sldMk cId="1981330558" sldId="832"/>
            <ac:inkMk id="23" creationId="{4667EB77-40FD-C716-2A59-9CC28443A04F}"/>
          </ac:inkMkLst>
        </pc:inkChg>
        <pc:inkChg chg="add">
          <ac:chgData name="Rahul Mishra" userId="57c6469e-ac64-4888-811b-35f0aabddbad" providerId="ADAL" clId="{2587B58E-4F3B-47AB-B3EB-62407C9160B0}" dt="2025-11-29T03:34:03.029" v="28" actId="9405"/>
          <ac:inkMkLst>
            <pc:docMk/>
            <pc:sldMk cId="1981330558" sldId="832"/>
            <ac:inkMk id="25" creationId="{ACE92276-378D-2DF5-7229-0AD147537AC0}"/>
          </ac:inkMkLst>
        </pc:inkChg>
        <pc:inkChg chg="add">
          <ac:chgData name="Rahul Mishra" userId="57c6469e-ac64-4888-811b-35f0aabddbad" providerId="ADAL" clId="{2587B58E-4F3B-47AB-B3EB-62407C9160B0}" dt="2025-11-29T03:34:03.695" v="29" actId="9405"/>
          <ac:inkMkLst>
            <pc:docMk/>
            <pc:sldMk cId="1981330558" sldId="832"/>
            <ac:inkMk id="26" creationId="{19812FCB-0742-1B95-F01D-416DF9B7DE25}"/>
          </ac:inkMkLst>
        </pc:inkChg>
        <pc:inkChg chg="add">
          <ac:chgData name="Rahul Mishra" userId="57c6469e-ac64-4888-811b-35f0aabddbad" providerId="ADAL" clId="{2587B58E-4F3B-47AB-B3EB-62407C9160B0}" dt="2025-11-29T03:34:05.657" v="30" actId="9405"/>
          <ac:inkMkLst>
            <pc:docMk/>
            <pc:sldMk cId="1981330558" sldId="832"/>
            <ac:inkMk id="27" creationId="{601DF06F-0F8D-8E70-D35D-A95721D80C9B}"/>
          </ac:inkMkLst>
        </pc:inkChg>
        <pc:inkChg chg="add">
          <ac:chgData name="Rahul Mishra" userId="57c6469e-ac64-4888-811b-35f0aabddbad" providerId="ADAL" clId="{2587B58E-4F3B-47AB-B3EB-62407C9160B0}" dt="2025-11-29T03:34:13.536" v="31" actId="9405"/>
          <ac:inkMkLst>
            <pc:docMk/>
            <pc:sldMk cId="1981330558" sldId="832"/>
            <ac:inkMk id="28" creationId="{15E68D16-7FD4-8BEC-9BCE-3B05DE8F3F12}"/>
          </ac:inkMkLst>
        </pc:inkChg>
        <pc:inkChg chg="add">
          <ac:chgData name="Rahul Mishra" userId="57c6469e-ac64-4888-811b-35f0aabddbad" providerId="ADAL" clId="{2587B58E-4F3B-47AB-B3EB-62407C9160B0}" dt="2025-11-29T03:34:14.230" v="32" actId="9405"/>
          <ac:inkMkLst>
            <pc:docMk/>
            <pc:sldMk cId="1981330558" sldId="832"/>
            <ac:inkMk id="29" creationId="{565498B3-D92B-9DE9-8AFF-C902DFCB8B98}"/>
          </ac:inkMkLst>
        </pc:inkChg>
        <pc:inkChg chg="add">
          <ac:chgData name="Rahul Mishra" userId="57c6469e-ac64-4888-811b-35f0aabddbad" providerId="ADAL" clId="{2587B58E-4F3B-47AB-B3EB-62407C9160B0}" dt="2025-11-29T03:34:16.774" v="33" actId="9405"/>
          <ac:inkMkLst>
            <pc:docMk/>
            <pc:sldMk cId="1981330558" sldId="832"/>
            <ac:inkMk id="30" creationId="{67133F6B-611D-0BAE-E7E1-1C5EAA0849E5}"/>
          </ac:inkMkLst>
        </pc:inkChg>
        <pc:inkChg chg="add">
          <ac:chgData name="Rahul Mishra" userId="57c6469e-ac64-4888-811b-35f0aabddbad" providerId="ADAL" clId="{2587B58E-4F3B-47AB-B3EB-62407C9160B0}" dt="2025-11-29T03:34:18.069" v="34" actId="9405"/>
          <ac:inkMkLst>
            <pc:docMk/>
            <pc:sldMk cId="1981330558" sldId="832"/>
            <ac:inkMk id="31" creationId="{FC33F9B2-4A84-CFFD-8DDB-624CC28CFD03}"/>
          </ac:inkMkLst>
        </pc:inkChg>
        <pc:inkChg chg="add">
          <ac:chgData name="Rahul Mishra" userId="57c6469e-ac64-4888-811b-35f0aabddbad" providerId="ADAL" clId="{2587B58E-4F3B-47AB-B3EB-62407C9160B0}" dt="2025-11-29T03:34:18.780" v="35" actId="9405"/>
          <ac:inkMkLst>
            <pc:docMk/>
            <pc:sldMk cId="1981330558" sldId="832"/>
            <ac:inkMk id="32" creationId="{6A6C38C6-9532-BBAC-B550-E3EDB4886B1D}"/>
          </ac:inkMkLst>
        </pc:inkChg>
        <pc:inkChg chg="add">
          <ac:chgData name="Rahul Mishra" userId="57c6469e-ac64-4888-811b-35f0aabddbad" providerId="ADAL" clId="{2587B58E-4F3B-47AB-B3EB-62407C9160B0}" dt="2025-11-29T03:34:21.163" v="36" actId="9405"/>
          <ac:inkMkLst>
            <pc:docMk/>
            <pc:sldMk cId="1981330558" sldId="832"/>
            <ac:inkMk id="33" creationId="{D8D2F718-E0A9-114C-C84D-2DC773AE5545}"/>
          </ac:inkMkLst>
        </pc:inkChg>
        <pc:inkChg chg="add">
          <ac:chgData name="Rahul Mishra" userId="57c6469e-ac64-4888-811b-35f0aabddbad" providerId="ADAL" clId="{2587B58E-4F3B-47AB-B3EB-62407C9160B0}" dt="2025-11-29T03:34:21.876" v="37" actId="9405"/>
          <ac:inkMkLst>
            <pc:docMk/>
            <pc:sldMk cId="1981330558" sldId="832"/>
            <ac:inkMk id="34" creationId="{5FA0F2B5-7EB1-96E8-918C-197968448C70}"/>
          </ac:inkMkLst>
        </pc:inkChg>
        <pc:inkChg chg="add">
          <ac:chgData name="Rahul Mishra" userId="57c6469e-ac64-4888-811b-35f0aabddbad" providerId="ADAL" clId="{2587B58E-4F3B-47AB-B3EB-62407C9160B0}" dt="2025-11-29T03:34:23.440" v="38" actId="9405"/>
          <ac:inkMkLst>
            <pc:docMk/>
            <pc:sldMk cId="1981330558" sldId="832"/>
            <ac:inkMk id="35" creationId="{43655508-F43E-3F28-96D4-8E0F6A77ECFF}"/>
          </ac:inkMkLst>
        </pc:inkChg>
        <pc:inkChg chg="add">
          <ac:chgData name="Rahul Mishra" userId="57c6469e-ac64-4888-811b-35f0aabddbad" providerId="ADAL" clId="{2587B58E-4F3B-47AB-B3EB-62407C9160B0}" dt="2025-11-29T03:34:24.052" v="39" actId="9405"/>
          <ac:inkMkLst>
            <pc:docMk/>
            <pc:sldMk cId="1981330558" sldId="832"/>
            <ac:inkMk id="36" creationId="{27E09C6D-0930-7D02-7504-3446A5CBDB67}"/>
          </ac:inkMkLst>
        </pc:inkChg>
        <pc:inkChg chg="add mod">
          <ac:chgData name="Rahul Mishra" userId="57c6469e-ac64-4888-811b-35f0aabddbad" providerId="ADAL" clId="{2587B58E-4F3B-47AB-B3EB-62407C9160B0}" dt="2025-11-29T03:34:28.258" v="42"/>
          <ac:inkMkLst>
            <pc:docMk/>
            <pc:sldMk cId="1981330558" sldId="832"/>
            <ac:inkMk id="37" creationId="{5910DC03-622E-FED0-E38A-4C5F35772FA0}"/>
          </ac:inkMkLst>
        </pc:inkChg>
        <pc:inkChg chg="add mod">
          <ac:chgData name="Rahul Mishra" userId="57c6469e-ac64-4888-811b-35f0aabddbad" providerId="ADAL" clId="{2587B58E-4F3B-47AB-B3EB-62407C9160B0}" dt="2025-11-29T03:34:28.258" v="42"/>
          <ac:inkMkLst>
            <pc:docMk/>
            <pc:sldMk cId="1981330558" sldId="832"/>
            <ac:inkMk id="38" creationId="{EC9B4460-9B2E-B52C-DCC0-674213E63BFF}"/>
          </ac:inkMkLst>
        </pc:inkChg>
        <pc:inkChg chg="add mod">
          <ac:chgData name="Rahul Mishra" userId="57c6469e-ac64-4888-811b-35f0aabddbad" providerId="ADAL" clId="{2587B58E-4F3B-47AB-B3EB-62407C9160B0}" dt="2025-11-29T03:34:33.197" v="45"/>
          <ac:inkMkLst>
            <pc:docMk/>
            <pc:sldMk cId="1981330558" sldId="832"/>
            <ac:inkMk id="40" creationId="{67BFBC04-D2D2-8DB9-A340-225391950740}"/>
          </ac:inkMkLst>
        </pc:inkChg>
        <pc:inkChg chg="add mod">
          <ac:chgData name="Rahul Mishra" userId="57c6469e-ac64-4888-811b-35f0aabddbad" providerId="ADAL" clId="{2587B58E-4F3B-47AB-B3EB-62407C9160B0}" dt="2025-11-29T03:34:33.197" v="45"/>
          <ac:inkMkLst>
            <pc:docMk/>
            <pc:sldMk cId="1981330558" sldId="832"/>
            <ac:inkMk id="41" creationId="{F70FEADF-ECD7-59FE-3062-94C4CAC5C967}"/>
          </ac:inkMkLst>
        </pc:inkChg>
        <pc:inkChg chg="add">
          <ac:chgData name="Rahul Mishra" userId="57c6469e-ac64-4888-811b-35f0aabddbad" providerId="ADAL" clId="{2587B58E-4F3B-47AB-B3EB-62407C9160B0}" dt="2025-11-29T03:34:35.676" v="46" actId="9405"/>
          <ac:inkMkLst>
            <pc:docMk/>
            <pc:sldMk cId="1981330558" sldId="832"/>
            <ac:inkMk id="43" creationId="{0BC1BD87-5B56-8A13-EAB5-0A78CD89E8D1}"/>
          </ac:inkMkLst>
        </pc:inkChg>
        <pc:inkChg chg="add">
          <ac:chgData name="Rahul Mishra" userId="57c6469e-ac64-4888-811b-35f0aabddbad" providerId="ADAL" clId="{2587B58E-4F3B-47AB-B3EB-62407C9160B0}" dt="2025-11-29T03:34:41.588" v="47" actId="9405"/>
          <ac:inkMkLst>
            <pc:docMk/>
            <pc:sldMk cId="1981330558" sldId="832"/>
            <ac:inkMk id="44" creationId="{C36158CF-BA14-0DD2-9E51-86553AC2ABE6}"/>
          </ac:inkMkLst>
        </pc:inkChg>
        <pc:inkChg chg="add">
          <ac:chgData name="Rahul Mishra" userId="57c6469e-ac64-4888-811b-35f0aabddbad" providerId="ADAL" clId="{2587B58E-4F3B-47AB-B3EB-62407C9160B0}" dt="2025-11-29T03:34:45.093" v="48" actId="9405"/>
          <ac:inkMkLst>
            <pc:docMk/>
            <pc:sldMk cId="1981330558" sldId="832"/>
            <ac:inkMk id="45" creationId="{5C0B6EA9-07ED-3E0C-5327-962F2E67C8A0}"/>
          </ac:inkMkLst>
        </pc:inkChg>
        <pc:inkChg chg="add">
          <ac:chgData name="Rahul Mishra" userId="57c6469e-ac64-4888-811b-35f0aabddbad" providerId="ADAL" clId="{2587B58E-4F3B-47AB-B3EB-62407C9160B0}" dt="2025-11-29T03:34:48.753" v="49" actId="9405"/>
          <ac:inkMkLst>
            <pc:docMk/>
            <pc:sldMk cId="1981330558" sldId="832"/>
            <ac:inkMk id="46" creationId="{76468912-35F8-9B35-7879-FB9086425757}"/>
          </ac:inkMkLst>
        </pc:inkChg>
        <pc:inkChg chg="add">
          <ac:chgData name="Rahul Mishra" userId="57c6469e-ac64-4888-811b-35f0aabddbad" providerId="ADAL" clId="{2587B58E-4F3B-47AB-B3EB-62407C9160B0}" dt="2025-11-29T03:34:49.655" v="50" actId="9405"/>
          <ac:inkMkLst>
            <pc:docMk/>
            <pc:sldMk cId="1981330558" sldId="832"/>
            <ac:inkMk id="47" creationId="{A0772910-5E25-B0CE-3940-E38854578B70}"/>
          </ac:inkMkLst>
        </pc:inkChg>
        <pc:inkChg chg="add">
          <ac:chgData name="Rahul Mishra" userId="57c6469e-ac64-4888-811b-35f0aabddbad" providerId="ADAL" clId="{2587B58E-4F3B-47AB-B3EB-62407C9160B0}" dt="2025-11-29T03:34:51.360" v="51" actId="9405"/>
          <ac:inkMkLst>
            <pc:docMk/>
            <pc:sldMk cId="1981330558" sldId="832"/>
            <ac:inkMk id="48" creationId="{14552DE6-EB22-B91F-DE4B-C3C5E37FDE50}"/>
          </ac:inkMkLst>
        </pc:inkChg>
        <pc:inkChg chg="add">
          <ac:chgData name="Rahul Mishra" userId="57c6469e-ac64-4888-811b-35f0aabddbad" providerId="ADAL" clId="{2587B58E-4F3B-47AB-B3EB-62407C9160B0}" dt="2025-11-29T03:35:05.246" v="52" actId="9405"/>
          <ac:inkMkLst>
            <pc:docMk/>
            <pc:sldMk cId="1981330558" sldId="832"/>
            <ac:inkMk id="49" creationId="{2BD79C60-E7AC-DF14-887D-578391F59A16}"/>
          </ac:inkMkLst>
        </pc:inkChg>
        <pc:inkChg chg="add">
          <ac:chgData name="Rahul Mishra" userId="57c6469e-ac64-4888-811b-35f0aabddbad" providerId="ADAL" clId="{2587B58E-4F3B-47AB-B3EB-62407C9160B0}" dt="2025-11-29T03:35:07.221" v="53" actId="9405"/>
          <ac:inkMkLst>
            <pc:docMk/>
            <pc:sldMk cId="1981330558" sldId="832"/>
            <ac:inkMk id="50" creationId="{710384E9-3A78-2A58-25D7-AB03FE8E17E4}"/>
          </ac:inkMkLst>
        </pc:inkChg>
        <pc:inkChg chg="add">
          <ac:chgData name="Rahul Mishra" userId="57c6469e-ac64-4888-811b-35f0aabddbad" providerId="ADAL" clId="{2587B58E-4F3B-47AB-B3EB-62407C9160B0}" dt="2025-11-29T03:35:14.849" v="54" actId="9405"/>
          <ac:inkMkLst>
            <pc:docMk/>
            <pc:sldMk cId="1981330558" sldId="832"/>
            <ac:inkMk id="51" creationId="{4238A336-5B2F-9943-58F3-19321BF7C1F9}"/>
          </ac:inkMkLst>
        </pc:inkChg>
        <pc:inkChg chg="add">
          <ac:chgData name="Rahul Mishra" userId="57c6469e-ac64-4888-811b-35f0aabddbad" providerId="ADAL" clId="{2587B58E-4F3B-47AB-B3EB-62407C9160B0}" dt="2025-11-29T03:35:21.597" v="55" actId="9405"/>
          <ac:inkMkLst>
            <pc:docMk/>
            <pc:sldMk cId="1981330558" sldId="832"/>
            <ac:inkMk id="52" creationId="{589757A6-82CE-5FC8-7222-94C580FF628A}"/>
          </ac:inkMkLst>
        </pc:inkChg>
        <pc:inkChg chg="add">
          <ac:chgData name="Rahul Mishra" userId="57c6469e-ac64-4888-811b-35f0aabddbad" providerId="ADAL" clId="{2587B58E-4F3B-47AB-B3EB-62407C9160B0}" dt="2025-11-29T03:35:28.292" v="56" actId="9405"/>
          <ac:inkMkLst>
            <pc:docMk/>
            <pc:sldMk cId="1981330558" sldId="832"/>
            <ac:inkMk id="53" creationId="{6B8FCA66-0C51-8861-E972-7BC8627B648D}"/>
          </ac:inkMkLst>
        </pc:inkChg>
        <pc:inkChg chg="add mod">
          <ac:chgData name="Rahul Mishra" userId="57c6469e-ac64-4888-811b-35f0aabddbad" providerId="ADAL" clId="{2587B58E-4F3B-47AB-B3EB-62407C9160B0}" dt="2025-11-29T03:35:45.551" v="65"/>
          <ac:inkMkLst>
            <pc:docMk/>
            <pc:sldMk cId="1981330558" sldId="832"/>
            <ac:inkMk id="54" creationId="{67CFC7F5-1CB9-6289-77DB-4AD1A7815AA5}"/>
          </ac:inkMkLst>
        </pc:inkChg>
        <pc:inkChg chg="add mod">
          <ac:chgData name="Rahul Mishra" userId="57c6469e-ac64-4888-811b-35f0aabddbad" providerId="ADAL" clId="{2587B58E-4F3B-47AB-B3EB-62407C9160B0}" dt="2025-11-29T03:35:50.329" v="70"/>
          <ac:inkMkLst>
            <pc:docMk/>
            <pc:sldMk cId="1981330558" sldId="832"/>
            <ac:inkMk id="55" creationId="{31988C75-B808-5AE1-3076-3E80122F7360}"/>
          </ac:inkMkLst>
        </pc:inkChg>
        <pc:inkChg chg="add mod">
          <ac:chgData name="Rahul Mishra" userId="57c6469e-ac64-4888-811b-35f0aabddbad" providerId="ADAL" clId="{2587B58E-4F3B-47AB-B3EB-62407C9160B0}" dt="2025-11-29T03:36:00.131" v="84"/>
          <ac:inkMkLst>
            <pc:docMk/>
            <pc:sldMk cId="1981330558" sldId="832"/>
            <ac:inkMk id="56" creationId="{F5A050E5-5863-C315-627D-692BA0106E40}"/>
          </ac:inkMkLst>
        </pc:inkChg>
        <pc:inkChg chg="add mod">
          <ac:chgData name="Rahul Mishra" userId="57c6469e-ac64-4888-811b-35f0aabddbad" providerId="ADAL" clId="{2587B58E-4F3B-47AB-B3EB-62407C9160B0}" dt="2025-11-29T03:36:00.131" v="84"/>
          <ac:inkMkLst>
            <pc:docMk/>
            <pc:sldMk cId="1981330558" sldId="832"/>
            <ac:inkMk id="57" creationId="{5B928DD9-272E-71FC-0684-6B759D6D2A7C}"/>
          </ac:inkMkLst>
        </pc:inkChg>
        <pc:inkChg chg="add mod">
          <ac:chgData name="Rahul Mishra" userId="57c6469e-ac64-4888-811b-35f0aabddbad" providerId="ADAL" clId="{2587B58E-4F3B-47AB-B3EB-62407C9160B0}" dt="2025-11-29T03:36:00.131" v="84"/>
          <ac:inkMkLst>
            <pc:docMk/>
            <pc:sldMk cId="1981330558" sldId="832"/>
            <ac:inkMk id="59" creationId="{E3A89E84-B991-985F-425B-BEFC196867E3}"/>
          </ac:inkMkLst>
        </pc:inkChg>
        <pc:inkChg chg="add mod">
          <ac:chgData name="Rahul Mishra" userId="57c6469e-ac64-4888-811b-35f0aabddbad" providerId="ADAL" clId="{2587B58E-4F3B-47AB-B3EB-62407C9160B0}" dt="2025-11-29T03:35:50.329" v="70"/>
          <ac:inkMkLst>
            <pc:docMk/>
            <pc:sldMk cId="1981330558" sldId="832"/>
            <ac:inkMk id="60" creationId="{7B20B77D-41D9-793D-C32C-222BB344B90B}"/>
          </ac:inkMkLst>
        </pc:inkChg>
        <pc:inkChg chg="add mod">
          <ac:chgData name="Rahul Mishra" userId="57c6469e-ac64-4888-811b-35f0aabddbad" providerId="ADAL" clId="{2587B58E-4F3B-47AB-B3EB-62407C9160B0}" dt="2025-11-29T03:35:45.551" v="65"/>
          <ac:inkMkLst>
            <pc:docMk/>
            <pc:sldMk cId="1981330558" sldId="832"/>
            <ac:inkMk id="61" creationId="{C65E4F88-1441-A905-861F-8900A7341DF7}"/>
          </ac:inkMkLst>
        </pc:inkChg>
        <pc:inkChg chg="add">
          <ac:chgData name="Rahul Mishra" userId="57c6469e-ac64-4888-811b-35f0aabddbad" providerId="ADAL" clId="{2587B58E-4F3B-47AB-B3EB-62407C9160B0}" dt="2025-11-29T03:35:46.862" v="66" actId="9405"/>
          <ac:inkMkLst>
            <pc:docMk/>
            <pc:sldMk cId="1981330558" sldId="832"/>
            <ac:inkMk id="63" creationId="{F2DA0D95-26EC-03FD-B4A8-D37A4D3BD5C4}"/>
          </ac:inkMkLst>
        </pc:inkChg>
        <pc:inkChg chg="add mod">
          <ac:chgData name="Rahul Mishra" userId="57c6469e-ac64-4888-811b-35f0aabddbad" providerId="ADAL" clId="{2587B58E-4F3B-47AB-B3EB-62407C9160B0}" dt="2025-11-29T03:35:50.329" v="70"/>
          <ac:inkMkLst>
            <pc:docMk/>
            <pc:sldMk cId="1981330558" sldId="832"/>
            <ac:inkMk id="64" creationId="{38AAFBDA-695A-5593-E677-E9976966638E}"/>
          </ac:inkMkLst>
        </pc:inkChg>
        <pc:inkChg chg="add mod">
          <ac:chgData name="Rahul Mishra" userId="57c6469e-ac64-4888-811b-35f0aabddbad" providerId="ADAL" clId="{2587B58E-4F3B-47AB-B3EB-62407C9160B0}" dt="2025-11-29T03:35:58.037" v="79"/>
          <ac:inkMkLst>
            <pc:docMk/>
            <pc:sldMk cId="1981330558" sldId="832"/>
            <ac:inkMk id="65" creationId="{8F256846-1072-7EE5-9F5A-A03B8E42B04A}"/>
          </ac:inkMkLst>
        </pc:inkChg>
        <pc:inkChg chg="add mod">
          <ac:chgData name="Rahul Mishra" userId="57c6469e-ac64-4888-811b-35f0aabddbad" providerId="ADAL" clId="{2587B58E-4F3B-47AB-B3EB-62407C9160B0}" dt="2025-11-29T03:35:58.037" v="79"/>
          <ac:inkMkLst>
            <pc:docMk/>
            <pc:sldMk cId="1981330558" sldId="832"/>
            <ac:inkMk id="66" creationId="{C23FC7E6-B5A7-F25D-C064-6B84D81CC3C8}"/>
          </ac:inkMkLst>
        </pc:inkChg>
        <pc:inkChg chg="add mod">
          <ac:chgData name="Rahul Mishra" userId="57c6469e-ac64-4888-811b-35f0aabddbad" providerId="ADAL" clId="{2587B58E-4F3B-47AB-B3EB-62407C9160B0}" dt="2025-11-29T03:36:00.131" v="84"/>
          <ac:inkMkLst>
            <pc:docMk/>
            <pc:sldMk cId="1981330558" sldId="832"/>
            <ac:inkMk id="68" creationId="{DDF8F590-9CD2-900A-BAF6-4EC35E1D3B0E}"/>
          </ac:inkMkLst>
        </pc:inkChg>
        <pc:inkChg chg="add">
          <ac:chgData name="Rahul Mishra" userId="57c6469e-ac64-4888-811b-35f0aabddbad" providerId="ADAL" clId="{2587B58E-4F3B-47AB-B3EB-62407C9160B0}" dt="2025-11-29T03:35:52.847" v="72" actId="9405"/>
          <ac:inkMkLst>
            <pc:docMk/>
            <pc:sldMk cId="1981330558" sldId="832"/>
            <ac:inkMk id="69" creationId="{61795990-E745-93B4-07E9-226EA4E736B4}"/>
          </ac:inkMkLst>
        </pc:inkChg>
        <pc:inkChg chg="add mod">
          <ac:chgData name="Rahul Mishra" userId="57c6469e-ac64-4888-811b-35f0aabddbad" providerId="ADAL" clId="{2587B58E-4F3B-47AB-B3EB-62407C9160B0}" dt="2025-11-29T03:35:56.468" v="77"/>
          <ac:inkMkLst>
            <pc:docMk/>
            <pc:sldMk cId="1981330558" sldId="832"/>
            <ac:inkMk id="70" creationId="{168A7973-3819-EA0B-967A-0A50D52A7467}"/>
          </ac:inkMkLst>
        </pc:inkChg>
        <pc:inkChg chg="add mod">
          <ac:chgData name="Rahul Mishra" userId="57c6469e-ac64-4888-811b-35f0aabddbad" providerId="ADAL" clId="{2587B58E-4F3B-47AB-B3EB-62407C9160B0}" dt="2025-11-29T03:36:00.131" v="84"/>
          <ac:inkMkLst>
            <pc:docMk/>
            <pc:sldMk cId="1981330558" sldId="832"/>
            <ac:inkMk id="71" creationId="{98966E44-40FF-8037-D5D9-DAB336A854FA}"/>
          </ac:inkMkLst>
        </pc:inkChg>
        <pc:inkChg chg="add">
          <ac:chgData name="Rahul Mishra" userId="57c6469e-ac64-4888-811b-35f0aabddbad" providerId="ADAL" clId="{2587B58E-4F3B-47AB-B3EB-62407C9160B0}" dt="2025-11-29T03:35:55.920" v="76" actId="9405"/>
          <ac:inkMkLst>
            <pc:docMk/>
            <pc:sldMk cId="1981330558" sldId="832"/>
            <ac:inkMk id="73" creationId="{F6FE19E5-8340-70E4-10A8-ED708C45F500}"/>
          </ac:inkMkLst>
        </pc:inkChg>
        <pc:inkChg chg="add mod">
          <ac:chgData name="Rahul Mishra" userId="57c6469e-ac64-4888-811b-35f0aabddbad" providerId="ADAL" clId="{2587B58E-4F3B-47AB-B3EB-62407C9160B0}" dt="2025-11-29T03:36:00.131" v="84"/>
          <ac:inkMkLst>
            <pc:docMk/>
            <pc:sldMk cId="1981330558" sldId="832"/>
            <ac:inkMk id="75" creationId="{70775F5F-5D3C-3C96-AFD7-D71A2635AD78}"/>
          </ac:inkMkLst>
        </pc:inkChg>
        <pc:inkChg chg="add mod">
          <ac:chgData name="Rahul Mishra" userId="57c6469e-ac64-4888-811b-35f0aabddbad" providerId="ADAL" clId="{2587B58E-4F3B-47AB-B3EB-62407C9160B0}" dt="2025-11-29T03:36:00.131" v="84"/>
          <ac:inkMkLst>
            <pc:docMk/>
            <pc:sldMk cId="1981330558" sldId="832"/>
            <ac:inkMk id="77" creationId="{1BFD42DF-CC3E-848C-20A1-4348DF33216E}"/>
          </ac:inkMkLst>
        </pc:inkChg>
        <pc:inkChg chg="add">
          <ac:chgData name="Rahul Mishra" userId="57c6469e-ac64-4888-811b-35f0aabddbad" providerId="ADAL" clId="{2587B58E-4F3B-47AB-B3EB-62407C9160B0}" dt="2025-11-29T03:35:58.970" v="81" actId="9405"/>
          <ac:inkMkLst>
            <pc:docMk/>
            <pc:sldMk cId="1981330558" sldId="832"/>
            <ac:inkMk id="78" creationId="{278B31A0-2611-0416-D1C6-40160F3A66CC}"/>
          </ac:inkMkLst>
        </pc:inkChg>
        <pc:inkChg chg="add mod">
          <ac:chgData name="Rahul Mishra" userId="57c6469e-ac64-4888-811b-35f0aabddbad" providerId="ADAL" clId="{2587B58E-4F3B-47AB-B3EB-62407C9160B0}" dt="2025-11-29T03:36:00.131" v="84"/>
          <ac:inkMkLst>
            <pc:docMk/>
            <pc:sldMk cId="1981330558" sldId="832"/>
            <ac:inkMk id="79" creationId="{A58704CC-EB61-E933-3CF3-AD3E4EEA735B}"/>
          </ac:inkMkLst>
        </pc:inkChg>
        <pc:inkChg chg="add">
          <ac:chgData name="Rahul Mishra" userId="57c6469e-ac64-4888-811b-35f0aabddbad" providerId="ADAL" clId="{2587B58E-4F3B-47AB-B3EB-62407C9160B0}" dt="2025-11-29T03:35:59.436" v="83" actId="9405"/>
          <ac:inkMkLst>
            <pc:docMk/>
            <pc:sldMk cId="1981330558" sldId="832"/>
            <ac:inkMk id="80" creationId="{CEA51360-84E7-20DA-5971-1188A8569D7C}"/>
          </ac:inkMkLst>
        </pc:inkChg>
        <pc:inkChg chg="add">
          <ac:chgData name="Rahul Mishra" userId="57c6469e-ac64-4888-811b-35f0aabddbad" providerId="ADAL" clId="{2587B58E-4F3B-47AB-B3EB-62407C9160B0}" dt="2025-11-29T03:36:21.426" v="85" actId="9405"/>
          <ac:inkMkLst>
            <pc:docMk/>
            <pc:sldMk cId="1981330558" sldId="832"/>
            <ac:inkMk id="82" creationId="{591FEF3F-4234-D300-BC2B-D07294225A27}"/>
          </ac:inkMkLst>
        </pc:inkChg>
        <pc:inkChg chg="add">
          <ac:chgData name="Rahul Mishra" userId="57c6469e-ac64-4888-811b-35f0aabddbad" providerId="ADAL" clId="{2587B58E-4F3B-47AB-B3EB-62407C9160B0}" dt="2025-11-29T03:36:39.693" v="86" actId="9405"/>
          <ac:inkMkLst>
            <pc:docMk/>
            <pc:sldMk cId="1981330558" sldId="832"/>
            <ac:inkMk id="83" creationId="{9E4E41BE-048C-DF90-7979-10E339B5A51C}"/>
          </ac:inkMkLst>
        </pc:inkChg>
        <pc:inkChg chg="add mod">
          <ac:chgData name="Rahul Mishra" userId="57c6469e-ac64-4888-811b-35f0aabddbad" providerId="ADAL" clId="{2587B58E-4F3B-47AB-B3EB-62407C9160B0}" dt="2025-11-29T03:36:41.959" v="89"/>
          <ac:inkMkLst>
            <pc:docMk/>
            <pc:sldMk cId="1981330558" sldId="832"/>
            <ac:inkMk id="84" creationId="{5CECFD32-587D-8F3F-C611-9FF4BF63D121}"/>
          </ac:inkMkLst>
        </pc:inkChg>
        <pc:inkChg chg="add mod">
          <ac:chgData name="Rahul Mishra" userId="57c6469e-ac64-4888-811b-35f0aabddbad" providerId="ADAL" clId="{2587B58E-4F3B-47AB-B3EB-62407C9160B0}" dt="2025-11-29T03:36:41.959" v="89"/>
          <ac:inkMkLst>
            <pc:docMk/>
            <pc:sldMk cId="1981330558" sldId="832"/>
            <ac:inkMk id="85" creationId="{2DF3668C-F129-8973-8C53-B0D8551C7060}"/>
          </ac:inkMkLst>
        </pc:inkChg>
        <pc:inkChg chg="add">
          <ac:chgData name="Rahul Mishra" userId="57c6469e-ac64-4888-811b-35f0aabddbad" providerId="ADAL" clId="{2587B58E-4F3B-47AB-B3EB-62407C9160B0}" dt="2025-11-29T03:36:49.838" v="90" actId="9405"/>
          <ac:inkMkLst>
            <pc:docMk/>
            <pc:sldMk cId="1981330558" sldId="832"/>
            <ac:inkMk id="87" creationId="{973D5D23-67B5-82BF-8E45-C029DEB02277}"/>
          </ac:inkMkLst>
        </pc:inkChg>
        <pc:inkChg chg="add">
          <ac:chgData name="Rahul Mishra" userId="57c6469e-ac64-4888-811b-35f0aabddbad" providerId="ADAL" clId="{2587B58E-4F3B-47AB-B3EB-62407C9160B0}" dt="2025-11-29T03:36:56.268" v="91" actId="9405"/>
          <ac:inkMkLst>
            <pc:docMk/>
            <pc:sldMk cId="1981330558" sldId="832"/>
            <ac:inkMk id="88" creationId="{916787DB-64CD-A352-9585-FE8805234C41}"/>
          </ac:inkMkLst>
        </pc:inkChg>
        <pc:inkChg chg="add">
          <ac:chgData name="Rahul Mishra" userId="57c6469e-ac64-4888-811b-35f0aabddbad" providerId="ADAL" clId="{2587B58E-4F3B-47AB-B3EB-62407C9160B0}" dt="2025-11-29T03:37:13.589" v="92" actId="9405"/>
          <ac:inkMkLst>
            <pc:docMk/>
            <pc:sldMk cId="1981330558" sldId="832"/>
            <ac:inkMk id="89" creationId="{8259EEBB-41DD-3317-4075-34BAF3CC23AC}"/>
          </ac:inkMkLst>
        </pc:inkChg>
        <pc:inkChg chg="add">
          <ac:chgData name="Rahul Mishra" userId="57c6469e-ac64-4888-811b-35f0aabddbad" providerId="ADAL" clId="{2587B58E-4F3B-47AB-B3EB-62407C9160B0}" dt="2025-11-29T03:37:19.589" v="93" actId="9405"/>
          <ac:inkMkLst>
            <pc:docMk/>
            <pc:sldMk cId="1981330558" sldId="832"/>
            <ac:inkMk id="90" creationId="{6EC762EB-6E56-B3EA-BC63-04DD76BE0B4F}"/>
          </ac:inkMkLst>
        </pc:inkChg>
        <pc:inkChg chg="add">
          <ac:chgData name="Rahul Mishra" userId="57c6469e-ac64-4888-811b-35f0aabddbad" providerId="ADAL" clId="{2587B58E-4F3B-47AB-B3EB-62407C9160B0}" dt="2025-11-29T03:37:25.608" v="94" actId="9405"/>
          <ac:inkMkLst>
            <pc:docMk/>
            <pc:sldMk cId="1981330558" sldId="832"/>
            <ac:inkMk id="91" creationId="{450C0592-CB40-2CD0-33CB-8D08371AB1B5}"/>
          </ac:inkMkLst>
        </pc:inkChg>
        <pc:inkChg chg="add">
          <ac:chgData name="Rahul Mishra" userId="57c6469e-ac64-4888-811b-35f0aabddbad" providerId="ADAL" clId="{2587B58E-4F3B-47AB-B3EB-62407C9160B0}" dt="2025-11-29T03:37:28.223" v="95" actId="9405"/>
          <ac:inkMkLst>
            <pc:docMk/>
            <pc:sldMk cId="1981330558" sldId="832"/>
            <ac:inkMk id="92" creationId="{57DCAE36-B6EB-3C76-A3B8-51BFC2CD9873}"/>
          </ac:inkMkLst>
        </pc:inkChg>
      </pc:sldChg>
      <pc:sldChg chg="addSp">
        <pc:chgData name="Rahul Mishra" userId="57c6469e-ac64-4888-811b-35f0aabddbad" providerId="ADAL" clId="{2587B58E-4F3B-47AB-B3EB-62407C9160B0}" dt="2025-11-29T03:53:53.557" v="96"/>
        <pc:sldMkLst>
          <pc:docMk/>
          <pc:sldMk cId="532681234" sldId="833"/>
        </pc:sldMkLst>
        <pc:inkChg chg="add">
          <ac:chgData name="Rahul Mishra" userId="57c6469e-ac64-4888-811b-35f0aabddbad" providerId="ADAL" clId="{2587B58E-4F3B-47AB-B3EB-62407C9160B0}" dt="2025-11-29T03:53:53.557" v="96"/>
          <ac:inkMkLst>
            <pc:docMk/>
            <pc:sldMk cId="532681234" sldId="833"/>
            <ac:inkMk id="3" creationId="{BB9899AB-A148-6255-F914-41826571C96A}"/>
          </ac:inkMkLst>
        </pc:inkChg>
      </pc:sldChg>
      <pc:sldChg chg="addSp modSp mod">
        <pc:chgData name="Rahul Mishra" userId="57c6469e-ac64-4888-811b-35f0aabddbad" providerId="ADAL" clId="{2587B58E-4F3B-47AB-B3EB-62407C9160B0}" dt="2025-11-29T04:03:06.313" v="119"/>
        <pc:sldMkLst>
          <pc:docMk/>
          <pc:sldMk cId="1411195614" sldId="836"/>
        </pc:sldMkLst>
        <pc:grpChg chg="mod">
          <ac:chgData name="Rahul Mishra" userId="57c6469e-ac64-4888-811b-35f0aabddbad" providerId="ADAL" clId="{2587B58E-4F3B-47AB-B3EB-62407C9160B0}" dt="2025-11-29T04:02:44.636" v="99"/>
          <ac:grpSpMkLst>
            <pc:docMk/>
            <pc:sldMk cId="1411195614" sldId="836"/>
            <ac:grpSpMk id="6" creationId="{F44CABF3-030B-890C-2044-B4C7723CED55}"/>
          </ac:grpSpMkLst>
        </pc:grpChg>
        <pc:grpChg chg="mod">
          <ac:chgData name="Rahul Mishra" userId="57c6469e-ac64-4888-811b-35f0aabddbad" providerId="ADAL" clId="{2587B58E-4F3B-47AB-B3EB-62407C9160B0}" dt="2025-11-29T04:02:46.019" v="102"/>
          <ac:grpSpMkLst>
            <pc:docMk/>
            <pc:sldMk cId="1411195614" sldId="836"/>
            <ac:grpSpMk id="10" creationId="{42D3BB59-5655-762D-0FFB-869A46BDF3B5}"/>
          </ac:grpSpMkLst>
        </pc:grpChg>
        <pc:grpChg chg="mod">
          <ac:chgData name="Rahul Mishra" userId="57c6469e-ac64-4888-811b-35f0aabddbad" providerId="ADAL" clId="{2587B58E-4F3B-47AB-B3EB-62407C9160B0}" dt="2025-11-29T04:02:48.312" v="105"/>
          <ac:grpSpMkLst>
            <pc:docMk/>
            <pc:sldMk cId="1411195614" sldId="836"/>
            <ac:grpSpMk id="13" creationId="{5FBC978E-E9B1-A581-1F5D-1F047D9CA5DC}"/>
          </ac:grpSpMkLst>
        </pc:grpChg>
        <pc:grpChg chg="mod">
          <ac:chgData name="Rahul Mishra" userId="57c6469e-ac64-4888-811b-35f0aabddbad" providerId="ADAL" clId="{2587B58E-4F3B-47AB-B3EB-62407C9160B0}" dt="2025-11-29T04:02:54.808" v="111"/>
          <ac:grpSpMkLst>
            <pc:docMk/>
            <pc:sldMk cId="1411195614" sldId="836"/>
            <ac:grpSpMk id="19" creationId="{8E7366E1-0034-3E62-DD35-868D6E4D323C}"/>
          </ac:grpSpMkLst>
        </pc:grpChg>
        <pc:grpChg chg="mod">
          <ac:chgData name="Rahul Mishra" userId="57c6469e-ac64-4888-811b-35f0aabddbad" providerId="ADAL" clId="{2587B58E-4F3B-47AB-B3EB-62407C9160B0}" dt="2025-11-29T04:02:54.808" v="111"/>
          <ac:grpSpMkLst>
            <pc:docMk/>
            <pc:sldMk cId="1411195614" sldId="836"/>
            <ac:grpSpMk id="20" creationId="{C3BEEC7D-3C9E-8A01-5718-2D829E8C6408}"/>
          </ac:grpSpMkLst>
        </pc:grpChg>
        <pc:grpChg chg="mod">
          <ac:chgData name="Rahul Mishra" userId="57c6469e-ac64-4888-811b-35f0aabddbad" providerId="ADAL" clId="{2587B58E-4F3B-47AB-B3EB-62407C9160B0}" dt="2025-11-29T04:02:56.097" v="114"/>
          <ac:grpSpMkLst>
            <pc:docMk/>
            <pc:sldMk cId="1411195614" sldId="836"/>
            <ac:grpSpMk id="23" creationId="{AD7AF8C7-FC39-1C86-E3C0-4C80E86B88BD}"/>
          </ac:grpSpMkLst>
        </pc:grpChg>
        <pc:grpChg chg="mod">
          <ac:chgData name="Rahul Mishra" userId="57c6469e-ac64-4888-811b-35f0aabddbad" providerId="ADAL" clId="{2587B58E-4F3B-47AB-B3EB-62407C9160B0}" dt="2025-11-29T04:03:06.313" v="119"/>
          <ac:grpSpMkLst>
            <pc:docMk/>
            <pc:sldMk cId="1411195614" sldId="836"/>
            <ac:grpSpMk id="28" creationId="{B83AE4BA-1058-5422-1031-0FC3BBF70745}"/>
          </ac:grpSpMkLst>
        </pc:grpChg>
        <pc:grpChg chg="mod">
          <ac:chgData name="Rahul Mishra" userId="57c6469e-ac64-4888-811b-35f0aabddbad" providerId="ADAL" clId="{2587B58E-4F3B-47AB-B3EB-62407C9160B0}" dt="2025-11-29T04:03:06.313" v="119"/>
          <ac:grpSpMkLst>
            <pc:docMk/>
            <pc:sldMk cId="1411195614" sldId="836"/>
            <ac:grpSpMk id="29" creationId="{D45695AD-AC1A-EFF4-4AF4-41E9B7F81A4E}"/>
          </ac:grpSpMkLst>
        </pc:grpChg>
        <pc:inkChg chg="add">
          <ac:chgData name="Rahul Mishra" userId="57c6469e-ac64-4888-811b-35f0aabddbad" providerId="ADAL" clId="{2587B58E-4F3B-47AB-B3EB-62407C9160B0}" dt="2025-11-29T03:53:53.557" v="96"/>
          <ac:inkMkLst>
            <pc:docMk/>
            <pc:sldMk cId="1411195614" sldId="836"/>
            <ac:inkMk id="3" creationId="{9E92986E-2CFF-8BF7-B23B-31987F3681D4}"/>
          </ac:inkMkLst>
        </pc:inkChg>
        <pc:inkChg chg="add mod">
          <ac:chgData name="Rahul Mishra" userId="57c6469e-ac64-4888-811b-35f0aabddbad" providerId="ADAL" clId="{2587B58E-4F3B-47AB-B3EB-62407C9160B0}" dt="2025-11-29T04:02:44.636" v="99"/>
          <ac:inkMkLst>
            <pc:docMk/>
            <pc:sldMk cId="1411195614" sldId="836"/>
            <ac:inkMk id="4" creationId="{20CBD9C6-0186-EB37-F88D-3D0BEC258C5E}"/>
          </ac:inkMkLst>
        </pc:inkChg>
        <pc:inkChg chg="add mod">
          <ac:chgData name="Rahul Mishra" userId="57c6469e-ac64-4888-811b-35f0aabddbad" providerId="ADAL" clId="{2587B58E-4F3B-47AB-B3EB-62407C9160B0}" dt="2025-11-29T04:02:44.636" v="99"/>
          <ac:inkMkLst>
            <pc:docMk/>
            <pc:sldMk cId="1411195614" sldId="836"/>
            <ac:inkMk id="5" creationId="{A0F1C92B-4547-55EC-8136-3353FFECF355}"/>
          </ac:inkMkLst>
        </pc:inkChg>
        <pc:inkChg chg="add mod">
          <ac:chgData name="Rahul Mishra" userId="57c6469e-ac64-4888-811b-35f0aabddbad" providerId="ADAL" clId="{2587B58E-4F3B-47AB-B3EB-62407C9160B0}" dt="2025-11-29T04:02:46.019" v="102"/>
          <ac:inkMkLst>
            <pc:docMk/>
            <pc:sldMk cId="1411195614" sldId="836"/>
            <ac:inkMk id="7" creationId="{F54CEC60-C058-97E3-5A70-40A993CA3297}"/>
          </ac:inkMkLst>
        </pc:inkChg>
        <pc:inkChg chg="add mod">
          <ac:chgData name="Rahul Mishra" userId="57c6469e-ac64-4888-811b-35f0aabddbad" providerId="ADAL" clId="{2587B58E-4F3B-47AB-B3EB-62407C9160B0}" dt="2025-11-29T04:02:46.019" v="102"/>
          <ac:inkMkLst>
            <pc:docMk/>
            <pc:sldMk cId="1411195614" sldId="836"/>
            <ac:inkMk id="9" creationId="{3C24119E-CFF5-8DB7-721E-48023B2C6676}"/>
          </ac:inkMkLst>
        </pc:inkChg>
        <pc:inkChg chg="add mod">
          <ac:chgData name="Rahul Mishra" userId="57c6469e-ac64-4888-811b-35f0aabddbad" providerId="ADAL" clId="{2587B58E-4F3B-47AB-B3EB-62407C9160B0}" dt="2025-11-29T04:02:48.312" v="105"/>
          <ac:inkMkLst>
            <pc:docMk/>
            <pc:sldMk cId="1411195614" sldId="836"/>
            <ac:inkMk id="11" creationId="{23FB7D10-36FB-D0B2-CF0D-2E4A4CEB0E12}"/>
          </ac:inkMkLst>
        </pc:inkChg>
        <pc:inkChg chg="add mod">
          <ac:chgData name="Rahul Mishra" userId="57c6469e-ac64-4888-811b-35f0aabddbad" providerId="ADAL" clId="{2587B58E-4F3B-47AB-B3EB-62407C9160B0}" dt="2025-11-29T04:02:48.312" v="105"/>
          <ac:inkMkLst>
            <pc:docMk/>
            <pc:sldMk cId="1411195614" sldId="836"/>
            <ac:inkMk id="12" creationId="{D9D41D09-77F2-1DD0-2CB9-F6CAA096075D}"/>
          </ac:inkMkLst>
        </pc:inkChg>
        <pc:inkChg chg="add">
          <ac:chgData name="Rahul Mishra" userId="57c6469e-ac64-4888-811b-35f0aabddbad" providerId="ADAL" clId="{2587B58E-4F3B-47AB-B3EB-62407C9160B0}" dt="2025-11-29T04:02:49.687" v="106" actId="9405"/>
          <ac:inkMkLst>
            <pc:docMk/>
            <pc:sldMk cId="1411195614" sldId="836"/>
            <ac:inkMk id="14" creationId="{33D7AF1F-DE1B-A033-272B-BE0D79264954}"/>
          </ac:inkMkLst>
        </pc:inkChg>
        <pc:inkChg chg="add mod">
          <ac:chgData name="Rahul Mishra" userId="57c6469e-ac64-4888-811b-35f0aabddbad" providerId="ADAL" clId="{2587B58E-4F3B-47AB-B3EB-62407C9160B0}" dt="2025-11-29T04:02:54.808" v="111"/>
          <ac:inkMkLst>
            <pc:docMk/>
            <pc:sldMk cId="1411195614" sldId="836"/>
            <ac:inkMk id="15" creationId="{C5B0BE22-4255-F1CD-0F7F-D699F53D3730}"/>
          </ac:inkMkLst>
        </pc:inkChg>
        <pc:inkChg chg="add mod">
          <ac:chgData name="Rahul Mishra" userId="57c6469e-ac64-4888-811b-35f0aabddbad" providerId="ADAL" clId="{2587B58E-4F3B-47AB-B3EB-62407C9160B0}" dt="2025-11-29T04:02:54.808" v="111"/>
          <ac:inkMkLst>
            <pc:docMk/>
            <pc:sldMk cId="1411195614" sldId="836"/>
            <ac:inkMk id="16" creationId="{D5417820-5228-7DEF-7F6D-9B6235C99AE1}"/>
          </ac:inkMkLst>
        </pc:inkChg>
        <pc:inkChg chg="add mod">
          <ac:chgData name="Rahul Mishra" userId="57c6469e-ac64-4888-811b-35f0aabddbad" providerId="ADAL" clId="{2587B58E-4F3B-47AB-B3EB-62407C9160B0}" dt="2025-11-29T04:02:54.808" v="111"/>
          <ac:inkMkLst>
            <pc:docMk/>
            <pc:sldMk cId="1411195614" sldId="836"/>
            <ac:inkMk id="17" creationId="{9C9F8A6A-E770-1DB9-BF9A-4E1C590C680D}"/>
          </ac:inkMkLst>
        </pc:inkChg>
        <pc:inkChg chg="add mod">
          <ac:chgData name="Rahul Mishra" userId="57c6469e-ac64-4888-811b-35f0aabddbad" providerId="ADAL" clId="{2587B58E-4F3B-47AB-B3EB-62407C9160B0}" dt="2025-11-29T04:02:54.808" v="111"/>
          <ac:inkMkLst>
            <pc:docMk/>
            <pc:sldMk cId="1411195614" sldId="836"/>
            <ac:inkMk id="18" creationId="{A110E543-919B-2A8F-D955-3691ABBD4602}"/>
          </ac:inkMkLst>
        </pc:inkChg>
        <pc:inkChg chg="add mod">
          <ac:chgData name="Rahul Mishra" userId="57c6469e-ac64-4888-811b-35f0aabddbad" providerId="ADAL" clId="{2587B58E-4F3B-47AB-B3EB-62407C9160B0}" dt="2025-11-29T04:02:56.097" v="114"/>
          <ac:inkMkLst>
            <pc:docMk/>
            <pc:sldMk cId="1411195614" sldId="836"/>
            <ac:inkMk id="21" creationId="{04CA8333-9ACD-2823-B1D3-A19477F574CC}"/>
          </ac:inkMkLst>
        </pc:inkChg>
        <pc:inkChg chg="add mod">
          <ac:chgData name="Rahul Mishra" userId="57c6469e-ac64-4888-811b-35f0aabddbad" providerId="ADAL" clId="{2587B58E-4F3B-47AB-B3EB-62407C9160B0}" dt="2025-11-29T04:02:56.097" v="114"/>
          <ac:inkMkLst>
            <pc:docMk/>
            <pc:sldMk cId="1411195614" sldId="836"/>
            <ac:inkMk id="22" creationId="{AF3A9483-754A-B677-51AD-0E7E27B59A3C}"/>
          </ac:inkMkLst>
        </pc:inkChg>
        <pc:inkChg chg="add mod">
          <ac:chgData name="Rahul Mishra" userId="57c6469e-ac64-4888-811b-35f0aabddbad" providerId="ADAL" clId="{2587B58E-4F3B-47AB-B3EB-62407C9160B0}" dt="2025-11-29T04:03:06.313" v="119"/>
          <ac:inkMkLst>
            <pc:docMk/>
            <pc:sldMk cId="1411195614" sldId="836"/>
            <ac:inkMk id="24" creationId="{285438B1-7049-A245-10E5-09AFB8246719}"/>
          </ac:inkMkLst>
        </pc:inkChg>
        <pc:inkChg chg="add mod">
          <ac:chgData name="Rahul Mishra" userId="57c6469e-ac64-4888-811b-35f0aabddbad" providerId="ADAL" clId="{2587B58E-4F3B-47AB-B3EB-62407C9160B0}" dt="2025-11-29T04:03:06.313" v="119"/>
          <ac:inkMkLst>
            <pc:docMk/>
            <pc:sldMk cId="1411195614" sldId="836"/>
            <ac:inkMk id="25" creationId="{0F4F1CFB-31EA-1BD7-3C24-80BF5225C957}"/>
          </ac:inkMkLst>
        </pc:inkChg>
        <pc:inkChg chg="add mod">
          <ac:chgData name="Rahul Mishra" userId="57c6469e-ac64-4888-811b-35f0aabddbad" providerId="ADAL" clId="{2587B58E-4F3B-47AB-B3EB-62407C9160B0}" dt="2025-11-29T04:03:06.313" v="119"/>
          <ac:inkMkLst>
            <pc:docMk/>
            <pc:sldMk cId="1411195614" sldId="836"/>
            <ac:inkMk id="26" creationId="{95D3DD84-04AB-FDFE-6AFF-BE1828F49638}"/>
          </ac:inkMkLst>
        </pc:inkChg>
        <pc:inkChg chg="add mod">
          <ac:chgData name="Rahul Mishra" userId="57c6469e-ac64-4888-811b-35f0aabddbad" providerId="ADAL" clId="{2587B58E-4F3B-47AB-B3EB-62407C9160B0}" dt="2025-11-29T04:03:06.313" v="119"/>
          <ac:inkMkLst>
            <pc:docMk/>
            <pc:sldMk cId="1411195614" sldId="836"/>
            <ac:inkMk id="27" creationId="{C126F697-8B01-6B5D-BE4A-E926A1976323}"/>
          </ac:inkMkLst>
        </pc:inkChg>
      </pc:sldChg>
      <pc:sldChg chg="addSp">
        <pc:chgData name="Rahul Mishra" userId="57c6469e-ac64-4888-811b-35f0aabddbad" providerId="ADAL" clId="{2587B58E-4F3B-47AB-B3EB-62407C9160B0}" dt="2025-11-29T03:53:53.557" v="96"/>
        <pc:sldMkLst>
          <pc:docMk/>
          <pc:sldMk cId="539169458" sldId="837"/>
        </pc:sldMkLst>
        <pc:inkChg chg="add">
          <ac:chgData name="Rahul Mishra" userId="57c6469e-ac64-4888-811b-35f0aabddbad" providerId="ADAL" clId="{2587B58E-4F3B-47AB-B3EB-62407C9160B0}" dt="2025-11-29T03:53:53.557" v="96"/>
          <ac:inkMkLst>
            <pc:docMk/>
            <pc:sldMk cId="539169458" sldId="837"/>
            <ac:inkMk id="3" creationId="{D6460CD0-7511-0BD7-0AD8-B73E77DB03F0}"/>
          </ac:inkMkLst>
        </pc:inkChg>
      </pc:sldChg>
      <pc:sldChg chg="addSp">
        <pc:chgData name="Rahul Mishra" userId="57c6469e-ac64-4888-811b-35f0aabddbad" providerId="ADAL" clId="{2587B58E-4F3B-47AB-B3EB-62407C9160B0}" dt="2025-11-29T03:53:53.557" v="96"/>
        <pc:sldMkLst>
          <pc:docMk/>
          <pc:sldMk cId="2653803332" sldId="839"/>
        </pc:sldMkLst>
        <pc:inkChg chg="add">
          <ac:chgData name="Rahul Mishra" userId="57c6469e-ac64-4888-811b-35f0aabddbad" providerId="ADAL" clId="{2587B58E-4F3B-47AB-B3EB-62407C9160B0}" dt="2025-11-29T03:53:53.557" v="96"/>
          <ac:inkMkLst>
            <pc:docMk/>
            <pc:sldMk cId="2653803332" sldId="839"/>
            <ac:inkMk id="5" creationId="{382D3D84-C3E6-8C39-1127-6B0CA894A7C9}"/>
          </ac:inkMkLst>
        </pc:inkChg>
      </pc:sldChg>
      <pc:sldChg chg="addSp">
        <pc:chgData name="Rahul Mishra" userId="57c6469e-ac64-4888-811b-35f0aabddbad" providerId="ADAL" clId="{2587B58E-4F3B-47AB-B3EB-62407C9160B0}" dt="2025-11-29T03:53:53.557" v="96"/>
        <pc:sldMkLst>
          <pc:docMk/>
          <pc:sldMk cId="913817002" sldId="840"/>
        </pc:sldMkLst>
        <pc:inkChg chg="add">
          <ac:chgData name="Rahul Mishra" userId="57c6469e-ac64-4888-811b-35f0aabddbad" providerId="ADAL" clId="{2587B58E-4F3B-47AB-B3EB-62407C9160B0}" dt="2025-11-29T03:53:53.557" v="96"/>
          <ac:inkMkLst>
            <pc:docMk/>
            <pc:sldMk cId="913817002" sldId="840"/>
            <ac:inkMk id="3" creationId="{4AD95447-B7CB-B3FF-1CF0-2BA798132581}"/>
          </ac:inkMkLst>
        </pc:inkChg>
      </pc:sldChg>
      <pc:sldChg chg="addSp">
        <pc:chgData name="Rahul Mishra" userId="57c6469e-ac64-4888-811b-35f0aabddbad" providerId="ADAL" clId="{2587B58E-4F3B-47AB-B3EB-62407C9160B0}" dt="2025-11-29T03:53:53.557" v="96"/>
        <pc:sldMkLst>
          <pc:docMk/>
          <pc:sldMk cId="2206833000" sldId="848"/>
        </pc:sldMkLst>
        <pc:inkChg chg="add">
          <ac:chgData name="Rahul Mishra" userId="57c6469e-ac64-4888-811b-35f0aabddbad" providerId="ADAL" clId="{2587B58E-4F3B-47AB-B3EB-62407C9160B0}" dt="2025-11-29T03:53:53.557" v="96"/>
          <ac:inkMkLst>
            <pc:docMk/>
            <pc:sldMk cId="2206833000" sldId="848"/>
            <ac:inkMk id="3" creationId="{045A8D8C-5614-1E5B-CD98-21F0FC7B7651}"/>
          </ac:inkMkLst>
        </pc:inkChg>
      </pc:sldChg>
      <pc:sldChg chg="addSp">
        <pc:chgData name="Rahul Mishra" userId="57c6469e-ac64-4888-811b-35f0aabddbad" providerId="ADAL" clId="{2587B58E-4F3B-47AB-B3EB-62407C9160B0}" dt="2025-11-29T03:53:53.557" v="96"/>
        <pc:sldMkLst>
          <pc:docMk/>
          <pc:sldMk cId="1642108502" sldId="849"/>
        </pc:sldMkLst>
        <pc:inkChg chg="add">
          <ac:chgData name="Rahul Mishra" userId="57c6469e-ac64-4888-811b-35f0aabddbad" providerId="ADAL" clId="{2587B58E-4F3B-47AB-B3EB-62407C9160B0}" dt="2025-11-29T03:53:53.557" v="96"/>
          <ac:inkMkLst>
            <pc:docMk/>
            <pc:sldMk cId="1642108502" sldId="849"/>
            <ac:inkMk id="3" creationId="{812C110B-4DAA-5C37-0DD3-65FB3F83873E}"/>
          </ac:inkMkLst>
        </pc:inkChg>
      </pc:sldChg>
      <pc:sldChg chg="addSp">
        <pc:chgData name="Rahul Mishra" userId="57c6469e-ac64-4888-811b-35f0aabddbad" providerId="ADAL" clId="{2587B58E-4F3B-47AB-B3EB-62407C9160B0}" dt="2025-11-29T03:53:53.557" v="96"/>
        <pc:sldMkLst>
          <pc:docMk/>
          <pc:sldMk cId="2281875917" sldId="850"/>
        </pc:sldMkLst>
        <pc:inkChg chg="add">
          <ac:chgData name="Rahul Mishra" userId="57c6469e-ac64-4888-811b-35f0aabddbad" providerId="ADAL" clId="{2587B58E-4F3B-47AB-B3EB-62407C9160B0}" dt="2025-11-29T03:53:53.557" v="96"/>
          <ac:inkMkLst>
            <pc:docMk/>
            <pc:sldMk cId="2281875917" sldId="850"/>
            <ac:inkMk id="3" creationId="{7E8B905B-B498-E40A-1CEF-EA44E3C89316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3:05:01.7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14513 11608 2656 0,'2'-7'310'0,"2"2"-93"0,-4 5-69 16,0 0-10-16,2-7-9 0,-2 7 16 15,0 0 43-15,0 0-10 0,1 20 10 0,-1-7-12 16,-1 4-2-16,1 4-11 0,-2 0-10 16,0 3-9-16,0 1-15 0,0-1-11 15,2 0-8-15,-2 0 6 0,2 0-9 16,-2-2-12-16,1 2-7 0,-3-2-10 0,0-5-9 15,2 1-43-15,-2-1-54 0,2-1-60 16,-2-5-78-16,0-1-77 0,3 0-89 16,-5-6-100-16,6-4-109 0,0 0-129 0,0 0 59 15,0 0-386-15,0 0-474 0</inkml:trace>
  <inkml:trace contextRef="#ctx0" brushRef="#br0" timeOffset="263.02">14572 11606 2810 0,'8'-13'26'0,"-3"4"35"15,4 2 15-15,0 2 29 0,0 2 27 16,5 1 31-16,2 4 14 0,6 2 6 16,8 9 7-16,3 1-1 0,-5 7-10 0,6 4-8 15,-1 5-7-15,-7 4-8 0,-8-2-15 16,-5 1-4-16,-6-1-1 0,-2-3-5 16,-8-3 11-16,-4 10 16 0,-6-1-1 0,-8 4 1 15,-1-10-14-15,-6 5-12 0,0-10-14 16,-5 5-6-16,5-6-16 0,-1-3-13 0,1-3-2 15,-1-2-8-15,6-3-13 0,4-5-36 16,0 0-48-16,2-4-48 0,2-1-59 0,-1-4-70 16,1-3-89-16,0-1-87 15,-2-6-89-15,3-6-89 0,5 1-156 0,3-2 49 16,2 2-486-16,0-1-616 0</inkml:trace>
  <inkml:trace contextRef="#ctx0" brushRef="#br0" timeOffset="795.37">14997 11780 3066 0,'0'0'33'16,"11"-2"27"-16,-11 2 7 0,9-2 23 0,-9 2 53 0,0 0 49 16,2 10 17-16,-6 1 0 15,-3-1-2-15,2 5-4 0,-3 4-12 0,-3 9-13 16,-1-1-7-16,-1 2 8 0,-1 2-17 15,3-2-17-15,0-2-15 0,-3 1-9 0,3-5-16 16,4-6-6-16,-1 1-11 0,-2-2-13 16,5-4-3-16,-1-2-9 0,2 0-1 0,-2-3 2 15,2 0-7-15,4-7-5 0,0 0-2 16,0 0-10-16,0 0-9 0,0 0-1 16,14-32-5-16,1 2 3 0,8-7-11 0,2-2-3 15,-5 10 6-15,2 4-7 0,-5 1-3 16,-2 7 0-16,-4 5-1 0,-1 2-8 0,-2 3 1 15,-1 2-5-15,3 3 3 0,-10 2 3 16,0 0 9-16,22 10 5 0,-11 0 1 0,-2 2 6 16,-2 0-7-16,5 4 1 0,-1 1 2 15,2 0 0-15,-1-1 2 0,1-1-4 16,-1 1-6-16,-1-2-4 0,-1-3 18 16,0-2 28-16,-5 0 18 0,3-4 17 0,-3 0 6 15,4-2-8-15,-9-3-5 0,14 2-7 16,-14-2-5-16,22-7-9 0,-17 0-27 0,12-3 4 15,-3-5-10-15,-2 1-3 0,6-12 0 16,1 0-7-16,0-5-14 0,4-7-27 0,-2-3-29 16,1-3-40-16,-2 3-41 15,-4 10-35-15,-2 2-44 0,-3 7-51 0,-2 7-91 0,-6 2-91 16,1 5-86-16,-2 3-77 16,-4 0-138-16,2 5 69 0,0 0-540 0,0 0-680 15</inkml:trace>
  <inkml:trace contextRef="#ctx0" brushRef="#br0" timeOffset="2312.63">15603 12048 3118 0,'0'0'-145'0,"0"0"30"0,0 0 37 0,0 7 45 16,0-7 49-16,0 0 46 0,0 0 45 15,0 0 44-15,0 0 31 0,0 0 4 16,0 0-9-16,0 0-3 0,13-18 4 0,-3 6-8 16,0-5-9-16,4-8-10 0,0-2-14 15,6-2-10-15,-4-2-15 0,4 0-12 0,5-6-6 16,-3-3-12-16,-1 3-6 0,0 5 4 16,-2 3-3-16,-4 3-2 0,-2 4 5 0,-2 9-5 15,-4-1-8-15,-2 5-12 0,1 3-6 16,1 2-9-16,-7 4 0 0,0 0-5 0,16 15-1 15,-7 1-6-15,5 9-1 16,-1 4 0-16,5 4 6 0,0 7-8 0,3 3-1 16,3-4-1-16,-10-8 1 0,4-2-6 15,-1-2 1-15,-5-6 3 0,-3-3-2 0,-2-7 21 16,1 1 21-16,-2-1 13 0,1-4 16 16,-3 1 5-16,2-3 8 0,-4 1 14 15,-2-6 0-15,0 0-11 0,0 0-12 0,0 0-16 16,0 0-8-16,0 0-8 0,-37-17-10 15,19 8 1-15,-14-6-7 0,-2 0-6 0,-11-4-7 16,4-1-3-16,5 3-3 16,-1 1-7-16,2 2-5 0,3 3-15 0,3 0-26 0,4 6-26 15,5 2-32-15,3 1-24 16,2 4-35-16,1-1-45 0,1 3-58 0,1-1-81 0,5 4-93 16,-3 3-127-16,10-5-174 15,0 2-16-15,2 2 80 0,7 1-497 0,9 0-620 16</inkml:trace>
  <inkml:trace contextRef="#ctx0" brushRef="#br0" timeOffset="2530.63">16606 11867 3068 0,'-20'-7'75'0,"5"0"55"0,4 2 33 0,1 1 35 15,5 1 39-15,5 3 30 0,-8-5 6 0,8 5-3 16,0 0-21-16,23-8-20 0,-2 6-28 16,17-1-16-16,4 2-22 0,7-2-37 0,12 1-63 15,-9 0-95-15,-2 1-117 0,-3-1-144 16,-7 0-165-16,0-1-210 0,-9 0-20 16,-6 1 83-16,-9-2-417 0,-4 3-496 0</inkml:trace>
  <inkml:trace contextRef="#ctx0" brushRef="#br0" timeOffset="2795.8">17011 11685 3059 0,'-5'-5'117'15,"1"0"44"-15,4 5 50 0,-6-7 28 0,6 7 2 16,0 0-18-16,0 0-11 0,0 0-5 16,0 0-17-16,0 0-7 0,24 17-21 0,-13-5-11 15,0 3-17-15,1 1-14 0,-1 3-7 16,-6-2-14-16,4 4-8 0,-6-4-11 15,-3 2-7-15,-1 1-3 0,-8 1 14 0,-4 6-6 16,-4 2-11-16,-4-4-6 0,-5-2-6 16,-9 7-7-16,7-8-8 0,-10 2-33 15,6-5-43-15,3 0-60 0,0-1-65 16,1-2-86-16,1-1-90 0,7-4-89 0,8-4-105 0,-1-3-177 16,6-2 58-16,2-2-501 15,5 0-618-15</inkml:trace>
  <inkml:trace contextRef="#ctx0" brushRef="#br0" timeOffset="3330.6">17420 11823 3404 0,'0'-8'63'15,"0"2"33"-15,0 6 30 0,1-7 22 0,-1 7 7 16,0 0 21-16,0 0 2 0,0 0-5 15,0 0-9-15,-17 15-10 0,11-6-13 16,3 1 2-16,-5-2-2 0,5 3-7 0,-4-1 1 16,1 0-3-16,3-3-11 0,-3 2 2 15,4-4 7-15,1 3 9 0,-5-4 24 0,6-4 7 16,-4 7 15-16,4-7 5 0,-2 6-17 16,2-6-10-16,0 0-20 0,0 0-17 0,0 0-14 15,13-28-10-15,-7 15-11 16,3 2-9-16,1-3-8 0,1 0-8 0,-1 4-10 0,-2 0-5 15,3 1-12-15,-4 2-10 16,-3 2-29-16,6 2 0 0,-2 0 0 0,-8 3 0 16,14 3 0-16,-3 0 0 0,-4 1 0 15,0 1 0-15,6 1 0 0,-4 0 0 0,-4-1 0 16,4-2 0-16,0 2 0 0,-4-1 0 16,1-1 0-16,-6-3 0 0,14 3 0 0,-14-3 0 15,16-1 0-15,-5-2 0 0,3-4 0 16,6-3 0-16,-4 1 0 0,11-7 0 0,-2 1 0 15,-6 3 0-15,-2 2 0 16,-6 3 0-16,3-2 0 0,-5 4 0 0,1 0 0 0,-4 4 0 16,-6 1 0-16,0 0 0 15,17 8 0-15,-14-2 0 0,-3 1 0 0,7 6 0 0,-5-1 0 16,-2 0 0-16,2 1 0 16,-1 1 0-16,-1 1 0 0,0-3 0 0,2 5 0 15,0-4-78-15,-2-2-109 0,4 2-75 16,-2-2-89-16,-2-1-105 0,1-2-86 0,3 0-115 15,0-1-155-15,-1-1 75 0,6-4-661 16,-2 2-849-16</inkml:trace>
  <inkml:trace contextRef="#ctx0" brushRef="#br0" timeOffset="3712.53">18090 11815 4049 0,'6'-5'-14'0,"-3"2"31"15,1 0 41-15,-4 3 47 0,0 0 34 0,9-7 15 16,-9 7 25-16,0 0 23 0,0 0 18 15,0 0 19-15,0 0 6 0,3 20 0 0,-5-14-11 16,2-6-13-16,-1 21-19 0,-1-10-17 16,-5-1-16-16,3 2-10 0,-1 0-15 0,-2 0-13 15,-4 0-7-15,0 4-14 0,-2-2-7 16,-12 3-12-16,1-1-4 0,-3-3-10 0,-4-3-6 16,6-4-9-16,3 0 0 0,5-5-4 15,-1-1-5-15,1-2-43 0,2-7-10 16,4-1 0-16,5-5 0 0,4-3 0 0,4-5 0 15,11-6-4-15,5 0-19 0,3 3 0 16,-5 6 1-16,4 4 6 0,-5 5-2 16,-2 0-1-16,0 4 1 0,-2 1-2 15,1 6 0-15,1 0 7 0,-13 0-1 0,25 5 2 16,-11 2-3-16,-1-1 5 0,2 6 2 16,1 0 1-16,-2 2 2 0,2 0-2 15,2-1 4-15,-5 1-57 0,1 2-67 0,-2-4-74 16,-1-1-91-16,-2 0-116 0,-4-3-124 0,5 1-140 15,-9-1-133-15,3 0 77 16,-2-2-663-16,2 1-843 0</inkml:trace>
  <inkml:trace contextRef="#ctx0" brushRef="#br0" timeOffset="3861.62">18549 11785 3374 0,'-1'-7'-333'0,"-3"4"-16"0,4 3-66 0,-4-7-59 16,4 7-140-16,0 0-111 0</inkml:trace>
  <inkml:trace contextRef="#ctx0" brushRef="#br0" timeOffset="4245.21">18694 11217 1698 0,'12'-31'109'0,"-7"8"27"16,2 5 32-16,-6 3 29 0,1 3 23 0,2 1-1 15,0 2-15-15,-4 7-5 16,0 2 57-16,0 0 25 0,-11 18 3 0,-5 11 4 0,-4 14 1 16,2 9 4-16,-3 3 8 15,2 4-7-15,5 5-10 0,0 0-17 0,-2-4-22 16,5 1-16-16,-1-2-24 0,1-5-19 16,0 1-20-16,2-14-17 0,0-1-13 0,0-3-13 15,2-2-12-15,-2-5-10 0,4-3-31 16,-1-5-46-16,2-7-46 0,1 1-56 0,-2-4-48 15,1-2-56-15,2 0-51 0,1-5-95 16,-1-1-96-16,2-4-86 0,0 0-60 0,0 0-78 16,5-22-54-16,-1 5 62 0,4-12-472 15,0-3-581-15</inkml:trace>
  <inkml:trace contextRef="#ctx0" brushRef="#br0" timeOffset="4395.22">18467 11780 2953 0,'-7'-15'-48'0,"-1"4"50"0,1 2 54 15,1 3 53-15,2 1 46 0,-2-1 29 16,4 0 12-16,2 6-2 0,-3-6-9 15,3 6 1-15,0 0 7 0,0 0-14 0,0 0-17 16,28 2-19-16,-6 2-15 0,12 6-33 16,2 0-60-16,2-1-85 0,0-1-106 0,0 1-125 15,-2-2-135-15,0-2-181 16,4 3-9-16,-3 2 60 0,-1-1-289 0,8-1-321 16</inkml:trace>
  <inkml:trace contextRef="#ctx0" brushRef="#br0" timeOffset="5144.91">19091 11925 2339 0,'-18'-2'4'0,"5"2"24"0,4 0 35 15,9 0 41-15,-16-1 35 0,16 1 25 0,-9-1-5 16,9 1 0-16,0 0-5 0,0 0-15 16,-10-5-16-16,10 5-9 0,0 0-12 0,0 0-11 15,10-12-7-15,-4 6-6 16,-3 1-11-16,3-4 0 0,-2 1 1 0,-3-1-4 0,2-1-4 15,-6 1 1-15,3-1-11 0,-5 1-2 16,-6 1 2-16,-3-1-6 0,-6 1 8 16,-5 2 7-16,-13 2 15 0,-5 4 8 15,4 4 16-15,-8 2 11 0,6 4 10 0,-1-1 5 16,3 8-9-16,5 0-5 0,7 2-7 16,5 1 1-16,5 0 11 0,8 3 7 0,5-6 2 15,6 0-10-15,3 3-3 0,15 1-9 16,4-1-24-16,4-3 0 0,9-4-8 0,5-2-26 15,-1-3 10-15,7-5-8 0,4-1-8 16,9-5-2-16,0-4-13 0,-2-7-11 16,-1-3-14-16,-2-8 11 0,-3-1-4 0,-1-8-3 15,-3-6-2-15,12-17 0 0,0-10-12 16,0-5-4-16,-4-8 0 0,1-1-5 16,-14 2-3-16,-4 5 5 0,-17 18 3 15,-7 3 0-15,-8 14 0 0,-5-2 5 0,-8 16 9 16,-2 3 6-16,-5 5 5 0,-14 3 10 15,4 8 6-15,-3 9 17 0,-11 6 10 0,-9 12 24 16,1 8 6-16,2 10 24 0,3 5 13 16,3 7 1-16,4 3-7 0,5 0-8 0,7 1-10 15,4 0-6-15,5-2-8 0,8-9-11 16,1-4-5-16,4 0-6 0,-1-5-7 0,7-2-28 16,1 0-24-16,1-4 0 15,-1-7 0-15,1-6 0 0,0-4 0 0,1 0 0 16,3-4 0-16,-1-3 0 0,3 1 0 15,4-6 0-15,1-2 0 0,13-4 0 0,-2-5 0 16,4-1 0-16,-9-2 0 0,-2 5 0 16,-3 2 0-16,-10 3 0 0,6-1 0 0,-9 1 0 15,0 0 0-15,-9 4 0 0,11 0 0 16,-11 0 0-16,0 0 0 0,1 13 0 0,-1-13 0 16,-4 15 0-16,0-6 0 0,2 1 0 15,0 1 0-15,2 1 0 0,0-2 0 16,0 1 0-16,2-1 0 0,7 2 0 15,-2-1 0-15,2-2 0 0,2 0 0 0,5-3 0 16,-1 1 0-16,4-3 0 0,1 2 0 16,-4-2 0-16,5-1 0 0,1-1 0 0,-7-2-377 15,0 2-153-15,0-4-101 0,-1 2-131 16,-14 0-77-16,13 0 87 0,-13 0-710 0,2 5-912 16</inkml:trace>
  <inkml:trace contextRef="#ctx0" brushRef="#br0" timeOffset="5448.09">17482 12411 3800 0,'-76'-6'-89'0,"5"1"35"16,-1-2 35-16,3 2 60 0,10 2 51 0,19 0 59 15,12 1 40-15,9 0 7 0,11 0-6 0,8 2-12 16,0 0-12-16,91 0-15 0,-5 6-11 15,46 0-7-15,25 3-18 0,13 1-13 16,60 4-11-16,-4 5-12 0,-1-2-4 0,2 3-6 16,-7-1-8-16,-53-3-4 0,-7-3-6 15,-10 1-3-15,-12-6-7 0,-26-1-6 16,-38-3 1-16,-11 2-8 0,-18-6-6 16,-14 0-17-16,-6 2-20 0,-8-4-35 0,-2 2-53 15,-6 0-72-15,-9 0-78 0,0 0-89 16,0 0-99-16,0 0-126 0,-34-14-108 0,10 11 63 15,-3-1-416-15,-15-2-499 0</inkml:trace>
  <inkml:trace contextRef="#ctx0" brushRef="#br0" timeOffset="5795.88">14504 12576 3041 0,'-65'-2'21'0,"12"0"-2"0,6 4-5 0,8 0 20 15,6-2 15-15,8 0 42 0,7 0 48 16,6 0 20-16,6 0 1 0,6 0-8 0,0 0-14 16,72 3-9-16,18-6-2 0,51 3 0 15,17-2-6-15,18 2-5 0,62-2-3 0,3 4-7 16,-1 0-7-16,-54 2-13 0,56 2-3 15,-59-1-8-15,-3 0-6 0,-11-2-15 16,-15 3-1-16,-16-6-8 0,-24 3-16 0,-36-3-19 16,-16-3-15-16,-15 3-14 0,-15 0-32 15,-7-2-57-15,-8-2-54 0,-7 1-53 0,-7 0-45 16,-3 3-44-16,0 0-78 16,0 0-127-16,-28-14-83 0,3 11 65 0,-4 3-264 15,-9-2-279-15</inkml:trace>
  <inkml:trace contextRef="#ctx0" brushRef="#br0" timeOffset="13612.4">21530 11693 1124 0,'-6'8'230'0,"1"-1"-20"15,-3-3-21-15,5 2-8 0,-2-2 3 16,5-4-2-16,-6 8 12 0,6-8 1 0,0 0 13 15,-5 7 12-15,5-7 12 0,0 0 19 16,0 0-3-16,0 0-15 0,0 0-19 16,0 0-16-16,0 0-20 0,32-15-8 15,-16 7-23-15,-1-5-13 0,8-8-20 0,2-1-8 16,3-11-10-16,-2-3-8 0,5-3-11 16,-3-2 10-16,1-5-6 0,0-5-11 15,-1 3-9-15,1-1-5 0,0 1-4 0,-3 2-6 16,-3 5-8-16,-8 12-5 0,-3 6 0 15,-1 7-10-15,-1 1-3 0,-4 5-9 0,1 3 1 16,-3 0-7-16,-4 7 1 0,0 0 0 16,9 17 0-16,-3-2 1 0,0 8-1 0,4 10-1 15,-1 0 2-15,7 16-3 0,-2 0 3 16,4-1 3-16,0 1 6 0,2-3-3 16,-1-5-1-16,0-7 3 0,-4-4-4 15,-2-1 1-15,-1-9-3 0,-2-3 24 0,-3-2 19 16,-2-3 16-16,2-5 10 0,-3 0 8 15,-1 0 5-15,-1-1 2 0,2-2-7 0,-4-4-11 16,0 0-10-16,0 0-9 0,0 0 2 16,-23 0-9-16,23 0-6 0,-33-6-4 0,10-1-7 15,-1 0-4-15,-8-2 1 0,-1-1-3 16,0 0-5-16,5 0-4 0,4 1-1 0,2 2-1 16,5 0-1-16,0 0-2 0,3 3-1 15,3 0 0-15,0 1-13 0,1-1-23 0,1 1-25 16,3 1-38-16,6 2-39 0,-15 0-46 15,15 0-59-15,0 0-86 0,-17 2-78 16,17-2-81-16,-8 7-89 0,8-7-194 16,0 0 63-16,4 8 73 0,-4-8-414 0,17 8-512 15</inkml:trace>
  <inkml:trace contextRef="#ctx0" brushRef="#br0" timeOffset="14278.38">22420 11194 3003 0,'6'-9'10'0,"-2"0"54"0,-1 1 46 0,-1 4 50 0,-2 4 29 0,6-7 18 0,-6 7-3 16,1-6-25-16,-1 6-22 0,0 0-18 0,0 0 6 16,0 0 23-16,-3 25 5 15,-3-3-6-15,1 11-8 0,-3 4 8 0,2 6-4 16,-2-2-7-16,3 3-13 0,-1-4-5 16,1 0-20-16,-2-2-8 0,4-4-11 0,1-7-8 15,-4-2-5-15,4-4-14 0,1-5-2 16,-3 1-6-16,0-3-4 0,2-2-9 0,1-2-8 15,-2 1-4-15,1-2-13 0,0-3-18 16,0 0-43-16,2-6-43 0,-3 4-54 16,3-4-64-16,0 0-74 0,0 0-84 15,0 0-73-15,-17-14-95 0,12 7-139 0,2-8-27 16,-1 0 85-16,-2-2-408 0,4-1-486 16</inkml:trace>
  <inkml:trace contextRef="#ctx0" brushRef="#br0" timeOffset="15176.83">22833 11132 2677 0,'8'-13'-72'0,"-2"4"40"0,0 1 34 16,-3-1 31-16,-1 3 25 0,2 0 16 0,-2 0 0 15,-2-1 10-15,2 0-5 16,-2 0-13-16,0 7-6 0,-2-14-6 0,-4 7-5 16,1 1-1-16,-3 0-4 0,-2-2 8 15,-5 3-2-15,0 1 16 0,-4 1 7 0,-2 5 19 16,-4 1-2-16,-15 4 20 0,-8 10 13 15,3 3 16-15,-3 5 0 0,3 4 5 16,-2 3 12-16,6 4 8 0,-2 3-3 0,6 3 6 16,2 3 3-16,5 3-4 0,-1 2 2 15,12-1-5-15,4-2 13 0,10-8-6 16,3 2 12-16,5-4-11 0,5 0-1 0,5-3-8 16,10 5-13-16,-4-10-9 0,10 3-11 15,-4-5-4-15,4-6 3 0,-2-1-4 0,4-5-1 16,-1-2-12-16,5-5-9 0,-9-1-10 15,-1-4-9-15,-4-3-1 0,2 0-9 0,-4-1-65 16,2-6-8-16,0 0 0 0,-2-5 0 16,2-7 0-16,0-1 0 0,-6-6 0 0,1-5 0 15,-5 0 0-15,-5 1 0 0,-5 0 0 16,-1 8 0-16,-5-1 0 0,-3 3 0 16,-1 3 0-16,-5 1 0 0,1 3 0 15,-4 2 0-15,2 4 0 0,-1 2 0 0,3 2 0 16,1 0 0-16,1 3 0 0,11 0 0 15,-13-1 0-15,13 1 0 0,0 0 0 16,0 0 0-16,0 0 0 0,0 0 0 0,0 0 0 16,51 1 0-16,-20-1 0 0,9-2 0 15,4 0 0-15,-5 1 0 0,-6 1 0 0,-5 1 0 16,-3 2 0-16,0 1 0 0,-3 1 0 16,-4 2 0-16,0 3 0 0,-4 2 0 0,0 3 0 15,-3 1 0-15,-1 3 0 0,-4 4 0 16,0-1 0-16,-5-1 0 0,1 4 0 0,-4-1 0 15,6-1 0-15,-4 2 0 16,-2-1 0-16,0-2 0 0,-1-1 0 0,1-2 0 16,0-2 0-16,0 0 0 0,-2-2 0 15,2-1 0-15,2-3 0 0,-2-1 0 0,2-2 0 16,-2 0 0-16,2-1-166 0,-2 1-185 16,2-8-116-16,0 0-117 0,0 0-128 0,0 0-128 15,0 0 79-15,0 0-705 0,0 0-914 16</inkml:trace>
  <inkml:trace contextRef="#ctx0" brushRef="#br0" timeOffset="16858.98">22412 11192 3730 0,'10'-24'-122'0,"1"3"69"0,-3 4 79 16,-3 3 43-16,4 2 10 0,-6 1 0 0,1 8-7 15,-4 3 94-15,0 0 41 16,2 22 19-16,-8 11 7 0,1 8-9 0,-6 16 11 0,0 6-2 16,-1 0-3-16,-1 3-11 0,2-3-15 15,1-3-19-15,1 0-20 0,2-5-13 16,-3-3-17-16,6-13-12 0,0-1-16 16,0-4-7-16,-1-7-11 0,3-6-9 0,-2-1-5 15,2-9-12-15,2 3-45 0,-1-2-44 16,-1-6-46-16,2 3-73 0,0-9-117 15,0 0-113-15,0 0-82 0,0 0-83 0,-2-23-95 16,2 3-96-16,4-17 68 0,-1-18-508 16,5-2-637-16</inkml:trace>
  <inkml:trace contextRef="#ctx0" brushRef="#br0" timeOffset="17127.48">22464 11093 3074 0,'2'-24'-49'16,"-1"9"76"-16,-1 3 57 0,4 2 43 15,0 1 25-15,2 4 5 0,7 2 19 0,10 3 33 16,13 8 23-16,14 15 9 15,7 6 5-15,14 18 6 0,1 7 5 0,-6 8-13 16,2 3-17-16,-9 7-5 0,-10-2 1 16,-7 0-18-16,-11-14-18 0,-13 0-19 0,-2-4-9 15,-10-1-11-15,-8-10 17 0,-12 9-6 16,-6-6-1-16,-9-1 0 0,-7-5-10 0,-7-4-10 16,2-2-16-16,-7-2-11 0,-1-4-47 15,-5-4-64-15,1-1 0 0,-1-6 0 0,1-1 0 16,11-7 0-16,0-4 0 0,8-2 0 15,6-2 0-15,-8-8 0 0,2-1 0 16,8-7-179-16,3-4-148 0,6-6-88 0,7 0-83 16,9-2-83-16,2 2-106 0,9-2-118 15,4 0 79-15,2 4-625 0,7 2-807 16</inkml:trace>
  <inkml:trace contextRef="#ctx0" brushRef="#br0" timeOffset="17776.03">23767 11390 3372 0,'11'-17'-162'0,"1"4"45"0,-4 0 52 0,-3 3 31 15,1 0 26-15,0 0 18 0,0-1 22 0,-1 1 12 16,-1 0 10-16,0-3 1 0,-2 2 10 15,-2-1-1-15,0-2 7 16,-4 0 0-16,-2 1-4 0,-3 1 0 0,-5 1 8 16,0 1 9-16,-10 5 15 0,-2 5 11 0,-14 5 11 15,-10 9 15-15,-2 7 15 0,0 11 11 16,-18 17 12-16,9 6 0 0,0 8 6 16,11 1-6-16,3 1 4 0,17-10 2 15,7-2 4-15,10-1-5 0,4 0-6 0,9-6-9 0,5-5 0 16,4 0-12-16,5-7 3 15,3-1-8-15,2-3-5 0,3-7-3 0,5-4 0 16,2-3-10-16,1-4-10 0,1-7-9 16,-4-5-12-16,1-3-9 0,8-5-7 0,3-2-7 15,-5-4-7-15,-7-3-5 0,2-3-27 16,-7-7-36-16,-3 0 0 0,1-4 0 0,-9-1 0 16,-4-2 0-16,1-1 0 0,-8 7 0 15,-2 8 0-15,-2 1 0 0,-3 3 0 0,-6 2 0 16,1 3 0-16,-1 2 0 15,1 3 0-15,1 3 0 0,2 0 0 0,-2 3 0 0,11 0 0 16,0 0 0-16,0 0 0 0,0 0 0 16,0 0 0-16,25 9 0 0,0-3 0 15,11 2 0-15,0 2 0 0,7 3 0 16,-4-1 0-16,-4 1 0 0,-3 0 0 0,-2 3 0 16,-1 0 0-16,-6 1 0 0,-1-2 0 15,-4 2 0-15,0 0 0 0,-11-5 0 0,-2 2 0 16,1 0 0-16,-1-2 0 0,-4 0 0 15,-1-1 0-15,2 1 0 0,-2-1 0 0,2 3 0 16,-2-6 0-16,-2 2 0 0,0-1-122 16,2-1-173-16,-3 4-95 0,-2-5-100 0,1 0-121 15,1-1-209-15,-3-3 24 0,6-3 78 16,0 0-625-16,0 0-799 0</inkml:trace>
  <inkml:trace contextRef="#ctx0" brushRef="#br0" timeOffset="18060.8">24884 11258 3840 0,'-21'-18'-72'0,"-2"9"45"0,-9-1 46 0,-1 8 57 0,-6 5 52 0,-8 6 29 16,-5 10 17-16,-2 4 16 0,0 12 8 15,6 3 11-15,7 3 5 0,3 6 9 16,9-1 3-16,4 0-13 0,9 0-2 0,4-9-4 16,4 4-17-16,8-4-15 0,0-2-20 15,6 0-5-15,1-2-22 0,5-2-11 0,1 1-11 16,5-6-21-16,-2 0-58 0,6-4-66 16,-1-2-93-16,1 1-108 0,-1-9-140 0,-3-1-157 15,0-5-168-15,0 0-79 16,-5-6 80-16,3 2-588 0,2-6-750 0</inkml:trace>
  <inkml:trace contextRef="#ctx0" brushRef="#br0" timeOffset="18575.21">24895 12109 3364 0,'-5'2'-13'0,"5"-2"62"0,-9 1 64 16,9-1 39-16,0 0 15 0,0 0 6 15,-2-12-13-15,2 12-8 0,11-10-16 0,-2 0-14 16,1 1-10-16,5-5-9 16,4-4-13-16,4-3-6 0,-2-4-11 0,2 0-9 0,6-13-7 15,1-3-3-15,1-5-9 16,5-7-6-16,7-23-3 0,-1-1-5 0,2-2-5 16,-2 1-3-16,-6 2-3 0,0 4-1 15,-11 19-3-15,-2 7-1 0,-10 11 0 0,3 5 8 16,-7 10-5-16,-1 7-10 0,-3 4-1 15,2 8 26-15,-7 1 18 0,9 18 12 0,-5 3 20 16,5 13 24-16,5 12 8 0,1 10 11 16,2-2-6-16,2 2-6 0,4 2-19 15,0-5-7-15,-2-3-6 0,-1-4-9 0,3-3-5 16,-5-10-4-16,-3-7-15 0,1 0-1 16,-5-6 26-16,-2-5 28 0,-1-2 9 15,0-4 15-15,-3-1 8 0,-1 1 8 0,-1-5 6 16,-1 2 1-16,-2-6 0 0,7 11-25 15,-7-11-124-15,0 0 0 0,0 0 0 16,-20 3 0-16,20-3 0 0,-36-7 0 0,2 0 0 16,-3-1 0-16,1-1 0 0,-2-1 0 15,0 0 0-15,-2-2 0 0,-4 3 0 0,6 1 0 16,1 0 0-16,1 1 0 0,8 4 0 16,6-2 0-16,2 4 0 0,5 1-61 0,0 0-380 15,-3 3-130-15,3-2-146 0,-2 3-173 16,4 0 90-16,4 0-802 0,2 2-1043 0</inkml:trace>
  <inkml:trace contextRef="#ctx0" brushRef="#br0" timeOffset="18996.14">26016 12155 4100 0,'7'-8'-145'0,"2"2"50"0,-4 1 35 0,-1 2 20 16,-4 3 19-16,4-7 11 0,-4 7 1 0,0 0 7 15,0 0 28-15,-42 0 15 16,-10 3 33-16,-23 2 19 0,-29 4 21 0,-22 1 11 16,-17-1 13-16,-20 0 1 0,-65-1 5 15,-8 2 21-15,-14-3 9 0,-10-7 37 0,-13-2 6 0,5-3 21 16,2-2 16-16,13 2 4 15,11 0 2-15,69 5-9 0,5 0-4 0,13 0-15 16,13 3-16-16,13-1-37 0,10 3-16 16,35-1-18-16,9-1-14 0,11 0-17 0,17 1-10 15,14-2-84-15,7 0-20 0,2-1 0 16,5-1 0-16,4 3 0 0,1-3 0 0,5 1 0 16,9-1 0-16,-15-1 0 15,15 1 0-15,-12 0 0 0,12 0 0 0,0 0-229 16,0 0-51-16,0 0-72 0,0 0-75 15,0 0-67-15,0 0-80 0,0 0-133 0,45 0-64 16,-29-3 81-16,11 3-557 0,2-1-709 16</inkml:trace>
  <inkml:trace contextRef="#ctx0" brushRef="#br0" timeOffset="19312.86">23536 12311 3222 0,'0'0'-102'0,"0"0"50"0,-41-14 53 0,-7 10 45 16,-22-4 56-16,-35-1 44 0,-11-3 14 0,-16 0 24 15,-7 3 10-15,-4-1 3 0,2-1-4 16,6 3-6-16,3 0 14 0,16 3-13 0,30 2-16 15,10 1-17-15,11 0-15 0,14 2-19 16,8 2-10-16,13 0-16 0,6-2-7 16,5 0-6-16,3 2-12 0,5-2-3 15,2 4-6-15,9-4-9 0,0 0-17 0,0 0-24 16,0 0-34-16,0 0-44 0,0 0-50 0,36 8-63 16,-22-8-74-16,8-2-56 0,-1 0-80 15,-3 2-74-15,11-3-155 0,10-4-14 16,-1 1 76-16,-1 0-298 0,-1-3-339 15</inkml:trace>
  <inkml:trace contextRef="#ctx0" brushRef="#br0" timeOffset="23075.38">21999 12107 2410 0,'-27'-5'-87'0,"8"1"17"0,4 3 14 0,3-2 22 0,5 3 35 16,7 0 32-16,0 0 19 0,0 0 18 16,53 10 9-16,16-3 0 0,38 3-6 0,18 2-8 15,18 1-7-15,7-1-6 0,11 1 2 16,1 0-9-16,-2-3-4 0,-4 2-2 0,-8 0-7 15,-10-1-2-15,-9-1-4 0,-8-2-2 16,-37-3-8-16,-14 1-5 0,-22-4-5 0,-7 0-5 16,-14 0 3-16,-7-6 0 0,-13 2-4 15,-9-4 0-15,2 6 3 0,-32-9-3 0,-13 1-1 16,-23-4 1-16,-10 1-2 16,-29-3 1-16,-4 2-2 0,-7 1-1 0,1-4 4 15,-3 5-3-15,3 0 2 0,1 1-2 16,26 1 1-16,10 4 2 0,10 0-1 0,20 1-2 15,6 3 6-15,16 0 3 0,10 2 13 16,13 1 10-16,5-3 0 0,21 11-4 16,29 1 2-16,16-1-3 0,31 5-1 0,12-2-1 15,7-1 0-15,6-1-2 0,0 0-6 16,-8-1 1-16,-5-3-5 0,-27-2-14 0,-8-2-17 16,-5-1-26-16,-8-1-32 15,-13 0-39-15,-18-2-32 0,-5 2-41 0,-4-4-20 0,-6 2-25 16,-7-2-27-16,-3 0-84 0,-5 2-217 15,0 0-66-15</inkml:trace>
  <inkml:trace contextRef="#ctx0" brushRef="#br0" timeOffset="24143.59">23341 12282 1604 0,'-96'-18'54'0,"-2"1"22"0,-12-1 15 0,-4 4 23 0,1 0 13 0,11 2 11 0,30 4 5 0,12 3 19 15,18 0 25-15,13 3 12 16,15 0-10-16,10 0-20 0,4 2-13 0,0 0-19 15,104 10-11-15,2-1-15 0,17 1-7 16,18 2-8-16,16 3-13 0,6-1-20 0,5 1-21 16,-2-1-18-16,-10-2-33 0,-13-3-16 15,-17-1-20-15,-15-4-14 0,-37-2-4 0,-13 0 4 16,-18 0 8-16,-13-4 2 0,-6 0 4 16,-9-1 0-16,-4-2 7 0,-9-1 0 15,-4 0 4-15,-3-3 7 0,-11-3 1 0,-10-3 7 16,-7-3 3-16,-12-3-4 15,-5 3 6-15,1-1 1 0,3 2-3 0,8 5 3 0,5 2 5 16,9 1-4-16,2 4-18 16,8 0-43-16,1 1-61 0,2 3-66 0,2-1-73 15,9 2-133-15,-10 0-83 0,10 0-139 16,0 0-126-16</inkml:trace>
  <inkml:trace contextRef="#ctx0" brushRef="#br0" timeOffset="26473.66">25858 12192 1657 0,'0'0'-20'0,"0"0"18"15,0 0 21-15,0 0 12 0,0 0 10 16,0 0 10-16,-14-6 7 0,14 6 5 16,0 0 7-16,0 0 4 0,7-10 2 15,-7 10 1-15,3-13-7 0,3 5-1 0,-1 0-7 16,3-5 7-16,-2 0-2 0,5-4-4 15,0-2-9-15,7-7-7 0,0 2-4 0,6 0-4 16,0 0-2-16,1 1-7 0,4 5-1 16,3-1-6-16,-3 3 0 0,3 3-3 0,3 4-3 15,-1 2-1-15,-6 4-2 0,1 4-4 16,-4 5-2-16,7 6-3 0,-1 3 3 0,-4 7-3 16,-2 3 8-16,-5 0 5 15,-1 1 3-15,1 2-5 0,-6-1 7 0,4-1 6 16,-3-1 2-16,0-1 13 0,-2-5 3 15,5 3 6-15,-1-4-1 0,-2-6-1 16,4-1-4-16,9 3-5 0,1-1-3 0,3-5-2 16,-3-2-4-16,-2-6-2 0,0 0-4 15,-1 0-3-15,10-6 0 0,0-5 0 0,-3-1-8 16,1-7-1-16,3-6-3 0,-5-3 1 16,1-2 2-16,-5-3 0 0,-6 6-6 0,0-2 0 15,-3 3-1-15,-2 1 3 0,-3 8 11 16,-7 5-4-16,0 2-7 0,2 2 1 0,-2 1-5 15,-1 3-1-15,-1-1 0 16,-5 5-2-16,0 0 7 0,0 0-5 0,0 0 6 16,29 9-2-16,-20-4-7 0,3 2 3 15,1 2-1-15,4-1 2 0,10 4 1 16,0-3 4-16,4 3-4 0,-1-2 4 0,2 1-3 16,3-3 1-16,-7-3-6 0,-1 0 6 15,7 1-5-15,-3-4-4 0,-6 1 0 0,-3-3 0 16,-1 4-1-16,-2-4-2 15,-6 2-1-15,3 0-4 0,-3 2 1 0,-6-1 0 16,4 2 6-16,-8 0 7 0,3 4 9 16,-4 0 1-16,-1 1 2 0,1 1-2 0,2-3 3 15,-4 2 1-15,2-2 3 0,0 1 3 16,0-1 21-16,-1-3 12 0,1 3 14 0,5-3 2 16,-2-2-8-16,4 0-6 0,5 1-10 15,-1-4 0-15,7 0-8 0,5-4-3 0,-1 1-5 16,13-5-4-16,-1-3-3 0,2-1-7 15,-2 0-2-15,-2-1 0 0,0 2-5 16,-4-1 4-16,-7 4-5 0,-1 1-5 0,-7 2 4 16,-3 1 0-16,-1-1-4 0,-2 3-4 15,-1-1-1-15,1 0-3 0,-1-1 1 0,-8 4-1 16,12-2 0-16,-12 2 1 0,0 0-1 16,15 4 0-16,-15-4-3 0,13 3 2 0,-7 1-20 15,1-1-16-15,-1 1-10 16,-6-4-19-16,14 5-25 0,-10-2-56 0,-4-3-57 15,7 3-68-15,-7-3-91 0,7 4-157 16,-7-4-79-16,0 0 58 0,0 0-205 0,0 0-237 16</inkml:trace>
  <inkml:trace contextRef="#ctx0" brushRef="#br0" timeOffset="27074.42">28309 12076 2032 0,'-5'-10'22'0,"5"1"30"0,5-1 15 0,1 3 1 15,1 1 10-15,6-2 12 0,8 1 19 0,10-2 11 16,3 2-6-16,2 0-10 0,3 0-8 15,0 1-12-15,1 3-9 0,1-1 0 0,-2 4-11 16,-6-3-6-16,-6 3-6 0,-4-1-8 16,-5 1-5-16,0 0-4 0,-5 0-5 15,0 0-7-15,-1 0-2 0,-5 4-1 0,-1-1 2 16,2-1-6-16,-6 4 0 0,1 0-3 16,1 0 4-16,0 0-3 0,-1 0 8 15,4 1 11-15,-2 1 14 0,3 3 17 16,3-2 3-16,5-1-4 0,3 1-7 0,-1-1-5 15,15 1-5-15,-1-3-5 16,-1 0-7-16,-5-1-4 0,1-4 0 0,2-1-1 0,-2 2-4 16,-1-2-2-16,-1-2-3 0,-2 2-1 15,-2-1 1-15,-4 1-8 0,0 0 2 0,-1-3-8 16,-2 3-14-16,0-1-24 0,-3 2-29 16,0-1-18-16,2 4-26 0,-4-4-39 0,0 4-48 15,3-2-66-15,-5 1-83 0,1-1-169 16,-8-2-28-16,14 3 57 0,-14-3-88 15,9 5-71-15</inkml:trace>
  <inkml:trace contextRef="#ctx0" brushRef="#br0" timeOffset="48503.29">16611 3762 1358 0,'-15'-7'150'0,"0"0"-63"0,2 1-23 16,-3 2-17-16,3 0 3 0,1 0 15 16,1 4 5-16,11 0 10 0,-17-6 7 15,17 6 0-15,-15-3-7 0,15 3-9 16,-10-2-4-16,10 2-10 0,0 0-8 16,0 0-1-16,-13 0-5 0,13 0-9 0,0 0 3 15,0 0-1-15,23 11 0 0,13-7 0 16,14 1 0-16,29 1-7 0,43-3-3 0,23-1 0 15,23 4-3-15,83 0 0 0,20 3 0 16,16 4-4-16,16 1 6 0,18 6 1 16,5 1-5-16,4 0 1 0,-3 6 2 0,-5-2 14 15,-17-2 5-15,-13-3 14 16,-14 1-6-16,-23-2 5 0,-24-1-4 0,-62-3-3 16,-8 2 23-16,-17-5 7 0,-13-4-8 0,-22-2-7 15,-28 0-7-15,-13-2 29 0,-20-1 12 16,-4-3 8-16,-12 1 0 0,-5 2-6 15,-8-3-12-15,-2 0-9 0,-3 0-4 0,-1 0-24 16,-13 0-43-16,21-3-71 0,-16 2-91 16,-5 1-92-16,0 0-122 0,0 0-178 15,0 0-40-15,0 0 63 0,0 0-179 0,-53-7-194 16</inkml:trace>
  <inkml:trace contextRef="#ctx0" brushRef="#br0" timeOffset="50086.53">16753 3618 2062 0,'0'0'76'0,"0"-11"23"0,0 11 4 15,0 0-6-15,0 0 19 0,0 0 12 16,0 0 29-16,0 0 14 0,-35 28 9 0,16-3-1 15,-8 10-13-15,0 0-31 0,1 3-16 16,-2-1-6-16,1-1 2 0,8-6-20 0,-3-1-6 16,6-3 9-16,-4 3-6 15,9-12-7-15,-3 1 2 0,7-7 2 0,2 1 9 16,-5 0 17-16,4-7 13 0,0 1 21 16,3 0-15-16,3-6-11 0,0 0-11 15,0 0-15-15,0 0-8 0,5-25-12 0,2 8-7 16,11-9-5-16,1-5-9 0,4-6-7 15,2-5-5-15,0 3-3 0,-1-1-8 0,3 7-6 16,-10 6-1-16,-1 9-6 0,-7 4 1 16,0 5-7-16,-1 1-2 0,0 4-4 0,-3 3 0 15,-5 1 2-15,20 9-4 0,-7-1 4 16,1 5-3-16,0 2 2 0,9 3 0 16,-1 2-1-16,-2-3-1 0,-1 0-2 15,-4-5 2-15,-1-2-1 0,-3 0 2 16,1-3-2-16,-3 0 24 0,1 0 25 0,-5-5 24 15,2 4 26-15,-7-6 27 0,5 7 26 16,-5-7-8-16,0 0-14 0,0 0-11 0,0 0-18 16,-25 0-9-16,25 0-12 0,-38-3-8 15,13 1-7-15,-11-3-6 0,6 1-11 0,3-1-3 16,0 3-13-16,0-2-30 0,1 3-37 16,-1-2-48-16,5 3-53 0,-1 0-52 15,1 2-58-15,1-1-77 0,5 0-87 0,0 3-76 16,5 0-82-16,1-2-146 0,7 0-54 15,3-2 86-15,0 0-489 0,0 0-630 16</inkml:trace>
  <inkml:trace contextRef="#ctx0" brushRef="#br0" timeOffset="50602.46">17477 3734 3272 0,'7'-4'83'0,"1"1"33"0,-8 3 6 0,10-2 0 16,-10 2 1-16,0 0 28 0,0 0 23 0,2 14-5 15,-4-5-15-15,-3 2-11 0,3 1-12 16,0 1-13-16,-1 3-12 0,-3-2-11 0,4 2-8 16,-1-3-8-16,-3 2-8 0,1-5-4 15,4 2-7-15,-3-3-9 0,2-1-3 16,0 1-1-16,2-9-3 0,-3 10-3 16,3-10-17-16,-6 5-14 0,6-5-4 15,0 0-1-15,0 0-8 0,0 0-4 0,-18-22-2 16,18 10 2-16,0 0 0 0,0-4-2 15,9 0 2-15,-4 2 3 0,3-2-5 0,3 3 4 16,-1 1-1-16,1 3 1 0,0 1 1 16,3 2-2-16,-1 3 4 0,1 0 7 0,-14 3-1 15,27 4 4-15,-16 0 0 0,2 3 5 16,0 0 0-16,-1 3 1 0,-2-1 8 16,-3 3 2-16,1 1 10 0,-5-1 7 0,3 2-1 15,-4-1 11-15,-1 0 1 16,-1 1-3-16,0-1 3 0,0 1-6 0,0-2 5 15,0 1-8-15,0 1 1 0,0-1-2 16,0 1-5-16,3-2-3 0,-6 2-4 0,6 4-2 16,-3-4-5-16,0 1 2 0,-3-1-3 15,3 3-2-15,0-5 5 0,-3 2 4 0,-1-1-4 16,0-1 1-16,1-2 8 0,-3 1-2 16,1-1 3-16,-4-3-6 0,2 1-5 0,-4-2 1 15,-5 0-8-15,3-4-17 16,-1-1-33-16,0-2-45 0,14 1-55 0,-31-4-75 15,13-6-74-15,4 2-89 0,0-5-96 0,5 2-111 16,-1-3-150-16,5-5 59 16,5 4-439-16,4-2-578 0</inkml:trace>
  <inkml:trace contextRef="#ctx0" brushRef="#br0" timeOffset="50853.19">18256 3763 3183 0,'6'-7'81'0,"0"1"47"0,-3 1 30 15,-3 5 32-15,2-7 16 16,-2 7 0-16,0 0-10 0,0 0-8 0,0 0-7 16,-32 14-2-16,9 2-16 0,-2 5-9 0,-2 3-11 15,3 2-12-15,3-1-12 0,-1 3-13 16,8 1-10-16,2-1-2 0,2 1 1 16,3-4-12-16,3-3-13 0,6 3-5 15,2-4-22-15,1 1-31 0,8 2-59 0,7-2-65 16,3-3-76-16,4-4-99 0,-2-8-106 15,-1-2-121-15,2-3-177 0,3-4 20 0,0 0 77 16,-4-4-349-16,5-7-423 0</inkml:trace>
  <inkml:trace contextRef="#ctx0" brushRef="#br0" timeOffset="51352.54">18784 4098 2702 0,'-16'5'77'16,"3"0"24"-16,0 0 18 0,1 2 24 0,3-3 28 16,9-4 20-16,-14 6 4 0,9-4 5 15,5-2-21-15,-9 5-11 0,9-5-7 16,0 0-4-16,-11 5-5 0,11-5 0 0,0 0-12 16,0 0-14-16,0 0-12 0,20-25-13 15,-3 4-10-15,4-4-12 0,2 0-6 16,7-8-8-16,4-6-7 0,-1-2-4 15,1 0-10-15,-2 0-1 0,0 2-7 0,-6 4-2 16,-5 10 14-16,-4 3 2 0,-4 5-1 16,-3 5-6-16,-2 2-4 0,-3 3-11 0,-1 4-5 15,-4 3 3-15,0 0-3 0,11 12-2 16,-4 0-4-16,-4 5 2 0,3 3 1 16,-1 1 1-16,5 10-2 0,2 2-4 0,1-1-1 15,2 0 5-15,9 7 2 0,3-7-5 16,-6-4 6-16,-1-5-5 0,-4-2 5 0,-2-3 31 15,-4-8 48-15,-5-1 41 0,2-1 35 16,-5-3 26-16,5-1-10 0,-7-4-17 0,0 0-9 16,0 0-14-16,0 0-12 0,0 0-14 15,-27-20-87-15,9 12-40 0,2 0 0 16,-5-2 0-16,-8-2 0 0,-2-1 0 16,3 3 0-16,5-1 0 0,2 5 0 15,4 3 0-15,-3-3 0 0,6 3 0 0,-6 1 0 16,6 0 0-16,-2 4-192 0,1 0-127 15,-1 0-73-15,5 2-72 0,2-1-71 0,1 0-97 16,8-3-188-16,0 0 72 0,0 0-643 16,0 0-843-16</inkml:trace>
  <inkml:trace contextRef="#ctx0" brushRef="#br0" timeOffset="51902.6">19535 3924 3679 0,'9'-12'2'0,"1"0"71"0,-7 4 47 0,-1 1 51 0,5 2 38 15,-7 5 11-15,3-7-7 16,-3 7-19-16,0 0-28 0,0 0-9 0,0 0 13 16,0 0-6-16,0 22-15 0,-1-5-18 15,-1 1-6-15,-1 7-12 0,1-4-15 0,0 4-24 16,2-1-3-16,-2-3-6 0,2 0-7 16,0-4-4-16,0-1-6 0,2-4 3 15,-2 0 12-15,2-2 16 0,0-2 25 0,-2-8 15 16,5 7-7-16,-5-7-13 0,0 0-10 15,0 0-6-15,28-27-11 0,-8 5-7 16,0-7-6-16,9-4-8 0,-1-5-1 16,3 0-10-16,-3 2-8 0,-6 9-2 0,0 1-4 15,-7 4-2-15,0 5 2 0,-4 3 1 16,-1 6-15-16,-2 1-3 0,-3 2-5 0,1 5-1 16,-6 0 2-16,0 0 3 0,21 13-6 15,-12 1 4-15,2 1 0 0,0 2 11 0,1 1-10 16,1 5 2-16,-1-3 0 0,1-3 1 15,-2-1-4-15,-2-5 9 0,-1-1-7 0,0 0 7 16,1-2 15-16,-1-4 11 0,1 0 0 16,2-4-8-16,-11 0 0 0,31-5-2 15,-14 0-25-15,4-4-6 0,-2 0 0 16,1-1 0-16,-4 3 0 0,-2-3 0 16,1 6 0-16,-5-2 0 0,-1-1 0 0,0 4 0 15,-1-1 0-15,-8 4 0 0,12-5 0 16,-12 5 0-16,0 0 0 0,15 2 0 0,-15-2 0 15,0 0 0-15,12 8 0 0,-12-8 0 16,7 7 0-16,-1-3 0 0,-6-4 0 0,7 6 0 16,1-2-9-16,-2-1-354 0,1 0-86 15,2-1-107-15,5-2-100 0,1 0-197 0,6 0 61 16,6 0 83-16,0 0-585 0,2 0-752 16</inkml:trace>
  <inkml:trace contextRef="#ctx0" brushRef="#br0" timeOffset="52403.91">20891 3814 3417 0,'2'-16'14'0,"-4"2"57"0,2 1 41 0,-3 1 41 0,-3 1 38 0,2 2 24 0,-6-3 13 0,3 2 3 0,-2 0-9 0,-2-1-14 0,-5 4-19 15,-2 5-18-15,0-1-11 0,-7 7-14 16,-9 4-13-16,-2 9-5 0,-7 6-4 0,2 6 2 16,3 6-15-16,1 2 3 15,6 4-17-15,9 1-5 0,6-7-3 0,7 5 5 16,7-3-19-16,8 2-3 0,1-2-7 16,7-2-7-16,11 5-5 0,3-5 11 0,7-8-15 15,-5-6 1-15,1-5-27 0,1-5 3 16,-7-4-4-16,-3-6 18 0,1-1 9 15,-1-1 18-15,-6-3 12 0,7-2 8 0,-3-2 8 16,-4-2 3-16,-2-3 2 16,-1-1-3-16,-4-3-11 0,3-2-86 0,-6 5 0 0,0-1 0 15,-3 5 0-15,1 0 0 16,1 1 0-16,-4 1 0 0,-1 8 0 0,0-8 0 0,0 8 0 16,0 0 0-16,0 0 0 15,0 0 0-15,0 0 0 0,0 0 0 0,0 0 0 16,0 0 0-16,10 19 0 0,-1-15 0 15,5 0 0-15,2-2 0 0,6 2 0 0,3-4 0 16,-2 0 0-16,1 2 0 0,-5-1-202 16,0 3-64-16,-4-2-22 0,-2 1-22 0,-3-3-26 15,1 2-36-15,0-1-29 0,-2 1-41 16,-9-2-57-16,13 2-94 0,-13-2-117 16,15 0 68-16,-3 2-423 0,5-2-536 15</inkml:trace>
  <inkml:trace contextRef="#ctx0" brushRef="#br0" timeOffset="52769.86">21983 4374 2935 0,'6'10'36'0,"-4"-5"60"0,1 1 63 0,-3-6 62 0,0 0 48 16,3 8 32-16,-3-8 19 0,0 0-19 16,0 0-19-16,0 0-20 0,0 0-28 15,0 0-16-15,0 0-21 0,8-19-19 0,-5 6-22 16,5-4-17-16,-3-7-8 15,11-10-22-15,2-12-7 0,0 0-14 0,3-4-5 16,2 1-11-16,-4 1-1 0,-3 14-12 16,-7 3-7-16,2 1-8 0,-5 10 0 0,2 4-10 15,-5 3-7-15,3 2-7 0,-8 6-1 16,2 5 1-16,0 0 8 0,0 0-2 0,0 0 12 16,-32 28 2-16,19-4-9 0,-5 1 4 15,5 6-4-15,3 0 2 0,5 1-6 0,1-4 3 16,0-2-4-16,4-2 2 0,4 0-2 15,0-2-2-15,-1-1-4 0,8-3 1 0,-6-2 0 16,8-2-1-16,3-3-1 16,0 1-1-16,7-8-2 0,2-2 0 0,6-4-4 15,9-2 4-15,-1-6 3 0,9-7 4 0,-1-2 15 16,-4 1 12-16,-5-3 10 16</inkml:trace>
  <inkml:trace contextRef="#ctx0" brushRef="#br0" timeOffset="54420.97">16139 4448 1873 0,'-34'3'103'0,"-1"4"-2"0,-1 1 3 0,2-3 9 0,7-1 19 0,7-1 24 0,2 1 9 0,4-1 5 15,3 1-12-15,2-1-13 0,3 2-14 16,6 0 5-16,6 4-7 0,10 4-6 0,21-1-10 16,23 5-8-16,19-3-11 0,45 1-8 15,24-1-8-15,73 9-8 0,30 4-12 16,30-2 3-16,32 6-10 0,24 1-7 16,21 5 3-16,16 4-9 0,3 6-4 15,9 1-6-15,-11 5 1 0,-20 2-13 0,-18 0 11 16,-23-4-9-16,-32 1-1 0,-27-4-1 15,-34-7 1-15,-66-12-1 0,-20-5-2 0,-21-2-1 16,-37-6 3-16,-15-6-4 0,-16-1-4 16,-7-3-8-16,-13-4-8 0,-11 0-24 0,-6-4-26 15,-9 2-26-15,5-5-49 0,-5 5-33 16,-19-12-50-16,-12 2-69 0,-7-2-80 0,-15-2-163 16,-10-3-18-16,-10 2 64 0,-28-4-186 15,-3-3-162-15</inkml:trace>
  <inkml:trace contextRef="#ctx0" brushRef="#br0" timeOffset="55752.04">16638 4625 2025 0,'7'-6'118'0,"-3"0"32"0,3 4 11 0,-7 2 17 0,0 0 18 0,5-11 19 0,-5 11 12 16,0 0 25-16,0 0 13 0,0 0-3 16,0 0-11-16,0 0-13 0,0 28-21 15,-4-20-16-15,3 1-14 0,-1 1-18 0,-5 2-15 16,4-2-11-16,-1 1-19 0,-2 1-9 16,3-2-14-16,-3 0-5 0,2-1-11 15,0-1-8-15,0-2-4 0,2 2-11 16,2-8-6-16,-4 9-1 0,4-9-12 0,0 0-24 15,0 0-9-15,0 0 1 0,0 0-7 16,0 0 1-16,6-35-1 0,2 16 0 0,2 1-2 16,-1-2-2-16,-2 7 0 0,3 0-2 15,-4 1 1-15,-1 3-1 0,3 1-4 16,-2 4 2-16,-6 4 0 0,11-4 4 0,-11 4 7 16,0 0 2-16,25 12-3 0,-14-4 2 15,-1-2-1-15,4 3-1 0,-3-1 0 0,3 1 4 16,-2-2 1-16,2 0-2 15,1-1 0-15,-4-2 2 0,5-2-2 0,-1-1 4 16,0-1 0-16,3-3-9 0,-1-1 5 16,4-2-1-16,-1-5-1 0,7-4-1 0,0 0 3 15,-2-2 4-15,-4 3 6 0,-5 1 0 16,-2 5 1-16,-3 0-1 0,0 1-3 16,-2-1 2-16,-2 6-6 0,1-2-7 0,-8 4 3 15,12-2-5-15,-12 2 2 0,0 0 5 16,14 8-7-16,-14-8-11 0,8 10-23 0,-5-8-28 15,2 3-38-15,-5-5-40 0,9 12-53 16,-7-8-52-16,2 1-55 0,0 1-54 0,-1-2-54 16,-3-4-70-16,7 10-110 0,-5-7-78 15,-2-3 66-15,-2 9-337 0,-3-1-414 16</inkml:trace>
  <inkml:trace contextRef="#ctx0" brushRef="#br0" timeOffset="57418.73">16720 4611 2545 0,'-2'-10'-22'0,"2"2"24"0,0-1 22 0,2-4 35 0,0-1 36 0,2-1 48 0,-1-1 40 0,3 1 24 16,-1 0 21-16,0 1 14 0,1 3 6 16,-3 1 1-16,-1 0-3 0,2 2-15 15,-2 2-20-15,-2 6-23 0,3-8-17 0,-3 8 14 16,0 0 20-16,0 0 4 0,-3 41 0 16,-3-5-8-16,-1 3-8 0,-2 2-19 15,0 9-15-15,-2-2-5 0,1-8-15 0,1-1-8 16,0-3 1-16,-1-5-12 0,0 0-10 15,3-8-9-15,-1-1-9 0,0-5-4 16,1 0-10-16,-1-5-8 0,3 0-8 0,-1-2-11 16,0 0-33-16,0-3-43 0,2-2-68 15,-3-1-72-15,7-4-73 0,0 0-68 0,0 0-86 16,0 0-79-16,-14-16-80 0,16 7-100 16,3-2-117-16,-2-5 58 0,3-2-569 15,3-3-739-15</inkml:trace>
  <inkml:trace contextRef="#ctx0" brushRef="#br0" timeOffset="57785.21">16778 4739 3281 0,'0'0'-59'0,"0"0"43"16,9-3 21-16,-9 3 38 0,0 0 48 0,0 0 54 15,0 0 32-15,0 0 25 0,25 3 13 16,-25-3 2-16,25-2-11 0,-7 1-11 0,5-3-12 16,4 1-9-16,7-6-12 0,2 1-8 15,-2-2-7-15,-3-1-8 0,-1-1-13 0,-3-3-8 16,2 1 2-16,-6-3 0 15,-2 0 1-15,-1-3 17 0,-6 0-7 0,-1 5-2 16,-4-1-3-16,3 3-6 0,-4 1-5 16,-3 3-10-16,4 0-11 0,-6 2-12 15,1 1-11-15,-4 6-5 0,0 0 0 0,0 0-2 16,0 0-2-16,-12 20-6 0,3-1-3 16,-4 10 2-16,-3 2-1 0,1 0 0 0,2 2-3 15,0-1-7-15,1-1 6 0,-1 0-3 16,2-2-3-16,0-5-5 0,6-5-30 0,-1-1-9 15,3-5 0-15,-5 3 0 0,5-7 0 16,0 1 0-16,-1-2 0 0,0 0 0 16,3-1 0-16,1-7 0 0,-6 10 0 15,6-10-41-15,-2 4-182 0,2-4-80 16,0 0-88-16,0 0-97 0,-3-17-115 0,4 7-169 16,-1 0-22-16,0-3 81 0,0 1-601 15,0-2-771-15</inkml:trace>
  <inkml:trace contextRef="#ctx0" brushRef="#br0" timeOffset="58384.11">17093 4681 3323 0,'-5'5'-94'0,"1"0"47"0,4-5 36 0,-3 9 36 0,3-9 45 0,0 0 42 0,-9 6 29 15,9-6 25-15,0 0 1 0,-4 6 4 0,4-6 8 16,0 0 0-16,4 10-6 16,-4-10-5-16,12 10-9 0,-3-6-9 0,5 2-5 15,1 0-15-15,5-1-6 0,3-2 0 16,2-1-1-16,0-2-5 0,2-2 5 0,11-6 6 16,-2-3 11-16,1-2-13 0,-3-5 10 15,6-7-1-15,-2-2 3 0,-6-2 8 0,0 0-17 16,-8 0-3-16,2-4-4 0,-1-4 2 15,0-2-9-15,0-1-9 0,-1-1-10 16,1 2-7-16,0-3-1 0,-2 3-13 0,-6 10-7 16,0 1 1-16,0 5 0 15,-5 4-41-15,-3 4-29 0,0 4 0 0,-4 3 0 0,3-2 0 16,-3 2 0-16,-1 2 0 16,-1-1 0-16,-3 7 0 0,9-9 0 0,-6 4 0 15,-3 5 0-15,2-8 0 0,-2 8 0 16,8-8 0-16,-8 8 0 0,0 0 0 0,3-6 0 15,-3 6 0-15,0 0 0 0,0 0 0 16,6-3 0-16,-6 3-87 0,0 0-221 0,0 0-70 16,-2 21-90-16,-3-8-92 0,-3 5-138 15,-8 10-132-15,4-2 92 0,-2 1-665 16,3-7-854-16</inkml:trace>
  <inkml:trace contextRef="#ctx0" brushRef="#br0" timeOffset="58802.73">17362 4811 3811 0,'-7'7'-13'0,"1"-1"28"0,0-2 20 0,2 0 30 0,4-4 38 0,-4 6 37 0,4-6 30 15,0 0 19-15,0 0 11 16,0 0-4-16,0 0-4 0,27 0-17 0,-4-2-12 16,15-9-4-16,12-3-15 0,1-2-13 15,4-4-15-15,1-1-14 0,-1-6 1 0,4-2 4 16,-1-2 12-16,-4 0 11 0,2-2 6 16,-7 0 7-16,0-1 14 0,-4 2 8 15,-6 1 10-15,-10 9-1 0,-4 3-2 0,-2 0-4 16,-4 4-8-16,-5 5-8 0,-5 1-115 15,-2 4-37-15,1-1 0 0,0 0 0 0,-4 1 0 16,-4 5 0-16,11-7 0 0,-11 7 0 16,6-5 0-16,-6 5 0 0,8-6 0 0,-8 6 0 15,0 0 0-15,0 0 0 0,7-3 0 16,-7 3 0-16,0 0-175 0,0 0-236 16,0 0-102-16,0 0-104 0,0 0-161 15,0 0-48-15,-15 18 83 0,9-12-661 16,-2 1-856-16</inkml:trace>
  <inkml:trace contextRef="#ctx0" brushRef="#br0" timeOffset="59268.34">17983 4959 4081 0,'-13'5'7'0,"8"-2"48"0,-3-1 41 0,8-2 51 0,0 0 41 0,0 0 24 0,0 0 13 0,0 0 4 16,44-29-6-16,-1 8-17 0,11-2-24 0,3-1-11 16,6-1-17-16,13-10-6 0,-15 6-12 15,0-1 2-15,-3-3 6 0,-4 2 7 16,0-1 9-16,-6 0 8 0,-5 6-3 0,-3-2 2 16,-11 7-3-16,-3 5 1 0,-4-2-8 15,-5 6-13-15,-4 3-136 0,-2-1-8 0,-1 5 0 16,-2-2 0-16,-3 4 0 0,1-1 0 15,-6 4 0-15,10-10 0 0,-6 8 0 0,-4 2 0 16,0 0 0-16,5-6 0 16,-5 6 0-16,0 0-213 0,0 0-170 0,0 0-94 0,-25 18-82 15,12-11-108-15,-4 5-164 16,-3 0 71-16,-5 3-703 0,1 3-911 0</inkml:trace>
  <inkml:trace contextRef="#ctx0" brushRef="#br0" timeOffset="72882.78">25923 4054 1247 0,'-16'-2'300'0,"3"0"-73"0,-2 2-58 0,3-2-21 0,12 2 8 0,-18 0 4 0,8-2-1 16,10 2-4-16,-15-1-9 0,15 1-8 15,0 0-10-15,0 0-10 0,-18 3 6 0,18-3 15 16,0 0 19-16,31 11-5 0,7-7-9 15,21-2-11-15,17 4-15 0,18-9-8 0,30 6-11 16,13 5-11-16,13-3-6 16,5 0-1-16,9 2 2 0,-1-3 3 0,3 1 1 0,-4 0-6 15,-4-1 1-15,-11 6-8 0,-11-2-5 16,-16-1-6-16,-32-3-5 0,-11 2-3 16,-8-2-5-16,-20-1-1 0,-5-1 2 0,-14-2 1 15,-3 0 1-15,-7 2-1 0,-4 0-6 16,0-2-3-16,-5 0-5 0,-11 0-5 15,19 1-8-15,-19-1-3 0,11 1-26 16,-11-1-44-16,7 6-58 0,-7-6-84 0,0 0-99 16,0 0-111-16,0 0-165 15,-18 10-139-15,13-7 74 0,5-3-389 0,-23 4-494 0</inkml:trace>
  <inkml:trace contextRef="#ctx0" brushRef="#br0" timeOffset="73532.39">26012 3820 2882 0,'6'-12'40'0,"-3"0"46"0,3 1 34 0,-1 5 33 0,-3-2 41 0,-2 8 31 0,3-9 6 15,-3 9-20-15,4-7-23 0,-4 7-22 16,0 0 4-16,0 0 16 0,0 0 4 16,4 26 13-16,-8-7 21 0,2 3-2 0,-5 14-7 15,-2 3-11-15,2 2 10 16,-2 9-31-16,0-8-16 0,4-4-16 0,-1 0-9 16,1-2-12-16,-1-1-5 0,3-10-9 0,-2-3-4 15,3-4-13-15,-2-5-7 0,3 2-7 0,-1-3 3 16,0-4 11-16,0 1 1 15,0-3 2-15,0 2-26 0,2-8-76 0,-2 10 0 16,2-10 0-16,0 0 0 0,0 7 0 16,0-7 0-16,0 0 0 0,0 0 0 0,0 0 0 15,0 0-265-15,0 0-93 0,0 0-112 16,15-21-124-16,-6 13-162 0,-6 0-83 16,5-1 85-16,1 1-659 0,3-1-865 15</inkml:trace>
  <inkml:trace contextRef="#ctx0" brushRef="#br0" timeOffset="73883.02">26704 3966 4000 0,'6'-16'42'16,"-4"3"47"-16,-1 2 35 0,1 3 57 15,2-1 61-15,-2 4 31 0,-2 5-3 0,0-11-16 16,0 11-41-16,0 0-15 0,0 0-8 15,0 0 12-15,0 0-8 0,-9 35 4 0,-1-4-10 16,-2 6-2-16,-2 9-19 0,-4 3-16 16,1-1-7-16,0 0-3 0,-1-4-21 0,5-5-3 15,0-6-12-15,1 0-12 16,-1-2-8-16,3-3-61 0,3-6-24 0,0-7 0 16,3-1 0-16,-2-2 0 0,4-4 0 15,-2 1 0-15,2-2 0 0,-2-2 0 16,4-5 0-16,0 0 0 0,0 0 0 0,0 0 0 15,0 0 0-15,0 0 0 16,0 0 0-16,0 0 0 0,10-34-199 0,-6 23-144 0,0-2-68 16,-2 1-76-16,1-5-77 0,3 0-109 15,-1-4-141-15,6 1 79 0,-2 3-614 0,8-9-803 16</inkml:trace>
  <inkml:trace contextRef="#ctx0" brushRef="#br0" timeOffset="74199.07">27339 3913 4006 0,'0'-9'92'0,"2"2"33"15,-2 7 49-15,0-10 38 0,0 10 16 16,0 0-8-16,0 0-24 0,0 0 18 0,0 0 51 16,0 0 9-16,-9 27 6 0,6-3 0 15,-5 10-16-15,-5 13-8 0,0 1-13 16,-2-2-14-16,5-6-21 0,-5 6-20 0,6-9-15 15,-3-1-109-15,2-3-64 0,1-2 0 16,3-7 0-16,0-3 0 0,-1-2 0 16,1-6 0-16,3 1 0 0,-2-2 0 15,1-2 0-15,0-3 0 0,4 3 0 0,-1-6 0 16,1-4 0-16,-4 8 0 0,4-8 0 16,0 5 0-16,0-5 0 0,0 0 0 0,0 0 0 15,0 0 0-15,11-17 0 0,-6 11-497 16,-2-1-113-16,5-4-127 0,-1 3-175 0,0-1 103 15,2 2-764-15,-2-3-1016 0</inkml:trace>
  <inkml:trace contextRef="#ctx0" brushRef="#br0" timeOffset="75864.3">27996 4050 3956 0,'0'0'-202'0,"3"-4"56"0,-3 4 44 0,0 0 40 0,9-10 45 0,-9 10 28 0,3-8 22 16,-3 8 11-16,2-7 8 0,-2 7 9 16,4-8 16-16,-4 8-5 0,0 0 10 0,6-6 9 15,-6 6 8-15,0 0 7 16,0 0 10-16,3-7 8 0,-3 7 9 0,0 0-2 15,0 0-1-15,0 0 9 0,0 0 40 16,0 0 38-16,-9 23 9 0,-4-8 12 16,-8 10 0-16,0 3 2 0,-8 8-10 0,-2-1-4 15,-1-2-18-15,3-2-15 0,5-4-19 16,0 0-17-16,0-2-10 0,1 0-19 0,4-3-11 16,0 0-14-16,4-5-8 0,2-3-9 15,4-5-25-15,-2 2-61 0,4-1 0 0,0-3 0 16,-2-1 0-16,6-1 0 0,3-5-2 15,0 0-183-15,0 0-62 0,0 0-55 16,0 0-59-16,-13-18-58 0,16 7-37 16,5-7-23-16,0 0-36 0,5-11 8 15,2-2 36-15,1-1 48 0,1 0 57 0,-2-3 51 16,1 3 61-16,-4 1 57 0,1-1 78 16,-2 1 65-16,-2 7 54 0,-2 5 54 0,2 1 53 15,-6 1 59-15,3 5 30 0,-3-1 20 16,-1 3-2-16,2 4-13 0,0-2-15 0,-1 6 24 15,-3 2 39-15,0 0 38 0,25 14 18 16,-2 3 10-16,1 6 6 0,6 11-4 16,1 0-15-16,-1 5-7 0,2 1-17 15,1-2-21-15,-1-1-22 0,-3 1-23 16,-4-13-21-16,-3 1-20 0,-1-1-15 0,-5-8-17 16,-5-2-47-16,-2-5-92 0,-1 1 0 15,2-3 0-15,-5-1 0 0,1 0 0 0,-3-3 0 16,4 2 0-16,-7-6 0 0,5 5 0 15,-5-5-303-15,8 2-112 0,-8-2-113 0,0 0-127 16,0 0-184-16,0 0 27 0,0 0 84 16,0 0-602-16,-20-17-787 0</inkml:trace>
  <inkml:trace contextRef="#ctx0" brushRef="#br0" timeOffset="77048.48">25879 4657 3386 0,'-17'-3'-112'0,"-5"-3"37"0,8 3 18 0,-2 0 22 0,-1 1 43 0,3 0 42 0,3 0 23 16,11 2 22-16,-21-1 6 0,21 1-9 15,-11-2-5-15,11 2 12 0,0 0 28 16,-4 7 24-16,4-7 4 0,33 8 2 0,6-1-15 16,26 2-11-16,12-2-10 0,27 3-8 15,14-3-12-15,8 0-9 0,10 1-11 16,4 4-9-16,7-2-6 0,6 2-8 0,1 2 1 15,-4-2-10-15,-1-4-7 0,-2 4-2 16,-7-4-6-16,-11-3-1 0,-9-2-4 0,-30-5-4 16,-7 0-2-16,-5-8-2 15,1-4-2-15,-7 1 1 0,-2-8-2 0,16-8-5 16,-7-5 12-16,-6 0 3 0,2-6 2 16,-6-1 1-16,-12 6 2 0,8-12-2 0,-14 7 4 15,-5 1 8-15,-9-2-2 0,-2-5-4 16,-9-1-4-16,-12-3-7 0,-8 7-4 0,-12-11-1 15,-8-3-1-15,-12-2-9 0,-20-11-3 16,-9-2 0-16,-15 4-9 0,-14 1-10 16,-15 2-2-16,-14 5-9 0,-50-9-2 0,-11 4-1 15,-5 13-6-15,-15 6 4 16,-5 10 5-16,27 19 1 0,-56 7-2 0,43 12 3 0,-49 9 9 16,5 15-2-16,10 11 5 15,15 7 7-15,27 11 7 0,61-9 6 0,15 7-2 16,17 4 2-16,17 4 4 0,23 5 1 15,22-10 0-15,13 4-3 0,15 0 4 0,19 2 0 16,28 9-2-16,20-1-17 0,12-5-8 16,12-4-1-16,12 0 4 0,6-12-11 15,1-4-33-15,-2-7-45 0,-1-3-59 0,-8-10-81 16,-6-9-118-16,-27-7-85 0,-4-1-157 16,-2-6-74-16,-17-4 69 0,-5-4-365 0,0 1-444 15</inkml:trace>
  <inkml:trace contextRef="#ctx0" brushRef="#br0" timeOffset="80313.99">28152 4063 2382 0,'-6'-9'-151'0,"1"-3"36"0,-3 0 27 0,1 1 18 0,-3 1 29 0,-1 1 23 0,-5 2 19 16,-2 2 23-16,-9 5 19 0,-11 5 16 0,-6 5 14 16,-8 12 13-16,-3 5 9 15,4 6 4-15,-1 6 16 0,7-1 3 0,6 0 3 0,6 4 4 16,9 0 2-16,7 2-17 0,10-8 11 15,3 0-6-15,6 1-2 0,5-3 6 16,8 2-19-16,8 0-4 0,2-1-7 16,2-10-6-16,9 2-8 0,-4-11-6 15,6 0-2-15,3-7-10 0,-2-1-4 0,6-8-2 16,-6-4 14-16,3-4 13 0,-4-7 14 16,2-7 2-16,-4-7 0 0,-7-2-3 0,-6-5-2 15,-6 2-4-15,-3 0-5 0,-7-7-9 16,-3 2-6-16,-4-1-7 0,-2 3-3 0,-4 0-9 15,-1 7-4-15,-7 2-5 0,-1 5-6 16,-4 0-4-16,0 9-1 0,0 3-4 16,0 5-2-16,-4-1-2 0,4 6-5 15,0 1-6-15,4 0-24 0,-3 1-35 0,5 1-36 16,-2 3-45-16,2 0-36 0,1 2-45 16,3 0-51-16,3 0-68 0,0 0-94 15,6-2-202-15,0-5 32 0,12 12 69 0,0-4-206 16,4-4-225-16</inkml:trace>
  <inkml:trace contextRef="#ctx0" brushRef="#br0" timeOffset="80815.16">28388 4250 2015 0,'-16'3'15'0,"2"-1"26"0,-3-2 10 0,7 4 20 0,-1-2 30 0,11-2 38 0,-18 2 26 0,18-2 16 0,-14 0 12 0,14 0 10 15,0 0 8-15,-16 0 4 0,16 0-13 16,0 0-15-16,-13-8-12 0,11 2-13 0,2 6-12 16,-3-16-11-16,3 4-7 15,0-2-13-15,0-2-13 0,1-2-9 0,3-4-9 16,3-9-11-16,4-1-7 0,2-2-9 15,8-10-6-15,1 1-5 0,8 1-7 16,7-3-6-16,5 2-4 0,1 6-7 0,11 0-1 0,0 8-2 16,5 5-4-16,5 5-5 15,3 9-1-15,4 3-4 0,-3 7 2 0,3 7-2 16,-3 3 0-16,-1 6-1 0,-4 4 0 16,0 1-1-16,-6 2 6 0,0-2 12 0,-6 1 4 15,-4-2 10-15,-11-5 13 0,-6-1 6 16,-5-4 9-16,-8-1 5 0,-2-2 7 15,-2-1 2-15,-2-1 4 0,-2-1 10 0,-2-1-11 16,-7-3 3-16,13 6-6 0,-13-6-14 16,8 5-3-16,-8-5-11 0,10 3-4 0,-10-3-4 15,5 5-5-15,-5-5-4 0,6 5-6 16,-6-5-18-16,0 0-42 0,8 10-52 0,-8-10-53 16,2 6-60-16,-2-6-67 15,-2 8-87-15,2-8-77 0,-5 5-122 0,5-5-226 16,-9 4 67-16,9-4 78 0,0 0-382 15,0 0-485-15</inkml:trace>
  <inkml:trace contextRef="#ctx0" brushRef="#br0" timeOffset="81196.44">29692 3771 2703 0,'-6'-9'14'0,"1"1"32"0,-1 0 13 0,2 4 23 0,4 4 33 16,-6-10 49-16,6 10 19 0,0 0 1 0,-5-7-7 15,5 7-13-15,0 0-15 0,0 0-1 16,0 0 3-16,26 17-1 0,-13-4-4 0,7 9-6 16,1 6 1-16,-4 1-1 0,0 1-8 15,-4 3-13-15,-1 1 3 0,-6 5 3 16,-3-6 1-16,-3-4-1 0,0-2-1 0,-5 5 4 15,-3-9 16-15,0-2-9 16,-1-3-7-16,0-1-2 0,-2 0-12 0,4-5-12 16,-2 0-3-16,-3-2-4 0,3-2-21 15,-4 1-6-15,-1-4-7 0,-1 1-22 0,-3 0-37 16,-1-6-52-16,1 2-58 0,-4-2-70 16,1 2-74-16,1-6-98 0,-5 4-105 0,-2-6-124 15,0 0-205-15,2 4 64 0,5-3 81 16,-1 4-425-16,-1 1-537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3:06:28.2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4592 6358 2860 0,'0'0'242'15,"0"0"-49"-15,0 0 34 0,0 0-8 0,0 0 8 0,-20 21-3 0,11-5-1 0,2 5-12 0,-4 8 8 16,5-2-1-16,0-4-8 0,4-1-5 16,0-2-15-16,4 0-11 0,8 1-10 15,5 0-3-15,12 0-17 0,9-7-5 16,8-8-20-16,21-2-12 0,7-12-12 16,25-7-11-16,4-8-10 0,9-7-26 0,-1-1-5 15,2-3-4-15,-6 0-7 0,-5 0 4 16,-8 3-3-16,-28 11-6 0,-10 1-7 0,-16 7 1 15,-3 1 18-15,-13 5-4 0,-1-2 3 16,-8 5-7-16,-1-1-8 0,-6 4-6 0,-6 0 1 16,16 0-1-16,-16 0-1 15,0 0-7-15,0 0-23 0,11 7-50 0,-11-3-54 0,0-4-63 16,2 12-75-16,-6-6-89 16,2 5-100-16,-3 1-129 0,-6 6-195 0,-5 7 19 15,-2 2 82-15,-7 8-523 0,-3 2-651 16</inkml:trace>
  <inkml:trace contextRef="#ctx0" brushRef="#br0" timeOffset="499.95">3868 8419 3405 0,'0'0'100'0,"-8"-4"21"0,8 4 17 0,0 0 19 0,0 0 17 0,0 0 29 0,0 0 22 0,0 0 21 16,0 0 0-16,0 23 5 0,9-15 3 15,5 2-2-15,3-5-7 0,8 1-19 0,14-3-16 16,4-6-20-16,16-4-17 16,6-5-26-16,7-7-14 0,19-10-13 0,4-2-10 15,-2-6-12-15,2 2-10 0,-3-5-7 16,-8 1-8-16,-10 3-6 0,-21 12-7 0,-8 5-6 15,-16 5-3-15,-6 6-4 0,-5-1-9 16,-3 3-1-16,-6 2-5 0,-1 1-13 0,-8 3-10 16,7-2-26-16,-7 2-36 0,0 0-42 15,0 0-49-15,0 0-47 0,0 0-56 0,0 11-59 16,0-11-81-16,-12 17-89 0,5-6-114 16,-6 3-189-16,-3 0 56 0,-2 11 86 15,-3-2-531-15,-1 1-635 0</inkml:trace>
  <inkml:trace contextRef="#ctx0" brushRef="#br0" timeOffset="1416.39">9345 6551 3139 0,'-5'6'115'16,"5"-6"46"-16,-11 4 48 0,11-4 40 0,0 0 48 0,-9 2 52 0,9-2 41 0,0 0 22 0,0 0 7 0,-9 3-12 0,9-3-16 15,0 0-26-15,0 0-28 0,0 0-28 0,0 0-32 16,0 0-23-16,0 0-143 16,0 0-111-16,0 0 0 0,0 0 0 0,0 0 0 15,-14 0 0-15,14 0 0 0,0 0 0 16,0 0 0-16,0 0 0 0,0 0-277 0,0 0-304 15,0 0-174-15,0 0-133 0,0 0 87 16,0 0-862-16,0 0-1099 0</inkml:trace>
  <inkml:trace contextRef="#ctx0" brushRef="#br0" timeOffset="1717.24">9852 6599 4299 0,'0'0'20'16,"-14"0"54"-16,14 0 59 0,0 0 52 0,0 0 46 16,-12 0 50-16,12 0 26 0,0 0 10 15,0 0-9-15,0 0-18 0,0 0-24 0,0 0-27 16,0 0-25-16,0 0-19 0,0 0-24 15,0 0-17-15,-12-3-17 0,12 3-29 16,0 0-45-16,0 0-46 0,0 0-66 16,0 0-82-16,0 0-81 0,0 0-84 0,0 0-116 0,0 0-118 15,0 0-152-15,0 0-115 16,0 0 69-16,0 0-691 0,0 0-870 0</inkml:trace>
  <inkml:trace contextRef="#ctx0" brushRef="#br0" timeOffset="2048.1">10389 6675 4168 0,'-11'2'141'0,"11"-2"67"16,0 0 57-16,0 0 65 0,-16-4 42 16,16 4 26-16,0 0 12 0,0 0-14 0,0 0-24 15,0 0-30-15,-13-2-49 0,13 2-18 16,0 0-54-16,0 0-221 0,0 0 0 16,0 0 0-16,0 0 0 0,-7-6 0 15,7 6 0-15,0 0 0 0,0 0 0 16,0 0 0-16,0 0 0 0,0 0 0 0,0 0-148 15,0 0-362-15,0 0-137 0,0 0-197 16,0 0 1-16,0 0 99 0,0 0-771 0,0 0-961 16</inkml:trace>
  <inkml:trace contextRef="#ctx0" brushRef="#br0" timeOffset="2398.77">11045 6663 4588 0,'0'0'189'0,"0"0"58"15,-14-3 56-15,14 3 47 0,0 0 38 16,0 0 25-16,0 0 9 0,-13-4-20 0,13 4-22 15,0 0-25-15,0 0-201 0,0 0-154 16,-7-3 0-16,7 3 0 0,0 0 0 0,0 0 0 16,0 0 0-16,0 0 0 15,0 0 0-15,0 0 0 0,0 0 0 0,0 0 0 0,0 0 0 16,-4-5 0-16,4 5 0 16,0 0 0-16,0 0 0 0,0 0 0 0,0 0 0 15,0 0 0-15,0 0-317 0,0 0-554 16,0 0-63-16,0 0 90 0,0 0-933 0,0 0-1207 15</inkml:trace>
  <inkml:trace contextRef="#ctx0" brushRef="#br0" timeOffset="2764.09">11637 6670 4869 0,'0'0'45'16,"0"0"96"-16,0 0 108 15,0 0 81-15,0 0 61 0,0 0 50 0,-2-10 25 0,2 10 5 16,0 0-18-16,0 0-118 0,0 0-335 15,0 0 0-15,0 0 0 0,-5-7 0 0,5 7 0 16,0 0 0-16,0 0 0 16,0 0 0-16,0 0 0 0,0 0 0 0,0 0 0 15,0 0 0-15,0 0 0 0,-6-5 0 16,6 5 0-16,0 0 0 0,0 0 0 0,0 0 0 16,0 0 0-16,0 0 0 0,0 0 0 15,0 0 0-15,8-12 0 0,-7 10-753 0,-1 2-221 16,6-9 102-16,-1 4-1030 0,-5 5-1324 15</inkml:trace>
  <inkml:trace contextRef="#ctx0" brushRef="#br0" timeOffset="3097.57">12616 6590 5792 0,'0'0'305'15,"0"0"84"-15,-22 0 62 16,22 0 28-16,-7-4 14 0,7 4-211 0,0 0-282 0,0 0 0 16,0 0 0-16,-12-2 0 15,12 2 0-15,0 0 0 0,0 0 0 0,0 0 0 16,0 0 0-16,0 0 0 0,0 0 0 15,0 0 0-15,0 0 0 0,0 0 0 0,0 0 0 16,0 0 0-16,0 0 0 0,0 0 0 16,0 0 0-16,0 0 0 0,0 0 0 15,0 0 0-15,0 0 0 0,0 0 0 0,0 0 0 16,2 14-52-16,-10-9-991 0,-1 1 99 16,-5 4-1148-16,-2 0-1504 0</inkml:trace>
  <inkml:trace contextRef="#ctx0" brushRef="#br0" timeOffset="3949.21">9126 9172 6088 0,'0'0'4'0,"0"0"83"0,0 0 84 0,0 0 66 0,0 0 43 0,0 0 36 0,0 0 5 0,0 0 9 16,0 0-17-16,0 0-269 0,0 0-44 16,0 0 0-16,0 0 0 0,0 0 0 15,0 0 0-15,0 0 0 0,-14-19 0 0,14 19 0 16,0 0 0-16,0 0 0 0,0 0 0 15,0 0 0-15,0 0 0 0,0 0 0 0,0 0 0 16,0 0 0-16,0 0 0 0,0 0-187 16,0 0-499-16,0 0-156 0,0 0-31 0,0 0 84 15,0 0-848-15,0 0-1076 0</inkml:trace>
  <inkml:trace contextRef="#ctx0" brushRef="#br0" timeOffset="4281.07">9614 9196 4362 0,'0'0'119'16,"0"0"67"-16,0 0 79 0,0 0 86 15,0 0 47-15,0 0 38 0,0 0 24 0,0 0 5 16,0 0-13-16,0 0-26 0,0 0-155 16,0 0-271-16,0 0 0 0,0 0 0 15,0 0 0-15,0 0 0 0,0 0 0 0,-14-7 0 16,14 7 0-16,0 0 0 0,0 0 0 16,0 0 0-16,0 0 0 0,0 0 0 0,0 0 0 15,0 0 0-15,0 0 0 16,0 0 0-16,0 0 0 0,7-7-731 0,-7 7-240 15,0 0 93-15,0 0-1030 0,0 0-1331 0</inkml:trace>
  <inkml:trace contextRef="#ctx0" brushRef="#br0" timeOffset="4651.17">10353 9206 4972 0,'-7'-3'15'0,"7"3"89"16,0 0 97-16,-12-5 93 0,12 5 49 0,-8-6 38 15,8 6 10-15,-3-3 22 0,3 3-6 16,0 0-3-16,-8-5-138 0,8 5-266 0,0 0 0 16,0 0 0-16,-3-6 0 0,3 6 0 15,0 0 0-15,0 0 0 0,0 0 0 0,0 0 0 16,0 0 0-16,0 0 0 0,12-4 0 16,-12 4 0-16,0 0 0 0,6-5 0 0,-6 5 0 15,0 0 0-15,0 0 0 0,0 0 0 16,0 0 0-16,0 0 0 0,0 0-729 15,12 11-245-15,-12-11 97 0,2 10-1031 16,0-1-1331-16</inkml:trace>
  <inkml:trace contextRef="#ctx0" brushRef="#br0" timeOffset="5001.18">10930 9199 5601 0,'-5'-1'82'0,"5"1"90"0,-6-8 93 0,6 8 55 15,0 0 33-15,-10-6 34 0,10 6 12 16,-2-4-10-16,2 4-166 0,0 0-223 0,-3-6 0 15,3 6 0-15,0 0 0 0,0 0 0 16,-6-5 0-16,6 5 0 0,0 0 0 0,0 0 0 16,0 0 0-16,0 0 0 0,0 0 0 15,0 0 0-15,-4-4 0 0,4 4 0 16,0 0 0-16,0 0 0 0,0 0 0 0,0 0 0 16,0 0-52-16,0 0-817 0,0 0-75 15,0 0 90-15,0 0-1007 0,0 0-1286 16</inkml:trace>
  <inkml:trace contextRef="#ctx0" brushRef="#br0" timeOffset="5347.25">11432 9201 4969 0,'0'0'96'0,"-16"-5"79"0,16 5 88 16,-11-2 83-16,11 2 50 0,0 0 25 0,-12-2 32 16,12 2-7-16,0 0-19 0,-7-3-228 15,7 3-199-15,0 0 0 0,-6-3 0 0,6 3 0 16,0 0 0-16,0 0 0 0,0 0 0 15,0 0 0-15,0 0 0 0,0 0 0 0,-1-6 0 16,1 6 0-16,0 0 0 0,0 0 0 16,0 0 0-16,0 0 0 0,0 0 0 15,0 0 0-15,0 0 0 0,0 0-597 16,0 0-384-16,0 0 89 0,0 0-1054 0,0 0-1365 16</inkml:trace>
  <inkml:trace contextRef="#ctx0" brushRef="#br0" timeOffset="5614.33">11990 9295 6046 0,'0'0'391'16,"-16"-3"96"-16,16 3 43 0,-9-2-7 0,9 2-309 15,-9-4-214-15,9 4 0 0,-6-1 0 16,6 1 0-16,0 0 0 0,-10-6 0 0,10 6 0 15,0 0 0-15,-3-5 0 0,3 5 0 16,0 0 0-16,0 0 0 0,0 0 0 0,-4-5 0 16,4 5 0-16,0 0 0 0,0 0 0 15,0 0 0-15,0 0 0 0,0 0 0 0,0 0 0 16,0 0 0-16,0 0 0 0,0 0 0 16,0 0 0-16,0 0-53 0,0 0-1003 15,-20 12 130-15,7-3-1168 0,-4 5-1504 0</inkml:trace>
  <inkml:trace contextRef="#ctx0" brushRef="#br0" timeOffset="8647.35">8967 7590 2636 0,'-14'0'238'16,"0"2"-25"-16,1-2-12 0,3 2 23 0,10-2-3 0,-17 0 4 0,17 0-4 0,0 0-13 0,-17 0 5 0,17 0-3 15,0 0 3-15,-14 2 5 0,14-2 15 16,0 0-2-16,0 0-2 0,0 0 10 0,0 0 10 16,0 0 0-16,0 0-9 0,0 0-20 15,38 8-14-15,-15-6-18 0,6 0-12 0,15-2-15 16,0 0-17-16,4 0-11 0,-1 2-81 16,-1-4-52-16,-2 2 0 0,-12 0 0 15,-3 0 0-15,-10 0 0 0,1-2 0 0,-4 2 0 16,-1 0 0-16,-15 0 0 0,21 0 0 15,-21 0 0-15,19 0 0 0,-19 0 0 16,15 0 0-16,-15 0 0 0,12 2 0 0,-12-2 0 16,0 0 0-16,15 0 0 0,-15 0 0 15,0 0 0-15,0 0 0 0,16 0 0 16,-16 0 0-16,0 0 0 0,0 0 0 0,9-2 0 16,-9 2 0-16,0 0 0 0,0 0 0 15,0 0 0-15,0 0-348 0,0 0-366 0,0 0-229 16,0 0 82-16,-4-9 93 15,4 9-782-15,0 0-993 0</inkml:trace>
  <inkml:trace contextRef="#ctx0" brushRef="#br0" timeOffset="14012.9">8832 10065 4388 0,'-15'2'45'0,"4"0"43"0,-2-2 45 0,2 0 37 0,11 0 36 0,0 0 42 0,-20 0 28 16,20 0 16-16,0 0-6 0,0 0-6 0,0 0-20 15,0 0-20-15,0 0-18 16,0 0-17-16,45-16-14 0,-20 11-13 0,11-3-25 0,0 0-16 16,1 2-12-16,-2-2-57 15,-9 4-68-15,-3 1 0 0,-6-1 0 0,-2 0 0 16,1 0 0-16,-7 2 0 0,3 2 0 16,-5-3 0-16,-7 3 0 0,13-3 0 0,-13 3 0 15,10-2 0-15,-10 2 0 0,0 0 0 16,0 0 0-16,0 0 0 0,0 0 0 0,0 0 0 15,-48 5 0-15,34-2 0 16,-10 3 0-16,1-2 0 0,-2 0 0 0,2 1 0 0,5-1 0 16,0 0 0-16,7-2 0 15,-3 3 0-15,7-4 0 0,7-1 0 0,-11 2 0 16,11-2 0-16,0 0 0 0,0 0 0 16,0 0 0-16,0 0 0 0,34 0 0 0,-21-2 0 15,3-2 0-15,-2 4 0 0,0-2 0 16,-1 2 0-16,1-2 0 0,-3 0 0 0,0 2 0 15,-11 0 0-15,16-2 0 0,-9 0 0 16,-7 2 0-16,12-2 0 0,-12 2 0 0,0 0 0 16,11-1 0-16,-11 1 0 0,0 0 0 15,0 0 0-15,0 0 0 0,0 0 0 0,0 0 0 16,0 0 0-16,0 0 0 0,0 0 0 16,-25 11 0-16,25-11 0 0,-11 0 0 15,11 0 0-15,-12 0 0 0,12 0-505 16,-16 0-424-16,16 0 25 0,-18-2 95 0,9 2-906 15,9 0-1150-15</inkml:trace>
  <inkml:trace contextRef="#ctx0" brushRef="#br0" timeOffset="20593.14">11068 7529 4215 0,'0'0'-279'15,"-16"2"57"-15,9-2 62 0,7 0 54 0,-16 1 52 0,7 0 48 0,9-1 43 0,-18 5 41 16,7-2 37-16,0-1 27 0,-3 1 21 0,2-1 12 16,-2 0 10-16,3 1 1 0,0 0 6 15,-2 1-1-15,2-3-7 0,11-1-7 16,-17 6-9-16,9-5-3 0,8-1 1 0,-11 6-17 15,11-6 7-15,-8 5 17 0,8-5 14 16,0 0 7-16,0 0-12 0,27 11-12 16,0-7-15-16,1-2-15 0,19-2-14 15,-2 0-14-15,1 0-11 0,1 1-8 0,-1-1-12 16,-4 0-8-16,-10-1-7 0,-5 1-3 16,-6 0-7-16,-4-2-3 0,-1 2 11 0,-4 0 6 15,-12 0-55-15,22 0-15 0,-22 0 0 16,14-2 0-16,-14 2 0 0,0 0 0 0,0 0 0 15,0 0 0-15,0 0 0 0,0 0 0 16,0 0 0-16,0 0 0 0,-52 0 0 0,31 0 0 16,-6 0 0-16,-2 0 0 0,4 0 0 15,3 2 0-15,3-2 0 0,1 2 0 0,5-2 0 16,13 0 0-16,-23 0 0 16,23 0 0-16,-13 0 0 0,13 0 0 0,0 0 0 15,0 0 0-15,0 0 0 0,0 0 0 16,0 0 0-16,0 0 0 0,0 0 0 0,49-9 0 15,-35 7 0-15,-1-1 0 0,1 0 0 16,-1 1 0-16,-3-1 0 0,-3 1 0 16,2-2 0-16,-1 3-143 0,-8 1-243 0,12-6-97 15,-12 6-94-15,7-3-136 0,-7 3-98 16,0 0 64-16,0 0-726 0,0 0-921 0</inkml:trace>
  <inkml:trace contextRef="#ctx0" brushRef="#br0" timeOffset="21862.47">10105 9089 3678 0,'0'0'-216'0,"0"0"53"0,0 0 43 0,-15 0 48 0,15 0 41 0,0 0 36 0,-13 0 39 16,13 0 25-16,0 0 34 0,-11 2 23 15,11-2 12-15,0 0 21 0,0 0 8 0,-12 0 9 16,12 0 8-16,0 0 14 0,0 0 8 16,0 0 10-16,0 0 4 0,0 0 1 0,0 0-10 15,0 0-10-15,30-18-1 0,-14 13-11 16,2-1-11-16,0 0-9 0,1 1-18 0,-6 0-9 16,5 0-15-16,-7 2-12 0,0-1-12 15,1 1-8-15,-3-1-8 0,-9 4-12 16,18-3-4-16,-13 1-12 0,-5 2-1 15,0 0-8-15,11-3-3 0,-11 3-2 0,0 0-7 16,0 0 0-16,0 0 2 0,0 0-3 16,0 0 7-16,-34 14 9 0,21-8 7 0,-10-1 5 15,2 2 5-15,-2 0-5 0,3 0-65 16,0-4 0-16,5 2 0 0,3-1 0 0,1-2 0 16,4 1 0-16,7-3 0 0,-12 3 0 15,12-3 0-15,0 0 0 0,0 0 0 0,0 0 0 16,0 0 0-16,30-12 0 0,-12 9 0 15,4 1 0-15,1-4 0 0,2 0 0 16,0 1 0-16,0 0 0 0,-3 0 0 16,-1 2 0-16,-3 1 0 0,-1-1 0 0,-3-1 0 15,-5 4 0-15,0-2 0 0,-9 2 0 16,14-1 0-16,-14 1 0 0,7-2 0 0,-7 2 0 16,0 0 0-16,0 0 0 0,0 0 0 15,0 0 0-15,-43 5 0 0,27-3 0 0,3 1 0 16,-1-1 0-16,5 0 0 0,0 1 0 15,9-3 0-15,-18 3 0 0,13-1 0 16,5-2 0-16,-10 2 0 0,10-2 0 16,0 0 0-16,0 0 0 0,0 0 0 0,0 0 0 15,0 0 0-15,0 0 0 0,0 0 0 0,0 0 0 16,35 0 0-16,-35 0 0 0,16-5 0 16,-8 1-191-16,0 1-623 0,-1 0-113 15,4-3 71-15,-5 5-982 0,2-4-1263 0</inkml:trace>
  <inkml:trace contextRef="#ctx0" brushRef="#br0" timeOffset="23127.73">12533 7620 4710 0,'-15'-2'-186'0,"-2"2"51"0,1 0 53 0,3-2 59 0,-1 0 60 16,5 2 50-16,9 0 38 0,-16 0 23 0,16 0 12 0,-16-3 7 15,16 3-6-15,0 0 9 16,0 0 7-16,0 0 22 0,0 0-5 0,0 0-15 15,48-8-18-15,-10 2-10 0,3 1-18 16,-3 0-10-16,5 1-16 0,-5 0-9 0,-2 0-8 16,-8 1-13-16,-6 1-7 0,-5 0-9 15,-4 1 9-15,0-1-13 0,-13 2-4 0,18-2-1 16,-18 2-10-16,0 0-1 16,0 0 1-16,0 0-9 0,-24 16 7 0,-1-12 7 15,-7 5 1-15,-4-2-1 0,9 0-3 16,5-3-3-16,6 0-7 0,2 0 1 0,2-2-3 15,1 1 0-15,0 1 8 0,11-4 13 16,-11 4 16-16,11-4 8 0,0 0-74 16,0 0-3-16,0 0 0 0,0 0 0 0,47 0 0 15,-33-4 0-15,8-2 0 0,-6 3 0 16,4-1 0-16,-6-2 0 0,2 2-253 0,-3 2-76 16,-1-1-99-16,-3 1-94 0,0 1-100 15,-9 1-145-15,0 0 5 0,16 6 71 0,-16-2-607 16,0-4-757-16</inkml:trace>
  <inkml:trace contextRef="#ctx0" brushRef="#br0" timeOffset="23693.56">11319 8907 3531 0,'-13'2'-15'15,"0"0"49"-15,2-2 56 0,0 2 56 0,11-2 48 0,-13 2 35 0,13-2 23 0,0 0 19 0,0 0 3 16,0 0 15-16,-9 0 16 0,9 0 4 0,0 0-16 16,42-2-15-16,-4-2-25 0,6 1-23 15,3-2-23-15,-1 2-21 0,1-3-17 16,-4 4-16-16,-2-2-17 0,-5 4-15 0,-7-4-8 16,-6 4-11-16,-3-2-61 0,-6 0-41 15,-1 2 0-15,-1-2 0 0,-12 2 0 0,20-2 0 16,-20 2 0-16,15 0 0 0,-15 0 0 15,11-2 0-15,-11 2 0 0,6-3 0 16,-6 3-115-16,0 0-259 0,4-4-119 16,-4 4-136-16,0 0-161 0,0 0-21 0,0 0 78 15,-21-8-711-15,21 8-894 0</inkml:trace>
  <inkml:trace contextRef="#ctx0" brushRef="#br0" timeOffset="24726.38">15091 7318 4002 0,'0'-12'24'0,"0"2"54"0,0-1 58 0,0 1 54 0,1 3 35 16,-1 7 40-16,0-10 24 0,0 10 5 0,2-9-19 15,-2 9-23-15,0 0-28 0,0 0 15 16,0 0 17-16,0 0-14 0,-11 29-7 16,4 1-2-16,-5 7-1 0,-3 9-6 0,3 1-16 15,-3-1-146-15,3-6-64 0,-3 4 0 16,4-8 0-16,-1-1 0 0,1-4 0 0,-1-2 0 15,5-6 0-15,-1-3 0 16,-1-1 0-16,3-6 0 0,0-1 0 0,2 0 0 16,-1-6 0-16,1 2 0 0,2-1 0 15,2-7 0-15,-7 2 0 0,7-2 0 0,0 0-145 16,0 0-424-16,-5-25-83 0,12 7-112 16,-2-3-60-16,6-10 75 0,2-5-777 0,3-7-972 15</inkml:trace>
  <inkml:trace contextRef="#ctx0" brushRef="#br0" timeOffset="24961.21">15135 7232 4139 0,'5'-15'2'0,"-1"5"85"0,0-1 58 16,0 5 42-16,-3-2 27 0,-1 8 17 15,4-4 49-15,-4 4 13 0,0 0 12 0,18 14-4 16,-11 1-11-16,9 12-11 0,-3 2-13 16,1 5-17-16,-2 1-20 0,6 10-24 0,-3-10-23 15,2 6-17-15,2 1-23 0,-5-10-142 16,-3-3 0-16,0-2 0 0,-3-4 0 0,0-6 0 15,-3-3 0-15,2-1 0 0,-5-2 0 16,3-2-20-16,0 1-254 0,-3-4-73 0,0-1-101 16,-2-5-111-16,0 6-116 0,0-6-122 15,0 0 56-15,0 0-732 0,0 0-920 16</inkml:trace>
  <inkml:trace contextRef="#ctx0" brushRef="#br0" timeOffset="25146.32">15211 7549 4477 0,'-10'-1'215'16,"-2"1"71"-16,12 0 54 0,0 0 38 16,-14-5 11-16,14 5-3 0,0 0-17 0,-8-4-47 15,8 4-31-15,0 0-25 0,0 0-29 16,0 0-23-16,0 0-193 0,0 0-21 0,40 0 0 16,-29 0 0-16,7 0 0 0,-4 0-132 15,8 2-210-15,-7-2-113 0,2-2-115 0,2 2-132 16,-2 0-118-16,-1 0 76 0,-2 2-761 15,-2 0-952-15</inkml:trace>
  <inkml:trace contextRef="#ctx0" brushRef="#br0" timeOffset="25393.73">15592 7325 4033 0,'-3'-12'115'0,"-2"3"78"16,1 1 59-16,0-1 43 0,4 9 26 0,-1-9 9 15,1 9-17-15,-4-8-24 0,4 8 3 16,0 0 1-16,0 0-14 0,0 0-27 16,5 29-23-16,-1-12-25 0,2 4-20 15,-2 3-18-15,-4 1-15 0,2 1-151 0,0 0 0 16,-2 0 0-16,-2 0 0 0,2-3 0 16,0-3 0-16,-2 0 0 0,1-1-161 0,-2-2-126 15,1-4-85-15,0-1-86 0,0-6-105 16,0 1-98-16,2-7-117 0,-2 4 63 0,2-4-712 15,0 0-878-15</inkml:trace>
  <inkml:trace contextRef="#ctx0" brushRef="#br0" timeOffset="25696.73">15645 7149 3782 0,'-4'-11'97'16,"2"1"90"-16,0 2 76 0,2 0 59 15,0 8 42-15,-1-9 18 0,1 9 6 0,0 0-6 16,11-6-27-16,-11 6-15 15,25 9-8-15,1 5-14 0,1 4-23 0,2 3-17 16,5 6-172-16,-2 4-106 0,-3 0 0 16,-8-2 0-16,4 7 0 0,-10-6 0 0,-4 1 0 15,-3-2 0-15,-4 0 0 0,-4-6 0 16,-4 0 0-16,-8 7 0 0,-1 0 0 0,-2-3 0 16,-6-3 0-16,0-2 0 0,-2-1 0 15,-2-4 0-15,3-5 0 0,3-3 0 0,-3-2 0 16,2-4 0-16,2 0 0 0,2-3 0 15,-4-2 0-15,3-1 0 0,-2-7 0 0,2-1 0 16,0-1 0-16,3-1 0 16,1-3 0-16,3 2-508 0,-1-5-167 0,7 4-106 15,3 0-60-15,1 1 69 0,1 0-797 16,3-1-1012-16</inkml:trace>
  <inkml:trace contextRef="#ctx0" brushRef="#br0" timeOffset="26261.07">16299 7064 4490 0,'4'-15'116'0,"-4"4"71"0,1 4 63 15,-1-1 49-15,0 8 17 16,0-10-1-16,0 10-20 0,0 0 12 0,0 0 19 16,0 0-24-16,-5 27-11 0,1-5-26 15,-6 11-28-15,3 4-42 0,-3 0-195 0,1 1 0 16,-1 1 0-16,1 0 0 0,-2-3 0 15,1-1 0-15,-2 0 0 0,1-4 0 0,1-7 0 16,5-3 0-16,-3-2 0 0,5-3 0 16,-6-3 0-16,6-1-255 0,-1-3-66 0,0-2-41 15,1-4-24-15,3-3 4 16,0 0 24-16,0 0 35 0,0 0 33 0,-2-21 32 16,5 11 45-16,1-5 48 0,3-4 61 15,4-1 56-15,-4 3 48 0,2 1 44 0,3 0 27 16,-3 4 27-16,1 2 18 0,0-1 15 15,-1 3 15-15,2 1 6 0,3 0-7 16,-1 0-3-16,3 0-11 0,-2 1-8 0,2 1-12 16,-1-2 0-16,1 2-4 0,-2-2 1 15,0 0 5-15,-1 0-3 0,0-1 2 0,-1 0-1 16,-3 2 1-16,-1-1-2 0,0 2 6 16,0-2-9-16,-5 3 4 0,5-1-3 0,-8 5-12 15,10-7-7-15,-10 7-14 0,7-3-2 16,-7 3 25-16,0 0 24 0,4 15-56 0,-4-4-66 15,-2 2 0-15,0 5 0 0,-2 2 0 16,-1 3 0-16,-2 0 0 0,2 10 0 0,-1-6 0 16,5-3 0-16,-5 1 0 15,4-4 0-15,-3 0 0 0,5-2 0 0,-1-3 0 16,-3-1 0-16,2-3 0 0,2-2 0 16,-2-1 0-16,4 0 0 0,-2-4 0 0,0-5 0 15,0 8-467-15,0-8-298 0,0 0-143 16,0 0 77-16,0 0 93 0,0 0-786 0,18-24-970 15</inkml:trace>
  <inkml:trace contextRef="#ctx0" brushRef="#br0" timeOffset="26678">16440 6502 4382 0,'-57'-33'-63'0,"2"7"35"0,-14 6 55 0,-9 6 57 16,-29 1 42-16,-5 12 32 0,-3 15 21 0,-3 12 19 0,-4 13 19 0,-4 16 9 16,-37 29-1-16,0 16 14 0,2 16-6 15,-3 17 0-15,9 11 0 0,13 8 1 16,18 0-6-16,30 1-10 0,39-35-14 0,25 5-27 16,21-8-18-16,27-2-16 0,18-9-12 15,25-5-103-15,21-10-28 0,51 12 0 16,14-16 0-16,-20-33 0 0,13-11 0 0,10-8 0 15,14-13 0-15,13-15 0 0,3-9 0 16,44-17 0-16,-4-12 0 0,-17-13 0 16,-10-14 0-16,-20-8 0 0,-21-19 0 0,-21-10 0 15,-43 6 0-15,10-35 0 0,-31 16 0 16,11-41 0-16,-30 29 0 0,-12-12 0 0,-13-3 0 16,-16-3 0-16,-14 3 0 0,-22 7-25 15,-20 18-68-15,-26 16-24 0,-22 24-29 0,-15 17-42 16,-22 22-47-16,-18 18-48 0,-22 17-72 15,-60 21-72-15,-8 18-82 0,2 13-87 16,6 8-154-16,10 6 60 0,19 5-595 16,22 7-743-16</inkml:trace>
  <inkml:trace contextRef="#ctx0" brushRef="#br0" timeOffset="26992.88">14585 8930 4216 0,'-18'5'442'0,"-2"-2"-5"0,9 1 10 0,2-2 7 0,1-2 30 0,8 0 2 16,0 0-7-16,0 0-19 0,71-17-174 0,-1 3-286 15,34-7 0-15,16-2 0 0,16-1 0 16,8-3 0-16,8-2 0 0,10 3 0 0,44-10 0 15,-54 14 0-15,2 3 0 0,-13 4 0 16,-13 3 0-16,-22 3 0 0,-34 3 0 0,-10 0 0 16,-16 4 0-16,-18 1 0 0,-3-2 0 15,-10 3 0-15,-3 0 0 0,-5 0 0 0,-7 0 0 16,0 0-310-16,0 0-269 0,0 0-73 16,0 0-152-16,0 0-10 0,-36 4 95 15,21-2-748-15,-4 2-915 0</inkml:trace>
  <inkml:trace contextRef="#ctx0" brushRef="#br0" timeOffset="27794.46">14437 10169 4460 0,'11'-18'177'0,"-3"4"29"0,-3 5 18 0,0 0 48 0,-1 3 22 0,-1 3 37 0,-3 3 39 16,0 0 27-16,10 18 23 0,-9-2-6 0,-1 4-14 15,0 6-174-15,-3 10-226 0,-3 2 0 16,3-1 0-16,-6 2 0 0,7-4 0 0,1-6 0 15,1-3 0-15,1-2 0 16,6-2 0-16,0-1 0 0,8 4 0 0,3-8 0 16,-2-7 0-16,7-3 0 0,6-3 0 15,1-4 0-15,13-2 0 0,-1-5 0 0,-1-1 0 16,0 0 0-16,-5-3 0 0,-4 1 0 16,-5 1 0-16,-9 4 0 0,2 0 0 0,-9 2 0 15,3 0 0-15,-3-1 0 0,-1 0 0 16,-1 1 0-16,0 0 0 0,-3 1-235 0,2-2-399 15,-8 4-77-15,11-5-138 16,-11 5 52-16,8-5 85 0,-8 5-735 0,2-5-895 0</inkml:trace>
  <inkml:trace contextRef="#ctx0" brushRef="#br0" timeOffset="28826.37">15323 9910 3794 0,'0'0'-24'0,"0"0"63"0,0 0 46 16,-10-12 47-16,10 12 45 0,-20 2 37 0,4 4 32 0,-2 2 26 16,-15 9-1-16,-4 5-1 15,0 6-6-15,-1 5-3 0,3-1 2 0,3 4-3 0,5-1-13 16,2 2-13-16,12-6-17 16,1 0-13-16,9-8-18 0,3 0-10 0,2-4-16 15,-1 1-16-15,9-4-45 0,0-1-99 16,-1-3 0-16,5-3 0 0,6-2 0 0,-2-6 0 15,0-1 0-15,17-6 0 0,1-5 0 16,0-5 0-16,14-5-122 0,1-4-97 0,6-4-18 16,3-3-2-16,13-14-1 0,-7-8 6 15,-1 0 4-15,-8-4 7 0,-4-3 21 0,-9-1 29 16,-12 13 43-16,1-2 24 0,-7 5 26 16,-2 3 18-16,-12 10 25 0,2 5 23 0,-4 6 24 15,-5 5 22-15,-3 1 13 0,-4 8 12 16,-2-1 14-16,-5 6 11 0,-5 3 15 15,-2 3 6-15,-17 11 16 0,0 3 8 16,-7 9 11-16,4 3-2 0,-1 0-5 0,1 3-6 16,2 1-4-16,4 2-1 0,11-10-9 15,4-1-8-15,2 4-12 0,9-8-2 0,4-3-11 16,4-4-6-16,1-2-9 0,4-4-5 16,3-4-7-16,3-1-6 0,5-2-2 0,5-3-6 15,9-6-5-15,-2-1-2 0,2-2-1 16,0-2 1-16,-1-1 13 0,-5 1-14 0,-5 6-29 15,-6 1 0-15,-1 2 0 16,-7 0 0-16,1 3 0 0,-2 0 0 0,-8 2 0 16,0 0 0-16,0 0 0 0,14 9 0 15,-12-2 0-15,-4 3 0 0,-5 2 0 0,0 8 0 16,-11 3 0-16,1 4 0 0,-6 0 0 16,0 0 0-16,-4 8 0 0,-5-4 0 0,7-3 0 15,-5 1 0-15,4-5 0 0,-5-2 0 16,5-1 0-16,-1-1 0 0,-2-1 0 0,2-4 0 15,6-3 0-15,3-2 0 16,2-5 0-16,5-1 0 0,-1-4 0 0,3 0-76 16,9 0-642-16,-12-11-80 0,12 1-61 0,4-11 66 15,7-9-889-15,10-11-1119 0</inkml:trace>
  <inkml:trace contextRef="#ctx0" brushRef="#br0" timeOffset="29213.01">16076 9232 4268 0,'0'-38'-153'0,"-8"-3"53"0,-9-8 33 0,-9 3 15 0,-10 5 20 0,-13 7 29 0,-6 5 38 0,-11 7 23 0,-17 11 25 15,-27 5 8-15,-10 14 8 0,-14 18 6 0,-44 32 12 16,-8 26 14-16,-11 15 1 16,-8 23 9-16,-4 15 0 0,-12 20-4 0,0 11 10 0,-1 16 6 15,21-2 13-15,22-3 10 16,30-13 15-16,38-15 1 0,59-47-11 0,28-2-11 15,30-27-20-15,34 7-18 0,33-17-20 16,26-11-33-16,24-13-27 0,22-15-18 0,17-11-4 16,21-12-17-16,66-9-19 0,0-11-19 15,0-10-16-15,-5-4-13 0,-5-10 7 0,-11-7-1 16,-18-8 2-16,-28-10-16 0,-24-12-16 16,-52 6-19-16,-17-14-19 0,-18-7-2 15,-12-9 14-15,-18-9 11 0,-10-9 11 0,-16-6 8 16,-15-4 6-16,-17 1 4 0,-17 5 3 15,-38-28-3-15,-1 46-8 0,-45-8-12 0,9 44-15 16,-13 22-15-16,-21 19 2 0,-13 21-11 16,-9 14-36-16,-61 25-46 0,5 17-62 15,14 7-88-15,13 14-137 0,9-1-87 16,19 1 46-16,47-14-340 0,19-4-357 0</inkml:trace>
  <inkml:trace contextRef="#ctx0" brushRef="#br0" timeOffset="40157.65">9055 7603 1714 0,'0'0'435'0,"0"0"-115"0,0 0-46 0,0 0-23 0,-6-11-16 0,6 11-8 16,0 0-10-16,-9-5-3 0,9 5 4 16,0 0 2-16,-14 0-5 0,14 0 6 0,0 0-9 15,0 0 3-15,0 0-8 0,-22 2 11 16,22-2-5-16,0 0-6 0,0 0-2 0,-12 3 2 16,12-3-5-16,0 0 7 0,0 0-3 15,0 0-4-15,0 0-2 0,0 0-5 16,0 0-10-16,0 0-9 0,0 0-11 0,-11 2-159 15,11-2-6-15,0 0 0 0,0 0 0 16,0 0 0-16,0 0 0 0,0 0 0 16,29 12 0-16,-14-7 0 0,2-2 0 15,6 1 0-15,3-1 0 0,1 1 0 0,1-1 0 16,-1 0 0-16,4-2 0 0,-3 2 0 16,-1-1 0-16,-2 0 0 0,-4-1 0 0,0 4 0 15,-4-5 0-15,0 2 0 16,0-2 0-16,-4 2 0 0,-1-1 0 0,3 1 0 0,-1 0 0 15,1 1 0-15,2 1 0 0,0-3 0 16,2 3 0-16,6 0 0 0,-3 0 0 16,5-1 0-16,0 0 0 0,12 0 0 15,-7 0 0-15,-3 1 0 0,-3-3 0 0,2 3 0 16,-3-2 0-16,0 1 0 0,0 0 0 16,-3 0 0-16,-4-2 0 0,-2 1 0 0,-3 0 0 15,-1 0 0-15,2-2 0 0,-3 2 0 16,0-2 0-16,-2 3 0 0,-9-3 0 0,16 2 0 15,-16-2 0-15,16 0 0 0,-8 0 0 16,-8 0 0-16,12 0 0 0,-12 0 0 0,11 2 0 16,-11-2 0-16,9 0 0 0,-9 0 0 15,0 0 0-15,0 0 0 0,16 2 0 0,-16-2 0 16,0 0 0-16,7 2 0 0,-7-2 0 16,0 0 0-16,14 2 0 0,-14-2 0 15,15 1 0-15,-2-1 0 0,0 3 0 16,9-3 0-16,4 0 0 0,0 3 0 0,3-2 0 15,0 3 0-15,-3-2 0 0,1 0 0 16,-4-1 0-16,-4-1 0 0,-2 0 0 0,-4 1 0 16,1-1 0-16,-3 0 0 0,-2 3 0 15,3-3 0-15,-12 0 0 0,20 0 0 0,-11 0 0 16,-9 0 0-16,19 0 0 0,-9 0 0 16,-1-3 0-16,-9 3 0 0,21 0 0 0,-10-1 0 15,1 1 0-15,-1-1 0 16,-11 1 0-16,17 0 0 0,-17 0 0 0,18-2 0 0,-11 2 0 15,-7 0 0-15,14 0 0 0,-14 0 0 16,15 0 0-16,-15 0 0 0,15-2 0 0,-15 2 0 16,15 0 0-16,-5 0 0 15,-10 0 0-15,19-2 0 0,-19 2 0 0,17-2 0 16,-17 2 0-16,13 0 0 0,-13 0 0 16,0 0 0-16,16-1 0 0,-16 1 0 0,0 0 0 15,13 0 0-15,-13 0 0 0,0 0 0 16,0 0 0-16,0 0 0 0,0 0 0 0,16-3 0 15,-16 3 0-15,0 0 0 0,0 0 0 16,0 0 0-16,0 0 0 0,0 0 0 0,0 0 0 16,0 0 0-16,0 0 0 0,0 0 0 15,0 0 0-15,-45 6 0 0,29-6 0 16,-6 0 0-16,-3-2 0 0,-5 2 0 16,-1 0 0-16,-6-4 0 0,-6 4 0 0,3-4 0 15,1 0 0-15,-4 0 0 0,3 2 0 16,3-1 0-16,-6 1 0 0,5-2 0 0,8 1 0 15,1 0 0-15,2 3 0 0,3-4 0 16,-3 2 0-16,2-2 0 0,4 2 0 16,3 1 0-16,-3 0 0 0,1 1 0 0,4-3 0 15,-2 3 0-15,1 0 0 0,0 0 0 16,-3 0 0-16,4 0 0 0,-6 3 0 0,1-3 0 16,3 1 0-16,-4 0 0 0,-1-1 0 15,3 0 0-15,-7 2 0 0,1 0 0 0,-3 0 0 16,0 0 0-16,-10-2 0 0,0 1 0 15,-3 2 0-15,8-3 0 0,7 0 0 16,0 0 0-16,6 0 0 0,6 0 0 16,0 0 0-16,0 0 0 0,2 3 0 0,1-3 0 15,12 0 0-15,-17 0 0 0,17 0 0 16,-14 0 0-16,14 0 0 0,-13 0 0 0,13 0 0 16,0 0 0-16,-13 0 0 0,13 0 0 15,0 0 0-15,0 0 0 0,0 0 0 0,-15 0 0 16,15 0 0-16,0 0 0 0,0 0 0 15,0 0-524-15,0 0-477 0,11 14 102 16,-4-10-1062-16,5 4-1381 0</inkml:trace>
  <inkml:trace contextRef="#ctx0" brushRef="#br0" timeOffset="41923.61">9040 9031 4779 0,'-7'3'-363'0,"7"-3"59"0,-14 4 48 0,14-4 50 0,-15 5 43 0,7-4 43 16,2 1 35-16,-5 2 33 0,1-1 27 15,1 0 30-15,2 1 31 0,-5 0 27 0,2 0 43 16,-1-2 23-16,2 1 22 0,1-1 23 15,8-2 16-15,-17 6 15 0,9-5 11 0,8-1 9 16,-15 5-1-16,15-5 0 16,-11 0-6-16,11 0-5 0,-12 2-7 0,12-2-15 15,-8 2-15-15,8-2-4 0,0 0-17 16,0 0-6-16,-15 2-12 0,15-2-7 0,0 0-9 16,0 0 3-16,0 0 2 0,0 0 2 15,0 0 10-15,0 0 2 0,19 9 1 0,-8-7-6 16,5 0-1-16,1 0-30 0,4 1-104 15,2-3 0-15,6 3 0 0,8-1 0 0,3 0 0 16,3 0 0-16,-4-2 0 0,4 2 0 16,-9-4 0-16,-3 2 0 0,-3 0 0 15,-1 2 0-15,-1-2 0 0,-5 2 0 16,0-4 0-16,-2 4 0 0,-2-2 0 0,-2 0 0 16,-1 0 0-16,4 0 0 0,-6 0 0 15,1 0 0-15,1 0 0 0,-14 0 0 0,27 2 0 16,-10-2 0-16,-2 0 0 0,0 0 0 15,3 0 0-15,0 0 0 0,3 2 0 16,-3-2 0-16,-1 0 0 0,-2 0 0 0,0 0 0 16,1 0 0-16,-16 0 0 0,27 0 0 15,-16 0 0-15,4-2 0 0,-4 2 0 0,6 0 0 16,2-2 0-16,1 0 0 0,5 0 0 16,-1 0 0-16,4-2 0 0,-1 4 0 0,2-4 0 15,7-2 0-15,-6 3 0 0,-5 1 0 16,0 0 0-16,-3-1 0 0,-6 2 0 0,4-1 0 15,-6 2 0-15,0-2 0 0,-1 2 0 16,1 0 0-16,-3 0 0 0,0 0 0 0,1-2 0 16,3 2 0-16,-3-2 0 0,1 2 0 15,1-3 0-15,-1 2 0 0,0-1 0 16,-1 0 0-16,-1 0 0 0,-2 2 0 0,3-2 0 16,-12 2 0-16,18-1 0 0,-9-1 0 15,0 0 0-15,-2 2 0 0,4-3 0 0,-2 2 0 16,-9 1 0-16,16-4 0 0,-5 4 0 15,-11 0 0-15,14-2 0 0,-14 2 0 0,12 0 0 16,-12 0 0-16,13-2 0 0,-13 2 0 16,10 0 0-16,-10 0 0 0,0 0 0 0,12 0 0 15,-12 0 0-15,0 0 0 16,0 0 0-16,0 0 0 0,0 0 0 0,0 0 0 0,0 0 0 16,0 0 0-16,0 0 0 15,0 0 0-15,0 0 0 0,0 0 0 0,0 0 0 16,-25 8 0-16,10-7 0 0,-3 2 0 15,-1-1 0-15,-3 1 0 0,-3-1 0 0,-4 0 0 16,2 2 0-16,-1-4 0 0,-3 1 0 16,-7 2 0-16,6-3 0 0,2 0 0 15,-1 2 0-15,2-2 0 0,-9-2 0 16,3-1 0-16,9 3 0 0,0-3 0 0,-3 3 0 0,4-4 0 16,-2 4 0-16,6 0 0 15,1-2 0-15,0 2 0 0,1-1 0 0,1 1 0 0,-2 0 0 16,5 1 0-16,-2-1 0 0,-3 2 0 15,6 0 0-15,-4 0 0 0,1 0 0 16,2-1 0-16,-2 2 0 16,1-3 0-16,4 2 0 0,-8 0 0 0,5 0 0 0,1-2 0 15,-2 2 0-15,2-2 0 0,-1 1 0 16,1 2 0-16,1-1 0 0,1-2 0 0,-1 2 0 16,2-1 0-16,-3-1 0 0,3 2 0 15,-2 0 0-15,1 0 0 0,-1 1 0 0,2 0 0 16,-2-3 0-16,-3 0 0 0,1 2 0 15,1 0 0-15,-1 0 0 0,-2 0 0 16,-2-2 0-16,0 2 0 0,3-2 0 16,-2 2 0-16,2-2 0 0,0 2 0 0,-2-2 0 15,3 0 0-15,1 0 0 0,1 3 0 16,0-3 0-16,1 1 0 0,1-1 0 0,11 0 0 16,-17 0 0-16,17 0 0 0,-18 2 0 15,13 0 0-15,5-2 0 0,-17 1 0 0,17-1 0 16,-16 0 0-16,9 2 0 0,7-2 0 15,-16 1 0-15,7-1 0 0,9 0 0 0,-17 3 0 16,7-2 0-16,10-1 0 16,-16 0 0-16,5 1 0 0,11-1 0 0,-11 0 0 0,11 0 0 15,0 0 0-15,-15 0 0 16,15 0 0-16,0 0 0 0,-11 0 0 0,11 0 0 16,0 0 0-16,-10 2 0 0,10-2 0 15,0 0 0-15,0 0 0 0,0 0 0 0,0 0 0 16,0 0 0-16,0 0 0 0,0 0 0 15,0 0 0-15,0 0 0 0,27-16-429 0,-12 9-254 16,6-1-105-16,2 0-60 0,11-1 78 16,6-3-819-16,2 4-1031 0</inkml:trace>
  <inkml:trace contextRef="#ctx0" brushRef="#br0" timeOffset="43324.44">11031 9075 4062 0,'-9'-5'-187'0,"9"5"46"0,-13-5 44 0,6 4 48 0,-2-1 47 0,9 2 49 0,-14-6 36 0,1 1 21 0,6 2 25 16,7 3 19-16,-15-4 14 0,9 3 3 15,6 1 10-15,-13-5 2 0,13 5 3 16,-11-2 1-16,11 2-4 0,-9-2 1 15,9 2-1-15,0 0 2 0,0 0-3 0,-11-3-5 16,11 3 3-16,-7-2-12 0,7 2-13 16,0 0-4-16,0 0-15 0,0 0-7 0,0 0-7 15,0 0 1-15,0 0 5 0,0 0 2 16,0 0-1-16,34 0-7 0,-5 2-9 0,12-2-11 16,7 2-9-16,15 1-6 15,2-1-57-15,5 1-24 0,3 4 0 0,1-4 0 0,-2-1 0 16,5 1 0-16,-11-3 0 0,-12 2 0 15,-7-2 0-15,-3 0 0 0,-2 2 0 0,-12-6 0 16,-5 4 0-16,-3 0 0 16,-2 0 0-16,-1-3 0 0,3 1 0 0,-4 1 0 15,1-1 0-15,-3 0 0 0,3 0 0 16,-4 1 0-16,-2-1 0 0,1 0 0 0,-1 1 0 16,0-1 0-16,-3 2 0 0,1-2 0 15,-11 2 0-15,20-1 0 0,-13-1 0 0,-7 2 0 16,18 0 0-16,-18 0 0 0,16 0 0 15,-7 0 0-15,-9 0 0 0,22 0 0 0,-10 0 0 16,-3 2 0-16,-9-2 0 0,23-2 0 16,-10 2 0-16,0 0 0 0,-3-2 0 0,3 2 0 15,-1-2 0-15,-12 2 0 0,19 0 0 16,-9-1 0-16,-10 1 0 0,13-2 0 16,-13 2 0-16,13-2 0 0,-13 2 0 0,8 0 0 15,-8 0 0-15,0 0 0 0,15-1 0 16,-15 1 0-16,7-2 0 0,-7 2 0 0,0 0 0 15,10-2 0-15,-10 2 0 0,0 0 0 16,0 0 0-16,0 0 0 0,0 0 0 0,13-2 0 16,-13 2 0-16,0 0 0 0,0 0 0 15,0 0 0-15,0 0 0 0,0 0 0 0,0 0 0 16,0 0 0-16,0 0 0 0,-38 4 0 16,24-4 0-16,-2 2 0 0,-5-2 0 0,-4-2 0 15,-4 2 0-15,-13-4 0 16,3 1 0-16,-6 1 0 0,6-1 0 0,-1 1 0 15,-3 0 0-15,11 1 0 0,3-1 0 16,1 0 0-16,-5 2 0 0,5-1 0 0,-3-1 0 16,4 2 0-16,2 2 0 0,-4-4 0 15,2 2 0-15,6 0 0 0,-2-2 0 0,3 2 0 16,-4-1 0-16,1 1 0 0,2-2 0 16,-1 4 0-16,1-2 0 0,-2 0 0 0,-1 0 0 15,0-2 0-15,0 4 0 0,0-2 0 16,1 0 0-16,3 1 0 0,-3-1 0 0,2 2 0 15,-1-2 0-15,2 2 0 16,1-1 0-16,-3 1 0 0,0-2 0 0,3 3 0 16,-1-1 0-16,2 1 0 0,2-3 0 15,1 2 0-15,2-2 0 0,0 2 0 0,0 0 0 16,3-2 0-16,10 0 0 0,-17 1 0 16,9-1 0-16,8 0 0 0,0 0 0 0,-17 2 0 15,17-2 0-15,0 0 0 0,-12 0 0 16,12 0 0-16,0 0 0 0,0 0 0 0,-13 0 0 15,13 0 0-15,0 0 0 0,0 0 0 16,0 0 0-16,0 0 0 0,0 0 0 16,-4-5 0-16,4 5 0 0,0 0-760 15,11-12-207-15,-2 7 99 0,-2-2-1035 0,2 2-1326 16</inkml:trace>
  <inkml:trace contextRef="#ctx0" brushRef="#br0" timeOffset="44257.39">11251 7683 4769 0,'-10'0'-300'0,"10"0"55"0,-17 2 57 0,17-2 59 0,-14-2 41 0,14 2 43 0,0 0 34 15,-16-2 39-15,16 2 28 0,-14-1 16 0,14 1 15 16,-9-3 15-16,9 3 11 0,-13-3 8 15,13 3 6-15,-12-3 5 0,12 3 5 0,-11-1 2 16,11 1 0-16,0 0-1 0,-18-2 0 16,18 2-5-16,0 0-9 0,-11-2-8 0,11 2-5 15,0 0-10-15,0 0-6 0,0 0-7 16,-12-4-5-16,12 4-3 0,0 0 0 16,0 0 12-16,0 0 19 0,0 0 10 15,0 0 1-15,46 16 9 0,-21-13 1 0,20 5 2 16,14-2 0-16,6-1-10 0,10 2-13 15,4 1-9-15,4-3-12 0,3 1-8 16,1 0-7-16,-1 0-6 0,-3-2-9 0,0 0-7 16,-7-1-2-16,-7-3-5 0,-5 0-2 15,-16-3-40-15,-4 3-4 0,-3-1 0 0,-7 0 0 16,-9-1 0-16,-3 0 0 0,-1 0 0 16,-3 0 0-16,0 1 0 0,1-2 0 0,-4 0 0 15,-1 2 0-15,-1-1 0 16,-2 0 0-16,-11 2 0 0,20-2 0 0,-20 2 0 0,14-2 0 15,-14 2 0-15,10 0 0 16,-10 0 0-16,0 0 0 0,13 0 0 0,-13 0 0 16,0 0 0-16,0 0 0 0,0 0 0 15,16-2 0-15,-16 2 0 0,0 0 0 0,0 0 0 16,0 0 0-16,9-3 0 0,-9 3 0 16,0 0 0-16,0 0 0 0,0 0 0 0,0 0 0 15,0 0-255-15,0 0-592 0,0 0-85 16,-25-8 90-16,25 8-966 0,-13 0-1235 0</inkml:trace>
  <inkml:trace contextRef="#ctx0" brushRef="#br0" timeOffset="49239.13">9303 6553 4549 0,'0'0'-251'0,"15"0"58"0,-15 0 55 0,0 0 55 0,0 0 46 0,0 0 42 0,0 0 41 16,0 0 30-16,0 0 20 0,0 0 13 15,0 0 9-15,0 0 2 0,15-2 4 16,-15 2 0-16,0 0-5 0,0 0-3 15,0 0-8-15,0 0-5 0,0 0-5 0,0 0-3 16,0 0-12-16,0 0-4 0,0 0-4 16,0 0 1-16,0 0-3 0,0 0 4 0,0 0 1 15,0 0 7-15,0 0-8 16,0 0-2-16,0 0-7 0,0 0-8 0,-40 12-7 0,17-7-6 16,1 2 1-16,-10 2-6 0,5-3-7 15,2 2-2-15,-5 1 1 0,1-5-7 16,8 4 0-16,2-6-6 0,3 2 0 15,-3 2-4-15,6-5-3 0,0 3 1 0,3-4-6 16,10 0 1-16,-15 4 5 0,15-4-4 16,-14 2-2-16,14-2 7 0,-9 2-5 15,9-2-3-15,0 0 3 0,-11 4 2 0,11-4 4 16,0 0 0-16,-14 1-3 16,14-1 3-16,0 0-7 0,0 0-1 0,0 0-2 15,0 0 0-15,-11 1 0 0,11-1 0 0,0 0-3 16,0 0-2-16,0 0-3 0,0 0 2 0,0 0 2 15,0 0-5-15,0 0 3 0,0 0-2 16,0 0 6-16,0 0-6 0,0 0-4 0,0 0-2 16,0 0 9-16,0 0-3 0,0 0 0 15,-14 3 1-15,14-3 0 0,0 0-2 16,0 0-1-16,0 0 0 0,0 0 1 16,0 0 0-16,0 0 0 0,0 0 3 15,0 0 0-15,0 0 0 0,0 0-3 0,0 0-1 16,0 0-1-16,0 0 6 0,0 0-9 15,0 0 5-15,0 0 1 0,0 0 2 0,0 0 2 16,0 0-3-16,0 0-7 0,0 0 12 16,0 0-7-16,-9 3 0 0,9-3 3 15,0 0 0-15,0 0-2 0,0 0 1 16,0 0-4-16,0 0 4 0,-4 7-1 0,4-7 0 16,0 0 5-16,-5 4-1 0,5-4-1 15,-6 8 1-15,6-8-4 0,-4 9 2 0,2-2 0 16,-2-1-8-16,2 3 8 0,-1 1 3 15,-3 2-4-15,2-2-2 0,1 2 5 16,-4 2-3-16,3 1 2 0,-1-1 2 0,-2 1 1 16,1 1 15-16,-2 1 2 0,0-1-1 15,1 2-1-15,0-1 1 0,1-2 6 0,-1 2-6 16,2-3 6-16,-1 2-14 16,1 0 3-16,1 1 0 0,1 2-5 0,-4-2 4 15,3 0-2-15,2 0 2 0,-3-2-7 16,1 4 6-16,1-2-1 0,-1 1 2 0,2-1-7 15,-3 1 1-15,4-1-3 0,-3 1 3 16,2-1-3-16,2 2 3 0,0-2-6 0,2 1 1 16,-2-3 6-16,4 2-7 0,-1-2 3 15,6 4 1-15,-4-2-1 0,4 1 4 0,3-3-7 16,-1 2 1-16,0-2 3 0,2-1-9 16,-1 1 2-16,1-4 6 0,-4-1-1 0,2 0 1 15,-1 1-6-15,-1-5 4 0,0 2 4 16,3-4-4-16,0 0-1 0,-1-1 7 15,2-1-7-15,-1-2 11 0,-12 0-5 0,26-6-2 16,-11 1-1-16,5-7-5 0,-3 4 4 16,5-9 0-16,-1-2-18 0,3-1-17 15,-6 0-24-15,0 3-38 0,-4 2-45 16,-3 1-51-16,0 1-67 0,-6 1-79 0,2 2-78 16,-4-2-100-16,-3 5-140 0,2 0-47 15,-2 2 74-15,0-2-526 0,0 7-619 0</inkml:trace>
  <inkml:trace contextRef="#ctx0" brushRef="#br0" timeOffset="49939.23">9402 6706 3273 0,'-17'-15'-2'0,"11"6"4"0,-1-6 5 0,1 2 26 0,2-5 38 0,0-1 16 0,0-3 10 0,4-5-7 16,0 0-9-16,4-12-13 0,4-2-5 0,5-14-8 15,7-1-6-15,0-6-13 16,14-16-3-16,11 3-3 0,-2 1-1 0,7 2-7 16,3 3-3-16,7 3-2 0,2 8 3 15,7 4-4-15,-1 7-5 0,5 10-2 0,-8 10-1 16,3 4 7-16,4 6-7 0,1 5-6 15,3 4 8-15,-3 3-6 0,-1 3 4 0,-6 2 1 16,-14 0-7-16,0 2 0 0,-9-2 0 16,-10 1 20-16,-8 1 14 0,-4 0 26 15,-4-2 19-15,2 0 22 0,-6 0 10 16,3 2 9-16,-16-2 9 0,18 0 6 16,-18 0 1-16,18 0-8 0,-18 0-11 0,13 0-13 15,-13 0-13-15,10 0-9 0,-10 0-8 16,0 0-21-16,13 1-29 0,-13-1-39 0,0 0-48 15,1 7-65-15,-1-7-88 0,-5 10-92 16,1-3-115-16,2 0-152 0,-5 5-83 0,-3-2 60 16,-3 6-409-16,-6 7-480 0</inkml:trace>
  <inkml:trace contextRef="#ctx0" brushRef="#br0" timeOffset="57340.3">11148 7640 2497 0,'-12'-3'-118'0,"12"3"51"0,-17-2 34 0,10 2 32 0,7 0 35 0,-24-2 29 16,13 2 26-16,0 0 27 0,-3-1 15 0,14 1 21 15,-23 0-3-15,14 0 9 0,-2 0 3 16,11 0-1-16,-16 1-1 0,16-1-1 0,0 0-3 16,-13 0-2-16,13 0-1 15,0 0 3-15,0 0 3 0,0 0-5 0,0 0-14 16,46-2-12-16,-23-2-9 0,2 0-14 0,0-1-10 15,-3 1-11-15,1 0-7 0,0 0-9 16,-5 0-5-16,-4 1-2 0,-1 1-1 0,-1 1 9 16,-3-3 12-16,-9 4 10 15,13-2-14-15,-13 2-5 0,0 0-14 0,0 0 0 16,0 0-7-16,0 0-4 0,-39 9 0 16,26-5-8-16,-5-1-5 0,3-1-1 0,-4 0-1 15,1 2-7-15,7-2-1 0,-2 2-5 16,1-3 0-16,12-1-4 0,-16 4 1 0,16-4-10 15,-10 2 0-15,10-2-4 0,0 0-6 16,0 0-10-16,0 0-27 0,0 0-44 0,0 0-59 16,0 0-65-16,0 0-69 0,0 0-65 15,0 0-67-15,0 0-84 0,0 0-121 0,0 0-12 16,0 0 67-16,8 12-386 16,-8-12-426-16</inkml:trace>
  <inkml:trace contextRef="#ctx0" brushRef="#br0" timeOffset="58073.31">11054 7632 2621 0,'6'-5'39'0,"-6"5"33"0,3-6 17 0,-3 6 22 0,0 0 29 0,0 0 26 16,3-7 10-16,-3 7 4 0,0 0-9 0,0 0-5 15,0 0 0-15,0 0-9 0,-12 26-4 16,7-14 0-16,-3 2 0 0,-7 10 0 16,-2 1 0-16,1 4-2 0,2-2 1 0,-8 2-3 15,7 0-5-15,-2 2-1 0,-3-1-9 16,0 11-9-16,4-11-1 0,-3 2-10 0,-1 7-5 16,0 0-13-16,4-7-12 15,0-3-3-15,-2 4-10 0,2-2-8 0,-4-1-5 16,8 0-3-16,-6 0-1 0,3-3-5 0,3-5-10 15,-1 1 2-15,2-3-7 0,1-3-2 16,1-2-6-16,1-1 9 0,0-2 0 16,1 0 2-16,-1 0 0 0,1-2-3 15,-1 2-4-15,-2-3 6 0,3 2-2 0,-2 2-4 16,-2-2-1-16,0 3-5 0,-2 1-2 16,0-2-2-16,-2 1 0 0,1-1-5 0,1 3-3 15,-1-2 6-15,1-1-7 0,-1 1 0 16,1-1-1-16,1 1-3 0,1-3 5 0,-2 1-4 15,3 0-5-15,1-2 4 0,2-2-3 16,-1 1 1-16,0 0 0 0,1-1 5 0,-1 1 0 16,1-1 0-16,-2 2-5 15,2-1 4-15,2 1-1 0,-8 2 3 0,6 0-4 0,-2-1-1 16,2 1-1-16,-4 0 4 16,4 1-4-16,0 0 1 0,-3-1 4 0,2-2-5 15,1 2-5-15,-3-3 3 0,5 1 3 16,-2-2 1-16,4 3-9 0,-5-3-10 0,6-1 2 15,-3-2 14-15,5-5-6 0,-8 11-1 16,2-3 11-16,2-3 17 0,1 5-9 0,-5-1 1 16,5 0-1-16,-8 4-1 0,6-3-8 15,1-2 2-15,-1 0 1 0,-1-1-2 0,2-1-2 16,4-6-11-16,-6 9 11 16,2-4 0-16,4-5-1 0,-3 5 2 0,3-5-4 0,-4 7 1 15,4-7-2-15,0 0-12 0,-4 7-18 16,4-7-4-16,0 0-18 0,0 0-17 0,-2 6-16 15,2-6-18-15,0 0-25 16,0 0-33-16,0 0-48 0,0 0-67 0,0 0-76 16,19-13-77-16,-13 4-84 0,3 4-113 15,1-5-89-15,0 2 68 0,5-3-567 0,0-1-675 16</inkml:trace>
  <inkml:trace contextRef="#ctx0" brushRef="#br0" timeOffset="59089.48">9242 7745 3149 0,'8'-10'-87'0,"-2"3"25"0,-3-1 19 0,-1 3 20 0,4 3 27 0,-6 2 35 0,1-6 28 0,-1 6 12 16,0 0 9-16,4-7-2 0,-4 7-3 16,0 0 6-16,0 0 3 0,0 0 7 15,-15 32 11-15,2-7 4 0,-2 8 3 0,-7 15 9 16,2-1 11-16,-3 8 5 0,-2 2 10 15,2 3 1-15,3 2 2 0,-2 0-6 0,-1 2-5 16,2 2-3-16,-1-4-16 0,4-2 2 16,2-2-24-16,0-4-2 0,3-4-14 15,1-3-1-15,3-10 18 0,0-1-6 0,-2-3-7 16,4-9-13-16,3-3 6 0,3-4-3 16,-5-1 1-16,4-5-8 0,-2 1-4 0,2-1 0 15,0-5-5-15,0 2-9 16,0-2 2-16,2-6-10 0,-4 12 2 0,4-12-7 15,-1 9-9-15,1-9-15 0,-2 6-19 16,2-6-34-16,-2 6-28 0,2-6-33 0,0 0-39 16,0 0-48-16,-6 2-60 0,6-2-65 15,0 0-59-15,0 0-56 0,0 0-74 0,-5-14-88 16,7 5-68-16,-2 9 65 0,3-18-424 16,1 7-485-16</inkml:trace>
  <inkml:trace contextRef="#ctx0" brushRef="#br0" timeOffset="60986.85">12440 7560 2656 0,'6'-4'-68'0,"-6"4"27"0,5-7 27 0,-5 7 18 0,7-3 24 0,-7 3 19 0,2-5 14 16,-2 5 12-16,0 0 14 0,5-5-3 0,-5 5 1 15,0 0 4-15,0 0 6 16,0 0 9-16,0 0-2 0,0 0 5 0,0 0 0 0,-16 20-3 16,11-11 8-16,-6 1 5 0,-5 7-3 15,-5 2 2-15,0 3-1 0,0 5-3 0,2-4-2 16,-3 1 0-16,-3 1-4 16,-6 7 4-16,6-8-3 0,2 0-3 0,-2 0-4 15,3 0 2-15,1 1-5 0,-2 0-7 16,1-3-1-16,4 0-5 0,-2 2-6 0,2-2 2 15,0 0-9-15,4 1-3 0,-2-4-12 16,7-2-3-16,-3 0-7 0,1-1-2 16,0 1-1-16,0-2 0 0,0 2 2 0,2-1 1 15,-3-1 5-15,3 1-8 0,-2-3 2 16,-1 1-1-16,2-2-2 0,-2 1-5 16,3-1-4-16,0 0-5 0,2-3 1 0,-4 3-5 15,2 1 0-15,0-1 0 0,1-2-4 16,0 2 0-16,1-1-2 0,-1 0-5 15,-2 1 3-15,1-2-1 0,4 2-1 0,-6-1 1 16,4-1 8-16,0 2 5 0,-3-2-4 16,2 0 3-16,2-1-3 0,-3 1 3 0,2-1-10 15,-1 1 7-15,0-1-1 0,3-3-10 16,-3 4 2-16,3-3-5 0,-4 0-2 0,4 2 5 16,-3-1 6-16,3-3-7 0,1 3-2 15,0-2 5-15,-2 0 4 0,2 1-7 16,1-1-2-16,-3 0 3 0,2 0 5 0,-2 2-8 15,2-2 3-15,-1 3 8 0,-5-3-3 16,9 2 3-16,-7-2-6 0,2 1-4 16,0 0 10-16,2 0-5 0,-1 0-4 0,-1-2 0 15,0 4 6-15,0-3-3 0,3 1 6 16,-3-2-6-16,2 4 14 0,-3-2-5 16,2-1 3-16,-2 3-2 0,0 1 9 0,1-1 5 15,-1-1 4-15,0 3 1 0,0-1 2 16,1-2-9-16,1-3-4 0,-1 4-4 0,2-2 2 15,-2 1-7-15,2-3 1 0,4-5-1 16,-7 12-1-16,5-8-1 0,2-4 3 0,-5 10-2 16,0-4 6-16,1 0 7 15,4-6 1-15,-5 9-31 0,5-9-6 0,-4 8 0 0,4-8 0 16,-4 10 0-16,4-10 0 16,-1 7 0-16,1-7 0 0,-4 6 0 0,4-6 0 0,0 0 0 15,-6 6 0-15,6-6 0 16,0 0 0-16,-3 8 0 0,3-8 0 0,0 0 0 15,0 0 0-15,0 0 0 0,0 0 0 16,-3 7 0-16,3-7 0 0,0 0 0 0,0 0 0 16,0 0 0-16,0 0 0 0,0 0-124 15,0 0-190-15,0 0-96 0,0 0-96 0,2-29-104 16,4 14-123-16,3-2-42 0,4-8 74 16,5-3-666-16,5-9-820 0</inkml:trace>
  <inkml:trace contextRef="#ctx0" brushRef="#br0" timeOffset="61953.38">12436 7532 3488 0,'10'-3'-170'0,"-10"3"34"0,3-5 28 0,-3 5 25 0,4-4 25 0,-4 4 17 0,0 0 15 0,5-5 0 16,-5 5 6-16,0 0 2 16,0 0-1-16,0 0 2 0,5-5 8 0,-5 5 5 0,0 0 9 15,0 0 8-15,0 0 10 16,0 0 15-16,-14 22 15 0,7-11 13 0,-2 4 15 15,-7 1 15-15,-2 9 14 0,0-1 15 16,-3 3 5-16,-1 1 5 0,-12 5 10 0,7 1 1 16,-3-1 4-16,6-7-1 0,-7 8-2 15,3-4 1-15,5-4-2 0,-4-1 0 0,-2 8-9 16,4-7-9-16,3 2-6 0,-1-5-11 16,4 1-9-16,-3-2-4 0,2 1-11 15,1 0-3-15,2-8-10 0,3 2-12 16,-1-3-2-16,3 1-5 0,-1 0-4 0,1-1-2 15,1 1-10-15,-2-1 6 0,1 0-5 16,0 2 3-16,-2-4 1 0,3 1-4 16,-2 1 2-16,2 0-7 0,-1-1-3 0,-2 1 0 15,3 0-4-15,-2 1-1 0,-3 1 1 16,5-3-4-16,-3 3 8 0,1-1 6 0,-3 3-4 16,3-5-6-16,1 3 0 0,-1-1-2 15,1-1 3-15,-2-1-5 0,-1 2 2 0,1-1-2 16,3 1-5-16,-3-1-5 15,3-1 2-15,0 1 0 0,-3 0-2 0,7-3-2 16,-3 1 3-16,-2 2 3 0,1 0 1 16,0 1-1-16,-1 0 7 0,3-2 7 0,-3 2-5 15,1 0 13-15,4-3-5 0,-6 0 10 16,6 0 0-16,-2 0-12 0,2 0 4 0,-2-1 0 16,2-2 2-16,-1 3-4 0,1-4 7 15,2 1-2-15,0-3 7 0,-1 2 0 0,3 2 2 16,-3-4-3-16,2 2 9 0,3-3-1 15,1-5 3-15,-9 12 3 0,5-6 4 0,3 0 4 16,1-6-13-16,-10 9 4 16,9-3-15-16,1-6-44 0,-8 10 0 0,5-3 0 15,3-7 0-15,-1 7 0 0,1-7 0 16,0 0 0-16,-6 7 0 0,6-7 0 0,0 0 0 16,0 0 0-16,-6 6 0 0,6-6 0 15,0 0 0-15,0 0 0 0,0 0 0 16,-3 6 0-16,3-6 0 0,0 0 0 0,0 0 0 15,0 0-41-15,0 0-259 0,0 0-93 16,0 0-93-16,-8-14-84 0,8 14-103 0,0-14-124 16,2 6 70-16,2-3-703 0,-2 1-880 15</inkml:trace>
  <inkml:trace contextRef="#ctx0" brushRef="#br0" timeOffset="63035.78">11074 7660 3640 0,'3'-6'-165'16,"1"1"34"-16,-4 5 26 0,0-6 17 0,0 6 27 0,0 0 25 0,0 0 21 15,0 0 8-15,0 0 7 0,0 0 7 0,0 0 10 16,-11 17 16-16,-1 1 19 0,-3 10 21 15,-10 8 19-15,-2 8 25 0,1 6 10 0,-7 6 11 16,-6 18 2-16,-6 2 10 0,4-4 6 16,-1 0 9-16,-2-2 9 0,0 2 14 15,-2-5 1-15,10-16 11 0,2-1 9 16,-2-1 12-16,4-8-1 0,-1 0 7 0,1-7 0 16,5 1-6-16,6-10-17 0,1-2-14 15,8-5-21-15,-2-5-14 0,4-1-14 0,1 0-16 16,2 0-11-16,-2 1-12 0,2-2-9 15,2 1-10-15,-3 2-8 0,2-1-5 0,-2-1-8 16,5 0-6-16,-3-1-6 0,2-1-4 16,-1-1-6-16,0-2-1 0,1 2-37 15,-1-3-2-15,3 0 0 0,0-1 0 0,2-5 0 16,-3 10 0-16,3-10 0 0,-4 7 0 16,4-7 0-16,-4 8 0 0,4-8-2 15,-2 4-127-15,2-4-59 0,0 0-68 0,0 0-76 16,0 0-92-16,0 0-95 0,0 0-93 15,0 0-165-15,0 0 52 0,-12-14 80 16,12 14-573-16,2-10-682 0</inkml:trace>
  <inkml:trace contextRef="#ctx0" brushRef="#br0" timeOffset="73867.86">15994 4439 3083 0,'0'0'-167'0,"-2"-12"37"0,2 12 36 0,-2-9 34 0,2 4 26 0,0 5 25 0,0 0 27 0,0-13 19 0,0 13 18 15,-1-7 10-15,1 7 13 0,-2-7 15 16,2 7 13-16,0 0 2 0,-4-9-4 16,4 9 6-16,0 0-9 0,0 0-12 15,0 0 0-15,0 0 10 0,0 0 27 16,0 0 2-16,-14 29 11 0,9 2 13 0,-5 5 7 16,2 5 8-16,1 10 8 0,-3 0-2 15,2 0 7-15,3-8-14 0,-3-2-9 0,4 0-18 16,-1 1-4-16,-1-6-29 0,2 0 7 15,0-9-24-15,2-3 3 0,-2-2-17 0,3-5-14 16,-1-3-2-16,0 0-11 0,0-4-2 16,2-2-3-16,-2 3 1 0,2-4-13 15,0-7-30-15,-2 8-32 0,2-8-41 16,0 0-54-16,0 0-56 0,0 0-74 16,0 0-76-16,0 0-73 0,0 0-93 0,-10-22-142 15,8 13-13-15,-1 3 66 0,-3-3-353 16,4 0-419-16</inkml:trace>
  <inkml:trace contextRef="#ctx0" brushRef="#br0" timeOffset="74419.2">16257 4386 2706 0,'0'-11'71'0,"0"3"38"0,0 1 49 0,0 7 25 0,0-10 22 0,0 10-2 16,0 0-16-16,0 0-23 0,0 0 4 16,0 0 23-16,0 0 12 0,-10 29 1 0,6-5-6 15,1 15-10-15,-5 6 11 0,5 10 8 16,-4-1-11-16,4 0-18 0,-5 1-16 0,3-12-26 15,-1 0-14-15,0-2-11 0,-2-2-5 16,6-3-10-16,-7-1-1 0,4-10 11 16,-6 4 2-16,2-7-10 0,4-4-3 0,-1-3-11 15,2-3-5-15,0-3-8 0,-2-1-4 16,4-1-2-16,2-7-5 0,-7 8-6 16,7-8-5-16,0 0-7 0,0 0-5 15,0 0-8-15,-2-29-3 0,8 11 4 0,9-10-12 16,-2 1-2-16,2-2-8 0,6 3 1 15,-5 1-2-15,-1 8 0 0,-6 5-7 0,1 0-1 16,-1 7-5-16,1-3 4 0,0 4 0 16,-3 4-5-16,4-2 0 0,-11 2 7 0,20 4-6 15,-11 2 10-15,-1-2-3 16,2 3 5-16,-3 3-5 0,0-4-1 0,2 4-2 16,-6-1-17-16,5 1-11 0,-3-1-22 15,1 0-26-15,-4-4-35 0,-1 3-39 0,4 1-42 16,-1-1-59-16,-2-2-76 0,-2 2-97 15,0-3-98-15,0-5-158 0,-4 14-73 0,4-9 82 16,0-5-555-16,2 7-690 0</inkml:trace>
  <inkml:trace contextRef="#ctx0" brushRef="#br0" timeOffset="74800.37">16649 4884 3535 0,'0'0'84'0,"-2"-8"42"0,2 8 41 0,-3-9 34 0,3 9 25 0,0 0 10 0,0-8-5 0,0 8-26 16,0 0-18-16,3-10-19 0,-3 10-18 15,10-8-10-15,0 5-18 0,-1-3-10 16,1 0-15-16,-1 1-6 0,2 0-13 0,1-2-4 16,-1-1-4-16,0 2-10 0,2-4-7 15,-6 0-8-15,0 1-2 0,0 3-6 0,-3-3 0 16,-3 1-8-16,-1 8-11 0,-1-9-1 15,1 9-2-15,-14-5-7 0,14 5 3 0,-27 3 3 16,7 2-5-16,-9 9-2 16,0 1 2-16,2 1-3 0,2 3 4 0,1 0-19 15,1 2 0-15,11-3 1 0,-9 3 2 16,10-2 1-16,4-2-1 0,1-3 3 16,4-2 8-16,2-2 8 0,2 0 3 0,4 1 1 15,1 0-2-15,2-2-5 0,3-2 5 16,1-2-4-16,3 0-33 0,1-2-46 0,0 1-74 15,4-4-102-15,0 0-132 16,4-4-151-16,0 1-179 0,-2 0-22 0,-1-2 78 0,-5 1-480 16,5 1-597-16</inkml:trace>
  <inkml:trace contextRef="#ctx0" brushRef="#br0" timeOffset="75266.63">16837 5104 3156 0,'-20'-9'22'0,"20"9"37"16,-2-10 22-16,2 10 16 0,0-11 7 16,4 3 9-16,3-4-1 0,2 0-6 0,4-3-7 15,8-7-10-15,-1-4-7 0,11-5-11 16,-1-4-11-16,1-4-6 0,1-3 3 16,1-1-13-16,0 0-10 0,-3 2 1 15,-6 7-5-15,-4 8 15 0,-5 2 8 0,-4 6-3 16,-1 5-3-16,-3 3-2 0,-1 2-8 15,-4 3-5-15,2 5-6 0,-4 0-3 16,0 0-1-16,0 0 2 0,-12 19-5 0,5-5-1 16,-3 5-4-16,1 0 2 0,3-2-4 15,0-1 5-15,4 1 23 0,2-2 27 0,2 2 22 16,5-1 13-16,2 1 13 0,-2 1 9 16,4 2 4-16,1-4 13 0,1 9 15 0,1-4 1 15,-5-4 6-15,1-1 17 0,-5 0 6 16,3 3 18-16,-4-3 12 0,0 1 6 15,-4-2 2-15,-4 0 4 0,2 1-10 0,-8 2-9 16,3 0-192-16,-4-1-17 0,-3-2 0 16,-1-1 0-16,-1-1 0 0,2 1 0 15,-2-7 0-15,1-2 0 0,-1 0 0 16,3-1 0-16,-1-4 0 0,2 0 0 0,-3-6 0 16,-1-6 0-16,7 1 0 0,-1-7-126 15,6-2-432-15,0-1-99 0,4 1-153 0,4 1-57 16,2-1 85-16,7-9-711 0,2 6-941 15</inkml:trace>
  <inkml:trace contextRef="#ctx0" brushRef="#br0" timeOffset="75636.75">17540 4811 3885 0,'0'0'-42'0,"0"0"86"0,0 0 34 0,3 7 58 0,-3-7 38 0,0 0 25 0,0 0 15 0,0 0-1 0,0 0-8 15,23-6-11-15,-23 6-6 0,17-9-8 16,-5 2-14-16,1-2-13 0,-2 0-6 0,1-1-11 16,1-2-5-16,-1-3-8 0,-1-1-3 15,-3 3-1-15,2-3-4 0,-7 1-4 16,3 2-7-16,-2 2-5 0,-6 2-15 0,-2 1-13 16,-1 1-9-16,-9 2-5 15,-5 5-21-15,0 2-2 0,-17 4-8 0,2 6-5 16,-2 4 1-16,6 3-6 0,4 3-1 15,1 2 4-15,6 0-4 0,2 1-1 0,5-2 5 16,8-3 4-16,1-3 14 0,3 0-1 16,3 0 4-16,5 1 1 0,6-2 0 0,-1-1-6 15,10 4-7-15,-4-7 11 0,1-4-6 16,2-1-29-16,-3-3-45 0,0-1-52 0,-6-2-70 16,2-1-71-16,-3 0-104 0,-1-2-115 15,-3 0-114-15,-8 2-141 0,7-9-86 0,-7 9 79 16,-11-12-630-16,-7 2-800 0</inkml:trace>
  <inkml:trace contextRef="#ctx0" brushRef="#br0" timeOffset="75949.53">15091 4153 3448 0,'-27'0'-47'0,"5"0"38"0,0 0 33 0,7 1 35 0,2-2 44 0,13 1 31 0,-20-2 2 0,15 0-6 0,5 2-7 0,0 0-1 0,0 0 1 0,0 0-10 16,43-1-12-16,3 1-7 0,23 1-11 15,7-1-6-15,9 2-22 0,-1 0-46 16,4-4-86-16,2 4-109 0,-2-6-104 0,-10-2-141 16,-8 2-183-16,-9-3 14 0,-19 2 53 15,-8 0-179-15,-13 1-217 0</inkml:trace>
  <inkml:trace contextRef="#ctx0" brushRef="#br0" timeOffset="76753.61">18788 5206 2343 0,'-11'-2'226'0,"1"4"15"0,10-2 20 0,0 0 27 0,-15-10 6 0,15 10-6 16,-4-8-21-16,4 8-18 0,6-11-22 15,-1 1-14-15,4-3-21 0,3 0-20 0,9-10-18 16,2 0-11-16,2 0-15 16,7-8-11-16,2-3-16 0,0 1-14 0,2-4-8 15,3-1-8-15,-3-2-9 0,0 6-6 16,-1 5-5-16,-12 4 0 0,0 5-11 0,-9 5-8 15,-1 1 1-15,-4 5-5 0,-4 1-13 16,3 3-6-16,-5 0-15 0,-3 5 0 0,7-4 5 16,-7 4-7-16,0 0 1 0,0 0-3 15,-16 19-6-15,12-9 3 0,1-1-5 16,-1 3 5-16,2 0 2 0,2 1 3 0,6 3 1 16,-1-1 0-16,3 8-1 0,6 2 4 15,-2 4 6-15,2-1-2 0,-4-5-3 0,2 4 6 16,-3-4 7-16,-4-2 18 0,-3-4 15 15,0 1 19-15,-4-1 25 0,0 1 24 16,-1-4 10-16,-8 5 8 0,2-4 3 16,2-1-7-16,-2-1-11 0,-3-1-5 0,2-4-12 15,-4 1-14-15,3-1-8 0,2-2-13 16,-3-4-34-16,1 0-48 0,2 0-58 0,9-2-73 16,-18-6-78-16,13-1-95 0,-1-3-112 15,4-2-104-15,4 0-114 0,2-3-129 16,1 1 67-16,3 1-598 0,4-5-770 0</inkml:trace>
  <inkml:trace contextRef="#ctx0" brushRef="#br0" timeOffset="77633.83">19508 5083 3836 0,'0'0'28'0,"-3"9"25"0,3-9 32 0,0 0 36 0,0 0 29 0,0 0 12 0,0 0-8 0,0 0-17 15,0 0-15-15,0 0-10 0,0 0-12 0,34-22-6 16,-19 12-11-16,6-9-10 0,2 0-10 16,-1 0-4-16,1-3-4 0,2 0-6 0,-2 0-7 15,-2-2-3-15,0 1-3 16,-5 5-3-16,-3 5-3 0,-6 3 9 0,0-1 1 16,2 5 4-16,-6-2 3 0,3 2-6 15,-6 6-4-15,5-9-8 0,-5 9 0 0,0 0-7 16,0 0-2-16,0 0-2 0,-20 27 0 15,10-13 2-15,-1 6-3 0,2 0-1 16,-2-1-17-16,6 2 3 0,-1 1-1 0,4-3 0 16,1-1 2-16,1 0-2 0,0-3-1 15,5 0 1-15,1-4 3 0,-3-3 3 0,8-3 0 16,-2 0-7-16,4-5 4 0,-13 0 5 16,34-8-2-16,-15-1-3 0,8-4 5 0,-2-1 1 15,2-3-5-15,-5 0-2 16,-3 2-2-16,-3 2 4 0,-1 1-3 0,-8 2 11 0,5 2 6 15,-2-3 4-15,-5 5-6 16,1 2-7-16,-3 1 4 0,-3 3-3 0,0 0-4 16,0 0 6-16,0 0-5 0,0 0-3 15,0 0-2-15,-13 27 4 0,8-15-4 0,-1 2 4 16,3 1-2-16,-2-1 0 0,3 0-1 16,0-1-2-16,4-1 4 0,-2 0 0 15,7-2-1-15,-4-1 1 0,7-4-3 0,2 2 2 16,4-3-11-16,5-4-8 0,3-6-17 15,17-2-8-15,-5-6-9 0,11-5-7 0,-1-5-5 16,1-4-3-16,-2-1 3 16,-2-10 0-16,2-5-2 0,6-18 5 0,0-3-2 0,-3-5-2 15,-2-4 12-15,-2-2 2 0,-1-6 3 16,2-2 7-16,-4 4 4 0,-5 7 0 16,-11 22 9-16,-4 5 19 0,-9 11 3 15,-5 12 4-15,-2 2 2 0,-4 7-6 0,-2 3-1 16,-6 7-5-16,0 2 6 0,7 2 4 15,-31 13 11-15,4 12 6 0,-9 12 13 16,0 8 13-16,-14 16 13 0,5 10 5 0,1 6 7 16,-1 0 0-16,0 4-1 0,6-5 6 15,2-4 11-15,14-14-4 0,2-4-2 16,6 0-10-16,3-7-5 0,9-7 3 16,1-11 6-16,4-5-24 0,1-1 2 0,6-4-11 15,2-3-2-15,4-5-1 0,6-3-3 0,2-4-4 16,4-6-3-16,9-1 1 0,-2-6-2 15,-2-3 18-15,-3-1 36 0,-1-6 6 16,-4 2 11-16,-10 3 9 0,-2 0 2 0,-2 1-10 16,-7 3-6-16,-1 2-11 0,-4 0-12 15,-3 1-9-15,-4 1-5 0,-7 4-13 0,-3 0-40 16,-6 2-53-16,-1 2-72 0,-12-2-65 16,-1 6-72-16,-1-2-88 0,10-2-112 0,3 2-129 15,0-3-185-15,7 1 1 0,-1-4 83 16,-1 1-565-16,6-3-714 0</inkml:trace>
  <inkml:trace contextRef="#ctx0" brushRef="#br0" timeOffset="79635.5">20977 4975 3809 0,'0'0'161'0,"-7"2"30"0,7-2 18 0,0 0 25 0,0 0 14 0,0 0 18 0,0 0-20 0,0 0-24 15,0 0-21-15,0 0-20 0,0 0-29 16,0 0-21-16,32-13-50 0,-10 9-58 0,1-2-59 16,14 4-69-16,1-4-88 0,0 2-91 15,0 2-109-15,-6 0-127 0,-7-1-211 0,2 1 65 16,-4 2 65-16,-1 0-360 0,-6 2-440 15</inkml:trace>
  <inkml:trace contextRef="#ctx0" brushRef="#br0" timeOffset="80133.25">21354 5196 3008 0,'-11'0'206'0,"11"0"14"0,-13-2 18 0,13 2 16 15,-6-6-11-15,6 6-14 0,0-9-24 16,0 9-22-16,12-12-17 0,4-1-17 0,2 0-13 16,9-3-18-16,0-2-10 0,1-6-9 15,3 4-11-15,5-7-14 0,2-2-18 16,-2-3-16-16,-4-1-17 0,5-2-10 16,-1-2-7-16,-2 1-3 0,-2-2 1 0,-10 8-8 15,-2 3-2-15,-1 3-2 0,1 2 2 16,-9 4-1-16,-4 3-4 0,3 5-3 15,-6 2-8-15,2 2-10 0,-3 1-10 0,-3 5 14 16,0 0-4-16,0 0 5 0,0 0 3 16,0 0 3-16,-21 26 4 0,12-12-1 15,0 8 2-15,-2-5 4 0,6 2-2 0,-1-2 0 16,5 3 6-16,1-1-3 0,1 3 3 0,3 3 0 16,2-2 7-16,6 10-2 15,-1-4 2-15,3 0 2 0,-3-1-1 0,-6-4 8 16,4-5 16-16,-5-2 13 0,1 0 16 15,-2-2 18-15,-3-3 10 0,0 2 28 0,-3 1 13 16,-6-4 21-16,2 1 1 0,-2-4-6 16,-3 1-7-16,-1-2-9 0,2-4-15 0,-3 1-11 15,-1 0-13-15,1-2-8 0,14-2-7 16,-25-2-43-16,12 2-34 0,1-6-41 16,-2-3-45-16,4 1-64 0,-2-4-77 0,5-2-98 15,1-1-111-15,5-1-121 0,1-1-193 16,1-2 62-16,1 1 81 0,6-1-447 0,2 0-536 15</inkml:trace>
  <inkml:trace contextRef="#ctx0" brushRef="#br0" timeOffset="80517.11">22298 4892 3091 0,'0'0'95'0,"0"0"25"0,0 0 23 0,0 0 26 0,0 0 18 0,0 0-2 0,0 0-15 0,0 0-19 16,0 0-13-16,0 0-17 0,24-12-11 0,-13 4-11 15,0 1-9-15,3-3-15 16,-2-2-9-16,1 3-13 0,-2-4-9 0,-2 1-5 16,0 0-6-16,-1 2-4 0,-6 0-3 15,-2 3-7-15,-2-2 1 0,-4 4-5 0,-2 0-3 16,-3 3-1-16,-1 2 3 0,-4 2 2 15,-4 5 6-15,2 1 7 0,-11 6 8 0,6 2 5 16,4-3 4-16,2 2 8 0,7-1 7 16,-1-2-1-16,3 3 0 0,3 0-1 15,0-5 5-15,5 2-9 0,2-1-3 16,3 6-3-16,0-5 0 0,5 0-6 16,1 1-8-16,1-3-8 0,1 1-40 0,2-1-42 15,4-1-61-15,-2-1-85 0,6-3-97 16,1 0-115-16,0-1-142 0,0-1-149 0,5-1 72 15,0-2-456-15,7-3-558 0</inkml:trace>
  <inkml:trace contextRef="#ctx0" brushRef="#br0" timeOffset="80832.86">22774 4838 3094 0,'-5'-4'73'0,"5"4"45"0,-18-2 45 15,9 2 35-15,9 0 28 0,0 0 7 0,-31 4-4 16,24-2-11-16,-2 1-16 0,9-3-22 15,-14 9-11-15,6-4-16 0,7 3-10 0,-1-1-10 16,2-7-12-16,2 16-8 16,-1-6-12-16,5-2-6 0,1 1-12 0,5-3-11 15,-1 3-21-15,3-2-4 0,-3-2-3 16,2-3-5-16,3 1 1 0,-3-2-5 16,-13-1-3-16,21-4 0 0,-12 4-7 0,4-5-3 15,-10-1-6-15,5 0-8 0,-7-3-4 16,3-3-8-16,-4 2-12 0,-2-2-14 0,2 0-23 15,-2 1-28-15,-1 1-28 0,-3 2-41 16,1 1-29-16,-6 1-46 0,2 2-52 0,0 4-47 16,9 0-57-16,-23 1-62 15,14 0-60-15,9-1-55 0,-16 2 19 0,16-2-359 16,-6 4-380-16</inkml:trace>
  <inkml:trace contextRef="#ctx0" brushRef="#br0" timeOffset="81033.16">22754 4838 2330 0,'0'0'-55'0,"11"7"46"15,-6 1 52-15,1-2 53 0,-2 5 48 0,0 1 51 16,-4 5 23-16,-4 5 16 15,-2 14 12-15,-1 2 3 0,-6 9 2 0,-5 3-3 16,1 1-1-16,-5 5-4 0,-2-3-30 16,1 2 1-16,-2-1-5 0,1-1 10 0,-2-6-29 15,3-2-13-15,-2-4-9 16,5-9-23-16,5-1-18 0,0-5-12 0,2 1-3 0,4-8-21 16,-2-6-11-16,6-1-33 15,-3-2-41-15,7-3-39 0,-3-1-55 0,0 0-69 16,4-6-91-16,0 0-99 0,0 0-93 15,0 0-118-15,0 0-163 0,17-25 59 0,-3 9-542 16,2-13-667-16</inkml:trace>
  <inkml:trace contextRef="#ctx0" brushRef="#br0" timeOffset="81615.59">22984 5101 3206 0,'0'0'68'0,"0"0"57"0,-32 8 19 0,32-8 17 16,0 0 37-16,-12 2 29 0,12-2 12 16,0 0-1-16,0 0-3 0,0 0 3 15,0 0-17-15,0 0-21 0,0 0-18 0,0 0-21 16,0 0-11-16,38-14-15 0,-27 8-19 16,9-3-8-16,-3-3-12 0,4-7-8 0,2-1-14 15,-4-3-7-15,2-2-9 0,-2 1-10 16,-1 0-3-16,-6 5-9 0,-4 3 2 15,-1 2-4-15,0 4-2 0,-2 1-6 16,-1 1-12-16,0 2 1 0,-4 2-6 0,0 4 6 16,0 0-9-16,0 0-3 0,0 0 4 0,-22 23 0 15,13-5-3-15,-6 5 3 16,1 6 0-16,3 0 0 0,3 2 2 0,4-4-4 16,3-5 2-16,1-1-2 0,1-4-2 15,3 3-1-15,4-5 5 0,3-1-3 0,2-5-8 16,-1-2 1-16,3-4-10 0,5-1 0 15,-1-4-5-15,6-2-14 0,7-7-1 0,1-3-12 16,-1-3-5-16,0-2 0 0,4-7 6 16,0-3 2-16,0 0 5 0,-3-4 3 0,-8 10 5 15,-4 1 6-15,-6 5 1 16,-3 3 11-16,-3 3 2 0,-2 3-4 0,0 0 5 16,-5 6 1-16,-2 2 1 0,0 0 7 15,0 0 4-15,0 0 5 0,-22 26 6 0,11-9 8 16,-1 0 8-16,-4 7-1 0,0 6 0 15,1-4-4-15,1 0-10 0,7-4 6 0,1-5-3 16,1-1 0-16,-2 2-8 0,6-7 0 16,-1 1-20-16,2-2-18 0,0 1-15 0,3-1-29 15,-1-3-42-15,5-2-52 0,-2-1-72 16,3 1-89-16,-8-5-85 0,15 0-98 16,-4 0-129-16,-11 0-45 0,27-7 78 0,-8 1-433 15,-2-2-511-15</inkml:trace>
  <inkml:trace contextRef="#ctx0" brushRef="#br0" timeOffset="81853.67">24203 4832 2713 0,'-16'-7'62'0,"-4"6"65"16,2-3 40-16,0 5 34 0,1 3 28 0,-5 1 22 0,-9 6-4 0,2 3-11 0,1 3-12 0,-1 3-22 15,4 1-21-15,4 3-18 0,3-1-12 0,2 3-21 16,1-2-12-16,7-3-8 0,2-3-17 16,2-4-10-16,3 3-31 0,1-5-27 15,1 3-41-15,1-4-48 0,4 1-61 0,0-4-95 16,4 1-101-16,-1-2-138 0,5-2-183 16,-1-3 5-16,4 2 69 0,0-4-355 15,2 0-403-15</inkml:trace>
  <inkml:trace contextRef="#ctx0" brushRef="#br0" timeOffset="82516.02">24440 5075 2599 0,'-23'-3'163'16,"15"3"54"-16,8 0 30 0,-13-4 28 15,13 4 13-15,0 0 5 0,-8-2-9 16,8 2-9-16,0 0-45 0,0 0-28 0,0 0-16 15,18-15-2-15,-9 10-31 0,3 0-17 16,-1 1-11-16,0-2-20 0,3-1-8 0,-1-2-2 16,3-3-19-16,-5 4-8 0,-1-4-4 15,-1 2-5-15,-2-1-6 0,-1 3-11 0,-2 2-10 16,-4 3-1-16,0 3 1 0,-10-7-4 16,10 7-6-16,-24 0-5 0,0 7-3 0,-3 5-1 15,-4 2 1-15,1 4-1 16,-1 1-1-16,-2 7-3 0,9-2 30 0,-1 1-7 0,2 1-5 15,4-3-4-15,7-2 1 16,5-4-2-16,3-3 2 0,3 1-1 0,2-5-3 16,9 4 0-16,-1-6 2 0,7 1-7 15,2-1 7-15,3-4-5 0,8-2-2 16,1-2-6-16,12-4 0 0,2-3-1 0,10-7 7 16,-1-2-10-16,-2-9 0 0,5-2 3 15,-3-4 2-15,16-10-8 0,-5-6 6 0,-14 7-11 16,11-10 10-16,-16 9-4 0,-2 4 6 15,-11 4-11-15,-3 12 13 0,-11 0 0 0,-6 5-3 16,-4 4 1-16,-4 4-2 16,-6 5-4-16,2 3-3 0,0 0 0 0,-22 1-3 0,8 8 8 15,-11 6 0-15,2 6 0 16,2 1 0-16,2 5-4 0,3-2 9 0,3 1 4 16,8-2 12-16,1-2 21 0,-1 1 17 15,5 4 23-15,3-4 31 0,-1 3 32 0,4 8 33 0,-3 1 24 16,5-2-180-16,-5-8-27 15,4-1 0-15,-5-1 0 0,1-5 0 0,-3-1 0 16,0 2 0-16,-1-3 0 0,-3-1 0 16,-3-1 0-16,2-2 0 0,-4 0 0 0,-2-4 0 15,-2 2 0-15,-1-2 0 0,-2-2 0 16,-7-1 0-16,1-1 0 0,0-2 0 0,-4-2 0 16,3-2 0-16,-6 0 0 15,2 0 0-15,-2-1 0 0,2 1 0 0,-14 0-829 16,0 2-152-16,-2 4 107 0,1 3-999 15,-17 8-1297-15</inkml:trace>
  <inkml:trace contextRef="#ctx0" brushRef="#br0" timeOffset="83665.52">21305 5903 4771 0,'2'-15'-124'0,"-2"-1"72"0,0 1 36 0,-2 5 28 0,0-2 52 0,2 2 49 0,0 5 32 0,-1-4 9 16,1 9 0-16,-2-11-17 15,2 11-6-15,0 0 31 0,0 0 29 0,-12 25 0 16,1 10 12-16,-7 15 18 0,1 10-6 15,-4 6-7-15,-6 19-6 0,2-3-10 0,1 1-13 16,7-15-11-16,-3-2-13 0,0-5 3 16,4-3 7-16,0-5-73 0,-2-3-92 0,7-13 0 15,-1-3 0-15,-3-5 0 16,10-9 0-16,-5-3 0 0,6-5 0 0,-2-1 0 16,5-3 0-16,-3-1 0 0,0 0 0 15,2-3 0-15,2-4 0 0,0 0 0 0,0 0 0 16,0 0 0-16,0 0 0 0,0 0 0 15,0 0 0-15,0 0 0 0,0 0 0 0,0 0 0 16,0 0 0-16,0 0 0 0,29 1 0 16,-22 4 0-16,4 0 0 0,5 1 0 0,1 2 0 15,2 0 0-15,2-2 0 0,0-1 0 16,2 1 0-16,-4-4 0 0,2 2 0 0,-2-2 0 16,2 0 0-16,-4-4 0 0,0 2 0 15,-2-2 0-15,3 0 0 0,-3 0 0 0,-3 0 0 16,-1-1 0-16,-4 2-440 0,3-5-510 15,-2 5 39-15,-8 1 91 0,14-4-904 0,-14 4-1158 16</inkml:trace>
  <inkml:trace contextRef="#ctx0" brushRef="#br0" timeOffset="83915.63">21456 6774 5103 0,'-6'-5'79'0,"3"0"24"0,3 5 19 0,-7-3 21 0,7 3 23 0,0 0 33 16,0 0 13-16,0 0-2 0,0 0-20 0,12 17-15 16,-4-7-17-16,-5 1-17 0,5 0-12 15,-5 3-8-15,-3-1-12 0,2 2-6 0,-4 0-4 16,-3 4-3-16,-4 2-8 16,-4 3-8-16,-7-1-5 0,-1 0-15 0,0-1-9 15,-3-3-21-15,-1 0-40 0,-2-2-58 16,2-3-65-16,7-3-79 0,2 0-107 0,3-4-139 15,-3-1-161-15,7-2-182 0,3-1 22 16,6-3 91-16,0 0-657 0,0 0-801 0</inkml:trace>
  <inkml:trace contextRef="#ctx0" brushRef="#br0" timeOffset="84601.32">22089 6815 3848 0,'2'-7'142'0,"-1"1"36"15,-4 1 20-15,3 5 24 0,0 0 15 0,0 0 12 16,0 0 1-16,-47 15-19 0,24 2-26 16,-2 6-31-16,0 0-10 0,-8 9-19 0,6 3-13 15,4 5-15-15,4 1-10 0,2-8-12 16,5-1-12-16,5-3-11 0,1-5-23 0,5-4-9 16,-1-3-11-16,4-3-12 0,-1-2-5 15,5 1-1-15,-1-3-14 0,6-3 0 0,0-1-10 16,4-2 0-16,2-4-3 15,2-2-2-15,0 0 10 0,4-4 2 0,-2-1-5 16,2-1 3-16,-4 0 4 0,-2 0 4 0,-4 1 4 16,1-1 11-16,-3 2-1 0,0 5 3 15,0-2 0-15,-4-2-6 0,-7 5 3 16,13-8-3-16,-13 8 1 0,12-2 19 0,-12 2 13 16,0 0-1-16,13-2 13 0,-13 2 15 15,0 0 15-15,12 6 11 0,-12-6 9 0,0 0-5 16,9 2 5-16,-9-2 0 0,7 4-3 15,-7-4 0-15,6 2 0 0,-6-2-87 0,0 0-16 16,0 0 0-16,10 6 0 16,-10-6 0-16,0 0 0 0,9 3 0 0,-9-3 0 0,0 0 0 15,0 0 0-15,0 0 0 16,15-9 0-16,-8 5 0 0,-2-4 0 0,4-2 0 0,5-4 0 16,-1 1 0-16,8-7 0 15,3-1 0-15,-2 2 0 0,-1 0 0 0,-2 5 0 0,-2 2 0 16,1 0 0-16,-2 2 0 15,2 0 0-15,-2 0 0 0,-2 6 0 0,1-3 0 16,-1 4 0-16,-3 1 0 0,-2 2 0 16,3 2 0-16,-1 4 0 0,1 1 0 0,-1 6 0 15,-1 2 0-15,0 4 0 16,-7 1 0-16,1 3 0 0,-4 0 0 0,-2 3 0 16,-8 6 0-16,-3 0 0 0,-6-6 0 15,-3 5 0-15,-1-6 0 0,-2-1 0 0,0-3 0 16,0-2 0-16,1-4 0 0,2-3 0 15,5-4 0-15,0-2 0 0,3 0 0 0,1-3 0 16,2-3 0-16,-2-3 0 0,1 0 0 16,0-2 0-16,3-4 0 0,0-6 0 0,3-4 0 15,0-2 0-15,2-14 0 0,4-5-394 16,4 3-197-16,2-4-67 0,4 4-120 0,1 2-35 16,3 5 88-16,0 4-714 0,4 4-890 15</inkml:trace>
  <inkml:trace contextRef="#ctx0" brushRef="#br0" timeOffset="85131.62">22609 7106 3832 0,'0'0'0'0,"-4"8"71"0,4-8 47 0,0 0 41 0,-4 6 30 0,4-6 5 0,0 0-1 0,0 0-17 0,0 0-12 15,19-17-13-15,-7 7-14 0,3-2-11 16,0-1-7-16,2 1 3 0,8-6-6 0,-4 5 3 15,0 2 11-15,-4 3 13 0,3-1 0 16,-8 3 4-16,1 0-2 0,-1 3-13 0,-1 3 4 16,-11 0-4-16,20 2-6 0,-13 3-12 15,2 0-13-15,0 4-7 0,-4-1-8 16,1 2-8-16,-2 2-9 0,-3 2-6 16,1-2-2-16,-2 0-3 0,0 2 10 0,0-6 13 15,-2 5 7-15,2-5-78 0,-1 0-10 16,1 2 0-16,-2-3 0 0,2-7 0 0,-2 13 0 15,2-13 0-15,0 9 0 0,-2-5 0 16,2-4 0-16,0 0 0 0,0 0 0 0,0 0 0 16,0 0 0-16,29-20 0 0,-15 7 0 15,2 3 0-15,3-2 0 0,-4 5 0 16,0-3 0-16,-1 5 0 0,-3 0 0 16,-1 3 0-16,1-1 0 0,-11 3 0 0,22 3 0 15,-22-3 0-15,12 4 0 0,-2 2 0 16,0-2 0-16,-3 1 0 0,1 1 0 0,-1-2 0 15,0 0 0-15,0 2 0 0,-2-4 0 16,3 2 0-16,-8-4 0 0,16 3 0 0,-16-3 0 16,16 0 0-16,-16 0 0 0,21-3 0 15,-10-1 0-15,2-1 0 0,-2-4 0 0,1 4 0 16,1-8 0-16,-1 0 0 0,4-3 0 16,4-7 0-16,-2 5 0 0,2-5 0 0,-4-3 0 15,2 3-638-15,1 2-130 0,0 1-139 16,-4 3 87-16,2 9-900 0,-1 4-1154 0</inkml:trace>
  <inkml:trace contextRef="#ctx0" brushRef="#br0" timeOffset="85616.89">24336 6259 4645 0,'-2'-18'-54'0,"0"4"46"0,-1 7 26 0,-3 4 41 0,6 3 51 0,0 0 48 15,-18 17 33-15,2 12 31 0,-5 15 14 0,-1 7 12 16,-1 11 7-16,-8 16-2 16,4 2-8-16,1 0-15 0,-1 0-30 0,7-18-13 15,-4-1-13-15,7-2 5 0,-2-6-10 16,2-3 0-16,0-7 0 0,3-10-33 0,3-4-136 15,3-8 0-15,1-5 0 0,3-3 0 16,-2-1 0-16,3-4 0 0,-1-2 0 0,0 0 0 16,4-6 0-16,0 0 0 0,0 0 0 15,0 0 0-15,10-20 0 0,-1 4 0 0,8-13 0 16,10-8 0-16,5 0 0 16,4 1 0-16,-3 5 0 0,-1 2 0 0,-9 10 0 15,-2 5 0-15,-6 5 0 0,-2 1 0 16,-1 4 0-16,-3 4 0 0,-9 0 0 0,20 12 0 15,-13-5 0-15,-1 3 0 0,-3 7 0 16,-1 0 0-16,0 2 0 0,0-2 0 0,-4 1 0 16,0 1 0-16,2 1 0 0,-3-4 0 15,-1-1 0-15,4-1 0 0,-4-2 0 0,4 0 0 16,0-1 0-16,0-5-422 0,0 2-162 16,0-8-158-16,-2 7-125 0,2-7 86 0,0 0-850 15,4 6-1069-15</inkml:trace>
  <inkml:trace contextRef="#ctx0" brushRef="#br0" timeOffset="86248.23">24637 6975 4749 0,'0'0'40'16,"0"0"59"-16,0 0 65 0,0 0 49 0,0 0 50 16,5 16 21-16,-5-16 11 0,-3 13-7 15,1-4-7-15,-3-1-32 0,-2 4-18 0,-1 2-14 16,-1-2-13-16,-3 3-7 0,-5-1-19 15,-6 4-15-15,-2-2-87 0,0 1-76 16,-3-1 0-16,-5-4 0 0,3-1 0 16,-1-1 0-16,-3 0 0 0,9-5 0 0,5-1 0 0,2 0 0 15,6-2 0-15,-1-2 0 16,6-6 0-16,2 1 0 0,5-7 0 0,3-4 0 16,12-15 0-16,4-9 0 0,6-2 0 15,2 4 0-15,-8 9 0 0,2 3 0 0,-2 4 0 16,-6 9 0-16,3 0 0 0,-5 6 0 15,-2 5 0-15,1 6 0 0,-4 2 0 0,1 7 0 16,-1 2 0-16,-2 6 0 0,-4 3 0 16,1 0 0-16,-2 0 0 0,1 4 0 0,-2-3 0 15,0 0 0-15,2-4 0 16,-4-1 0-16,4 0 0 0,-2-6 0 0,2-2 0 16,0 0 0-16,0-2 0 0,2-3 0 15,2-3 0-15,0 2 0 0,-4-6 0 0,13 0 0 16,-13 0 0-16,15-8 0 0,1-1 0 15,-1-3 0-15,8-7 0 0,0-1 0 0,4-1 0 16,-4-2 0-16,1 6 0 0,-7 3 0 16,-4 1 0-16,1 4 0 0,-5 2 0 0,1 1 0 15,-2 2 0-15,-1 1 0 0,-7 3 0 16,0 0 0-16,20 9 0 0,-15-1 0 0,1 2 0 16,-2 1 0-16,-1 0 0 0,1 1 0 15,0 0 0-15,0 0 0 0,0 1 0 0,1-3 0 16,-3-1 0-16,2 1 0 15,2-2 0-15,-3-1 0 0,4-3 0 0,0-1 0 16,2-2 0-16,-9-1 0 0,20-4 0 16,-9 1 0-16,0-1 0 0,3-4 0 0,-5 2 0 15,1-5 0-15,1 1 0 0,0-6 0 16,1 1 0-16,-1 1 0 0,5-13 0 0,-5 8 0 16,0 2-444-16,1 2-323 0,-2 1-146 15,-3 2 80-15,-2 4 85 0,4-1-778 0,-4 6-970 16</inkml:trace>
  <inkml:trace contextRef="#ctx0" brushRef="#br0" timeOffset="86648.53">25170 7045 4006 0,'-6'7'55'0,"6"-7"80"0,0 0 51 0,0 0 65 0,0 0 53 0,0 0 28 0,0 0 19 0,0 0-7 0,0 0-11 0,21 2-30 0,-9-4-31 15,-12 2-29-15,24-3-21 0,-9-1-22 0,-1 1-19 16,1-1-20-16,1 1-13 0,-4-1-18 16,2-4-96-16,-3 1-34 0,-1 0 0 15,0-3 0-15,-5-2 0 0,1 2 0 0,-4-2 0 16,-4 0 0-16,-2 1 0 0,-3 0 0 16,-9-1 0-16,0 2 0 0,-8 5 0 15,5 5 0-15,-6 3 0 0,-9 7 0 0,3 4 0 16,1 4 0-16,3 3 0 0,-3 12 0 15,7-5 0-15,6 2 0 0,4-1 0 0,1 1 0 16,5-7 0-16,5-1 0 0,0-3 0 16,4-1 0-16,0 0 0 0,5 1 0 0,-2-4 0 15,8 1 0-15,-4-1 0 0,3-4 0 16,-1 1 0-16,0-4 0 0,3 1 0 0,-1-1 0 16,-1-1 0-16,-3-2 0 0,-2 0 0 15,3-1 0-15,2-1 0 0,-5 0 0 0,0-1 0 16,-7-2 0-16,0 0 0 15,14-1-653-15,-14 1-320 0,0 0 97 0,10-9-1059 0,-10 9-1355 16</inkml:trace>
  <inkml:trace contextRef="#ctx0" brushRef="#br0" timeOffset="87466.58">26409 7246 5067 0,'-8'-6'-65'0,"0"4"66"0,8 2 34 0,-19 1 30 0,7 4 35 0,-1 4 37 0,-4 1 28 0,-5 10 18 0,0 1 9 16,3 3 4-16,1 0-1 0,0 2-8 0,1-1 2 16,5-6 8-16,3-1 7 0,2-5 8 15,-2-1 6-15,4 1 0 0,-1-3 9 0,5-3 13 16,-3-2-212-16,0-1-28 0,4-4 0 16,0 0 0-16,0 0 0 0,0 0 0 0,0 0 0 15,9-26 0-15,2 9 0 0,5-8 0 16,5-2 0-16,-2-4 0 0,10-5 0 15,-3 0 0-15,5 2 0 0,-8 4 0 0,-2 9 0 16,-4 3 0-16,-6 5 0 0,-1 4 0 16,-3 1 0-16,1 2 0 0,-3 4 0 15,-5 2 0-15,0 0 0 0,18 13 0 0,-13-5 0 16,1 4 0-16,1 3 0 0,-2 1 0 16,-1-1 0-16,-1 1 0 0,-1 1 0 0,2-2 0 15,-2 1 0-15,0-4 0 0,-1-1 0 16,1-5 0-16,3 0 0 0,-3 3 0 0,0-4 0 15,-2-5 0-15,5 4 0 0,-5-4 0 16,0 0 0-16,25-12 0 0,-12 5 0 0,6-4 0 16,6-6 0-16,1 0 0 15,1 2 0-15,-8 5 0 0,-1 1 0 0,-7 2 0 16,-2 1 0-16,-3 5 0 0,-6 1 0 16,0 0 0-16,14 13 0 0,-14-3 0 0,-4 5 0 15,0 6 0-15,-8 6 0 0,1 4 0 16,2-2 0-16,-1 0 0 0,2 2 0 0,-1-8 0 15,6-3 0-15,-2-1 0 0,1-5 0 16,2 0 0-16,1-3 0 0,-1-2 0 0,2 0 0 16,0-4 0-16,0-5 0 0,0 0-132 15,0 0-645-15,0 0-176 0,21-11 87 0,-10 3 89 16,-2-3-817-16,5-2-1034 16</inkml:trace>
  <inkml:trace contextRef="#ctx0" brushRef="#br0" timeOffset="87981.25">26725 7532 4186 0,'-10'6'37'0,"5"-5"92"0,-1 3 50 0,6-4 39 0,0 0 35 15,0 0 26-15,-14 3 20 0,14-3 5 0,0 0-7 0,0 0-19 0,0 0-29 0,0 0-22 16,41-10-25-16,-24 5-20 0,4-2-16 0,8-6-18 16,1-2-15-16,-1 0-9 0,1-5-20 15,4-9-10-15,2 3-10 0,-1-6-65 0,-3-2-19 16,-2 0 0-16,1 3 0 0,-10 5 0 15,-1 6 0-15,-8 4 0 0,-4 6 0 0,2-1 0 16,-6 7 0-16,-2 0 0 16,-2 4 0-16,0 0 0 0,0 0 0 0,0 0 0 15,-24 27 0-15,13-11 0 0,-1 1 0 16,-2 7 0-16,-2 0 0 0,5-3 0 0,2-1 0 16,-2-3 0-16,4 1 0 15,1-3 0-15,3 1 0 0,3-5 0 0,0-1 0 0,2-1 0 16,-1 0 0-16,7-2 0 0,-1-3 0 15,3 0 0-15,1-4 0 0,-11 0 0 0,31-4 0 16,-13 0 0-16,4-5 0 0,4-5 0 16,3-1 0-16,0-2 0 0,-2-3 0 15,-3-3 0-15,3 3 0 0,-5 1 0 16,-2 3 0-16,-7 3 0 0,-1 6 0 0,-5-2 0 16,1 2 0-16,-2 4 0 0,-6 3 0 15,0 0 0-15,0 0 0 0,0 0 0 0,0 0 0 16,-18 22 0-16,7-8 0 0,1 1 0 15,3-1 0-15,-2 1 0 0,-2 2 0 0,4-1 0 16,2-3 0-16,-1 3 0 0,-1-2 0 16,2-3 0-16,-1-2 0 0,5 0 0 0,-1-1 0 15,-2 1 0-15,0-3 0 16,2 2 0-16,1-3-102 0,1-5-466 0,-2 8-134 0,2-8-197 16,0 0 78-16,0 0 82 15,0 0-744-15,0 0-930 0</inkml:trace>
  <inkml:trace contextRef="#ctx0" brushRef="#br0" timeOffset="88247.54">28060 6673 3903 0,'0'-23'-23'0,"-1"7"87"0,-1 2 53 0,0 3 38 0,-2 3 24 0,0 3 21 0,4 5 33 0,-12 0 26 0,12 0 22 0,-27 17 17 0,6 6 5 16,-8 14 1-16,4 6-5 0,-2 3-6 0,-2 2-8 15,7 7-16-15,-3-1-44 0,0 2-13 16,2 0-25-16,3-2-39 0,-1-3-148 16,-2-1 0-16,6-4 0 0,-2-3 0 15,1-10 0-15,3-1 0 0,1-2 0 0,3-3 0 16,2-4 0-16,1-7 0 0,0-3 0 16,5-1-344-16,-1-4-109 0,0-2-87 0,4 0-83 15,0-6-148-15,0 0-6 0,0 0 73 16,31-14-649-16,-1-4-809 0</inkml:trace>
  <inkml:trace contextRef="#ctx0" brushRef="#br0" timeOffset="88798.34">28858 6551 3526 0,'2'-15'-16'0,"-2"3"76"0,-2 3 52 16,-5 2 44-16,0 2 36 0,7 5 37 15,-19 4 30-15,2 6 25 0,-14 9 28 0,-5 13 17 16,-2 7 4-16,-6 8 11 0,-10 17-6 15,2 3-15-15,-4 5-14 0,5 2-33 0,-3 3-16 16,3-4-32-16,5 5-11 0,1-3-97 16,0-6-120-16,4-1 0 0,9-19 0 0,1 2 0 15,2-7 0-15,3-5 0 16,4-8 0-16,4-5 0 0,0-4 0 0,5-5 0 16,5-5 0-16,-1 0 0 0,2-8 0 15,1-1 0-15,6-3-78 0,-12-1-181 0,12 1-18 16,-13-14-12-16,6-2-3 0,-2-3 4 15,2-16 9-15,-2-3 33 0,2 1 35 0,2 6 49 16,-1 6 44-16,2 9 41 0,1-1 23 16,1 5 23-16,-2 4 26 0,2 3 46 0,-1 1 36 15,3 4 28-15,-7-6 18 0,7 6-10 16,0 0 12-16,0 0 1 0,0 0-10 0,0 0-23 16,31 6-5-16,-12-6-5 0,2 0-9 15,10-3-6-15,10 0-12 0,1-3-17 0,2 0-7 16,2-1-8-16,-4-3-4 0,-2-2-1 15,-1-1 0-15,-2 2-2 0,-4-1-1 0,-3 0 21 16,-6 6 11-16,-6 0 22 16,-5 2 12-16,-3-1 3 0,-3 5 20 0,-7 0 9 15,0 0 3-15,16 12 0 0,-16-3 2 16,-5 6-21-16,2 4-8 0,-7 9-7 0,-1 1-56 16,-2 4-27-16,0-4 0 0,-1 2 0 15,-1-2 0-15,1-1 0 0,-1-3-100 0,3-7-101 16,5 0-65-16,1-7-64 0,1-1-81 15,-1-4-77-15,4 0-83 0,-2-4-114 0,4-2-59 16,0 0 73-16,0 0-596 0,0 0-726 16</inkml:trace>
  <inkml:trace contextRef="#ctx0" brushRef="#br0" timeOffset="88915.09">28629 7120 3355 0,'1'-12'-74'0,"-1"4"22"0,0 1 5 0,0 0-4 0,0 7-33 0,-1-8-57 0,1 8-117 0,-4-7-170 16,4 7-17-16,0 0-159 0,0 0-103 0</inkml:trace>
  <inkml:trace contextRef="#ctx0" brushRef="#br0" timeOffset="89416.41">29261 6565 1693 0,'-12'-4'192'0,"-4"2"80"16,-4 6 41-16,4 7 29 0,-13 7 25 16,-5 14 13-16,-2 7 20 0,-3 7-17 0,-1 4-3 15,-6 19-16-15,3 5-15 0,-2 6-20 16,2 2-21-16,1 3-21 0,5-3-27 0,-4 0-26 16,5-4-21-16,2-5-22 0,3-18-18 15,3-6-23-15,1-3-28 0,-2 0-39 0,4-9-38 16,7-10-41-16,-2-2-49 0,7-7-43 15,1-4-40-15,3-5-45 0,4 1-39 0,-1-7-42 16,0-2-48-16,6-1-40 16,0 0-18-16,-6-14 0 0,8-1 22 0,2-3 33 15,9-15 41-15,6-8 50 0,6-3 51 16,5-3 61-16,3 0 66 0,1 0 87 0,-4 1 57 16,3 4 51-16,-7 10 39 0,-6 8 50 15,-7 7 26-15,1 5 26 0,-5 7 25 0,0 3 6 16,-9 2-3-16,20 7-8 15,-8 5 1-15,-3 3-9 0,0 7-4 0,-2-3-13 0,0 5-130 16,-5 1-165-16,0-2 0 0,-2 2 0 16,-4 0 0-16,-3-1 0 0,-6 4 0 15,1-3 0-15,-10-3 0 0,-1-1 0 16,-4-4 0-16,1-3 0 0,-5-2 0 0,-3-5 0 0,3-2 0 16,6-4 0-16,-1-1 0 15,0-2 0-15,5-2 0 0,-1-3 0 0,8-3 0 16,5-6-463-16,7-3-211 0,13-12-78 15,11-15-105-15,13-6 79 0,24-17-809 0,11-2-1029 16</inkml:trace>
  <inkml:trace contextRef="#ctx0" brushRef="#br0" timeOffset="89616.79">29394 6750 4065 0,'24'-15'-106'0,"-11"3"112"0,0 2 94 0,-5 3 56 0,-5 0 44 0,4 4 25 0,-7 3 29 0,0 0 41 0,0 0 34 15,0 0 14-15,-12 31 8 16,-1-4-1-16,-5 7-3 0,-5 10-22 0,-1 6-19 15,-1 4-45-15,-1 4-20 0,-3-2-98 16,2 1-143-16,-2-3 0 0,1-5 0 0,3-1 0 16,3-4 0-16,2-11 0 0,7-2 0 15,-2 0 0-15,2-6 0 0,4-3-119 0,4-5-249 16,-1-4-70-16,3-3-59 0,3-4-51 16,2-1-39-16,-2-5-46 0,9 5-46 0,-9-5 13 15,19-5-578-15,1-4-704 16</inkml:trace>
  <inkml:trace contextRef="#ctx0" brushRef="#br0" timeOffset="90133.56">29374 7282 3218 0,'27'-28'-67'0,"-5"8"72"16,-8 5 82-16,-7 0 66 0,-1 7 55 16,-2 0 42-16,-4 1 31 0,0 7 25 15,-6-8 44-15,6 8 11 0,0 0-2 0,-21 0-7 16,21 0-9-16,-26 11-16 0,7-3-22 16,-1 3-24-16,2-1-25 0,0 1-30 15,3 1-24-15,1-4-16 0,3 2-21 0,1 1-128 16,3-2-37-16,3-1 0 0,0-1 0 15,3 0 0-15,1-1 0 0,0-6 0 0,9 11 0 16,-2-8 0-16,3 1 0 16,1-3 0-16,3 1 0 0,-14-2 0 0,22 2 0 0,-9 0 0 15,-13-2 0-15,20 0 0 16,-20 0 0-16,17 0 0 0,-17 0 0 0,18-2 0 16,-18 2 0-16,22-4 0 0,-10 1 0 15,1-1 0-15,1-2 0 0,1 1 0 0,-2-2 0 16,0 2 0-16,-1-1 0 0,-2 0 0 15,-1 2 0-15,0-1 0 0,0 2 0 0,-4-2 0 16,-5 5 0-16,7-9 0 0,-1 5 0 16,-6 4 0-16,2-10 0 0,-2 10 0 0,-4-12 0 15,-1 5 0-15,-3-2 0 16,-6 0 0-16,-2-1 0 0,-6 6 0 0,-4 2 0 0,-16 6 0 16,-2 2 0-16,-12 11 0 15,7 4 0-15,-2 5 0 0,4 1 0 0,4 4 0 16,9 1 0-16,3 1 0 0,12-4 0 15,6 4 0-15,6-3 0 0,5-1 0 0,7 6 0 16,6 0 0-16,7-3 0 0,7 5 0 16,-1-10 0-16,3-4 0 0,1-1 0 0,-3-5 0 15,-2 0 0-15,1-5 0 0,-8-4 0 16,0-2 0-16,-1 0 0 0,-1-3 0 0,-2 1 0 16,-1-2 0-16,2-2 0 0,-4 3 0 15,-9-3 0-15,11 2 0 0,-11-2-788 0,0 0-184 16,0 0 104-16,0 0-1024 0,0 0-1315 15</inkml:trace>
  <inkml:trace contextRef="#ctx0" brushRef="#br0" timeOffset="91047.99">21255 8533 5759 0,'-5'-13'105'0,"-1"-1"-32"0,6-1 47 0,0-1 35 0,8-3 29 0,-3-1-10 0,11-6-16 15,2 6-34-15,5-1-17 0,2 6-20 16,-3 3-7-16,-2 6-9 0,1 2-4 0,1 7-12 15,2 2-8-15,9 9 3 0,-5 3-9 16,1 2-3-16,-7 6-1 0,-1 3-2 0,-1-1-7 16,-7 2 6-16,-2 0 23 0,-5-2 21 15,-4-2 17-15,-4-2 17 0,-2 2 12 16,-5 6-28-16,-3 0-96 0,-1-4 0 16,-2-3 0-16,3-5 0 0,3-6 0 0,1-1 0 15,4-4 0-15,1-4 0 0,3-4 0 16,0 0 0-16,0 0 0 0,0 0 0 0,32-47 0 15,-3 9 0-15,3-5 0 0,8 2 0 16,-4 2 0-16,0 7 0 0,3 1 0 0,-11 7 0 16,3 8 0-16,-4 0 0 0,-7 6 0 15,-3 6 0-15,-4 4 0 0,-1 2 0 0,-1 5 0 16,1 5 0-16,-2 5 0 16,-3 3 0-16,-1-1 0 0,-3 5 0 0,3-1 0 15,-1 0 0-15,-4 4 0 0,5-3 0 16,-1-4 0-16,-5-1 0 0,4-4 0 0,0 1 0 15,1-2-25-15,-5-4-455 0,5 2-95 16,-1-5-117-16,-1-1-162 0,5-2 74 0,-5-2 81 16,-3-2-691-16,20-2-842 0</inkml:trace>
  <inkml:trace contextRef="#ctx0" brushRef="#br0" timeOffset="91781.78">22719 8433 3652 0,'-10'-4'93'0,"-1"-1"69"0,-2 3 30 0,-6 2 26 0,-6 2 29 0,-9 6 34 0,-9 4 26 0,-4 11 10 16,-1 3-5-16,5 7-13 0,-1 2-25 0,2 3-21 15,6 1-26-15,4 2-37 16,3-1-17-16,6-1-22 0,7-6-15 0,3-2-14 16,10-4-15-16,3-7-9 0,1-3-18 15,7-2-17-15,4-1-16 0,3-2-15 0,2-7-13 16,10-2-5-16,-1-6-8 15,14-2-1-15,0-3-3 0,2-4 3 0,8-6 0 0,-2-6 2 16,1-4-3-16,-5-1 0 16,-2-6 1-16,-5 0 2 0,0-5-4 0,-4-2 4 0,-6-1-6 15,-5 2-5-15,-1 0 15 16,-10 7-1-16,-4 9 11 0,-6 4-15 0,-2 3 0 16,-8 4-3-16,-2 3 0 0,-7 6-2 15,-4 2 2-15,-8 5-2 0,-26 8-2 0,3 5-3 16,-4 8 2-16,-3 6 0 0,7 7-2 15,-2-4 10-15,9 3-5 0,6-2-4 0,6 1-1 16,11-9 0-16,6 1 1 0,7-4 2 16,3-3 0-16,7-4 3 0,4-3 1 0,3 1-1 15,9-1 0-15,0-6 0 16,7 1 2-16,6-5-2 0,2-2-2 0,8-6-4 16,4 1 2-16,8-10 1 0,-1 0 0 15,-1-2 4-15,-3-1 0 0,-10 3-2 0,-2 3 8 16,-4 0-9-16,-8 4 0 0,-5 2 0 15,0 5 0-15,-5-1 0 0,-1 4 0 0,-11-2 0 16,19 7 0-16,-13-2 0 0,-1 1 0 16,1 1 0-16,-2 2 0 0,-4 0 0 0,0-1 0 15,1 1 0-15,-1 1 0 0,0-2 0 16,0-2 0-16,2 0 0 0,-2-6 0 0,5 13 0 16,-3-9 0-16,-2-4 0 0,5 4 0 15,-5-4 0-15,17-2 0 0,-17 2 0 0,27-10 0 16,-10 0 0-16,4 1 0 0,-4-1 0 15,4 3 0-15,-8 0 0 0,3-1 0 0,-7 3 0 16,2 1 0-16,1 1 0 16,-4 3 0-16,-8 0 0 0,0 0 0 0,17 7 0 15,-15-2 0-15,-2-5 0 0,8 13 0 16,-8-6 0-16,1 0 0 0,-1 2 0 0,2-1 0 16,-2-1 0-16,4 1 0 15,-2 1 0-15,2-1 0 0,-1-2 0 0,4 1-253 0,-4-2-199 16,8 3-58-16,11-3-27 0,8 5-51 15,14 0-109-15,13-2-39 0,9-1 77 16,6-7-620-16,-2 0-737 0</inkml:trace>
  <inkml:trace contextRef="#ctx0" brushRef="#br0" timeOffset="91964.73">23911 8818 3665 0,'0'0'204'0,"0"0"73"0,0 0 49 0,-25-4 33 16,25 4 33-16,0 0 7 0,0 0-11 0,-16-4-32 0,16 4-36 15,0 0-32-15,0 0-39 0,0 0-61 0,0 0-74 16,0 0-99-16,0 0-103 0,0 0-124 16,39 4-147-16,-25-3-105 0,10 0-87 0,19 1-111 15,5 6-75-15,13-3 70 16,2 3-625-16,1-2-752 0</inkml:trace>
  <inkml:trace contextRef="#ctx0" brushRef="#br0" timeOffset="92180.43">24879 8721 3618 0,'-23'-6'71'0,"-2"5"50"15,0 2 42-15,-13 5 37 0,0 2 36 0,-3 6 22 16,-4 5 8-16,3 4-2 0,2 0-27 16,6 2-24-16,5-1-25 0,6 5-22 0,4 0-24 15,2 0-22-15,6-2-31 0,-1 2-41 16,6-3-36-16,4-4-51 0,2-2-55 0,4-3-68 15,2-3-84-15,6 1-78 16,2-1-80-16,4-6-88 0,12 1-139 0,1-5 7 16,5 0 59-16,8-6-398 0,2-4-441 0</inkml:trace>
  <inkml:trace contextRef="#ctx0" brushRef="#br0" timeOffset="92980.38">25442 8770 2593 0,'-9'-7'104'0,"-7"4"79"15,2 1 45-15,-13 4 33 0,-11 3 28 16,-7 3 23-16,-8 8 15 0,-2 5 0 0,4 2-19 16,1 5-20-16,5 1-17 0,2 0-29 15,7 6-24-15,5-4-29 0,11-6-12 16,3 1-23-16,7-4-30 0,4-3-41 16,2-5-33-16,6-3-29 0,3 1-31 0,4 0-22 15,2-4-17-15,3-3-10 0,1-1-8 16,6-4-1-16,-3-3 6 0,9-1 4 0,12-6 0 15,1-2 16-15,5-5 9 0,-10-1 9 16,7-5 24-16,-14 5 16 0,1-5 23 0,-4 1 14 16,-3-5 14-16,-3 1 4 0,-1-1-1 15,-7 0 1-15,-2 6 10 0,-2 3-3 16,-3 2 3-16,-4 1 3 0,-2 5-18 0,-3 1-8 16,-4 3-5-16,1 2-4 0,-9 2-13 15,-2 4 6-15,-2 4 10 0,-2-2 4 0,3 5-24 16,-11 3 5-16,14-2-14 0,1 1-3 15,5-3-1-15,0 2 1 0,5-2-5 16,2 1-3-16,0-1 4 0,4-8-6 0,5 12 0 16,4-7-2-16,0-1-9 0,2 0 13 15,5 0-6-15,0-4-2 0,6 0-8 16,3-2 7-16,0-1-6 0,1 0-1 0,-2-1 3 16,1 3 2-16,0-3 7 0,-3 2 12 15,-1-1 12-15,-5 3 17 0,-2 0 24 0,3 0 17 16,-6 1 25-16,1 1 25 0,-3 4-21 15,-1-3-119-15,-8-3 0 0,10 10 0 16,-8-6 0-16,-1 2 0 0,-1-6 0 0,0 11 0 16,0-11 0-16,0 12 0 0,2-6 0 15,-2-6 0-15,4 14 0 0,0-7 0 0,-1-2 0 16,-3-5 0-16,12 9 0 0,-2-4 0 16,1-2 0-16,1-1 0 0,3 0 0 0,0-2 0 15,4-2 0-15,0-1 0 0,4-1 0 16,-1-1 0-16,0 1 0 0,-5 1 0 0,0 0 0 15,-1 1 0-15,-4 0 0 0,-1 2 0 16,-11 0 0-16,16 4 0 0,-8-1 0 0,-8-3 0 16,6 12 0-16,-4-3 0 0,-2-1 0 15,0-1 0-15,-2 5 0 0,-1-3 0 16,3-1 0-16,0 1 0 0,-2-1 0 16,2-8 0-16,5 14 0 0,-1-7 0 0,0-1 0 15,1-2 0-15,-5-4 0 0,18 4 0 16,-5-3 0-16,-1-1 0 0,6 0 0 0,1-1 0 15,2-1 0-15,-4-2 0 0,-2 2 0 16,-1 2 0-16,-1-6 0 0,-3 4 0 0,1-2 0 16,-4 1 0-16,1 1 0 0,0-1 0 15,0-2 0-15,-5 1 0 0,3-1-327 0,-3 0-438 16,4 0-162-16,-1-2 90 16,1 2 83-16,4 2-804 0,5-2-1001 0</inkml:trace>
  <inkml:trace contextRef="#ctx0" brushRef="#br0" timeOffset="93580.14">26702 9703 4120 0,'-3'6'25'0,"0"-4"63"0,3-2 24 0,0 0 19 0,0 0 14 0,0 0 12 0,0 0 3 0,0 0 5 0,30-18-14 0,-14 4-11 16,5-3-17-16,6-6-11 16,7-9-15-16,2-4-16 0,0-5-17 0,6-5-19 15,10-20-12-15,-4-2-13 0,1-9-13 16,-1-6-10-16,2-5-15 0,-1 0-18 0,0-8-10 15,0-4-6-15,-4 6 3 0,-7 5 7 16,-10 14 6-16,-8 23 26 0,-7 16 19 0,-6 7 6 16,-2 10 16-16,-5 9 20 0,-5 6 18 15,5 4 27-15,0 0 25 0,-36 46 30 16,13-3 20-16,1 7 20 0,-1 7 10 16,1 2 12-16,6 8-15 0,2 2-4 0,3-1-11 15,3-1-6-15,4-3-23 0,2-4-16 16,2-12-17-16,2-3-98 0,2-6-23 0,-2-3 0 15,4-3 0-15,-1-9 0 0,-3-4 0 16,4-4 0-16,-1-2 0 0,0-6 0 0,0 2-175 16,3-3-164-16,-3-5-107 0,6 0-118 15,-11-2-129-15,22-6-129 0,-8-1 77 0,2-3-754 16,5-7-945-16</inkml:trace>
  <inkml:trace contextRef="#ctx0" brushRef="#br0" timeOffset="93963.13">27825 9075 4215 0,'0'0'121'16,"0"0"75"-16,-20 14 52 0,15-9 69 0,-5 0 28 0,10-5 17 16,-13 7 3-16,7-3-16 15,6-4-23-15,-5 8-28 0,5-8-25 0,0 0-27 16,3 10-25-16,-3-10-10 0,19 4-113 16,-5-4-98-16,-1-4 0 0,6 4 0 0,-1-6 0 15,4-2 0-15,-1-2 0 0,6-5 0 16,-2-4 0-16,-1 0 0 0,-1-3 0 0,-4 0 0 15,0-2 0-15,-5 5 0 0,-7 2 0 16,0 2 0-16,-5 2 0 0,-4 3 0 0,-3 2 0 16,-6-1 0-16,-10 3 0 0,-3 9 0 15,-12 2 0-15,-3 7 0 0,-8 10 0 16,6 7 0-16,-1 4 0 0,5 3 0 16,5 3 0-16,3 2 0 0,13-10 0 0,0 1 0 15,3-2 0-15,4 1 0 0,2-7 0 16,7-4 0-16,0-4 0 0,2 1 0 0,5-3 0 15,-2-4 0-15,6 0 0 0,1-1 0 16,5-6 0-16,1 0 0 0,2-1-214 16,3-4-133-16,11-4-90 0,5-5-84 0,4-7-79 15,7-1-86-15,3-5-61 0,6-7 53 16,16-13-648-16,4-10-797 0</inkml:trace>
  <inkml:trace contextRef="#ctx0" brushRef="#br0" timeOffset="94563.58">28905 8543 3395 0,'25'-35'-120'0,"-8"9"74"0,-7 7 82 15,-5 2 71-15,-3 4 52 0,-4 4 49 0,-2 0 37 16,-3 2 21-16,-3 4 24 0,-5 3 23 16,-6 7 30-16,-21 17 0 0,0 13-4 0,-15 21-7 15,-2 5-12-15,2 7-33 0,2 4-29 16,3 2-21-16,3 2-20 0,5-4-28 0,6-2-21 16,9-16-28-16,4-3-25 0,4-1-65 15,2-2-50-15,4-4 0 0,4-12 0 0,1-3-47 16,4-6-105-16,0-9-48 0,4-3-49 15,2-1-34-15,2-7-41 0,4-4-40 16,-6-1-27-16,0 0-18 0,39-18-7 16,-11-3 14-16,12-14 28 0,3-6 45 0,13-13 36 15,5-10 51-15,3-3 52 0,6-9 42 16,4-1 32-16,1 1 44 0,4-7 36 0,-4 7 37 16,-9 11 35-16,-7 7 46 0,-21 23 34 15,-3 6 30-15,-14 7 46 0,-10 11 45 0,-6 9 30 16,-5 4 12-16,0-2 10 0,-18 31-2 15,-13 3-5-15,-3 9-7 0,-14 18-23 0,-4 4-15 16,2 5-21-16,0 0-20 0,5-2-22 16,-4-1-21-16,15-15-14 0,4 3-19 15,3-3-22-15,4-4-17 0,4-3-27 16,2-13-35-16,6-5-34 0,-1-6-33 0,4-5-44 16,3-3-41-16,1-2-45 0,0-5-33 15,4-3-44-15,0-3-42 0,0 0-22 0,0 0-19 16,0 0-1-16,-10-15 1 0,7 1 20 15,-5-3 32-15,1-3 37 0,-7-7 46 16,-4-2 50-16,-9-6 44 0,-6 1 51 0,-4 3 44 16,1 2 49-16,-2 3 57 0,4 7 60 15,8 3 50-15,2 5 31 0,8 5 10 0,0 0 4 16,5 4 10-16,-1-2 7 16,12 4 14-16,0 0 13 0,-15 8-10 0,15-8-19 15,0 0-26-15,17 20-23 0,0-13-36 16,7-1-55-16,12 2-79 0,3-4-65 0,7-2-89 15,3-2-92-15,19-6-101 0,2-2-74 16,10-4-54-16,23-5-54 0,-1 4-109 0,-2-3-81 16,-24 6 61-16,-8 3-485 0,-8 2-571 15</inkml:trace>
  <inkml:trace contextRef="#ctx0" brushRef="#br0" timeOffset="95047.87">29383 9053 2919 0,'-7'12'70'0,"-1"-5"108"0,2 0 71 0,-3 1 55 0,-2 4 57 0,-1-5 45 0,3-2 23 0,-1 2 1 0,2 1-23 15,2-3-28-15,1 1-31 0,-1 1-35 16,6-7-27-16,2 11-30 0,-2-11-33 0,15 6-34 16,-3-2-34-16,3-2-32 15,2-2-36-15,4-2-34 0,0 0-34 0,6-4-21 16,7-4-19-16,-4 0-15 0,3-1 10 16,-6-5 11-16,-3-3-4 0,1-4-2 0,-6-1 7 15,-2 1 5-15,-6 0 8 0,-2 4-9 16,-9 3 9-16,-5-3 0 0,-6 3 1 0,-10-3-8 15,-3 9 2-15,-1 7-7 0,-6 3 5 16,-11 5-7-16,-11 9 1 0,3 6 5 0,2 4-5 16,9 2 6-16,3 4 9 0,7 3 7 15,8-8 5-15,6 3 1 0,8-7 0 0,2-4 4 16,7-1 7-16,2-4-6 16,6-3-3-16,4 4 4 0,6-4-5 0,3-4-6 15,2-1 4-15,4-2 0 0,1-2-3 16,13 0 2-16,3-3-1 0,2 0-1 0,0-4 11 15,-3 1-5-15,-1 5-16 0,0 1 0 16,-12 0 0-16,-5 1 0 0,-2 5 0 0,-5 1 0 16,-2 3 0-16,-5 5 0 0,-1 1 0 15,-5 3 0-15,-3 1 0 0,-2 1 0 0,-4 1 0 16,-2 0 0-16,0 0 0 16,3 1 0-16,-3-2 0 0,-4 1 0 0,2-1 0 0,0-4 0 15,3-2 0-15,-1-1 0 0,0-2 0 16,2-2 0-16,1-3 0 0,1-2 0 15,0-5 0-15,-4 5 0 0,4-5-416 16,-7 5-359-16,7-5-145 0,0 0 83 0,-1 7 92 16,1-7-785-16,3 12-974 0</inkml:trace>
  <inkml:trace contextRef="#ctx0" brushRef="#br0" timeOffset="95296.83">30165 9786 4490 0,'0'0'73'0,"-52"-11"59"0,24 10 45 0,-18 1 57 0,-19 0 66 0,-9 0 50 0,-7 3 32 16,-5-1 22-16,-9-1 5 0,-23-2-37 0,-8 1-23 15,4-2-26-15,-5-1-127 0,-10-4-196 16,-2 0 0-16,-10-6 0 0,-5 0 0 0,-4-3 0 16,2-1 0-16,5 1 0 0,4 3 0 15,20 3 0-15,16 4 0 0,37 6 0 0,5 0 0 16,23 2 0-16,10 4 0 0,6-2-272 15,7 2-308-15,1 1-97 0,10-3-178 0,-4 4 59 16,7-4 75-16,-1 2-738 16,-2 0-908-16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3:09:01.6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3496 9186 2577 0,'9'-12'276'0,"0"-2"-26"0,-4 3-5 0,-1 5-9 15,-2 0-9-15,-2 6-20 0,4-9-27 0,-4 9-28 0,0 0 28 16,0 0 32-16,-19 29 23 0,-8 12 19 16,-5 5-17-16,-11 24 7 0,-7 1 10 0,5 4-7 15,4-7-23-15,14-13-24 16,4 1-18-16,8-2-14 0,5-3-18 0,8-9-11 16,6-7-12-16,4 1-9 0,5-1-9 15,3-5-4-15,4-2-17 0,7-6-9 0,1-1-31 16,3-7-26-16,-4-7-43 0,0-6-59 15,-2-5-62-15,12 0-63 0,-1-9-79 0,-3-1-84 16,9-8-88-16,-8-3-89 0,1-2-97 16,-12 2-130-16,-1-2 70 0,-3 0-575 0,-6-1-737 15</inkml:trace>
  <inkml:trace contextRef="#ctx0" brushRef="#br0" timeOffset="233.29">3794 9624 3326 0,'3'-2'-40'0,"-3"2"47"0,0 0 26 16,0 0 49-16,6-7 65 0,-6 7 45 0,0 0 36 0,0 0 22 15,12 24 20-15,-5-12 13 0,1 2 1 16,1 6 1-16,7 6-5 0,-3 1-17 16,-1 2-21-16,-1-2-23 0,-2 4-31 15,-3-6-22-15,-4-2-12 0,-2 1-13 0,-2 1-4 16,-4 6-13-16,-3 1-10 0,-4-3-9 16,-5-3-9-16,2 1-12 0,-6-8-11 15,-1 3-15-15,0-3-38 0,-1-4-43 0,3-5-62 16,1 0-67-16,6-3-72 15,-2-1-88-15,1-5-106 0,1-1-131 0,1-1-149 16,1-5-90-16,3-1 78 0,6-1-600 16,-1-2-768-16</inkml:trace>
  <inkml:trace contextRef="#ctx0" brushRef="#br0" timeOffset="1832.33">3390 12252 3487 0,'0'-5'16'0,"0"-5"37"0,0 10 18 0,-8-8 0 0,8 8-1 0,0 0 22 16,0 0 34-16,-33 18 46 0,1 14 35 15,-4 9 16-15,2 5 10 0,-14 16-3 16,14-9-15-16,5 1-3 0,5-3-7 16,6 2-12-16,11-2-7 0,7-8-10 0,7 7-9 15,8-3-12-15,12 2-10 0,5-5-14 16,5-4-14-16,5-3-10 0,3-8-12 0,3 0-23 16,0-6-44-16,-1-6-61 0,-9-7-68 15,3 0-82-15,-9-6-103 0,-1-4-133 16,-5-4-143-16,7-10-185 0,-5-1-7 0,-7-3 85 15,-6-7-522-15,-4 4-655 0</inkml:trace>
  <inkml:trace contextRef="#ctx0" brushRef="#br0" timeOffset="2065.75">3769 12736 3371 0,'0'0'1'0,"0"0"7"15,0 0 12-15,17 7 44 0,-11 0 47 0,1 1 31 0,2 5 34 16,5 5 17-16,3 7 8 15,1 2-3-15,3 11-6 0,-1 1-12 0,1 4-16 16,-7-9-11-16,-3 2-17 0,-1-2-15 16,-7 1-11-16,-3-6-12 0,-2 6-5 0,-7-3-7 15,-4-1-12-15,-2-2-7 0,-5-2-21 16,0-1-33-16,-3-2-42 0,0-2-46 16,-1-2-71-16,-1-4-88 0,3-3-102 15,3-7-126-15,2-4-185 0,0-4-20 16,0-4 71-16,1-3-365 0,0-5-440 0</inkml:trace>
  <inkml:trace contextRef="#ctx0" brushRef="#br0" timeOffset="4765.89">5895 10442 2490 0,'0'0'-63'0,"-3"-5"32"0,3 5 23 0,0 0 19 0,0 0 28 0,0 0 28 0,-4-7 22 16,4 7 16-16,0 0 6 0,0 0-2 15,0 0-4-15,0 0-4 0,0 0-3 0,0 0 12 16,0 0-2-16,0 0 1 0,0 0 5 16,0 0-2-16,0 0 6 0,0 0 5 15,0 0 4-15,0 0 6 0,0 0 4 0,0 0 1 16,0 0-3-16,0 0-1 0,0 0-3 15,-2-9-11-15,2 9-9 0,0 0-5 16,0 0 3-16,0 0 7 0,0 0-3 16,0 0-8-16,0 0 1 0,0 0 10 0,-7 21-3 15,7-21-31-15,-2 10 8 0,2-3-7 16,-2 2-3-16,2-9-7 0,0 17 25 0,0-7 7 16,0-1-8-16,0 3-7 0,0-1 0 15,0 1-6-15,0 0 3 0,0 2 23 0,-3 1 2 16,3-2-6-16,0 4-14 0,0-1-4 15,-1-2-7-15,1 6 3 0,0-3 9 16,-2 0 3-16,0 2-12 0,2-2-1 0,0 0-47 16,0 3-36-16,0-4 0 0,0 3 0 15,0-2 0-15,0 0 0 0,-2 0 0 0,2 1 0 16,-2 1 0-16,2-2 0 16,0 2 0-16,0-1 0 0,-2 0 0 0,2-3 0 15,0 2 0-15,0 0 0 0,-2 1 0 16,2-3 0-16,0 1 0 0,0-1 0 0,0-1 0 15,0 1 0-15,0-1 0 0,0 0 0 16,0-1 0-16,-1 1 0 0,-1-2 0 0,2 2 0 16,0-2 0-16,0 0 0 0,-2 0 0 15,0-2 0-15,2 2 0 0,-2 0 0 16,2 0 0-16,-2-2 0 0,1 2 0 0,-1 0 0 16,-1 0 0-16,3 0 0 0,-2 0 0 0,0 1 0 15,0-2 0-15,2 1 0 0,-1 0 0 16,-1 0 0-16,0-2 0 0,0 2 0 15,2-1 0-15,-2 1 0 0,0 0 0 16,0-2 0-16,2 2 0 0,-1 0 0 0,-3 0 0 16,4-2 0-16,-2 1 0 0,0 1 0 15,2-5 0-15,-3 6 0 0,3-2 0 16,0-3 0-16,-1 2 0 0,1 0 0 0,-2-2 0 16,0 0 0-16,2 1 0 0,0-1 0 15,-2 0 0-15,2-1 0 0,0 3 0 0,0-4 0 16,0 2 0-16,0 0 0 0,0-1 0 15,0-1 0-15,0 2 0 0,0 0 0 16,-2-1 0-16,2-7 0 0,0 14 0 16,0-14 0-16,0 12 0 0,0-6 0 0,0 2 0 15,0-8 0-15,2 16 0 0,-2-7 0 16,0-2 0-16,0 1 0 0,0 1 0 0,0-1 0 16,0 1 0-16,2-1 0 0,-2 3 0 15,0-3 0-15,0 1 0 0,0-1 0 0,0 3 0 16,2-1 0-16,-2-2 0 0,2 1 0 15,-2 0 0-15,0-1 0 0,1 2 0 0,-1 0 0 16,0-4 0-16,0 2 0 0,0 1 0 16,0-9 0-16,0 17 0 0,3-11 0 0,-3-6 0 15,0 12 0-15,0-12 0 16,0 10 0-16,0-10 0 0,0 10 0 0,0-10 0 16,0 11 0-16,0-11 0 0,0 12 0 15,0-12 0-15,0 10 0 0,0-10 0 0,-3 13 0 16,3-7 0-16,0-6 0 0,0 12 0 15,0-12 0-15,0 10 0 0,0-10 0 16,0 7 0-16,0-7 0 0,-1 8 0 0,1-8 0 16,0 0 0-16,0 11 0 0,0-11 0 15,0 0 0-15,0 10 0 0,0-10 0 0,0 0 0 16,0 7 0-16,0-7 0 16,0 0 0-16,0 0 0 0,0 0 0 0,-2 10 0 0,2-10 0 15,0 0 0-15,0 0 0 16,0 0 0-16,0 0 0 0,0 0 0 0,0 0 0 0,2 8 0 15,-2-8 0-15,0 0 0 16,0 0 0-16,0 0 0 0,0 0 0 0,0 0 0 16,0 0 0-16,0 0 0 0,0 0 0 15,0 0 0-15,0 0 0 0,0 0 0 0,0 0 0 16,0 0 0-16,0 0 0 0,0 0 0 16,0 0 0-16,0 0 0 0,0 0 0 0,-6 7 0 15,6-7 0-15,0 0 0 0,0 0 0 16,0 0 0-16,0 0 0 0,0 0 0 0,0 0 0 15,0 0 0-15,0 0 0 0,0 0 0 16,0 0 0-16,0 0 0 0,0 0 0 16,0 0 0-16,0 0 0 0,0 0 0 15,0 0 0-15,0 0 0 0,0 0 0 0,0 0 0 16,0 0 0-16,0 0 0 0,0 0 0 16,0 0 0-16,0 0 0 0,0 0 0 0,0 0 0 15,0 0 0-15,0 0 0 0,0 0 0 16,0 0 0-16,0 0 0 0,0 0 0 0,0 0 0 15,0 0 0-15,0 0 0 0,0 0 0 16,0 0 0-16,0 0 0 0,0 0 0 16,0 0 0-16,0 0 0 0,0 0 0 15,0 0 0-15,0 0 0 0,0 0 0 0,0 0 0 16,0 0 0-16,0 0 0 0,0 0 0 0,0 0 0 16,0 0 0-16,0 0 0 15,0 0 0-15,0 0 0 0,0 0 0 0,0 0 0 16,0 0 0-16,0 0 0 0,0 0 0 15,0 0 0-15,0 0 0 0,0 0 0 0,0 0 0 16,0 0 0-16,0 0 0 0,0 0 0 16,0 0 0-16,0 0 0 0,0 0 0 0,0 0 0 15,0 0 0-15,0 0 0 16,0 0 0-16,0 0 0 0,0 0 0 0,0 0 0 16,0 0 0-16,0 0 0 0,0 0 0 15,0 0 0-15,0 0 0 0,-11-2 0 0,11 2 0 16,0 0 0-16,0 0 0 0,0 0 0 15,0 0 0-15,0 0 0 0,0 0 0 0,0 0 0 16,0 0 0-16,0 0 0 0,0 0 0 16,0 0 0-16,0 0 0 0,0 0 0 0,0 0 0 15,0 0 0-15,0 0 0 0,0 0 0 16,0 0 0-16,0 0 0 0,0 0 0 0,0 0 0 16,0 0 0-16,0 0 0 0,0 0 0 15,0 0 0-15,0 0 0 0,0 0 0 0,0 0 0 16,0 0 0-16,0 0 0 0,0 0 0 15,0 0 0-15,0 0 0 0,0 0 0 16,0 0 0-16,0 0 0 0,0 0 0 16,0 0 0-16,-14-17 0 0,10 6 0 0,-1-3-229 15,3-9-814-15,0 0 98 0,2-3-1087 16,4-14-1446-16</inkml:trace>
  <inkml:trace contextRef="#ctx0" brushRef="#br0" timeOffset="7514.65">5956 10268 4966 0,'0'0'-379'0,"-1"8"51"0,1-8 52 0,0 0 56 0,-2 9 57 0,2-9 46 15,0 0 30-15,2 6 27 0,-2-6 13 16,0 0 8-16,0 0 11 0,0 0 5 0,1 6 9 16,-1-6 9-16,0 0 11 15,0 0 3-15,0 0 6 0,0 0-4 0,0 0 2 0,0 0 15 16,0 0 3-16,0 0 3 16,0 0 7-16,0 0 4 0,0 0 8 0,0 0-4 15,0 0-1-15,0 0-4 0,0 0-7 0,0 0-2 16,0 0 2-16,0 0-11 0,-5 6 0 15,5-6 8-15,-4 6 5 0,4-6 11 16,-5 8 3-16,-1-3 1 0,1-1-3 16,2 4-7-16,-3 1 1 0,3 0 0 0,-1-1-4 15,0 1-2-15,2-4 1 0,2 2 0 16,-1-1 20-16,1-6 3 0,-5 11 3 0,5-6 13 16,0-5 9-16,0 8 14 0,0-8 3 15,3 7 4-15,-3-7-3 0,0 0-11 0,5 5-8 16,-5-5-6-16,0 0-8 0,0 0-6 15,9 0-6-15,-9 0-9 0,0 0-2 16,0 0-4-16,0 0-4 0,0 0-2 16,0 0-2-16,16-5-5 0,-16 5 0 0,0 0-10 15,0 0 1-15,0 0-6 0,0 0-2 16,0 0-5-16,0 0 0 0,9-1-1 16,-9 1-4-16,0 0 4 0,0 0-5 0,0 0 2 15,0 0-2-15,0 0-1 0,0 0 0 16,0 0 3-16,0 0-2 0,0 0-4 0,0 0 3 15,0 0-2-15,0 0 5 0,0 0-5 16,0 0 1-16,0 0 2 0,0 0-4 0,0 0 1 16,0 0-2-16,0 0 3 15,0 0-1-15,8-4 1 0,-8 4 2 0,0 0-2 16,0 0 0-16,0 0 0 0,0 0 3 0,0 0-2 16,0 0-4-16,0 0-1 0,0 0-10 15,0 0-10-15,0 0-12 0,0 0-22 0,0 0-24 16,0 0-25-16,0 0-34 15,0 0-50-15,0 0-33 0,0 0-25 0,0 0-28 16,0 0-26-16,0 0-26 0,0 0-15 16,0 0-21-16,0 0-26 0,0 0-44 0,0 0-71 15,0 0-219-15,0 0-213 16</inkml:trace>
  <inkml:trace contextRef="#ctx0" brushRef="#br0" timeOffset="14197.18">6969 11553 1383 0,'0'0'33'0,"13"-2"28"0,-13 2 28 0,0 0 23 0,13-5 31 0,-13 5 23 0,12-3 20 0,-12 3 12 15,11-8 4-15,-4 4 4 0,0-1-2 16,2 1-5-16,-9 4 0 0,11-8-2 0,-3 4-4 16,-8 4-4-16,10-8-5 15,-10 8-6-15,7-4-8 0,-7 4-4 0,9-5-10 16,-9 5-12-16,11-3-7 0,-11 3-3 15,7-4-8-15,-7 4-10 0,0 0-10 16,17-1-3-16,-17 1-9 0,0 0-5 0,17 8 0 16,-8-1-2-16,1 3-2 0,3 3-2 15,-1 4 8-15,1 12-12 0,5-2-2 16,-3 0-10-16,0 4-2 0,0 2-6 16,1-1 0-16,0 0-6 0,0 2-5 0,-3-2 15 15,3-1-6-15,-3 0-6 0,1-4-7 16,-5-4 2-16,-2-6-3 0,2 1 11 0,-5-6 19 15,3-1 7-15,-4-1 11 0,1 1 10 16,0-3 4-16,-1-2 3 0,-1 2-2 0,2-3-1 16,-4-5-7-16,5 9-9 0,-5-9-17 15,3 7-72-15,-3-7 0 0,4 4 0 0,-4-4 0 16,0 0 0-16,0 0 0 0,0 0-48 16,0 0-190-16,0 0-93 0,0 0-121 15,0 0-118-15,0 0-137 0,0 0-114 0,0 0 69 16,-7-23-701-16,2 16-902 0</inkml:trace>
  <inkml:trace contextRef="#ctx0" brushRef="#br0" timeOffset="16530.45">27546 6620 1199 0,'-2'-9'576'0,"0"1"-166"0,0 0-82 0,0-3-47 0,2 2-21 0,-1 0-9 0,-1 4-9 0,-2-3-26 0,0 1-13 16,4 7-17-16,-7-3-7 0,7 3 11 15,-23 10 0-15,0 7-13 0,0 5-5 0,-8 11 4 16,4 2 3-16,2-1-9 0,-2 4-15 16,4-1 5-16,1-7-13 0,8 0-8 15,-6 0-14-15,5-1-15 0,0 0-13 0,-2-2-4 16,1-4-6-16,5-3-16 15,3-5-6-15,1-3-4 0,-3 1-24 0,3-3-31 16,0-2-34-16,2 4-33 0,1-7-43 16,1 1-78-16,3-6-79 0,0 0-77 0,0 0-44 15,0 0-42-15,3-26-42 16,8 9-18-16,9-12-32 0,8-13-24 0,5 1-532 16,1-4-544-16</inkml:trace>
  <inkml:trace contextRef="#ctx0" brushRef="#br0" timeOffset="16746.68">27463 6615 2770 0,'18'-25'-80'0,"0"1"59"0,-5 7 55 16,-3 2 57-16,-1 3 54 15,-2 0 46-15,1 0 19 0,-4 4 17 0,2 1-10 16,0 0-23-16,-5 3-21 0,-1 4 12 16,0 0 24-16,0 0 16 0,18 24-7 0,-12-3-16 15,1 11-7-15,0-1-6 0,3 6-7 16,2-1-11-16,-1 0-29 0,2 8-12 0,0-6 9 16,3-4-21-16,-3-2-11 0,1 1-12 15,-3-5-38-15,0-1-35 0,-3-8-35 16,0-1-37-16,-3-5-40 0,3 1-55 0,-5-4-58 15,4 0-67-15,-3-1-68 0,-3 0-77 16,1-5-88-16,-2-4-142 0,0 0-3 16,0 0 67-16,0 0-384 0,0 0-442 15</inkml:trace>
  <inkml:trace contextRef="#ctx0" brushRef="#br0" timeOffset="16946.32">27522 6884 2822 0,'-25'-6'140'16,"4"0"57"-16,-1 2 47 0,9 1 53 0,2-1 47 15,-3 2 38-15,5-2 0 0,9 4-16 16,-14-6-30-16,9 6-29 0,5 0-32 16,0 0-24-16,0 0-24 0,0 0-24 0,0 0-21 15,0 0-21-15,42-3-44 0,-13 6-60 0,-3-3-86 16,2 4-90-16,9 0-95 16,-2-2-126-16,-9 0-127 0,-2 2-140 0,5 1-177 15,-4-1 67-15,-4 2 83 0,1 2-515 16,-8 2-617-16</inkml:trace>
  <inkml:trace contextRef="#ctx0" brushRef="#br0" timeOffset="17330.59">27099 9021 3617 0,'0'-7'263'15,"0"0"5"-15,0 7 6 0,0-9 12 0,0 9 26 0,0 0 47 16,0 0 14-16,0 0-17 0,-10 35-40 16,6-15-34-16,0 12-25 0,0-3-26 15,1 6-23-15,1 2-25 0,0-2-18 16,2-4-44-16,-2-7-47 0,0 2-57 0,4-2-68 16,-4-6-88-16,4 2-75 0,-2-7-80 15,0 1-78-15,0-6-77 0,0-1-88 0,0-7-110 16,0 0-106-16,0 0 68 0,0 0-615 15,0 0-757-15</inkml:trace>
  <inkml:trace contextRef="#ctx0" brushRef="#br0" timeOffset="17697.36">27253 9034 3337 0,'7'-17'-31'0,"1"5"61"16,-5 2 50-16,4 0 51 0,-2 1 37 16,1 2 26-16,1 1 11 0,4 0 12 15,-2 1-5-15,2 3-5 0,1 1-3 16,-12 1-1-16,30 7-1 0,-15-2-7 0,5 5-21 15,-6 4-5-15,6 6-8 0,-5-1-2 16,-5 0 9-16,-1 0 11 0,-2 1 2 0,-1 0 9 16,-3 0 0-16,-1-2-4 0,-2 3-3 15,-2-2-8-15,2 2-9 0,0-3-15 16,-3 3-13-16,1-2-71 0,0 0-67 16,4 0 0-16,-2-1 0 0,2 2 0 0,1-4 0 0,-1 3 0 15,-1-2 0-15,3 1 0 16,-4 1 0-16,2-3 0 0,-2-1 0 0,-2 2 0 15,-2-3 0-15,-2 4 0 0,-2-3 0 16,-3 3 0-16,-2-5 0 0,-2 3 0 0,1-4 0 16,-3 0 0-16,2-2 0 0,-4 0 0 15,-2-1 0-15,0-2 0 0,-2 0 0 0,4-4 0 16,-6 0 0-16,4-3 0 0,1-3 0 16,-4-2 0-16,3-2 0 0,3-2 0 0,-7-8 0 15,3-2-175-15,11 1-652 0,4-3-104 16,1-1 79-16,4-14-987 0,5-1-1264 0</inkml:trace>
  <inkml:trace contextRef="#ctx0" brushRef="#br0" timeOffset="19913.99">28431 6797 4758 0,'0'0'-199'16,"0"0"51"-16,0 0 48 0,0 0 47 0,0 0 54 0,0 0 49 0,0 0 20 0,-20 3 23 16,20-3 24-16,0 0 17 0,0 0 13 15,0 0 5-15,0 0-1 0,0 0-1 0,0 0-10 16,0 0 2-16,0 0-5 0,0 0-9 15,0 0 7-15,0 0-10 0,0 0-11 16,0 0 3-16,0 0-2 0,0 0-6 0,0 0-12 16,0 0-6-16,0 0-6 0,0 0 2 15,0 0-11-15,0 0-3 0,0 0-10 0,0 0-10 16,4-15-8-16,-4 15-7 16,-7-4-2-16,7 4-3 0,-16-2-5 0,16 2 3 15,-20 2 2-15,20-2 7 0,-23 2-9 0,13 0 1 16,10-2-4-16,-15 5 1 0,7-2 5 15,8-3-2-15,-14 6 0 0,14-6 7 16,-5 4 14-16,5-4 21 0,-2 7 17 0,2-7 7 16,0 0 2-16,0 0-76 0,18 10-24 15,-18-10 0-15,16 0 0 0,-6 0 0 0,-10 0 0 16,21 0 0-16,-21 0 0 0,21-6 0 16,-10 2 0-16,-3 1 0 0,0-1 0 0,-8 4 0 15,13-10 0-15,-10 5 0 16,4 0 0-16,-3-1 0 0,-4 6 0 0,1-10 0 15,-1 10 0-15,2-8 0 0,-2 8 0 0,0 0 0 16,-3-10 0-16,3 10 0 0,0 0 0 16,-12-4 0-16,12 4 0 0,0 0 0 15,0 0 0-15,-17 2 0 0,17-2 0 16,0 0 0-16,0 0 0 0,0 0 0 0,-14 7 0 16,14-7 0-16,0 0 0 0,0 0 0 15,0 0 0-15,0 0 0 0,-4 7 0 0,4-7 0 16,0 0 0-16,0 0 0 0,0 0 0 15,0 0 0-15,0 0 0 0,0 0 0 0,0 0 0 16,0 0 0-16,0 0 0 16,0 0 0-16,0 0 0 0,-3 5 0 0,3-5 0 0,0 0 0 15,-6 5-440-15,1 1-134 16,-4-2-111-16,0 5-193 0,-2 0 66 0,-3 0 94 16,5 3-671-16,-2 0-842 0</inkml:trace>
  <inkml:trace contextRef="#ctx0" brushRef="#br0" timeOffset="20614.11">28362 6962 3676 0,'0'0'-48'0,"1"-13"50"0,-1 6 53 0,0 7 62 0,4-9 55 0,-4 3 44 0,0 6 23 0,0 0 14 16,5-12 1-16,-5 12-3 0,0-8-3 0,0 8-10 16,0 0-11-16,3-7-9 0,-3 7-16 15,0 0-14-15,0-8-10 0,0 8-12 0,0 0-7 16,0 0-7-16,0 0 17 0,0 0 16 16,0 0 9-16,0 0 8 0,0 0-1 0,4 23-124 15,-2-9-77-15,-2 3 0 16,-2 7 0-16,0 2 0 0,-1 13 0 0,-1-2 0 15,-3 5 0-15,-2 9 0 0,2-1 0 16,-2 5 0-16,-2-2 0 0,2 3 0 0,0 3 0 16,-3-2 0-16,1-2 0 0,-3 5 0 15,1-4 0-15,-3-2 0 0,3 1 0 0,1 1 0 16,-2-2 0-16,1 1 0 0,-1-4 0 16,5-2 0-16,-1-8 0 0,0-1 0 0,3-5 0 15,1 1 0-15,1-3 0 0,-2-1 0 16,4-6 0-16,1-2 0 0,-2-1 0 0,2-1 0 15,0-3 0-15,0-2 0 0,2 2 0 16,-1-2 0-16,1 0 0 0,0-2 0 0,-2-1 0 16,2-2 0-16,0 2 0 0,0-2 0 15,0-2 0-15,0 0 0 0,0-1 0 0,2-1 0 16,-2 2 0-16,0-3 0 16,0 1 0-16,0-4 0 0,0-4 0 0,0 12 0 15,0-12 0-15,0 9 0 0,0-3 0 16,0-6 0-16,0 12 0 0,0-7 0 0,1 2 0 15,-1 0 0-15,0-7 0 0,0 10 0 16,0-5 0-16,0-5 0 0,0 10 0 0,0-10 0 16,0 8 0-16,0-8 0 0,2 9 0 15,-2-9 0-15,0 7 0 0,0-7 0 0,0 0 0 16,0 7 0-16,0-7 0 16,0 0 0-16,0 7 0 0,0-7 0 0,0 0 0 15,0 0 0-15,-2 7 0 0,2-7 0 16,0 0 0-16,0 0 0 0,0 0 0 0,0 0 0 15,0 0 0-15,0 0 0 0,-5-21 0 16,-1 9 0-16,5-1-806 0,-4-1-161 0,1-1 91 16,2-1-1009-16,1 2-1308 0</inkml:trace>
  <inkml:trace contextRef="#ctx0" brushRef="#br0" timeOffset="20946.43">28019 8412 4885 0,'-20'0'-17'0,"20"0"77"0,0 0 48 0,-5-5 47 0,5 5 49 0,0 0 50 0,0 0 19 0,0 0 2 0,0 0 3 0,0 0 1 15,0 0 1-15,0 0-10 16,0 0-9-16,30 22-17 0,-18-8-20 0,3 0-66 16,5 6-158-16,0 0 0 0,-4-2 0 15,-2-2 0-15,-2 0 0 0,1-1 0 0,-1-1 0 16,-1 0 0-16,-1-3 0 0,-2-1 0 15,-1-1 0-15,-1-2 0 0,-1-2 0 0,-1 3 0 16,2-3 0-16,-6-5 0 0,6 9 0 16,-2-6 0-16,-4-3 0 0,5 4 0 15,-5-4 0-15,0 0 0 0,6 10 0 16,-6-10 0-16,0 0 0 0,5 0-274 0,-5 0-315 16,0 0-69-16,0 0-80 0,0 0-85 15,7-12 75-15,-7 12-735 0,7-9-931 16</inkml:trace>
  <inkml:trace contextRef="#ctx0" brushRef="#br0" timeOffset="21162.83">28377 8549 3902 0,'0'0'-38'0,"8"-6"80"0,-8 6 51 15,2-4 41-15,-2 4 39 0,0 0 23 0,0 0 21 16,0 0 31-16,0 0 34 16,0 0-1-16,-25 8-5 0,14-2-14 0,-2 2-7 0,-5 3-13 15,0-1-22-15,4-2-19 16,-2 3-22-16,-1-1-17 0,3-1-15 0,3-1-13 15,0-1-15-15,-1 2-12 0,3-3-13 16,2 0-10-16,-3-1-16 0,0-1-37 0,3 2-47 16,0-3-51-16,0 1-70 0,7-4-89 15,-13 3-99-15,13-3-125 0,-16-2-126 0,16 2-133 16,-9-12-73-16,5 4 61 0,3-4-674 16,1-3-848-16</inkml:trace>
  <inkml:trace contextRef="#ctx0" brushRef="#br0" timeOffset="22212.35">28448 6874 3582 0,'-6'-9'-114'0,"2"5"51"0,4 4 42 0,-5-8 42 0,5 8 55 0,-7-7 36 0,7 7 24 0,-3-5 10 0,3 5 1 15,-4-4-16-15,4 4-7 16,0 0-7-16,-6-5-7 0,6 5-6 0,0 0 28 16,0 0 22-16,0 0 17 0,0 0 13 15,0 0 14-15,8 21 32 0,-5-13 7 0,6 5-4 16,-4 1 0-16,5 2-4 0,3 13-7 15,0 0-9-15,5 1 3 0,-3 5-10 0,4 8-10 16,-1-3-5-16,4 2-10 0,1 2-24 16,-3 0-157-16,1 3 0 0,3-1 0 15,-1 2 0-15,3-1 0 0,-3 0 0 16,3-1 0-16,-1 3 0 0,2-3 0 0,0 0 0 16,-2 1 0-16,-3-4 0 0,1 1 0 15,-2-1 0-15,-2 3 0 0,-2 1 0 0,3-2 0 16,-4 0 0-16,4 0 0 0,-4-2 0 15,-3-7 0-15,1-1 0 0,2-1 0 16,-1 0 0-16,-1-1 0 0,0 0 0 0,0-4 0 16,1 0 0-16,-1-2 0 0,-3-2 0 15,0 0 0-15,-3-7 0 0,0 1 0 0,1-2 0 16,-3-1 0-16,2 3 0 0,-3-3 0 16,1-3 0-16,-2 1 0 0,-1-2 0 15,1 0 0-15,0-3 0 0,0 1 0 16,0 0 0-16,-2-3 0 0,0 0 0 0,1-2 0 15,-3-5 0-15,4 10 0 0,-2-7 0 16,-2-3 0-16,2 9 0 0,-2-9 0 0,3 5 0 16,-3-5 0-16,2 7 0 0,-2-7 0 15,5 5 0-15,-5-5 0 0,0 0 0 0,0 0 0 16,0 7 0-16,0-7 0 0,0 0 0 16,0 0 0-16,0 0 0 0,0 0 0 0,0 0 0 15,0 0 0-15,0 0 0 0,0 0 0 16,0 0 0-16,0 0-220 0,-23-10-798 15,16 5 76-15,2-1-1102 0,-1 1-1459 16</inkml:trace>
  <inkml:trace contextRef="#ctx0" brushRef="#br0" timeOffset="22761.53">29071 8570 5215 0,'-8'-4'-190'0,"8"4"80"0,-13-5 75 0,7 1 54 0,6 4 67 0,-10-4 61 0,10 4 60 0,-7-6 16 16,7 6 22-16,0 0 9 0,-8-2-5 15,8 2-7-15,0 0-13 0,0 0-23 0,0 0-22 16,0 0-6-16,0 0 3 0,0 0 7 16,0 0-1-16,11 25-12 0,2-11-64 0,-1 1-111 15,8 7 0-15,-2 1 0 16,4-3 0-16,-3 2 0 0,-2-6 0 0,-4-4 0 15,0 1 0-15,-1-4 0 0,-2 1 0 16,-1-3 0-16,-4 0 0 0,4-2 0 0,-4 0 0 16,1-2 0-16,-6-3 0 0,17 4 0 15,-17-4 0-15,0 0 0 0,29-9 0 0,-16 3 0 16,2-8 0-16,0 0 0 0,7-10 0 16,-2-1 0-16,3-4 0 0,4-9 0 0,-8 9 0 15,2-3 0-15,-4 6 0 0,-2 1 0 16,-3 8 0-16,-5 1 0 0,-1 4 0 15,-1 2 0-15,-5 2 0 0,0 1 0 16,0 7 0-16,-5-9 0 0,-3 7-92 0,8 2-502 16,-13-1-119-16,13 1-177 0,-17 3 55 15,10 1 100-15,-4-2-738 0,6 3-922 0</inkml:trace>
  <inkml:trace contextRef="#ctx0" brushRef="#br0" timeOffset="29977.25">28939 8146 2014 0,'-6'-13'75'0,"1"4"27"0,3 0 32 0,-2 2 39 0,3-1 47 0,1 8 31 0,0-10 10 16,0 10-1-16,-2-7-19 0,2 7-15 15,0 0-1-15,0 0 16 0,0 0 9 16,36 20 9-16,-13-1-13 0,-1 3-1 0,-1 2-5 16,2 2-11-16,0 0 3 0,-2-1-21 15,-2 0-15-15,1 0-14 0,-6-2-15 0,-1-5-3 16,-3-4-4-16,0 0-1 0,-1-4-4 15,-3 1 3-15,2-3-3 0,-3 1 6 16,1-4-1-16,-2 2-121 0,2-2-39 16,-6-5 0-16,7 6 0 0,-7-6 0 0,13 2 0 15,-13-2 0-15,20-2 0 0,-9-2 0 16,3-3 0-16,0-4 0 0,2 1 0 0,1-2 0 16,-3-2 0-16,0 3 0 0,-2 0 0 15,-2 2 0-15,-3 3 0 0,-1 0 0 0,-3 2 0 16,-3 4-211-16,0 0-305 0,0 0-68 15,0 0-91-15,-13-5-163 0,13 5 54 0,0 0 94 16,0 0-634-16,0 0-781 0</inkml:trace>
  <inkml:trace contextRef="#ctx0" brushRef="#br0" timeOffset="31511.67">29231 6837 3416 0,'-18'12'-125'0,"18"-12"27"0,-5 4 30 0,5-4 42 0,-6 6 42 16,6-6 48-16,0 0 41 0,-3 6 13 0,3-6 11 15,0 0-2-15,-4 7-1 0,4-7-3 16,0 0 5-16,0 0 3 0,0 0-2 0,0 0-9 15,0 0-12-15,0 0-8 16,0 0-11-16,0 0-6 0,0 0-9 0,0 0-6 16,0 0-6-16,0 0-3 0,0 0-7 15,34-11 2-15,-30 7 4 0,-4 4 1 0,3-8-4 16,-3 8-6-16,0 0-4 0,2-10-5 16,-2 10-8-16,0 0-3 0,-7-7-1 15,7 7-5-15,-13-4-2 0,13 4 1 0,-10-2 0 16,10 2-4-16,0 0-1 0,0 0-1 15,-19 0 0-15,19 0 3 0,0 0 3 0,0 0 13 16,0 0 14-16,0 0 10 0,0 0 0 16,0 0 3-16,0 0-2 0,21 15 11 0,-21-15 2 15,15 4 13-15,-4-4-1 16,-11 0-18-16,18 0 0 0,-18 0 4 0,13-4-1 16,-13 4-9-16,16-4-1 0,-9 1-9 15,-7 3-5-15,9-8-1 0,-3 4-8 0,-6 4-6 16,8-8 0-16,-8 8-9 0,6-9 6 15,-6 9-11-15,3-6-1 0,-3 6-4 16,6-8-4-16,-6 8-1 0,0 0 4 0,5-6 5 16,-5 6-9-16,0 0-2 0,0 0-2 15,2-7 5-15,-2 7 0 0,0 0-2 0,0 0 4 16,0 0-5-16,5-7 0 16,-5 7-1-16,0 0-1 0,0 0 5 0,0 0-1 15,0 0-2-15,0 0 3 0,4-7 0 16,-4 7 2-16,0 0-6 0,0 0-1 0,0 0-4 0,0 0-1 15,0 0-8-15,0 0 8 16,0 0 2-16,0 0 10 0,0 0 14 0,0 0 13 16,-14 26 16-16,10-13 8 0,-3 4 1 15,-1 0 14-15,-2 13 11 0,-1-1-4 0,0 6-1 16,-1 2 4-16,-1 9-1 0,3-6-2 16,1 1-3-16,1 0-68 0,3 1-12 15,-2 0 0-15,4 1 0 0,1-2 0 0,2 2 0 16,0-1 0-16,0-5 0 0,0-2 0 15,-2-4 0-15,2-4 0 0,0-1 0 16,0-1 0-16,-2-3 0 0,0 2 0 16,-2-1 0-16,4-5 0 0,-1 2 0 0,-1 2 0 15,0-1 0-15,2-3 0 0,-2 5 0 16,-2 0 0-16,4 1 0 0,0-3 0 0,0 3 0 16,-1 0 0-16,-2 1 0 0,1 0 0 15,2 0 0-15,-2 1 0 0,-2-1 0 0,3 1 0 16,-1-2 0-16,-2-2 0 15,2 3 0-15,-2-4 0 0,3-3 0 0,-1-1 0 0,0 0 0 16,-1-4 0-16,1-2 0 0,0 2 0 16,2-5 0-16,-1 0 0 0,1 1 0 0,0-9 0 15,-2 12 0-15,2-12 0 16,0 10 0-16,0-10 0 0,-2 9 0 0,2-9 0 16,0 8 0-16,0-8 0 0,0 0 0 15,-2 12 0-15,2-12 0 0,0 0 0 0,0 5 0 16,0-5 0-16,0 0 0 0,-6 4 0 15,6-4 0-15,0 0 0 0,0 0 0 0,0 0 0 16,-5 6 0-16,5-6 0 0,0 0-574 16,0 0-84-16,-16-12-50 0,14 1-72 15,-1 1-4-15,-1-1-810 0,0-1-1035 0</inkml:trace>
  <inkml:trace contextRef="#ctx0" brushRef="#br0" timeOffset="31778.03">29061 8081 4108 0,'-6'-3'-134'0,"6"3"48"0,0 0 40 0,-7-5 30 0,7 5 48 0,0 0 60 0,0 0 30 16,0 0 32-16,0 0 27 0,0 0 11 15,4 25 7-15,3-16 9 0,1 1 14 16,4-3 7-16,-1 5-8 0,1-2-9 0,2-2-16 16,-2 1-12-16,5 1-25 0,-3-2-14 15,-3 0-14-15,0-1-18 0,3 1-7 0,-9-2-15 16,5-1-8-16,-5 0-21 0,2-2-26 15,-7-3-25-15,9 9-33 0,-5-8-33 16,-4-1-39-16,7 6-42 0,-7-6-65 16,0 0-77-16,0 0-88 0,0 0-72 0,0 0-101 15,14-14-190-15,-14 5 49 0,0-1 79 16,-4 0-443-16,1-1-516 0</inkml:trace>
  <inkml:trace contextRef="#ctx0" brushRef="#br0" timeOffset="36692.56">6790 10469 153 0,'0'0'72'0,"0"0"-37"0,0 0-6 0,-9-5 2 0,9 5-7 0,0 0 2 0,-11-2 11 16,11 2-3-16,0 0 13 16,-9-3 1-16,9 3-1 0,0 0 4 0,-8-3 2 15,8 3-17-15,0 0 5 0,0 0-6 16,-8-4-3-16,8 4 3 0,0 0-19 0,0 0-5 16,0 0-10-16,0 0-18 0,-7-3-11 15,7 3-16-15,0 0-23 0,0 0-8 0,0 0-151 16,0 0 77-16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3:09:57.2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4600 11869 1068 0,'0'0'202'0,"-14"0"-52"0,14 0-21 0,-11-2-16 0,11 2-4 0,0 0 4 0,-14-4 6 0,14 4 3 16,0 0 9-16,0 0 5 0,-12-1-3 15,12 1-4-15,0 0-12 0,0 0-10 16,0 0-7-16,0 0-6 0,0 0-6 16,0 0-13-16,0 0-9 0,0 0-6 0,0 0 2 15,0 0-6-15,37 10-7 0,-12-6-8 16,13 0 1-16,8 3 0 0,15 4-9 0,4-1-6 15,3-2-2-15,7 5 2 0,-1 1-8 16,7-3 5-16,-2-1-6 0,3 2 1 0,0-3-1 16,-2 2-6-16,-2-4 2 0,2-5-3 15,-2 5-5-15,-1-3 2 0,-5-1 9 16,-4-3-9-16,-7 3 6 0,-14-3-6 0,-6 0 1 16,-7 0-3-16,-7-3 0 15,9-2 6-15,-5 3-8 0,-5 1-3 0,1-2 7 16,0 0-5-16,-2 3-3 0,2-4-3 0,0 2 6 15,-5 2 0-15,1 0 4 0,7-2-6 16,-3 4-3-16,4-2 5 0,8 4-3 16,-1 1 6-16,7-2 2 0,-2 0-10 0,5 5 4 15,9-4-1-15,2 4-2 0,1-2-4 16,-1 1 5-16,-10-3 0 0,1 2 6 16,-7-2-9-16,3-1 6 0,-1-1-7 0,-4 0 5 15,1-1 0-15,-3-1-1 0,2 2 1 16,2-2-4-16,0 0 6 0,4-2-2 0,1 4 2 15,1-2-13-15,3 2 14 0,1-2-4 16,-4 2-1-16,3-2 2 0,0 1 2 16,-3 1-2-16,3 0 1 0,-3-2 4 15,-1 5-6-15,0-4 1 0,-3-1 1 0,1 2-2 16,-1 2-5-16,0-2 7 0,-2 2 0 16,1 0-9-16,2-4 9 0,2 3-2 0,5-1 0 15,12 0-5-15,3 1 3 0,4 0 3 16,0-1 0-16,0 2-1 0,0-2 2 15,4 3 0-15,-2-4-2 0,3-1 4 0,-3 2-11 16,-1 0-5-16,-5-2 9 0,-1 1 2 16,-14-1-12-16,-3 2-11 0,-3-2-3 15,0 0-3-15,-10-2-12 0,-1 1-1 0,-7-1 6 16,9-1-8-16,3 1 1 0,-2-2 7 16,3 1 7-16,2 3 1 0,5-2 4 15,15 0 0-15,6 2 4 0,8 0-3 0,4 0 6 16,4 2 6-16,5 2-3 0,22-3 0 15,5 0-2-15,1 4 7 0,2-4-2 16,5 3 4-16,3 4 0 0,4-2 0 0,1 0-4 16,3 1 7-16,3 2-1 0,-2 1 1 15,0-2 0-15,0 1-6 0,2 3 4 0,-5-2 2 16,-7-1-2-16,-6-1 3 0,-10 2-4 16,-3-4 7-16,-29-1 3 0,-9-3-1 0,-20 2-2 15,-7-2 0-15,-12-4-1 16,-5 2-17-16,-6-2-29 0,-2 0-46 0,-2-2-74 15,-6 1-105-15,1-1-193 0,-2 2-13 16,-5-4-127-16,1 2-104 0</inkml:trace>
  <inkml:trace contextRef="#ctx0" brushRef="#br0" timeOffset="799.55">18300 10849 1799 0,'13'-14'49'0,"1"1"15"0,-5 3 23 0,0 3 14 0,1 2 23 0,-2 1 2 0,-5 1-10 0,-3 3 39 16,0 0 83-16,0 0 36 0,0 25 20 16,-11 4 8-16,-14 10-5 0,-3 7 6 15,-1-1 8-15,2 1 2 0,2-1-3 16,5-1 6-16,8-8-5 0,5 2-4 0,3-3-16 16,6-6-21-16,2-4-15 0,-1 0-14 15,5-4-21-15,-2-2-22 0,3 1-16 16,-1-5-16-16,1 0-17 0,3-1-127 0,-1-4-22 15,1-2 0-15,1 0 0 0,3-3 0 16,-3-1 0-16,0-1 0 0,2-2 0 16,5-1 0-16,-2 0 0 0,2-1 0 15,-2-2-38-15,1 3-353 0,3-4-101 0,-2 1-103 16,3-4-116-16,0 0-111 0,8-4 58 16,-3-3-725-16,3 1-936 0</inkml:trace>
  <inkml:trace contextRef="#ctx0" brushRef="#br0" timeOffset="1065.58">19077 10986 4275 0,'-7'-9'-80'0,"-5"4"14"0,3 1 25 0,-1 3 45 16,1 1 52-16,9 0 22 0,-20 5 13 15,8 2 6-15,-2 1 10 0,1 4-3 16,0 4 5-16,1-1-1 0,3 2 0 15,-2 3-9-15,6-2-8 0,-1-1-6 0,4-1-13 16,1 2-5-16,-1-1-8 0,2 1-2 16,0-1-9-16,0 2-4 0,0-3-5 15,0 1-7-15,3 0-33 0,-1-2-61 0,0-1-85 16,2-4-102-16,-1 0-96 0,4-1-121 16,2-2-170-16,0 0 23 0,3-1 56 15,1-4-316-15,0-2-357 0</inkml:trace>
  <inkml:trace contextRef="#ctx0" brushRef="#br0" timeOffset="1599.31">19794 11035 2268 0,'4'-13'-20'0,"-3"2"32"0,1 3 25 0,-2-1 23 15,0 2 11-15,-2 2 16 0,-3 0 25 16,-4 0 9-16,-2 1 5 0,-5 1 11 0,-5 3 5 15,-8 2 7-15,-13 5 13 0,3 3 8 16,-11 5 8-16,2 7 4 0,4-1-2 0,6 1-8 16,10-3 4-16,3 2-1 0,5 3 0 15,8-5-2-15,4-1-5 0,5-1-12 0,8 2-12 16,2 2-9-16,6 5-13 16,7-1-14-16,3 0-13 0,-1-2-5 0,1-2-11 0,-2-2-7 15,2 0-4-15,-8-3-11 16,-1-2-7-16,-3-5 3 0,-4 4-13 0,1-6 9 15,-5 5 6-15,-1-4 20 0,-4 1 17 16,-5 1 17-16,2 0 9 0,-6-1 8 0,-9-1-11 16,4 2-11-16,-8-3-7 0,1 0-13 15,-2-1-5-15,-11-1-11 0,8 1-5 0,3-4-6 16,3 0-8-16,0-2-14 0,3 0-46 16,1-2-100-16,4 2-106 0,-3-5-119 0,3 0-134 15,1 0-133-15,1 0-190 16,3 0 17-16,0 4 76 0,-5 0-606 0,3 2-764 15</inkml:trace>
  <inkml:trace contextRef="#ctx0" brushRef="#br0" timeOffset="1881.47">18176 11815 3519 0,'-48'-3'44'0,"8"1"34"0,8 1 21 0,5-3 28 0,6 3 49 0,4 1 65 0,4-2 59 0,13 2-7 16,-4-5-20-16,4 5-21 0,53-4-7 16,18-1-21-16,15 3-27 0,32 1-17 15,9 2-15-15,11 3-19 0,13 3-14 16,5-2-10-16,4 5-17 0,-3 1-8 0,1 6-13 16,-9 0-10-16,-9-2-7 0,-13 2-7 15,-9-5-44-15,-41 0-72 0,-8-4-64 0,-22-4-53 16,-7 1-59-16,-9-2-80 0,-13-1-58 15,-4 0-50-15,-7 0-68 0,-5 2-109 16,-2-4-96-16,0 0 57 0,-19 4-459 0,0 0-565 16</inkml:trace>
  <inkml:trace contextRef="#ctx0" brushRef="#br0" timeOffset="4598.43">2877 6046 3277 0,'-5'-22'131'0,"3"5"38"0,-1 5-4 0,3 1 0 0,-2 2 5 0,2 2-12 16,0 7-15-16,0 0-2 0,0 0 53 0,0 0-10 15,0 0-12-15,7 47-19 0,-5-12-15 16,1 7-8-16,-1-3-15 0,2 4-12 0,0-1-12 16,-3-1-5-16,3-3-4 0,0 1-18 15,0-3-8-15,-4-10-23 0,0-2-36 16,2-6-43-16,-2 1-46 0,2-2-58 0,-2-5-51 16,0-2-35-16,0-3-57 0,0-7-59 15,-4 4-61-15,4-4-66 0,0 0-72 0,0 0-21 16,-12-31-357-16,9 11-410 0</inkml:trace>
  <inkml:trace contextRef="#ctx0" brushRef="#br0" timeOffset="4864.93">2816 5941 2470 0,'-3'-25'-10'15,"-1"4"52"-15,1 2 29 0,1 5 32 0,2 2 20 16,0 0 36-16,5 2-11 0,0-4 1 16,1 2-9-16,5 4 4 0,3-1 0 0,1 6-4 15,4 0 7-15,4 3 0 0,3 3-8 16,9 5-14-16,-1 2-9 0,-3 4-25 15,-1 1 17-15,-8 1-4 0,-2-1 15 0,-6 1 13 16,-3-1 19-16,-6 1 22 0,1-3-7 16,-4 1-3-16,-2 1-8 0,-2 2-17 15,-4-3-11-15,-1 3-16 0,-2 1-12 16,-3-5-8-16,1 0-13 0,-5-4-22 0,3 0-40 16,-5-1-51-16,2-4-56 0,0 2-69 15,-2-8-85-15,0-2-93 0,3-2-80 0,-4-5-109 16,3-2-174-16,5-2 26 0,2 4 90 15,5 3-367-15,2-4-432 0</inkml:trace>
  <inkml:trace contextRef="#ctx0" brushRef="#br0" timeOffset="5114.93">3489 5584 2909 0,'5'-11'149'0,"1"2"13"0,-2 2 4 15,-3 2 12-15,-1 5 7 0,5-5-3 0,-5 5 32 16,0 0 35-16,6 24 0 0,-3-6-23 16,-1 9-19-16,0 10-18 0,0 2-16 0,0 1-22 15,1 1-8-15,-1 0-10 0,0 2-15 16,3-4-9-16,-2 2-7 0,1 0-14 16,-2-6-8-16,2 0-11 0,-1-6-11 0,-3-6-28 15,2-3-77-15,-2-2-82 0,2 0-98 16,2-2-129-16,-2-3-133 0,-1-2-186 0,2 1-32 15,-1 0 66-15,4 2-464 16,-1 3-574-16</inkml:trace>
  <inkml:trace contextRef="#ctx0" brushRef="#br0" timeOffset="5497.3">2503 8967 3452 0,'-4'-20'229'0,"1"5"6"16,1 2-1-16,0 5 5 0,2 0 8 0,-2 3-10 16,2 5-19-16,0 0 6 0,0 0-13 15,0 0-17-15,9 17-12 0,-2 3-18 16,2 9-21-16,2 0-6 0,1 4-19 0,-1-1-8 16,0 1-20-16,0 2-9 0,-4-4-27 15,-2-4-58-15,-1-5-59 0,0 0-61 16,-2-3-64-16,-2-3-77 0,0-3-81 15,-2-1-75-15,-2-5-102 0,0-2-136 0,4-5-5 16,0 0 59-16,0 0-394 0,-21-21-475 16</inkml:trace>
  <inkml:trace contextRef="#ctx0" brushRef="#br0" timeOffset="5648.35">2454 8714 2708 0,'-2'-22'117'0,"2"3"41"15,0 2 31-15,-2 3 20 0,4 2 17 16,2-3 19-16,3 3 7 0,3 1-9 0,2 1-14 15,6 2-11-15,3 2-13 0,2 4-3 16,2 2-15-16,0 4-16 0,10 2-13 16,-3 4-21-16,-2 5-6 0,-3-1-11 15</inkml:trace>
  <inkml:trace contextRef="#ctx0" brushRef="#br0" timeOffset="7030.74">2603 8833 1911 0,'0'0'242'0,"0"-7"22"0,0 7-11 16,0 0-2-16,0 0 2 0,2-8-7 15,-2 8-24-15,0 0-22 0,0 0-21 0,0 0-12 16,0 0 9-16,13 29-4 0,-8-8-17 16,5 9-17-16,1 4-9 0,-1 3-16 0,2 9-10 15,-1-5-9-15,3 4-6 16,-3-6-10-16,-4-1-7 0,3-1-10 0,0-5-6 15,-3-1-6-15,-2-5-6 0,2-6-4 16,-5-5-41-16,2-3-62 0,-3-1-59 16,1-3-67-16,0-3-89 0,-2-5-93 0,0 0-131 15,0 0-143-15,0 0 39 0,-7-31-402 16,0 11-484-16</inkml:trace>
  <inkml:trace contextRef="#ctx0" brushRef="#br0" timeOffset="7315.67">2449 8690 3036 0,'-9'-16'131'16,"4"3"34"-16,1 4 23 0,2-1 20 16,2 0-9-16,2-1 17 0,5-1-2 15,4 2-13-15,5 0 5 0,7 3-14 0,10-1 0 16,-1 4-5-16,-2 6-2 0,10 0-13 16,1 4-6-16,-5 4-1 0,-2 1-3 15,-2 3-3-15,-5 1 5 0,-4 2 22 0,-8 0 27 16,-3 0 5-16,-5 0-3 0,-3 0-4 15,-4-1-23-15,0 3-14 0,-5 3-17 0,-3-1-36 16,-6 6-121-16,1-3 0 0,-6-2 0 16,-2-2 0-16,4-3 0 0,1-9 0 15,-4-1 0-15,1-6-258 0,-1-5-160 16,-5-8-98-16,0-9-70 0,3-4-86 0,9-10-97 16,1-2 25-16,9 3-694 0,4 4-888 15</inkml:trace>
  <inkml:trace contextRef="#ctx0" brushRef="#br0" timeOffset="7598.27">2915 8419 3783 0,'25'-11'-90'0,"0"3"57"0,-6 1 41 16,0 0 51-16,0 2 50 0,-2 3 34 15,4 1 26-15,-1 1 16 0,-2 3 34 16,5 2 6-16,-3 4 25 0,-2-1 19 0,-2 6 20 16,-1 1 18-16,-6 3 8 0,1 2-6 15,-3 1-3-15,-3 2-10 0,-2 0-2 16,-4 1-18-16,2-5-24 0,-2 0-26 15,0-3-201-15,2-1-25 0,4-3 0 0,-2-4 0 16,3-1 0-16,4 0 0 0,6-6 0 16,6-2 0-16,20-6 0 0,15-8 0 0,5-2 0 15,3-2 0-15,5-1 0 0,-5-4 0 16,4 7 0-16,-5-2 0 0,-2 4-288 16,-6-3-426-16,0 4-198 0,-17 3 59 0,-5 3 94 15,-8 5-828-15,-11 2-1027 0</inkml:trace>
  <inkml:trace contextRef="#ctx0" brushRef="#br0" timeOffset="9531.81">20758 10839 1507 0,'-5'-8'68'0,"-4"4"-24"0,9 4 8 0,-34 6 36 0,0 4 35 0,-13 8 32 0,-7 3 19 0,-7 6 6 16,-15 7 24-16,0 5-6 0,8 2 14 16,12-8-27-16,6 1 13 0,5 1-14 15,6 1 3-15,5-3-12 0,9 2-14 0,9-4-7 16,3 1-5-16,10-6-15 0,5 0-12 15,4 6-12-15,9-3-8 0,4-2-9 0,5-4-10 16,5-2-11-16,1-3-5 0,6-2-8 16,-4-5-6-16,-5-4-2 0,-3-6-3 0,-3-1-8 15,-2-3-3-15,3-1-4 16,2-7-1-16,-1-3-6 0,0-3-3 0,-8-2-1 16,-3 1-4-16,-3 0 0 0,-2-3-1 0,-1 6-6 15,-4-1-3-15,-1 3 2 0,-2 0-2 16,-7 3-3-16,1 0 3 0,-5 1-4 15,-3 4-3-15,-1 2-19 0,3 1-40 0,2 0-53 16,-3 0-67-16,14 2-61 0,-20 4-50 16,14-2-59-16,6-2-60 0,0 0-90 15,0 0-95-15,0 0 42 0,21 12-273 0,-2-11-310 16</inkml:trace>
  <inkml:trace contextRef="#ctx0" brushRef="#br0" timeOffset="9865.65">20764 11279 2262 0,'2'-6'-28'0,"-2"6"8"0,0 0 10 0,0 0 15 16,0 0 22-16,-17-5 9 0,17 5 16 16,-17 9 15-16,4-2-1 0,-1 2-2 15,1 1 10-15,-3 4-5 0,7-4 10 0,2 2-4 16,-4 1-7-16,8-1-2 0,-3 3-6 16,6-4-8-16,4 2-3 0,-1 0-3 15,5-1-6-15,0-1-4 0,5 1-1 0,5-4 0 16,-5-2-6-16,2-2 3 0,-2-2-3 15,3-1-4-15,-3-2-6 0,0-1 1 0,-1-3-4 16,-1-4 0-16,-4-1 0 0,3-3-2 16,0-3-2-16,-5-3-5 0,1-2 4 15,0-1-6-15,0 0 2 0,-2 0-2 16,-1 1 2-16,1 1-3 0,-2 6-1 0,1-1-1 16,-3 4 1-16,5-1-7 0,-1 4-10 15,-1-1-48-15,-1 2-53 0,4 2-65 0,5-1-74 16,1 2-78-16,8-3-122 0,3 1-6 15,12 0-123-15,3-2-82 0</inkml:trace>
  <inkml:trace contextRef="#ctx0" brushRef="#br0" timeOffset="10180.25">21522 11114 1660 0,'11'-2'42'0,"0"0"11"16,-11 2-4-16,9 0 11 0,-9 0 19 16,0 0 32-16,0 0 27 0,0 0 25 0,-21 22-16 15,2-11 27-15,-4 7-2 16,-2 1-14-16,-2 1-15 0,0 1 13 0,1-2-10 15,2 5-18-15,1-1-9 0,-1 0-13 16,1-1-7-16,1-2-12 0,-1 1-8 0,2-1-10 16,1-1-7-16,0-3-5 0,4-5-29 15,4-2-57-15,0-2-41 0,2-1-23 16,3-4-29-16,7-2-18 0,0 0-10 0,-20-12 10 16,17 0 13-16,3-2 10 0,3-10 14 15,8-13 9-15,2-6 12 0,4-3 9 0,2 4 11 16,-4 7 19-16,-2 5 23 0,1 5 14 15,-3 8 6-15,-3 1 2 0,0 6-1 0,-3 3-1 16,-3 1 0-16,4 0 1 16,-6 6 0-16,0 0 2 0,0 0 1 0,23 15 0 15,-16-6 0-15,6 8-3 0,1-4-55 16,6 7-103-16,-4-4-126 0,2-5-182 0,-4 4-173 16,2-1-136-16</inkml:trace>
  <inkml:trace contextRef="#ctx0" brushRef="#br0" timeOffset="10330.75">21463 11371 1946 0,'-2'5'102'0,"2"-5"20"0,0 0 10 16,0 0 38-16,0 0 20 0,-5 7-3 15,5-7-19-15,0 0-16 0,0 0-14 0,0 0-13 16,0 0-20-16,0 0-5 16,0 0-20-16,0 0-88 0,0 0-101 0,0 0-115 15,7 7-146-15,-7-7-163 0,0 0 38 16,0 0-178-16,0 0-168 0</inkml:trace>
  <inkml:trace contextRef="#ctx0" brushRef="#br0" timeOffset="10598.39">19434 11681 2122 0,'-36'-6'150'0,"9"1"4"0,5-1 24 15,8 6 38-15,6-4 8 0,8 4-4 16,0 0-1-16,38-10-8 0,27 7-14 0,15 3-19 16,39 3-17-16,10 3-19 0,12 2-12 15,5-2-17-15,3 0-10 0,1 1-11 16,5 0-5-16,-5 2-12 0,-1 2-7 0,0-5-9 16,-10 3-34-16,-8 0-51 0,-14-6-66 15,-31-1-77-15,-12-2-66 0,-10 0-62 0,-16-2-73 16,-8 0-102-16,-8 1-111 15,-8-1 40-15,-12 0-252 0,2-2-283 0</inkml:trace>
  <inkml:trace contextRef="#ctx0" brushRef="#br0" timeOffset="16363.76">8228 15272 208 0,'0'0'131'0,"0"0"-59"0,0 0-27 0,0 0-2 0,0 0-4 0,0 0-8 0,0 0 12 16,0 0-12-16,0 0 10 0,0 0 9 15,0 0 11-15,0 0 8 0,0 0 14 0,0 0 1 16,0 0 4-16,0 0 1 0,0 0-3 16,0 0 2-16,0 0-6 0,-3 14 5 0,3-14 0 15,0 0 2-15,0 0 3 0,0 0 19 16,0 0 11-16,0 0 16 0,0 0 7 16,0 0 10-16,11 12 7 0,-3-9 12 0,-8-3 8 15,18 6 7-15,-2-2-19 0,4 0-4 16,0-2 0-16,7 4-10 0,9-4-8 0,3 2-5 15,6-1-17-15,2-1-14 16,6 1 8-16,10 0-3 0,7-1-3 0,-4 0-8 16,2 0-8-16,-1 0-10 0,-2 0-8 15,-14-1 0-15,-1 2-6 0,-5-3-3 16,-10 0 4-16,-9 0-15 0,-1 3 7 0,-1-3 8 16,-4 0 8-16,-1 0 3 0,2 0-1 15,-2 0 6-15,4 0 16 0,8-3-5 0,8 3-2 16,7 0-10-16,-2 0-9 0,6 0-9 15,2 0 3-15,12 0-7 0,-1 0-9 16,-9 0-5-16,-4 0 1 0,0 0-9 0,0 3-1 16,-5-3-6-16,-5 1-11 15,-8 1 2-15,-5 0-1 0,-4-2-4 0,-1 0-2 0,-4 1-6 16,3-2 6-16,8 2-3 16,1-1 0-16,12 0-4 0,4-1-9 0,-1-1 3 15,5 2 0-15,0-2 1 0,-1 2-2 16,1 0-5-16,0-1 2 0,-5 1 2 0,3 0-6 15,-8 0-1-15,-8 0 8 0,-5 0-3 16,-4 0 3-16,-2 0-10 0,-6 0 7 16,0 0-5-16,-1 0 4 0,1 0-3 0,-15 0 3 15,26-3-2-15,-12 3 5 0,1 0 7 16,5-3-7-16,3 2-4 0,2 1-10 0,2-2 6 16,14 0-5-16,-1 0 3 15,-1 2 1-15,-6-2-1 0,-6 2-4 0,-4 0 6 16,-4 0 2-16,-2 0 1 0,-3-1-4 15,-2 1 4-15,-12 0-2 0,24 0-4 0,-24 0 7 16,16 0 1-16,-16 0-5 0,20-1-3 16,-20 1 8-16,17-3-7 0,-4 3 5 15,0-1-4-15,10-1 4 0,4 0-4 0,14 2-1 16,4 0-3-16,0 0 10 0,5 2-5 16,2 0-8-16,-5-1 12 0,-1 2-8 0,-4-2 0 15,-2 0 3-15,-12 1-1 0,-7-2 6 16,-1 0 3-16,-6 2-7 0,0-2 7 0,1-2 1 15,6 2-9-15,4-3 2 0,6 2 4 16,8-2-2-16,8 3-7 0,0-1 8 16,4 1-14-16,12 0 21 0,4 1-13 15,-3 3-1-15,-3-3-1 0,-11 3 6 16,-6-2-7-16,-4 0-3 0,-13-1 11 0,-5-1 5 16,-4 3 15-16,-3-3 7 0,-3 0 6 15,-12 0 2-15,18 0 3 0,-18 0 15 0,18 0 0 16,-18 0 5-16,13 0 2 0,-13 0-4 15,0 0 5-15,15 0-12 0,-15 0-2 0,0 0-2 16,0 0-6-16,17 0-2 0,-17 0-7 16,0 0 2-16,0 0-6 0,0 0-25 15,16 0-4-15,-16 0 0 0,0 0 0 0,0 0 0 16,0 0 0-16,0 0 0 16,0 0 0-16,0 0 0 0,0 0 0 0,0 0 0 15,0 0 0-15,2-4-135 0,-2 4-117 0,0 0-110 16,-24-8-160-16,13 6-169 0,-3-4-214 15,0 1 96-15,-4 1 96 16,3 2-580-16,3-2-752 0</inkml:trace>
  <inkml:trace contextRef="#ctx0" brushRef="#br0" timeOffset="17212.59">15212 15548 3286 0,'-24'0'-118'0,"1"0"30"0,2 0 16 0,4 0 21 16,-4 0 30-16,2 2 38 0,3-2 35 0,1-2 34 0,15 2 17 15,-25 0-1-15,14 0-14 16,11 0-5-16,-15 0-3 0,15 0 7 0,0 0 1 16,-15 2 2-16,15-2 8 0,0 0 3 15,0 0 3-15,66 2-7 0,8-4-9 16,39-1-7-16,28 3-7 0,28 1 5 0,72 6-3 16,16 7-7-16,21 0-5 0,6 4-7 15,2 4-10-15,-7-4-1 0,-12 3 4 0,-20-3 12 16,-24-3 2-16,-63-2 1 15,-19-6 5-15,-19-2 2 0,-38-1 11 0,-16-1 30 0,-16-1 42 16,-10-4 28-16,-12 2-5 16,-3-2-11-16,-10-1-11 0,-2 1-12 0,-3-2-20 15,-3 0-9-15,-9 4-13 0,10-6-22 16,-10 6-14-16,0 0-33 0,0 0-66 16,0 0-67-16,0 0-73 0,-23-11-79 0,15 11-105 15,8 0-102-15,-18 0-164 0,4 5-148 16,-6-1 79-16,0 1-504 0,-5 1-659 0</inkml:trace>
  <inkml:trace contextRef="#ctx0" brushRef="#br0" timeOffset="18461.25">8569 15422 3475 0,'0'0'9'0,"2"7"27"0,-2-7 40 0,0 0 55 0,0 0 42 0,0 0 30 0,0 0 1 0,0 0-10 0,0 0-17 16,0 6-16-16,0-6-14 0,0 0-19 15,0 0-17-15,0 0-12 0,0 0-11 16,0 0-8-16,0 0-10 0,0 0-4 0,0 0-8 16,0 0-7-16,6 6-4 0,-6-6-7 15,0 0-13-15,0 0-31 0,0 0-42 0,0 0-47 16,0 0-63-16,0 0-56 16,0 0-66-16,0 0-73 0,13 3-105 0,-13-3-165 15,0 0-34-15,6 3 79 0,-6-3-242 16,0 0-303-16</inkml:trace>
  <inkml:trace contextRef="#ctx0" brushRef="#br0" timeOffset="18978.5">9720 15238 2470 0,'0'0'72'0,"-11"0"6"16,11 0 27-16,0 0 33 0,0 0 40 0,0 0 10 0,0 0-6 0,0 0-23 0,0 0-14 15,-21 0-17-15,21 0-11 0,0 0-14 0,0 0-9 16,0 0-15-16,0 0-11 0,0 0-30 16,0 0-44-16,0 0-31 0,0 0-50 15,-6 2-56-15,6-2-62 0,0 0-94 0,0 0-114 16,0 0-182-16,0 0 51 0,0 0-141 15,0 0-179-15</inkml:trace>
  <inkml:trace contextRef="#ctx0" brushRef="#br0" timeOffset="19495.66">10216 15276 1983 0,'0'0'144'16,"0"0"6"-16,-17 10-2 0,17-10 21 15,0 0 39-15,0 0 39 0,0 0 22 0,-11 2 7 16,11-2-11-16,0 0-14 0,0 0-23 16,0 0-12-16,0 0-13 0,0 0-9 15,0 0-17-15,0 0-5 0,0 0-19 0,0 0-13 16,0 0-14-16,0 0-3 0,0 0-16 15,0 0-3-15,-9 3 7 0,9-3 2 0,0 0-8 16,0 0-4-16,0 0-2 0,0 0-13 16,0 0-4-16,0 0-8 0,0 0-11 0,0 0 0 15,0 0-6-15,0 0-6 0,0 0-2 16,0 0-2-16,0 0 5 0,0 0-14 16,0 0-3-16,0 0-7 0,0 0 0 15,0 0-1-15,0 0-6 0,0 0 5 16,0 0-6-16,0 0 1 0,0 0-6 0,0 0-4 15,0 0-1-15,0 0 1 0,0 0-6 16,0 0 7-16,0 0-1 0,0 0-4 0,0 0-2 16,0 0 1-16,0 0 1 0,0 0-4 15,0 0-4-15,0 0 2 0,0 0 3 0,0 0 0 16,0 0-1-16,0 0-1 16,0 0 2-16,0 0-5 0,0 0 7 0,0 0-8 15,0 0-17-15,0 0-51 0,0 0-59 16,0 0-72-16,0 0-87 0,-13 0-106 15,13 0-110-15,0 0-148 0,0 0-160 0,0 0 84 16,0 0-556-16,0 0-744 0</inkml:trace>
  <inkml:trace contextRef="#ctx0" brushRef="#br0" timeOffset="21995">8878 15366 3337 0,'0'0'-77'0,"0"0"19"0,0 0 6 0,8 0 3 0,-8 0 8 0,0 0 5 0,0 0 12 16,0 0 9-16,0 0 0 0,0 0 2 15,0 0-3-15,0 0 1 0,0 0-2 16,9 3-27-16,-9-3-32 0,6 4-44 0,-6-4-72 15,5 6-80-15,0-2-180 16,-5-4-145-16,7 3-95 0</inkml:trace>
  <inkml:trace contextRef="#ctx0" brushRef="#br0" timeOffset="22262.07">9941 15257 1803 0,'8'-7'53'0,"-8"7"-6"16,2-3-6-16,-2 3-1 0,0 0-5 15,4-7-1-15,-4 7-4 0,0 0 0 0,5-6-8 16,-5 6-4-16,0 0-13 0,0 0-22 15,0 0-30-15,0 0-40 0,0 0-48 16,0 0-47-16,0 0-56 0,0 0-256 0,0 0 0 16</inkml:trace>
  <inkml:trace contextRef="#ctx0" brushRef="#br0" timeOffset="22644.69">10412 15279 1446 0,'0'0'100'15,"-13"-2"6"-15,13 2-11 0,-15-1-10 0,15 1-3 16,-12-2 8-16,12 2 4 15,-10-2-11-15,10 2-8 0,0 0-12 0,-9-3-33 16,9 3-31-16,0 0-38 0,0 0-58 16,0 0-94-16,0 0-126 0,0 0-263 15,0 0-80-15</inkml:trace>
  <inkml:trace contextRef="#ctx0" brushRef="#br0" timeOffset="23079.25">12516 15255 1821 0,'-9'-5'115'0,"-3"2"-13"0,2-1-10 0,1 1 6 0,9 3 13 0,-11-7-4 0,4 3-9 16,7 4-7-16,-9-4-17 0,9 4-24 0,0 0-59 16,-7-7-72-16,7 7-95 0,0 0-132 15,0 0-188-15,0 0-79 0,18-9-75 16</inkml:trace>
  <inkml:trace contextRef="#ctx0" brushRef="#br0" timeOffset="23693.9">14886 15303 1847 0,'0'0'144'0,"0"0"-14"0,-14 4-12 0,14-4 1 0,0 0 25 0,0 0 26 0,-11 1 1 0,11-1-6 16,0 0-15-16,0 0-17 0,0 0-22 16,0 0-3-16,0 0-24 0,-11 4-4 15,11-4-11-15,0 0-42 0,0 0-34 16,0 0-52-16,0 0-50 0,0 0-53 0,0 0-69 16,0 0-69-16,0 0-117 0,0 0-113 15,0 0-135-15,0 0-161 0</inkml:trace>
  <inkml:trace contextRef="#ctx0" brushRef="#br0" timeOffset="24044.11">15576 15279 1908 0,'0'0'154'0,"0"0"13"0,0 0-6 16,-11-10 3-16,11 10 23 0,0 0 38 16,0 0 27-16,0 0 9 0,-5-10-13 15,5 10-22-15,0 0-23 0,0 0-24 0,0 0-20 16,0 0-17-16,-5-4-15 0,5 4-12 15,0 0-16-15,0 0-13 0,0 0-35 0,0 0-46 16,0 0-38-16,0 0-61 0,0 0-49 16,0 0-60-16,0 0-62 0,0 0-106 15,0 0-160-15,-15 14-88 0,12-11 63 0,3-3-228 16,-14 7-272-16</inkml:trace>
  <inkml:trace contextRef="#ctx0" brushRef="#br0" timeOffset="24511.34">16523 15383 2500 0,'-7'-6'178'0,"0"2"-14"0,7 4-17 0,-12-4 16 0,12 4 43 0,-10-4 26 0,10 4 10 0,0 0-8 15,-7-5-25-15,7 5-20 0,0 0-21 16,0 0-14-16,0 0-22 0,-7-6-7 0,7 6-18 16,0 0-8-16,0 0-13 15,0 0-6-15,0 0-12 0,0 0-29 0,0 0-29 16,0 0-38-16,0 0-41 0,0 0-59 0,-4-4-74 15,4 4-74-15,0 0-102 16,0 0-133-16,0 0-159 0,0 0 67 0,0 0-304 16,17-9-389-16</inkml:trace>
  <inkml:trace contextRef="#ctx0" brushRef="#br0" timeOffset="24994.77">17140 15354 2468 0,'0'0'11'15,"0"0"15"-15,-11-4 12 0,11 4 18 16,0 0 36-16,0 0 19 0,-5-6 29 16,5 6 13-16,0 0-2 0,0 0 5 0,-11-4-7 15,11 4 1-15,-21-4 13 0,-1 2 5 16,-2-2 8-16,-9 4-1 0,-9-3 5 0,-1 1 0 15,-1 2-10-15,0 0-3 0,0 0-2 16,2 0-1-16,8 0 9 0,7 0-6 0,4 0-10 16,5 0-7-16,2 0-22 15,1 0 6-15,15 0 2 0,-19 0-4 0,19 0-12 16,0 0-9-16,0 0-12 0,0 0-8 16,0 0-12-16,54 0-10 0,-26 0-4 15,16 0-6-15,-5 0-5 0,-5 0-9 0,-5 0-2 16,-6 0-4-16,-2 0-7 0,-6 0 2 15,-1 0 1-15,-14 0-4 0,21 0 8 0,-21 0 15 16,0 0 7-16,0 0-1 0,0 0 8 16,-48 2 7-16,20-2-2 0,-3 2-5 15,-10-2-7-15,-2 1-21 0,3-1-40 0,8 2 0 16,3 0 0-16,8-2 0 0,1 2 0 0,0-2 0 16,5 0 0-16,2 1 0 15,13-1 0-15,-21 0-40 0,11 0-197 0,10 0-69 16,-13 0-83-16,13 0-96 0,-12 3-104 15,12-3-157-15,0 0-69 0,-13 0 75 16,13 0-567-16,-12 1-766 0</inkml:trace>
  <inkml:trace contextRef="#ctx0" brushRef="#br0" timeOffset="25380.88">15359 15354 3328 0,'20'-6'-162'0,"-7"0"43"0,0 1 44 0,-5 2 43 0,-1-1 48 0,1 3 36 0,-8 1 31 0,0 0 17 16,5-9 2-16,-5 9 6 0,0 0 11 0,-20-5 12 16,2 3 6-16,-5 2 6 0,-5 2 3 15,-14 0 0-15,10 0 0 0,1-1-5 16,4 2-4-16,3-1-14 0,3 0-10 16,4 0-12-16,2-1-9 0,1-1-11 15,5 2-9-15,9-2-4 0,-18 2-9 0,18-2-30 16,-13 2-47-16,13-2-66 0,-7 0-87 15,7 0-92-15,0 0-111 0,0 0-136 0,-7 5-162 16,7-5 68-16,0 0-311 0,-3 5-395 16</inkml:trace>
  <inkml:trace contextRef="#ctx0" brushRef="#br0" timeOffset="26397.54">11133 15459 2528 0,'2'-8'75'0,"-1"1"46"0,-1 7-4 0,2-11-9 0,-2 11-21 0,0 0 23 16,0 0 49-16,0 0 25 0,-7 28 12 0,-1-1 2 16,-3 4-4-16,-1 4-11 0,-1-1-2 15,2 1 3-15,-2-2-10 0,4 0-2 0,0 0-10 16,2-2-17-16,-2-6-14 16,6-1-10-16,-5-2 0 0,6-1-25 0,-3 0 3 15,3-6-15-15,0-1-13 0,-3-3-7 16,5 2-4-16,-1-3-6 0,1-2-5 15,0-1-4-15,0-7-7 0,-4 14-3 0,4-6-2 16,0-8-3-16,4 11 2 0,-3-5-5 16,10-2 1-16,-2 2-5 0,10-4 2 0,8 3-5 15,17-5-3-15,9 0 0 0,27-2-4 16,29-5 2-16,11 2 0 0,7-2-5 0,18 1-3 16,19 2 1-16,13 4-1 0,13 0-1 15,63 2-3-15,-9 6 5 0,-6 2-5 0,-8 4-2 16,-55-5-5-16,-6 4-12 0,-10-6 4 15,-10 2-8-15,-10-3 0 0,-19 1 4 16,-34-3-15-16,-10-4 0 0,-11 0 5 16,-16-2 4-16,-1 0 4 0,-4-3 6 15,0 0 6-15,-3-2 14 0,-1 0 15 0,-1 1 12 16,-3-3 18-16,-7 2 23 0,-6 2 11 16,-3 0-1-16,-2 2-5 0,-2-3-3 0,0 3-5 15,-5 0 0-15,1 1 3 0,-12 2 0 16,18-4-1-16,-7 0 6 0,-11 4 0 0,13-2 2 15,-13 2 10-15,14-2 16 0,-14 2 15 16,11-7-13-16,-6-1-10 0,4 0-53 16,2-1-48-16,-2-8 0 0,0 0 0 0,1-3 0 15,1-10 0-15,0-2 0 16,0-2 0-16,-4-4 0 0,-2 4 0 0,3-1 0 16,-4 9 0-16,0 6 0 0,-2 3 0 15,2 1 0-15,-2 5 0 0,-1 0 0 0,-1 1 0 16,2 3 0-16,-2-1-28 0,0 8-292 15,-3-7-78-15,3 7-85 0,0 0-99 0,0 0-122 16,0 0-136-16,0 0 88 0,-24 14-637 16,17-10-842-16</inkml:trace>
  <inkml:trace contextRef="#ctx0" brushRef="#br0" timeOffset="27859.64">11827 16644 3855 0,'5'-20'-27'0,"1"3"47"0,-3 3 64 0,-1 4 53 0,0 1 41 0,0 1 28 0,0 2 7 15,-2 6-7-15,2-11-24 0,-2 11 8 16,0 0 63-16,0 0 9 0,-15 25-6 0,-1 0-14 16,1 6 5-16,1 2-4 0,-6 10-11 15,6-11-14-15,5 4-8 0,4-2-3 16,1-5-9-16,6-2-11 0,0-2-15 0,1 8-152 15,5-4-20-15,-1-5 0 0,1-5 0 16,2 0 0-16,-5-6 0 0,2-1 0 0,2 0 0 16,-4 0 0-16,5-3 0 15,-3-3 0-15,3 0 0 0,1-1 0 0,1 1 0 16,-1-6 0-16,0 2 0 0,1-2 0 16,-12 0 0-16,27 0 0 0,-14-2 0 0,2 2 0 15,-1-4-60-15,1-1-439 0,0-1-87 16,0-2-103-16,4-2-195 0,-3-3 46 15,1 3 90-15,-1 3-574 0,2-1-779 0</inkml:trace>
  <inkml:trace contextRef="#ctx0" brushRef="#br0" timeOffset="28548.43">12519 16749 3429 0,'0'0'-104'0,"2"-9"45"0,-2 9 51 0,0-9 44 0,0 9 47 0,-2-8 38 0,2 8 14 0,-7-5 12 16,7 5 12-16,-18 1 9 0,0 3 22 0,-5 4 7 15,-8 9 15-15,1 0 13 16,-1 2 2-16,7 5-6 0,-2 3-3 0,3 0 0 16,3-2-16-16,4 1-15 0,4-3-9 15,4-5-12-15,4-2-13 0,1 1-13 16,1-3-14-16,4 1-9 0,1 0-14 0,3-1-10 16,1-2-12-16,7 2-26 0,1-6-57 15,6-2-95-15,4-1-74 0,4-5-74 0,12-2-75 16,-1-3-53-16,16-5-36 0,-3-6-24 15,1-1 5-15,-3-4 23 0,-2-6 38 0,0 0 58 16,-8-4 62-16,1 0 62 16,-5-2 69-16,-5 3 59 0,-8 4 55 15,-1 3 48-15,-4 1 41 0,-6 5 37 0,-1 3 30 16,-1 2 16-16,-5 4 17 0,0-1 6 16,-2 2-7-16,-2 0-3 0,-2 7 1 0,0 0 10 0,-18-5 5 15,18 5 12-15,-36 11 13 16,15-3 9-16,-9 6-2 0,-1 1-15 0,4 2-15 15,4 2-14-15,3 1-18 0,6-2-6 16,5 1-13-16,3-1-2 0,5-1-15 16,1-2-5-16,1 2-4 0,5 2-7 0,1 0-7 15,5-1-7-15,-1 0-9 16,0-2-2-16,2 0-92 0,-4-1 0 0,2-1 0 0,-3 1 0 16,0-8 0-16,-3 3 0 0,-1-2 0 15,-1-2 0-15,-1 0 0 0,-2-6 0 16,0 9 0-16,0-9 0 0,-7 14 0 15,1-6 0-15,-7-1 0 0,0-1 0 16,-9 2 0-16,0-4 0 0,-5 0 0 0,-10 0 0 16,0 1 0-16,2-5 0 0,5-2 0 15,-8-3 0-15,0-2-155 0,6-2-510 0,1-2-141 16,3-1-134-16,5 0 98 0,5 4-785 16,3-1-1065-16</inkml:trace>
  <inkml:trace contextRef="#ctx0" brushRef="#br0" timeOffset="28977.4">11538 16395 4529 0,'-91'-1'-194'0,"5"9"47"0,-29 11 52 0,0 8 50 0,-5 9 49 0,3 7 36 0,3 11 36 15,11 8 20-15,10 4 14 0,18 11 2 0,14 7 5 16,21 7 10-16,17 5 5 16,18-16-5-16,21 19-8 0,20-4-4 0,14-3-5 15,23-10-8-15,13-7-8 0,19-10-8 16,11-4-7-16,12-13-8 0,5-7-9 0,4-9-7 16,5-8-1-16,0-10-7 0,7-13-4 15,-6-4-2-15,-2-14 2 0,-10-9-12 16,-5-4 4-16,-11-13 2 0,-13-9-3 0,-9-10 23 15,-5-10 18-15,-9-11 8 0,-13-10-2 16,-3-2-8-16,-9-11-7 0,-11-4-10 0,-7-5 2 16,-13-1-13-16,-11-3-27 0,-12 8-19 15,-14 6-19-15,-14 20-20 0,-16 13-22 16,-17 16-21-16,-15 15-35 0,-18 22-27 0,-12 9-41 16,-10 16-37-16,-12 15-49 15,-6 16-51-15,-1 13-50 0,-37 20-95 0,13 3-156 16,48-14-59-16,6 8 85 0,7 2-300 15,5-1-380-15</inkml:trace>
  <inkml:trace contextRef="#ctx0" brushRef="#br0" timeOffset="29309.55">10681 17537 2915 0,'-36'4'264'0,"7"-3"-27"0,6 3-20 0,6-1-3 0,4-1 21 0,5 0 53 0,8-2 43 16,0 0 7-16,0 0-7 0,69 8-29 15,6-11-12-15,40-4-21 0,21 0-30 0,14-3-23 16,5 2-26-16,6-5-38 0,-4 1-43 15,-5 1-45-15,-7-9-60 0,-7 4-67 16,-15-3-61-16,-14 2-65 0,-36 3-58 0,-11 1-28 16,-13-1-12-16,-10 2-3 15,-13 6-9-15,-5-1-20 0,-5 3-22 0,-5-4-49 16,-4 4-84-16,-1-2-173 0,0 0 30 16,-6 6-282-16,6-8-381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3:10:57.2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19249 11251 5257 0,'3'-18'230'0,"-3"4"29"0,2 2-17 0,0 3 17 0,0 3 6 0,-2-1-24 0,0 7-36 16,2-9-38-16,-2 9-24 0,0 0 40 0,0 0 12 15,0 0-13-15,0 29-12 0,-2-11-13 16,0 5-121-16,0 0-36 0,0 6 0 15,2-4 0-15,-3 12 0 0,-3-4 0 16,4-7 0-16,-5 6 0 0,0-7 0 0,-2-4 0 16,-2 5 0-16,-1-5 0 0,1-3 0 15,2-3 0-15,-5 0 0 0,5-6-209 0,-2-1-294 16,1-2-139-16,2-3-166 0,8-3-40 16,0 0 85-16,-11-10-740 0,11 2-948 0</inkml:trace>
  <inkml:trace contextRef="#ctx0" brushRef="#br0" timeOffset="201.14">19066 11207 4473 0,'-11'-7'89'0,"-1"0"23"15,3 2 35-15,1 2 77 0,4-2 52 16,4 5 25-16,-10-8 2 0,10 8-18 0,0 0-30 16,7-9-26-16,-7 9-22 0,27-6-22 15,-2 6-26-15,18 2-55 0,-2 2-76 0,3-2-100 16,0 4-117-16,0 1-151 0,-4 0-158 15,-2 1-166-15,-2 0-146 0,-3 2 80 16,-10 1-656-16,-4 0-838 0</inkml:trace>
  <inkml:trace contextRef="#ctx0" brushRef="#br0" timeOffset="966.33">19580 11310 4089 0,'0'0'32'0,"0"0"30"15,0 0 62-15,4 7 54 0,2-1 36 0,-5 6 19 16,8 3 13-16,-4-1 3 0,3 5-3 16,-1 2-9-16,0 1-22 0,-2-1-8 15,-1 1-10-15,-2-3-7 0,0 0-5 0,-4-3-10 16,0 1-7-16,-2 1-10 0,1-3-11 16,-6-1-15-16,4 0-10 0,-3-2-11 0,3-3-8 15,-6-2-9-15,6-1-17 0,-1-6-77 16,6 0 0-16,-14-8 0 0,7-6 0 15,3-1 0-15,4-4 0 0,0-7 0 16,6-10-33-16,1 11-18 0,-4 2 5 0,3 5 5 16,-3 2-1-16,1 3-1 0,2 1 5 15,-3 5 5-15,6 1 3 0,-4 2 1 0,-5 4-1 16,20 0 6-16,-20 0 4 0,25 8 6 16,-9-4-3-16,4 5 9 0,-2-1-6 0,3 0 1 15,2 1-1-15,0-5-11 0,-4-2-17 16,2-2-19-16,0-2-4 0,4-5-10 0,5-4-13 15,0-7 3-15,-1-2-4 0,5-7-5 16,0-6-5-16,-1-5-12 0,0-8-11 16,3-5 3-16,8-16 7 0,0-2 9 15,-1-3 13-15,2-1 9 0,-6 1 7 0,-8 16 7 16,-4 8 34-16,-7 7 35 0,-4 12 15 16,-5 8 7-16,-6 5-1 0,2 5 8 0,-7 5 18 15,0 6 14-15,0 0 7 0,0 0 0 16,-34 28 1-16,12 0 3 0,-1 11-3 15,0 2 0-15,3 5-6 0,0 0-6 0,-1 7-7 16,5-5-8-16,0 4-4 0,-1-9-7 16,1 2 6-16,5-9-3 0,-2-1-10 0,1-6 2 15,1 0-7-15,3-7 2 16,1-7 0-16,1-3 9 0,2-2 16 0,3-1 23 16,-1-2 20-16,0 1 9 0,2-8-9 15,5 4-10-15,-5-4-6 0,22 0-1 0,-6-3-12 16,6-1-3-16,-2 2 1 0,-1 1 7 15,3 1-6-15,-4-2-4 0,1 4-36 0,-3 1-21 16,1 2 0-16,-1 2 0 0,-4 5 0 16,1 0 0-16,-4 3 0 0,-4 1 0 0,-1 1 0 15,-4 3 0-15,-4-1 0 0,-1 3 0 16,-7 5 0-16,-5-2 0 0,-2-4 0 0,-5-2 0 16,1-1 0-16,-4-4 0 15,2 0 0-15,0-6 0 0,4 1 0 0,-2-4 0 16,0-1 0-16,4-1 0 0,0 0 0 15,4-3 0-15,-2-4 0 0,1-2 0 0,3-4 0 16,3-5 0-16,7-6-14 0,1-5-684 16,7-11-119-16,9-13-100 0,8-5 97 0,3 2-855 15,8 1-1111-15</inkml:trace>
  <inkml:trace contextRef="#ctx0" brushRef="#br0" timeOffset="1184.83">20624 10851 4422 0,'14'-15'4'16,"-3"3"62"-16,0 2 46 0,-4 3 26 0,-2 0 26 0,-1 4 16 0,-4 3 8 0,0 0 75 0,0 0 25 0,7 17 0 16,-10 4-18-16,-5 12-36 15,-6 14-20-15,0 1-21 0,-4 2-16 0,3 1-21 16,1-3-14-16,-8 3-14 0,5-5-14 16,-2-2-39-16,6 1-49 0,0-11-68 0,-3-2-75 15,5-3-87-15,2-8-92 16,-2-1-122-16,8-3-136 0,-3-5-157 0,2-3-86 0,4-1 89 15,2-2-651-15,6-2-813 16</inkml:trace>
  <inkml:trace contextRef="#ctx0" brushRef="#br0" timeOffset="1534.55">20841 11434 3590 0,'-12'5'30'15,"0"7"61"-15,0-6 36 0,5 1 42 16,0-2 36-16,1 0 36 0,1-1 16 0,-2 1 11 15,3 0 13-15,1-1-12 0,3-4-6 16,-2 6-13-16,2-6-23 0,0 0-21 16,0 0-19-16,21 4-19 0,-21-4-18 0,29-10-16 15,-11-2-21-15,13-3-10 0,-4-2-13 16,-3-1-7-16,-2-5-12 0,-4 3-5 0,-2 2-5 16,-9 3-11-16,-1 1-7 15,-6 4-9-15,-4 3-2 0,-9 1-4 0,-6 2-3 16,-10 6-13-16,-11 4-3 0,-13 5 15 15,3 8 15-15,1 3 13 0,3 6 4 0,6 1 5 16,8 2-35-16,7-6-26 0,4 0 0 16,6 0 0-16,7-3 0 0,4-3 0 0,2-3 0 15,4 0 0-15,2-2 0 0,6 0 0 16,1 0 0-16,3-1 0 0,2-4 0 0,4-1 0 16,-6 0-41-16,6-4-375 0,5-1-136 15,-2-2-146-15,-5 1-191 0,4-2 87 0,-1 4 86 16,-6-2-671-16,2 3-839 0</inkml:trace>
  <inkml:trace contextRef="#ctx0" brushRef="#br0" timeOffset="2032.9">22058 10703 3498 0,'-17'-82'-205'0,"-16"-4"37"0,-8-2 41 0,-18 1 40 0,-24 3 30 0,-46-17 23 0,-22 15 13 15,-22 19 22-15,-23 17 27 0,-30 19 37 0,-19 26 35 16,-22 22 42-16,-17 24 26 0,-21 28 29 15,-7 27 22-15,-7 25 24 0,5 16 15 0,15 11 7 16,23 19 13-16,35 4 6 0,41 4 3 16,47-2-6-16,45-10-8 0,60-34-9 15,37-2-11-15,33-3-20 0,53 26-17 16,42-9-16-16,31-12-14 0,27-17-14 0,27-9-22 16,24-16-8-16,20-14-14 0,9-16-15 0,4-15-9 15,3-16-21-15,-4-19-26 0,-14-19-55 16,-16-19-2-16,-22-25 0 0,-23-19-30 15,-27-17-24-15,-20-19-3 0,-18-17 6 16,-19-12-10-16,-15-23-9 0,-21-7-22 0,-18-13-24 16,-27 30-11-16,-22-8 0 0,-28-50 2 15,-27 18-1-15,-25 18-8 0,-33 30-9 0,-30 26 2 16,-26 26-17-16,-29 24-38 0,-25 34-66 16,-11 24-61-16,-15 26-68 0,1 16-82 0,14 25-166 15,14 16-39-15,19 15 77 16,26 2-425-16,23 2-500 0</inkml:trace>
  <inkml:trace contextRef="#ctx0" brushRef="#br0" timeOffset="5816.94">5913 10630 1144 0,'-18'0'174'0,"18"0"-29"0,-14 0 7 0,14 0 9 0,-14-4 3 0,14 4-1 0,-11 0-1 0,11 0-11 16,0 0-4-16,-14-2-3 0,14 2-1 0,0 0-12 15,0 0 15-15,-11-3-7 0,11 3-4 16,0 0 3-16,0 0 0 0,0 0 5 16,0 0-10-16,0 0 3 0,-11-4 1 0,11 4 3 15,0 0 6-15,0 0 2 0,0 0-7 16,0 0-6-16,0 0-4 0,34 9-5 0,-21-7-2 15,4 0-8-15,2 2-5 0,4-2-6 16,2 0-9-16,2 0 0 0,-2 1-11 16,1-2-9-16,-7 1-4 0,2 0-2 15,0 0-3-15,-4 0 0 0,1-2 1 0,-2 1-14 16,0 1 2-16,-5-2-4 0,3 2-23 16,-1-1 1-16,-13-1 5 0,25 2-7 0,-14-1 0 15,-1 1 5-15,3-2 2 0,-13 0 0 16,25 4-5-16,-12-4 11 0,-1 1-15 15,-12-1 1-15,20 1 1 0,-10-1 0 0,-10 0-14 16,19 3 13-16,-19-3-14 16,19 0-3-16,-19 0-6 0,15 2 7 0,-15-2-4 0,16 1 1 15,-16-1-5-15,16 2 5 16,-6 0 5-16,-10-2-6 0,21 2 2 0,-7-1-1 16,-1 1-1-16,0 0-1 0,2-2-1 15,1 1 1-15,-3-1-6 0,-13 0 4 0,27 0-1 16,-13 0-2-16,-2 0 10 0,-12 0-9 15,25 0 1-15,-25 0-1 0,17 0 10 0,-17 0-7 16,18-1-1-16,-18 1-4 0,14 0 2 16,-14 0-1-16,12-2 0 0,-12 2-3 15,0 0-2-15,19 0 0 0,-19 0 9 0,16-2-6 16,-16 2 2-16,17 0 3 0,-17 0-4 16,19-3-3-16,-10 3 2 0,3-2 1 0,-12 2 3 15,25-5 2-15,-14 5-5 0,0-4 0 16,1 3 5-16,-1-3 0 0,-11 4-4 15,19-5 16-15,-11 4-13 0,-8 1-5 16,17-4-2-16,-17 4-1 0,13-3 4 0,-13 3 3 16,11-2-6-16,-11 2 4 0,11-4 1 15,-11 4-2-15,0 0 1 0,12-4 1 0,-12 4 7 16,0 0 29-16,13-4 7 0,-13 4 7 16,0 0 4-16,9-4 4 0,-9 4-2 15,0 0 2-15,7-4 0 0,-7 4 1 0,8-4-3 16,-8 4 4-16,0 0-10 0,0 0-3 15,8-3-3-15,-8 3-7 0,0 0-7 0,0 0 0 16,0 0 0-16,9-4-4 16,-9 4 1-16,0 0-8 0,0 0 0 0,0 0-21 15,0 0 0-15,0 0 0 0,0 0 0 16,0 0 0-16,0 0 0 0,0 0 0 0,0 0 0 16,0 0 0-16,11 13 0 0,-11-13 0 15,2 13 0-15,0-4 0 0,-2-1 0 0,3 0 0 16,-3 3 0-16,2 2 0 0,-2-1 0 15,0 2 0-15,1-2 0 0,-1 4 0 16,0-4 0-16,0 3 0 0,0-3 0 0,0 1 0 16,0 1 0-16,-1-2 0 15,1 3 0-15,0-3 0 0,0-1 0 0,-2 1 0 16,2-1 0-16,0 1 0 0,-3 0 0 16,3-2 0-16,-2 1 0 0,2-1 0 0,-2 3 0 15,2-1 0-15,-2-2 0 0,2 1 0 16,-2-1 0-16,2 0 0 0,-1 1 0 0,-1-1 0 15,2 2 0-15,-2-1 0 0,2 0 0 16,-2-1 0-16,2 2 0 0,-2-2 0 0,2 1 0 16,-2-3 0-16,2 2 0 0,0 1 0 15,0-1 0-15,0 0 0 0,-1 1 0 0,1 1 0 16,-4 0 0-16,4-2 0 0,-2 1 0 16,2-1 0-16,0-1 0 0,-3-1 0 15,1 2 0-15,2 1 0 0,0-1 0 16,-1-2 0-16,-1 3 0 0,0-3 0 0,2 2 0 15,-2-1 0-15,0 1 0 0,0-1 0 16,0-1 0-16,2 2 0 0,-3-2 0 16,3-2 0-16,-2 1 0 0,2 1 0 0,-2-4 0 15,2-4 0-15,0 10 0 0,0-10 0 16,-2 8 0-16,2-8 0 0,0 6 0 0,0-6 0 16,0 0 0-16,-2 9 0 0,2-9 0 15,0 0 0-15,0 6 0 0,0-6 0 0,0 0 0 16,0 0 0-16,0 8 0 0,0-8 0 15,0 0 0-15,0 0 0 0,0 0 0 0,0 0 0 16,0 0 0-16,0 9 0 0,0-9 0 16,0 0 0-16,0 0 0 0,0 0 0 15,0 0 0-15,0 0 0 0,0 0 0 16,-6 3 0-16,6-3 0 0,0 0 0 0,0 0 0 16,0 0 0-16,0 0 0 0,-4 6 0 15,4-6 0-15,0 0 0 0,-4 3 0 0,4-3 0 16,0 0 0-16,-3 8 0 0,3-8 0 15,0 0 0-15,-4 6 0 0,4-6 0 16,0 0 0-16,-4 6 0 0,4-6 0 0,0 0 0 16,0 0 0-16,-1 5 0 0,1-5 0 15,0 0 0-15,0 0 0 0,0 0 0 16,0 0 0-16,-6 4 0 0,6-4 0 16,0 0 0-16,0 0 0 0,0 0 0 0,0 0 0 15,0 0 0-15,0 0 0 0,0 0 0 16,0 0 0-16,0 0 0 0,-5 6 0 0,5-6 0 15,0 0 0-15,0 0 0 0,0 0 0 16,0 0 0-16,0 0 0 0,-16-1 0 0,16 1 0 16,-16 0 0-16,16 0 0 0,-18-2 0 15,2 2 0-15,3-3 0 0,-5 3 0 0,0-2 0 16,0 0 0-16,-3 0 0 16,-3-1 0-16,1 1 0 0,-2-2 0 0,-2 2 0 15,0-2 0-15,3 2 0 0,-5-1 0 16,0 0 0-16,-7-3 0 0,0 0 0 0,6 3 0 15,1 1 0-15,-7-4 0 0,0 0 0 16,6 6 0-16,1-4 0 0,0 2 0 0,1-2 0 16,-1 2 0-16,2 2 0 0,0-3 0 15,1 1 0-15,-3 1 0 0,5 0 0 0,1 1 0 16,0 0 0-16,1-2 0 0,2 4 0 16,-1-4 0-16,1 4 0 0,0-2 0 15,1 0 0-15,2 0 0 0,1 1 0 0,4-1 0 16,-6 1 0-16,5 1 0 0,-3 1 0 15,3-3 0-15,0 2 0 0,0 2 0 0,1-2 0 16,1-1 0-16,1 2 0 16,0-3 0-16,10 0 0 0,-13 3 0 0,13-3 0 15,-11 3 0-15,11-3 0 0,-12 2 0 16,12-2 0-16,-9 2 0 0,9-2 0 0,0 0 0 16,0 0 0-16,0 0 0 0,-16 2 0 15,16-2 0-15,0 0 0 0,0 0 0 0,-13-9 0 16,11 3 0-16,1-3 0 15,-1-2 0-15,2-3 0 0,2-10 0 0,1-10 0 0,5-6 0 16,5-9 0-16,0-3 0 16,5-2 0-16,0 0 0 0,0 1 0 0,0 7 0 0,-2 3 0 15,-5 12 0-15,-1 8 0 0,-2 5 0 16,-5 5 0-16,5-2 0 0,-4 5 0 16,0 2 0-16,-2 0 0 0,0 0 0 15,2 2 0-15,-3 0 0 0,-1 6 0 0,4-9 0 16,-4 9 0-16,0 0 0 0,0 0 0 15,0 0-218-15,0 0-495 0,-25 19-221 0,14-9 41 16,-12 13 103-16,-2 1-789 0,-9 12-1021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3:11:07.6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10893 14146 1078 0,'0'0'259'0,"0"0"-58"0,7-5-39 0,-7 5-16 0,0 0-5 0,0 0-3 0,0 0-8 0,0 0-11 0,5-4-6 16,-5 4-10-16,0 0-7 0,0 0-15 16,0 0-2-16,0 0 16 0,0 0 24 15,0 0 0-15,0 0 17 0,-7 22 20 0,2-8 11 16,-3 0 12-16,-2 5 7 0,-3 6 7 15,-3 2-2-15,-2 2 13 0,0 2-1 16,0 1-6-16,-2-2-10 0,1 2-9 16,2-3-10-16,-2 0-4 0,6-4-18 0,-1-1-12 15,3-4-15-15,1-5-6 0,4-1-15 16,1-2-11-16,-1-5-8 0,1 3-1 0,1-2-6 16,-1 0-11-16,4-5-5 0,-3 3-7 15,0 0 1-15,4-6-9 0,-3 6-12 0,3-6-27 16,-4 6-40-16,4-6-52 0,0 0-54 15,0 0-66-15,0 0-82 0,0 0-93 16,0 0-102-16,0 0-147 0,0 0-81 0,0 0 66 16,0 0-459-16,0 0-578 0</inkml:trace>
  <inkml:trace contextRef="#ctx0" brushRef="#br0" timeOffset="333.75">11094 14270 2921 0,'6'-8'-63'16,"-4"4"36"-16,-2 4 30 0,6-6 21 0,-6 6 10 16,0 0 30-16,0 0 35 0,0 0 32 15,0 0 16-15,-16 27 13 0,3-1 23 16,-3 3 18-16,-2 4 8 0,4 1 6 0,-10 7 1 15,-3 0-2-15,6 1-2 0,4-9-1 16,0-2-17-16,-1-2-3 0,5 0-14 16,-2-4-19-16,4-4-17 0,3-3-12 15,-2-6-12-15,6 2-13 0,-3-3-11 0,3-2-14 16,1-1-1-16,-3 0-23 0,1-1-46 16,2-1-53-16,3-6-87 0,0 0-99 0,0 0-108 15,0 0-102-15,0 0-108 0,0 0-147 16,10-28 16-16,3 11 67 0,4-5-396 0,2-3-482 15</inkml:trace>
  <inkml:trace contextRef="#ctx0" brushRef="#br0" timeOffset="631.85">11371 14270 2770 0,'8'-10'15'0,"-7"5"42"15,3 0 36-15,-4 5 30 0,6-5 23 0,-6 5 4 16,0 0-9-16,0 0 21 0,0 0 29 15,0 0 19-15,-2 21 15 0,-6 0 18 0,-3 10 11 16,-8 10 13-16,-1 5 7 0,-3-3 8 16,-1 1-17-16,-1-1-9 0,0 0-5 15,2-3-10-15,3 1-13 0,3-9-24 0,-1-3-12 16,3 1-13-16,2-5-18 16,1-5-13-16,3-3-15 0,2-4-14 0,-2-1-12 15,4 0-8-15,-1-3-94 0,3-1-5 16,-5-2 0-16,3 2 0 0,4-4 0 0,1-4 0 15,-8 9-102-15,8-9-176 0,-5 2-88 16,5-2-96-16,0 0-63 0,0 0-98 0,0 0-150 16,9-20 22-16,-4 13 58 0,8-6-538 15,-2 1-692-15</inkml:trace>
  <inkml:trace contextRef="#ctx0" brushRef="#br0" timeOffset="918.01">11554 14494 3358 0,'6'-7'7'16,"-3"2"35"-16,-1 0 30 0,-2 5 31 0,0 0 23 16,6-4 37-16,-6 4 40 15,0 0 22-15,-10 27 14 0,1-8 17 0,-7 11 16 16,-5 1 10-16,-3 7 1 0,-3 1-2 16,1-2-10-16,-1 1-14 0,6-9-11 0,0 0-14 15,0-1-17-15,3-3-28 0,7-6-14 16,-1-1-15-16,-1-5-13 0,6-1-19 0,0 1-9 15,-2-3-17-15,6 0-48 16,-1-3-52-16,0-2 0 0,4-5 0 0,-7 7 0 16,7-7 0-16,-4 2-213 0,4-2-108 15,0 0-108-15,0 0-106 0,0 0-129 0,0 0-167 16,-4-14 55-16,4 14 85 0,-2-11-578 16,2 11-729-16</inkml:trace>
  <inkml:trace contextRef="#ctx0" brushRef="#br0" timeOffset="2116.69">9876 13468 3338 0,'0'0'-69'0,"0"0"23"0,0 0 27 0,0 0 34 0,0 0 48 0,0 0 41 0,0 0 25 16,0 0 15-16,0 0 12 16,0 0 4-16,0 0 9 0,0 0 1 0,0 0 2 15,0 0-1-15,0 0-3 0,0 0 0 16,0 0-5-16,0 0-1 0,0 0-5 0,0 0-3 16,0 0 5-16,0 0 11 0,0 0-5 15,0 0 5-15,0 0 0 0,0 0 0 0,0 0-1 16,14-6-11-16,-14 6-14 15,0 0-16-15,0 0-13 0,0 0-16 0,0 0-12 16,0 0-8-16,0 0-10 0,0 0-4 16,0 0-7-16,-17 17-6 0,9-8 2 0,5-1-7 15,-3 1-5-15,2 3-4 0,3 0 5 0,-4-2 0 16,3 0 6-16,2 0-30 16,2 0-19-16,3-1 0 0,-2 0 0 0,5 0 0 15,-3-3 0-15,4-1 0 0,3 0 0 16,-2-3 0-16,-10-2 0 0,17 2 0 0,-17-2 0 15,0 0 0-15,22-5 0 0,-11 1 0 16,-11 4 0-16,9-10 0 0,-6 5 0 0,1-2 0 16,0 0 0-16,-4 7 0 0,3-13 0 15,-3 7 0-15,0 6 0 0,0-10 0 0,0 10 0 16,0 0 0-16,0-10 0 16,0 10 0-16,0 0 0 0,0 0 0 0,-9-5 0 15,9 5 0-15,0 0 0 0,-13 0 0 0,13 0 0 16,0 0 0-16,-17 10-8 0,11-7-586 15,1 1-138-15,-3-1-176 0,5 4 63 16,-2-2 87-16,3 4-720 0,2-1-926 16</inkml:trace>
  <inkml:trace contextRef="#ctx0" brushRef="#br0" timeOffset="2798.11">10833 13476 3987 0,'0'0'-72'0,"0"0"29"0,4-11 41 0,-4 11 49 0,0 0 29 0,6-3 26 0,-6 3 11 0,0 0 9 0,0 0 6 16,0 0 10-16,2-7 13 0,-2 7 16 15,0 0 21-15,0 0 7 0,13-5 6 0,-7 2 2 16,-6 3 6-16,13-8-3 0,-8 2 4 16,2 3 1-16,-7 3 1 0,9-9-5 0,-3 2-6 15,-3 1-13-15,-3 6-7 16,7-11-17-16,-3 5-8 0,-4 6-11 0,3-8-15 0,-3 8-60 15,2-8-70-15,-2 8 0 16,0 0 0-16,0 0 0 0,0 0 0 0,0 0 0 16,-34 8 0-16,22-2 0 0,3 4 0 15,-1-1 0-15,0 1 0 0,5 2 0 0,-3-5 0 16,5 3 0-16,-3 0 0 0,4-2 0 16,-1-1 0-16,3-7 0 0,0 12 0 15,0-12 0-15,5 9 0 0,-5-9 0 0,7 3 0 16,-7-3 0-16,0 0 0 0,0 0 0 15,17 0 0-15,-17 0 0 0,0 0 0 0,18-10 0 16,-17 4 0-16,-1 6 0 16,8-12 0-16,-4 8 0 0,-4 4 0 0,4-13 0 15,-2 9 0-15,-2 4 0 0,0 0 0 16,0 0-511-16,-10-6-192 0,10 6-162 0,-24 12 8 16,1 5 84-16,-6 6-751 0,-7 7-970 15</inkml:trace>
  <inkml:trace contextRef="#ctx0" brushRef="#br0" timeOffset="3433.34">9909 14509 4117 0,'0'0'-23'0,"0"0"26"0,4-7 41 0,-4 7 42 0,0 0 35 0,4-7 17 0,-4 7 8 0,0 0 8 15,0 0 10-15,0 0-4 0,0 0-7 0,0 0-2 16,0 0-3-16,0 0-6 0,0 0-3 16,0 0-5-16,0 0 2 0,0 0 4 15,0 0 9-15,0 0 6 0,0 0 3 0,0 0 5 16,0 0-3-16,17 2-13 15,-17-2-12-15,0 0-11 0,0 0-12 0,0 0-8 0,0 0-17 16,0 0-9-16,0 0-13 16,0 0-3-16,0 0-8 0,0 0-19 0,0 0-4 0,-33 15-5 15,26-8 2-15,1 0-6 16,3-1 8-16,-4 1-17 0,3-3-13 0,4-4 0 16,-1 11 0-16,1-11 0 0,1 8 0 15,-1-8 0-15,9 8 0 0,-9-8 0 0,0 0 0 16,15 0 0-16,-15 0 0 0,0 0 0 15,0 0 0-15,23-6 0 0,-23 6 0 16,9-3 0-16,-9 3 0 0,7-6 0 16,-7 6 0-16,7-5 0 0,-7 5 0 0,2-5 0 15,-2 5 0-15,2-4 0 0,-2 4-327 16,0 0-309-16,0 0-144 0,0 0-107 16,0 0 63-16,0 0-787 0,-33 14-1051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3:11:25.64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22392 4599 1199 0,'-4'-7'522'0,"-1"-1"-134"0,0 2-68 0,-1-2-62 0,3 1-19 15,1-1-30-15,2 8-11 0,-8-12-7 0,4 5 2 0,4 7-7 16,-6-8-11-16,6 8-17 16,-3-8-17-16,3 8-13 0,0 0-16 0,0 0-7 15,0 0 6-15,0 0 11 0,-13 16 14 16,6 3 9-16,3 4 7 0,-5 15 28 0,-2 12 20 16,1 4-13-16,-5 9 1 0,-1 9-1 15,-4 19 19-15,1 5-19 0,-3 3-18 0,2 3-11 16,1 0-17-16,1-1-9 0,3-2 33 15,3 1 9-15,-2-9-1 0,3-23-7 16,2 4-25-16,4-5-92 0,-6-7-49 0,1-7 0 16,4-13 0-16,-2-3 0 0,5-8 0 15,-1-6 0-15,0-5 0 0,3-1 0 16,-1-5 0-16,0 1 0 0,-3-3 0 0,3-2 0 16,1 1 0-16,-1-3 0 0,-2 2 0 15,2-2 0-15,2-6 0 0,-4 11 0 16,4-11 0-16,-1 6 0 0,1-6 0 0,-2 8 0 15,2-8 0-15,0 0 0 0,0 0 0 16,0 0 0-16,0 0 0 0,0 0-132 0,-8-22-674 16,7 9-147-16,2-8 80 0,1-13 98 15,2-5-807-15,3-14-1024 0</inkml:trace>
  <inkml:trace contextRef="#ctx0" brushRef="#br0" timeOffset="1314.23">22553 4432 4051 0,'-9'-3'-180'0,"-1"-1"42"0,1 3 35 0,-2-3 45 16,0 2 44-16,11 2 34 0,-14-4 31 15,14 4 22-15,-20 0 2 0,20 0 1 0,-14 0-6 16,14 0-2-16,0 0 1 0,-16 0-3 15,16 0 0-15,0 0 0 0,-11 4-1 0,11-4-4 16,0 0 4-16,0 0 2 16,0 0 3-16,0 0-5 0,36 6 1 0,-8-5-10 0,18-1-1 15,5 0-8-15,20 0-5 16,11-1-3-16,6-1-1 0,28 0-4 0,2 4-7 16,8-4-7-16,1 6 3 0,-3-3-3 15,5 5 0-15,-4-3-3 0,1 2 2 0,-2-1-4 16,-4 1-6-16,-4 0 6 0,4 0-3 15,-4-2-1-15,-23-1-3 0,20 1 0 16,-22-3-3-16,3 0 2 0,-3 0 1 0,-1 0-3 16,-4 2-1-16,-10 0 2 0,-2 1-4 15,-9-3 2-15,-15 0 0 0,-11 2-2 0,-6 0 3 16,-8-2 25-16,-6 0 17 16,-2 0 13-16,-3 0 10 0,-1 0 1 0,-13 0 4 15,21-2 1-15,-21 2-2 0,15 2-1 0,-15-2-11 16,13 0-3-16,-13 0-5 0,0 0-9 15,15 0-4-15,-15 0-6 0,0 0-4 16,12 1-2-16,-12-1-5 0,0 0-1 16,9 9 0-16,-7-1-2 0,-2 3 21 0,0 4 9 15,-2 11-8-15,-5 11 11 0,1 4 16 16,-7 15-4-16,2 6-9 0,-5 7 24 0,-5 23 10 16,6 0 5-16,-1 4 4 0,5 2 11 15,0 1-8-15,4-1 5 0,2-22 2 0,-1 1 0 16,1-3 5-16,-1-3 1 0,3-3 3 15,-6-5 2-15,4 0-21 0,-1-6-100 0,3-15 0 16,-3-1 0-16,-1-7 0 16,0-2 0-16,2-8 0 0,-1-4 0 0,2-4 0 15,1-1 0-15,-2-3 0 0,-1 1 0 16,5-3 0-16,-3 0 0 0,-2 1 0 0,5-3 0 16,-3-1 0-16,0-1 0 0,4-6 0 15,-4 12 0-15,2-8 0 0,2-4 0 0,-4 8 0 16,4-8 0-16,-6 7 0 0,6-7 0 15,-5 6 0-15,5-6 0 0,-9 6 0 0,-2-4 0 16,4 0 0-16,7-2 0 0,-21 0 0 16,8 0 0-16,-5 0 0 0,-2-2 0 15,-7-2 0-15,-9 0 0 0,-3 0 0 16,-2 0 0-16,-4-1 0 0,-2 1 0 0,-3 0 0 16,-9-3 0-16,12 2 0 0,-3 3 0 15,-11-5 0-15,0 6 0 0,0-5 0 16,0 3 0-16,-1-2 0 0,-3 4 0 0,-1-5 0 15,1 1 0-15,-4 3 0 0,2-3 0 16,-3 0 0-16,-1 3 0 0,-1-4 0 0,-2 0 0 16,1 1 0-16,2 2 0 0,3-2 0 15,1 1 0-15,2 2 0 0,2-1 0 0,0-2 0 16,2 0 0-16,0 0 0 0,11 0 0 16,2 3 0-16,-2-2 0 0,3 2 0 15,-3 1 0-15,2-2 0 0,-1 1 0 16,1 0 0-16,1-1 0 0,-3 3 0 0,3-2 0 15,-2 0 0-15,1 2 0 0,1-1 0 16,-1 2 0-16,3-2 0 0,-1 1 0 0,2 1 0 16,-2 1 0-16,5 0 0 0,6-2 0 15,7 2 0-15,-3-1 0 0,5 1 0 0,-3-2 0 16,8 2 0-16,-4 1 0 0,6-2 0 16,2 1 0-16,-2 2 0 0,2-2 0 0,-3-1 0 15,4 3 0-15,-6-1 0 0,-3 1 0 16,1 1 0-16,-2-2 0 0,1-1 0 0,2 1 0 15,1 1 0-15,6-3 0 16,0 3 0-16,5-4 0 0,-2 3 0 0,3-3 0 16,10 0 0-16,-17 2 0 0,17-2 0 15,-12 2 0-15,12-2 0 0,0 0 0 0,-11 0 0 16,11 0 0-16,0 0 0 0,0 0 0 16,0 0 0-16,-5-9 0 0,5 9 0 0,0 0 0 15,0 0-438-15,14-15-505 0,-3 4 15 16,0 3 102-16,3-4-894 0,11-5-1152 0</inkml:trace>
  <inkml:trace contextRef="#ctx0" brushRef="#br0" timeOffset="2032.92">23538 4777 4244 0,'9'-16'-246'15,"-2"1"64"-15,-2 3 51 0,3-2 51 0,0-1 41 0,0 1 48 0,-3-2 40 0,2 1 37 0,-1 3 26 16,-1 0 25-16,-2 1 17 16,3 3 2-16,-4 0 8 0,1 2 2 0,-1-1-7 15,-2 7-5-15,4-6 5 0,-4 6 7 16,0 0 8-16,0 0 10 0,0 0 17 0,0 0 1 16,0 0 11-16,0 23 3 0,-2-5 10 15,-2 6 5-15,1 12 0 0,-5 5 0 0,3 14-5 16,-4 5-13-16,0 9 11 0,4 3-42 15,-3 1-182-15,2 4 0 0,0-2 0 0,3 5 0 16,-1-1 0-16,0 2 0 0,2-5 0 16,2-2 0-16,0-5 0 0,0-5 0 15,0-6 0-15,-1-15 0 0,1-4 0 0,0-7 0 16,-2-8 0-16,0-1 0 0,2-4 0 16,-3-4 0-16,3-1 0 0,-2-2 0 15,0-1 0-15,2-1 0 0,-2 0 0 0,2-3 0 16,0-7 0-16,-1 14 0 0,1-14 0 15,-2 10 0-15,2-10 0 0,-2 8 0 0,2-8 0 16,0 0 0-16,-2 7 0 0,2-7 0 16,0 0 0-16,0 0 0 0,0 0 0 15,0 0 0-15,0 0 0 0,0 0-70 0,-15-21-846 16,7 7-52-16,1-2 100 0,-6-12-958 16,-1-1-1253-16</inkml:trace>
  <inkml:trace contextRef="#ctx0" brushRef="#br0" timeOffset="3230.61">22268 5334 4728 0,'-12'-2'-196'0,"1"-1"52"0,-1 1 39 0,12 2 61 0,-19-2 60 0,19 2 45 0,-17-1 37 0,17 1 19 15,-13 0 13-15,13 0-1 0,-16-2-6 16,16 2-9-16,0 0 1 0,0 0-6 0,0 0 10 16,0 0 18-16,0 0 4 0,0 0 3 15,0 0 1-15,0 0-6 0,0 0-9 16,59 3-2-16,-26-3-13 0,-3 0-9 15,14-1-9-15,5 2-13 0,-1-2-3 0,1 1-14 16,-1 1-2-16,0-1-8 0,1 2-5 16,3-2 1-16,-4 0-7 0,1-2 11 0,3 2-4 15,-4 0 23-15,-5-1 3 0,3-1-1 16,0 0-5-16,-5 0-6 0,-2 4-6 0,-6-2-4 16,-7-2-8-16,-5 1-5 15,-4 1 0-15,0 0-7 0,-1 0-6 0,-4-2-3 16,1 2-2-16,-13 0 1 0,18 0-5 0,-8 0 0 15,-10 0-7-15,20 0 4 0,-9-2-2 16,0 2 20-16,2 0-22 0,2 0-15 16,0-1 0-16,5 1 0 0,1-2 0 0,-1 2 0 15,3-2 0-15,0 2 0 0,6 0 0 16,0-1 0-16,8-3 0 0,5 4 0 0,2 0 0 16,-2 0 0-16,4-1 0 0,-1-1 0 15,3 0 0-15,2-1 0 0,3 1 0 16,-1 0 0-16,11 0 0 0,-12 1 0 0,-2-1 0 15,1 0 0-15,-4 1 0 0,-4-1 0 16,-12 2 0-16,-5 0 0 0,-6 0 0 16,-2 0 0-16,-4 0 0 0,1-2 0 15,-5 2 0-15,2 0 0 0,-11 0 0 0,22 0 0 16,-13 0 0-16,-9 0 0 0,21 0 0 16,-5 0 0-16,1 0 0 0,2 0 0 0,4-1 0 15,6 1 0-15,1 0 0 0,1 0 0 16,1 0 0-16,-3 0 0 0,-4 1 0 0,-3-2 0 15,-5 1 0-15,4 0 0 0,-8 0 0 16,2 0 0-16,-1 0 0 0,-1 0 0 0,-1 0 0 16,-12 0 0-16,20-2 0 0,-8 0 0 15,1 2 0-15,-2-1 0 0,1-1 0 16,1 0 0-16,1 0 0 0,1 1 0 16,-1-1 0-16,-1 2 0 0,1-2 0 0,-3 2 0 15,0-2 0-15,-11 2 0 0,19-1 0 16,-10 1 0-16,-9 0 0 0,18 0 0 0,-11 1 0 15,-7-1 0-15,22 2 0 0,-13-2 0 16,-9 0 0-16,21 2 0 0,-8-2 0 0,1 2 0 16,-3-2 0-16,-2 0 0 0,3 1 0 15,-12-1 0-15,17 2 0 0,-17-2 0 16,16 0 0-16,-16 0 0 0,0 0 0 0,14 0 0 16,-14 0 0-16,0 0 0 0,14 2 0 15,-14-2 0-15,0 0 0 0,0 0 0 16,0 0 0-16,17 0 0 0,-17 0 0 0,0 0 0 15,0 0 0-15,12 2 0 0,-12-2 0 16,0 0 0-16,0 0 0 0,0 0 0 16,0 0 0-16,0 0 0 0,13 1 0 0,-13-1 0 15,0 0 0-15,0 0 0 0,0 0 0 16,0 0 0-16,0 0 0 0,0 0 0 0,0 0 0 16,0 0 0-16,0 0 0 0,0 0 0 15,0 0 0-15,0 0 0 0,0 0 0 0,0 0 0 16,16-3 0-16,-16 3 0 0,0 0 0 15,0 0 0-15,0-7 0 0,0 7 0 16,0 0 0-16,-11-14-581 0,4 9-426 16,0 2 99-16,-5-2-1029 0,-3 1-1357 0</inkml:trace>
  <inkml:trace contextRef="#ctx0" brushRef="#br0" timeOffset="4347.49">21544 3889 4843 0,'0'0'-252'0,"0"0"76"0,0 0 60 0,0 0 62 0,0 0 51 15,0 0 60-15,0 0 44 0,-6-11 43 16,6 11 31-16,0 0 23 0,0 0 16 0,0 0 16 16,0 0 13-16,0 0 6 0,0 0 2 15,0 0-5-15,-14-3-5 0,14 3-2 0,0 0-11 16,0 0-9-16,0 0-6 16,0 0-7-16,0 0-13 0,0 0-15 0,-9-4-54 0,9 4-124 15,0 0 0-15,-10-8 0 0,2 3 0 16,1 0 0-16,-2 1 0 0,-3-2 0 0,-3 4 0 15,-3-2 0-15,0 1 0 16,-3 0 0-16,-6 6 0 0,-2-2 0 0,-7 5 0 16,0 1 0-16,4 3 0 0,0 0 0 15,-2 6 0-15,8-1 0 0,3 2 0 16,6 4 0-16,4-3 0 0,5 1 0 0,4-1 0 16,4 0 0-16,3 6 0 0,6 5 0 15,6-1 0-15,2-2 0 0,6-4 0 16,4-1 0-16,5-3 0 0,1-1 0 0,-3-6 0 15,3-1 0-15,-8-1 0 0,-5-5 0 16,-3 0 0-16,-2-2 0 0,-1-1 0 16,1-1 0-16,-15 0 0 0,23-1 0 0,-16 1 0 15,-7 0 0-15,20-2 0 0,-20 2 0 16,14 0 0-16,-14 0 0 0,0 0 0 0,16 0 0 16,-16 0 0-16,0 0 0 0,0 0 0 15,15-2 0-15,-15 2 0 0,0 0 0 0,0 0 0 16,0 0 0-16,0 0 0 0,0 0 0 15,0 0-917-15,0 0-65 0,0 0 101 0,0 0-959 16,-40-5-1267-16</inkml:trace>
  <inkml:trace contextRef="#ctx0" brushRef="#br0" timeOffset="5130.81">21397 3858 4505 0,'0'0'-265'0,"11"-2"83"0,-11 2 54 0,0 0 52 0,0 0 50 0,0 0 41 16,0 0 34-16,0 0 23 0,0 0 24 15,0 0 16-15,0 0 15 0,0 0 6 0,0 0 3 16,7-5 6-16,-7 5 5 16,0 0 7-16,0 0 0 0,0 0-3 0,0 0-7 15,0 0-18-15,0 0-2 0,0 0-10 0,0 0-5 16,0 0 3-16,-34-3 4 16,34 3 1-16,-24 5 16 0,6-2-10 0,3 1 3 15,-7 6 2-15,-2-2-1 0,-2 6-4 16,1 1-4-16,0 3-7 0,4 0-2 0,-2 3-15 15,10-1 0-15,3-3-1 0,3 3-1 16,1 1-3-16,5-1 0 0,1-1-3 0,1-2-3 16,9 3-1-16,-1-1-82 0,3-2-1 15,6 4 0-15,4-7 0 0,-5-3 0 16,3-2 0-16,0 2 0 0,-3-6 0 0,-4-2 0 16,3 0 0-16,-5-3 0 0,2 2 0 15,-13-2 0-15,21 0 0 0,-21 0 0 16,18-2 0-16,-18 2 0 0,15 0 0 15,-10-3 0-15,-5 3 0 0,10-2 0 0,-10 2 0 16,0 0 0-16,11-2 0 0,-11 2-605 16,0 0-253-16,0 0-76 0,0 0 101 0,0 0-854 15,0 0-1123-15</inkml:trace>
  <inkml:trace contextRef="#ctx0" brushRef="#br0" timeOffset="6330.58">22439 4339 4113 0,'10'-1'-285'0,"-10"1"64"0,9-2 66 0,-9 2 58 0,0 0 53 0,11-2 49 15,-11 2 40-15,0 0 30 0,0 0 24 0,0 0 16 16,14 0 12-16,-14 0 8 0,0 0 6 16,0 0 10-16,0 0 1 0,0 0 4 0,0 0-1 15,0 0-1-15,0 0 1 0,0 0-5 16,0 0-10-16,15 0-5 0,-15 0-7 15,0 0-5-15,0 0-2 0,0 0-3 0,0 0 1 16,0 0 4-16,0 0-5 16,0 0-7-16,0 0-13 0,0 0 1 0,0 0-2 15,0 0-6-15,0 0-7 0,0 0-4 16,0 0-4-16,0 0-15 0,0 0 4 0,0 0-4 16,0 0 3-16,0 0-9 0,0 0 3 15,0 0-3-15,0 0-11 0,0 0 2 0,0 0-4 16,0 0-3-16,0 0-11 0,0 0 3 15,0 0-3-15,0 0 3 0,0 0-1 16,0 0 0-16,0 0 2 0,0 0 3 0,0 0 3 16,0 0 7-16,0 0 8 0,0 0 12 15,0 0 7-15,0 0 8 0,0 0-64 0,0 0-16 16,0 0 0-16,0 0 0 16,0 0 0-16,0 0 0 0,0 0 0 0,0 0 0 15,0 0 0-15,0 0 0 0,0 0 0 16,0 0 0-16,-42-4 0 0,42 4 0 0,-17 0 0 15,17 0 0-15,-23 2 0 0,13-2 0 16,10 0 0-16,-24 2 0 0,14-2 0 0,10 0 0 16,-19 2 0-16,19-2 0 0,-17 0 0 15,17 0 0-15,0 0 0 0,-17 0 0 0,17 0 0 16,0 0 0-16,-15 0 0 0,15 0 0 16,0 0 0-16,0 0 0 0,-16 0 0 15,16 0 0-15,0 0 0 0,0 0 0 16,0 0 0-16,0 0 0 0,-13-2 0 0,13 2 0 15,0 0 0-15,0 0 0 0,0 0 0 16,0 0 0-16,0 0 0 0,0 0 0 16,0 0 0-16,0 0 0 0,0 0 0 0,0 0 0 15,0 0 0-15,-3 8 0 0,3-8 0 16,1 15 0-16,-1-5 0 0,0 2 0 0,0 2 0 16,0-1 0-16,0 3 0 0,-1-3 0 15,1 1 0-15,-2 0 0 0,2 0 0 0,0-2 0 16,0-2 0-16,-2-2 0 15,2 1 0-15,0-9 0 0,-3 14 0 0,1-8 0 16,2-6 0-16,0 11 0 0,0-11 0 16,0 8 0-16,0-8 0 0,0 0 0 0,0 0 0 15,0 10 0-15,0-10 0 0,0 0 0 16,0 0 0-16,0 0 0 0,0 0 0 0,0 0 0 16,0 0 0-16,0 0 0 0,0 0 0 15,0 0 0-15,0 0 0 0,5-23-524 0,-3 16-432 16,-2 0 25-16,0-1 113 0,0-3-870 15,2 2-1122-15</inkml:trace>
  <inkml:trace contextRef="#ctx0" brushRef="#br0" timeOffset="7913.87">23540 3680 4412 0,'0'0'-137'0,"-7"8"72"0,7-8 60 0,-4 8 59 0,4-8 53 0,0 11 46 0,0-11 43 16,4 12 45-16,-3-7 40 0,-1-5 10 15,11 8 0-15,-8-2-6 0,5-2-8 0,-8-4-13 16,14 3-17-16,-14-3-16 0,20 0-23 16,-20 0-18-16,19-3-19 0,-8 3-14 0,0-6-19 15,3 0-14-15,-3-3-44 0,3-2-80 16,-3-3 0-16,3-1 0 0,-1-11 0 15,3 1 0-15,-5-4 0 0,-4 6 0 16,1 1 0-16,-4 1 0 0,2 4 0 16,-4-1 0-16,1 3 0 0,-3 3 0 0,0 2 0 15,2 2 0-15,-2 8 0 0,-3-10 0 16,3 10 0-16,0 0 0 0,0 0 0 0,0 0 0 16,0 0 0-16,-16 20 0 0,16-8 0 15,0 3 0-15,2 1 0 0,0 3 0 0,4 2 0 16,0-1 0-16,1 1 0 0,0 2 0 15,4-5 0-15,-2-1 0 0,0 0 0 0,1-1 0 16,-2-3 0-16,1-3 0 16,-2 3 0-16,2-7 0 0,-2 2 0 0,-2-4 0 15,5 0 0-15,-10-4 0 0,12 1-309 16,-12-1-239-16,0 0-135 0,14-9-188 16,-8 1 30-16,1-4 86 0,-6-3-668 0,1 0-874 15</inkml:trace>
  <inkml:trace contextRef="#ctx0" brushRef="#br0" timeOffset="8434.12">23937 2946 3648 0,'0'0'-101'0,"0"0"63"0,0 0 36 0,-6-5 38 0,6 5 34 0,0 0 23 0,0 0 21 0,-8-6 12 0,8 6 5 0,0 0 5 0,0 0 0 0,0 0 4 16,-5-5 6-16,5 5 3 0,0 0 5 16,0 0-11-16,0 0-1 0,0 0 2 0,-4-9 5 15,4 9 4-15,0 0 5 0,-2-8 6 16,2 8 7-16,0 0-5 0,-1-8-9 0,1 8-18 15,0 0-2-15,-9-5-24 16,9 5-12-16,0 0-7 0,-15 0-1 0,15 0-5 16,-15 6-8-16,5-1-8 0,1 1-4 0,2 2-5 15,-1 1-3-15,0-2-4 0,4 0-6 16,1 3-2-16,1-4-7 0,0 2 1 16,2-8-2-16,4 15-3 0,1-7-1 15,3-2 0-15,-3-1 2 0,5-4 3 0,-10-1 9 16,21 5 12-16,-21-5-41 0,19-3-21 15,-19 3 0-15,21-5 0 0,-13 2 0 16,-1-1 0-16,0-4 0 0,0 2 0 0,0 0 0 16,-3-1 0-16,0-3 0 0,-1 2 0 15,-1 2 0-15,-2 6 0 0,4-11 0 16,-4 11 0-16,0 0 0 0,-9-6 0 0,9 6 0 16,0 0-276-16,-33 12-191 0,22-5-118 15,-4 5-137-15,-8 5-162 0,6 0 96 16,-1-4-732-16,5 1-965 0</inkml:trace>
  <inkml:trace contextRef="#ctx0" brushRef="#br0" timeOffset="16162.89">23604 3400 1622 0,'0'0'364'0,"0"0"-74"0,0 0-51 0,0 0-24 0,-12-7-20 0,12 7-13 0,0 0-22 15,0 0-15-15,25-13-10 0,-18 7-13 0,3 2-1 16,0-2-8-16,-1 2-6 0,1-1-4 16,-3 0 4-16,3 0-1 0,-3 2-6 15,1-1-5-15,-8 4-4 0,11-7-8 0,-5 4-5 16,-6 3-10-16,0 0-4 0,9-5-1 15,-9 5-4-15,0 0 2 0,0 0 12 0,0 0 15 16,0 0 9-16,0 0 12 0,10 14 7 16,-10-6 6-16,0 0 3 0,0 6 11 15,-2 0 6-15,2 6 13 0,-1 3 7 16,-1 1-7-16,0 1-5 0,2 2-15 0,0 3-5 16,0-2-9-16,0-1-8 0,0 0-5 15,-5-2-6-15,5-2-5 0,0-3-5 16,-2-1 5-16,1-2 7 0,-1-3 4 0,2-2 7 15,-2-2 2-15,-2 0-83 0,2-1-34 16,0 1 0-16,-1-3 0 0,-3 1 0 0,0 2 0 16,0-3 0-16,-1 0 0 0,-1 0 0 15,-2 0 0-15,-1 0 0 0,2-2 0 16,-5 0 0-16,1 2 0 0,-1-5 0 0,1 4 0 16,2-4 0-16,-1 0 0 0,5 1 0 15,7-3 0-15,-20 2 0 0,20-2 0 0,-16 0 0 16,6 0 0-16,10 0 0 0,0 0 0 0,-21-2 0 15,16 0 0-15,5 2 0 16,-14-1 0-16,14 1 0 0,0 0 0 0,-15-4 0 16,15 4 0-16,-12-6 0 0,12 6 0 15,-7-2 0-15,-1-1 0 0,3-1 0 0,5 4 0 16,-8-8 0-16,4 4-341 0,-2-1-696 16,4-2 87-16,1 0 106 0,1-1-863 15,1-4-1141-15</inkml:trace>
  <inkml:trace contextRef="#ctx0" brushRef="#br0" timeOffset="16728.71">23656 3074 4251 0,'0'0'-174'0,"0"0"82"0,-11-3 60 0,11 3 62 0,0 0 34 0,0 0 37 0,-7-5 26 0,7 5 19 0,0 0-2 0,0 0 5 16,0 0-2-16,0 0-1 0,-7-6-5 16,7 6-4-16,0 0-1 0,0 0-11 0,0 0-5 15,0 0-8-15,0 0-5 0,0 0-9 16,0 0-9-16,0 0-9 0,0 0-13 16,0 0-1-16,11-10-11 0,-11 10-11 15,0 0-3-15,0 0-4 0,0 0-2 0,0 0 2 16,-25 14-4-16,17-7-4 0,3-2-5 15,-4 3 1-15,4 1-3 0,-1-1 8 16,3 1-2-16,-3-1-4 0,6 1 2 0,-2-2-4 16,2-7 4-16,2 15 14 0,2-9 13 15,-4-6 11-15,5 12 10 0,1-8 5 0,-6-4-9 16,11 6 2-16,-11-6-8 0,12 2-8 16,-12-2-5-16,9 1-8 0,-9-1-22 15,0 0-38-15,0 0-47 0,18-5-55 16,-18 5-63-16,0 0-68 0,7-4-95 0,-7 4-108 15,0 0-130-15,0 0-160 0,0 0-5 16,-19 29 84-16,-3-6-473 0,-11 8-604 0</inkml:trace>
  <inkml:trace contextRef="#ctx0" brushRef="#br0" timeOffset="17512.16">20369 5461 3396 0,'-3'12'80'0,"-1"-1"30"0,2-5 37 0,2 0 56 0,0-6 41 0,4 10 27 0,-4-10 14 0,0 0 2 16,11 3-12-16,-11-3-21 16,0 0-15-16,32-10-13 0,-14 3-24 0,-3-3-20 15,2-2-18-15,8-5-13 0,-3-6-12 16,1 2-18-16,-1-6-13 0,-1-2-9 0,-6-4-6 16,2 1 2-16,-4-4 3 0,1 0-3 15,-5 2 2-15,-3 1 10 0,-3 5-1 16,1 6-4-16,0 5-3 0,-4 1-6 0,3 3-70 15,-6 1-23-15,3 3 0 0,-4 2 0 16,0 4 0-16,4 3 0 0,0 0 0 0,0 0 0 16,0 0 0-16,-16 26 0 15,11-8 0-15,3-1 0 0,2 9 0 0,0 1 0 16,2 8 0-16,7 0 0 0,-4-1 0 16,2-3 0-16,6 0 0 0,-4-4 0 0,0-7 0 15,-2-3 0-15,4-3 0 0,-6-2 0 16,2-1 0-16,-1-5 0 0,2-1 0 0,0-1 0 15,-8-4 0-15,14-2 0 0,-14 2-204 16,18-9-308-16,-12-1-148 0,1-2-172 0,-1-1-12 16,-4-3 84-16,-2-3-729 0,0 0-937 15</inkml:trace>
  <inkml:trace contextRef="#ctx0" brushRef="#br0" timeOffset="18030.11">20724 4713 3981 0,'-5'-3'-34'16,"5"3"69"-16,0 0 36 0,-9-5 48 0,9 5 40 0,0 0 25 0,0 0 12 0,-5-7 8 0,5 7 0 0,0 0 5 16,0 0-1-16,0 0-12 0,-4-7 11 0,4 7 1 15,0 0 7-15,0 0-5 0,0 0-3 16,0 0-3-16,0 0-6 0,-5-7-10 0,5 7-12 16,0 0-9-16,0 0-13 0,0 0-15 15,0 0-16-15,0 0-60 0,0 0-63 0,-20 2 0 16,20-2 0-16,-15 7 0 0,5-4 0 15,3 3 0-15,-2 0 0 0,-2 1 0 0,6-2 0 16,-3 2 0-16,5 0 0 0,-3-2 0 16,6-5 0-16,-2 10 0 0,2-10 0 0,0 7 0 15,0-7 0-15,10 5 0 16,-10-5 0-16,14 0 0 0,-14 0 0 0,0 0 0 16,25-7 0-16,-14 4 0 0,-11 3 0 15,12-8 0-15,-4 6 0 0,-8 2 0 16,8-9 0-16,-4 6 0 0,-4 3 0 0,5-9 0 15,-5 9 0-15,-1-7 0 0,1 7 0 16,-6-7 0-16,6 7 0 0,0 0 0 0,-19 2 0 16,19-2 0-16,-22 10-160 15,11-3-503-15,-1 4-172 0,3-4-78 0,0 6 92 0,0-3-811 16,-4 1-1071-16</inkml:trace>
  <inkml:trace contextRef="#ctx0" brushRef="#br0" timeOffset="27742.83">23893 5471 4063 0,'4'-4'-244'0,"-4"4"61"0,0 0 47 0,3-6 36 0,-3 6 33 16,0 0 24-16,0 0 16 0,4-6 6 15,-4 6 5-15,0 0 4 0,0 0 5 0,3-5 6 16,-3 5 11-16,0 0 10 0,0 0 10 16,0 0 17-16,0 0 8 0,0 0 15 0,0 0 11 15,2-4 9-15,-2 4-1 16,0 0 1-16,0 0-9 0,0 0 1 0,0 0-9 0,0 0-12 16,0 0-5-16,0 0 27 15,0 0 17-15,-11 17 6 0,4-5 0 0,-10 12 5 16,0 2 2-16,-10 9 5 0,-2 1 5 15,-1 2-2-15,-2 0-2 0,-1-1-3 0,3 0-6 16,-1-4-5-16,8-6-3 0,5-4-8 16,-2 0 6-16,6-6-20 0,5-3-1 15,2-4 13-15,1-3 1 0,1 1 14 0,-2-2 29 16,4 0-1-16,3-6 2 0,-8 7-4 16,8-7-6-16,-5 7-12 0,5-7-6 0,-6 5-13 15,6-5-14-15,0 0-12 0,0 0-29 16,0 0-36-16,-6 6-48 0,6-6-50 0,0 0-51 15,0 0-62-15,0 0-72 16,0 0-93-16,0 0-90 0,0 0-98 0,0 0-121 16,0 0-37-16,17-18 79 0,-9 13-490 15,2 0-595-15</inkml:trace>
  <inkml:trace contextRef="#ctx0" brushRef="#br0" timeOffset="28143.25">24275 5506 2987 0,'3'-7'-60'0,"3"2"47"0,-3-1 33 0,-1 2 27 0,-2 4 28 0,6-5 0 0,-6 5-5 0,0 0-5 0,0 0 2 16,0 0 36-16,0 0 0 0,0 0 23 15,-11 29 13-15,-9-6 19 0,2 5 17 16,-11 8 11-16,1 0 12 0,-7-1-4 0,5 3 2 16,-4-1-4-16,-1-3-9 0,4-1-6 15,2-1 11-15,6-8-1 0,-1 0-13 16,3-2-9-16,6-7-15 0,1 1-9 16,2-2-15-16,2-3-10 0,0-3-5 0,5-2-16 0,-3 2-10 15,3-4-2-15,0 1-5 0,5-5-7 16,-9 10-11-16,9-10 1 0,-6 6-21 15,6-6-33-15,-5 6-25 0,5-6-49 16,-6 5-47-16,6-5-65 0,0 0-83 0,-4 4-105 16,4-4-89-16,0 0-102 0,0 0-121 15,0 0-42-15,0 0 82 0,0 0-497 0,0 0-605 16</inkml:trace>
  <inkml:trace contextRef="#ctx0" brushRef="#br0" timeOffset="28493.25">24565 5566 3043 0,'6'-12'-28'0,"1"3"50"16,-6 1 48-16,1 0 39 0,2 4 17 0,-4 4 3 16,4-8-6-16,-4 8-18 0,0 0 1 15,0 0 20-15,0 0 10 0,0 0 9 0,-20 32 10 16,4-7 18-16,-2 6 12 0,-4 7 3 15,-7 3 6-15,2-1-16 0,-1 1 8 16,-3 0 17-16,3-4 1 0,-3 1-3 0,4-2-6 16,4-8-5-16,2-1-30 0,3 0-8 15,-2-5-11-15,5-2-12 0,3-7-15 16,5-2-11-16,-2-1-8 0,1-1-7 16,2-2-9-16,2-2-6 0,0-1-4 0,4-4-4 15,-5 9-8-15,5-9-38 0,0 0-42 16,0 0-46-16,0 0-55 0,0 0-73 0,0 0-78 15,15-20-100-15,-9 13-83 0,0-4-89 16,5 1-140-16,-6 2-66 0,7-3 79 0,-1 3-559 16,3-2-696-16</inkml:trace>
  <inkml:trace contextRef="#ctx0" brushRef="#br0" timeOffset="28778.08">24909 5578 3289 0,'4'-7'-8'0,"-2"0"55"0,0 3 37 0,-2 4 18 15,0 0 9-15,0 0 34 0,0 0 35 16,0 0 11-16,-12 16 9 0,2 1 5 0,-3 8 10 16,-6 6-9-16,1-2 2 0,-6 10-24 15,1-3-9-15,-2 1 2 0,9-7-11 0,-5 0-14 16,-1-2 9-16,4-1-21 0,-2-3-6 15,3 0-17-15,0 1-13 0,7-8-13 16,-1-3-8-16,2-2-17 0,1 3-45 16,2-7-39-16,-2 2-51 0,7-3-49 0,-3-1-81 15,4-6-108-15,0 0-97 0,0 0-93 16,0 0-86-16,0 0-111 0,30-17 42 0,-6 1-506 16,2-5-625-16</inkml:trace>
  <inkml:trace contextRef="#ctx0" brushRef="#br0" timeOffset="28993.37">25025 5674 3137 0,'1'-6'-4'0,"2"1"36"0,-3 5 25 0,0 0 33 16,0 0 48-16,0 0 28 0,0 0 13 15,-3 21 8-15,-2-8 3 0,-1 5-5 16,-5 3-4-16,-3 8-6 0,2 2-10 16,-2-2-5-16,-1 0-14 0,-1 0-16 0,3 0-12 15,-1-5-16-15,3-4-3 0,2-1-13 16,2-5-12-16,-3 4-33 0,0-4-23 0,5-3-40 15,-1-1-45-15,0 1-68 0,0-5-90 16,1 2-93-16,-3-5-104 0,5-2-128 16,3-1-97-16,0 0 55 0,-14 0-386 0,14 0-454 15</inkml:trace>
  <inkml:trace contextRef="#ctx0" brushRef="#br0" timeOffset="36925.26">21232 5922 2006 0,'0'0'117'0,"0"9"13"0,0-9 20 0,0 0 31 0,0 0 41 0,0 0 34 0,0 0-1 16,0 0-14-16,0 0-16 0,0 0-16 0,12-19-17 15,-6 10-16-15,1-3-17 0,3-1-16 16,0-5-15-16,4-5-13 0,2-3-10 16,1-1-9-16,-2-4-13 0,5-1-6 0,0-5-7 15,0 4-9-15,-6 2-7 0,4 2-3 16,-2 4-6-16,-7 6-7 0,-4 3-1 0,3 6-8 16,-3 0-7-16,0 5-5 0,-1 1 3 15,-4 4 0-15,0 0 7 0,0 0 3 0,7 23 5 16,-3-5 4-16,-1 6 24 15,3 0 2-15,2 9-4 0,3 1-1 0,0 0-3 0,3-2-4 16,3-3 1-16,0 0-3 16,-2-5 1-16,3-1 11 0,-2-5 14 0,-7-5 29 15,-2-2 14-15,2-4 20 0,-2 1 21 16,-2-3 15-16,1 0 15 0,-2 1 7 0,-4-6-16 16,0 0-19-16,0 0-17 0,0 0-55 15,0 0-91-15,0 0 0 0,0 0 0 16,-25-17 0-16,10 11 0 0,-4 1 0 15,-5 0 0-15,2 0 0 0,-1 0 0 0,0 0 0 16,0 3 0-16,5 0 0 0,-2-1 0 0,3 1 0 16,2 0 0-16,2 1 0 15,-1-1 0-15,14 2 0 0,-25-2 0 0,16 2 0 16,-2 0-199-16,11 0-193 0,-20-1-114 16,11-1-120-16,9 2-185 0,-16-4-9 0,16 4 88 15,-9-6-664-15,9 6-849 0</inkml:trace>
  <inkml:trace contextRef="#ctx0" brushRef="#br0" timeOffset="37807.93">24693 4235 3533 0,'-6'3'-107'0,"1"1"50"0,-1-1 37 0,6-3 49 0,0 0 52 0,0 0 39 15,0 0 9-15,0 0 0 0,0 0-4 16,0 0-10-16,0 0-8 0,-3-21-8 0,8 10-8 15,3-3-7-15,2-5-2 0,5-7-8 16,-3 1-10-16,4-4-4 0,2-3-8 16,-2 2-5-16,6-9-7 0,-4-3-2 0,2 10-4 15,-5-1-4-15,2 0 2 0,-1 1 2 16,-4 3 13-16,1 8 3 0,-4 6 2 16,-4 1-6-16,1 4-8 0,-3 2-8 15,1 0-5-15,1 7-1 0,-5 1-5 0,0 0-2 0,0 0 2 16,13 17 1-16,-8-5-5 15,5 5 10-15,5 8 15 0,3 3 6 0,-2 0 7 16,9-3 4-16,0 1-4 0,6 8-1 16,-4-10 0-16,-5-1-4 0,3-3 6 0,0-1 12 15,-11-8 10-15,-2 1 16 0,-2-6 33 16,-5 0 42-16,4 0 19 0,-6-3 13 16,-3-3-11-16,0 0-21 0,0 0-14 0,0 0-20 15,0 0-13-15,0 0-11 0,0 0-15 16,-53-15-8-16,30 9-5 0,-12-2-14 0,3 2-8 15,-2-1-3-15,3-1-16 16,6 4-40-16,4 0 0 0,3 0 0 0,0 3 0 16,3-3 0-16,1 3 0 0,3-1-60 15,-1 1-77-15,1-1-39 0,11 2-45 0,-16-2-48 16,6 1-64-16,10 1-70 0,-15-3-69 16,15 3-78-16,-14 0-107 0,14 0-100 0,0 0 72 15,-11 0-496-15,11 0-645 0</inkml:trace>
  <inkml:trace contextRef="#ctx0" brushRef="#br0" timeOffset="42906.04">17398 9606 3180 0,'0'0'-67'0,"16"0"14"0,-16 0 13 16,0 0 19-16,0 0 33 0,0 0 27 0,0 0 24 0,0 0 16 0,9-2 8 15,-9 2 0-15,0 0-3 0,0 0 12 16,0 0 8-16,0 0-2 0,0 0 10 0,0 0-4 16,0 0 0-16,0 0 2 15,0 0 1-15,-23-12-1 0,16 10 0 0,-4 0 1 16,-1-1 3-16,-1 1 1 0,-5-3-3 16,3 2-5-16,-2-1-5 0,-3-1-4 0,0 0-3 15,-3-2-9-15,2 2-5 0,-3 0-2 16,-1 0-6-16,-2-1-4 0,2 3-5 0,-2 0-2 15,0-1-7-15,3 0 1 0,-2 3-7 16,-1 1 3-16,0-3 2 0,6 6-5 0,-4-6 2 16,3 6 0-16,-5-2-7 15,0 1-2-15,2 0 1 0,-2-2-5 0,4 2 1 16,-1 1-9-16,-1 1 0 0,2-1 0 16,0 1-4-16,5-1-6 0,-2-1-1 0,3 3 0 15,-2-2 1-15,2 1 0 0,0-1-8 16,0 0 6-16,2 3-10 0,-3-3 2 0,1 2 0 15,-2-2-1-15,2 3-1 0,0-3-3 16,-1 2 0-16,4 0 2 0,-6 1 0 0,4 0 0 16,2-2 0-16,-4 1 0 0,3 0 0 15,0 0-1-15,-2 1 2 0,1-2-3 0,2 1-3 16,-2-1 1-16,1-1 5 0,-1 2-1 16,3 1-5-16,-2-3 4 0,-2 2-4 15,1 1 0-15,4-1 1 0,-4-1 0 0,-1 2 1 16,3 0-1-16,1-2 0 0,-2 2-6 15,2-2-1-15,-2 1 4 0,1 1 0 16,-1-2-1-16,3 1 4 0,1-2-5 16,-3 3 0-16,3-3 1 0,0-1-1 0,1 2 4 15,-1 0-1-15,2 0-3 0,-1-1 1 16,-2 2 2-16,3-1 0 0,-3 1 1 0,5-2 0 16,-2 2-4-16,-2-1 2 0,0 2-5 15,2-2 3-15,-1 1 0 0,1 0 3 0,-1-1-2 16,-2 1-1-16,3 1 3 0,0 0 1 15,-1 0-3-15,1 0 2 0,-1-1-2 0,0 0-3 16,3 0 4-16,-2 2 1 0,-1-2-1 16,0 0 3-16,3 0-4 0,-1 0 3 0,-2 0-3 15,3 1-2-15,-1-1 1 16,-1 2 0-16,3-1 8 0,-4-1-7 0,5 2-4 16,-2-2 4-16,-2 3 0 0,4-2-1 15,-3 1 2-15,3 1-2 0,-3 0-2 0,2 0 0 16,0 1 3-16,1 1 0 0,-1 4-3 15,4-3 0-15,1 4 3 0,-1-2-5 0,2 3 5 16,0 1-3-16,2 0-3 0,-1 0 7 16,3 0-4-16,0 2 3 0,1 0 1 15,-1 1-1-15,4 0 1 0,0-2-3 0,-5-3 3 16,5 2-1-16,-5-3 1 0,4 2 4 16,0-3-5-16,-1 2-1 0,-1-3 2 15,5 2-3-15,-2-1-1 0,3 1 5 16,0 0-3-16,5-3-1 0,-1 0 2 0,2 1 0 15,3-2 3-15,-2-2-1 0,3 3-1 16,8-1-2-16,-4 0 1 0,-5-3-1 0,3 2-1 16,0-2 2-16,-1 1 1 0,-4 1 0 15,3-3 7-15,-1 2-10 0,-2 0 3 0,-2-3-3 16,2 3 2-16,-2-2 4 0,1 0-4 16,0-2 6-16,5 1-5 0,-6-1 1 0,7 0 0 15,-1-2 1-15,2 2-4 0,1-2 1 16,-2 2 2-16,2-4-4 0,-2 5 3 0,-3-2-2 15,-1 0 3-15,-2-1-2 0,2 2 4 16,-3-2-4-16,3 2 1 0,-4 2-1 16,-2-5 3-16,1 3-1 0,-1-1-5 15,3 1 2-15,-3-1-1 0,0-1 8 0,1 0-4 16,2 0 4-16,0 0-7 0,1 2 5 16,2-2-5-16,-2-1 4 0,4 0-3 0,-4 2 2 15,6-2-3-15,-6 3 5 0,2-2-1 16,-2 1-8-16,1-1 6 0,-6 0-3 0,2-1 5 15,-3 1 1-15,2-1-3 0,-4 1 0 16,2-2 0-16,1 2 3 0,-12-2-3 16,25 0 3-16,-10-2-3 0,-3 2 1 15,8-3 0-15,-3 3-2 0,4-2-1 0,-2 1 3 16,2-1-4-16,0 2 2 0,-2 0-3 0,2 0 1 16,-2 0 5-16,-3 0-2 15,-2 0 4-15,0 0-3 0,-1 2-3 0,1-2 0 16,-3 0 2-16,0 1 0 0,-11-1 6 15,20 0-4-15,-9-1-2 0,-11 1 3 0,23-2 2 16,-9-1-2-16,0-1 3 0,6 0-8 16,-4 0 1-16,6 2 4 0,-3-2-3 0,5 2 2 15,-3 0-4-15,1-2 3 0,1 4 0 16,-5 0-7-16,3-2 15 0,-4 1-16 16,1 1 7-16,-6-2-3 0,2 0 12 15,-14 2-12-15,25 0 5 0,-14-2-1 0,0 0 5 16,2-2-6-16,-1 3 3 0,0-2-2 15,0-1-3-15,-1 0 4 0,1 2 1 0,-1-4-2 16,1 3-4-16,-3 0 5 0,0-2-3 16,3 3 3-16,-3-4-2 0,1 4-1 0,-3-3 6 15,3 2-9-15,-2-1 0 0,1 1 0 16,-4-1 5-16,6 0-4 0,-6 0-2 0,2 0 0 16,4-2 0-16,-6 0 2 0,4 1 2 15,1-3-2-15,-4 1-1 0,3 2 5 0,-1-4-2 16,-3 3-1-16,6-1-1 0,-6-2-1 15,2 2 2-15,1-1 4 0,-2-1-4 16,2 1 3-16,-3-1-2 0,1 0 7 16,-3-1 0-16,1 0-7 0,3-1 2 0,-6-2 0 15,1-3 2-15,0-2-1 0,-2-8 0 16,-4-10 6-16,1-4-7 0,-6-11 2 16,0-4 1-16,-2 1 0 0,-3 1-2 0,1 3 7 15,-4 1 0-15,-4 5 9 0,-2 3-9 16,-2 3-5-16,-1 4 2 0,-1 9 1 0,-2 2-4 15,1 4 3-15,-7 1-10 16,3 5-10-16,2-1-10 0,-5 4-16 0,10 3-11 0,0 3-19 16,3 1-22-16,1 2-25 15,2 1-30-15,-2 1-45 0,0 2-55 0,2-1-56 0,0 3-58 16,0 2-77-16,-1 0-85 16,6 1-138-16,0-2 62 0,3 2-442 0,0-3-513 15</inkml:trace>
  <inkml:trace contextRef="#ctx0" brushRef="#br0" timeOffset="47706.39">22973 4882 2604 0,'0'0'-142'0,"0"0"40"0,0 0 33 0,0 0 30 0,0 0 29 0,0 0 26 16,0 0 19-16,0 0 16 0,0 0 8 16,0 0 8-16,0 0 5 0,0 0 10 0,0 0 4 15,0 0 3-15,0 0 14 0,0 0-2 16,0 0 0-16,0 0 1 0,0 0-7 15,0 0-5-15,0 0-6 0,0 0-5 0,0 0-6 16,0 0-8-16,0 0-9 0,0 0-6 16,0 0-4-16,0 0-5 0,0 0-5 0,0 0-2 15,0 0-4-15,0 0-4 16,0 0 0-16,0 0 15 0,0 0 0 0,2 14 3 16,-2-14 2-16,11 6-3 0,-4 1 0 15,5 3 4-15,5 1-5 0,6 5 7 0,2 4 0 0,3 2 4 16,12 7-4-16,1 2-9 15,10 1-1-15,0 2 4 0,21 6-5 0,3 0-2 16,-1-3-9-16,-15-8 2 0,2 0-2 16,-5-3-5-16,-5 0-2 0,-5-4-7 15,-12-5 5-15,-4-2-1 0,-3-1-5 16,-6 1-2-16,-6-7-1 0,-1 1-1 0,-1-1-4 16,-3 0 4-16,1 2 0 0,0-4-1 15,0 0 4-15,-4 3-3 0,0-3 7 16,5 2 5-16,-1-1 7 0,0 1 7 0,1 0 1 15,0 2 1-15,-1-3-1 0,1 1-3 16,-7-4-4-16,4 2-4 0,-2 0 7 0,-7-6-2 16,9 8 6-16,-5-4 1 0,-4-4 2 15,7 5 2-15,-7-5-2 0,6 5-4 0,-6-5-2 16,0 0-4-16,6 5-4 0,-6-5 0 16,0 0-14-16,0 0-23 0,0 0-40 0,0 0-56 15,4 3-81-15,-4-3-89 0,0 0-93 16,0 0-107-16,0 0-184 0,-29-7 61 15,29 7-406-15,-15-6-483 0</inkml:trace>
  <inkml:trace contextRef="#ctx0" brushRef="#br0" timeOffset="48006.47">24131 5399 2608 0,'6'-4'-23'0,"-2"-2"33"0,-1 0 14 0,-3 6 1 0,9-5 11 0,-9 5 14 0,0 0 22 0,11 0 8 16,-11 0 13-16,0 0 8 0,13 11 1 15,-7-3-5-15,-2 4 4 0,-1 0 3 16,1 1 2-16,-2 1 7 0,-2-1-2 16,-4 1-1-16,2 1-2 0,-1 1-9 0,-3-3 1 15,-2 1-7-15,-1-2-4 0,-2 2-5 16,0-4-22-16,-2 0 7 0,1-1-8 0,0-1-7 15,-1-1-14-15,-1 0-24 0,3-1-29 16,-1-2-41-16,2 0-59 0,3-1-71 0,0-1-87 16,7-2-107-16,-14-2-167 0,14 2-31 15,0 0 63-15,-11-5-218 0,11 5-222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3:16:52.5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16952 10051 732 0,'0'0'178'0,"-2"-8"-25"16,2 8 8-16,0 0-1 0,-2-5-5 16,2 5 6-16,0 0 12 0,0 0 8 0,0 0 42 15,-5-7 29-15,5 7 30 0,0 0 24 16,0 0 17-16,0 0 11 0,0 0 8 0,-19 1-6 16,19-1-5-16,0 0-9 0,0 0-17 15,0 0-20-15,0 0-25 0,0 0-17 0,0 0-23 16,0 0-11-16,0 0-22 0,0 0-14 15,0 0-17-15,0 0-14 0,36 2-17 0,-21-2-10 16,5-2-12-16,-4-2-9 16,4 2-10-16,-7 2-8 0,0-2-7 0,-2 0-8 15,2 2-8-15,-4-2-7 0,-9 2-6 16,14-4-3-16,-14 4-34 0,13-1-3 0,-13 1-60 16,0 0-55-16,9-1-62 0,-9 1-68 15,0 0-81-15,0 0-91 0,0 0-88 0,0 0-111 16,0 0-175-16,0 0 52 0,0 0 86 15,-8 14-553-15,5-8-671 0</inkml:trace>
  <inkml:trace contextRef="#ctx0" brushRef="#br0" timeOffset="266.33">16896 10231 3435 0,'-9'4'72'0,"2"0"58"0,7-4 46 0,-6 2 42 15,6-2 32-15,0 0 28 0,0 0 8 16,0 0 6-16,0 0 2 0,0 0 0 0,0 0-14 16,0 0-26-16,0 0-19 0,0 0-11 15,0 0-23-15,0 0-22 0,0 0-15 0,33 2-16 16,-33-2-16-16,11 0-12 0,-11 0-15 16,0 0-12-16,16 0-18 0,-16 0-31 0,0 0-58 15,11 2-89-15,-11-2-94 0,5 2-101 16,-5-2-128-16,0 0-138 0,0 0-152 0,0 0-79 15,18-4 70-15,-18 4-683 0,7-4-861 16</inkml:trace>
  <inkml:trace contextRef="#ctx0" brushRef="#br0" timeOffset="24780.08">20552 11605 686 0,'0'0'450'0,"0"0"-128"0,0 0-64 15,0 0-22-15,0 0-4 0,0 0 10 16,0 0 0-16,0 0-17 0,0 0 6 16,0 0-2-16,0 0-3 0,0 0-5 15,0 0-8-15,0 0 1 0,0 0-2 0,0 0-19 16,0 0-17-16,0-19-15 0,0 19-18 0,0 0 2 15,-2-13-26-15,2 13-15 16,-3-8-8-16,3 8-7 0,-8-10-11 0,4 6-6 16,4 4-9-16,-9-8-8 0,1 4-7 15,3 1 0-15,5 3-5 0,-16-5-7 0,16 5 0 16,-19-5-11-16,9 1 1 0,1 4-2 16,-2-1 0-16,-1-1-5 0,1 0-1 0,11 2-2 15,-23 0-4-15,23 0 2 0,-23 0-2 16,13 0-2-16,-2 2 0 0,-2-2-2 0,3 2 0 15,-2-1-5-15,1 0 5 0,1 2-2 16,11-3-2-16,-24 7 0 0,12-5-2 0,-1 2 1 16,2-3-2-16,-3 5-4 15,3-2 8-15,-1 1-1 0,-1-2-3 0,1 4 0 16,-2-1-2-16,3 0 0 0,-1-1 0 16,-1 2 1-16,3-2 1 0,-2 2-4 15,1 0 7-15,2 0-8 0,1-1 5 0,-3 0-1 16,1 2 0-16,0-3 0 0,3 2-1 15,-2 0 1-15,0 1 1 0,4-2-1 0,-3-1-5 16,1 1 8-16,2-2-2 0,5-4-4 16,-13 10 4-16,8-4 0 0,-1 0 3 0,6-6-3 15,-12 9-1-15,9-4 1 0,-5-2-4 16,5 5 7-16,-5-3-3 0,5 2-3 0,-6-1 6 16,5 1 5-16,-3 1-10 0,3 0 1 15,-1-1 8-15,-2 1-7 0,2 0 17 16,-1 2-2-16,3-2 4 0,-3 2-5 15,2 1 4-15,-2-3-4 0,2 2 2 0,1-1 6 16,-1 2 2-16,-2-2-1 0,3 2 6 16,-1-2 6-16,-3 2 10 0,6 0 6 0,-3 0-16 15,0-1 7-15,0-1-2 0,1 3-8 16,-1 0 27-16,2-1-12 0,0 1 3 16,2 0-7-16,0-1-1 0,-1 2-5 0,1-4-5 15,0 1-1-15,0 4 0 0,0-4-1 16,0 5 5-16,1-3-8 0,1 0 7 0,0-1-11 15,2 1-8-15,-2-1 2 0,1 0 3 16,-1-1 12-16,6 0 7 0,-2 2-1 16,0-1 1-16,1-1 0 0,0-2-9 15,4 4-6-15,-4-4 1 0,2 1-3 0,3 1 2 16,-3-2 0-16,2-2-3 0,3 3 0 16,-3-1-4-16,2 0 1 0,1-1-1 0,-3 2-7 15,3-4 6-15,-1 1-11 0,1 0 7 16,-1-1-3-16,0 2 0 0,-1-2-4 0,-1-1 6 15,3 0-6-15,1 0 7 16,-2 1-4-16,2-2 0 0,5 1 5 0,-7-3-8 0,4 1 2 16,3 0-1-16,-2 0 0 0,1-4 1 15,2 4 0-15,-4-4 2 0,5 0-2 16,-6 0 2-16,5 1-6 0,-4-1 0 16,2-2-4-16,-1 3 0 0,-1-3 0 0,-2 1 0 15,2 1 0-15,-1 0 0 0,-3-1 0 16,0 0 0-16,0 0 0 0,3 1 0 0,-1-2 0 15,-2 1 0-15,2-2 0 0,0-1 0 16,-3 0 0-16,3 2 0 0,1-1 0 0,-3-3 0 16,1 2 0-16,-3-2 0 0,1 0 0 15,1 1 0-15,-2-3 0 0,1 2 0 0,-3-3 0 16,2 1 0-16,-1 0 0 16,1-2 0-16,-2-3 0 0,2 1 0 0,0-1 0 15,-4-5 0-15,1 2 0 0,4-1 0 16,-5-2 0-16,3-8 0 0,-1 7 0 0,-1 2 0 0,-5-1 0 15,3-1 0-15,-1 1 0 16,-2-2 0-16,-3-2 0 0,0 1 0 0,0-2 0 16,-2-8 0-16,-4 6 0 0,-3-5 0 15,-1 3 0-15,-3 3 0 0,-4-1 0 0,-2 2 0 16,-5 2 0-16,0 5 0 0,0 1 0 16,-5 2 0-16,-2 4 0 0,-1 2 0 15,3 3 0-15,4 3 0 0,-3 3 0 16,-3-2 0-16,3 6 0 0,-8 0 0 0,2 2 0 0,-2 2-414 15,9 0-119-15,-6 3-116 16,8-1-220-16,8 0 61 0,0 2 89 0,5-4-709 16,3 4-879-16</inkml:trace>
  <inkml:trace contextRef="#ctx0" brushRef="#br0" timeOffset="43961.28">21581 14377 3786 0,'0'0'-63'0,"0"0"24"0,2-6 21 0,-2 6 25 0,0 0 31 15,0 0 41-15,0 0 25 0,0-12 8 16,0 12 3-16,0 0-4 0,0 0 5 0,0 0 4 15,0 0 9-15,2-8 12 16,-2 8 2-16,0 0-3 0,0 0-3 0,0 0-5 16,0 0-7-16,0 0 0 0,0 0 0 15,0 0-6-15,0 0-9 0,0 0-8 16,0 0-7-16,-9-6-15 0,9 6-8 0,-10-3-8 16,10 3-10-16,-17-4 0 0,17 4-9 15,-17-2-1-15,7 0-9 0,10 2-3 0,-17-4 1 16,17 4-2-16,-19-1-4 0,7 0-2 15,12 1 2-15,-18-4-8 0,10 2 1 0,-4-2-2 16,1 2-3-16,-1 0 0 0,1 1-6 16,11 1 2-16,-23-4 3 0,10 2-6 15,1-1 0-15,-3 3-2 0,3-3-1 16,12 3 5-16,-27-1-7 0,13 1 2 16,1 0-2-16,13 0 5 0,-29 0-6 0,17 0 5 15,12 0-3-15,-20 0 2 0,10 1 3 16,10-1-3-16,-21 3 2 0,9-2-5 0,12-1 2 15,-20 2 1-15,10 0-2 16,1 0 0-16,9-2 7 0,-22 3-3 0,11-1-7 0,2-2 4 16,9 0-6-16,-19 4 5 0,11 0 2 15,8-4-4-15,-17 5 4 0,9-1 4 16,8-4 7-16,-14 5-23 0,3-1 3 16,4-1-1-16,7-3 2 0,-16 6 1 0,11 0 6 15,-3-4-1-15,3 4-4 0,-5 0 4 0,2-3-4 16,1 2 1-16,0 0 3 15,-2 2-4-15,2-2 1 0,-1 0-1 0,1 1-5 16,2-1 12-16,-6 1-3 0,6-1 1 16,-3 1 14-16,1 1-11 0,1 1-4 0,-2-1 8 15,1 0-6-15,1 0 9 0,0-1-1 16,0 2 3-16,3-2 4 0,-3 1-8 0,2-2 1 16,1 2 1-16,-3 1-2 0,1-3 0 15,4 3 0-15,-3-1 0 0,-2 2 7 0,3-3-6 16,1 1 13-16,2-7-3 0,-6 12 6 15,4-3-2-15,1-2 5 0,-4-2 0 16,3 5 0-16,-2-3 1 0,4 2-1 16,0-2 3-16,0-7-2 0,-1 16 1 15,-1-7-6-15,2-1 4 0,-2 1 2 0,2 0 3 16,0 2 2-16,0-2 0 0,0 0-6 16,0-1 0-16,0 3 0 0,2-1-1 0,-2 2 2 15,2-2 0-15,-1 0-1 0,-1 2 5 16,2-2-3-16,-2 2-36 0,2-1 0 0,2-1 0 15,-1 0 0-15,-2 1 0 0,1-1 0 16,0 1 0-16,2 1 0 0,-2-2 0 0,1 0 0 16,-1 0 0-16,2 2 0 0,-2-2 0 15,1 2 0-15,-1-1 0 0,5 1 0 16,-4-2 0-16,1 0 0 0,0 1 0 16,1-1 0-16,-3 0 0 0,4 2 0 0,-2-3 0 15,4 2 0-15,-3-1 0 0,-1-2 0 16,3 3 0-16,2-1 0 0,-4 0 0 0,3-2 0 15,-1 1 0-15,1 0 0 0,0 0 0 16,-1-1 0-16,1-2 0 0,0 1 0 16,-1 1 0-16,2 0 0 0,1-3 0 0,0 1 0 15,-1 0 0-15,2-1 0 0,1 2 0 16,-1-2 0-16,3-1 0 0,-1-2 0 16,1 2 0-16,3 0 0 0,-2-2 0 15,-2-1 0-15,3 0 0 0,-1 2 0 0,0-3 0 0,0 0 0 16,1 0 0-16,-1 0 0 15,0 0 0-15,-2-3 0 0,7 2 0 0,-5 0 0 16,-2-1 0-16,2-3 0 0,3 1 0 16,-4-1 0-16,4 0 0 0,-1-1 0 0,-2 2 0 15,0-4 0-15,1 2 0 0,-1-2 0 16,2 1 0-16,-4 0 0 0,1-2 0 0,-1 0 0 16,1 1 0-16,-1-2 0 0,1-3 0 15,-1 1 0-15,-2-1 0 0,1 0 0 16,1 0 0-16,-4 1 0 0,3-3 0 0,-3 1 0 15,0-1 0-15,1 1 0 0,3-2 0 16,-2 1 0-16,-2-2 0 0,0 2 0 16,0-1 0-16,1-1 0 0,-2 0 0 0,-1 1 0 15,2 0 0-15,-6 3 0 0,3-3 0 16,-3-1 0-16,-1 2 0 0,2-2 0 16,-2-2 0-16,-4 0 0 0,0-5 0 0,-2-1 0 15,-1-10 0-15,-1 1 0 0,-4 0 0 16,5 2 0-16,-5 3 0 0,0-1 0 0,3 8 0 15,-1 3 0-15,1 5 0 0,-5-3 0 16,-1 3 0-16,2 1 0 0,-5 1 0 0,2 3 0 16,-6 1 0-16,1 2 0 15,0 3 0-15,0 0 0 0,-2 3 0 0,0 4 0 16,-2 2-126-16,0 1-631 0,-7 5-185 16,1 3 70-16,4 4 80 0,5 0-807 0,-2 3-1040 15</inkml:trace>
  <inkml:trace contextRef="#ctx0" brushRef="#br0" timeOffset="49776.31">20753 16428 450 0,'-9'3'221'0,"0"2"-63"0,9-5-17 0,-13 4 3 16,13-4-13-16,-10 5-3 0,10-5-3 16,-7 2-8-16,7-2 6 0,0 0 4 15,0 0 7-15,-11 3 8 0,11-3 18 0,0 0 9 0,0 0 25 16,0 0 12-16,0 0 10 15,-12 2 5-15,12-2 9 0,0 0 1 0,0 0 3 16,0 0 2-16,0 0-4 0,0 0 0 16,0 0-10-16,0 0-4 0,0 0-3 15,0 0-1-15,0 0 1 0,0 0-6 16,34 3-10-16,-17-1-14 0,10 0-20 16,6-2-15-16,12 0-16 0,7 2-14 0,12-4-10 15,7 0-12-15,1-2-2 0,2 3-17 16,1-3-7-16,-3 1-6 0,-2-2-9 0,-10 1-4 0,-11 1-4 15,-2-2-5-15,-8-2-3 16,-1 4-4-16,-9-3 1 0,-4 5-6 0,-8-3-5 16,4 1-5-16,-7 1 1 0,-3-1-3 15,0 1 13-15,-11 2-5 0,17-3-3 16,-8 1-5-16,-9 2-2 0,14-2-1 0,-14 2-3 16,0 0-4-16,15-2-8 15,-15 2-37-15,0 0-45 0,12-1-55 0,-12 1-56 0,0 0-62 16,0 0-69-16,0 0-76 0,0 0-90 15,0 0-134-15,0 0-171 0,0 0 57 16,0 0-633-16,-46 10-824 0</inkml:trace>
  <inkml:trace contextRef="#ctx0" brushRef="#br0" timeOffset="50490.56">20934 16246 3546 0,'13'-6'-123'0,"-4"-1"28"16,1 1 28-16,-2-1 32 0,-3 4 43 0,-5 3 35 0,9-6 34 15,-9 6 18-15,7-5 8 16,-7 5-10-16,0 0-6 0,0 0-3 0,0 0 7 16,0 0 29-16,0 0 9 0,-23 21 18 15,0-4 8-15,-4 5 11 0,-2-2-1 0,-7 6 7 16,-2 1 5-16,0 0-8 0,1-3-4 16,0 0 5-16,4-2-5 0,5-6-5 15,-1-1-14-15,2-1-1 0,9-1-9 0,0-5-9 16,7-2 4-16,1-1-2 0,1 2-2 15,1-3 7-15,3-1 1 0,5-3-7 0,-14 8 10 16,14-8 0-16,-9 5 0 16,9-5-10-16,-8 3-11 0,8-3-10 0,0 0 7 15,0 11-108-15,0-11-6 0,19 16 0 16,-2-3 0-16,10-1 0 0,7 5 0 16,13 1 0-16,3-1 0 0,2-1 0 0,-1 1 0 15,1-3 0-15,-15-2 0 0,2-2 0 16,-3 0 0-16,-3 0 0 0,-8-4 0 0,-9 0 0 15,2-2 0-15,-7-1 0 0,3 1 0 16,-7-2 0-16,-7-2 0 0,18 4 0 16,-13-2 0-16,-5-2 0 0,11 4 0 15,-11-4 0-15,9 3 0 0,-9-3 0 0,9 3 0 0,-9-3 0 16,0 0 0-16,7 2 0 16,-7-2 0-16,0 0 0 0,0 0 0 0,0 0-17 15,0 0-735-15,-21 7-192 0,10-3 38 16,-1 0 100-16,-3 0-815 0,-1 2-1060 15</inkml:trace>
  <inkml:trace contextRef="#ctx0" brushRef="#br0" timeOffset="52173.81">26816 10754 4695 0,'-17'-12'-34'0,"3"0"28"0,2 3 63 0,-1-1 45 16,1 0 41-16,-1 1 37 0,1 1 27 0,1-2 34 16,0 1 19-16,0 2 3 15,4 2-2-15,0 0-12 0,1 1-11 0,6 4-13 16,-12-8-10-16,12 8-17 0,0 0 15 15,0 0 15-15,0 0 10 0,18 25-220 0,14 1-18 16,11 8 0-16,11 1 0 0,18 9 0 16,7 7 0-16,3-5 0 0,-1 0 0 0,-1-2 0 15,-6-2 0-15,-15-11 0 16,-5-4 0-16,-8-4 0 0,-4-1 0 0,-12-7 0 16,-7-3 0-16,-4-3 0 0,-3-5 0 15,-5 4 0-15,1-3 0 0,-3 0 0 0,-4-2 0 16,6 2 0-16,-11-5 0 0,7 2 0 15,-7-2 0-15,0 0 0 0,0 0 0 0,0 0 0 16,0 0 0-16,0 0-41 0,0 0-639 16,-21-24-143-16,8 16-59 0,-8 1 83 0,-1-3-890 15,-8 1-1124-15</inkml:trace>
  <inkml:trace contextRef="#ctx0" brushRef="#br0" timeOffset="52773.12">26670 10603 4427 0,'-12'-2'-130'0,"12"2"49"0,-13-4 44 0,13 4 50 16,0 0 59-16,-12 0 50 15,12 0 39-15,-5-4 29 0,5 4 22 0,0 0 21 16,0 0 12-16,0 0 9 0,-12-3 0 15,12 3 6-15,0 0 5 0,0 0-5 0,0 0-4 16,46 9-14-16,-12-1-24 0,7 2-20 16,9 1-20-16,8 0-18 0,-1 2-15 0,-3-2-71 15,-3 0-74-15,-9-3 0 0,-4-1 0 16,-10-2 0-16,-5-1 0 0,-5-1 0 0,-3 0 0 16,-1 1 0-16,-3-2 0 0,-2-1 0 15,-9-1 0-15,0 0 0 0,12 4 0 0,-12-4 0 16,0 0-68-16,0 0-293 15,0 0-108-15,0 0-120 0,0 0-121 0,-43 0-102 16,31-2 77-16,-10 2-777 0,1-2-959 16</inkml:trace>
  <inkml:trace contextRef="#ctx0" brushRef="#br0" timeOffset="53208.07">26628 10639 4060 0,'1'-13'-96'0,"1"1"38"0,0-1 35 15,0 2 52-15,1 1 49 0,-1 0 28 0,-2 0 34 16,1 1 22-16,-1 1 17 0,2 0 11 15,0 0-4-15,0 3-5 0,0-1-5 16,-2 6-19-16,0 0 5 0,0 0 42 0,0 0 24 16,0 0 11-16,-8 31-3 0,2-10 0 15,-3 8-4-15,1 4-5 0,-1 2 4 16,-1-4-5-16,1 1-20 0,-1 0-2 16,-2-2-111-16,7-6-93 0,-3-5 0 0,5-1 0 15,-1-1 0-15,-1-3 0 0,2-2 0 16,1 1 0-16,-2-1 0 0,2-3 0 0,1-1 0 15,-1-1 0-15,2-2 0 0,0-5 0 16,-4 10 0-16,4-10 0 0,-4 7 0 0,4-7 0 16,0 0 0-16,2 7 0 0,-2-7 0 15,0 0 0-15,2 7-137 0,-2-7-459 0,0 8-105 16,-2-1-170-16,-2 5 59 0,0 3 96 16,-4 4-766-16,1 10-930 0</inkml:trace>
  <inkml:trace contextRef="#ctx0" brushRef="#br0" timeOffset="53773.41">27180 12148 4265 0,'2'-12'85'0,"1"-1"47"0,-3 7 54 0,2 0 45 0,-2 6 40 0,1-9 18 0,-1 9 4 16,0-5-6-16,0 5 28 0,0 0 16 15,0 0-10-15,0 26-2 0,-1-6 0 0,1 6-18 16,-5 10-55-16,3 2-246 0,2 1 0 16,0 1 0-16,-2-1 0 0,0-2 0 15,0-1 0-15,1-7 0 0,-1-3 0 0,-2-3 0 16,0 0 0-16,1-2 0 0,-1-3 0 16,-3-1 0-16,6-3 0 0,-1-1 0 0,-2-3 0 15,2-1 0-15,0-2 0 0,2-2 0 16,0-5 0-16,0 0 0 0,0 0 0 0,0 0 0 15,0 0 0-15,-3-32-725 16,5 12-138-16,-2-3-12 0,0-4 63 0,-2 5-860 16,0-2-1108-16</inkml:trace>
  <inkml:trace contextRef="#ctx0" brushRef="#br0" timeOffset="54209.21">27219 11991 4506 0,'2'-10'-37'0,"0"5"58"15,-2-1 37-15,0 6 36 0,0 0 34 16,0 0 34-16,0 0 28 0,0 0 36 16,-49 27 8-16,29-8 13 0,-8 2 4 0,-1 1 0 15,-8 4 1-15,-1-2-7 0,8-5-7 16,1 1-7-16,2-1-10 0,5-4-11 16,4-3-14-16,5-2-8 0,1-2-109 15,5-4-79-15,2 2 0 0,1-3 0 0,4-3 0 0,0 0 0 16,0 0 0-16,0 0 0 15,0 0 0-15,16-24 0 0,6 2 0 0,3-4 0 16,9-10 0-16,0 4 0 0,2-2 0 16,-2 5 0-16,-5 10 0 0,-1 1 0 0,-6 6 0 15,-6 5 0-15,2 3 0 0,0 2 0 16,-2 4 0-16,2 2 0 0,8 10 0 0,-2 3 0 16,3 4 0-16,2 0 0 15,0 3 0-15,5 3 0 0,-8-6 0 0,3 2 0 16,-2-2 0-16,0-1 0 0,-6-3 0 15,-3-3 0-15,-4-4 0 0,-3-1 0 0,0 1 0 16,0-4 0-16,-4 0 0 0,0-2 0 16,-1-1 0-16,0 1 0 0,-6-4 0 0,10 4 0 15,-10-4 0-15,7 2 0 0,-7-2-77 16,0 0-512-16,-5 9-143 0,-3-2-151 0,-4 2 59 16,-15 7 92-16,-3 1-749 0,-4 1-928 15</inkml:trace>
  <inkml:trace contextRef="#ctx0" brushRef="#br0" timeOffset="55072.3">26760 13597 4010 0,'-18'-3'-2'0,"2"-1"53"16,3 2 33-16,-1 1 32 0,0-1 36 0,1 0 29 15,13 2 29-15,-23-1 12 0,12 1 18 16,11 0 2-16,-20-2 11 0,20 2 5 16,-14-2 11-16,14 2-1 0,0 0 11 15,0 0 1-15,0 0-18 0,45 10-20 16,-4-6-23-16,22 0-20 0,5 0-43 0,0-4-156 16,4 2 0-16,3-2 0 0,-3-2 0 15,2 2 0-15,-3-3 0 0,-8 2 0 0,-14-1 0 16,-7-2 0-16,-8 2 0 0,-9-1 0 15,-3 1 0-15,-4 2 0 0,-2-1 0 0,-5-1 0 16,0 0 0-16,-11 2 0 0,16-2 0 16,-16 2 0-16,0 0 0 0,0 0 0 15,0 0-79-15,0 0-428 0,0 0-130 0,0 0-164 16,-34 7-38-16,20-5 69 0,-5 1-780 16,0 1-994-16</inkml:trace>
  <inkml:trace contextRef="#ctx0" brushRef="#br0" timeOffset="55572.59">26641 13421 4280 0,'8'-11'-40'0,"-5"5"36"0,1 1 43 0,-2-1 29 0,-2 6 33 0,4-6 17 16,-4 6 7-16,0 0-6 0,0 0-1 15,0 0 7-15,-29 12 5 0,2 5 23 16,0 0 14-16,-12 9 18 0,-3-1 8 0,-2 2 2 15,0 1-1-15,3-1 6 0,2-3 0 16,9-5 5-16,6-2-3 0,4-3-2 16,6-2 3-16,7-2 14 0,1-1 15 15,5-1 5-15,2 2-208 0,9 2-29 0,3-1 0 16,16 5 0-16,3-1 0 0,14 1 0 16,4 4 0-16,1-1 0 0,-2-2 0 0,3 0 0 15,-12-5 0-15,-3 0 0 0,-3-2 0 16,-7-1 0-16,-7-2 0 0,-2-4 0 0,-6 2 0 15,1 1 0-15,-4-5 0 0,0 2 0 16,-4-1 0-16,4 0 0 0,-9-2 0 0,0 0 0 16,0 0 0-16,0 0 0 0,0 0-593 15,13-7-172-15,-13 7-129 0,0-7 69 0,0 7-914 16,-4-10-1172-16</inkml:trace>
  <inkml:trace contextRef="#ctx0" brushRef="#br0" timeOffset="57772.56">28939 10411 4552 0,'0'-5'-2'0,"0"5"69"0,-2-10 50 0,2 10 17 15,-4-7-2-15,4 7 30 0,0 0 42 16,0 0 33-16,-32 21 7 0,9-1-10 16,-1 4-1-16,1 3-19 0,-6 8-16 0,4 0-12 15,6-6-18-15,0 0-16 0,6 0-12 16,-2-2-17-16,3 0-12 0,1-8-13 0,3 0-2 15,3-5-22-15,0-2-33 0,0-1-39 16,1-2-41-16,-2 0-38 0,5-1-47 16,-1-4-35-16,2-4-37 0,-8 5-40 0,8-5-45 15,0 0-47-15,0 0-33 0,-8-22-27 16,6 10-13-16,2-7 7 0,-2-2 28 16,2-6 33-16,-2-11 46 0,2-2 54 15,0-1 42-15,0 1 48 0,2 5 57 0,0 8 57 16,-2 6 52-16,0 4 43 0,0 3 32 15,0 3 13-15,0 2 11 0,2 2 36 0,-2 7 34 16,4-3 28-16,-4 3 9 0,0 0-2 16,14 15-2-16,-3-1-6 0,8 10-22 0,2 1-11 15,1 1-25-15,11 8-12 0,-1 0-16 16,1-3-15-16,0 0-6 0,-6-6-14 0,-4-3-12 16,1 0-9-16,-3-1-16 0,-5-4-20 15,-3-5-32-15,-2-2-33 0,-2 0-40 16,1 0-52-16,-3-1-58 0,-3-1-69 0,0-1-72 15,-1 0-74-15,-3-1-103 0,0-6-128 0,2 9-16 16,0-3 55-16,-2-6-415 16,3 9-473-16</inkml:trace>
  <inkml:trace contextRef="#ctx0" brushRef="#br0" timeOffset="58008.47">29244 10713 2984 0,'-6'-10'203'0,"6"10"61"0,-3-7 35 0,3 7 20 16,0 0 29-16,-4-7 25 0,4 7 2 0,0 0-6 16,0 0-16-16,0 0-28 15,5 32-29-15,-5-20-24 0,0 6-33 0,2 0-24 16,-2 2-22-16,-2 1-19 0,2-4-34 16,-1 7-46-16,-5-3-59 0,2-3-52 0,1-3-75 15,-1 2-84-15,-1-1-78 0,2-4-102 16,1-4-107-16,-2-3-115 0,4-1-131 0,0-4-34 15,0 0 69-15,0 0-621 0,0 0-754 16</inkml:trace>
  <inkml:trace contextRef="#ctx0" brushRef="#br0" timeOffset="58188.25">29294 10462 3683 0,'-6'-8'119'0,"3"1"75"0,3 7 46 16,-4-8 21-16,4 8 14 0,-2-6-16 15,2 6-17-15,0 0-21 0,0 0-30 0,13-6-44 16,-13 6-82-16,19 0-96 0,-19 0-107 16,24 5-109-16,-6-4-124 0,-1 5-165 0,2-1-139 15,-2 3 51-15,2 2-490 0,8 4-583 16</inkml:trace>
  <inkml:trace contextRef="#ctx0" brushRef="#br0" timeOffset="58389.71">30119 10568 3101 0,'-44'-8'215'16,"30"6"68"-16,14 2 45 0,-23-3 62 15,10-1 30-15,4 4 20 0,9 0 4 0,-16-6-13 16,16 6-36-16,-7-3-37 0,7 3-36 16,0 0-39-16,0 0-55 0,0 0-77 0,29-6-104 15,-13 6-124-15,4 0-100 0,1 3-104 16,0-3-112-16,3 3-110 0,-2 0-115 0,-3 1-150 15,-2 2 36-15,-4 3 71 0,-3-1-572 16,-3 5-696-16</inkml:trace>
  <inkml:trace contextRef="#ctx0" brushRef="#br0" timeOffset="58571.6">29911 10827 3549 0,'-19'6'132'0,"6"-3"66"0,1 0 50 15,1 1 35-15,1-4 45 0,10 0 37 16,-9 4 9-16,9-4-11 0,0 0-18 15,-9 4-30-15,9-4-32 0,0 0-31 0,0 0-31 16,0 0-71-16,36 0-91 0,-20-2-117 16,13-2-103-16,12-2-116 0,4 0-128 0,7-5-144 15,5-1-153-15,-3-1-61 16,-2-1 70-16,0-1-619 0,-2-1-769 0</inkml:trace>
  <inkml:trace contextRef="#ctx0" brushRef="#br0" timeOffset="58789.23">30664 10507 3537 0,'-15'-5'64'0,"3"0"81"0,5 1 53 16,1 0 44-16,6 4 30 0,-9-6 29 16,9 6-5-16,0 0-20 0,0 0-25 0,0 0-27 15,0 0-29-15,20-10-14 0,-6 8-81 16,5-1-69-16,5-1-73 0,0 2-70 0,1 1-76 15,-3-1-73-15,-1 0-64 16,-2 2-52-16,-2 2-51 0,-3 3-47 0,-5 0-59 16,-3 4-44-16,-6 0-440 0,-4 4-493 0</inkml:trace>
  <inkml:trace contextRef="#ctx0" brushRef="#br0" timeOffset="58941.01">30662 10682 2625 0,'-19'12'-24'0,"2"-2"63"0,3-1 60 0,3-1 63 15,2-4 46-15,1 1 33 0,0 0 31 16,3-1 16-16,5-4 11 0,-10 7 9 0,10-7-39 15,-5 3-12-15,5-3-19 0,0 0-24 16,0 0-26-16,0 0-36 0,22 5-71 16,-22-5-71-16,32-5-90 0,-9 0-105 15,12-4-108-15,1 1-103 0,1-2-127 16,0-3-146-16,-1 1 48 0,4 1-454 0,-3-2-545 16</inkml:trace>
  <inkml:trace contextRef="#ctx0" brushRef="#br0" timeOffset="59343.72">31135 10487 2987 0,'0'0'61'0,"0"0"76"0,0 0 66 0,0 0 43 15,0 0 34-15,0 0 24 16,0 0 22-16,0 0 5 0,0 0 5 0,0 0-11 15,0 0-6-15,0 0-6 0,11 23-13 16,-9-17-11-16,-2-6-10 0,0 15-11 0,0-7-15 16,0 0-19-16,-2 0-10 0,0-1-48 15,2-7-176-15,-2 16 0 0,1-9 0 0,1-7 0 16,-2 9 0-16,2-9 0 0,-2 9 0 16,2-9 0-16,-2 7 0 0,2-7 0 0,0 0 0 15,-2 9 0-15,2-9 0 0,0 0 0 16,0 0 0-16,0 0 0 0,0 0 0 0,0 0 0 15,0 0 0-15,0 0 0 16,0 0-69-16,0 0-135 0,0 0 5 0,17-18 2 16,-17 18-2-16,3-4-13 0,-3 4-19 15,0 0-26-15,2-7-44 0,-2 7-55 0,0 0-61 16,-2-10-71-16,2 10-96 0,0 0-79 16,-1-8 45-16,1 8-469 0,0 0-558 0</inkml:trace>
  <inkml:trace contextRef="#ctx0" brushRef="#br0" timeOffset="59738.18">31270 10459 2895 0,'-4'-10'-34'0,"2"1"32"0,2 1 24 16,-2 1 13-16,4 0 8 0,-2 7 9 15,4-12 1-15,-2 5-3 0,0 2-2 0,1 0-9 16,3-2-5-16,0 2-2 0,0-3 2 16,1 4 13-16,-7 4 15 0,11-8 26 15,-4 6 18-15,-7 2 19 0,9-5 21 16,-9 5 28-16,0 0 40 0,0 0 40 16,0 0 39-16,6 19 34 0,-12-4 20 0,-7 12 7 15,-8 11 8-15,-4 3-4 0,-4 2-9 16,1 2-20-16,-3 3-15 0,3 1-26 0,-1 1-27 15,0 0-169-15,3-1-92 0,2 1 0 16,0-3 0-16,1-6 0 0,7-9 0 0,-2-3 0 16,2-1 0-16,5-8 0 0,6-4 0 15,-3-5 0-15,3-2 0 0,-2-2 0 0,6-2 0 16,-3-2 0-16,4-3 0 0,0 0 0 16,0 0-324-16,0 0-253 0,-2-22-90 0,6 5-93 15,-1-6-39-15,8-15 79 0,2-9-757 16,-1 0-926-16</inkml:trace>
  <inkml:trace contextRef="#ctx0" brushRef="#br0" timeOffset="59912.71">30976 10505 3762 0,'-9'-12'-29'0,"0"4"103"15,3-1 68-15,0 4 53 0,2 2 41 0,4 3 39 16,-7-7 42-16,7 7-3 0,-4-7 4 16,4 7-13-16,0 0-16 0,0 0-14 0,0 0-26 15,0 0-24-15,0 0-22 0,0 0-22 16,15 31-28-16,-7-18-59 0,3 3-75 15,-2 1-96-15,3 1-87 0,5 5-88 0,-5-4-99 16,-1-1-100-16,-4-1-106 0,5 3-165 16,-2-1-8-16,-1 0 71 0,3 0-577 0,-1-1-698 15</inkml:trace>
  <inkml:trace contextRef="#ctx0" brushRef="#br0" timeOffset="60209.08">31455 10871 3400 0,'0'0'99'0,"0"0"76"0,0 0 51 0,0 0 49 16,0 0 49-16,0 0 41 0,0 0 22 16,0 0 2-16,-11 11-8 0,11-11-13 0,0 15-26 15,0-5-19-15,0 2-18 0,1 1-23 16,-1 7-12-16,0-3-16 0,0 3-228 0,0 1-26 16,0 1 0-16,-3 2 0 15,-1-2 0-15,-4 0 0 0,-3 4 0 0,-2 1 0 16,1-6 0-16,1-3 0 0,-3-3 0 15,-7 6 0-15,4-9 0 0,-3 3 0 0,4-5 0 16,-4-3 0-16,4 0 0 0,-2-2 0 16,2-2 0-16,2-1 0 0,1-2 0 0,1-3 0 15,1-2 0-15,3-1 0 0,3-7 0 16,-2-5-39-16,5-5-700 0,6-18-114 0,8-11-26 16,7-8 71-16,7 0-849 0,10-12-1095 15</inkml:trace>
  <inkml:trace contextRef="#ctx0" brushRef="#br0" timeOffset="60371.82">31453 10591 4422 0,'3'-9'-40'0,"-3"5"91"0,0 4 55 0,4-8 50 0,-4 8 39 16,0 0 30-16,0 0 13 15,2-8-7-15,-2 8-26 0,0 0-23 0,0 0-19 16,0 0-13-16,0 0-46 0,0 0-73 16,0 0-84-16,0 0-93 0,0 0-109 0,21 8-118 15,-21-8-128-15,6 10-166 0,-4-2-16 16,-4 1 62-16,-6 3-440 0,-17 5-534 0</inkml:trace>
  <inkml:trace contextRef="#ctx0" brushRef="#br0" timeOffset="67403.46">25648 9914 2723 0,'0'0'-119'16,"0"0"36"-16,-5-4 34 0,5 4 35 0,0 0 33 15,0 0 47-15,0 0 36 0,0 0 37 16,0 0 18-16,0 0 26 0,-12 12 6 0,12-12 13 15,0 0-1-15,-2 5-1 0,2-5-5 16,0 0-5-16,-2 8-6 0,2-8 5 0,0 0-1 16,0 0 2-16,0 0-1 0,0 0 0 15,0 0-1-15,0 0-3 0,0 0-16 0,0 0-16 16,0 0-17-16,0 0-12 16,0 0-16-16,0 0-6 0,27-13-5 0,-24 10-14 15,3-2-10-15,-6 5-8 0,7-7 1 16,-7 7-9-16,3-5-14 0,-3 5 0 0,0 0-12 15,0-7-3-15,0 7 0 0,0 0-3 16,0 0 2-16,0 0-6 0,-34 5-3 0,22 1 1 16,1 2 0-16,-3 0-15 0,3 3-3 15,0 1 9-15,1-1 7 0,2 3 11 16,1 1 16-16,5 1 12 0,2-2 0 0,4 2 10 16,1-1-2-16,6 0-5 0,1 1-7 15,3-3-1-15,3 0-3 0,-2-5-4 0,2 2-3 16,0-4-3-16,-2-1-1 0,0-4-3 15,-1-1-8-15,0-1-1 0,0-3-1 0,1-1-2 16,-3 1-16-16,-1-4-6 16,-1-2 0-16,-4-2 0 0,2-2 0 0,-7 4 0 15,1-2 0-15,-6-1 0 0,1 1 0 16,-3 0 0-16,-4 1 0 0,-2 0 0 0,-3-1 0 16,-3 2 0-16,1 6 0 0,2-4 0 15,-4 4 0-15,2 4 0 0,3 0 0 0,13 0 0 16,-30 4 0-16,17 4 0 0,-1 0 0 15,5-2 0-15,2 5 0 0,-4-1 0 16,8 2 0-16,1-1 0 0,2 1 0 16,2-1 0-16,0 1 0 0,3-4 0 0,0 4 0 0,2-4 0 15,0 1 0-15,3-4 0 16,0 0 0-16,1-2 0 0,0 1 0 0,-11-4 0 16,21-2 0-16,-21 2 0 0,23-7 0 15,-12 2 0-15,2-4 0 0,-2 3 0 0,-2-5 0 16,-4 1 0-16,4 0 0 0,-7-1 0 15,-1 1 0-15,-1 0 0 0,-1 1 0 0,-3 1 0 16,-5 2 0-16,4-1 0 0,-4 4 0 16,-2-1 0-16,11 4 0 0,-25 0 0 0,11 4 0 15,1 2 0-15,1 4 0 0,1-2 0 16,2 3 0-16,3 3 0 0,0-1 0 0,2-1 0 16,4 0 0-16,0 1 0 15,2 0 0-15,1-1 0 0,6 0 0 0,-2-2 0 0,0 0 0 16,4-3 0-16,0-2 0 15,0-2 0-15,3 1 0 0,-3-4 0 0,-11 0 0 16,25-2 0-16,-14-1 0 0,1-1 0 16,-3-2 0-16,0-1 0 0,0-2 0 0,-6-1 0 15,1-2 0-15,-2 0 0 0,-4 1 0 16,-2 2 0-16,1 0 0 0,-6 2 0 0,2-2 0 16,-2 4 0-16,-3 2 0 0,2 1 0 15,-1 2 0-15,11 0 0 0,-25 9 0 0,12-1 0 16,1 1 0-16,3 3 0 0,4-2 0 15,-2 4 0-15,3-4 0 0,4 0 0 0,0 2 0 16,2-1 0-16,2-1 0 16,-2 0 0-16,3-3 0 0,-4 0 0 0,3-2 0 15,2 0 0-15,-5 0 0 0,-1-5 0 16,10 6 0-16,-10-6 0 0,0 0 0 0,10 1 0 16,-10-1 0-16,0 0 0 0,0 0 0 15,0 0 0-15,0 0 0 0,13-9 0 0,-13 9 0 16,0 0 0-16,0 0 0 0,2-5 0 15,-2 5-87-15,0 0-442 0,0 0-79 0,0 0-109 16,0 0-135-16,0 0 74 0,0 0-793 16,-19 14-1014-16</inkml:trace>
  <inkml:trace contextRef="#ctx0" brushRef="#br0" timeOffset="68003.47">25833 10233 4038 0,'0'0'-175'0,"-5"-4"37"0,5 4 41 0,-8-5 40 0,8 5 48 0,-6-5 37 16,6 5 29-16,-6-9 22 0,6 9 16 16,-4-8 4-16,3 3 5 0,1 5 8 0,0-11-4 15,-2 6 4-15,4-5-2 0,-2 3-4 16,0 7-6-16,1-17-2 0,1 7-4 0,4 0-9 15,-3-2-5-15,2 1-6 0,3-3-5 16,-1 1-2-16,0-3-5 0,7-1-3 0,6-3-7 16,5-1 2-16,4 3-7 15,3-2 6-15,11 0 2 0,6 2 3 0,6 1 0 16,4 5 5-16,2 2-5 0,4 3-6 16,0 4-7-16,-3 3 0 0,1 3-4 0,-2 2-5 15,0 4-3-15,-2 2-5 0,-9 2 5 16,-10-3 5-16,-3 0 9 0,-11-4-1 0,-5 0-2 15,-1 3-5-15,-6-1-5 0,0-6 4 16,-3 2-4-16,-2 2-1 0,2-4-7 16,-4 3 1-16,0-3 0 0,1 2-7 15,-2 0-4-15,0 0 2 0,-1 0-2 0,-5-4-2 16,10 6-4-16,-9-3-17 0,-1-3-26 0,9 4-35 16,-9-4-54-16,3 6-67 15,-3-6-105-15,0 0-106 0,0 0-128 0,-17 7-191 16,17-7 46-16,-20-3 64 0,6 3-431 15,1-2-512-15</inkml:trace>
  <inkml:trace contextRef="#ctx0" brushRef="#br0" timeOffset="68304.32">26912 9850 2949 0,'6'-6'22'0,"-1"1"33"0,1 1 17 0,1 2 33 0,-7 2 35 0,18 0 20 15,-7 2 19-15,1 3-6 0,3 2-8 16,-2 5-5-16,4 0-11 0,2 9-13 16,-4 1-4-16,1 3 3 0,-7-4-11 0,-1 1-7 15,-5-3-3-15,2 0-2 0,-5 1-4 16,-2-4 2-16,-4 5 5 0,0-2-6 16,-3 0-14-16,-2-4-7 0,-1 2-9 0,-1-3-5 15,-3 0-10-15,-1-1-5 0,4-3-8 16,-2 2-2-16,1-6-1 0,3 2-11 0,-1-3-2 15,3-1-5-15,-3 2-23 0,2-6-34 16,3 2-56-16,7-2-72 0,-15 0-87 16,15 0-88-16,0 0-85 0,-16-2-109 15,16 2-153-15,0 0 40 0,2-8-474 0,-2 8-581 16</inkml:trace>
  <inkml:trace contextRef="#ctx0" brushRef="#br0" timeOffset="68587.37">27440 10229 3152 0,'0'0'40'0,"-10"-5"26"0,10 5 46 15,-6-3 43-15,6 3 44 0,-6-5 27 0,6 5 19 16,0 0 9-16,0 0-8 0,0 0-19 15,0 0-4-15,0 0-21 0,0 0-37 0,31-4-5 16,-15 4-17-16,0 0-15 0,5 0-28 16,1 0-42-16,-2 2-47 0,-1-2-58 0,-3 0-70 15,-1 0-83-15,-2 0-85 0,-3 0-79 16,-10 0-85-16,17-4-138 0,-9 4-50 16,-8 0 45-16,5-4-372 0,-5 4-442 0</inkml:trace>
  <inkml:trace contextRef="#ctx0" brushRef="#br0" timeOffset="68889.5">27607 10003 2787 0,'-2'-10'48'0,"4"2"56"15,-4 1 60-15,2 7 51 0,0-13 33 16,0 13 10-16,-2-9-3 0,2 9-19 16,0 0-23-16,0 0 4 0,0 0 38 0,0 0 26 15,0 0 0-15,-7 35-16 0,7-15 2 16,-2 5-11-16,0 2-18 0,2 0-14 0,0 13-7 15,0-2-10-15,0-8-14 16,0-2-17-16,0-3-15 0,0 4-10 0,-2-6-14 16,2 0-10-16,-2-5-117 0,2 1-10 15,0-1 0-15,0-5 0 0,0-1 0 0,0 0 0 16,0-3 0-16,0-1 0 0,0-1 0 16,0 0 0-16,0-7 0 0,0 10 0 0,0-10 0 15,0 8 0-15,0-8 0 0,0 0 0 16,0 0 0-16,0 0-222 0,0 0-305 0,0 0-140 15,0 0-197-15,0 0 29 16,0 0 82-16,0 0-717 0,0 0-919 0</inkml:trace>
  <inkml:trace contextRef="#ctx0" brushRef="#br0" timeOffset="69454.1">27963 10086 4231 0,'-1'-5'-52'0,"1"5"61"0,-4-12 53 0,2 10 27 0,2 2 30 0,2-10 15 0,0 4-7 16,1-1-9-16,1 1-7 0,3 0-12 0,-4 0-12 15,5 4-7-15,-3-4-5 0,1 3-9 16,-6 3-6-16,12-1 8 0,-12 1 4 0,0 0 16 16,0 0 14-16,13 17 14 0,-11-8 2 15,-1 4 23-15,-1 1 15 0,-1 3 9 0,1 2-3 16,0 1 1-16,0 6-5 0,0-2-7 16,1 0-14-16,-1 1-10 0,4 0-12 15,0 0-12-15,-1 0-12 0,-2-3-9 0,5-5-6 16,-4 0-9-16,1-1-8 0,-3-3-4 15,2-1-6-15,0-2-6 0,0-1-3 0,-2-1-4 16,0-1 0-16,2 0-36 0,-2-7 0 16,-2 11 0-16,-2-6 0 0,2 0 0 15,-3 0 0-15,5-5 0 0,-10 7 0 16,6-4 0-16,4-3 0 0,-5 5 0 0,5-5 0 16,-4 5 0-16,4-5 0 0,0 0 0 15,0 0 0-15,0 0 0 0,5 12 0 0,-5-12 0 16,20 4 0-16,-7-3 0 0,2 1 0 15,-2 0 0-15,3-2 0 0,1 2 0 0,-2-2 0 16,0 0 0-16,-1-2 0 0,-3 2 0 16,0-2 0-16,-11 2 0 0,18-2 0 15,-18 2 0-15,13 0 0 0,-13 0-296 16,0 0-424-16,4-3-175 0,-4 3 26 0,0 0 85 16,0 0-790-16,0 0-1015 0</inkml:trace>
  <inkml:trace contextRef="#ctx0" brushRef="#br0" timeOffset="78284.8">29168 11904 727 0,'0'0'342'0,"0"0"-65"0,0 0-46 16,0 0-19-16,0 0-14 0,0 0 3 0,0 0 10 16,0 0-7-16,0 0-11 15,0 0 15-15,0 0-5 0,0 0-4 0,0 0-9 16,0 0-13-16,0 0-13 0,0 0-13 15,0 0-11-15,0 0-14 0,0 0-7 0,0 0-4 16,0 0-1-16,0 0-8 0,0 0-3 16,0 0-8-16,0 0 2 0,0 0 0 0,0 0 0 15,0 0-6-15,0 0 3 0,0 0-2 16,0 0 0-16,0 0-6 0,0 0 1 0,0 0-13 16,0 0-5-16,0 0-2 0,0 0-5 15,0 0-5-15,0 0 3 0,0 0-14 16,0 0 0-16,0 0-7 0,0 0-5 0,0 0 0 15,0 0-6-15,0 0 4 0,0 0-7 16,-27 1-5-16,20 4 2 0,0 0-3 16,-2 1-6-16,4 0 0 0,-3 2 28 15,5-2 5-15,-1 0 1 0,-1 1-6 0,5-7 23 16,-2 12 23-16,2-12 3 0,4 13 4 16,1-11-3-16,-5-2-4 0,11 10-8 0,-6-8-6 15,-5-2-6-15,16 0-7 0,-16 0-4 16,0 0-4-16,24-2-5 0,-24 2-1 0,16-6-3 15,-11 1-11-15,1 1 4 0,0-4-9 16,-2 4 0-16,-2-4 2 0,0 2-6 0,-2 6 1 16,0-11-8-16,0 11 2 15,-4-10-1-15,-1 4-2 0,-2 1-5 0,0 2 6 16,-1 1-8-16,8 2 2 0,-17-2-5 16,6 2-1-16,11 0 0 0,-22 2 2 0,13 3 1 15,0 0-3-15,-1 2 3 0,2 2-4 16,5-1-3-16,-3 1 6 0,2 1 1 0,4 3 1 15,2-5-4-15,0 4 4 0,2-3-8 16,1 1 0-16,1-2 0 0,1 0 0 0,3-3 0 16,0-2 0-16,-1 1 0 0,-9-4 0 15,17 1 0-15,-17-1 0 0,22-5 0 16,-13 0 0-16,-2 0 0 0,4-2 0 16,-4 0 0-16,-2 0 0 0,1 1 0 0,-2-2 0 15,-1 4 0-15,-3-4 0 0,0 8 0 16,5-9 0-16,-5 9 0 0,-5-10 0 15,5 10 0-15,-5-4 0 0,5 4 0 0,0 0 0 16,0 0 0-16,0 0 0 0,-31 8 0 16,26-2 0-16,5-6 0 0,-8 11 0 0,5-5 0 15,-2 0 0-15,5-6 0 0,-4 11 0 16,4-11 0-16,0 9 0 0,0-9 0 0,0 0 0 16,4 11 0-16,-4-11 0 0,0 0 0 15,8 4 0-15,-8-4 0 0,0 0 0 0,0 0 0 16,0 0 0-16,13 0 0 15,-13 0-168-15,0 0-203 0,0 0-124 0,0 0-129 16,0 0-130-16,0 0-69 0,0 0 75 16,-21 10-683-16,12-6-882 0</inkml:trace>
  <inkml:trace contextRef="#ctx0" brushRef="#br0" timeOffset="79937.21">30296 12115 3652 0,'6'-10'-169'0,"-3"-1"47"16,1 5 41-16,1-4 32 0,-3 3 44 0,-1 0 32 16,3-2 25-16,-2 2 25 0,0 1 32 15,-2 6 18-15,2-12-7 0,-2 12-6 16,1-8-10-16,-1 8-11 0,0 0-4 16,0 0 24-16,0 0 2 0,-26 20 33 0,5 1 7 15,-4 4-10-15,-5 8 41 0,-1 3-24 16,-1-2-9-16,3 2 18 0,5 1-16 15,0-8-12-15,6 0-14 0,0 0-15 0,1-2 2 16,2-1-20-16,1-6-16 0,5-3-4 16,2-5-4-16,-1 0-7 0,5-1-10 0,-4-2-6 15,1-3-6-15,5 1-1 0,1-7-4 16,-6 8-3-16,6-8-58 0,-5 0-54 0,5 0-58 16,0 0-51-16,-7-15-64 0,5 3-56 15,0 0-36-15,2-7-31 0,0 0-15 16,4-5-11-16,-1-1 22 0,-1-1 37 0,-2 0 33 15,2 1 50-15,-2 1 50 16,0 1 58-16,-2 2 64 0,4 2 52 0,-2 3 50 16,0 0 52-16,-2 3 47 0,4 4 43 15,-4-3 20-15,2 2 10 0,0 3 9 0,2 0 7 16,-2 7 7-16,12-4 5 0,-12 4 0 16,29 7-9-16,-8 2-9 0,10 4-14 0,-1 7-23 15,10 1-13-15,-2 2-13 0,3 1-15 16,-15-3-9-16,2 1-13 0,-1-1-7 0,-2-2-11 15,-2 1-7-15,0-1-13 16,-10-2-8-16,-2-3-17 0,-3-2-73 0,0 1-67 16,-5-1-81-16,-3 0-101 0,2 2-91 15,-4-4-110-15,1 1-153 0,-3-1-14 16,2-4 60-16,2-6-339 0,-2 6-412 0</inkml:trace>
  <inkml:trace contextRef="#ctx0" brushRef="#br0" timeOffset="80152.92">30498 12325 2601 0,'6'-15'29'0,"0"4"55"0,-3 3 50 0,1 2 32 16,-2 1 6-16,-2 5-5 0,0 0-5 0,6-4 18 16,-6 4-3-16,0 0 0 0,11 17-14 15,-5-5-18-15,-1 8-13 0,4 1-8 0,-6 1-12 16,7 8-12-16,-7-2-9 16,1-4-9-16,-2 1-6 0,0-2-7 0,-2-3-11 15,-2 5-6-15,0-6-5 0,-2 3-7 16,1-5-35-16,-1 0-65 0,-2-3-77 0,3 0-79 15,-2-5-85-15,1-1-109 0,1-2-150 16,-1 0-52-16,4-6 48 0,0 0-281 0,0 0-331 16</inkml:trace>
  <inkml:trace contextRef="#ctx0" brushRef="#br0" timeOffset="80352.39">30529 12196 2492 0,'-10'-14'50'0,"2"1"44"15,3 1 53-15,-3 3 21 0,7-1 7 16,-3-2 1-16,1 3-12 0,1 1-13 16,2-1-12-16,0 9-15 0,0-14-10 15,0 14-13-15,5-11-11 0,-1 5-11 0,-4 6-20 16,7-5-34-16,-7 5-66 0,0 0-78 16,0 0-79-16,13 0-104 0,-13 0-136 0,0 0-134 15,4 11 48-15,-4-11-209 0,-2 11-224 16</inkml:trace>
  <inkml:trace contextRef="#ctx0" brushRef="#br0" timeOffset="80651.17">30753 12311 2181 0,'0'0'103'16,"-7"-3"35"-16,7 3 39 0,0 0 32 0,0 0 23 15,0 0 12-15,11-11 1 0,1 10-7 16,5-2-26-16,8-3-17 0,0 4-18 0,13-3-20 16,-1 1-15-16,2 0-14 15,-1 0-14-15,-7 0-11 0,-5 2-14 0,-3-2-23 16,-2 2-49-16,-2 0-61 0,-2-1-79 15,-3-1-96-15,-3 4-95 0,-4 0-95 0,-7 0-123 16,0 0-78-16,0 0 55 0,0 0-248 16,0 0-291-16</inkml:trace>
  <inkml:trace contextRef="#ctx0" brushRef="#br0" timeOffset="80867.55">30883 12426 2427 0,'-8'3'82'0,"8"-3"29"0,-9 5 44 0,9-5 56 15,0 0 37-15,0 0 25 16,0 0 8-16,0 0-12 0,0 0-27 0,29 7-20 16,-13-8-22-16,6 1-19 0,-1 0-19 15,1 0-12-15,1 0-20 0,-2 0-31 0,-1-2-55 16,-2 2-72-16,-2 0-82 0,-5-2-80 16,0 4-86-16,-11-2-69 0,14 0-104 15,-14 0-204-15,0 0 55 0,4 3 64 0,-4-3-250 16,0 0-272-16</inkml:trace>
  <inkml:trace contextRef="#ctx0" brushRef="#br0" timeOffset="81184.74">31005 12122 2113 0,'2'-18'40'0,"-1"0"53"16,4 5 64-16,1-1 28 0,-3 3 33 0,5 0 33 15,2 0 14-15,-3 4 3 0,1 0-15 16,1 6-10-16,-9 1-9 0,0 0-10 0,28 14-10 16,-15 3-8-16,-2 10-1 0,-6 6 4 15,-1 3-1-15,-6 2-27 0,-4 4-14 0,1 10 2 16,-4 0-29-16,-2 1-12 16,0-4-6-16,4-8-14 0,-3-2-16 0,2-4-3 0,1 2-5 15,2-8-17-15,-2-4-6 0,3-4-1 16,1-4-5-16,1-3-7 0,0-3 0 15,2 0-15-15,-2-3-2 0,2 1-36 16,0-2-55-16,0-7-70 0,4 10-97 0,-2-8-126 16,-2-2-124-16,0 0-148 0,23-6-155 15,-10 0 63-15,2-5-608 0,10-6-781 0</inkml:trace>
  <inkml:trace contextRef="#ctx0" brushRef="#br0" timeOffset="81468.41">31727 12375 3423 0,'2'-20'-76'0,"-2"5"64"0,0 3 64 0,0 2 45 15,0 2 52-15,0 1 28 0,0 7 5 16,-2-12-13-16,2 12-8 0,0 0 4 0,0 0 39 16,0 0 4-16,0 0-16 0,-9 26 14 15,3-6-9-15,-4 9-8 0,-1 3-9 16,0 3-14-16,-1-3-13 0,-3 1-15 0,1-1-12 15,0 0-13-15,-2-1-11 0,-1-2-5 16,2-2-13-16,-2-1-18 0,-1-3-5 16,6-4-7-16,-1-3-16 0,6-3-94 15,-2-2-68-15,0-3-68 0,2-2-81 0,0-2-59 16,1 0-67-16,6-4-69 0,0 0-80 16,0 0-110-16,-19-17 10 0,15 1-496 0,4-2-611 15</inkml:trace>
  <inkml:trace contextRef="#ctx0" brushRef="#br0" timeOffset="81637.31">31447 12414 2937 0,'-3'-19'-55'0,"-3"2"42"0,0 5 50 16,-2 3 36-16,3 0 42 0,-3 3 33 16,3 4 34-16,5 2 34 0,0 0 27 0,0 0 19 15,0 0 34-15,-18 14 17 0,18-5-15 16,6 6-17-16,1 4-27 0,9 6-23 0,1 3-22 16,4-1-21-16,0 1-22 15,4-3-19-15,-5 1-45 0,0-3-95 0,-3-1-94 0,-4-3-98 16,-6-5-108-16,2 3-120 15,-7 0-168-15,-4 0-167 0,-8 3 64 0,2-1-556 16,1 0-702-16</inkml:trace>
  <inkml:trace contextRef="#ctx0" brushRef="#br0" timeOffset="81852.58">31914 12763 3685 0,'3'-8'111'0,"0"1"68"0,-3 7 68 0,4-8 54 15,-4 8 42-15,0-9 12 0,0 9-4 16,0 0-28-16,2-7-31 0,-2 7-31 0,0 0-26 16,4-7-22-16,-4 7-26 0,0 0-18 15,0 0-29-15,0 0-76 0,0 0-98 0,0 0-94 16,0 0-107-16,0 0-118 0,-14 21-137 16,-5-13-204-16,-8 6-108 0,-3 1 79 0,-4-1-636 15,-2 1-815-15</inkml:trace>
  <inkml:trace contextRef="#ctx0" brushRef="#br0" timeOffset="85750.3">28272 12564 3394 0,'0'0'-203'0,"0"0"43"0,0 0 45 16,0 0 53-16,0 0 42 15,0 0 36-15,-13 0 31 0,13 0 22 0,0 0 21 16,0 0 18-16,0 0 11 0,0 0 14 16,0 0 4-16,0 0 11 0,0 0 3 0,0 0 1 15,0 0-3-15,0 0-10 0,0 0-7 16,0 10-8-16,0-10-9 0,0 0-12 0,0 0-6 15,0 0-11-15,0 0-7 0,0 0-4 16,0 0-8-16,0 0-5 0,0 0-7 16,0 0-4-16,0 0-3 0,0 0 9 0,0 0 2 15,0 0 5-15,0 0 1 16,0 0-1-16,0 0-7 0,0 0-1 0,0 0-3 0,0 0 0 16,0 0-6-16,0 0-2 15,0 0-2-15,0 0-10 0,0 0 1 0,-18 2-2 16,18-2-4-16,0 0 1 0,-12 3 6 15,12-3 8-15,-10 7 4 0,4-2 4 0,0 0 7 16,6-5 2-16,-5 9 14 0,3-3 3 16,2-6-19-16,-2 9 11 0,2-9 12 0,0 8-3 15,0-8 7-15,6 6 3 0,-6-6-3 16,7 6-1-16,-7-6-3 0,12 2-8 16,-12-2-7-16,0 0-10 0,20-3-1 0,-20 3-7 15,16-7-3-15,-9 1-4 0,-1 0-4 16,0-3 1-16,0 3-6 0,-2 0 4 15,-2-2-4-15,-2 8-1 0,5-12-3 16,-5 7-1-16,0 5-3 0,0 0 0 0,-5-14-8 16,5 14 1-16,-12-6-2 0,12 6-1 15,-13 0-2-15,13 0 1 0,0 0-3 0,-29 8 0 16,20-2-4-16,1 2 2 0,-4 0 2 16,5 1-4-16,1 1-4 0,1 0-2 0,0-1 0 15,3 3 0-15,1-4 0 0,1 1 0 16,1-1 0-16,-1 1 0 0,5-2 0 0,-1 0 0 15,-4-7 0-15,11 8 0 0,-8-6 0 16,-3-2 0-16,16 1 0 0,-16-1 0 16,0 0 0-16,22-5 0 0,-11 0 0 15,-4 0 0-15,-2-2 0 0,3 0 0 0,-2 0 0 16,-2-1 0-16,0 1 0 0,-2-1 0 16,-1 0 0-16,-1 8 0 0,-1-11 0 15,1 11 0-15,-6-10 0 0,6 10 0 0,-12-4 0 16,12 4 0-16,-17 2 0 0,17-2 0 15,-14 6 0-15,5 0 0 0,2 1 0 0,1-1 0 16,0 0 0-16,2 2 0 0,2 1 0 16,2-9 0-16,2 12 0 0,2-7 0 0,2 0 0 15,-6-5 0-15,17 9 0 0,-5-8 0 16,-1-1 0-16,-11 0 0 0,27-1 0 0,-16-3 0 16,3 1 0-16,-3-1 0 15,0-1 0-15,-3 2 0 0,2-3 0 0,-5 2 0 16,-5 4 0-16,9-9 0 0,-7 5 0 15,-2 4 0-15,0 0 0 0,0 0 0 0,-4-12 0 16,4 12 0-16,0 0 0 0,0 0 0 16,-14-2 0-16,14 2 0 0,0 0 0 15,0 0 0-15,0 0 0 0,0 0 0 0,-27 8 0 16,27-8 0-16,-7 3 0 0,7-3 0 16,-11 7 0-16,8-4 0 0,-1 3-57 0,-2-2-375 15,3 2-101-15,-5 0-94 0,2 1-141 16,-2 2-53-16,5-1 83 0,-5-1-696 0,5 4-883 15</inkml:trace>
  <inkml:trace contextRef="#ctx0" brushRef="#br0" timeOffset="88333.9">29080 12640 3788 0,'0'0'-108'0,"0"0"33"0,11 7 31 16,-11-7 40-16,0 0 41 0,0 0 41 16,0 0 19-16,0 0 20 0,0 0 11 0,0 0 6 15,0 0 7-15,0 0 9 0,0 0 6 16,0 0 6-16,0 0-5 0,0 0-7 0,0 0-10 15,0 0-9-15,0 0-7 0,0 0-1 16,0 0-6-16,0 0-4 0,0 0-5 0,0 0-9 16,0 0-8-16,0 0-7 15,0 0-6-15,0 0-3 0,0 0-8 0,0 0-12 16,0 0 0-16,0 0-8 0,0 0-5 16,0 0-6-16,0 0-4 0,0 0-1 0,0 0-3 15,0 0-7-15,0 0 3 0,0 0-8 16,0 0 0-16,0 0-5 0,0 0-1 15,0 0-4-15,0 0 1 0,0 0-2 0,0 0-1 16,0 0 0-16,0 0 3 0,0 0-1 16,0 0-3-16,0 0 1 0,-37 0-1 0,37 0-1 15,-11 2 3-15,11-2-6 16,0 0 3-16,-16 4 5 0,16-4-5 0,-9 1 0 0,9-1 1 16,0 0-2-16,-12 3 9 15,12-3-4-15,0 0 1 0,-15 0-1 0,15 0-2 0,0 0 0 16,-18 0 2-16,18 0 0 15,0 0-1-15,0 0 4 0,-18-2-7 0,18 2-1 16,0 0-1-16,-14 0 2 0,14 0 0 16,0 0-3-16,0 0 1 0,0 0 5 15,-15-1-6-15,15 1 3 0,0 0-1 0,0 0 7 16,0 0 18-16,0 0 7 0,0 0 6 16,0 0 12-16,0 0 20 0,0 0 1 0,0 0-11 15,0 0-6-15,0 0-6 16,0 0-6-16,43-8 1 0,-21 6-10 0,5 0-1 0,-1 0-2 15,1 1-4-15,2-1-3 16,-5-1-1-16,-3 3 0 0,-2 0-8 0,-2-2 2 0,-3 0-1 16,-14 2-1-16,20-2-4 0,-10 0 4 15,-10 2-2-15,19-1-1 0,-19 1-3 16,14-3 0-16,-14 3 2 0,11-2 0 16,-11 2-1-16,14-2-3 0,-14 2-4 15,0 0 0-15,0 0-2 0,13 0-7 0,-13 0 6 16,0 0-4-16,0 0-1 0,5 10 7 15,-5-4 1-15,0 4-4 0,-4 0 1 0,4 4 1 16,-1-2-1-16,-1 5 2 16,0 0 0-16,0 0-19 0,0 0 9 0,0 0-2 15,1-1 2-15,-1 1 2 0,2-5 1 16,-2 0 1-16,0 0 4 0,2-3 3 0,-3-1 4 16,1-1 4-16,0-1 11 0,2-6 4 15,0 12 3-15,0-12 9 0,-1 12 3 0,1-12 3 16,0 0 3-16,-4 5-9 0,4-5-4 15,0 0-30-15,-13 4-4 0,13-4 0 0,-19 0 0 16,4-1 0-16,-3 1 0 0,-3 0 0 16,-6 1 0-16,1-1 0 0,-4 2 0 15,1 0 0-15,1 0 0 0,-1 0 0 0,0-2 0 16,4 4 0-16,6-4 0 0,1 4 0 16,2-4 0-16,1 0 0 0,3 2 0 15,12-2 0-15,-18 2 0 0,18-2 0 16,-18 0 0-16,18 0 0 0,-11 1 0 0,11-1 0 15,0 0 0-15,-16 2 0 0,16-2 0 16,0 0 0-16,0 0 0 0,-15 2 0 0,15-2 0 16,0 0 0-16,0 0 0 0,0 0 0 15,0 0 0-15,0 0 0 0,-10-7 0 0,10 7 0 16,0 0 0-16,7-14 0 16,-7 14 0-16,7-15 0 0,-3 5 0 0,3-4 0 0,2-1 0 15,-2-2 0-15,0 1 0 0,3-2 0 16,-4 5 0-16,0-1 0 0,-1 0 0 0,1 5 0 15,-5-1 0-15,5 2 0 16,-4 2 0-16,0 0 0 0,1-1 0 0,-3 7 0 16,0 0 0-16,3-11 0 0,-3 11 0 15,0 0 0-15,0 0-104 0,0 0-290 0,0 0-102 16,0 0-98-16,-14 24-154 0,11-15-75 16,-3 0 77-16,-3 1-712 0,-1 2-906 15</inkml:trace>
  <inkml:trace contextRef="#ctx0" brushRef="#br0" timeOffset="93598.51">28423 13739 3584 0,'-12'-3'-228'0,"5"1"47"15,7 2 30-15,-12-4 41 0,12 4 33 16,-7-2 31-16,7 2 23 0,-8-2 19 0,8 2 15 16,0 0 2-16,0 0 0 0,0 0-1 15,22-10 2-15,-4 8 1 0,9-2 17 16,14 0-2-16,4-1-1 0,-2-1-5 16,3 0 0-16,0 1-2 0,-6-2-3 0,2 5-2 15,-8-3 0-15,-5-1-3 0,-6 4 13 16,-7 0 9-16,-2 0 0 0,-3 2 0 15,1-3-3-15,-2 2 3 0,-10 1-1 0,12-2-1 16,-12 2-5-16,13-2-3 0,-13 2-2 16,0 0 1-16,0 0-12 0,12 4 2 0,-12-4-3 15,0 10 2-15,0-2 0 0,0 3-2 16,-1 1 3-16,-1 1-1 0,0 3 0 0,0 1 25 16,2 1 0-16,-2-1 2 0,0 3-9 15,2-3 20-15,2-1 7 0,0 1 0 16,-2-4-9-16,2 1 0 0,-2-2-4 0,0-1-3 15,0-3 30-15,0 0 5 16,0-1 10-16,0-7 3 0,0 14 8 0,2-8 2 0,-2-6 3 16,0 7-6-16,0-7-7 15,-4 8-6-15,4-8-10 0,-7 6-8 0,7-6-7 16,-16 4-6-16,3 0-9 0,-6-1-2 16,-4 1-3-16,-1 2-3 0,-13 0-7 0,1 0-2 15,-4 2-1-15,2-1-7 0,1-1 2 16,-1 1-4-16,4 0 1 0,5-1-3 0,6-2 23 15,3 3 0-15,2-5 0 0,1 2-1 16,4-2 16-16,2 2 6 0,1-2 5 16,10-2 8-16,-17 3-6 0,17-3 8 15,-14 5-3-15,14-5 3 0,-13 2-17 16,13-2 3-16,-9 3 14 0,9-3 4 0,0 0 2 16,0 0-10-16,0 0-8 0,-23-3 2 15,23 3-5-15,-9-10-3 0,4 2-4 0,-1 0-3 16,3-2-3-16,1-2-7 0,0-2-6 15,0-4-3-15,0 1-5 0,2-3 0 0,2 1-4 16,0 0-5-16,0-3 1 0,0 5-5 16,1 0-4-16,-3 1-9 0,4 4-10 0,-2 0-49 15,0 2-47-15,1 2-54 0,-2 1-69 16,-1 0-82-16,4 1-70 0,2 2-84 16,-6 4-98-16,9-4-173 0,-9 4 50 15,12-1-550-15,-12 1-699 0</inkml:trace>
  <inkml:trace contextRef="#ctx0" brushRef="#br0" timeOffset="96365.78">4964 6096 2610 0,'-3'-19'165'0,"3"1"-54"0,0 3-6 0,-1 1-13 16,-1 1 27-16,0-1 5 0,2 2 20 16,0 1 3-16,-2 3-23 0,0 2-13 15,0 0-19-15,2 6-1 0,0 0-13 0,0 0 0 16,-7 28 41-16,-2 20-1 0,-3 15 16 16,3 12 23-16,-4 33 21 0,6 5-4 15,-2 7-19-15,2 5-9 0,-2 6-16 16,2 2 25-16,1 0 40 0,-1-3 10 0,3-8-23 0,0-11-10 15,0-8-15-15,4-23 27 16,0-7-8-16,0-9-18 0,0-2-15 0,0-15-14 16,-2-6-13-16,0-9-13 0,0-9-10 15,2-3-11-15,-2-4-8 0,2-3-8 0,-3-4-17 16,-3-3-70-16,-1-5-87 0,7-1-78 16,-18-10-82-16,4-4-103 0,-6-12-114 0,-1-11-144 15,0-10-183-15,0-2 62 0,0-6 91 16,3-7-583-16,7-1-704 0</inkml:trace>
  <inkml:trace contextRef="#ctx0" brushRef="#br0" timeOffset="97047.82">4789 5920 3379 0,'-20'-6'-86'16,"4"2"17"-16,2 1 12 0,5 1 9 16,1 0 11-16,8 2 10 0,-10-3 16 15,10 3 18-15,0 0 25 0,0 0 6 0,55-9 1 16,10 4-1-16,19-3-7 16,46-6 0-16,16-1-3 0,18 1-5 0,56-3-1 15,2 1-1-15,-46 6-5 0,54-3-2 16,-49 7-2-16,4 3 2 0,-8 0-4 0,-9 7 3 15,-13 2-6-15,-14 3 1 0,-19 9 4 16,-18-1-5-16,-16 11 4 0,-29-3-5 0,-13 9 2 16,-9 9 4-16,-17 7 0 0,-10 8 24 15,-10 8 7-15,-10 29 35 0,-9 6 42 16,-2 3 50-16,-2 3 29 0,2 1 5 0,2 1-6 16,2-1 31-16,4-3 7 15,5-3-1-15,4-21-8 0,2-1-21 0,4-1 10 16,1-6-14-16,0-6-16 0,3-8-19 15,-3-16-18-15,3-4-17 0,-4-10-11 0,2-6-10 0,-3-6-12 16,1-1-4-16,-2-3-8 16,3-3 13-16,-3 0 4 0,0-2-11 0,0-8-8 15,-3 9-6-15,3-9-11 0,-5 8-8 16,5-8-7-16,-19 4-11 0,4 0-6 0,-12 0-2 16,-15 1-3-16,-21 3-2 0,-10 0-3 15,-10 0-6-15,-28 4-4 0,-9 2-1 0,-9-2 0 16,-11-2-4-16,-8 2 1 0,-7 0-12 15,7 0 0-15,5-2 0 0,8-1 0 0,9-2 0 16,10-4 0-16,26 0 0 0,12 1 0 16,5-1 0-16,12 1 0 0,18-3 0 15,9 1 0-15,9-2 0 0,5 3 0 16,4-3 0-16,0 1 0 0,5-1 0 16,-1 0 0-16,12 0 0 0,-17 0 0 0,17 0 0 15,-12-1 0-15,12 1 0 0,0 0 0 16,-16 1-8-16,16-1-55 0,-8-1-32 0,8 1-34 15,0 0-46-15,-14-3-59 0,14 3-76 16,0 0-118-16,-7-9-149 0,5 2-188 0,4 1-6 16,0-6 74-16,3-5-643 0,4-16-795 15</inkml:trace>
  <inkml:trace contextRef="#ctx0" brushRef="#br0" timeOffset="97563.98">6164 5914 3780 0,'-5'-11'-107'0,"3"1"35"15,-2 5 26-15,2 0 11 0,2 5 4 0,-3-7 3 0,3 7 3 0,0 0 3 16,0 0 68-16,-5 26 41 0,1 9 31 15,-1 19 49-15,1 8 32 0,-1 10 25 0,1 32 19 16,4 3 24-16,4 6-12 0,1-3 7 16,3 4-22-16,-1 1-18 0,5-1-14 15,-1 0 33-15,3-1 17 0,-1-4 0 16,1-8 0-16,-5-28-10 0,0 1-25 0,-1-7 27 16,-2-10-27-16,0-15-15 0,-3-5-136 15,1-8-72-15,-2-7 0 0,0-5 0 0,-1-3 0 16,-1-3 0-16,2-3 0 0,-2-3 0 15,0-5 0-15,0 0 0 0,0 0 0 0,0 0 0 16,-13-28 0-16,6 10 0 0,-9-9-106 16,0 0-438-16,-11-8-116 0,-2 2-140 0,-5 0-37 15,-3 2 70-15,-3 1-756 0,4 4-967 16</inkml:trace>
  <inkml:trace contextRef="#ctx0" brushRef="#br0" timeOffset="97948.25">4975 6997 4287 0,'-28'-6'-145'0,"3"-1"44"0,3 0 52 0,2 1 41 15,4 2 42-15,0-1 36 0,2-1 22 16,3 3 3-16,2-1-4 0,2 1-4 15,2-1-5-15,5 4-7 0,0 0-2 0,15-9 23 16,23 3-7-16,23-2-7 16,15 0-9-16,39 0-5 0,10-3-5 0,17 1-7 15,10 2-5-15,8 1-4 0,6 1-6 16,1-2-5-16,-2-2 1 0,-4 1-11 0,-6 1 8 16,-7-1-10-16,-15 2-1 0,-12 0-1 15,-37 3-3-15,-11-2 0 0,-15 3-3 0,-14-1 0 16,-12 3-4-16,-7 1 4 0,-8-2-4 15,-1 0 4-15,-3 0-1 0,-3 2-3 0,-3-1-2 16,-7 1 0-16,9-4-1 16,-9 4-7-16,0 0-50 0,0 0-75 0,0 0-102 15,0 0-111-15,-34 0-129 0,20 0-216 0,-8 3 52 16,1-3 77-16,-8 1-358 16,-8 0-392-16</inkml:trace>
  <inkml:trace contextRef="#ctx0" brushRef="#br0" timeOffset="100080.37">6550 6997 2423 0,'0'0'-57'15,"1"-10"40"-15,-1 5 40 0,4 0 39 16,-2-2 25-16,0 0 21 0,1 2 24 0,-3 5 15 15,2-10 8-15,-2 10-6 0,2-6-12 16,-2 6-11-16,0 0-20 0,0 0-5 16,0 0 5-16,0 0 11 0,-18 33-12 15,8-2 37-15,-5 3 3 0,-5 11 3 0,2 2 7 16,0-1-14-16,-3 5 4 0,4-3 0 16,0-2-14-16,0 1-9 0,5-10-13 15,-1-2-11-15,1-3-8 0,3-3-7 0,4-7-11 16,-5-2-5-16,7-7-7 0,-4 1-7 15,5-4-4-15,-1 0-8 0,-1-3-1 0,2 2-1 16,2-6-7-16,0-3-2 0,-4 5-14 16,4-5-61-16,0 0-69 0,0 0-90 0,0 0-87 15,0-26-89-15,0 15-86 0,2-5-120 16,0 1-43-16,4-2 41 0,-1-3-385 0,4-1-450 16</inkml:trace>
  <inkml:trace contextRef="#ctx0" brushRef="#br0" timeOffset="100381.51">6744 7021 2544 0,'1'-7'-12'0,"-1"4"38"0,0 3 18 16,0 0 0-16,0 0 2 0,0 0 23 16,0 0 17-16,0 0 8 0,-14 22 46 0,-2 6 11 15,3 2 21-15,-10 13 13 0,8 1 3 16,-6 3 11-16,-2 2-2 0,0 0-2 15,2-1-5-15,-2-2-12 0,8-2-15 16,-2-10-17-16,1-2-14 0,5-5-11 16,2-4-11-16,1-4-16 0,0-4-3 0,5-1-7 15,-3-2-13-15,2-4-7 0,2 1-8 16,-2-1-5-16,2-2-4 0,2-6-5 0,-2 9-23 16,2-9-57-16,0 0-68 0,0 0-69 15,0 0-97-15,7-21-80 0,0 4-92 0,0-4-159 16,11-7-26-16,0-2 46 0,4-1-378 15,4-3-439-15</inkml:trace>
  <inkml:trace contextRef="#ctx0" brushRef="#br0" timeOffset="100648.09">6959 7068 2800 0,'4'-9'17'0,"-3"4"36"15,1 0 10-15,-2 5 2 0,0 0 1 16,0 0 66-16,0 0 40 0,-3 28 19 0,-3-6 20 15,-3 11 2-15,0 4 6 0,-9 11-12 16,0 2 7-16,2-1-13 0,-4 3-10 16,2-5-18-16,0-1-14 0,-1 0-21 0,0-5-8 15,2-10-15-15,6 0-9 0,-3-4-8 16,8-7-14-16,-1-3-8 0,3-2-10 0,1-5-11 16,1-2-25-16,-2 0-51 15,4-8-59-15,4 5-61 0,-4-5-62 0,0 0-68 16,22-11-44-16,-4-3-38 0,5-10-33 15,5-12-27-15,3-5-28 0,1-4-22 0,0-2 1 16,1-3-455-16,1 1-398 0</inkml:trace>
  <inkml:trace contextRef="#ctx0" brushRef="#br0" timeOffset="100865.3">7084 7262 2312 0,'20'-35'-62'0,"-4"11"64"0,-7 7 51 15,-4 5 35-15,1 3 28 0,-2 3 15 16,-3 0 5-16,-1 6 8 0,0 0 27 16,0 0 19-16,0 0 12 0,-16 31 9 0,2 0 10 15,-3 3 3-15,-2 13-9 16,0 0-3-16,-2 5-1 0,2-1-19 0,0 1-4 15,0-1-27-15,1-4-7 0,7-10-27 16,0 0-10-16,1-4-19 0,1-1-5 0,1-10-7 16,3-1-5-16,0-6-8 0,3-4-7 15,-1 2-10-15,-1-3-3 0,2-1-6 0,0-4-5 16,2-5-7-16,0 0-19 0,-2 9-49 16,2-9-58-16,0 0-67 0,0 0-81 0,0 0-97 15,0 0-99-15,-9-25-144 0,6 19-96 16,-8-3 49-16,2 1-493 0,-5-1-588 15</inkml:trace>
  <inkml:trace contextRef="#ctx0" brushRef="#br0" timeOffset="105745.68">4075 7774 1856 0,'0'0'174'0,"-3"-10"11"0,3 10-7 0,0 0-20 0,-8-3-13 0,8 3 19 0,0 0 23 16,-5 18 10-16,3-4-1 0,0 5-15 16,-1 2-14-16,3 6-22 0,0-2-9 0,0 1-10 15,3 0-18-15,1-2-5 0,-2 1-10 16,1-4-8-16,1 0-12 0,-2-4-6 0,2-1-9 16,-3-4-11-16,-1 0-70 0,0-4-74 15,0 2-95-15,0-10-118 0,0 9-138 16,0-9-155-16,0 0 48 0,0 0-330 0,0 0-367 15</inkml:trace>
  <inkml:trace contextRef="#ctx0" brushRef="#br0" timeOffset="105929.42">4118 7457 2649 0,'-2'-13'108'0,"0"1"32"16,-4 4 33-16,2-1 27 0,0 3 29 15,1 0 17-15,3 6-1 0,-8-10-16 0,3 6-20 16,5 4-20-16,-9-10-22 0,8 5-19 15,1 5-15-15,-6-6-12 0,6 6-54 0,0 0-89 16,-4-11-110-16,4 11-134 0,0 0-150 16,0 0-261-16,0 0 60 0,0 0 72 15,0 0-332-15,4-8-360 0</inkml:trace>
  <inkml:trace contextRef="#ctx0" brushRef="#br0" timeOffset="106880.56">3887 7350 2503 0,'-9'-19'36'0,"-3"-1"37"0,4 5 30 0,-3 2 35 0,1 2 25 16,1 2 11-16,0 0 8 0,-2 3-10 0,2 2-15 16,9 4-12-16,-23 5 14 0,1 13 9 15,-3 6-14-15,-7 12-12 0,3 1-15 16,0 2-15-16,-1 3-9 0,3 1-8 15,0-2-10-15,2 4-9 0,-1-3-9 0,0-1-6 16,1 1-7-16,2-5-7 0,3-4-3 16,0-4-8-16,2-2-16 0,-1-6-49 15,6-2-27-15,2-7-30 0,1-6-47 0,2-2-44 16,1-4-23-16,7 0-8 0,-12-12 7 16,8-2 20-16,1-6 15 0,-1-17 20 0,0-2 17 15,2-17 13-15,2-3 19 0,-3-4 37 16,6 5 43-16,-3 10 51 0,0 5 68 0,2 5 36 15,-2 12 18-15,0 6-11 16,0 5-7-16,-2 3-12 0,2 5-14 0,0 7 24 16,0 0 14-16,0 0 0 0,0 0-4 15,31 41-2-15,-12-13-13 0,7 9-9 16,5 1-8-16,1 0-12 0,7-4-11 0,1 0-2 16,1-2-14-16,0-7-25 0,-1-2-58 15,-12-3-85-15,1-7-107 0,-6-3-132 0,-3-4-172 16,-4-6-198-16,-3 0 59 15,3-8 76-15,-7 0-384 0,0-7-430 0</inkml:trace>
  <inkml:trace contextRef="#ctx0" brushRef="#br0" timeOffset="107512.8">7254 4259 2629 0,'0'-9'-17'0,"0"2"40"0,0 7 16 0,0 0-6 0,-3-8-3 0,3 8-4 0,0 0 37 0,-21 26 48 0,2 1 21 0,-4 13 13 0,-2 3 10 16,0 8 7-16,-2 0-12 0,5 0-13 16,1-3-14-16,1 1-13 0,2-3-7 15,-1-5-8-15,8-7-11 0,-2-3-7 16,2 1-9-16,1-9-10 0,3-4-2 16,-1-3-7-16,3-1-6 0,-1-3-7 0,0-2-23 15,2-1-63-15,-3-5-74 0,1 2-75 16,6-6-69-16,0 0-77 0,-19-3-75 0,11-4-108 15,-1-3-4-15,-3-5-239 0,3-2-261 16</inkml:trace>
  <inkml:trace contextRef="#ctx0" brushRef="#br0" timeOffset="107662.55">6774 4495 2033 0,'-5'-17'-34'16,"1"5"34"-16,-2 4 24 0,4 1 11 0,-2-1 10 16,4 8 1-16,-4-6-5 15,4 6-4-15,0 0-4 0,0 0 2 0,0 0 8 16,0 0-2-16,0 0-2 0,0 0-6 15,0 0 0-15,34 29-8 0,-12-10-59 16,-5 5-97-16,3 2-151 0,0 2-172 0,-3 2-93 16,-4 2-50-16</inkml:trace>
  <inkml:trace contextRef="#ctx0" brushRef="#br0" timeOffset="108012.98">7376 4841 1706 0,'0'0'106'0,"0"0"22"0,0 0 14 0,0 0 8 16,0 0 36-16,0 0 20 0,0 0 20 16,-23 24 3-16,21-15 5 0,-1 3-10 15,1 1-20-15,2 1-15 0,2 4-14 0,1 1-3 16,-1 4-16-16,7-3-15 0,-2 2-12 16,0-1-13-16,-1-1-13 0,-1 1-8 0,-1-3-11 15,1-2-11-15,-5 1-10 0,0 0-3 16,-5 3-3-16,-2-3-7 0,-1-3-8 0,-4 1-5 15,-13 2-5-15,-2-2 0 0,-4-4-5 16,1 2-20-16,3-7-38 0,4-1-33 16,4-5-39-16,0-2-37 0,1-3-26 15,7-4-23-15,4-3-20 0,3-5-19 16,4-7-11-16,6-14-1 0,9-9 10 0,0-5 6 16,4 0 22-16,-2-1 16 0,1 7 23 15,-9 13 13-15,-5 10 14 0,-4 5 17 0,-6 7 9 16,-6 0 7-16,-3 7 8 0,-6 1-13 15,-1 3-56-15,-5 3-61 0,1 1-373 16,-9 5-97-16</inkml:trace>
  <inkml:trace contextRef="#ctx0" brushRef="#br0" timeOffset="108245.68">7310 4541 1876 0,'0'0'136'0,"0"0"28"0,0 0 0 16,-14-11 4-16,14 11-1 0,0 0-10 0,-4-6-10 15,4 6-7-15,0 0-24 0,0 0 2 16,0 0-19-16,11-10-17 0,-11 10-36 16,0 0-54-16,0 0-66 0,18 14-71 0,-12-1-109 15,-5 5-194-15,-2 7-69 0,-7 12 47 16,-8 16-96-16,-13 4-68 0</inkml:trace>
  <inkml:trace contextRef="#ctx0" brushRef="#br0" timeOffset="108629.46">4257 8253 1492 0,'0'0'-67'0,"-11"-8"4"0,11 8-20 15,-6-12-13-15,4 5-19 0,4-1-27 0,-2-2-173 0,2-2 168 16</inkml:trace>
  <inkml:trace contextRef="#ctx0" brushRef="#br0" timeOffset="114012.89">5562 6402 1683 0,'-2'-6'62'0,"0"1"17"0,2 5 16 0,-3-12 22 0,-1 8 12 0,2-1 18 0,2 5 16 16,-5-12 11-16,-2 4-2 0,3 4-9 16,4 4-15-16,-3-10-2 0,3 10-12 0,-4-6-15 15,4 6-11-15,0 0-14 16,-6-6-10-16,6 6-6 0,0 0-11 0,0 0-4 15,0 0-7-15,0 0-4 0,0 0-6 16,0 0-7-16,0 0-2 0,0 0-1 0,8 22-3 16,-3-8-1-16,1 1-6 0,2 5 0 15,1 12-4-15,2 0 32 0,3 2-6 0,-1 1 1 16,1-2-6-16,1 2-3 0,8 5 14 16,-2-1-2-16,3-1-1 0,-2-8-4 0,4 5-6 15,-3-8-2-15,2 0 1 16,-1 0-6-16,1-2-4 0,-3 0 1 0,-1 0-4 15,-1 1-6-15,1-1 4 0,-1 1-7 16,-2-2 2-16,4 3-3 0,-3-1-1 16,3 1 52-16,10 7 13 0,5-2-8 0,-1-3-4 15,8 1 2-15,2 4 1 0,3-5-5 16,8-1-7-16,2 1-6 0,1-3-5 0,-3 2-3 16,2 0-4-16,-4-6-8 0,-8 2-1 15,2-5-5-15,-17-2 1 0,0-3-9 0,-3-2 5 16,-6-1-6-16,-6-2 11 0,-4 0 0 15,0-5 9-15,-1 3 1 0,-2-1 18 0,-1-3-23 16,-2 2 12-16,3-1 15 0,-10-4 2 16,11 6 7-16,-5-4-3 0,-6-2-4 15,10 4 5-15,-10-4 2 0,8 3-6 16,-8-3 1-16,0 0-10 0,0 0-5 16,11 4-10-16,-11-4 0 0,0 0-10 0,0 0 7 15,0 0-21-15,0 0-42 0,0 0-81 16,0 0-75-16,0 0-93 0,0 0-102 0,0 0-105 15,-17-17-120-15,17 17-146 0,-21-2 63 16,12 0-624-16,9 2-766 0</inkml:trace>
  <inkml:trace contextRef="#ctx0" brushRef="#br0" timeOffset="115277.46">5230 6164 3273 0,'0'0'-171'0,"0"0"45"0,0 0 45 0,0 0 48 0,-27 7 49 0,27-7 47 16,0 0 54-16,0 0 34 0,0 0 9 16,0 0-4-16,0 0-16 0,0 0-16 0,0 0 7 15,0 0-9-15,20-21-15 0,-9 14-6 16,5 1-13-16,-2 0-8 0,0 0-9 16,-1 6-7-16,9-2-14 0,-10 2 0 15,-12 0 0-15,27 2-11 0,-13 6-8 0,-5-1 4 16,-1 2-2-16,-2 1-3 0,-4 2 2 15,-2 2-5-15,-5 3-1 0,0 3 0 0,-2 1-3 16,-8 2 1-16,-1 2-2 0,1-1-2 16,1-5 1-16,3-3 21 0,1-3 2 15,3-1-5-15,1-3-4 0,3-1 5 0,-3 0 5 16,4 0 10-16,-1-2 9 16,3 1 3-16,3 1 6 0,-1 1 0 0,5 0-5 15,-1 1 0-15,5 0-7 0,1 2-6 16,1 0-3-16,1 0-4 0,-3 2-2 0,3 0-3 15,-5-2-1-15,-2-2 5 0,1 2 1 16,0 1 12-16,-6-3 16 0,0-2 1 0,-4 3 28 16,0 1-18-16,-3-2-9 0,-2-3 9 15,-2 5-13-15,-2-2-15 0,-3-3-9 0,-1 3-3 16,-2-1-7-16,2-2-2 0,-3-2-2 16,1-2-5-16,0 0-4 0,1 1-7 15,3-2-5-15,-1-2-55 0,3 0-53 0,0 1-59 16,11-1-63-16,-17-1-70 15,17 1-93-15,-13 0-84 0,13 0-110 0,-12-2-165 16,12 2 51-16,0 0-550 0,-9-4-698 16</inkml:trace>
  <inkml:trace contextRef="#ctx0" brushRef="#br0" timeOffset="117078.47">6774 8199 3265 0,'0'0'-102'0,"-2"-5"50"0,2 5 46 0,0-8 38 0,0 8 40 0,2-13 38 0,-2 7 25 0,2-3 24 0,2 2 22 0,-3-1 13 16,1 3 8-16,-2 5 10 0,5-14 5 0,-3 5 5 16,0 2-2-16,-2 7-4 15,1-10 0-15,-1 10-24 0,4-8-7 0,-4 8-18 16,0 0-18-16,0 0-12 0,0 0-11 15,0 0-12-15,0 0 13 0,0 0-5 0,-4 37-8 16,4-18 18-16,0 7-4 0,2 10 9 16,2 1-9-16,2-2-13 0,-1-2-9 0,3 3-8 15,2-6-4-15,1-1-2 0,-1 1-9 16,-1-8-3-16,0-5-8 0,2-1-72 0,-4-5 0 16,2 0 0-16,0-2 0 0,3-5 0 15,-1 1 0-15,2-5 0 0,-1-2 0 0,6-3 0 16,-3 1 0-16,4-7 0 15,6-4 0-15,-5-2 0 0,4-4 0 0,-5-1 0 16,-1 0 0-16,0-4 0 0,-1-1 0 16,-4 1 0-16,-3 4 0 0,-3 4 0 0,1-1 0 15,-2 4 0-15,-1 5 0 0,-3-2 0 16,2 4 0-16,-2-1 0 0,2 2 0 16,-3 2 0-16,-1 5 0 0,2-6 0 0,-2 6 0 15,0 0 0-15,0 0 0 0,0 31 0 16,-2-10 0-16,2 5 0 0,0 12 0 0,0 3 0 15,0 1 0-15,0 3 0 0,0-2 0 16,0-1 0-16,5 1 0 0,-3-4 0 16,0 0 0-16,1-10 0 0,-3-7 0 15,2-3 0-15,0-2 0 0,0-2 0 0,-2-3 0 0,2-1 0 16,0-3 0-16,0 2 0 0,-1-6 0 16,-1 5 0-16,0-9 0 0,4 8 0 15,-4-8 0-15,2 6 0 0,-2-6 0 16,0 0 0-16,6 7 0 0,-6-7 0 0,0 4 0 15,0-4 0-15,0 0 0 0,0 0 0 16,0 0 0-16,0 0 0 0,0 0 0 0,0 0 0 16,0 0 0-16,0 0 0 15,0 0 0-15,0 0 0 0,0 0 0 0,-19-21-507 0,13 13-487 16,-1-1 106-16,1-1-1085 0,0 2-1392 16</inkml:trace>
  <inkml:trace contextRef="#ctx0" brushRef="#br0" timeOffset="117844.79">7617 8352 5001 0,'-6'-7'-243'0,"2"2"55"0,3-3 63 0,-4 0 78 0,1 2 63 0,2-3 55 0,-3 1 41 0,3 0 26 0,2 8 27 0,-4-13 13 16,2 7 11-16,2 6 0 0,-1-10 4 0,1 10-14 15,-2-7-15-15,2 7-11 16,0 0-8-16,0 0 2 0,0 0 27 0,0 0 6 16,0 0 8-16,34 23 6 0,-9 0 3 15,5 10-6-15,6 7 1 0,0-1-11 0,4 6-13 16,1-3-79-16,-1 1-89 0,-1-2 0 16,0 0 0-16,-5-7 0 0,0 0 0 0,-9-8 0 15,-3-4 0-15,-2-2 0 0,-2-4 0 16,-7-6 0-16,-2-2 0 0,1 1 0 15,-3-1 0-15,-1-4 0 0,-1 0 0 16,-5-4 0-16,12 9 0 0,-12-9 0 0,10 4 0 16,-10-4 0-16,5 4 0 0,-5-4 0 15,0 0 0-15,0 0 0 0,0 0 0 0,0 0 0 16,0 0 0-16,0 0 0 0,0 0-202 16,0 0-431-16,0 0-113 0,-21-21-126 0,12 14 74 15,-6 0-882-15,-1-3-1116 0</inkml:trace>
  <inkml:trace contextRef="#ctx0" brushRef="#br0" timeOffset="118344.56">7533 8154 4316 0,'-12'-1'-189'0,"2"-1"35"0,10 2 44 0,-11-3 51 0,11 3 55 15,0 0 32-15,-11 0 23 0,11 0 9 0,0 0 47 16,0 0 30-16,0 0 22 0,17 15 8 16,-2-8-5-16,10 8-8 0,8-1-15 0,1 2-14 15,11 2-10-15,3 3-13 0,-1-1-5 16,0 1-13-16,-6-1-5 0,2 1-12 0,-11-5-4 15,-2-3-4-15,-1 1-7 16,-9-3-5-16,-2-3-8 0,-5-1-2 0,-1-2-5 16,-3 0-5-16,0 1 1 0,-2-3-3 15,0-2-2-15,1 3-5 0,-8-4-13 0,9 3-52 16,-9-3-68-16,0 0-87 0,8 0-111 16,-8 0-100-16,0 0-116 0,0 0-131 0,0 0 50 15,0 0-478-15,0 0-559 0</inkml:trace>
  <inkml:trace contextRef="#ctx0" brushRef="#br0" timeOffset="118699.66">7636 8203 3264 0,'-5'-6'94'15,"4"3"39"-15,1 3 39 0,-8-7 17 0,8 7-6 16,0 0-15-16,0 0-3 0,0 0 47 16,-15 19 22-16,7-5 24 0,-3 11 6 0,-5 6 19 15,1 0 12-15,3 2 5 16,-6 1-2-16,5-1-8 0,-1-1 1 0,3 1-19 0,1-4-22 16,4-4-19-16,1-6-17 15,-1-2-83-15,3-3-131 0,-1-1 0 0,-1-3 0 0,3 0 0 16,2-1 0-16,-1-2 0 15,-1 0 0-15,0-3 0 0,2-4 0 0,-2 9 0 16,2-9 0-16,0 0 0 0,0 0 0 16,0 0 0-16,0 0-198 0,0 0-424 0,0 0-152 15,0 0-105-15,0 0 78 0,0 0-871 16,0 0-1109-16</inkml:trace>
  <inkml:trace contextRef="#ctx0" brushRef="#br0" timeOffset="121859.62">5368 6174 4176 0,'0'0'-281'0,"2"14"43"0,-2-14 35 0,-8 17 38 0,-4-2 35 0,-2 10 25 0,-2 2 35 0,-1 2 32 0,0 0 22 16,0 1 5-16,3 1 4 0,1-2 22 16,-1-2 8-16,9-5 8 0,-1-5 24 0,5 0 9 15,1-5 34-15,1 2 9 16,3-4 22-16,3 0-8 0,6-2-9 0,-1-4-6 15,4-4-12-15,6-2-6 0,15-8-5 16,-3 0-12-16,2-5-2 0,-1-4-16 16,-5-1 0-16,-3-3-6 0,-4-1-8 0,-5-5 1 15,-4-1-5-15,-6 1-1 0,-5 0-9 0,-6 3-3 16,-5-8-1-16,-4 4-3 0,-2 4-4 16,-6 6-5-16,-1 7 0 0,2 8-3 15,-4 5 3-15,-15 7-1 0,2 7 0 16,-10 8-1-16,7 0-2 0,3 5-1 15,7-6 0-15,8 6 5 0,1-2-4 0,7 1 4 16,6-5-1-16,5-4 12 0,2 1-1 16,7-1 1-16,1 1 4 0,3-5 0 0,6 1 4 15,3-4-1-15,0-3-5 0,5-2-1 16,2-3 3-16,2-2-4 0,-3-4 0 0,1-1 1 16,4-3 0-16,-8-3 0 0,-5 1-1 15,-2-5 6-15,-5 1 6 0,-4-3 5 0,-3 0-5 16,-4-3-2-16,-4 1-9 0,-3-3 3 15,-6-3-7-15,-5 3 0 0,1 5-3 16,0 6-4-16,3 3 1 0,-2 2-5 16,-4 3 4-16,4 6-6 0,-5 3 3 15,1 2-5-15,2 4 0 0,-4 8 1 0,8-2-3 16,3 1 0-16,2 2-44 0,4-3-71 16,1 2-85-16,4-3-82 0,2-2-105 0,3 0-191 15,-1 1-38-15,3-4 64 0,2-2-320 16,-2-1-354-16</inkml:trace>
  <inkml:trace contextRef="#ctx0" brushRef="#br0" timeOffset="123975.78">6734 6205 2173 0,'0'0'-115'0,"0"0"24"0,0 0 28 0,0 0 31 0,11 15 35 15,-11-15 23-15,0 0 23 0,0 0 23 0,0 0 14 16,4 7 22-16,-4-7 11 0,0 0 12 16,0 0 3-16,0 0 4 0,0 0 10 15,0 0-5-15,0 0 0 0,0 0-10 16,0 0-6-16,0 0 0 0,0 0-13 16,0 0-7-16,0 0-8 0,0 0-6 0,0 0-10 15,0 0-8-15,0 0-10 0,0 0-5 16,0 0-1-16,0 0 3 0,0 0-7 0,0 0-3 15,0 0-6-15,0 0-6 0,0 0-1 16,0 0-8-16,0 0 3 0,0 0-4 0,0 0-4 16,0 0-3-16,0 0-2 0,0 0-1 15,0 0-3-15,-15 10-3 0,14-2 1 0,-3-4 2 16,0 2 18-16,1 2 11 0,3-3 13 16,0 2 8-16,0-7 2 0,3 15 4 15,1-10 7-15,1 1 2 0,1 0-1 16,1-2 1-16,3 2-7 0,3-2-9 15,-3-1-5-15,2-2-6 0,-3-1 0 0,-9 0-7 16,23-1-5-16,-14-2-3 0,0 1-3 16,-9 2-6-16,18-10 11 0,-12 8-3 0,1-4-4 15,-2 0-5-15,-2 1-1 0,-3 5-5 16,4-15-3-16,-4 10-1 0,0 5 0 0,-4-11-5 16,4 11-1-16,-10-10 8 0,10 10-13 15,-13-3 4-15,4 2-6 0,9 1 3 0,-18 0-5 16,18 0 0-16,-19 4-1 0,19-4 2 15,-13 4-1-15,6 0-4 0,7-4 3 16,-11 9 0-16,10-5 5 0,1-4 5 16,-4 10 2-16,4-10 1 0,2 12 3 15,1-5 0-15,4-2-2 0,0 0 2 0,3-1 2 16,-1 0-4-16,-1 0 3 0,-8-4 0 16,19 3 4-16,-11-2-5 0,-8-1 7 0,0 0 1 15,18-1 1-15,-18 1 2 0,0 0 5 16,12-7-1-16,-12 7-7 0,4-8-2 0,-4 8-1 15,2-8-1-15,-2 8-4 16,-2-9-11-16,2 9 1 0,0 0-6 0,-4-12 21 0,4 12-24 16,-8-5-1-16,8 5-1 15,0 0-4-15,-20 3-71 0,20-3-70 0,-16 4-79 16,7 0-95-16,0 2-103 0,-2-1-118 16,2 2-199-16,0 0 43 0,-1 1 77 15,1 1-485-15,-1 1-576 0</inkml:trace>
  <inkml:trace contextRef="#ctx0" brushRef="#br0" timeOffset="125225.92">6786 6319 2804 0,'-5'5'-144'0,"5"-5"15"0,0 0 11 0,0 0 13 0,0 0 9 0,0 0 13 0,0 0 1 0,0 0-10 16,0 0-38-16,0 0-61 0,0 0-365 15,-20-3-58-15</inkml:trace>
  <inkml:trace contextRef="#ctx0" brushRef="#br0" timeOffset="126291.91">5484 7403 1655 0,'0'0'83'0,"0"0"21"0,0 0 24 0,0 0 27 0,0 0 24 15,0 0 21-15,0 0 10 0,0 0 7 0,0 0-1 16,0 0-6-16,21-14-4 0,-21 14-15 16,3-8-7-16,-3 8-13 0,5-7-9 0,-5 3-15 15,0 4-10-15,2-9-14 0,-2 9-10 16,0-9-11-16,0 9-10 0,2-9-8 15,-2 9-6-15,0-6-9 0,0 6-4 0,0 0-6 16,0-9-4-16,0 9-10 0,0 0-2 16,-4-5-3-16,4 5-3 0,0 0-4 15,0 0-5-15,0 0 3 0,0 0-6 16,-23 12-3-16,17-5 2 0,-2 0 40 0,3 1 3 16,-1 1-13-16,2-1 19 0,2 1 3 15,-1-1 7-15,3 1 8 0,0-9 13 0,-2 14 21 16,4-8 8-16,1 2 2 0,-3-8 9 15,6 8-4-15,-6-8-7 0,11 4-12 0,-11-4-9 16,14 0-8-16,-14 0-17 0,0 0-3 16,21-8-10-16,-15 2-9 0,-1 0-6 15,3-2-5-15,-5 2-4 0,3-3-6 16,-1 1-2-16,-4-2-5 0,1 5 0 16,-2 5 0-16,0-14-6 0,0 8-23 0,0 6-8 15,-2-11 0-15,2 11 0 0,-6-4 0 16,6 4 0-16,0 0 0 0,0 0 0 0,-17 0 0 15,17 0 0-15,0 0 0 0,0 0 0 16,-11 10 0-16,11-10 0 0,0 0 0 0,4 11 0 16,-4-11 0-16,9 6 0 0,-9-6 0 15,13 8 0-15,-5-8 0 0,-8 0 0 0,11 3 0 16,-11-3 0-16,0 0 0 0,16 1 0 16,-16-1 0-16,0 0 0 0,0 0 0 0,13-4 0 15,-13 4 0-15,0 0 0 0,0 0 0 16,6-8 0-16,-6 8 0 0,0 0 0 15,0 0 0-15,0 0-140 0,0 0-219 0,0 0-108 16,0 0-116-16,0 0-157 16,-35 8-81-16,26-4 85 0,1 3-742 0,0-1-925 15</inkml:trace>
  <inkml:trace contextRef="#ctx0" brushRef="#br0" timeOffset="129425.18">7203 7014 3758 0,'0'0'-203'0,"14"-3"52"0,-11 1 44 0,-3 2 40 0,11-6 41 0,-11 6 38 16,4-6 25-16,-4 6 20 0,7-6 17 15,-7 6 17-15,3-7 16 0,-3 7 2 16,2-7 0-16,-2 7 0 0,0-7 2 16,0 7-2-16,0 0-13 0,-2-10-2 0,2 10-7 15,-2-6-8-15,2 6-4 0,-6-5-9 16,6 5-9-16,-6-5-4 0,1-1-3 0,5 6-3 16,-11-5-7-16,4 3-3 0,0-2-3 15,7 4-2-15,-13-6-1 0,1 4-8 0,1 0-1 16,0-2-3-16,-1 0-2 0,-1 2-2 15,-3 2-1-15,1-4-1 0,-2 1 21 0,4 1 9 16,-5-1-2-16,2 0-1 16,0 1-6-16,-1 0-3 0,0 2-4 0,-1-4 0 15,0 2-3-15,0 0-4 0,0 0-2 16,0-1 1-16,3 3-5 0,-2-1-2 0,4-1 3 16,-5 2-2-16,5 0-3 0,-2 0 0 15,2 0-1-15,-1 0-2 0,-1 0 0 16,1 2 0-16,1-1-1 0,1 2-2 0,-1-3 1 15,0 2 0-15,1 0 0 0,1 0-3 16,-1 0 0-16,1 2 1 0,-2-4-1 0,1 5 3 16,-1-2-3-16,1 1-1 0,-1-2 2 15,4 1-1-15,-3 1 0 0,1 2-2 16,0-2 0-16,1 2 1 0,-1 0 2 16,2-3-1-16,-2 1-1 0,0 2 0 0,2 1 0 0,-1-2 2 15,-1 2-2-15,2-1 1 16,-2 1-3-16,2 0 2 0,0 0 3 0,-1 0-3 15,2 0 3-15,-1 1-3 0,-3 1 1 16,5-1-1-16,-1-2-1 0,1 0 3 0,0 3 0 16,0-4-1-16,2 2-2 0,-3 1 0 15,0-2 2-15,0 1 0 0,3-1-1 16,-1 6 0-16,1-7 18 0,-4 4 2 0,4 0-4 16,1-1 0-16,-1 3 0 0,1-3-4 15,2 2 0-15,0 1 4 0,-1-3 8 0,0 2 4 16,1 0-4-16,0-1-3 0,2 0 0 15,-2 3-1-15,2-4-1 0,0 2-1 0,2 2-6 16,-2 0 2-16,2-3-2 16,-2 2-3-16,2 1 0 0,1-2 3 0,0 2-5 15,-3-1 2-15,2 2-1 0,0-3 2 16,2 2 25-16,-2-1 0 0,-1-1-3 0,3 2-4 16,-2 1-1-16,2-4-5 0,-3 2-2 15,4 1-1-15,-1-3 0 0,0 3-3 0,-1-1 0 16,1 0 0-16,1-2 17 0,-3 2 1 15,2-1-4-15,1 1 2 0,-2-1-4 16,1 0-4-16,2-1 1 0,-3 1-2 0,1 0 6 16,1-1 18-16,0 0 1 15,1 2-6-15,-1-2-2 0,-1 0-7 0,1-1 0 16,1 2-3-16,0 1-3 0,2-1-4 16,-1 0 7-16,1 0 14 0,0 2 4 0,-1-4-7 15,3 1 2-15,-3 3 6 0,1-2 16 16,3 0-2-16,0-1 11 0,1-1-3 0,0 1 3 15,1-5 8-15,2 4-8 0,1-2-4 16,0-2-4-16,2-1-6 0,1 2 0 0,0-1-9 16,0-2-8-16,3 1 0 15,0-1-32-15,-1-1-12 0,-1-1 0 0,3 0 0 0,-1 0 0 16,-1-1 0-16,-1 1 0 16,3-2 0-16,0 0 0 0,1 2 0 0,0-3 0 0,-3 1 0 15,2-1 0-15,-3 0 0 16,3-1 0-16,0-1 0 0,1 0 0 0,-4 1 0 15,1-1 0-15,0-2 0 0,-4 0 0 16,1 1 0-16,-1-2 0 0,2 0 0 16,-6 1 0-16,4-3 0 0,-3 2 0 0,-1-1 0 15,4-2 0-15,-6 1 0 0,2 1 0 16,-1-4 0-16,-1 2 0 0,-1-1 0 0,-2 0 0 16,1 0 0-16,2-3 0 15,0-1 0-15,-6 1 0 0,2 1 0 0,-1 1 0 16,1-4 0-16,-2 1 0 0,1 1 0 0,-1-4 0 15,1-1 0-15,-3 3 0 0,2-5 0 16,-3 3 0-16,2-5 0 0,-3 1 0 16,1-2 0-16,-2-3 0 0,0-1 0 0,-2-6 0 15,1 6 0-15,-5 5 0 0,1-1 0 16,0 5 0-16,-6-9 0 0,2 8 0 0,-9-4 0 16,-1 4 0-16,-4 3 0 0,-3 0 0 15,-5 3 0-15,-1 0 0 0,-2 4 0 0,-3 1 0 16,-3 2 0-16,0 4 0 0,-1 0 0 15,5 4 0-15,8 0 0 0,-12 6 0 0,2-1-256 16,4 4-280-16,-3-1-106 0,7 1-133 16,9 3-57-16,0-1 86 0,5-2-752 15,3-2-944-15</inkml:trace>
  <inkml:trace contextRef="#ctx0" brushRef="#br0" timeOffset="132542.04">8325 7379 3935 0,'-18'0'-135'0,"9"0"44"0,9 0 45 0,-18-1 48 0,8 0 46 0,10 1 33 0,-21 0 29 15,11 0 23-15,10 0 17 0,-18-3 5 0,18 3-2 16,-16 3-1-16,16-3-6 0,-9-3 7 15,9 3 11-15,0 0 20 0,0 0 18 16,0 0-1-16,43 9-17 0,2-7-17 16,14 4-2-16,9-2-14 0,0-2-17 0,4 1-12 15,-4 0-8-15,-2-3-11 0,-16 0-16 16,-3 0-7-16,-6 0-9 0,-8-3-1 16,-9 3-9-16,-5 0-10 0,-2 0-9 0,-5 3-6 15,-12-3-4-15,19 0-8 0,-19 0-15 16,7-3-52-16,-7 3-47 0,0 0-53 0,0 0-55 15,0 0-76-15,-25 12-90 0,9-7-75 16,-7-2-96-16,0 1-112 0,-2 0-43 0,-4 0 60 16,2-4-508-16,1 0-607 15</inkml:trace>
  <inkml:trace contextRef="#ctx0" brushRef="#br0" timeOffset="132942.95">8413 7296 3095 0,'-4'-11'-32'0,"2"1"46"0,1 2 40 16,-3-1 40-16,4 9 34 0,-4-12 22 0,2 6 3 15,2 6-8-15,-4-8-14 0,4 8-10 16,-8-5-14-16,8 5-11 0,-13 2-5 0,-4 1-8 16,-6 4-8-16,-10 3-6 0,-3 3 3 15,0 0 38-15,-10 4-9 0,8-3-6 0,-5 7 30 16,11-8 6-16,3 1 3 0,6-6-10 15,8 0-1-15,1-4 3 0,7 1 10 0,1-1 7 16,6-4 6-16,-8 7 10 16,8-7-3-16,14 13-11 0,1-6-11 0,15 7-13 15,7 0-13-15,12 5-10 0,5 2-13 16,-3-1-9-16,4 3-5 0,-2 1-6 0,-1-2-10 16,-7 0-1-16,-9-5-10 0,-6 0-3 15,-4-3-8-15,-7-2-1 0,-3-4-6 16,-5-1-4-16,2 0-1 0,-3-1-4 0,-1-2-4 15,-5 1 3-15,-4-5 0 0,16 5-6 16,-11-3-6-16,-5-2-43 0,10 4-56 0,-10-4-62 16,7 2-77-16,-7-2-126 15,0 0-117-15,17-6-128 0,-13 3-189 0,4-2 68 16,-3 1 77-16,2 0-585 0,-7 4-697 16</inkml:trace>
  <inkml:trace contextRef="#ctx0" brushRef="#br0" timeOffset="133625.79">9560 7163 3578 0,'-1'-25'-12'0,"-3"7"48"0,0-2 52 0,2 1 34 0,-1 4 36 0,3-2 36 0,-1 3 27 0,1 2 15 16,0-2 4-16,-2 7-8 0,2-3-19 0,0 2-18 15,-2 2-19-15,2 6-10 0,0 0 20 16,0 0 15-16,4 26 2 0,-3-2 7 0,-1 16-7 16,0 0-2-16,0 4-12 0,-1 0-14 15,-3 2-17-15,4 1-19 0,-4-1-12 0,2-2-11 16,2-3-13-16,-3-3-10 0,1-6-49 15,0-9-44-15,0-3 0 0,0-3 0 0,2 0 0 16,0-5 0-16,-1-1 0 16,1 1 0-16,1-4 0 0,-1-4 0 0,0-4 0 15,0 0 0-15,0 0 0 0,0 0 0 16,0 0 0-16,6-35 0 0,-4 12-129 0,1-12-73 16,1 0-1-16,2-5-1 0,-2-6 5 15,0-9 16-15,0-1 15 0,-1-2 15 0,-3 11 15 16,2 1 14-16,-4 5 13 0,-1 5 8 15,-5 3 9-15,0 8 13 0,2 7 10 0,-5 1 7 16,-3 3 6-16,-2 6 7 16,-5 0 31-16,-1 6 19 0,2 2 22 0,-7 0 11 15,0 4 13-15,3 4 0 0,-9-2 14 16,8 3-4-16,7-2 10 0,2-2 6 0,1-1 17 16,5 2 19-16,6 0 30 0,3-3 18 15,1-3 8-15,0 0-7 0,26 8-14 0,1-11-16 16,17 0-12-16,5-1-11 0,11 1-12 15,-9 3-6-15,0-2-12 0,8 6-6 16,-1 4-11-16,-7 4-2 0,-4 4-6 0,-12-3-8 16,-2 4 2-16,-4 3-11 0,-7-2 1 15,-7 1-4-15,-4-4-2 0,-1-3-26 0,-6 2 0 16,2 0 0-16,-2-2 0 16,-3-3 0-16,1 3 0 0,4-4-12 0,-3-3-147 15,-1 4-86-15,2-4-91 0,-1 0-108 16,-3-5-111-16,2 6-149 0,-2-6-92 0,0 0 76 15,0 0-715-15,0 0-886 0</inkml:trace>
  <inkml:trace contextRef="#ctx0" brushRef="#br0" timeOffset="135940.62">6774 6747 3705 0,'6'9'-182'0,"-3"-4"47"0,2 0 62 0,2-2 63 0,3-1 47 0,-10-2 35 0,30-9 16 16,2-6-4-16,16-9-5 0,3-5-7 16,20-15-3-16,1-2-6 0,1-3-3 15,-1-1-15-15,1 2-1 0,-2-1-5 0,-3-1-7 16,-9-1 1-16,-12 10-11 0,-2-3-5 15,-8 1-2-15,-8 1-19 0,-2 4-40 0,-8 6-26 16,-8 6-27-16,-3 6-33 0,-5 6-46 16,-3 4-43-16,-7 8-35 0,-2-1-43 0,9 3-64 15,-32 9-123-15,3 7 34 0,0 3-91 16,-9 12-44-16</inkml:trace>
  <inkml:trace contextRef="#ctx0" brushRef="#br0" timeOffset="136125.92">7351 6485 1677 0,'0'0'103'0,"0"0"25"16,0 0 17-16,0 0 20 0,22-16 15 0,-15 6 20 16,2-2 6-16,5-4-6 0,-1 1-16 15,8-7-21-15,-1-1-11 0,-4 2-22 16,4-2-10-16,5 3-16 0,-5-1-22 16,3-2-45-16,0 1-64 0,0 1-65 0,1-1-72 15,-4 3-85-15,-4 4-89 0,-4 7-170 16,-6-1 8-16,-1 5 50 0,-5 4-111 15,0 0-62-15</inkml:trace>
  <inkml:trace contextRef="#ctx0" brushRef="#br0" timeOffset="164201.41">13658 5250 309 0,'0'0'236'0,"0"0"-48"0,-8 4-23 0,8-4-13 0,0 0-11 0,0 0-10 0,-12 0-10 16,12 0-4-16,0 0 16 0,0 0 10 0,-18-4 4 16,18 4 6-16,-18-2 6 15,18 2 12-15,-15 0 7 0,15 0-7 0,-19 0 6 16,19 0-3-16,-16 2-8 0,16-2-5 0,-13 0-7 15,13 0-1-15,0 0-9 16,0 0-5-16,-14 0-8 0,14 0 11 0,0 0 0 0,0 0-1 16,0 0-1-16,0 0-5 15,0 0-6-15,0 0-10 0,0 0-16 0,0 0-7 16,45 4-12-16,-26-1-4 0,3-1-9 16,3 1-7-16,4 1-8 0,9 1-4 0,3-2-6 15,-4 1-5-15,3 1-3 0,-1 0-4 16,1-2-3-16,-1 1-6 0,-1-3-1 0,1 1 2 15,1 2-4-15,-8-4-1 0,-3 1 3 16,-1-1-11-16,-3 0 0 0,0 0 1 16,-4 0-2-16,-2 0-3 0,-4 0 21 0,1 0 5 15,-16 0 1-15,26 0-6 0,-16-1-1 16,-10 1-8-16,19 0 1 0,-19 0 10 0,15 0-15 16,-15 0-2-16,14-2-3 15,-14 2 0-15,0 0-1 0,18 0 2 0,-18 0-1 0,14-2-4 16,-14 2 0-16,18-2 0 15,-6 1-2-15,3-1-1 0,1 0-4 0,2 0 3 16,2 2-1-16,1-1 2 0,6-1 1 16,-1 0-4-16,2 1-2 0,1-1 0 0,1 2 0 15,1 0-1-15,-2-2 6 0,-3 2-5 16,-3 0-1-16,-1 0-2 0,-6 0-2 16,0 2 4-16,-3-2 1 0,1 0-4 0,-14 0-2 15,18 2-1-15,-18-2 5 16,20 1-1-16,-20-1-5 0,14 2 8 0,-14-2 4 0,14 0 0 15,-14 0 0-15,0 0 1 0,21-2 0 16,-21 2-4-16,15 0-1 0,-15 0-1 16,18-3 7-16,-7 1-8 0,0 1 2 15,7-3 0-15,-2 4-2 0,9-3 5 0,0 1-6 16,2 0 0-16,5 2 2 0,8-1 13 16,3-3-12-16,0 2-1 0,1 2-2 0,3-1 0 15,0-1 3-15,-2-1-2 0,3 3 4 16,-3 0 0-16,1 0-1 0,-4 0-4 15,1 0 3-15,-13 0-1 0,-6 0 1 0,-5 0 0 16,1 0-6-16,-7-2 8 16,0 2 0-16,-13 0-2 0,23 0 1 0,-23 0-1 15,17 0 1-15,-17 0 2 0,15 0-5 16,-15 0 2-16,0 0-1 0,19 0-2 0,-19 0 4 16,0 0 1-16,15 0 0 0,-15 0-4 15,0 0-1-15,20 0 4 0,-20 0 0 0,17 0-1 16,-17 0 3-16,22-2-5 0,-6 2 3 15,5-2-4-15,5 0 3 0,15-1-1 0,-1 2 0 16,6-1 15-16,-1-1-16 0,5-1 2 16,-5 0-2-16,5 3-1 0,-1-2 0 15,-3 1 2-15,-1 0 3 0,0 0-4 0,-4 0-2 16,-8 1-2-16,-8 1 5 0,-4-3 5 16,-2 3-4-16,0 0 1 0,-2 0-4 0,0-2 5 15,-1 0-4-15,-2 1-2 16,0-1 6-16,1-2-1 0,5 2-2 0,-6-2-1 15,6 2 3-15,-3-2-1 0,4 0-3 16,2 2 5-16,0-3-5 0,-3 1 0 0,1 2 6 16,1-1-5-16,-6 0 8 0,4 1-6 15,-3 0 4-15,0-4-4 0,-3 4 1 0,0-3 1 16,0 2 0-16,-3-1-4 0,0 2 4 16,3-3 1-16,-3 1-4 0,0 2-1 0,-2-2 4 15,-9 4-3-15,16-5-1 0,-7 2 3 16,-9 3 1-16,13-4-2 0,-13 4 5 15,9-2-4-15,-9 2 3 0,0 0-4 16,18 0-8-16,-18 0 8 0,12 8-3 16,-6-3 1-16,2 4 0 0,0 2 5 0,-3 5 5 15,3 2 3-15,-2 7-1 0,1 8 0 16,-3 3 18-16,4 3 8 0,-5 2-1 0,4 1-6 16,0 12-3-16,-1-11 5 0,-3 0 2 15,5 0-6-15,0-3 16 0,-2 2-19 0,-1-5 18 16,1-2-23-16,-1-10 3 0,-3 0 16 15,3-7-7-15,-3 0-2 0,-2 1 3 0,1-6-2 16,-1 1-1-16,0-2-3 16,-1 0 0-16,1 2-4 0,-2-4 6 0,2 3-6 15,-2-1-1-15,-3 0 2 0,5 0-3 16,-2 1-1-16,2 1 0 0,-1 1 42 0,-1-1 11 16,0-1-12-16,0-1-1 0,0 0-8 15,0-1-3-15,2-1-9 0,-2-1-4 16,2-1-3-16,0-8-1 0,0 12-2 0,0-12-5 15,-1 10-1-15,1-10-4 0,0 9 3 16,0-9-5-16,-2 6 0 0,2-6-5 0,0 0 0 16,-4 11 1-16,4-11-1 0,0 0-1 15,0 0 0-15,-2 7-3 0,2-7 3 0,0 0 0 16,0 0-4-16,0 9 1 16,0-9-2-16,0 0-1 0,0 0-1 0,-4 6 3 0,4-6-5 15,-8 5 2-15,8-5 0 0,0 0 2 16,-15 5-5-16,7-3 2 0,8-2 4 15,-20 5-1-15,8-5-3 0,-9 2-2 16,0 0-1-16,-6-4 0 0,-1 2 0 0,-3 0 0 16,-8-2 0-16,-1 1 0 0,-1-1 0 15,3-2 0-15,6 4 0 0,-6-3 0 0,8 1 0 16,5 1 0-16,-2-1 0 0,0-2 0 16,0 1 0-16,2 0 0 0,-11-4-4 15,2 0-12-15,5 2 4 0,3 1 3 0,-12-2-5 16,2 1 6-16,0-1 2 0,-3 1 1 15,8 2 1-15,5-1-1 0,-10-2-2 0,3 4 13 16,7 0-10-16,-3 1-3 0,-11-3 3 16,8 2-5-16,-8 1 5 0,6-1 1 15,-7-1-1-15,2 3 3 0,-1-2 2 16,5 2-4-16,-5-4-1 0,0 2 8 0,2 1-3 16,3 1-3-16,5-3-2 0,-1 3 1 15,3 0-1-15,0-2 5 0,7 4-3 0,-2-2 0 16,1 0-1-16,4-2 2 0,0 2 5 15,5 0-6-15,-2 0 5 0,0 0-6 16,15 0-6-16,-27 0 4 0,15 0-1 16,-1 2-1-16,13-2 9 0,-23 0 2 0,10 0-5 15,-1 0 7-15,14 0-5 0,-26 0 0 16,13 0 0-16,-4-2-6 0,-1 2 8 0,-3 0-4 16,3-2 3-16,-4 2-5 0,-1 0 1 15,3 0 2-15,-1 0 0 0,-2 0 2 0,1 0 1 16,-3 2-4-16,1-2-2 0,1 0 3 15,-3-2 0-15,2 2-1 0,2 0 1 0,-3 0 7 16,0 0-7-16,0 0 1 0,-1 2-3 16,-1-2 3-16,-2-2 0 0,3 4-2 0,0-4 1 15,-1 2-2-15,-2 0 4 0,2 0 0 16,2 0 0-16,-1-2-3 0,2 2 2 0,1 0-1 16,-1 0-9-16,-1 2 7 15,0-2 3-15,5 0-3 0,-1 0-1 0,0 0 4 0,-1 0-2 16,-2 2-2-16,-2-2 1 15,3 0 10-15,-2 2-8 0,2-2-1 0,-3 0 2 16,3 0-4-16,-4 3 0 0,4-3 6 16,0 0-5-16,0 0 2 0,-3 0 5 0,1 1-13 15,-2 1 8-15,0-2 4 0,0 0-4 16,1 2 2-16,1-2 3 0,-1 2-4 0,-3 0-3 16,2-2-2-16,0-2 3 0,7 4 4 15,-3-2-2-15,2 0-2 0,1 0-3 16,2 0 7-16,2 0-3 0,1 0 0 0,2 0 1 15,0 0 1-15,0 0-4 0,1 0-1 16,1 0-1-16,11 0 3 0,-22 0-10 16,13 3 13-16,9-3-6 0,-17 2 6 15,5-2-2-15,12 0-4 0,-15 3 10 0,7-3-5 16,8 0 3-16,-17 4-7 0,9-3 4 16,8-1-1-16,-13 2-2 0,13-2 2 0,-13 2 1 15,5 1 2-15,8-3-5 0,-11 5 1 16,11-5 1-16,-12 2 3 0,12-2 3 0,-11 3-4 15,11-3 3-15,-7 4 0 0,7-4-5 16,0 0 2-16,-14 0 1 0,14 0 0 16,0 0-2-16,-9 3 4 0,9-3 7 0,0 0 17 15,0 0 1-15,0 0-2 0,0 0-3 16,-18-5-10-16,18 5-15 0,-4-3 0 16,4 3 0-16,-5-6 0 0,5 6 0 0,-6-6 0 15,6 6 0-15,-2-9 0 0,2 9 0 16,-3-8 0-16,-1 4 0 0,4 4 0 0,-5-8 0 15,3 0 0-15,2 8 0 0,-1-9 0 16,1 0 0-16,0 0 0 0,0 1 0 0,0-1 0 16,1-3 0-16,1-5 0 0,3-1 0 15,1-4 0-15,3-10 0 0,0-6 0 0,1-10 0 16,3-5 0-16,-1-4 0 16,-1-1 0-16,-2-2 0 0,2 2 0 0,-8 2 0 15,1 11 0-15,0 3 0 0,-4 3 0 16,2 3 0-16,-2 7 0 0,-2 3 0 0,2 7 0 15,-2 0 0-15,0 1 0 0,2 7 0 16,-2-3 0-16,2 4 0 0,0 2-17 0,-2-1-113 16,2 1-77-16,0 8-69 0,0-10-94 15,0 10-107-15,0 0-137 0,0 0-201 0,0 0 37 16,0 0 89-16,-8 20-610 0,4-8-756 16</inkml:trace>
  <inkml:trace contextRef="#ctx0" brushRef="#br0" timeOffset="166437.81">13423 6987 3243 0,'-4'-9'-152'0,"4"9"26"0,-2-7 50 16,2 7 53-16,0-8 49 0,0 8 35 0,-1-7 26 15,1 7 11-15,0 0 15 0,-2-8 4 0,2 8 6 16,0 0-3-16,2-10-7 0,-2 10-11 15,1-5-9-15,-1 5-10 0,6-6-4 0,-6 6 4 16,12-6-5-16,-5 5-6 16,3 0-8-16,4-1-6 0,-2 0-5 0,6 0-5 0,2 0-4 15,7 0 11-15,4 0 0 16,8 2-8-16,6-4 0 0,0 3-7 0,1-1-3 16,8 0-2-16,9 0-5 0,1 1-1 15,3 1-1-15,-3-3-7 0,-1 3 2 0,-7 3-4 0,-5-3-3 16,10 5-1-16,-9-2-2 15,-5-2 2-15,3 2-1 0,-3 1-6 0,1-2-1 16,-1 2 1-16,0-2-1 0,-6-1 0 16,2 0 0-16,-4 3 0 0,1-2 2 0,1 0-3 15,-9 0-2-15,-1 0 4 0,-3-2-5 16,12 1 2-16,-6-1-3 0,-3 0 1 16,-1-1 3-16,13 1-2 0,-9 0 0 0,5-4 0 15,-6 4 0-15,-6-2-1 0,-1 0-5 16,-1-2 4-16,-3 4 1 0,-4-1-2 15,1 0 0-15,-6 1 3 0,0-4-4 16,3 4 4-16,-3-2-5 0,1-2 2 0,1 2 1 16,0 2 0-16,4-3-1 0,0 2-1 15,6-2 1-15,-4 1 0 0,3 0-3 0,1-2 5 16,0 2-2-16,2 0-4 0,-2 0 2 16,4 0-2-16,-5 0 4 0,-1 0-4 0,-2 0 3 15,0 2 1-15,-2 0-2 0,0-3 0 16,0 2 2-16,0-1 0 0,2 0-1 15,1 0-1-15,2 2 0 0,0-3 1 16,5 3-2-16,0 0 2 0,10-4-1 0,-6 6 2 0,7 0-1 16,0-2-1-16,-6 2 1 15,6 1-3-15,4 1 6 0,-2 0-3 0,1-2 3 16,-4 2-3-16,3 2 0 0,0-4-2 16,-2 1 5-16,2 2-3 0,-2-2 3 0,4 1-3 15,-2-2 3-15,0 0-1 0,-1 2-1 16,2-2 2-16,-3-2-2 0,-6 0 15 15,-6 0 3-15,3 2 0 0,-4-4 5 0,-1 2-4 16,-1-2 2-16,-4 4-1 0,-4-2 1 16,1 0 11-16,-3 0 5 0,-4 2 4 0,1-2-1 15,-12 0-3-15,16 0-3 16,-16 0-5-16,16-2-1 0,-16 2-2 0,11 0-3 16,-11 0 0-16,12 0-5 0,-12 0 16 15,11 2 3-15,-11-2 2 0,13 5-3 0,-6-4-6 16,0 7 0-16,0-1-1 0,-1 6-1 15,-1 4-6-15,0 2 3 0,-1 3-2 0,-2 14-1 16,-4 5 25-16,2 3 2 0,0 2 24 16,-4 10 16-16,4-11-4 0,0 4 15 0,2 1-6 15,-2-4 18-15,0-1 3 0,2-4-3 16,0-3-9-16,-1-9-11 0,-1-7-10 0,0-3-8 16,0-5-5-16,2 1 0 15,-2-2 18-15,2-3 14 0,-2 0 5 0,0-1 8 0,0-3 0 16,0-6-4-16,2 12-111 15,0-4 0-15,-2-8 0 0,2 7 0 0,-2-7 0 16,2 7 0-16,-2-7 0 0,0 0 0 16,0 9 0-16,0-9 0 0,0 0 0 0,0 0 0 15,0 0 0-15,-2 8 0 0,2-8 0 16,0 0 0-16,0 0 0 0,0 0 0 16,-10 6 0-16,10-6 0 0,0 0 0 15,-15 0 0-15,15 0 0 0,-15 0 0 0,15 0 0 16,-19 0 0-16,19 0 0 0,-29-3 0 0,11 3 0 15,-6 0 0-15,-2 0 0 0,-1 0 0 16,-4 0 0-16,-10 0 0 0,-2-4 0 16,0 3 0-16,-2-3 0 0,-2 0 0 15,-3 0 0-15,-11 1 0 0,14 2 0 0,-4-1 0 16,-3 0 0-16,3 2 0 0,1 0 0 16,-12 2 0-16,10 0 0 0,-9 2 0 0,-4-4 0 15,2 3 0-15,1 0 0 0,-1 1 0 16,-2-1 0-16,4 1 0 0,11-1 0 0,0 0 0 15,1-1 0-15,1 2 0 16,1-1 0-16,-1 0 0 0,3 1 0 0,-3-2 0 16,3 0 0-16,-3 2 0 0,-1-2 0 15,4 1 0-15,1-1 0 0,0 0 0 0,-4 0 0 16,1 1 0-16,1 2 0 0,-1-1 0 16,1-2 0-16,2 2 0 0,-2 0 0 0,3-1 0 0,-2 1 0 15,6-2 0-15,-3 1 0 16,1-2 0-16,4 3 0 0,-3-1 0 0,-3 1 0 15,9-2 0-15,-6-1 0 0,-1-1 0 16,-2 2 0-16,0 0 0 0,-3-1 0 0,2 1 0 16,-4 0 0-16,1-2 0 0,-3 2 0 15,0-2 0-15,1 0 0 0,1 0 0 0,-1 3 0 16,1-3 0-16,3 0 0 0,1 1 0 16,0-1 0-16,2 0 0 0,0 2 0 15,3-2 0-15,-4 2 0 0,13 0 0 16,1-2 0-16,-2 1 0 0,5 1 0 0,-3-2 0 15,0 0 0-15,5 2 0 0,-1 0 0 16,2-2 0-16,7 1 0 0,-11 1 0 0,9 0 0 16,-3 0 0-16,3-1 0 0,-4 3 0 15,5-2 0-15,2 0 0 0,2 0 0 0,-3 2 0 16,4-3 0-16,-1 1 0 0,2 2 0 16,-1-3 0-16,12-1 0 0,-14 5 0 0,8-5 0 15,6 0 0-15,-12 1 0 0,12-1 0 16,0 0 0-16,-13 1 0 0,13-1 0 0,0 0 0 15,0 0 0-15,0 0 0 16,0 0 0-16,-13-5 0 0,13 5 0 0,-3-7 0 0,3 7 0 16,0-11 0-16,0 2 0 15,0-3 0-15,5-4 0 0,2-4 0 0,1-14 0 16,1-1 0-16,9-14 0 0,-6-5 0 16,2-2 0-16,3-4 0 0,1-2 0 0,1 2 0 15,-4 6 0-15,0-2 0 0,-3 10 0 16,-3 12 0-16,-4 2 0 0,4 11 0 0,-4 2 0 15,-3 5 0-15,4 0 0 16,-3 4 0-16,1-1 0 0,-2 5 0 0,-2-1 0 16,4 0-30-16,-2 1-347 0,2 0-111 15,-4 6-118-15,7-10-162 0,-5 5-44 0,0-2 76 16,4 0-752-16,-5-2-934 0</inkml:trace>
  <inkml:trace contextRef="#ctx0" brushRef="#br0" timeOffset="194246.19">17805 7435 5170 0,'-7'5'345'0,"5"0"30"0,2-5 41 0,-7 4-14 0,7-4-23 0,0 0-29 0,0 0-31 0,0 0-57 15,0 0-89-15,0 0-173 16,0 0 0-16,40-13 0 0,-8-1 0 0,5 1 0 16,10-7 0-16,1 2 0 0,-2 1 0 15,-9 3 0-15,-1-1 0 0,-2 3 0 0,-6 2 0 16,-6-1 0-16,-6 6 0 0,-3 1 0 16,-1 0-1-16,-4 3-482 0,-8 1-80 0,0 0-81 15,0 0-130-15,0 0-40 16,-22 21 85-16,-2-2-694 0,-2 5-873 0</inkml:trace>
  <inkml:trace contextRef="#ctx0" brushRef="#br0" timeOffset="194462.77">17829 7796 4319 0,'-6'8'289'16,"4"-2"75"-16,1-1 59 0,1-5 48 0,0 0 24 16,0 0 15-16,0 0-15 0,0 0-20 15,34-15-125-15,-15 5-350 0,15-5 0 0,2 1 0 16,12-5 0-16,0-1 0 0,0 1 0 15,-11 6 0-15,-1 0 0 0,-5 0 0 0,-6 5 0 16,-8 1 0-16,-2 3 0 0,-1-2 0 16,-3 2 0-16,0 1 0 0,-2 2 0 0,-9 1 0 15,0 0 0-15,0 0 0 16,0 0 0-16,0 0-246 0,-9 14-629 0,-2-5-63 16,-5 3 86-16,-6 5-944 0,-3 0-1224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3:12:31.9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17151 1676 1274 0,'0'0'416'0,"-4"-8"-115"0,4 8-54 0,-2-7-24 0,2 7-12 0,0 0 4 0,-2-8-2 0,2 8-6 0,0 0 6 0,-1-9 5 16,1 9-2-16,0 0-6 0,0 0-10 0,0 0-11 15,0 0-11-15,0 0-10 0,0-10-5 16,0 10-11-16,0 0-12 0,0 0-11 15,0 0 27-15,0 0 25 0,0 0 3 0,1 25 3 16,-1-11 1-16,0 5-1 0,-3 8-6 16,-4 6-7-16,0 4-5 0,-2-2-12 15,-4 1-5-15,2 0-10 0,-1 0-12 0,-4-5 0 16,5 2-10-16,-3-2-9 16,-1-2-10-16,8-5-43 0,-2-4-58 0,4-2 0 15,1-3 0-15,2-1 0 0,2-2 0 16,0 1 0-16,2-1 0 0,4-1 0 0,-1-1 0 15,5-2 0-15,1 3 0 0,1-5 0 16,0 3 0-16,0-2 0 0,4-2 0 0,-1 0 0 16,1 0 0-16,-2 1 0 0,-1-3 0 15,-1 3 0-15,-1-4 0 0,-2 2 0 16,-9-4 0-16,16 6 0 0,-5-4 0 0,-11-2 0 16,13 4 0-16,-13-4 0 0,9 4 0 15,-9-4 0-15,12 3 0 0,-12-3 0 16,9 1 0-16,-9-1 0 0,9 3 0 15,-9-3 0-15,0 0 0 0,0 0 0 0,20 0 0 16,-20 0 0-16,0 0 0 0,0 0 0 0,14-7-208 16,-9 3-341-16,-1-2-117 15,-1 2-191-15,5 0-12 0,-4-3 98 0,1 2-682 16,-5 5-901-16</inkml:trace>
  <inkml:trace contextRef="#ctx0" brushRef="#br0" timeOffset="680.69">17820 1860 3683 0,'5'-3'-119'0,"-5"3"67"0,0 0 50 0,0 0 45 0,0 0 58 0,0 0 45 0,7-5 32 0,-7 5 25 16,0 0 13-16,0 0 1 0,0 0-6 15,0 0-1-15,11-5-12 0,-11 5-4 16,0 0-13-16,0 0-9 0,0 0-18 0,3-8-17 16,-3 8-4-16,0 0-15 0,0 0 1 15,-3-12-1-15,3 12-15 0,-6-9-4 0,4 1-13 16,2 8-13-16,-10-14-10 0,5 7-1 15,-5 1-6-15,2-2-6 0,-1 2-4 16,-2 0-7-16,-3 6-1 0,-3-3-7 16,1 3-5-16,-7 3 0 0,-1 3-8 15,-8 5 10-15,3 3 2 0,3 4 2 0,1 1-1 16,2 5 7-16,2 0 3 0,4 2-2 16,4 1 0-16,1 2 3 0,6-2-6 0,4-4 0 15,2 0-3-15,2 3 3 0,4-3-4 16,6 6 1-16,-1-3-5 0,5-4-4 15,0-5 7-15,-3-3-6 0,5-2-3 16,-1-2 3-16,2-1-7 0,-4-1 3 16,0-6 7-16,-1 3 0 0,1-3 0 0,-1 0-16 0,-3 1-12 15,0-3 0-15,3 0 0 16,-5 2 0-16,-9-2 0 0,19 0 0 0,-9 0-96 16,-10 0-89-16,13-4-72 0,-13 4-81 15,15-1-80-15,-6-1-107 0,-9 2-139 0,16-5-155 16,-8 3 56-16,-8 2-640 0,11-2-856 15</inkml:trace>
  <inkml:trace contextRef="#ctx0" brushRef="#br0" timeOffset="1416.37">18404 1941 3609 0,'0'-11'-117'0,"0"11"56"0,0 0 35 0,2-6 35 0,-2 6 30 0,0 0 24 0,0 0 23 0,4-9 22 0,-4 9 10 16,0 0 8-16,0 0 7 0,0 0 10 0,6-7 5 15,-6 7 2-15,0 0 6 0,0 0-1 16,0 0 1-16,4-5 7 0,-4 5-1 16,0 0 1-16,0 0-1 0,0 0 5 15,7-7-4-15,-7 7-12 0,0 0-10 16,4-7-11-16,-4 7-9 0,4-6-7 0,-4 6-2 16,2-13-8-16,0 7-8 0,-1-3-7 15,-1 1-9-15,0-4 1 0,0 3-11 0,0-1-9 16,-1-2-2-16,-1 0-5 0,0 0-9 15,-2 1-4-15,2 0-4 0,-1 1-8 16,-5-4-6-16,3 3 4 0,-5 2-4 16,-2 2-9-16,-1 1 4 0,-2 0-5 0,-3 4-3 15,2 1-3-15,-2 1 3 0,1 3 2 16,-4 1-8-16,4 2-1 0,-2 0 3 16,3 2 0-16,4-2-7 0,-1 3 6 0,1-1-4 15,2 1-1-15,5 0 1 0,0 0 3 16,5 3-3-16,0-1 8 0,5-1 1 15,0 4-7-15,3-1 2 0,3 3 6 0,1 1-8 16,6 5 3-16,4 0 5 0,-3 0-8 16,-1-1 4-16,4 3-4 0,-5-3-3 0,-2-2-2 15,-4-5 3-15,1 1 3 0,-5-3 7 16,3 1 9-16,-7-3 18 0,2 2 23 16,-1 3 26-16,-2-3 32 0,-2 2-115 15,-4-6-4-15,0 2 0 0,-2 1 0 16,-4-1 0-16,-2-2 0 0,-2 3 0 0,1-4 0 15,-5-3 0-15,3 2 0 0,3-3 0 16,0-3 0-16,-2 0 0 0,14 0 0 0,-23-5 0 16,11-2 0-16,3 2 0 0,2-2 0 15,-2-1 0-15,2 1 0 0,3 0 0 0,-1 2 0 16,1 0 0-16,1 0 0 0,3 5 0 16,-9-9 0-16,9 9 0 0,-4-5 0 0,4 5-577 15,0 0-280-15,0 0-83 0,0 0 84 16,0 0-831-16,0 0-1123 0</inkml:trace>
  <inkml:trace contextRef="#ctx0" brushRef="#br0" timeOffset="1932.79">16898 2753 4418 0,'-20'0'-134'0,"3"0"42"0,0 0 53 0,1 0 62 0,16 0 56 0,-18 0 46 0,18 0 17 0,-20-1-1 16,20 1-9-16,0 0-3 0,-14 1-3 0,14-1-6 15,0 0-7-15,0 0-7 0,0 0-11 16,0 0-4-16,54-6-9 0,5 2-10 0,18-1-7 16,11-3-9-16,30-1-8 15,6 6 0-15,7-5-6 0,8 4-4 0,2 4-7 16,0 0-2-16,-1 0 0 0,-9 3-3 0,-7 0-3 15,-31-3-14-15,-13 0 0 16,-9 0 0-16,-21 2 2 0,-11 0 28 0,-6 0 20 16,-8-2 25-16,-4 0 31 0,-8 0 18 15,-2 0 18-15,-11 0-2 0,19 0-11 0,-19 0-7 16,15-2-15-16,-15 2-17 0,0 0-16 16,16 0-32-16,-16 0-56 0,0 0-85 15,0 0-67-15,0 0-79 0,0 0-85 16,1 3-96-16,-1-3-116 0,0 0-169 0,0 0-65 15,-17 11 73-15,10-8-540 0,-5 1-696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3:13:25.67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3744 2157 1252 0,'-19'-4'356'16,"0"-1"-71"-16,2 2-26 0,-2-1-31 15,3 1 0-15,0 0 4 0,-2-1 2 0,1 3-7 16,-2-3 13-16,1 2 11 0,4 1 3 16,1-1 2-16,-1 2-1 0,3-3-8 15,11 3-14-15,-20-2-12 0,20 2-6 16,-14-2-18-16,14 2-24 0,-11-2-19 16,11 2-18-16,0 0-4 0,0 0 0 0,0 0-8 15,36 9-10-15,-7-9-12 0,21 0-6 16,13-2-9-16,3-1-16 0,4-3-11 0,-4 2-12 15,-3-4-35-15,-4-1-34 0,-2 3-25 16,-17 0-27-16,-4 2-22 0,-7 0-18 16,-8 2-35-16,-6-2-36 0,-1 4-49 0,-5 0-41 15,-9 0-44-15,14-3-67 0,-14 3-63 16,0 0-101-16,0 0-122 0,0 0 38 0,0 0-361 16,-31 15-469-16</inkml:trace>
  <inkml:trace contextRef="#ctx0" brushRef="#br0" timeOffset="309.7">3988 2029 2921 0,'0'0'44'0,"0"0"32"16,-6-6 22-16,6 6 16 0,0 0 9 0,0 0 11 16,0 0 34-16,0 0 27 0,0 0 10 15,0 0-4-15,27 17-12 0,-16-6-18 16,3 3-15-16,-1 2-12 0,4 9-5 0,0-3-13 15,-5-3-8-15,-3-2-4 16,1-2-5-16,-6 1-3 0,2-3 8 0,-4-1 9 16,-1 2 4-16,-1-2-9 0,0 1 4 15,-3-1-10-15,-3-1-5 0,0 1-18 0,-2-1 0 16,-1 1-15-16,-3-2-6 0,1-1-9 16,0-1-24-16,-5 0-44 0,1 0-44 15,2-4-56-15,-2 1-68 0,1-1-85 0,1-1-89 16,2 1-92-16,1-1-124 0,0 1-177 15,1 1 53-15,1 0-493 0,2 2-650 0</inkml:trace>
  <inkml:trace contextRef="#ctx0" brushRef="#br0" timeOffset="1526.83">5059 3067 3069 0,'0'-3'-77'15,"0"3"46"-15,0 0 36 0,4-11 25 0,-4 11 26 16,0 0 27-16,4-8 40 0,-4 8 23 16,0 0 20-16,0-7 7 0,0 7 3 15,0 0 1-15,0 0-10 0,0 0-3 0,2-8-9 16,-2 8-8-16,0 0-13 0,0 0-13 15,0 0-18-15,0 0-11 0,0 0 6 0,0 0 23 16,-10 25 3-16,-2 4-1 16,-1 4 12-16,-2 12 19 0,-2 1 8 0,-2-2 12 15,0 5-7-15,0-1 1 0,-2-4 0 16,4 2-9-16,-1-2-5 0,7-13-11 16,-1 3-1-16,1-5-5 0,4-7-4 0,0-5-7 15,4-3-8-15,-3-1-7 0,4-1-8 0,-1-5-11 16,1 2-92-16,0-2 0 0,2-7 0 15,-6 11 0-15,6-11 0 0,0 10 0 16,0-10 0-16,-3 6 0 0,3-6 0 16,-2 8 0-16,2-8 0 0,0 0 0 0,-5 6 0 15,5-6 0-15,0 0-29 0,0 0-292 16,-9 0-72-16,9 0-64 0,0 0-66 16,0 0-82-16,-13-16-136 0,8 9-19 15,4-2 61-15,-5-2-547 0,4-1-707 0</inkml:trace>
  <inkml:trace contextRef="#ctx0" brushRef="#br0" timeOffset="1875.62">4658 3250 3393 0,'-5'-11'-24'0,"-1"1"43"0,3 0 41 0,-1 4 51 0,0-1 46 0,4 7 49 0,-2-10 29 0,2 10 18 16,-3-11-15-16,3 11 9 0,-3-6-28 15,3 6-18-15,0 0-25 0,0 0-17 0,0 0 21 16,0 0 16-16,0 0-3 16,0 0-8-16,30 21-18 0,-8 0-4 0,1 2-2 15,2-3-10-15,0 1-16 0,1 1-6 16,-2-3-9-16,-2-2-10 0,1 2-9 16,-7-7-9-16,-2-2-4 0,-3-1-7 0,-1-2-2 15,-2 0 3-15,-1-1-5 0,-1-2-26 16,-1-1-51-16,-5-3 0 0,11 7 0 0,-11-7 0 15,7 7 0-15,-7-7 0 0,7 4 0 16,-7-4 0-16,0 0 0 0,6 4 0 16,-6-4 0-16,0 0 0 0,2 4-127 15,-2-4-214-15,0 0-91 0,0 0-105 16,0 0-133-16,0 0-170 0,0 0 65 0,0 0 74 0,-33-14-581 16,26 9-740-16</inkml:trace>
  <inkml:trace contextRef="#ctx0" brushRef="#br0" timeOffset="2659.77">5160 1968 3288 0,'2'-12'-137'15,"-2"12"46"-15,2-9 39 0,-2 9 36 16,0-8 33-16,0 8 36 0,0-9 34 0,0 9 25 15,0 0 19-15,0-12 15 0,0 12 10 16,0 0-2-16,2-8-5 0,-2 8-6 0,0 0-12 16,0 0-14-16,0 0-2 0,0 0 17 15,0 0 4-15,-19 24 8 16,3 1 12-16,-1 1 10 0,-2 6 13 0,-6 11 5 0,1-3 10 16,-3 1-2-16,0-3-8 15,3 1-8-15,1-2-2 0,3-8-9 0,6-4-8 16,-4 0-12-16,7-5-15 0,2-5-9 0,0-3-9 15,2-1-8-15,3-2-12 16,-1-1-6-16,1-1-7 0,0-2-1 0,4-5-5 16,-6 10-7-16,2-6-6 0,4-4-4 15,0 0-8-15,-7 8-2 0,7-8-20 0,-4 5-22 16,4-5-42-16,0 0-73 0,0 0-65 16,0 0-63-16,0 0-78 0,0 0-78 15,0 0-89-15,-16-13-109 0,13 8-155 0,1-2-29 16,0-2 71-16,2 1-513 0,0-3-682 15</inkml:trace>
  <inkml:trace contextRef="#ctx0" brushRef="#br0" timeOffset="3092.42">4783 1959 3193 0,'-3'-6'-66'16,"3"6"49"-16,-7-12 34 0,7 12 40 15,-2-9 48-15,2 9 50 0,2-8 38 0,-2 8 21 16,4-14 9-16,-2 9 0 0,-2 5-5 16,6-12-2-16,-4 7-13 0,-2 5-19 0,5-7-18 15,-5 7-19-15,0 0-1 16,11-2 21-16,-11 2-1 0,22 12-6 16,-7 0-15-16,8 7 15 0,3 1-2 0,3 9 15 15,3 5-10-15,4 1-10 0,0 2-10 16,1 0-12-16,3 1-13 0,-2-2-5 0,-4-2 0 15,0-3 6-15,-7-8-2 0,-4 1-6 16,-1-5-4-16,-10-4-10 0,0-1-97 16,0-4 0-16,-5-2 0 0,-2-1 0 0,4-3 0 15,-4 2 0-15,-1 0 0 16,-4-6 0-16,9 8 0 0,-9-8 0 0,9 5 0 16,-9-5 0-16,5 7 0 0,-5-7 0 0,4 3 0 15,-4-3 0-15,0 0 0 0,7 6 0 16,-7-6 0-16,0 0 0 0,0 0 0 15,0 0 0-15,0 0 0 0,0 0 0 0,0 0-284 16,0 0-434-16,0 0-251 0,0 0 70 16,0 0 99-16,-30-8-738 0,30 8-981 15</inkml:trace>
  <inkml:trace contextRef="#ctx0" brushRef="#br0" timeOffset="3925.85">3491 2232 4032 0,'-13'-2'-137'0,"1"2"50"0,12 0 44 16,-17-3 42-16,17 3 58 0,-14-1 37 15,14 1 31-15,0 0 19 0,-13-4 18 0,13 4 0 16,0 0 1-16,-12-2 0 16,12 2-1-16,0 0-5 0,0 0-10 0,-11-2-16 15,11 2-11-15,0 0-10 0,0 0-21 16,0 0-1-16,0 0 19 0,0 0 6 0,0 0-4 16,48-8-6-16,-12 3-4 0,6-2-19 15,15 0 1-15,0 0-20 0,4 4-2 16,-3-4 2-16,-1 0-7 0,-12 4-9 0,1-2 0 15,-10 1-3-15,-3 1-3 0,-10 1 16 16,-5 0-1-16,2 1 11 0,-7 1 19 0,-1-2 10 16,-12 2 7-16,20-2 1 15,-20 2-4-15,16-4-6 0,-16 4-10 0,13 0-11 16,-13 0-4-16,10-1-9 0,-10 1-9 16,0 0-29-16,0 0-36 0,16-3-51 15,-16 3-82-15,0 0-78 0,0 0-85 0,13 0-119 16,-13 0-154-16,0 0-258 0,0 0 24 15,0 0 88-15,0 0-578 0,0 0-766 0</inkml:trace>
  <inkml:trace contextRef="#ctx0" brushRef="#br0" timeOffset="4309.45">3939 2036 3835 0,'-12'-5'68'0,"12"5"67"0,-9-2 39 0,9 2 40 0,0 0 34 0,-8-2 27 16,8 2 10-16,0 0-17 0,0 0-13 0,0 0-31 15,0 0-21-15,0 0-10 0,0 0 0 16,0 0-14-16,0 0-16 0,52 11-15 16,-23 2-17-16,0 1-13 0,2 4-12 0,-1-1-11 15,-3 6-6-15,-2-1-10 0,-4 2-2 16,-3-2-11-16,-2 4 0 0,-8-6 3 0,-5-1 7 15,-3 1-2-15,0-2 5 0,-5 5-73 16,-3-4-6-16,-1 9 0 16,-3-5 0-16,3-4 0 0,-2-2 0 0,-1-2 0 15,4-3 0-15,-1-2 0 0,5 0 0 16,-2-1 0-16,0-2 0 0,3-2 0 0,1 2 0 16,-2-4 0-16,4-3 0 0,-5 11 0 15,5-11 0-15,-5 5-29 0,5-5-332 0,-4 5-117 16,4-5-121-16,0 0-167 0,-13 0-93 15,13 0 74-15,-9 2-682 0,9-2-916 16</inkml:trace>
  <inkml:trace contextRef="#ctx0" brushRef="#br0" timeOffset="5157.78">5549 2063 3663 0,'-16'0'-201'0,"16"0"57"0,-14 0 62 16,14 0 53-16,-16 0 46 0,16 0 45 0,-17 0 42 15,17 0 32-15,-15-3 22 0,15 3 20 16,0 0 17-16,-21 3 6 0,21-3 12 16,0 0-7-16,-16 0 2 0,16 0-6 0,0 0-16 15,0 0-12-15,0 0-12 0,-14 0-22 16,14 0-10-16,0 0-4 0,0 0 5 0,0 0-16 16,45-3-8-16,-20 1-19 15,4-2-13-15,10 1-5 0,1-2-3 0,-1 1-8 16,-7 0-3-16,-5 2-11 0,-7 0-3 15,0 2-2-15,-6 0-4 0,0-3-1 16,-3 3-6-16,1 0 8 0,-1 0-12 0,-11 0 1 16,16-2-1-16,-16 2-3 0,11 0-10 15,-11 0-12-15,11-2-22 0,-11 2-36 0,0 0-45 16,0 0-58-16,14 0-59 0,-14 0-93 16,0 0-96-16,0 0-135 0,0 0-201 15,0 0 2-15,-2 7 87 0,2-7-423 0,-13 12-551 16</inkml:trace>
  <inkml:trace contextRef="#ctx0" brushRef="#br0" timeOffset="5608.61">5513 2342 2866 0,'-14'-2'-18'0,"14"2"40"0,-11 0 33 0,11 0 38 16,-12-6 33-16,12 6 39 0,-11 0 16 0,11 0 6 15,-9-3 4-15,9 3-3 16,-10 0-1-16,10 0-4 0,0 0-5 0,0 0-9 15,-13 0-12-15,13 0-16 16,0 0-7-16,0 0-15 0,0 0 8 0,0 0 23 0,0 0-11 16,0 0-7-16,57-4-7 0,-30 2-17 15,12-4-2-15,5 4-13 0,-2-4-7 16,0 0-16-16,-1 3 7 0,-5-1 1 16,-8 2 11-16,-7-2-2 0,-4 2 13 15,-4 0 0-15,1 2 5 0,-7-3-1 0,-7 3-6 16,18-1-11-16,-18 1-7 0,13-2-3 15,-13 2-10-15,0 0-12 0,16-2-20 0,-16 2-38 16,7-2-69-16,-7 2-74 0,0 0-81 16,5-2-116-16,-5 2-124 0,0 0-147 15,0 0-221-15,0 0 54 0,0 0 92 0,-26 12-509 16,11 1-662-16</inkml:trace>
  <inkml:trace contextRef="#ctx0" brushRef="#br0" timeOffset="6274.59">5364 3359 3141 0,'-14'-2'-69'0,"14"2"53"0,0 0 51 0,-22-2 38 0,22 2 36 16,-12 0 52-16,12 0 27 0,0 0 15 15,0 0 10-15,-13-3-5 0,13 3-9 0,0 0-7 16,0 0-3-16,0 0-2 0,0 0-12 16,19-11-14-16,-2 5-19 0,6-1-12 0,10-2-14 15,1-1-8-15,2 2-7 0,2-1-18 16,-2 0-8-16,-1-1-5 0,-4 5-1 0,-11-3-11 15,-1 6-2-15,-1-2-5 16,-3-2-4-16,-3 6 6 0,0-2 1 0,-12 2-3 16,15-5-6-16,-15 5-9 0,14-4 0 15,-14 4-14-15,9-2-33 0,-9 2-35 16,0 0-43-16,11-4-63 0,-11 4-68 0,0 0-81 16,0 0-97-16,0 0-117 0,3 11-186 15,-3-11 6-15,0 0 76 0,-14 16-403 0,7-8-497 16</inkml:trace>
  <inkml:trace contextRef="#ctx0" brushRef="#br0" timeOffset="6658.77">5362 3483 2658 0,'0'0'6'16,"-17"-2"55"-16,17 2 40 0,0 0 34 15,-15 0 48-15,15 0 29 0,0 0 29 16,0 0 14-16,-12-4-4 0,12 4-3 16,0 0-17-16,0 0-16 0,0 0-13 0,0 0 16 15,0 0 12-15,0 0-11 0,0 0-11 16,0 0-25-16,52-2-15 0,-27-2-14 0,2 4-18 15,7-6-15-15,-4 0-8 0,-3 3-10 16,-3-2-12-16,-1 2-7 0,-3 0-9 16,-8 0 0-16,2 3-12 0,-3-3 1 0,-11 3 0 15,20-1-9-15,-11-1-8 0,-9 2 1 16,13-2-5-16,-13 2-11 0,0 0-29 0,16-2-50 16,-16 2-52-16,7-2-66 0,-7 2-83 15,0 0-94-15,7 0-113 0,-7 0-173 0,0 0-186 16,2-8 65-16,-2 8-628 0,3-9-831 15</inkml:trace>
  <inkml:trace contextRef="#ctx0" brushRef="#br0" timeOffset="8290.7">6847 1625 3385 0,'7'-7'-238'0,"-5"2"48"0,-2 5 39 16,11-8 32-16,-5 2 36 0,2 1 29 15,1 0 28-15,-3 2 23 0,-6 3 29 0,9-9 16 16,-9 9 18-16,9-3 13 16,-9 3 17-16,0 0-6 0,7-7 10 0,-7 7-2 15,0 0-6-15,5-5-6 0,-5 5-5 16,0 0-1-16,0 0-15 0,0 0-5 15,8-6-4-15,-8 6-7 0,0 0 4 0,0 0 0 16,0 0-4-16,0 0-6 0,0 0-2 16,0 0 17-16,0 0 14 0,0 0-2 15,0 0 7-15,0 0 1 0,0 0-9 16,-11 21 3-16,5-14 4 0,1 2 7 16,-2-3 3-16,-2 7 5 0,2-3 8 0,-4 3 6 15,-5 3 4-15,3-3 4 0,-6 7-2 16,1-3 10-16,-1 1-2 0,-4 1 10 15,2 1 9-15,5-5-15 0,-8 4 5 0,1-2 2 16,7-2-5-16,-2-4-5 0,5 2-4 16,-3-2-7-16,4-3-12 0,0 2-4 0,-3 2-9 15,6-3-1-15,-4-2-9 0,1 1 6 16,1 1-3-16,0-4 0 0,4 2-3 16,0-2-12-16,-2 2 0 0,0-2-1 0,9-5-12 15,-11 8 4-15,4-6-3 16,7-2-4-16,-11 7-9 0,11-7 6 0,-7 8-10 0,7-8 8 15,-10 4-3-15,10-4-1 0,-8 5-3 16,8-5-1-16,-5 5 0 16,5-5-2-16,-8 6-7 0,8-6 3 0,-7 5-1 15,7-5-4-15,0 0-3 0,-12 4 0 16,12-4 5-16,-5 6-4 0,5-6-6 0,-8 3 5 16,8-3-4-16,0 0 7 0,-8 7 4 15,8-7 11-15,0 0-3 0,-9 6 3 16,9-6 1-16,-8 4 2 0,8-4 0 0,-5 3 5 15,5-3 1-15,0 0-20 16,-12 8-20-16,12-8 0 0,-8 4 0 0,8-4 0 0,0 0 0 16,-5 5 0-16,5-5 0 15,0 0 0-15,0 0 0 0,-8 5 0 0,8-5 0 16,0 0 0-16,0 0 0 0,0 0 0 0,-10 4 0 16,10-4 0-16,0 0 0 15,0 0 0-15,0 0 0 0,0 0 0 0,0 0 0 16,0 0 0-16,0 0 0 0,0 0 0 15,-5 3 0-15,5-3 0 0,0 0 0 0,0 0 0 16,0 0 0-16,0 0 0 0,0 0 0 16,0 0 0-16,0 0 0 0,0 0 0 15,0 0 0-15,0 0 0 0,0 0 0 0,0 0 0 16,0 0 0-16,0 0 0 16,0 0 0-16,0 0 0 0,0 0 0 0,0 0 0 15,0 0 0-15,9 14 0 0,-3-8 0 16,4 3 0-16,-1-3 0 0,3 2 0 0,4 4 0 15,9 5 0-15,4 0 0 0,3 0 0 16,8 5 0-16,-6-5 0 0,0 1 0 16,-2 0 0-16,0-3 0 0,1 2 0 0,-7 1 0 15,1-3 0-15,-3-1 0 0,-3-3 0 16,-3 1 0-16,0-4 0 0,-2 2 0 0,-1-3 0 16,1-1 0-16,-3 0 0 0,0 0 0 15,0 0 0-15,0-2 0 0,-1 1 0 0,-3-3 0 16,2 2 0-16,-4-2 0 0,0 2 0 15,-1-2 0-15,-6-2 0 0,12 3 0 16,-6 0 0-16,-6-3 0 0,0 0 0 0,9 4 0 16,-9-4 0-16,0 0 0 15,7 3 0-15,-7-3 0 0,0 0 0 0,9 2 0 16,-9-2 0-16,0 0 0 0,0 0 0 16,0 0 0-16,0 0 0 0,9 2 0 0,-9-2 0 15,0 0 0-15,0 0 0 0,0 0-441 16,0 0-459-16,0 0-64 0,0 0 102 15,0 0-847-15,-34 12-1142 0</inkml:trace>
  <inkml:trace contextRef="#ctx0" brushRef="#br0" timeOffset="9542.29">6713 3045 4212 0,'12'-8'-244'16,"-12"8"72"-16,0 0 52 0,8-4 42 0,-8 4 39 15,0 0 33-15,0 0 33 0,0 0 13 16,5-5 11-16,-5 5 13 0,0 0 14 0,0 0 12 15,0 0 11-15,0 0 4 0,0 0 6 16,7-5-1-16,-7 5-1 0,0 0 0 16,0 0-3-16,0 0 6 0,0 0-4 15,0 0 2-15,0 0 4 0,0 0 5 16,0 0 7-16,0 0-2 0,-23 17-18 0,14-9 6 16,-4 6-4-16,-1 0-3 0,1-1 14 15,-10 8 15-15,4-1 5 0,-1-3 4 0,-4 1 3 16,5-3-4-16,4-1-6 0,3-3-6 15,-3-2-11-15,4 2-7 0,1-1-10 16,-1-1-8-16,2-1-8 0,-3 0-1 0,1 4-1 16,-1-2-2-16,3-3-1 0,-6 8-4 15,-3-5-1-15,3 4-4 0,0-1 2 0,0-2-14 16,-3-1-60-16,4 2 0 16,0-2 0-16,1-3 0 0,1 2 0 0,4-2 0 15,-1-1 0-15,1-2 0 0,0 1 0 16,3-2 0-16,5-3 0 0,-11 9 0 0,4-5 0 15,7-4 0-15,-7 7 0 0,7-7 0 16,-6 3 0-16,6-3 0 0,0 0 0 16,-9 5 0-16,9-5 0 0,0 0 0 0,0 0 0 15,-10 6 0-15,10-6 0 0,0 0 0 16,0 0 0-16,0 0 0 0,-6 4 0 0,6-4 0 16,0 0 0-16,0 0 0 0,0 0 0 15,0 0 0-15,0 0 0 0,0 0 0 0,0 0 0 16,0 0 0-16,0 0 0 0,0 0 0 15,0 0 0-15,0 0 0 0,-3 8 0 16,3-8 0-16,0 0 0 0,0 0 0 16,0 0 0-16,0 0 0 0,16 8 0 15,-11-4 0-15,6 1 0 0,1-1 0 0,1 2 0 16,8 1 0-16,-4 2 0 0,4 0 0 16,2-1 0-16,-4 2 0 0,9 2 0 0,-3-2 0 15,2 2 0-15,-4-2 0 0,-2-2 0 16,-4 1 0-16,3 1 0 0,-8-2 0 0,3-2 0 15,-1 1 0-15,-3 1 0 0,1-2 0 16,1 2 0-16,-4-4 0 0,3 1 0 16,-1 2 0-16,0 0 0 0,0 2 0 0,0-3 0 15,1 2 0-15,-1 1 0 16,-4-2 0-16,5 0 0 0,-2-1 0 0,-3 2 0 16,0-1 0-16,4-2 0 0,-8 0 0 15,5-1 0-15,-8-4 0 0,9 8 0 0,-9-8 0 16,8 4 0-16,-8-4 0 0,8 4 0 15,-8-4 0-15,0 0 0 0,0 0 0 0,5 6 0 16,-5-6 0-16,0 0 0 0,0 0 0 16,7 4 0-16,-7-4 0 0,0 0 0 15,0 0 0-15,0 0 0 0,0 0 0 0,0 0 0 16,2 7 0-16,-2-7 0 0,0 0 0 16,0 0 0-16,0 0 0 0,0 0 0 15,0 0 0-15,0 0 0 0,0 0-851 16,-18-17-138-16,10 10-1171 0,-4 2-1567 0</inkml:trace>
  <inkml:trace contextRef="#ctx0" brushRef="#br0" timeOffset="10708.11">7502 1835 5361 0,'0'0'-353'0,"2"-6"72"0,-2 6 67 16,0 0 60-16,2-8 56 0,-2 8 50 16,0 0 47-16,2-9 46 0,-2 9 34 0,0 0 18 15,0 0 12-15,0-8 4 16,0 8-8-16,0 0-5 0,0 0-8 0,0 0-16 0,0 0 6 16,0 0 21-16,0 0 23 15,-11 31 17-15,1-11 15 0,-4 9 20 0,0 7 2 16,-8 5 3-16,3 7-3 0,1 1-1 15,-4-3-9-15,3-2-15 0,6-8-8 16,0-3-10-16,1-3-12 0,5-6-11 0,-1-5-8 16,5-4-11-16,-4 1-8 0,3-3-11 15,1-3-3-15,-1 0-10 0,2-4-3 0,-2 2-2 16,3-1-5-16,1-7 3 0,-4 8-5 16,4-8-26-16,-5 9-25 0,5-9 0 15,0 0 0-15,0 0 0 0,0 0 0 16,0 0-110-16,-11-3-79 0,11 3-65 15,0 0-67-15,-9-9-74 0,9 9-74 0,-4-12-91 16,4 4-114-16,2 0-122 0,0-4 70 16,2-1-531-16,3-7-719 0</inkml:trace>
  <inkml:trace contextRef="#ctx0" brushRef="#br0" timeOffset="11058.64">7479 1927 3328 0,'2'-9'-50'15,"1"3"49"-15,-3 6 47 0,1-13 36 0,-1 13 47 16,0-10 47-16,0 10 19 0,2-6 18 16,-2 6-12-16,2-7-9 0,-2 7-15 0,0 0-16 15,0 0-9-15,0 0 1 0,0 0-2 16,0 0-6-16,22 20-2 0,-12-4 7 16,0 2 1-16,5 11-8 0,0 0-16 15,5 4-7-15,-7 2-6 0,4 4-6 16,-2-6-10-16,1-1-14 0,-4-3-7 0,2 0-3 15,-4-6-9-15,-5-5-6 0,2-1-3 16,-3-5-3-16,1 0-7 0,0-3-3 0,-1-1-3 16,0 0 13-16,-1-2 12 0,-1-1 1 15,2 1-9-15,-4-6-3 0,4 9-4 16,-1-6-4-16,-3-3-16 0,0 0-35 16,0 0-44-16,0 0-43 0,0 0-49 15,0 0-58-15,0 0-67 0,0 0-62 0,0 0-74 16,0 0-77-16,0 0-88 0,0 0-149 15,0 0 7-15,-22-20-539 0,19 13-709 0</inkml:trace>
  <inkml:trace contextRef="#ctx0" brushRef="#br0" timeOffset="11424.03">7477 2102 3427 0,'-11'-2'7'0,"11"2"62"0,-23-2 44 0,23 2 51 0,-13 0 55 0,13 0 34 15,0 0 16-15,-12-3 18 0,12 3-5 16,0 0-18-16,0 0-17 0,0 0-17 16,0 0-25-16,-9-1-26 0,9 1-14 0,0 0-14 15,0 0-8-15,0 0-14 0,0 0-10 16,41 4-22-16,-19-4-10 0,-1 2-6 0,2-2-12 15,-1 0-9-15,-1 0-9 0,-1 0 1 16,-4 0-4-16,-4 0-5 0,-12 0-8 16,24 0-4-16,-13 0-2 0,-11 0-1 15,14 2-9-15,-14-2-3 0,14 0-19 16,-14 0-10-16,0 0-36 0,15 0-33 0,-15 0-39 16,0 0-43-16,0 0-52 0,0 0-60 15,14 2-78-15,-14-2-100 0,0 0-134 0,0 0-207 16,0 0 53-16,0 0 87 0,0 0-419 15,0 0-544-15</inkml:trace>
  <inkml:trace contextRef="#ctx0" brushRef="#br0" timeOffset="12024.62">8447 1864 2779 0,'0'0'-48'0,"-2"-9"56"0,2 9 53 0,-2-8 50 0,2 8 56 16,-1-8 36-16,1 8 23 0,0 0 11 16,-2-8-3-16,2 8-13 0,0 0-22 15,0 0-17-15,0 0-28 0,0 0 1 16,0 0 17-16,0 0 15 0,0 0-5 0,2 36 22 16,-2-17 11-16,0 5-8 0,0 1-8 15,0 13-13-15,-2 0-13 0,0 2-14 0,0-4-13 16,2-5-17-16,-2-8-5 0,2-4-14 15,-2 0-10-15,2-2-10 0,-1-1-13 16,1-2-5-16,0-5-5 0,0 2-8 0,-2-2 0 16,4-3-4-16,-2-6-5 0,-4 15-4 15,4-15-20-15,2 6-41 0,-2-6-55 16,0 0-57-16,0 0-55 0,0 0-67 0,0 0-83 16,0 0-77-16,0 0-95 0,0 0-122 15,-16-17-184-15,16 17 62 0,-6-12-582 16,5 6-787-16</inkml:trace>
  <inkml:trace contextRef="#ctx0" brushRef="#br0" timeOffset="12724.78">8451 1810 3497 0,'0'0'-92'0,"-8"-4"51"0,8 4 43 0,-5-6 33 16,5 6 34-16,0 0 35 0,-4-8 25 0,4 8 7 15,-2-9 10-15,2 9 10 0,2-8 2 16,-2 8 4-16,2-10-2 0,4 5-6 0,-3-3-17 15,3 2-13-15,4 0-11 0,-3 0-15 16,4 0-11-16,3 3-6 0,-3-1-13 16,3 2-3-16,1 2-8 0,-15 0-7 0,32 4-4 15,-14-1-4-15,-1 2-5 16,-2 0-5-16,0 3-1 0,1 0-3 0,-3 0 0 16,1 1 11-16,-7 2 16 0,4-2 17 15,-4 2 27-15,-6-1 15 0,-1 3 24 16,0-1 9-16,-1 3 8 0,-6-1-1 0,1 5 2 15,-5-3-7-15,-1 3-6 0,1-2-11 16,2 1-14-16,1-5-8 0,0-1-9 0,1-2-10 16,1-1-10-16,1-1-10 15,2-2-4-15,-1 0-10 0,4-6-14 0,0 12-43 16,0-7 0-16,0-5 0 0,4 14 0 16,3-4 0-16,-2-5 0 0,3 3 0 15,-1 2 0-15,1-2 0 0,3 3 0 0,0-2 0 16,1 1 0-16,-1 4 0 0,3-2 0 15,-3-2 0-15,-3 2 0 0,-1-2 0 0,2 1 0 16,-6-1 0-16,-1 0 0 0,0 0 0 16,-4 2 0-16,-2 0 0 0,-6 2 0 15,1-2 0-15,-2 4 0 0,-3-2 0 0,-1-3 0 16,0-1 0-16,-2 2 0 0,-1-3 0 16,4-3 0-16,-4 2 0 0,3-2 0 0,3-3 0 15,-1-2 0-15,1 1 0 0,12-2 0 16,-22 0 0-16,12-2 0 0,10 2 0 0,-17-4 0 15,7-2 0-15,3-2 0 0,-1 4 0 16,3-4 0-16,-1 3 0 0,2-7-769 16,2 2-242-16,2 1 89 0,0-5 107 15,6 3-775-15,-2-1-1030 0</inkml:trace>
  <inkml:trace contextRef="#ctx0" brushRef="#br0" timeOffset="13556.89">9667 1826 3974 0,'0'0'-186'0,"0"0"63"0,0 0 54 0,0 0 41 0,0 0 63 0,0 0 31 16,0 0 48-16,0 0 34 0,0 0 24 15,2-8 20-15,-2 8 15 0,0 0 13 16,0 0 8-16,0 0 2 0,0 0 8 0,0 0-7 16,0 0-13-16,0 0-1 0,0 0-7 0,0 0-11 15,0 0-10-15,0 0-25 16,-8-12-15-16,8 12-12 0,0 0-13 16,-5-8-15-16,5 8-8 0,-8-6-8 0,8 6-12 15,-12-7-5-15,7 3-5 0,5 4-10 16,-17-6-3-16,5 4-10 0,-1-2-2 0,-1 4-10 15,-1 0-4-15,-4 2-1 0,-3 4-7 16,-3-2-2-16,-6 7-2 0,-1 3 2 16,0 1-18-16,-1 3-4 0,7 3 0 15,-7 7 0-15,5 4 0 0,3 3 0 16,5-5 0-16,7 4 0 0,6 1 0 0,0-8 0 0,9 1 0 16,9 4 0-16,0-1 0 15,8-5 0-15,3-2 0 0,7-5 0 0,1-5 0 16,5-6 0-16,1-3 0 0,-5-3 0 15,-2-1 0-15,-3-4 0 0,-2 2 0 16,1-5 0-16,-3 4 0 0,-6-2 0 0,2 0 0 16,-4 2 0-16,-1-1 0 0,-2 1 0 15,-11 2 0-15,15-2 0 0,-15 2 0 0,13-1 0 16,-13 1 0-16,0 0 0 16,16-2 0-16,-16 2 0 0,0 0 0 0,11 0 0 15,-11 0 0-15,0 0 0 0,0 0 0 16,6-4-664-16,-6 4-259 0,0 0 4 0,0 0 74 15,0 0-801-15,0 0-1084 0</inkml:trace>
  <inkml:trace contextRef="#ctx0" brushRef="#br0" timeOffset="14540.2">10669 1773 4189 0,'7'-10'-180'0,"-6"5"62"0,-1 5 63 16,2-10 47-16,0 4 53 0,-2 6 51 0,4-11 34 15,-4 11 27-15,3-10 26 16,-3 10 8-16,0-7 3 0,0 7-3 16,0 0-10-16,2-9-13 0,-2 9-18 0,0 0-21 0,0 0-19 15,0 0 8-15,0 0 19 16,0 0 19-16,9 29-17 0,-9-11 5 0,5 5-13 16,-5 2-11-16,2 1-11 0,-2 12-7 15,0-1-13-15,-2-1-6 0,2-3-8 16,2-6-12-16,-2-1-5 0,-2 2-6 0,2-4 2 15,0-5 12-15,-2-1 4 0,2-2 4 16,0-3-8-16,-3-1-1 0,3-1-1 0,0-3-6 16,0 1-1-16,0-2-4 0,0-7-7 15,3 11 0-15,-3-11-28 0,0 7-33 16,0-7-65-16,0 0-65 0,0 0-71 0,0 0-79 16,0 0-78-16,0 0-101 15,0 0-116-15,0 0-153 0,0 0-41 0,0 0 72 0,0 0-526 16,0 0-699-16</inkml:trace>
  <inkml:trace contextRef="#ctx0" brushRef="#br0" timeOffset="15290.31">10751 1627 3267 0,'0'0'-65'0,"-5"-7"54"0,5 7 38 0,-4-7 39 0,4 7 46 16,-2-8 27-16,2 8 21 0,0-9 2 15,0 9 0-15,6-12-10 0,-1 5-9 0,4-3-10 16,3 1-14-16,0 1-12 0,5-3-13 16,-2 5-12-16,6 0-3 0,-1 2-11 15,-2 2-6-15,3 0-6 0,1 4-9 16,-6 3-3-16,7 0-3 0,-1 3-3 0,-4 1-2 16,1 3-3-16,-8 2 0 0,5 0-4 15,-5-1 11-15,-2 3 20 0,-2-3 14 16,-1 1 16-16,-5-2 16 0,-1 2 26 0,0 1 11 15,-3-1 16-15,-8 6 0 0,2-5 7 16,-6 11-4-16,-2-5-4 0,4-4-14 0,1-3-11 16,3-3-9-16,0-1-15 0,-2-2-15 15,8 1-2-15,-3-4-4 0,1 0 4 16,5-5 1-16,-6 10-3 0,6-10-8 0,-6 7-3 16,6-7-10-16,-2 7-31 15,2-7-38-15,-2 7 0 0,2-7 0 0,0 0 0 16,6 15 0-16,-4-9 0 0,4 2 0 15,-1-1 0-15,3 1 0 0,-5 1 0 0,6 0 0 16,-2 1 0-16,0 0 0 0,-1 1 0 16,-1-1 0-16,0 1 0 0,-1-2 0 15,-2 4 0-15,0-2 0 0,-2 2 0 0,-2-1 0 16,-2 2 0-16,-3 1 0 0,-2 2 0 16,0 2 0-16,-9 5 0 0,2-2 0 0,-5-1 0 15,1 2 0-15,-2 0 0 0,-1-5 0 16,5-4 0-16,4 1 0 0,0-7 0 0,3 1 0 15,1-1 0-15,0-2 0 16,3 2 0-16,-1-4 0 0,1-1 0 0,7-3 0 16,-14 2 0-16,14-2 0 0,-11-2 0 15,11 2 0-15,0 0 0 0,-16-3 0 16,16 3 0-16,-7-6 0 0,3 2 0 0,1 0 0 16,3 4 0-16,-8-8 0 0,4 4 0 15,4 4-586-15,-8-7-371 0,8 7 10 0,-2-6 108 16,2 6-815-16,0 0-1090 0</inkml:trace>
  <inkml:trace contextRef="#ctx0" brushRef="#br0" timeOffset="15973.11">11859 1589 4148 0,'-2'-12'-190'0,"2"12"84"16,-2-10 62-16,2 10 60 0,-3-11 78 0,3 11 50 0,-1-8 41 16,1 8 34-16,-4-7 17 0,4 7 12 15,0 0 7-15,-2-8-15 0,2 8-4 16,0 0-24-16,0 0-29 0,-4-7-25 0,4 7-8 15,0 0 18-15,-1 32 7 0,-1-7-6 16,-4 10-9-16,4 5 5 0,-1 1-8 16,-2 0-7-16,1 0-10 0,1 1-15 15,-1-3-7-15,2-2-12 0,2-8 3 0,-2-1-44 16,2-4-65-16,-2 1 0 0,2-7 0 16,0-1 0-16,0-3 0 0,-1-3 0 15,1 1 0-15,0-4 0 0,-2 1 0 0,2-3 0 16,0-6 0-16,-2 14 0 0,2-14 0 15,0 9 0-15,0-9 0 0,0 7 0 0,0-7 0 16,0 0-5-16,0 0-398 0,0 0-121 16,0 0-128-16,0 0-203 0,0 0 8 15,0 0 90-15,0 0-654 0,-4-28-862 0</inkml:trace>
  <inkml:trace contextRef="#ctx0" brushRef="#br0" timeOffset="16406.91">11825 1622 4137 0,'-7'-7'77'16,"5"2"47"-16,-1-2 43 0,3 7 35 16,-4-9 27-16,4 9 27 0,0 0 3 0,0-8-12 15,0 8-15-15,4-9-10 0,1 2-22 16,5 1-24-16,0 2-19 0,-1-1-17 0,5 3-10 15,1 2-16-15,-15 0-8 16,30 7-3-16,-1 7-4 0,-3 3 2 0,-1 7 1 16,-1 2-2-16,6 6-4 0,-1 4-3 15,-11-7-11-15,2 4-3 0,-6 0-7 16,6-2-4-16,-7-2-47 0,-1 6-21 0,-5-4 0 16,0-5 0-16,-7-4 0 0,0-1 0 15,0-1 0-15,-3 5 0 0,-6 4 0 0,-2-7 0 16,-2 4 0-16,-3 0 0 0,-4-4 0 15,-1-2 0-15,1 1 0 0,2-5 0 16,2-5 0-16,0 1 0 0,0 0 0 0,1-2 0 16,2-3 0-16,0 0 0 0,3-2 0 15,-2 1 0-15,1-2 0 0,0-3 0 16,1 3 0-16,10-4 0 0,-17 0 0 16,17 0 0-16,-19-4 0 0,8 1 0 0,3-3-437 15,0 2-357-15,-1-4-163 0,5 1 83 16,1 2-870-16,3 5-1177 0</inkml:trace>
  <inkml:trace contextRef="#ctx0" brushRef="#br0" timeOffset="16989.73">12956 1601 4382 0,'0'0'-187'0,"-1"-10"81"0,1 10 58 0,-2-8 50 16,2 8 60-16,-2-7 46 0,2 7 25 0,0 0 8 15,-5-7-6-15,5 7-17 0,0 0-13 16,0 0 2-16,0 0 18 0,-13 34 21 0,4-5 15 16,-1 7 13-16,1 3 24 15,-6 6 1-15,1 1 5 0,1 3-8 0,1-12-5 16,1 1-7-16,0-1-5 0,-1-4-9 16,5 0-12-16,-3-4-10 0,2-6-17 15,2-2-15-15,1-5-7 0,1-2-13 0,2-3-11 16,-1 0-6-16,-1-2-6 0,2-4-11 15,-1 3-19-15,3-8-31 0,-2 12-18 0,2-12-51 16,-3 7-68-16,3-7-86 0,0 0-91 16,-8 4-88-16,8-4-87 0,0 0-99 15,0 0-147-15,0 0-80 0,0 0 70 0,0 0-555 16,-5-18-748-16</inkml:trace>
  <inkml:trace contextRef="#ctx0" brushRef="#br0" timeOffset="17356.14">12962 1666 3522 0,'-2'-17'-1'0,"0"3"46"16,0 3 41-16,2 0 56 0,0 3 42 16,2 1 22-16,-2 7 2 0,2-14-5 0,0 7-23 15,2 0-19-15,-4 7-14 0,5-8-16 16,-5 8-9-16,14-2-6 0,-14 2 0 0,20 12-2 15,-6 2-1-15,3 12 10 0,0 3 25 16,-4 3 1-16,5 12 21 0,-2 2-1 16,-5-7-1-16,-4 0-7 0,-1 4-2 15,-3 3-3-15,-3 0-4 0,-2-1-5 16,1-3-10-16,-3-1-16 0,0-6-7 0,4-7-13 16,-2-4-11-16,2-7-8 0,0-3-33 15,0 1-49-15,-1-3 0 0,1-2 0 0,0-1 0 16,0-1 0-16,0-8 0 0,0 12 0 15,0-12 0-15,0 13 0 0,-2-9 0 16,2-4 0-16,0 0-257 0,0 0-91 0,0 0-81 16,0 0-102-16,0 0-116 15,0 0-188-15,0 0 55 0,-16 0 88 0,16 0-557 0,0 0-710 16</inkml:trace>
  <inkml:trace contextRef="#ctx0" brushRef="#br0" timeOffset="17673.15">12939 2060 3537 0,'-17'-2'65'0,"3"-2"41"0,1 1 49 16,3 0 57-16,10 3 36 0,-13-2 32 15,13 2 2-15,-11-4 3 0,11 4-20 16,0 0-20-16,-10-6-25 0,10 6-24 0,0 0-16 15,0 0-19-15,0 0-14 0,0 0-18 16,27-5-9-16,-11 3-22 0,-2 2-7 0,4-2-25 16,0 0-29-16,0 0-27 0,-2 2-11 15,-2-2-16-15,-1 2-12 0,-13 0-2 16,20-2-14-16,-20 2-8 0,17 0-14 0,-17 0-24 16,0 0-26-16,17 0-31 0,-17 0-42 15,0 0-44-15,12 0-61 0,-12 0-73 16,0 0-105-16,7 4-162 0,-7-4-71 0,0 0 65 15,0 0-377-15,0 0-494 0</inkml:trace>
  <inkml:trace contextRef="#ctx0" brushRef="#br0" timeOffset="18407.09">14267 1414 2612 0,'-1'-7'-7'0,"1"7"66"0,-4-10 49 0,4 10 37 0,0 0 35 0,-2-9 37 15,2 9 11-15,0 0 7 16,6-8-2-16,-6 8-11 0,0 0-16 0,0 0-9 0,0 0-26 16,3-4-18-16,-3 4-3 15,0 0 41-15,0 0 31 0,-2 31 11 0,1-8-3 16,-7 14-2-16,-4 12 2 0,1-1-3 16,0 3-10-16,-1-3-24 0,3 0-17 15,0-7-17-15,-4-4-14 0,4 3-5 0,4-5-15 16,-4 0-15-16,2-4-7 0,1-6-12 15,1-7-29-15,-1-3-62 0,6-2 0 16,-4-1 0-16,0-2 0 0,4-2 0 0,-2 1 0 16,0-3 0-16,2-6 0 0,-2 14 0 15,2-14 0-15,0 7 0 0,0-7 0 16,0 0 0-16,-3 8 0 0,3-8 0 16,0 0-98-16,0 0-260 0,0 0-84 0,0 0-109 15,0 0-144-15,0 0-170 0,0 0 71 16,0 0-698-16,-11-17-940 0</inkml:trace>
  <inkml:trace contextRef="#ctx0" brushRef="#br0" timeOffset="19473.59">14294 1459 3816 0,'0'0'-162'0,"-5"-7"51"0,5 7 43 0,-9-6 35 16,9 6 42-16,-5-8 19 0,5 8 17 0,0 0 25 16,-6-7 23-16,6 7-6 0,0 0 7 15,-2-7 17-15,2 7 7 0,0 0 9 16,0 0 7-16,0 0 9 0,0-7 0 0,0 7-5 15,0 0-3-15,0 0-16 0,6-12-5 16,-6 12-11-16,7-6-7 0,0 2-2 16,-7 4-5-16,13-7-4 0,-8 1-4 0,5 2-7 15,2 2-4-15,-5-4 0 16,5 2-5-16,-1 1 1 0,0-1 1 0,3 3-4 16,-3-3-3-16,1 3-5 0,1-3-4 15,-2 2-5-15,1 1-3 0,-12 1-6 0,22-4-4 16,-12 4 1-16,-10 0-7 0,17 0 1 15,-17 0 3-15,19 2-10 0,-11 1-4 16,-8-3 0-16,17 6-1 0,-9-3 1 0,-1 2-6 16,3 0 3-16,-2 2-4 0,-3 0 2 15,3 1 1-15,0 3 0 0,-1 1 1 0,-1 1-2 16,-1 1 6-16,1 3 6 0,0-1 9 16,-4 2 7-16,2-1 16 0,0 0 6 15,-4-1 5-15,-2 1 13 0,0 3 11 0,0-5 4 16,0 0 8-16,-1 1 4 15,-4-3 8-15,2 1 0 0,-3 0-1 0,1-1 3 16,-2-1-17-16,-2 1-51 0,-1-1-49 16,-2 0 0-16,3-3 0 0,-3 1 0 15,3-3 0-15,-3 0 0 0,3-2 0 0,1 1 0 16,0 0 0-16,3-1 0 0,-1-2 0 16,8-3 0-16,-11 6 0 0,11-6 0 0,-8 5 0 15,8-5 0-15,-5 8 0 16,5-8 0-16,-8 4 0 0,8-4 0 0,0 0 0 0,0 0 0 15,0 0 0-15,-5 4 0 0,5-4 0 16,0 0 0-16,0 0 0 0,0 0 0 16,14 11 0-16,-10-6 0 0,3 0 0 15,0-1 0-15,-2 4 0 0,-1-1 0 16,2 2 0-16,2 2 0 0,-1 0 0 0,-1 1 0 16,-1 0 0-16,-3 0 0 0,2 1 0 15,0-1 0-15,-1 1 0 0,-2-4 0 0,-1 0 0 16,2 2 0-16,-2-5 0 0,0-6 0 15,-2 15 0-15,1-7 0 0,-2-2 0 16,-3 2 0-16,1-1 0 0,-5-1 0 16,0-2 0-16,-1 0 0 0,-4 2 0 15,-2 0 0-15,2-6 0 0,-4 3 0 0,5-6 0 0,-1 3 0 16,-3 0 0-16,6-4 0 16,-1 2 0-16,-1 0 0 0,6-2 0 0,-6 2 0 15,7 0 0-15,0-4 0 0,-3 4 0 16,10 2 0-16,-13-2 0 0,13 2 0 0,-11-3 0 15,2 1 0-15,9 2 0 0,-13-6 0 16,10 4 0-16,3 2 0 0,-10-8 0 0,7 4 0 16,3 4-982-16,-11-7-18 0,11 7 112 15,-1-6-922-15,1 6-1237 0</inkml:trace>
  <inkml:trace contextRef="#ctx0" brushRef="#br0" timeOffset="25923.19">7411 3109 1066 0,'0'0'272'15,"0"0"-12"-15,5-9-18 0,-5 9 3 0,0 0 3 16,2-7 4-16,-2 7 6 0,0 0-2 15,0 0 17-15,2-6 3 0,-2 6-1 0,0 0 1 16,0 0-14-16,0 0-10 0,0 0-18 16,4-9-10-16,-4 9 1 0,0 0 1 15,0 0-9-15,0 0-4 0,0 0-6 0,0 0-8 16,0 0-9-16,0 0-8 0,0 0-1 16,0 0-11-16,2-9-8 0,-2 9-6 15,0 0-8-15,0 0-7 0,0 0-9 16,0 0-12-16,0 0-13 0,0 0-63 0,0 0-44 15,0 0 0-15,0 0 0 0,0 0 0 16,0 0 0-16,0 0 0 0,0 0 0 0,0 0 0 16,0 0 0-16,0 0 0 0,0 0 0 15,0 0 0-15,0 0 0 0,0 0 0 16,0 0 0-16,0 0 0 0,0 0 0 0,0 0 0 16,-10 32 0-16,10-13 0 15,0 3 0-15,0 5 0 0,0 10 0 0,2 3 0 0,0-1 0 16,1 0 0-16,-2-1 0 0,-1-2 0 15,2 0 0-15,0-7 0 0,0-4 0 16,-2-1 0-16,0-6 0 0,0 0 0 16,2-2 0-16,-2-2 0 0,2 0 0 15,-2-2 0-15,2 0 0 0,-2 0 0 0,1 1 0 16,-1-4 0-16,0 1 0 0,0 2 0 16,0 0 0-16,0-3 0 0,0-1 0 0,0 4 0 15,2-4 0-15,-2 1 0 0,0-9 0 16,-2 12 0-16,2-6 0 0,0-6 0 0,2 11 0 15,-2-11 0-15,0 0 0 0,0 9 0 16,0-9 0-16,0 0 0 0,0 7 0 16,0-7 0-16,0 0 0 0,0 0 0 0,0 0 0 15,0 9 0-15,0-9 0 16,0 0 0-16,0 0 0 0,0 0 0 0,0 0 0 16,0 0 0-16,0 0 0 0,0 0 0 15,0 0-36-15,-21-16-747 0,17 10-179 0,-1-4 62 0,1 0 89 16,0-5-787-16,-1 1-1039 15</inkml:trace>
  <inkml:trace contextRef="#ctx0" brushRef="#br0" timeOffset="27121.97">7447 3079 4002 0,'0'0'-215'0,"0"0"53"0,0 0 44 0,0 0 36 0,0 0 33 0,0 0 22 0,0 0 19 0,0 0 20 0,0 0 7 0,-15-1 18 15,15 1 16-15,0 0 12 16,0 0 2-16,0 0 23 0,0 0 6 0,0 0 13 16,0 0 6-16,0 0 10 0,0 0 8 15,0 0 11-15,-9-4 2 0,9 4 6 16,0 0 8-16,0 0 0 0,0 0 1 0,0 0-6 15,0 0-12-15,0 0-2 0,0 0-18 16,0 0-7-16,0 0-11 0,0 0-8 0,0 0 1 16,0 0-36-16,14-14-3 15,-14 14-5-15,11-5 1 0,-11 5-3 0,7-3 3 16,-7 3-3-16,11-5-3 0,-11 5-3 0,7-4 13 16,-7 4-3-16,0 0-2 15,14-3 4-15,-14 3 2 0,0 0-3 0,11-2 6 16,-11 2-15-16,0 0 0 0,0 0-1 15,0 0-14-15,23 2 7 0,-23-2 3 0,12 2-9 16,-12-2-7-16,12 3 0 0,-12-3 2 16,11 5-5-16,-11-5 11 0,13 5 8 0,-13-5 6 15,13 4-2-15,-13-4 0 0,12 5 0 16,-12-5 1-16,7 5 1 16,-7-5 2-16,10 3-7 0,-10-3-3 0,7 4-5 0,-7-4-4 15,8 5 2-15,-8-5-1 16,7 6-4-16,-7-6 1 0,10 2-4 0,-10-2-10 15,6 9-16-15,-6-9 0 0,7 7 0 16,-3-2 0-16,-4-5 0 0,8 10 0 0,-4-5 0 16,-4-5 0-16,7 13 0 0,-7-7 0 15,2 1 0-15,2 1 0 0,-2-2 0 16,1 0 0-16,1 5 0 0,1-2 0 0,-1 0 0 16,-3 3 0-16,-1-3 0 0,2 1 0 15,-2 3 0-15,0-3 0 0,0 0 0 0,-2 3 0 16,2-2 0-16,-1 0 0 0,-1-1 0 15,-2 2 0-15,1-2 0 0,-1 0 0 0,-1-1 0 16,1 0 0-16,1 2 0 16,-3-5 0-16,1 2 0 0,-2-1 0 0,1 0 0 15,-1-2 0-15,3 2 0 0,-1-1 0 16,5-6 0-16,-12 8 0 0,8-5 0 16,4-3 0-16,-5 7 0 0,5-7 0 0,-6 5 0 15,6-5 0-15,0 0 0 0,0 0 0 16,-8 7 0-16,8-7 0 0,0 0 0 0,0 0 0 15,-6 4 0-15,6-4 0 0,0 0 0 16,0 0 0-16,0 0 0 0,0 0 0 0,0 0 0 16,0 0 0-16,0 0 0 15,0 0 0-15,12 9 0 0,-12-9 0 0,17 8 0 16,-7-4 0-16,3 4 0 0,-2 1 0 16,3-1 0-16,1 2 0 0,0 1 0 15,-2 1 0-15,1 0 0 0,-3 0 0 0,2-1 0 16,-3 2 0-16,0-2 0 0,-3 2 0 15,-1-1 0-15,-2-1 0 0,0 0 0 0,1-1 0 16,-5 0 0-16,0-3 0 0,0 2 0 16,-1 0 0-16,-3-2 0 0,0 1 0 0,0-2 0 15,-4 3 0-15,1-3 0 0,-1 0 0 16,-4-1 0-16,1 0 0 0,0-1 0 0,-3-1 0 16,1 0 0-16,-1-3 0 15,2 0 0-15,12 0 0 0,-29-3 0 0,16 2 0 16,-1-3 0-16,-1 0 0 0,3 1 0 15,-1 1 0-15,3-1 0 0,10 3 0 16,-18-3 0-16,10 1 0 0,0 1 0 0,8 1 0 16,-17-3 0-16,12 0 0 0,5 3 0 15,-12-1 0-15,12 1 0 0,-6-6-325 0,6 6-681 16,0-10 60-16,0 10 96 0,13-13-872 16,1 4-1156-16</inkml:trace>
  <inkml:trace contextRef="#ctx0" brushRef="#br0" timeOffset="27825.94">8479 3120 4273 0,'-5'-4'-264'0,"5"4"60"0,-7-7 64 0,3 3 47 16,4 4 42-16,-6-9 38 0,6 9 37 15,-8-8 16-15,8 8 30 0,-4-9 13 16,4 9 21-16,-3-8 17 0,3 8 14 0,-4-7 9 16,4 7 6-16,0 0 1 0,-4-7-5 15,4 7-11-15,0 0-14 0,0 0-10 16,0 0-8-16,0 0 12 0,0 0 8 0,0 0 5 16,-2 22-1-16,2-5 1 0,4 5 3 15,-2 2 13-15,3 13-11 0,-1 1-4 0,0-1-4 16,1 3-8-16,0-3-15 0,-1 2 4 15,1-4 7-15,-1 2-2 0,1-8-4 16,-3-6-3-16,0 0-9 0,3-5 4 16,-1-2 0-16,-3 1-8 0,-1-5 2 15,2 0-12-15,0-2-3 0,-2 0-6 0,0-4-7 16,2 0-5-16,-2-6-6 0,2 13-7 16,-2-7-5-16,0-6-16 0,2 9-26 0,-2-9 0 15,0 0 0-15,-2 12-40 0,2-12-57 16,0 0-66-16,-2 8-69 0,2-8-87 0,0 0-93 15,-6 0-99-15,6 0-123 0,0 0-185 16,0 0 58-16,-15-13 66 0,11 6-498 16,0-2-658-16</inkml:trace>
  <inkml:trace contextRef="#ctx0" brushRef="#br0" timeOffset="28387.68">8488 3132 3102 0,'-7'-8'-51'0,"4"1"52"16,-3 0 42-16,6 7 44 0,-5-10 34 0,5 10 19 0,-4-9 13 16,4 9 8-16,-2-9 11 15,2 9 2-15,2-11 12 0,-2 11-2 0,5-12 5 16,-1 6-2-16,2 1 7 0,-1-1-17 15,4 1-3-15,-2 1-4 0,-7 4-22 0,17-5 1 16,-9 1 0-16,-8 4-1 0,18 0 0 16,-18 0-9-16,23 7 1 0,-13-1-4 15,4 2-10-15,-2 4 4 0,4 3-13 0,4 6-12 16,-4 3-8-16,4 1-9 0,-4 0-6 16,4 0-11-16,-6 0-3 0,2 2-2 0,-1-1-9 15,1 1-5-15,-9-7-6 0,2 1 17 16,1-2 5-16,0 2 10 0,-7-1 6 15,3 0-12-15,0-2-72 0,-4-1 0 16,0 1 0-16,0 2 0 0,-4-1 0 16,0 0 0-16,-1 3 0 0,-4-2 0 0,0 1 0 15,-3-1 0-15,0-2 0 0,-1 1 0 16,0-2 0-16,-3 1 0 0,1-3 0 0,-2-1 0 16,-6 3 0-16,2-2 0 0,3-5 0 15,3-2 0-15,-2 0 0 0,3 0 0 0,-1-4 0 16,1 1 0-16,1-2 0 0,4-2 0 15,7-1 0-15,-18 6 0 0,9-6 0 16,9 0 0-16,-16 2 0 0,16-2 0 0,0 0 0 16,-20 0 0-16,20 0 0 0,-10-2 0 15,10 2 0-15,-11-4 0 0,11 4 0 0,-7-2 0 16,7 2-562-16,-4-4-335 16,4 4-37-16,0 0 96 0,0 0-849 0,15-20-1122 15</inkml:trace>
  <inkml:trace contextRef="#ctx0" brushRef="#br0" timeOffset="29223.28">9730 3084 4178 0,'0'0'-243'0,"0"0"68"0,2-8 54 0,-2 8 46 15,0 0 46-15,0 0 41 0,0 0 38 16,0 0 42-16,0 0 31 0,0-10 24 0,0 10 33 16,0 0 22-16,0 0 17 0,0 0 17 15,0 0 11-15,0 0-8 0,0 0-2 16,-2-9-12-16,2 9-19 0,0 0-16 0,0 0-21 16,0 0-20-16,0 0-8 0,0 0-4 15,-6-9-8-15,6 9-3 0,0 0-6 16,-7-5-2-16,7 5-16 0,-10-3-12 0,10 3-4 15,-14-2-16-15,14 2-10 0,-18 0-6 16,18 0-6-16,-23 2-4 0,10 1-4 0,-1 1-1 16,-1 1-8-16,-4 2-7 0,-1 3 0 15,-5 8-5-15,0 0 0 0,-2 4-2 16,2 4 6-16,4 1 1 0,0 1 4 16,-4 10 2-16,8-7 6 0,6 4 4 15,-1-2-26-15,4 2-14 0,8-6 0 0,0-4 0 16,4 8 0-16,8-2 0 0,3-4 0 15,4-1 0-15,4-6 0 0,3-3 0 0,5-3 0 16,-1-4 0-16,-3-8 0 0,-2 0 0 16,-2-2 0-16,2-3 0 0,-3-1 0 0,1-1 0 15,-1 0 0-15,-3 1 0 0,-2-2 0 16,-2 4 0-16,-2-1 0 0,0 1 0 16,-5-2 0-16,-8 4 0 0,15-3 0 0,-15 3 0 15,14-4 0-15,-14 4 0 0,13-3 0 16,-13 3 0-16,7-2 0 0,-7 2 0 0,0 0 0 15,0 0 0-15,9-2 0 0,-9 2 0 16,0 0 0-16,0 0-203 0,0 0-460 0,0 0-143 16,0 0-93-16,0 0 73 15,0 0-804-15,-23 13-1070 0</inkml:trace>
  <inkml:trace contextRef="#ctx0" brushRef="#br0" timeOffset="29869.71">10881 3214 4285 0,'0'-12'-106'0,"0"6"70"0,0 6 59 0,-2-11 43 0,2 11 41 0,0-10 36 0,0 10 22 0,-2-8 13 0,2 8 10 0,0 0-1 15,0-12 9-15,0 12-5 16,0 0-1-16,-2-9-17 0,2 9-15 0,0 0-19 16,0 0 22-16,0 0 3 0,-4 31 3 0,1-8-1 15,-5 12 3-15,-2 3 1 0,-1 10-3 16,0-2-4-16,-5 4-12 0,3-4-10 16,1-9-16-16,1 0-12 0,2-3-26 15,1-3-87-15,0-7 0 0,5-3 0 0,-3-6 0 16,2 1 0-16,2-5 0 0,1-1 0 15,-4-2 0-15,3 1 0 0,0-4 0 0,2-5 0 16,-2 9 0-16,2-9 0 16,0 0 0-16,0 0 0 0,0 0 0 0,0 0-215 0,0 0-232 15,0 0-103-15,0 0-133 16,-3-25-159-16,5 16 40 0,-1 1 84 0,1-2-620 16,7-4-794-16</inkml:trace>
  <inkml:trace contextRef="#ctx0" brushRef="#br0" timeOffset="30219.91">10905 3142 3646 0,'-3'-15'18'15,"-1"5"85"-15,2 0 50 0,0 3 54 16,2 7 45-16,-1-11 30 0,1 11 17 0,-4-8-5 16,4 8-23-16,0 0-22 15,0-7-22-15,0 7-2 0,0 0-8 0,0 0-6 16,32 27-17-16,-13-4-16 0,0 4-21 15,2 2-13-15,4 8-9 0,-6-6-8 0,2 9-9 16,-4-9-10-16,-2 0-9 0,-2 3-3 16,-1-5 7-16,-1-3-25 0,-1-3-78 15,-4-6 0-15,0-4 0 0,-1 0 0 0,-1-4 0 16,1 2 0-16,-3-5 0 0,2 2 0 16,-1-1 0-16,-3-7 0 0,3 8 0 0,-1-3 0 15,-2-5 0-15,0 0 0 0,4 11 0 16,-4-11 0-16,4 5 0 0,-4-5 0 15,0 0 0-15,0 7 0 0,0-7-349 0,0 0-80 16,0 0-91-16,0 0-112 0,0 0-138 16,0 0-25-16,-16 0 62 0,16 0-615 15,0 0-803-15</inkml:trace>
  <inkml:trace contextRef="#ctx0" brushRef="#br0" timeOffset="30520.19">10914 3465 3727 0,'-16'-2'40'16,"0"-2"47"-16,2 4 60 15,4 0 50-15,10 0 46 0,0 0 38 0,-19-3 25 16,19 3 2-16,0 0-11 0,-13-1-13 16,13 1-19-16,0 0-20 0,0 0-24 0,0 0-15 15,0 0-14-15,0 0-20 0,0 0-15 16,0 0-13-16,0 0-16 0,0 0-15 15,55 4-10-15,-42-4-10 0,2-3-13 0,-1 3-4 16,-14 0-7-16,27 3-59 0,-18-3-10 16,-9 0 0-16,20 0 0 0,-20 0 0 0,12 0 0 15,-12 0-50-15,0 0-112 0,14 0-60 16,-14 0-76-16,11 0-94 0,-11 0-104 0,8 4-137 16,-8-4-209-16,7 4 72 15,-7-4 83-15,0 0-551 0,12 6-699 0</inkml:trace>
  <inkml:trace contextRef="#ctx0" brushRef="#br0" timeOffset="31137.07">12047 3095 3168 0,'-9'-8'-82'0,"4"0"53"16,0 3 38-16,1-2 43 0,4 7 45 0,-3-10 48 15,3 10 28-15,-6-7 31 0,6 7 17 16,-2-7 20-16,2 7 10 0,0 0 9 16,-5-6-2-16,5 6 7 0,0 0-22 0,0 0 13 15,0 0 5-15,-12 20 7 16,4 1-11-16,1 10-10 0,-1 4-5 0,0 3-7 0,-1 1-15 16,3-1-18-16,0 2-16 15,0-4-17-15,6 1-14 0,0-8-138 0,-1-3-17 16,1-2 0-16,0-4 0 0,-2-3 0 15,2-3 0-15,0 1 0 0,0-3 0 0,0-2 0 16,2-1 0-16,-2-1 0 0,0-8 0 16,0 14 0-16,0-14 0 0,0 8 0 15,0-8 0-15,0 0 0 0,1 4 0 0,-1-4 0 16,0 0-295-16,0 0-236 0,0 0-104 16,0 0-132-16,0 0-86 0,0 0 78 0,2-23-699 15,0 18-923-15</inkml:trace>
  <inkml:trace contextRef="#ctx0" brushRef="#br0" timeOffset="31754.53">12047 3155 3895 0,'-5'-8'-68'0,"-2"3"60"0,4-5 51 15,-1 3 25-15,0 0 44 16,4 7 14-16,0-13 19 0,4 4 3 0,1 0-5 0,2 0-5 16,0-3-15-16,4 1-13 15,2 1-10-15,-1-2-9 0,1 3-9 0,3 1-12 16,-3 1-5-16,5 2-5 0,-6 2-10 16,2 3-5-16,-1-2 0 0,-13 2-7 0,25 7 2 15,-13-1-7-15,-3 3 2 0,3 5 12 16,-9 1 1-16,1 2 9 0,1 3 7 15,-7 2 6-15,-3 3 23 0,1 0 18 0,-5 4 11 16,0 0 12-16,-3 2 8 0,-1-6-6 16,4-3 7-16,0-4-5 0,6-5-6 0,-3-2-15 15,3-1-5-15,-3 0-6 0,4-3-6 16,-1 0-9-16,3-7 0 0,-2 13 3 16,2-13 2-16,7 11 2 0,-3-6-7 0,-1 0-62 15,-3-5-29-15,13 11 0 16,-4-5 0-16,-2-1 0 0,2 2 0 0,0 1 0 15,3 0 0-15,-2 1 0 0,-1-1 0 16,1 2 0-16,-1 1 0 0,-1-1 0 0,-2 0 0 16,-2 0 0-16,1 1 0 0,-5 2 0 15,2-1 0-15,-4 0 0 0,1 4 0 0,-7-1 0 16,2 0 0-16,-5 1 0 0,1 1 0 16,-9 4 0-16,1-3 0 0,-4-2 0 0,-1 1 0 15,2-4 0-15,2-4 0 0,0 0 0 16,3-2 0-16,0 0 0 0,0-4 0 15,3 0 0-15,2 0 0 0,-1-3 0 16,12 0 0-16,-18-3 0 0,7 2 0 16,4-3 0-16,0-3 0 0,-1 3 0 0,2-2 0 15,0-1 0-15,2 0-197 0,3-1-640 16,-3 0-129-16,2 1 82 0,0-2-921 0,2 9-1233 16</inkml:trace>
  <inkml:trace contextRef="#ctx0" brushRef="#br0" timeOffset="32355.06">13466 2973 4552 0,'1'-10'-182'0,"-1"1"83"0,0 9 71 0,0-13 63 0,0 7 52 0,0 6 47 0,0 0 40 0,0-12 21 16,0 12 9-16,0 0 0 0,0-9-19 15,0 9-14-15,0 0 1 0,0 0 25 16,0 0 6-16,-8 25 10 0,4-5 5 0,-3 16 10 16,0 6 7-16,-5 8-1 15,-1 1-6-15,3-1-13 0,-4 1-13 0,3-3-10 16,1-11-170-16,3-1-22 0,-1-3 0 16,-1-2 0-16,6-5 0 0,-4-5 0 0,3-4 0 15,1-3 0-15,-1 1 0 0,2-5 0 16,-2 0 0-16,4-4 0 0,-1 4 0 15,-3-5 0-15,4-5 0 0,-2 12 0 0,2-12 0 16,-3 7 0-16,3-7 0 0,0 0 0 16,0 0 0-16,0 0-224 0,0 0-321 15,0 0-110-15,0 0-113 0,-3-23-87 16,4 12 85-16,1 2-718 0,7-4-934 0</inkml:trace>
  <inkml:trace contextRef="#ctx0" brushRef="#br0" timeOffset="32670.29">13500 3113 3950 0,'0'-17'-47'0,"0"3"63"16,-2 3 61-16,2 0 57 0,2 3 56 15,-2 1 46-15,0 7 41 0,2-12 17 0,-2 12-6 16,1-10-16-16,-1 10-21 16,2-7-8-16,-2 7 13 0,0 0-7 0,0 0-3 15,31 24-13-15,-15 0-7 0,4 5-12 16,-3 2-9-16,0 0 3 0,2 10-35 15,-4-8-173-15,3-2 0 0,-5 3 0 0,-1-4 0 16,-1-2 0-16,-2-4 0 0,-3-5 0 16,0-4 0-16,-1 0 0 0,1-2 0 0,0-3 0 15,-3 1 0-15,0-5 0 0,1 0 0 16,-1 0 0-16,-3-6 0 0,4 8 0 0,-4-8 0 16,0 0 0-16,6 3 0 0,-6-3 0 15,0 0 0-15,0 0-461 0,0 0-155 16,0 0-109-16,0 0-154 0,-13-15 70 0,13 15-790 15,-14-6-1039-15</inkml:trace>
  <inkml:trace contextRef="#ctx0" brushRef="#br0" timeOffset="32903.22">13464 3396 4447 0,'-22'0'74'0,"3"0"76"15,6 2 68-15,13-2 81 0,-19 2 53 0,19-2 25 16,-13 0 4-16,13 0-13 0,0 0 9 15,0 0 4-15,0 0-24 0,0 0-31 0,0 0-242 16,0 0-84-16,0 0 0 16,43-4 0-16,-29 3 0 0,-1-1 0 0,3 0 0 15,-3 2 0-15,-4-2 0 0,1 1 0 16,-10 1 0-16,17-1 0 0,-17 1 0 0,12 0 0 16,-12 0 0-16,0 0-546 0,11 1-174 15,-11-1-205-15,3 5 66 0,-3-5 93 0,0 0-722 16,0 0-935-16</inkml:trace>
  <inkml:trace contextRef="#ctx0" brushRef="#br0" timeOffset="34054.33">14084 2838 3903 0,'-11'-6'-99'0,"-2"4"44"0,1-3 43 0,0 2 43 0,5-1 68 0,7 4 41 0,-15-6 33 16,7 4 17-16,8 2 10 0,-13-7 2 16,13 7 6-16,-9-3-2 0,9 3 4 15,-9-5-8-15,9 5-11 0,0 0-7 0,-11-4-9 16,11 4-8-16,0 0-3 16,0 0-9-16,0 0-7 0,-9-3-5 0,9 3-8 0,0 0-10 15,0 0-1-15,0 0 8 16,0 0 15-16,0 0 0 0,0 0-3 0,0 0-3 15,19 17 1-15,-7-9-113 0,2 3-29 16,9 4 0-16,4 1 0 0,2 0 0 0,5 1 0 16,-2 3 0-16,12-3 0 0,-5 1 0 15,-5-3 0-15,0-1 0 0,0 2 0 16,-1-3 0-16,-5-2 0 0,-5 0 0 0,-4-3 0 16,-2 1 0-16,-1-1 0 0,-1-1 0 15,1 0 0-15,-4 2 0 0,3 1 0 0,5-2 0 16,-3 3 0-16,5 5 0 15,1-5 0-15,-5 0 0 0,0-2 0 0,4 0 0 16,-3 0 0-16,0-1 0 0,-6 1 0 16,0-6 0-16,-2 3 0 0,-2-1 0 0,-2-1 0 15,-7-4 0-15,11 5 0 0,-2-2 0 16,-9-3 0-16,5 4 0 0,-5-4 0 0,0 0 0 16,11 5 0-16,-11-5 0 0,0 0 0 15,9 4 0-15,-9-4 0 0,0 0 0 0,0 0 0 16,5 4 0-16,-5-4 0 0,0 0 0 15,0 0 0-15,0 0 0 0,0 0 0 16,0 0 0-16,0 0 0 0,-16 16 0 16,3-9 0-16,-6 3 0 0,-10 7 0 15,-12 2 0-15,-4 4 0 0,2 2 0 0,-7-1 0 0,1 1 0 16,1 0 0-16,1-2 0 16,1 1 0-16,6-2 0 0,10-5 0 0,3 1 0 15,2-3 0-15,5-2 0 0,6-3 0 16,3-2 0-16,-1-3 0 0,2 2 0 0,3-1 0 15,1-3 0-15,-2 2 0 0,8-5 0 16,-9 7 0-16,3-4 0 0,6-3 0 0,-10 5 0 16,10-5 0-16,0 0 0 0,-9 7 0 15,9-7 0-15,-6 4 0 0,6-4 0 0,0 0 0 16,-3 6 0-16,3-6 0 16,0 0 0-16,-9 6 0 0,9-6 0 0,-3 3 0 15,3-3 0-15,-8 4 0 0,8-4 0 0,-5 5 0 16,-1-2 0-16,6-3 0 0,-14 5-87 15,3 0-979-15,-1-5 106 0,-1 2-1107 16,-1-2-1480-16</inkml:trace>
  <inkml:trace contextRef="#ctx0" brushRef="#br0" timeOffset="35389.22">8072 2334 5033 0,'-5'-3'-342'0,"5"3"79"0,0 0 59 16,0 0 53-16,-9-2 42 0,9 2 53 15,0 0 35-15,0 0 31 0,0 0 40 0,0 0 21 16,-15-2 16-16,15 2 8 0,0 0 6 16,0 0-1-16,0 0 4 0,0 0 3 15,0 0-4-15,0 0-6 0,-12 4-11 0,12-4-6 16,0 0-9-16,-11 5-4 16,11-5-4-16,0 0-4 0,-9 6 0 0,9-6-1 15,0 0 3-15,-7 4 12 0,7-4 8 16,0 0 6-16,0 0 7 0,0 0 9 0,0 0-2 15,0 0 13-15,0 0 4 0,0 0 11 16,0 0 0-16,0 0-15 0,0 0 1 16,0 0-8-16,0 0-8 0,-9 6-13 0,9-6-13 15,0 0-2-15,0 0-8 0,0 0-8 16,0 0-5-16,0 0-7 0,0 0 3 0,0 0-13 16,0 0 2-16,0 0-8 0,0 0-7 15,0 0 5-15,0 0 0 0,-5 6-2 16,5-6-1-16,0 0 2 0,0 0-8 0,0 0 1 15,0 0 6-15,0 0 4 0,0 0 8 16,0 0 15-16,0 0-5 0,0 0-5 16,0 0-2-16,0 0-8 0,0 0-7 15,0 0 0-15,0 0-3 0,0 0-4 16,0 0-4-16,23-14-2 0,-23 14-2 0,0 0 1 16,19 12 4-16,-11-5-3 0,-1 3-1 15,4 0 2-15,-2 4 3 0,-4-1 1 0,2 1 0 16,-1 0 6-16,-4-2 11 0,3 2-24 15,-5-1-8-15,-5 3 0 0,3-1 0 16,-4 1 0-16,1-1 0 0,-1-1 0 0,-6 2 0 16,1-3 0-16,0 1 0 15,-1-5 0-15,-1 3 0 0,1-6-127 0,3 0-156 16,-2-1-88-16,4-4-79 0,-2-1-81 16,9 0-103-16,0 0-153 0,0 0 9 0,-11-8 75 15,11 8-497-15,11-13-663 0</inkml:trace>
  <inkml:trace contextRef="#ctx0" brushRef="#br0" timeOffset="36003.44">8954 2288 2996 0,'0'0'-134'0,"-5"-4"54"0,5 4 31 0,0 0 27 0,0 0 22 0,-8-4 10 0,8 4 12 15,0 0-1-15,0 0 2 16,-8-2 4-16,8 2 7 0,0 0 9 0,0 0 8 0,0 0 16 16,0 0 13-16,0 0 27 15,0 0 19-15,0 0 4 0,-17 7-5 16,17-7-3-16,0 0-6 0,-8 5-8 0,8-5-9 16,0 0 0-16,-5 8-4 0,5-8-3 15,0 0 7-15,0 0 3 0,0 0 5 0,0 0 3 16,0 0 4-16,0 0 6 0,0 0 9 15,0 0 2-15,0 0 0 0,0 0 2 16,0 0-6-16,0 0 0 0,0 0-6 0,0 0-5 16,0 0-10-16,0 0-5 15,0 0-8-15,0 0-10 0,0 0-6 0,0 0-4 0,17 7 2 16,-17-7 4-16,8 6-2 16,-8-6-5-16,7 10 5 0,-3-4 8 0,-4-6-4 15,6 9 2-15,-2-3 5 0,-4-6 0 0,4 12 2 16,-6-3-3-16,0-3-13 15,-2 5 0-15,-2 3-11 0,-5 1-6 0,-9 7-16 16,4 2-34-16,-9 0-48 0,-4-2-62 16,11 1-61-16,-4-1-62 0,-1-1-83 0,4 0-80 15,8-4-86-15,0-5-124 0,2 1-202 16,6-4 49-16,3-2 79 0,0-7-441 16,8 8-582-16</inkml:trace>
  <inkml:trace contextRef="#ctx0" brushRef="#br0" timeOffset="36835.72">10094 2232 2798 0,'0'0'-82'0,"0"0"58"0,0 0 42 16,-6-8 27-16,6 8 27 0,0 0 18 15,-4-6 16-15,4 6 6 0,0 0 6 0,0 0 2 16,0 0 8-16,-9-5 0 0,9 5-12 15,0 0-6-15,0 0-15 0,0 0-9 16,0 0-7-16,0 0-4 0,0 0-6 0,0 0-9 16,-23 7 5-16,23-7-3 0,0 0 5 15,0 0 6-15,0 0 4 0,-8 4 8 0,8-4 10 16,0 0 2-16,0 0 7 16,0 0 0-16,0 0 1 0,0 0-8 0,0 0-6 15,0 0-8-15,-5 6-6 0,5-6-11 16,0 0-6-16,0 0-4 0,0 0-7 15,0 0-8-15,0 0-4 0,0 0-4 0,0 0-2 16,0 0-5-16,0 0-4 0,0 0-1 16,0 0-4-16,-7 5-4 0,7-5 2 0,0 0-3 15,0 0 1-15,0 0-1 0,0 0-5 16,0 0 1-16,0 0 2 0,-5 6 4 16,5-6 0-16,0 0 8 0,0 0 9 15,0 0 13-15,0 0 25 0,0 0 9 16,0 0 5-16,0 0-12 0,0 0 9 0,0 0 2 0,0 0-8 15,0 0-3-15,0 0-1 16,0 0-8-16,0 0-7 0,30 3 4 16,-23 0-6-16,0 3 1 0,3 0-5 0,-3 3 9 15,1-1-4-15,1 4 3 0,-3 1-2 16,1-3 2-16,-3 2 5 0,1-1 2 0,-3 1-3 16,-1 0-4-16,-1-2-1 0,0 2-5 15,-3-3-4-15,-2 4-7 0,0-1-3 0,-3-2-24 16,-1 1-29-16,1 1-49 0,-2-4-72 15,1 1-66-15,2-1-67 0,-3-3-81 16,2-1-90-16,-1-1-109 0,2-1-149 0,7-2-106 16,0 0 74-16,0 0-557 0,0 0-746 15</inkml:trace>
  <inkml:trace contextRef="#ctx0" brushRef="#br0" timeOffset="37286.06">11258 2208 3130 0,'0'0'-218'0,"11"2"56"0,-11-2 48 0,0 0 27 0,4 5 25 16,-4-5 10-16,0 0 7 0,2 7 5 16,-2-7 2-16,7 4 5 0,-7-4-15 15,0 0-24-15,0 0-34 0,5 4-43 0,-5-4-33 16,0 0-42-16,6 4-286 0,-6-4-14 15</inkml:trace>
  <inkml:trace contextRef="#ctx0" brushRef="#br0" timeOffset="37703.5">11314 2237 1323 0,'0'0'15'0,"0"0"48"16,0 0 40-16,0 0 34 0,0 0 32 16,0 0 19-16,0 0 16 0,0 0 8 0,0 0 8 15,0 0 0-15,0 0 3 0,0 0-11 16,0 0-14-16,0 0-19 0,0 0-17 15,0 0-14-15,0 0-14 0,0 0-13 0,0 0-13 16,0 0-9-16,0 0-12 0,0 0-4 16,0 0-5-16,0 0-7 0,0 0-3 0,0 0 1 15,0 0 0-15,0 0-1 16,0 0 1-16,0 0 0 0,-14 14 7 0,14-14 7 16,0 0 10-16,0 0 2 0,0 0 5 15,0 0 2-15,0 0 4 0,0 0 17 16,0 0-5-16,0 0 4 0,0 0 0 0,0 0-22 15,0 0 3-15,0 0-4 0,7 8-4 16,-7-8 0-16,12 4-12 0,-4 0-4 0,-1 2 6 16,2 1 13-16,-2 5 8 0,0 1 4 15,1 1-6-15,-4 1 0 0,0 3-6 16,0-2 5-16,-4-1 4 0,-4 3-5 0,2-3-4 16,-3 2-5-16,0-2-73 0,-2-1-20 15,-1 0 0-15,-4-1 0 0,3-1 0 0,-2 0 0 16,3-3 0-16,-4-1 0 15,3-4 0-15,-3 1-226 0,5-3-144 0,-1-1-99 16,8-1-121-16,-19-4-159 0,12-2-101 16,3 1 81-16,0 0-649 0,4-2-868 15</inkml:trace>
  <inkml:trace contextRef="#ctx0" brushRef="#br0" timeOffset="38704.35">12438 2135 3483 0,'0'0'-189'0,"0"0"66"0,0 0 57 16,0 0 44-16,0 0 30 0,0 0 24 16,0 0 19-16,0 0 6 0,0 0 1 0,0 0 2 15,0 0-9-15,0 0-3 0,0 0-6 16,0 0-7-16,0 0 5 0,0 0 0 0,0 0 5 15,0 0 18-15,0 0 1 0,0 0 19 16,0 0 12-16,0 0 14 0,0 0 10 16,0 0 4-16,0 0 5 0,0 0 4 15,0 0 3-15,0 0 1 0,0 0-5 16,0 0-1-16,0 0-8 0,0 0-6 0,0 0-13 16,0 0-8-16,0 0-7 0,0 0-13 15,0 0-4-15,0 0-9 0,0 0-9 0,0 0 0 16,0 0-10-16,0 0-4 0,0 0-1 15,0 0-6-15,0 0 3 0,0 0-6 16,0 0-4-16,0 0 3 0,0 0-2 0,0 0-2 16,0 0 3-16,0 0-3 0,-27 15 0 15,27-15-4-15,-5 3 1 0,5-3 0 0,0 0-4 16,0 0 7-16,-9 6 14 0,9-6 9 16,0 0 8-16,0 0 7 0,0 0 14 15,0 0 2-15,0 0 3 0,0 0 8 16,0 0 6-16,0 0-5 0,0 0-6 15,0 0-8-15,0 0-9 0,-1 5-3 0,1-5 3 16,0 0-3-16,3 13-6 0,-3-13 1 16,9 14-7-16,-7-4-3 0,-1 1-2 0,1-1-4 15,-2 0 0-15,2-1-3 0,-4 1 0 16,2 0-5-16,0 0-3 0,-2 1 0 16,1-1-2-16,-5-1-6 0,1 1-1 0,3-4-20 15,-5 2-26-15,2-2-42 0,-3-1-64 16,-2 1-65-16,4-2-71 0,-3 1-77 0,2-4-94 15,7-1-97-15,-14 2-148 0,14-2-128 16,0 0 57-16,0 0-590 0,-15-2-799 16</inkml:trace>
  <inkml:trace contextRef="#ctx0" brushRef="#br0" timeOffset="39902.49">13589 2080 3335 0,'0'0'-125'0,"0"0"73"16,0 0 46-16,0 0 44 0,0 0 32 15,0 0 19-15,0 0 11 0,11-3-2 0,-11 3-6 16,0 0-2-16,0 0-13 0,0 0-6 16,0 0 0-16,0 0 19 0,0 0 12 0,0 0 15 15,0 0 2-15,0 0 6 16,0 0-3-16,0 0-7 0,0 0-6 15,0 0-5-15,0 0-7 0,0 0-3 0,0 0-3 16,0 0 2-16,0 12 7 0,0-12-8 16,0 0 3-16,0 0 7 0,0 0-4 0,0 0-10 15,0 0 2-15,0 0-1 0,0 0-1 16,0 0 0-16,0 0-8 0,0 0-7 16,11 3-10-16,-11-3-4 0,0 0-5 0,0 0-11 15,0 0-2-15,0 0 2 0,0 0-10 16,0 0 2-16,0 0-5 0,0 0 0 0,0 0 1 15,0 0-4-15,2 6 2 16,-2-6-8-16,0 0 6 0,0 0-7 0,0 0 2 16,-9 14 3-16,9-14-7 0,-4 6 4 15,4-6-8-15,0 0 5 0,-7 6-4 16,7-6 0-16,0 0 2 0,0 0 6 0,0 0 1 16,0 0 3-16,0 0-18 0,0 0 18 15,0 0 1-15,11 7 8 0,-11-7 0 0,7 4-1 16,-7-4 8-16,12 4 8 0,-12-4-1 15,10 9 4-15,-7 0 0 0,1 1-4 16,3 0-2-16,-6 1-3 0,1 0-1 16,0 2 0-16,-2 1-2 0,-2-3-6 15,0 1-3-15,-2-2-33 0,-2 1-42 0,1-1-76 16,-3-2-91-16,-1 2-102 0,-3-3-110 16,3-1-125-16,-3 0-187 0,-3-2-91 0,-1 2 63 15,3-2-612-15,0 3-826 0</inkml:trace>
  <inkml:trace contextRef="#ctx0" brushRef="#br0" timeOffset="41102.61">8140 3650 3424 0,'0'0'-201'0,"-5"-5"49"0,5 5 30 16,0 0 30-16,-7-4 18 0,7 4 10 0,0 0 9 15,-6-6 5-15,6 6 4 16,0 0 5-16,0 0 4 0,0 0 14 0,0 0 22 16,-14 0 23-16,14 0 20 0,0 0 22 15,0 0 18-15,0 0 13 0,0 0 11 0,-21 6 11 16,21-6 3-16,0 0 7 0,0 0 0 16,0 0 3-16,-11 1-7 0,11-1 1 15,0 0-6-15,0 0-3 0,0 0-1 0,0 0-10 16,0 0-3-16,0 0-13 0,0 0-4 15,0 0-3-15,0 0-8 0,0 0-8 0,0 0-3 16,0 0-5-16,-11 1 7 16,11-1 7-16,0 0 2 0,0 0-4 15,-4 9 0-15,4-9-1 0,0 0 2 0,-5 7-1 16,5-7 3-16,0 0 1 0,-5 7 0 16,5-7-1-16,0 0 8 0,-6 5-3 0,6-5 14 15,0 0 8-15,0 0 12 0,0 0 0 16,0 0 1-16,0 0-4 0,0 0-1 15,0 0-5-15,0 0 7 0,0 0-3 0,0 0-10 16,0 0-6-16,0 0-11 0,0 0-6 16,0 0-8-16,0 0-3 0,0 0-11 0,0 0 10 15,18 13-5-15,-11-6-13 0,1 1-3 16,-1 2-6-16,1 2 1 0,-2-1 2 0,-1 3 5 16,-3-1-2-16,2-1 2 15,-4 1-3-15,-2-1 1 0,0 0 0 0,-1 2-5 16,-3-1-5-16,1 1-3 0,-8-3 0 15,2 4-6-15,-3 1-16 0,-2-7-28 0,0 3-45 16,3-4-64-16,-2-2-66 0,0-1-75 16,3-1-95-16,-1-2-115 0,4-2-132 15,9 0-173-15,-18-7 9 0,14 3 84 0,2-1-547 16,2 5-703-16</inkml:trace>
  <inkml:trace contextRef="#ctx0" brushRef="#br0" timeOffset="41834.65">9074 3582 3182 0,'0'0'-127'0,"0"0"53"0,0 0 38 16,0 0 28-16,0 0 26 0,0 0 14 15,0 0 18-15,0 0 1 0,0 0 9 16,0 0 13-16,0 0 1 0,0 0 6 16,12 17-1-16,-12-17 5 0,0 0-1 0,0 0 8 15,0 8 9-15,0-8-1 0,0 0 7 16,0 0 5-16,0 0 1 0,0 11 5 0,0-11 15 16,0 0 7-16,0 0 11 0,0 0 11 15,0 0 8-15,0 0 4 0,0 0-1 16,0 0 6-16,3 5-12 0,-3-5-4 0,0 0 0 15,0 0-11-15,0 0-6 16,0 0-18-16,0 0-10 0,0 0-8 0,10 3-7 16,-10-3-3-16,8 7-9 0,-1-3-5 15,2 2-4-15,-2 0-4 0,0 0-4 0,2 3 2 16,0 1-1-16,-2 0 1 0,2 1-8 16,-5-3-6-16,2 2 9 0,-2-2-7 15,-2 1-4-15,0-3-4 0,-4 3-10 0,2-9 0 16,-5 14-11-16,-2-5-31 0,0 0-49 15,-2-1-76-15,-4-1-85 0,4-1-109 0,0-2-101 16,-3 0-114-16,3 0-165 16,1-4-132-16,8 0 65 0,-13 0-658 0,13 0-871 15</inkml:trace>
  <inkml:trace contextRef="#ctx0" brushRef="#br0" timeOffset="42567.87">10267 3573 3570 0,'0'0'-112'16,"0"0"73"-16,0 0 57 0,0 0 50 15,0 0 43-15,0 0 29 0,0 0 21 0,0 0 15 16,0 0 1-16,0 0-2 0,0 0-1 15,0 0-15-15,0 0-10 0,0 0-8 0,0 0-12 16,0 0-12-16,0 0-5 0,0 0-12 16,0 0-11-16,0 0-6 15,-20 14-9-15,20-14-7 0,0 0-4 0,-9 5-3 16,9-5-10-16,0 0 3 0,0 0 14 16,0 0 1-16,0 0 10 0,-7 3-9 0,7-3 2 15,0 0 2-15,0 0-3 0,0 0 5 16,0 0 3-16,0 0-7 0,0 0 9 15,0 0-8-15,0 0-2 0,0 0-7 0,13 11 0 16,-6-5-3-16,-2 0 4 0,1 0-6 16,-1 5 14-16,2-3 3 0,-2 4 0 0,-3 0 6 15,2 1 2-15,-2-2 1 0,-4 3-3 16,0-2-6-16,-2 3-8 0,-1-1-4 16,0 2-11-16,-2-3-1 0,-1 1-34 15,-4-1-17-15,1-1 0 0,0-1-29 0,-1-5-119 16,5 2-99-16,-4-1-101 0,0-4-123 15,2-1-144-15,9-2-177 0,0 0-19 16,-15-5 74-16,15 5-621 0,0-15-813 0</inkml:trace>
  <inkml:trace contextRef="#ctx0" brushRef="#br0" timeOffset="43252.41">11348 3527 3460 0,'0'0'-115'0,"0"0"60"0,13 2 50 0,-13-2 39 0,0 0 37 15,0 0 43-15,0 0 15 0,16 2 13 16,-16-2 9-16,0 0 2 0,9 3 3 16,-9-3-1-16,0 0-4 0,11 1-7 0,-11-1-14 15,0 0-8-15,0 0-11 0,12 4-5 16,-12-4-7-16,0 0-4 0,0 0-10 16,0 0-4-16,7 3-4 0,-7-3-4 15,0 0-8-15,0 0-3 0,0 0-6 16,0 0-4-16,0 0 2 0,0 0 2 0,0 0 15 15,0 0 19-15,16 0-10 0,-16 0 16 16,0 0 7-16,0 0 11 0,0 0 1 0,0 0 6 16,0 0 4-16,0 0-1 0,0 0 0 15,19-3-1-15,-19 3-2 0,0 0-7 0,13 2-10 16,-13-2 0-16,13 5-2 0,-5 2 11 16,2-2-1-16,-1 3-7 0,0 3-84 15,2-1-21-15,-4 2 0 0,-2 1 0 0,1-1 0 16,0 2 0-16,-5-2 0 0,-1 0 0 15,3 0 0-15,-6 1 0 0,2-4 0 0,-1 4 0 16,-2-3 0-16,0-4 0 16,1 3 0-16,-5-1 0 0,-2-2 0 0,3 0 0 15,-3-1-113-15,1-5-354 0,9 0-122 16,-12 0-163-16,12 0-119 0,-9-7 65 16,9 7-756-16,4-14-1005 0</inkml:trace>
  <inkml:trace contextRef="#ctx0" brushRef="#br0" timeOffset="44367.88">12817 3471 3994 0,'0'0'-122'0,"0"0"70"0,-17 0 45 0,17 0 42 0,0 0 18 0,0 0 27 16,0 0 28-16,0 0 11 0,0 0 9 15,0 0 8-15,0 0 4 0,0 0 5 16,0 0 3-16,-15-6 1 0,15 6-5 0,0 0-1 16,0 0-4-16,0 0-10 0,0 0-4 15,0 0-8-15,0 0-8 0,0 0-15 16,0 0-2-16,0 0-13 0,0 0-9 0,0 0-7 15,0 0-4-15,0 0 0 0,0 0-9 16,0 0-8-16,0 0 3 0,0 0-2 0,0 0-9 16,0 0-6-16,0 0-3 15,0 0-4-15,0 0-4 0,0 0-4 0,0 0 6 16,0 0-7-16,0 0 1 0,0 0-3 16,0 0-2-16,0 0-4 0,0 0 3 15,0 0 9-15,0 0-13 0,0 0-1 0,0 0-3 16,0 0-2-16,0 0 10 0,0 0-7 15,0 0 1-15,0 0 3 0,0 0-6 0,0 0 4 16,0 0 3-16,0 0-4 0,0 0 1 16,0 0-2-16,-13 6 0 0,13-6 2 15,0 0 6-15,-9 4 1 0,9-4-5 0,0 0 1 16,0 0-5-16,0 0 3 16,-7 6 5-16,7-6-3 0,0 0 1 0,0 0 5 15,0 0-6-15,0 0 12 0,0 0 3 16,0 0 22-16,0 0 0 0,0 0 8 0,-6 4 11 15,6-4 0-15,0 0 7 0,0 0 12 16,0 0-7-16,0 0-4 0,0 0-9 0,0 0 3 16,0 0-4-16,0 0-4 0,0 0-6 15,0 0-3-15,0 0-4 0,0 0-6 16,0 0-1-16,0 0-3 0,0 0-2 0,0 0-6 16,0 0 0-16,0 0-2 0,0 0-2 15,0 0-1-15,0 0-3 0,0 0-10 0,0 0-6 16,0 0 0-16,0 0 0 0,0 0 0 15,0 0 0-15,0 0 0 0,0 0 0 16,0 0 0-16,0 0 0 0,0 0 0 16,0 0 0-16,0 0 0 0,0 0 0 15,0 0 0-15,0 0 0 0,0 0 0 0,0 0 0 0,0 0 0 16,0 0 0-16,0 0 0 16,27 3 0-16,-27-3 0 0,9 8 0 0,-5-4 0 15,0 6 0-15,1-2 0 0,-4 4 0 16,-1 0 0-16,0 0 0 0,-3 2 0 0,-2-2 0 15,1 0 0-15,-1 2 0 0,-3-2 0 16,-1 0 0-16,-1-1 0 0,1-3 0 16,-2 0 0-16,0-5 0 0,2 1-398 15,0-2-329-15,9-2-218 0,-18 0 78 16,18 0 84-16,-11-7-738 0,11 7-965 0</inkml:trace>
  <inkml:trace contextRef="#ctx0" brushRef="#br0" timeOffset="53067.81">5511 2501 825 0,'0'0'521'0,"0"0"-90"0,4-8-43 0,-4 8-18 0,0 0-27 16,0 0-18-16,0 0-18 15,0 0-19-15,0-9 5 0,0 9-6 0,0 0-7 16,0 0-22-16,0 0-2 0,0 0-31 16,0 0-26-16,0 0-12 0,0 0-32 0,0 0-12 15,0 0-9-15,0 0-12 0,4 33-10 16,-1-18-17-16,-1 2 2 0,2 5-15 15,-1-1-8-15,-1 4-8 0,4-3 8 0,-3-1-18 16,0 2-3-16,-1-4-5 0,0-2-3 16,0-3-7-16,-2 0-2 0,2-2-6 0,-2-2-1 15,3-2 3-15,-3-1-6 0,0 0-3 16,0-7-5-16,0 10 9 0,0-10-3 16,2 7-4-16,-2-7-6 0,0 0-46 0,0 0-60 15,0 0-58-15,0 0-70 16,0 0-72-16,0 0-66 0,0 0-72 0,0 0-100 15,-2-27-144-15,1 20-46 0,1 0 60 16,-2-1-462-16,0-1-590 0</inkml:trace>
  <inkml:trace contextRef="#ctx0" brushRef="#br0" timeOffset="53617.85">5556 2342 3000 0,'0'0'-7'0,"0"0"56"0,-7-8 48 0,7 8 41 15,-4-3 22-15,4 3 21 0,0 0 10 0,0 0 11 16,0 0 7-16,0 0 9 0,0 0 10 15,0 0-3-15,0 0-9 0,-8-6 3 0,8 6 9 16,0 0-5-16,0 0-1 0,0 0-3 16,0 0-1-16,0 0-9 0,0 0-2 15,0 0-4-15,0 0-10 0,-6-6-10 16,6 6-13-16,0 0-10 0,0 0-12 16,0 0-14-16,0 0-12 0,0 0-96 0,0 0-26 15,0 0 0-15,0 0 0 0,0 0 0 16,0 0 0-16,0 0 0 0,0 0 0 0,-28 10 0 15,28-10 0-15,-9 5 0 0,5-1 0 16,4-4 0-16,-9 10 0 0,9-10 0 16,-3 10 0-16,3-10 0 0,0 0 0 0,0 0 0 15,6 10 0-15,-6-10 0 0,0 0 0 16,8 7 0-16,-8-7 0 0,0 0 0 16,9 1 0-16,-9-1 0 0,0 0 0 15,0 0 0-15,0 0 0 0,0 0 0 0,0 0 0 0,0 0 0 16,14-12 0-16,-14 12 0 15,0 0 0-15,0 0 0 0,0-10 0 0,0 10 0 16,0 0 0-16,0 0 0 0,0 0-34 16,0 0-451-16,0 0-95 0,0 0-111 15,0 0-164-15,-25 15 47 0,21-3 81 0,2-1-637 16,-4-1-819-16</inkml:trace>
  <inkml:trace contextRef="#ctx0" brushRef="#br0" timeOffset="54549.91">5135 3597 3664 0,'0'0'-37'16,"-7"5"68"-16,7-5 47 0,0 0 38 16,0 0 38-16,0 0 27 0,0 0 12 0,0 0 7 15,0 0 8-15,0 0 9 0,0 0 1 16,0 0 22-16,0 0-3 0,0 0 2 0,0 0-7 15,0 0-5-15,0 0-8 0,0 0-11 16,0 0-12-16,0 0-16 0,0 0-17 16,0 0-17-16,0 0-12 0,0 0-12 15,0 0-6-15,0 0-9 0,16 18-9 16,-11-7-4-16,1 5-84 0,-3-1-10 0,1 4 0 16,1 1 0-16,-1 1 0 0,-2-1 0 15,3 1 0-15,-3-1 0 0,-2-3 0 0,1 1 0 16,-1-2 0-16,0-1 0 0,-1-1 0 15,1-2 0-15,-2 0 0 0,-1-2 0 0,3-1 0 16,-2-2 0-16,2-7 0 0,-4 13 0 16,2-8 0-16,2-5 0 0,-3 11 0 15,3-11 0-15,-6 5 0 0,6-5 0 0,-7 6 0 16,7-6 0-16,-7 2 0 16,7-2 0-16,0 0 0 0,-14 0 0 0,14 0 0 15,-10-6 0-15,2 0-40 0,4 1-622 16,-1 0-104-16,-1-2-131 0,1-1 73 0,1-1-877 0,2-1-1136 15</inkml:trace>
  <inkml:trace contextRef="#ctx0" brushRef="#br0" timeOffset="55049.78">5149 3455 4338 0,'0'0'-145'0,"0"0"80"0,0 0 75 0,0 0 62 15,-10-5 44-15,10 5 34 0,0 0 30 0,0 0 18 16,0 0 17-16,0 0 24 0,0 0 8 16,0 0 7-16,0 0-1 0,0 0-13 15,0 0-14-15,-8-4-5 0,8 4-7 16,0 0-5-16,0 0-3 0,0 0-3 0,0 0-8 16,0 0-11-16,0 0-17 0,0 0-103 15,0 0-64-15,-3-8 0 0,3 8 0 0,0 0 0 16,0 0 0-16,0 0 0 0,0 0 0 15,-11 13 0-15,11-13 0 0,0 0 0 16,-5 11 0-16,5-11 0 0,0 0 0 0,0 0 0 16,0 9 0-16,0-9 0 0,0 0 0 15,0 0 0-15,0 0 0 0,0 0 0 0,0 0 0 16,0 0 0-16,0 0 0 0,0 0 0 16,0 0 0-16,0 0 0 0,0 0 0 15,0 0 0-15,0 0 0 0,0 0-312 16,0 0-474-16,0 0-164 0,0 0 84 15,0 0 108-15,0 0-779 0,0 0-981 0</inkml:trace>
  <inkml:trace contextRef="#ctx0" brushRef="#br0" timeOffset="59332.69">5025 5252 407 0,'0'0'163'0,"0"0"-18"0,0 0-11 16,0 0 1-16,0 0-9 16,0 0-1-16,0 0-4 0,6-4 0 0,-6 4 8 15,0 0 12-15,0 0 11 0,0 0 16 16,9-6 18-16,-9 6 14 0,0 0 16 16,7-5 14-16,-7 5 9 0,0 0 3 0,6-8 1 15,-6 8-3-15,0 0-4 0,5-6-11 16,-5 6-12-16,0 0-14 0,3-7-15 0,-3 7-17 15,0 0-12-15,0 0-13 0,0-10-11 16,0 10-12-16,0 0-10 0,2-10-9 16,-2 10-9-16,0 0-8 0,0-8-8 0,0 8 6 15,0 0-8-15,0 0-6 16,0 0-2-16,0-9-10 0,0 9 1 0,0 0 2 16,0 0-8-16,0 0-3 0,0 0-3 15,0 0-2-15,-2-8-1 0,2 8-11 0,0 0 2 16,0 0-4-16,0 0-1 0,0 0-6 15,0 0 6-15,0 0-8 0,0 0 2 0,0 0-1 16,0 0-2-16,0 0-5 0,0 0-3 16,0 0 3-16,0 0-5 0,0 0 5 15,0 0 5-15,0 0 16 0,0 0 13 0,-12 21-4 16,12-21 16-16,-7 12 1 16,3-5-5-16,0 1 14 0,-1 2 1 0,-2 3-10 0,0-1 14 15,3 3-5-15,-3 0 12 0,1 1-4 16,0-1-3-16,0 4 2 0,-1-4 3 15,2 4-4-15,-1 0-75 0,-1-2 0 16,4 0 0-16,-3 3 0 0,1-4 0 0,-1 4 0 16,2-5 0-16,-4 4 0 0,4-5 0 15,-5 6 0-15,6-5 0 0,-3 1 0 16,-1-3 0-16,0 3 0 0,0-3 0 0,1 1 0 16,1 0 0-16,-2-2 0 0,2 2 0 15,-1-2 0-15,2 1 0 0,-3-1 0 0,1 3 0 16,2-5 0-16,0 0 0 15,0-1 0-15,-1 5 0 0,-1-4 0 0,3-1 0 16,-2 4 0-16,-1-3 0 0,3 1 0 16,-3-3 0-16,4-1 0 0,-1 0 0 0,-1 0 0 15,4-7 0-15,-5 8 0 0,5-8 0 16,-1 9 0-16,1-9 0 0,-4 6 0 0,4-6 0 16,0 0 0-16,0 0 0 0,-4 7 0 15,4-7 0-15,0 0 0 0,0 0 0 0,0 0 0 16,0 0 0-16,0 0 0 0,0 0 0 15,0 0 0-15,0 0 0 0,2-25 0 16,-2 16-224-16,2 1-638 0,-2-4-78 0,0 0 79 16,0-2-943-16,2 0-1232 15</inkml:trace>
  <inkml:trace contextRef="#ctx0" brushRef="#br0" timeOffset="59948.03">4800 5273 4623 0,'-6'-6'-207'0,"6"6"61"0,0 0 58 0,-9-7 56 0,9 7 47 15,-5-6 40-15,5 6 29 0,-7-6 24 16,7 6 24-16,0 0 22 0,-6-5 19 15,6 5 21-15,0 0 17 0,0 0 32 16,0 0 6-16,-5-6 5 0,5 6-5 0,0 0 4 16,0 0-9-16,0 0-12 0,0 0-10 15,0 0-19-15,0 0-7 0,0 0-23 0,0 0-2 16,0 0-9-16,0 0-98 0,0 0-64 16,0 0 0-16,-6-6 0 0,6 6 0 0,0 0 0 15,0 0 0-15,0 0 0 16,0 0 0-16,0 0 0 0,0 0 0 0,0 0 0 15,0 0 0-15,0 0 0 0,19 23 0 16,-9-13 0-16,3 2 0 0,1 3 0 16,6 7 0-16,1 2 0 0,4 2 0 0,-3 0 0 15,3-1 0-15,2 7 0 0,-2-5 0 16,-4-1 0-16,3 0 0 0,-4-2 0 0,-3 0 0 16,-2-8 0-16,-6 2 0 0,3-3 0 15,-4-3 0-15,-1-1 0 0,0-2 0 0,-2 0 0 16,1-2 0-16,-3 1 0 0,3-4 0 15,-6-4 0-15,7 10 0 0,-2-7 0 0,-5-3 0 16,4 6 0-16,-4-6 0 0,7 6 0 16,-7-6 0-16,4 6 0 0,-4-6 0 0,0 0 0 15,0 0 0-15,7 7 0 16,-7-7 0-16,0 0 0 0,7 4 0 0,-7-4 0 16,0 0 0-16,0 0 0 0,0 0 0 15,0 0 0-15,7 0 0 0,-7 0 0 0,0 0 0 16,0 0 0-16,0 0 0 0,0 0 0 15,0 0-219-15,7-9-792 0,-7 9 74 16,0 0 96-16,0 0-922 0,0 0-1193 0</inkml:trace>
  <inkml:trace contextRef="#ctx0" brushRef="#br0" timeOffset="60464.93">5269 5602 4374 0,'0'0'-206'0,"-3"-7"81"0,3 7 70 0,0 0 56 0,-2-14 58 15,2 9 41-15,0 5 30 0,0-10 22 16,0 10 20-16,0-12 12 0,0 12 18 16,0-7 15-16,0 7 3 0,0-9-1 0,0 9-1 15,0 0-14-15,0 0-19 0,2-9-23 16,-2 9-8-16,0 0-8 0,0 0 21 0,0 0-8 15,12 33-16-15,-12-17-9 0,4 6 0 16,0 0-7-16,-2 5-7 0,1-4-7 0,-1 2 1 16,0 2-6-16,1-5 9 15,0-1-75-15,-3-3-42 0,2-1 0 0,-2-3 0 16,2-2 0-16,-2-2 0 0,2 1 0 16,-2-3 0-16,2-1 0 0,-2-7 0 15,4 10 0-15,-4-10 0 0,0 5 0 0,0-5 0 16,0 0 0-16,0 0 0 0,0 0 0 15,0 0 0-15,0 0 0 0,0 0 0 0,0 0 0 16,-2-25-317-16,0 20-250 0,-2-4-112 16,2 0-180-16,0 1 49 0,-4-2 83 0,2-1-712 15,2 1-890-15</inkml:trace>
  <inkml:trace contextRef="#ctx0" brushRef="#br0" timeOffset="61081.35">5303 5233 3543 0,'-3'-5'-175'0,"3"5"65"0,-5-5 55 0,5 5 47 0,0 0 49 15,0 0 43-15,0 0 32 0,0 0 27 16,-6-10 16-16,6 10 17 0,0 0 17 16,0 0 22-16,0 0 15 0,0 0 17 0,0 0 14 15,-1-5-5-15,1 5 4 0,0 0-1 16,0 0-11-16,0 0-9 0,0 0-12 0,0 0-14 16,0 0-19-16,0 0-14 0,-6-8-7 15,6 8-11-15,0 0-9 0,0 0-6 16,0 0-5-16,0 0-9 0,0 0-6 0,0 0-109 15,0 0-18-15,0 0 0 0,0 0 0 16,0 0 0-16,0 0 0 0,-23 11 0 0,19-6 0 16,4-5 0-16,-11 12 0 15,6-3 0-15,-2-1 0 0,5 1 0 0,-1-1 0 16,1 1 0-16,2-1 0 0,0 1 0 16,0-9 0-16,3 15 0 0,-1-8 0 0,2 0 0 15,3-2 0-15,-2-2 0 0,-5-3 0 16,15 6 0-16,-5-5 0 0,-10-1 0 0,0 0 0 15,29-7 0-15,-20 4 0 0,0-1 0 16,1-1 0-16,-4 0 0 0,1 0 0 0,-1-2 0 16,-3 0 0-16,3 2 0 0,-6 5 0 15,3-11 0-15,-1 5 0 0,-2 6 0 16,-5-8 0-16,5 8 0 0,-6-9 0 16,6 9 0-16,-9-4 0 0,9 4 0 0,-16 2 0 15,16-2 0-15,-16 4 0 0,8-2 0 16,-4 3 0-16,5 0 0 0,-2-3 0 15,0 1 0-15,2 1 0 0,7-4-169 0,-9 5-684 16,9-5-101-16,-6 3 92 0,6-3-959 16,-5 8-1247-16</inkml:trace>
  <inkml:trace contextRef="#ctx0" brushRef="#br0" timeOffset="62814.33">7115 3981 4430 0,'0'0'-356'0,"0"0"59"16,0 0 61-16,10-1 41 0,-10 1 40 15,0 0 44-15,0 0 35 0,11-2 29 0,-11 2 26 16,0 0 22-16,8-6 14 0,-8 6 16 15,0 0 11-15,0 0 9 0,0 0 11 16,0 0 12-16,0 0 18 0,8-5 4 0,-8 5-5 16,0 0 8-16,0 0-6 0,0 0 8 15,0 0 3-15,0 0-6 0,0 0 2 16,0 0-8-16,0 0 0 0,0 0-1 16,0 0 0-16,0 0 4 0,11-1 3 0,-11 1 2 15,0 0-1-15,0 0-3 0,0 0-5 16,0 0-8-16,0 0-5 0,0 0-3 0,0 0-10 15,0 0-5-15,0 0-7 0,0 0 10 16,0 0-2-16,0 0-5 0,0 0-4 16,0 0 9-16,0 0-6 0,0 0-5 0,0 0 7 15,0 0 13-15,0 0 9 0,0 0 2 16,-11 22-7-16,6-17 7 0,3 3 10 0,-3 0-12 16,-1 2 21-16,-1 3 1 15,0 5-6-15,-2-5 6 0,0 7-2 0,0-3-1 16,0 1-14-16,0-1-7 0,2 2-3 15,-1 0-12-15,0 0-7 0,4-5 1 16,-3 1-4-16,3 0-4 0,-3-1-6 0,0 2 6 16,2 0 12-16,-1-2-7 0,3 1 0 15,-3-1 8-15,1 0 1 0,-2 2-3 0,2 0 5 16,-1-1-2-16,-1 2-3 0,0-2-48 16,4-1-11-16,-5 0 0 0,4 0 0 0,-3-3 0 15,3 0 0-15,3-1 0 0,-6 0 0 16,3-1 0-16,2 0 0 0,-3-3 0 15,5-6 0-15,-4 10 0 0,2-4 0 16,2-6 0-16,-1 8 0 0,1-8 0 16,-4 7 0-16,4-7 0 0,0 0 0 0,-5 10 0 15,5-10 0-15,0 0 0 0,0 0 0 16,-2 5 0-16,2-5 0 0,0 0 0 0,0 0 0 16,0 0 0-16,0 0 0 0,0 0 0 15,0 0 0-15,0 0 0 0,0 0 0 0,0 0 0 16,0 0 0-16,0 0-211 0,0 0-369 15,5-23-134-15,-3 16-192 0,-2 1 78 16,4-2 92-16,-3 0-698 0,-1 8-884 0</inkml:trace>
  <inkml:trace contextRef="#ctx0" brushRef="#br0" timeOffset="63583.68">6822 4156 3638 0,'-2'-8'-164'0,"2"8"60"0,-2-7 59 0,1 1 49 15,1 6 45-15,-5-11 40 0,5 11 12 0,-2-14 24 16,2 7 11-16,-2 0 9 0,2 0 15 16,0 7 6-16,-2-10 6 0,2 10 2 15,2-11-2-15,-2 11-5 0,0 0-2 0,0-9-10 16,0 9-5-16,0 0 11 0,0-9 3 15,0 9 6-15,0 0 11 0,0 0 5 16,2-8 1-16,-2 8 2 0,0 0-6 16,0 0-5-16,0-10-13 0,0 10-13 0,0 0-16 15,0 0-11-15,4-7-15 0,-4 7-9 16,0 0-12-16,0 0-9 0,0 0-4 0,0 0-9 16,6-6-31-16,-6 6-36 0,0 0 0 15,0 0 0-15,4-6 0 0,-4 6 0 16,0 0 0-16,0 0 0 0,0 0 0 0,0 0 0 15,6-8 0-15,-6 8 0 0,0 0 0 16,0 0 0-16,0 0 0 0,0 0 0 0,0 0 0 16,0 0 0-16,0 0 0 15,5-5 0-15,-5 5 0 0,0 0 0 0,0 0 0 16,0 0 0-16,0 0 0 0,0 0 0 16,18 10 0-16,-13-3 0 0,3 1 0 0,-1 1 0 15,5 7 0-15,-3 1 0 0,0 1 0 16,3 7 0-16,-1-3 0 0,-3-3 0 15,2-2 0-15,-3 0 0 0,-1-3 0 0,1-2 0 16,-2 1 0-16,-1-6 0 16,-1 3 0-16,1-4 0 0,0 2 0 0,-4-8 0 0,3 9 0 15,-3-9 0-15,4 7 0 16,-4-7 0-16,4 7 0 0,-4-7 0 0,0 0 0 0,6 6 0 16,-6-6 0-16,0 0 0 15,0 0 0-15,0 0 0 0,0 0 0 0,0 0 0 16,0 0 0-16,0 0 0 0,0 0 0 0,0 0 0 15,0 0 0-15,0 0-707 16,0 0-221-16,0 0 22 0,0 0 90 0,19-2-828 16,-19 2-1082-16</inkml:trace>
  <inkml:trace contextRef="#ctx0" brushRef="#br0" timeOffset="64248.09">7315 4339 4133 0,'0'0'-194'0,"0"0"65"0,0 0 56 15,-12-3 48-15,12 3 51 0,0 0 41 16,-13-4 33-16,13 4 27 0,0 0 25 0,0 0 19 15,0 0 19-15,-11-2 10 0,11 2-2 16,0 0-5-16,0 0-18 0,0 0-18 16,0-9-14-16,0 9-10 0,0 0-18 0,0 0-8 15,8-12-12-15,-8 12-9 16,5-6-5-16,-5 6 13 0,4-7 5 0,-4 7 21 0,7-6-8 16,-7 6 5-16,0 0-10 0,0 0-8 15,3-6-12-15,-3 6-6 0,0 0-9 16,0 0-5-16,0 0-10 0,0 0 25 0,0 0-2 15,8 25-1-15,-7-13 6 16,3 3 1-16,0 6 0 0,1 1-5 0,2-1-8 16,-2 13-8-16,3-2-5 0,-3-7-4 15,1-4-38-15,0 2-18 0,-4-3 0 0,0-4 0 16,0 1 0-16,-2-4 0 0,2-1 0 16,-2 0 0-16,2-2 0 0,-6-3 0 0,4 1 0 15,0-8 0-15,-6 10 0 0,5-4 0 16,-4-4 0-16,-1 4 0 0,6-6 0 15,-11 3 0-15,4-1 0 0,7-2 0 0,-16 2 0 16,16-2 0-16,-15 0 0 0,15 0 0 16,-19-2 0-16,19 2 0 0,-18-4 0 15,7 3 0-15,2-2 0 0,-1 0 0 16,-1-1-400-16,3-1-391 0,1-2-154 0,1 0 84 16,0-2-905-16,4 3-1198 0</inkml:trace>
  <inkml:trace contextRef="#ctx0" brushRef="#br0" timeOffset="64898.67">7348 4134 4411 0,'0'0'-223'15,"0"0"81"-15,-8-2 63 0,8 2 68 0,0 0 57 16,0 0 29-16,0 0 28 0,0 0 17 16,0 0 12-16,0 0 9 0,0 0 15 15,0 0 2-15,0 0 4 0,0 0 4 0,0 0 7 16,0 0 3-16,0 0-1 0,0 0-11 16,0-12-7-16,0 12-7 0,0 0-10 15,0 0-10-15,4-8 0 0,-4 8-15 0,0 0 8 16,4-7-8-16,-4 7 0 0,0 0-1 15,3-9-7-15,-3 9-3 0,0 0-8 16,0-7-6-16,0 7-7 0,0 0-10 0,0 0-9 16,0 0-5-16,0 0-7 0,0 0-7 15,0 0-2-15,-16-1-4 0,16 1-7 16,0 0-1-16,0 0-2 0,-14 15-2 0,12-10-2 16,2-5-25-16,-2 12 0 0,2-12 0 15,2 14 0-15,0-9 0 0,2 2 0 0,-4-7 0 16,8 10 0-16,-1-6 0 0,-7-4 0 15,10 4 0-15,-10-4 0 0,9 2 0 0,-9-2 0 16,0 0 0-16,0 0 0 16,0 0 0-16,17 0 0 0,-17 0 0 0,0 0 0 15,0 0 0-15,4-10 0 0,-4 10 0 16,0 0 0-16,0-10-166 0,0 10-225 16,0 0-137-16,-4-7-151 0,4 7-206 0,0 0 74 15,0 0 82-15,0 0-632 0,0 0-816 16</inkml:trace>
  <inkml:trace contextRef="#ctx0" brushRef="#br0" timeOffset="77262.6">8246 4263 535 0,'5'-4'286'0,"-5"4"-55"0,0 0-25 0,0 0-27 16,6-4-21-16,-6 4-16 0,0 0-12 15,5-5-9-15,-5 5 1 0,0 0 0 16,0 0-3-16,0 0 3 0,0 0 2 0,0 0 4 15,0 0-5-15,0 0-3 0,0 0-5 16,0 0-25-16,0 0 17 0,0 0-9 0,0 0 1 16,0 0 6-16,0 0-3 0,0 0 7 15,0 0 2-15,0 0 7 0,0 0 1 0,0 0 1 16,0 0 10-16,0 0-5 16,0 0-9-16,0 0 1 0,0 0-3 0,0 0 0 15,0 0-1-15,-30 0-10 0,30 0-7 16,0 0 0-16,0 0-15 0,-20 5-1 15,20-5-9-15,-12 0-6 0,12 0-7 0,-17 2-7 16,17-2-4-16,-14 0-1 0,14 0-7 16,-13 2-4-16,13-2-3 0,-16 4-2 0,16-4-3 15,-12 3-2-15,12-3-7 0,-16 4 3 16,10-2-4-16,6-2-3 0,-13 4 2 16,13-4-3-16,-14 6-1 0,7-4 0 0,7-2 6 15,-14 4 3-15,14-4-4 16,-11 5 1-16,11-5-6 0,-11 6 2 0,11-6-2 0,-12 2 3 15,12-2-6-15,-11 6 0 16,11-6 2-16,-11 6 1 0,11-6-2 0,-12 4-5 16,12-4-1-16,-8 6 1 0,1-4 1 15,7-2-3-15,-10 5 2 0,10-5-1 16,-9 6-3-16,9-6 13 0,-10 6-10 0,10-6-2 16,-10 6 1-16,10-6-1 0,-7 6-2 15,7-6 2-15,-8 5-2 0,8-5 3 0,-5 3-2 16,5-3 3-16,-6 6-2 0,6-6-1 15,-10 7 1-15,10-7-3 0,-3 6 5 0,3-6 1 16,-10 7-3-16,10-7-1 0,-3 7 2 16,3-7-2-16,-9 5-2 0,9-5 4 15,-3 10-7-15,3-10 5 0,-8 7 3 16,8-7-5-16,-5 10 3 0,5-10-1 16,-6 7 0-16,6-7-2 0,-4 8 10 0,4-8-8 15,-4 9-1-15,4-9 1 0,-4 9 5 16,4-9-5-16,-4 8 3 0,1-3-5 0,3-5 2 15,-4 10 3-15,4-10-4 0,-4 9-1 16,4-9 12-16,0 10-10 0,0-10 2 16,-1 10-1-16,1-10-2 0,-4 9-2 0,4-9 4 15,0 11 2-15,0-11-4 16,0 9 3-16,0-9-3 0,0 9 0 0,0-9 10 16,2 9-11-16,-2-9 4 0,0 8-4 15,0-8 11-15,2 11-13 0,-2-11 3 0,0 10-1 16,1-5-1-16,-1-5 5 0,0 12-2 0,2-6 0 15,-2-6 0-15,2 10 2 16,0-3-4-16,-2-7 5 0,4 12-2 0,-3-7 6 16,1 2-9-16,-2-7 7 0,6 10 0 15,-2-5 6-15,-4-5-5 0,6 10 11 0,-2-4 10 16,-4-6-1-16,5 8 1 0,-1-4-3 16,-4-4-4-16,5 8 3 0,2-5-2 0,-7-3 40 15,5 7-4-15,-5-7-2 0,6 5-8 16,-6-5-3-16,7 6-6 0,-7-6 4 15,6 5-4-15,-6-5 26 0,10 5-2 0,-10-5-3 16,9 5-5-16,-9-5 5 16,11 3 9-16,-11-3 3 0,16 6 4 0,-16-6-4 15,13 1 1-15,-13-1-4 0,16 0-5 16,-16 0 9-16,16 2-2 0,-16-2-5 0,16-2-48 16,-16 2-18-16,15 0 0 0,-15 0 0 15,17 0 0-15,-17 0 0 0,15 0 0 0,-15 0 0 16,16 0 0-16,-16 0 0 0,19-1 0 15,-19 1 0-15,19-2 0 0,-7-1 0 16,1 2 0-16,-2 0 0 0,3-3 0 0,-1 3 0 16,-1-3 0-16,-1 1 0 15,0-1 0-15,-1 3 0 0,-1-3 0 0,0 1 0 16,-9 3 0-16,18-7 0 0,-11 5 0 16,4-1 0-16,-11 3 0 0,12-7 0 0,-4 4 0 15,-8 3 0-15,16-7 0 0,-11 3 0 16,-5 4 0-16,13-7 0 0,-5 4 0 0,-8 3 0 15,11-7 0-15,-5 4 0 0,-6 3 0 16,9-5 0-16,-9 5 0 0,10-5 0 16,-10 5 0-16,10-8 0 0,-10 8 0 15,7-6 0-15,-3 2 0 0,-4 4 0 16,6-11 0-16,-2 9 0 0,1-5 0 0,-5 7 0 0,4-13 0 16,-2 6 0-16,0 1 0 15,1 0 0-15,-3 6 0 0,2-17 0 0,0 7 0 16,-2 2 0-16,0-3 0 0,0 1 0 15,-2-2 0-15,0 2 0 0,2-1 0 16,-1-1 0-16,-1 2 0 0,0-2 0 0,-2 2 0 16,2 0 0-16,-3 0 0 0,1-1 0 15,1 1 0-15,-6-2 0 0,4 3 0 0,-3 1 0 16,3-2 0-16,-4 3 0 0,0-3 0 16,2 2 0-16,-1 1 0 0,-2 0 0 0,1 0 0 15,2 3 0-15,-7-1 0 0,1 0 0 16,1 1 0-16,-3 2 0 0,-1 0 0 15,0 0 0-15,-2 2 0 0,1 0 0 16,-2 0 0-16,0 2 0 0,0 0 0 16,3 0 0-16,-2 0 0 0,0 0 0 0,2 0 0 15,2 1 0-15,1-2-246 0,1 3-269 16,1 0-82-16,0 1-100 0,4-3-167 0,0 4 70 16,1-2-729-16,6 2-968 0</inkml:trace>
  <inkml:trace contextRef="#ctx0" brushRef="#br0" timeOffset="78510.08">10216 4425 3862 0,'0'0'-177'0,"2"6"62"0,-2-6 57 0,0 0 50 16,0 0 47-16,0 0 20 0,0 0 37 15,0 0 21-15,0 0 14 0,0 0 16 16,0 0 17-16,0 0 11 0,0 0 4 0,0 0-13 16,0 0-21-16,0 0-13 0,20-9-12 15,-20 9-12-15,9-10-11 0,-4 4-8 16,3 0-11-16,-3-1-6 0,1 0-8 0,0 0-6 16,2-1-7-16,-3 1-3 0,1 0-1 15,-1-2-5-15,-1 3 13 0,3 0-5 0,-7 6 1 16,5-8-7-16,-5 8-1 0,6-9-8 15,-6 9-4-15,1-6-7 0,-1 6-3 16,0 0-5-16,6-4 4 0,-6 4-4 0,0 0-1 16,0 0-3-16,0 0 0 15,0 0 0-15,4 19-4 0,-3-11 4 0,-1 2 0 16,3 3 7-16,1 2-2 0,0 0 1 0,-1 2 0 16,1 4 0-16,2-5 1 0,-5 2-4 15,5 1-1-15,0-2 3 0,-2-3-4 16,0 1 33-16,0-3-3 0,-3-1-3 15,3-1 1-15,-2 1-6 0,2-3-7 0,-3 0-1 16,-1-1 4-16,3 1-5 0,-1 0 0 16,-2-8-7-16,4 16 1 0,-2-10 0 0,-1 1-5 15,-1-7 1-15,2 14-5 0,0-7-2 16,0-2 5-16,-2-5-2 0,6 7 7 0,-6-7 41 16,1 10 12-16,-1-10 21 0,2 7 13 15,-2-7 1-15,0 0 4 0,2 7 3 16,-2-7-5-16,0 0-8 0,0 0-4 0,0 0-7 15,-2 10-42-15,2-10-48 0,0 0 0 16,0 0 0-16,-5 8 0 0,5-8 0 16,-8 5 0-16,1-1 0 0,7-4 0 15,-18 7 0-15,7-4 0 0,-1 1 0 0,-1-1 0 16,2 0 0-16,-4 1 0 0,-3 1 0 16,3-2 0-16,-1 3 0 0,2-3 0 15,1 0 0-15,-1 1 0 0,5-3 0 0,-1 3 0 16,10-4 0-16,-19 5 0 0,19-5 0 15,-12 3 0-15,12-3 0 0,-7 2 0 0,7-2 0 16,0 0 0-16,0 0 0 0,0 0 0 16,0 0 0-16,0 0 0 0,32 2 0 15,-11-4 0-15,6-1 0 0,9-2 0 16,2-2 0-16,-2 3 0 0,1-2 0 0,-7 0 0 16,-6 3 0-16,0 0 0 0,-9-2 0 15,0 4 0-15,-3 0 0 0,-1-1 0 0,-11 2 0 16,18-2 0-16,-18 2 0 0,14-1 0 15,-14 1 0-15,12-2 0 0,-12 2 0 16,0 0 0-16,13-2 0 0,-13 2 0 0,0 0 0 16,0 0 0-16,13-1 0 0,-13 1 0 15,0 0 0-15,0 0 0 0,0 0 0 0,0 0 0 16,9-6-72-16,-9 6-545 16,0 0-189-16,2-5-107 0,-2 5 73 0,3-8-841 15,5 2-1117-15</inkml:trace>
  <inkml:trace contextRef="#ctx0" brushRef="#br0" timeOffset="79978.05">13478 4506 4087 0,'0'0'-283'0,"0"0"69"16,0 0 68-16,0 0 51 0,0 0 51 15,0 0 42-15,0 0 35 0,0 0 39 0,0 0 20 16,0 0 25-16,0 0 18 0,-11-6 12 16,11 6 13-16,0 0 5 0,0 0 6 0,0 0-1 15,0 0 3-15,-10-3-2 0,10 3-1 16,0 0-8-16,0 0-6 0,0 0-3 0,0 0 2 15,0 0-7-15,0 0-6 0,-9-5 8 16,9 5-10-16,0 0 2 0,0 0 4 16,0 0-5-16,-2-9-2 0,2 9 1 15,0 0-8-15,0 0-12 0,6-12-7 16,-6 12-15-16,5-8-9 0,-5 8-7 0,10-10-12 16,-2 5-5-16,-1-2-7 0,0 0-9 15,4 2-3-15,-2 0-5 0,0-1 0 0,1 1-6 16,-2 0 9-16,-1 2 3 0,0-2-7 15,-7 5-12-15,16-5-28 0,-8 1 0 0,-8 4 0 16,15-3 0-16,-15 3 0 0,15-2 0 16,-15 2 0-16,19-2 0 0,-19 2 0 15,17 2 0-15,-17-2 0 0,21 2 0 0,-11-1 0 16,-10-1 0-16,17 4 0 16,-17-4 0-16,13 3 0 0,-5-1 0 0,-8-2 0 15,11 5 0-15,-11-5 0 0,13 5 0 16,-13-5 0-16,11 6 0 0,-8-2 0 0,-3-4 0 0,8 7 0 15,-8-7 0-15,3 7 0 16,-3-7 0-16,4 7 0 0,-4-7 0 0,5 9 0 16,-5-9 0-16,-3 10 0 0,3-10 0 15,-6 13 0-15,4-6 0 0,1 0 0 16,-3 0 0-16,0 1 0 0,-1 1 0 0,-2 2 0 16,2-3 0-16,-3 0 0 0,1 3 0 15,0 1 0-15,-4-1 0 0,2-3 0 0,-2 2 0 16,-1 1 0-16,3-3 0 0,0 1 0 15,-2 0 0-15,0-3 0 0,4-1 0 0,-3 1 0 16,2 2 0-16,-1-3 0 16,4 0 0-16,-4 1 0 0,4-1 0 0,5-5 0 15,-9 6 0-15,9-6 0 0,-8 7 0 16,8-7 0-16,0 0 0 0,-6 7 0 0,6-7 0 16,0 0 0-16,0 0 0 0,0 0 0 15,15 11 0-15,-4-10 0 0,5 1 0 0,3-2 0 16,0 0 0-16,4 0 0 0,-1 0 0 15,1 0 0-15,4-2 0 0,-2 2 0 16,-4 0 0-16,0-1 0 0,-4 1 0 0,-4-2 0 16,3 2 0-16,-5-2 0 15,-11 2 0-15,21 0 0 0,-12-2 0 0,-9 2 0 0,18-1 0 16,-18 1 0-16,15 0 0 16,-15 0 0-16,0 0 0 0,17-2 0 0,-17 2 0 15,0 0 0-15,11-2 0 0,-11 2 0 16,0 0 0-16,0 0 0 0,0 0 0 0,0 0 0 15,12-2 0-15,-12 2 0 16,0 0 0-16,0 0 0 0,0 0 0 0,0 0 0 0,0 0 0 16,-37-8-753-16,26 8-237 0,-2 0 112 15,13 0-1016-15,-26 2-1318 0</inkml:trace>
  <inkml:trace contextRef="#ctx0" brushRef="#br0" timeOffset="81560.56">17057 4313 4613 0,'0'0'-360'0,"0"0"55"0,0 0 55 15,0 0 47-15,0 0 42 0,0 0 42 0,0 0 38 16,0 0 34-16,0 0 28 0,-3 6 26 16,3-6 35-16,0 0 23 0,0 0 22 15,0 0 20-15,0 0 14 0,0 0 11 0,0 0 3 16,0 0 3-16,0 0-10 0,0 0-6 15,0 0-3-15,0 0 0 0,0 0-5 0,0 0-2 16,0 0-7-16,-22-6 0 0,22 6-2 16,0 0-2-16,0 0-1 0,-7-8-1 15,7 8-3-15,0 0-7 0,-4-5 2 16,4 5-4-16,0 0 2 0,-3-7-5 16,3 7 6-16,0 0-7 0,0 0 0 0,-7-9-1 15,7 9-6-15,0 0-1 0,0 0-3 16,2-10-4-16,-2 10-5 0,0 0-13 0,10-10 1 15,-4 5-6-15,-1 1-5 0,5-1-5 16,-2 0-7-16,3 2 1 0,-2-3-7 0,1 3 7 16,1-1-6-16,-1 1-8 0,-10 3-2 15,17-5 2-15,-17 5-3 0,18 0-4 16,-18 0 1-16,16 0 2 0,-16 0-2 0,22 4-6 16,-11-3 9-16,1 2-8 0,-1 3 4 15,0-3-2-15,1 1 2 0,-3 1 2 0,0 1 1 16,2-2 0-16,-6 2 3 15,1-2 18-15,-3 3 7 0,-1 3 13 0,0-2 6 0,-4 0 8 16,0 5 7-16,-1-1 7 0,-3-1-8 16,1 3-2-16,-6 0 2 0,2 1-2 15,-2-1 1-15,3-2 0 0,-1 0-5 16,-1-4-3-16,5-1-2 0,-4 2-5 0,6-4-3 16,-3 2 12-16,6-7-52 0,-5 10-13 15,5-10 0-15,-6 7 0 0,6-7 0 16,-2 5 0-16,2-5 0 0,0 0 0 0,-3 8 0 15,3-8 0-15,0 0 0 0,9 9 0 16,-9-9 0-16,9 10 0 0,-2-6 0 0,-3 1 0 16,4 2 0-16,-2 0 0 0,1 0 0 15,1-1 0-15,-2 1 0 0,2 3 0 0,-3-4 0 16,3 4 0-16,-5-1 0 0,4-1 0 16,-4 3 0-16,1 1 0 0,0-2 0 15,-2 2 0-15,-2 0 0 0,-2 0 0 16,-2 2 0-16,0-1 0 0,-4 1 0 0,-3 1 0 15,-2-1 0-15,-3 0 0 0,3-2 0 16,-6-2 0-16,0 0 0 0,-2-3 0 16,4 0 0-16,-2-3 0 0,2 0 0 0,1-3 0 15,1-1 0-15,2 0 0 0,-1-4 0 16,2 3 0-16,0-5 0 0,0 1 0 0,1 0 0 16,1 0 0-16,3 1 0 15,-2-2 0-15,0 0 0 0,2 0 0 0,-1 0 0 0,1 1 0 16,1 2 0-16,-2-2 0 15,8 5 0-15,-5-7-603 0,1 2-402 0,0 0 99 16,4 5-1025-16,0 0-1351 0</inkml:trace>
  <inkml:trace contextRef="#ctx0" brushRef="#br0" timeOffset="82578.62">21103 4206 4766 0,'0'-9'-293'0,"-2"1"68"0,0 1 71 15,2-2 53-15,-2 0 45 0,2-1 39 0,-1 4 33 16,-1-3 25-16,2-1 17 0,0 1 23 16,0 2 7-16,0-1 8 0,0-1 5 15,0 2 5-15,0 7 7 0,0-12 1 16,0 6-5-16,0 6-11 0,2-8-9 0,-2 8-10 16,0 0-9-16,0 0-7 0,0 0-5 15,0 0-2-15,0 0-2 0,0 33 30 16,0-15-6-16,0 9-4 0,0-2-6 0,-2 15-2 15,2 1 8-15,-2-4-2 0,2 4-7 16,0-6-6-16,-2-4-6 0,0-5-2 0,2-6 8 16,-2 3 30-16,2-5 4 0,0-1 4 15,-2-5-26-15,2 1 13 0,0-1 8 0,-1-3-6 16,1-3-5-16,0-6 3 0,-3 12-9 16,3-12-10-16,-4 6-14 0,4-6-4 15,0 0 2-15,0 0-51 0,0 0-66 0,0 0-58 16,-9-16-63-16,5 9-73 0,2-5-82 15,1 2-75-15,-1-3-65 0,0-2-69 16,-3-2-117-16,3 0 17 0,4 0-540 16,-2-4-657-16</inkml:trace>
  <inkml:trace contextRef="#ctx0" brushRef="#br0" timeOffset="82993.42">21191 4016 3169 0,'3'-9'-54'16,"-1"1"54"-16,2 1 42 0,-2-1 50 15,-2 4 35-15,0 4 40 0,3-8 11 16,-3 8-2-16,0 0-4 0,0-6-17 16,0 6-9-16,0 0-4 0,0 0 7 15,0 0 11-15,0 0 10 0,-37 18 12 0,22-6 9 16,-8 5-18-16,-2 0 15 0,-4 1-3 16,7-1-6-16,3-3-5 0,-1-2-16 0,7 0-2 15,-1 2-11-15,3-6-9 0,2 1-8 16,1-1-6-16,2 1-5 0,2-2-8 0,1-1 1 15,-1 1-5-15,4-7 3 0,7 12-6 16,6-4-8-16,1-4-8 0,9 0-10 16,13 1-5-16,8-3-8 0,4-1-21 15,-2 1-42-15,1-2 0 0,-2 0 0 0,-6-2 0 16,-6 4 0-16,-8-4 0 0,-7 2 0 16,-2 0 0-16,-2 0 0 0,0 2 0 0,-4-2 0 15,-10 0 0-15,15 0 0 0,-15 0 0 16,13 0 0-16,-13 0 0 0,0 0 0 15,13 0 0-15,-13 0 0 0,10 4 0 0,-10-4 0 16,4 3 0-16,-4-3 0 0,2 8 0 16,-2-8-108-16,0 7-243 0,0-7-107 0,-6 10-127 15,6-10-186-15,-3 9-76 16,1-4 93-16,2-5-714 0,0 0-917 0</inkml:trace>
  <inkml:trace contextRef="#ctx0" brushRef="#br0" timeOffset="84412.74">25389 4060 3642 0,'0'0'-192'0,"0"0"67"0,0 0 60 0,0 0 51 0,0 0 41 0,0 0 36 0,0 0 29 16,0 0 7-16,0 0 10 0,0 0 4 16,0 0 5-16,0 0-3 0,0 0 6 0,0 0 5 15,-35-6 3-15,35 6 8 0,-23-2 2 16,12 2 5-16,-3-2 4 0,-8 2 5 0,3-2 3 15,-8 0 3-15,-2 2-7 0,2-4-7 16,-12 4 5-16,5-3-14 0,3 3 9 16,6-1-16-16,-2-1-12 0,9 2-12 0,-1-2-15 15,4 2-8-15,1 0-7 16,14 0-5-16,-22-2-5 0,22 2-14 0,-18-2-1 16,18 2 1-16,-15 0-12 0,15 0 2 15,0 0-7-15,-15 0 6 0,15 0-3 0,0 0 16 16,-11-2 5-16,11 2 11 0,0 0 6 15,0 0 1-15,-14-3 1 0,14 3-6 0,0 0-6 16,-8-4-9-16,8 4 0 0,0 0-10 16,0 0-2-16,0 0-5 0,-5-8-7 0,5 8-1 15,0 0-1-15,0 0-5 16,0 0-2-16,0 0 0 0,0 0-4 0,-4-6-6 16,4 6-1-16,0 0-12 0,0 0 0 15,0 0 0-15,0 0 0 0,0 0 0 16,0 0 0-16,0 0 0 0,0 0 0 0,-8 16 0 15,6-9 0-15,-2 5 0 0,3 1 0 16,-3 3 0-16,2 1 0 0,-2 0 0 0,4 0 0 16,-2 0 0-16,2 0 0 0,0 0 0 15,0-1 0-15,2-3 0 0,2-1 0 0,-2 0 0 16,2 0 0-16,-3-3 0 0,5 1 0 16,-2-3 0-16,4 0 0 0,-1 0 0 0,4-1 0 15,1-4 0-15,1 5 0 0,1-1 0 16,-1-4 0-16,0 2 0 0,1 2 0 15,-1-4 0-15,1 4 0 0,-1 0 0 0,1-1 0 16,-3-1 0-16,1 4 0 0,1-2 0 16,-2 1 0-16,1 2 0 0,-1 1 0 15,-4-3 0-15,0 1 0 0,2 1 0 16,-4-1 0-16,-1-1 0 0,0 4 0 0,-4-4 0 16,0 1 0-16,0-8 0 0,-6 17 0 15,3-7 0-15,-7-1 0 0,2-1 0 0,-3 4 0 16,0-3 0-16,-3-1 0 15,3 4 0-15,-5-6 0 0,1 2 0 0,1-1 0 16,2 1 0-16,0-2 0 0,-1-2 0 0,3 0 0 16,-4-1 0-16,5-2 0 0,9-1 0 15,-19 0 0-15,19 0 0 0,-20-1 0 16,8-2 0-16,0 1 0 0,3-2 0 0,1-2 0 0,-1 4 0 16,1-4 0-16,3 2 0 15,-2 2 0-15,7 2 0 0,-3-11-9 0,3 11-822 16,3-9-136-16,-3 9 82 0,14-7-985 15,-5 2-1295-15</inkml:trace>
  <inkml:trace contextRef="#ctx0" brushRef="#br0" timeOffset="85426.99">27750 4003 4584 0,'6'-2'-301'15,"-6"2"74"-15,0 0 58 0,3-5 53 16,-3 5 40-16,0 0 37 0,0-6 27 0,0 6 14 15,0 0 7-15,-5-9 12 0,5 9 10 16,0 0 4-16,-10-5 7 0,10 5 8 0,0 0 7 16,-12-4 0-16,12 4 9 0,-14 0 2 15,14 0 18-15,-23 6 11 0,8-3 10 0,-3 4 12 16,-2 0 10-16,-1-1 11 0,-12 6 8 16,-1 3-1-16,0-1 4 0,-3-1 3 15,-5 9-2-15,3 4 5 0,0-2-11 0,1 0 13 16,0 3-34-16,6 2-9 0,-2-1 14 15,7-2-3-15,4-1-2 0,1 2-8 16,8 2-12-16,-4 0 0 0,9 0-4 16,0 0-10-16,0-4-7 0,8-2-2 0,-1-3-9 15,4-1-2-15,-1 3-10 0,6-1-7 16,-2-2-6-16,5-1-7 0,2-1 4 0,1 1-10 16,1-7 1-16,13 6-6 0,2-5 0 15,-1-2-4-15,1-3-3 0,-2-4 2 0,0 1-4 16,-6-3 11-16,1-1 25 0,3-3 25 15,-4-2 23-15,2-4-91 0,1-4-14 0,1-5 0 16,-5 0 0-16,-6 1 0 0,-3 0 0 16,-6 5 0-16,-1-5 0 0,-2 3 0 15,-2-1 0-15,-2 3 0 0,-4-2 0 16,1 1 0-16,-7 3 0 0,-3-2 0 16,-4 1 0-16,-3 1 0 0,4 2 0 0,-3-1 0 15,-1 1 0-15,2 2 0 0,3 1 0 16,0 2 0-16,3 0-444 0,-1 1-282 0,7 2-199 15,-3-2 58-15,11 2 100 0,0 0-751 16,-25 4-962-16</inkml:trace>
  <inkml:trace contextRef="#ctx0" brushRef="#br0" timeOffset="93710.8">6512 5506 3786 0,'0'0'-201'0,"2"-6"67"16,-2 6 47-16,0 0 42 0,0 0 39 0,0 0 28 16,0 0 20-16,0 0 23 15,0 0 24-15,0 0 20 0,0 0 18 0,0 0 14 16,0 0 17-16,0 0 8 0,0 0 9 15,0 0 4-15,0 0 1 0,0 0-9 0,0 0-9 16,0 0-13-16,-16-4-17 0,16 4-11 16,0 0-6-16,0 0-9 0,-18 3-13 15,18-3-8-15,-13 3-2 0,4-1-8 0,9-2-4 16,-16 4-9-16,7-3 2 0,0 3-3 16,-1-3-8-16,2 1-5 0,-3 1-5 0,-1 1 1 15,3-2-8-15,-2 2-1 0,-1 2-3 16,1-3-2-16,-3 4-6 0,1-2 1 0,2-1 1 15,-3 4-3-15,3-1-1 0,-1-2 1 16,3 0-12-16,1 2 6 0,-4-2 3 16,3 2-7-16,2 0 10 0,-1 0-10 15,-4-1 1-15,5 1 3 0,-2 0 2 16,0 2-9-16,2-1 4 0,0-3 0 0,-1 4-9 16,3 0 4-16,-2-1 0 0,4 1 10 15,-3-1-9-15,2 2-4 0,2-2 2 0,-1 1 1 16,1 1 2-16,0-2-2 0,2 3 3 15,0-3-4-15,0 2-3 0,0 1 2 0,0 1 3 16,2-2-5-16,-2 2 1 0,2 0 4 16,0 0 3-16,-1 0 4 0,1 0-9 0,0 0 5 15,0 1-5-15,2 3 1 16,-1-1 12-16,3-1-6 0,-1 1 16 0,-2-4-6 16,3 1 4-16,-1 2 4 0,5-3-1 15,-2 1 9-15,1 0-1 0,2-3-1 16,1 3 0-16,1-4-4 0,1-1-1 0,4 3-6 15,-2-4-3-15,-1 0 1 0,3 0-6 16,-2 0 11-16,4-3-2 0,-3-1 4 0,-2 1 14 16,2 0 0-16,-2-3 10 0,6 0 2 15,-8 0-3-15,3-2 9 0,3-2-2 0,-4 0-63 16,2-3 0-16,2 1 0 16,1-3 0-16,-2 0 0 0,3-2 0 0,-3 2 0 0,0-4 0 15,-2 2 0-15,1-3 0 16,-1 0 0-16,-2 0 0 0,0 0 0 0,-1-1 0 15,-4-2 0-15,3 2 0 0,-2-3 0 16,-3 1 0-16,-1 0 0 0,-4 0 0 0,2-7 0 16,-4-1 0-16,0 2 0 0,-6-12 0 15,-2 1 0-15,-1 2 0 0,-2 3 0 16,-5 2 0-16,-1 2 0 0,-4 5 0 16,-4 3 0-16,-2 5 0 0,-5 1 0 0,3 5 0 15,-1 6 0-15,1 0 0 0,-8 3 0 0,-3 4 0 16,-1 1 0-16,5 6 0 0,2 0 0 15,-2-1 0-15,4 3 0 0,-3 1 0 16,5 2-544-16,-1-1-155 0,3 3-222 0,5-1 67 16,1 2 95-16,4-1-742 0,4-4-948 15</inkml:trace>
  <inkml:trace contextRef="#ctx0" brushRef="#br0" timeOffset="94408.74">6566 6621 3920 0,'0'-4'-120'0,"0"4"59"0,-2-10 57 0,2 4 45 16,0 6 36-16,0-13 25 0,0 5 34 0,0 2 23 15,0 6 15-15,0-13 6 16,0 13 15-16,0-10 3 0,0 10 1 0,-2-8-7 0,2 8-5 15,0 0-13-15,-1-11 0 16,1 11-15-16,0 0-13 0,0 0-12 0,0-10-16 0,0 10-7 16,0 0-10-16,0 0-12 15,0 0-7-15,0 0 56 0,0 0 14 0,5 31 2 16,-3-12 1-16,0 7 4 0,3 12-2 16,-4-1-3-16,-1 6-6 0,0 0-37 0,0 0-111 15,2 1 0-15,0 0 0 0,-2-1 0 16,4-5 0-16,-4-6 0 0,0-4 0 0,2-7 0 15,-1-1 0-15,-1-2 0 0,2-5 0 16,-2-1 0-16,2-1 0 0,-2-3 0 16,2 1 0-16,-2-3 0 0,2 0 0 15,-2-6 0-15,0 8 0 0,0-8 0 0,0 8 0 16,0-8 0-16,0 0 0 0,0 0 0 16,0 0 0-16,0 0 0 0,0 0 0 0,0 0 0 15,0 0 0-15,0 0-600 0,-9-22-383 16,3 18 83-16,2-5-1041 0,-2 1-1362 15</inkml:trace>
  <inkml:trace contextRef="#ctx0" brushRef="#br0" timeOffset="95643.44">7497 1765 2426 0,'1'8'206'0,"-1"-8"-83"0,0 0-43 16,0 0 10-16,6 7-12 0,-6-7-9 16,0 0-24-16,0 0-3 0,0 0-12 0,5 3-3 15,-5-3-3-15,0 0-2 0,0 0-6 16,0 0-27-16,0 0-46 0,0 0-58 0,11 4-88 16,-11-4-144-16,0 0-172 0,0 0 38 15,0 0-45-15,0 0-29 0</inkml:trace>
  <inkml:trace contextRef="#ctx0" brushRef="#br0" timeOffset="96041.5">8754 1653 1437 0,'0'5'78'16,"0"-5"37"-16,0 0 25 0,0 0 6 0,0 0 10 16,0 0 4-16,-6 8 0 0,6-8-22 15,0 0-10-15,0 0-11 0,0 0-12 0,0 0-12 16,0 0-12-16,0 0-11 16,0 0-28-16,0 0-64 0,0 0-68 0,0 0-104 15,0 0-138-15,0 0-186 0,0 0 36 16,0 0-38-16,0 0-24 0</inkml:trace>
  <inkml:trace contextRef="#ctx0" brushRef="#br0" timeOffset="96460.01">9654 1850 1443 0,'0'0'112'0,"-6"5"27"0,6-5 21 0,0 0 5 16,-4 5 1-16,4-5 5 0,0 0-8 15,0 0-2-15,0 0-12 0,0 0-19 0,0 0-15 16,0 0-16-16,0 0-13 0,0 0-38 15,0 0-56-15,0 0-74 0,0 0-101 16,0 0-171-16,0 0-177 0,0 0 41 0,0 0-75 16,0 0-65-16</inkml:trace>
  <inkml:trace contextRef="#ctx0" brushRef="#br0" timeOffset="96841">10723 1781 1779 0,'0'0'126'0,"3"6"28"16,-3-6 14-16,0 0 7 0,0 0 21 0,0 0 6 15,9 5 4-15,-9-5-28 0,0 0-19 16,0 0-15-16,0 0-13 0,0 0-17 15,0 0-12-15,0 0-17 0,0 0-72 0,0 0-85 16,0 0-107-16,0 0-153 0,0 0-253 16,0 0 35-16,0 0 69 0,0 0-109 15,18-11-89-15</inkml:trace>
  <inkml:trace contextRef="#ctx0" brushRef="#br0" timeOffset="97240.66">12253 1831 1837 0,'0'0'144'0,"-6"8"15"0,6-8 4 15,0 0 16-15,0 0 35 0,-4 8 12 16,4-8 7-16,0 0-11 0,0 0-13 0,0 0-22 15,0 0-15-15,0 0-16 0,0 0-19 0,0 0-17 16,0 0-13-16,0 0-31 0,0 0-73 16,0 0-96-16,0 0-112 15,0 0-146-15,0 0-237 0,21-18-11 0,-15 13 57 16,-6 5-195-16,12-8-228 0</inkml:trace>
  <inkml:trace contextRef="#ctx0" brushRef="#br0" timeOffset="97577.08">13235 1961 2224 0,'0'0'95'16,"-18"3"29"-16,18-3 0 0,0 0 15 0,0 0 13 15,0 0 18-15,-6 4 8 0,6-4-15 16,0 0-12-16,0 0-15 16,0 0-13-16,0 0-7 0,0 0-14 0,0 0-12 0,0 0-9 15,0 0-9-15,0 0-8 16,0 0-9-16,0 0-9 0,0 0-48 0,0 0-70 15,0 0-80-15,0 0-105 0,0 0-158 16,0 0-193-16,0 0 40 0,0 0-225 16,0 0-281-16</inkml:trace>
  <inkml:trace contextRef="#ctx0" brushRef="#br0" timeOffset="97941.5">14372 1939 2418 0,'0'0'130'0,"0"0"21"0,0 0 8 0,0 0 3 16,0 0-7-16,0 0-17 0,0 0-11 15,0 0-12-15,0 0-16 0,0 0-14 0,0 0-50 16,0 0-61-16,0 0-83 0,0 0-104 15,0 0-154-15,0 0-200 0,-8-15 41 16,8 15-143-16,0 0-164 0</inkml:trace>
  <inkml:trace contextRef="#ctx0" brushRef="#br0" timeOffset="99840.64">6490 7945 922 0,'-7'-2'330'0,"7"2"-53"0,0 0-29 0,0 0-18 15,0 0-23-15,0 0-18 0,-14-3-3 16,14 3-9-16,0 0 14 0,0 0-8 15,0 0 14-15,0 0 1 0,-11 0 6 0,11 0 6 16,0 0 4-16,0 0-3 0,0 0 1 16,0 0 7-16,0 0-4 0,0 0 7 15,0 0 3-15,0 0 1 0,0 0-9 0,0 0-19 16,-16-3-14-16,16 3-21 0,0 0-18 16,-5-4-8-16,5 4-13 0,-4-5-13 0,4 5-13 15,-2-5-7-15,2 5-8 0,0 0-7 16,-2-9-12-16,2 9-7 0,0 0-3 0,2-10-8 15,-2 10-5-15,4-7-3 0,-4 7-2 16,9-5-8-16,-3 0 3 0,-6 5-3 16,17-8-8-16,-7 3-1 0,0 1-2 15,1 1 1-15,0-1-1 0,3 1 2 16,-5 1-6-16,-9 2-1 0,21-2-4 0,-21 2 6 16,22 2-5-16,-22-2-1 0,16 2 8 15,-7 1-10-15,-9-3 4 0,14 4 1 0,-5-1-6 16,-9-3 8-16,14 7-6 0,-8-3 2 15,-6-4 16-15,9 6-2 0,-3-1 3 0,-6-5 9 16,8 10 9-16,-2-6 0 0,-5 4-44 16,-1-8 0-16,0 14 0 0,0-5 0 0,0 1 0 15,-1 0 0-15,-3 3 0 0,0 0 0 16,-1 4 0-16,2 1 0 0,-5 0 0 16,1 1 0-16,-3 0 0 0,2-3 0 15,-3 4 0-15,4-3 0 0,-3 0 0 0,4-3 0 16,1 0 0-16,-3-1 0 0,2-2 0 15,-2-3 0-15,5 3 0 0,-3-4 0 0,4-1 0 16,-1 1 0-16,-1-2 0 0,4-5 0 16,-8 11 0-16,8-11 0 0,-4 6 0 0,4-6 0 15,0 9 0-15,0-9 0 0,0 0 0 16,2 8 0-16,-2-8 0 0,17 2 0 0,-4-2 0 16,5 0 0-16,3-2 0 0,-1 2 0 15,7-2 0-15,2 0 0 0,-2-2 0 0,1 2 0 16,-1-1 0-16,-2-1 0 15,-3 1 0-15,-2 2 0 0,-6 1 0 0,-2-4 0 16,1 4 0-16,-1-2 0 0,-4 0 0 0,-8 2 0 16,16 0 0-16,-16 0 0 0,12-2 0 15,-12 2 0-15,11-3 0 0,-11 3 0 16,8-1 0-16,-8 1 0 0,0 0 0 0,12 0 0 16,-12 0 0-16,0 0 0 0,0 0 0 15,9-2 0-15,-9 2 0 0,0 0 0 16,0 0 0-16,0 0 0 0,0 0 0 15,0 0 0-15,0 0 0 0,0 0 0 0,0 0 0 16,0 0 0-16,-30 12-801 0,13-1-174 0,-10 5 116 16,2 5-1031-16,-3 2-1312 15</inkml:trace>
  <inkml:trace contextRef="#ctx0" brushRef="#br0" timeOffset="101024.28">6521 9147 4706 0,'-6'-2'-286'0,"6"2"66"0,-10-1 65 0,10 1 52 16,0 0 56-16,-15-1 36 0,15 1 43 16,-10-4 41-16,10 4 23 0,-11-2 22 15,11 2 19-15,-9-1 21 0,9 1 16 16,-14-2 9-16,14 2 2 0,-13-2 8 0,13 2 2 15,-14 0 5-15,14 0 8 0,-13 0 2 16,13 0-7-16,0 0-5 0,-19 0-6 0,19 0-9 16,-7 2-8-16,7-2-12 0,0 0-8 15,0 0-12-15,-15 2-4 0,15-2-10 16,0 0-6-16,0 0-5 0,0 0-9 0,0 0-2 16,0 0-99-16,0 0-8 0,0 0 0 15,0 0 0-15,0 0 0 0,0 0 0 16,36-12 0-16,-15 6 0 0,1 2 0 0,12-6 0 15,2 5 0-15,-9-1 0 0,0 0 0 16,-4 4 0-16,-2-1 0 0,-6 2 0 0,1-1 0 16,-3 2 0-16,-13 0 0 0,21 0 0 15,-21 0 0-15,19 0 0 0,-19 0 0 0,13 3 0 16,-7 0 0-16,-6-3 0 0,10 9 0 16,-6-2 0-16,0 0 0 0,-4-7 0 0,0 16 0 15,-2-8 0-15,-2 3 0 0,-3-1 0 16,0 4 0-16,-2-1 0 0,-5 3 0 15,-8 3 0-15,1 1 0 0,-3-3 0 0,8-3 0 16,0-2 0-16,7-4 0 0,-3-1 0 16,4 0 0-16,1 0 0 0,0-2 0 15,0 0 0-15,7-5 0 0,-7 7 0 0,7-7 0 16,-4 5 0-16,4-5 0 0,0 0 0 16,0 0 0-16,0 0 0 0,0 0 0 0,14 10 0 15,-14-10 0-15,18 0 0 0,-18 0 0 16,22 0 0-16,-11 2 0 0,5 0 0 0,-4 1 0 15,2 2 0-15,-1 0 0 0,1 1 0 16,-3 0 0-16,2-1 0 0,-1 4 0 0,-3 0 0 16,-1-1 0-16,0-1 0 0,0 1 0 15,-5 2 0-15,1-2 0 0,0 0 0 16,-3-1 0-16,-1 3 0 0,-3 2 0 16,-3-3 0-16,-1 2 0 0,-5 3 0 0,-3-2 0 15,-1 3 0-15,0-1 0 0,-9-1 0 16,3 1 0-16,4-4 0 0,0-1 0 0,1-2 0 15,2 0 0-15,4-4 0 0,1 2 0 16,-1-2 0-16,3-1 0 0,0 0 0 16,8-2 0-16,-13 3 0 0,13-3 0 0,-9 2 0 15,9-2 0-15,0 0 0 0,0 0 0 16,-14-7 0-16,14 7 0 0,-2-7 0 0,2 7 0 16,0 0 0-16,9-12-654 15,0 7-334-15,-2 4 96 0,-7 1-1032 0,15-2-1345 16</inkml:trace>
  <inkml:trace contextRef="#ctx0" brushRef="#br0" timeOffset="101639.63">6582 10640 4901 0,'-6'-8'-223'16,"0"2"65"-16,0 1 61 0,3-2 60 0,-1-2 71 0,0 1 39 0,1 4 32 15,-1-3 24-15,2-1 24 0,-1 0 22 0,1 2 30 16,1-2 18-16,1 8 19 0,0-11 3 15,-2 5-1-15,2 6-18 0,-2-8-24 16,2 8-20-16,0 0-16 0,0 0-3 0,0 0 17 16,0 0 16-16,0 0-8 0,17 37-10 15,-9-8-14-15,1 6-32 0,-2 1-132 0,-2 2 0 16,2 2 0-16,-5-3 0 0,0-1 0 16,2 0 0-16,0-6 0 0,-4-6 0 15,1-1 0-15,-1-2 0 0,0-5 0 16,0-1 0-16,0 0 0 0,0-3 0 0,0-1 0 15,0-1 0-15,0-3 0 0,0-2 0 16,0-5 0-16,-5 7 0 0,5-7 0 0,0 0 0 16,0 0 0-16,0 0 0 0,-17-22 0 15,14 10 0-15,-4-2 0 0,3-2-233 0,-3-6-240 16,3 0-58-16,1 0-39 0,-8-11-47 16,10 6-80-16,-5 2-23 0,4-1 45 0,-2 3-575 15,4-2-711-15</inkml:trace>
  <inkml:trace contextRef="#ctx0" brushRef="#br0" timeOffset="102022.66">6519 10471 3094 0,'0'-15'-133'0,"2"1"66"0,0 2 58 16,0 3 55-16,-1-1 47 0,1 2 60 15,-2 1 24-15,2-2 35 0,-2 3 24 0,0 6 16 16,2-12 9-16,-2 12 7 0,-2-9 3 16,2 9-4-16,0 0-1 0,0 0-5 15,0 0-3-15,-21 12-12 0,10 3-4 0,-9 8-7 16,2 0 1-16,-1 5-11 0,0 0-11 15,-2-3-12-15,3 0-14 0,2 1-8 16,0-3-10-16,5-6-23 0,5-1-147 16,-2-5 0-16,4-3 0 0,-1 4 0 0,3-6 0 0,0 3 0 15,2-9 0-15,4 14 0 0,1-9 0 16,4-2 0-16,4 0 0 0,6-3 0 16,7-3 0-16,14-2 0 0,4-2 0 15,9-2 0-15,-1-2 0 0,-8 2 0 0,-5 0 0 16,0 0 0-16,-10 5 0 0,-7-1 0 15,-3 1 0-15,-3 2 0 0,-3 1 0 0,-2-2 0 16,-1 2 0-16,-10 1 0 0,15-3 0 16,-15 3 0-16,12-2 0 0,-12 2 0 0,9-2 0 15,-9 2 0-15,8-2 0 16,-8 2 0-16,0 0 0 0,9-4 0 0,-9 4 0 0,0 0-62 16,0 0-572-16,0 0-177 15,0 0-91-15,-9 18 96 0,3-9-886 0,-3 1-1128 16</inkml:trace>
  <inkml:trace contextRef="#ctx0" brushRef="#br0" timeOffset="103472.76">6517 11630 4114 0,'0'0'-296'0,"0"-7"60"16,0 7 51-16,0 0 47 16,0-8 31-16,0 8 24 0,0 0 24 0,4-4 14 15,-4 4 17-15,0 0 20 0,5-6 12 16,-5 6 18-16,8-4 22 0,-8 4 19 0,5-3 18 16,-5 3 30-16,0 0 19 0,11-5 15 15,-11 5 11-15,5-1 3 0,-5 1 7 0,0 0 10 16,0 0 2-16,7-5 5 15,-7 5 4-15,0 0 6 0,0 0 7 0,0 0 2 0,0 0 9 16,0 0 9-16,0 0-3 16,0 0-3-16,0 0 7 0,0 0 3 0,0 0 8 0,0 0-10 15,0 0-3-15,0 0-8 0,0 0-12 16,-23 18-13-16,10-14-16 0,2 4-54 16,-2-2-116-16,-2 1 0 0,1-2 0 15,-1 2 0-15,1-2 0 0,1 2 0 0,-1-1 0 16,3-2 0-16,0-1 0 0,3 0 0 15,8-3 0-15,-15 5 0 0,8-1 0 16,7-4 0-16,-10 2 0 0,10-2 0 0,0 0 0 16,-11 4 0-16,11-4 0 0,0 0 0 15,-10 5 0-15,10-5 0 0,0 0 0 0,0 0 0 16,-12 3 0-16,12-3 0 0,0 0 0 16,0 0 0-16,0 0 0 0,0 0 0 0,0 0 0 15,0 0 0-15,0 0 0 16,0 0 0-16,0 0 0 0,0 0 0 0,0 0 0 15,0 0 0-15,0 0 0 0,-11 0 0 16,11 0 0-16,0 0 0 0,0 0 0 0,0 12 0 16,0-12 0-16,0 17 0 0,2-9 0 15,0 2 0-15,0 1 0 0,1 2 0 0,-1-1 0 16,0 0 0-16,5 0 0 0,-4 0 0 16,3-2 0-16,-1 1 0 0,-1-3 0 0,2-1 0 15,-3 0 0-15,4-2 0 0,-3 0 0 16,-4-5 0-16,11 10 0 0,-11-10 0 15,13 4 0-15,-7-3 0 0,-6-1 0 16,15 2 0-16,-15-2 0 0,19 2 0 0,-8 0 0 16,1-1 0-16,-1 1 0 0,2 0 0 15,-1 1 0-15,1 1 0 0,3-1 0 0,-3 4 0 16,-3-2 0-16,1 0 0 0,-2 0 0 16,3 2 0-16,-4 0 0 0,-3 0 0 15,3-1 0-15,-2 2 0 0,-2-2 0 0,1 0 0 16,-5-6 0-16,2 10 0 0,-2-10 0 15,-2 13 0-15,2-13 0 0,-5 12 0 0,-2-3 0 16,0-1 0-16,-4 0 0 0,-3 1 0 16,-1 0 0-16,-2 0 0 0,2 0 0 0,-1-2 0 15,3 0 0-15,6-4 0 0,-5 0 0 16,1 1 0-16,3-2 0 0,0 0 0 16,1 2 0-16,7-4 0 0,-11 2 0 0,11-2 0 15,-11 2 0-15,11-2 0 0,-7 3 0 16,7-3 0-16,0 0 0 0,0 0 0 0,0 0 0 15,-17-1 0-15,17 1 0 0,0 0 0 16,0 0 0-16,0 0 0 0,-10-4 0 16,10 4-251-16,0 0-765 0,2-10 89 0,-2 10-1112 15,0 0-1455-15</inkml:trace>
  <inkml:trace contextRef="#ctx0" brushRef="#br0" timeOffset="104556.2">6793 12775 5129 0,'4'-6'-280'0,"0"2"72"15,-4 4 58-15,5-7 59 0,-5 7 57 16,2-6 40-16,-2 6 28 0,4-11 26 0,-2 6 18 16,-2 5 19-16,0-8 15 0,0 8 13 15,0-9 13-15,0 9 18 0,0 0-12 0,0 0 4 16,-4-10-7-16,4 10-9 0,0 0-14 15,-5-5-10-15,5 5-10 0,0 0 2 0,-15-2 3 16,15 2 2-16,0 0-2 16,-21 5 5-16,9-3 0 0,0 5-4 0,0-1 1 15,-4 6 8-15,-9 6-1 0,8-1 7 16,-8 3-1-16,4 5-4 0,-1 0 1 0,1 2-6 16,-1 3-4-16,-3 8 2 0,7-6-1 15,-1 7-10-15,0-8-16 0,3 4-80 0,5-2 0 16,1-2 0-16,1 0 0 0,5-3 0 15,0-4 0-15,4-3 0 0,2 3 0 16,0-2 0-16,6-2 0 0,-3 1 0 0,3-1 0 16,5-4 0-16,0-1 0 0,1-1 0 15,7-4 0-15,-2-3 0 0,0-1 0 16,1-4 0-16,0-4 0 0,3 0 0 16,2-6 0-16,7 1 0 0,-3-6 0 0,-6 4 0 15,3-6 0-15,-7 1 0 0,-6 4 0 16,1-1 0-16,-3 0 0 0,-1-1 0 0,-4 2 0 15,0 0 0-15,-5-3 0 0,-1 3 0 16,0-2 0-16,-3-1 0 0,-5 2 0 0,0-1 0 16,1 2 0-16,-5 0 0 0,0-1 0 15,-4 3 0-15,-2 0 0 0,2 3 0 0,-4 5 0 16,-1 0 0-16,3 3 0 16,-6 3 0-16,1 2 0 0,-5 5 0 0,-1 3 0 15,2-1 0-15,5 2 0 0,-1 0 0 16,5-2-471-16,4-2-154 0,0 1-99 0,5-1-137 15,-1 1 67-15,5-1-810 0,-2 1-1044 16</inkml:trace>
  <inkml:trace contextRef="#ctx0" brushRef="#br0" timeOffset="105255.5">6695 14173 4275 0,'-20'4'-95'0,"1"-1"47"0,2 0 61 0,1-1 58 0,4 0 54 0,-6-1 39 16,1 3 23-16,3-2 10 0,0-1 8 0,2 1 15 16,12-2 5-16,-21 3-17 0,21-3-5 15,-12 2-1-15,12-2-4 0,-11 2-12 0,11-2-12 16,0 0-16-16,0 0-18 0,0 0-11 16,0 0-13-16,31-16-5 0,-13 10-15 15,3-3-11-15,3 2-9 0,4-3-7 16,-1 1-8-16,-7 6-6 0,0-4-9 0,-3 4-5 15,-4 1-7-15,-2 4-3 0,-11-2-4 16,22 10 3-16,-15-2 2 0,-1 6-7 16,0 3 10-16,-4 2 12 0,-2 8-10 0,-2 10-37 15,-4 2 0-15,2 3 0 0,-4-1 0 16,1-2 0-16,2 0 0 0,-3-1 0 0,-2-5 0 16,8-6 0-16,-2-4 0 0,3-3 0 15,-1-3 0-15,0-1 0 0,0-5 0 0,2 2 0 16,-2-5 0-16,4 2 0 0,-2-10 0 15,0 11 0-15,-2-6 0 0,2-5 0 0,0 9 0 16,0-9 0-16,0 0 0 16,0 10 0-16,0-10 0 0,-2 5 0 0,2-5 0 15,0 0 0-15,-6 3 0 0,6-3 0 16,0 0 0-16,0 0-230 0,0 0-431 0,0 0-124 16,0 0-96-16,0 0 72 0,0 0-832 15,-8-14-1079-15</inkml:trace>
  <inkml:trace contextRef="#ctx0" brushRef="#br0" timeOffset="105606.07">6539 14554 4485 0,'-16'-4'-32'0,"-2"3"54"0,5-1 63 15,1 2 72-15,12 0 68 0,-16-4 51 0,6 2 24 16,10 2 19-16,-12-4 0 0,12 4-12 15,-9-4-27-15,9 4-24 0,-4-7-30 0,4 7-24 16,0 0-15-16,24-17-18 0,3 2-17 16,7 1-15-16,9-7-18 0,5 3-119 0,1-1 0 15,3 0 0-15,-7 4 0 0,-8 3 0 16,-5 1 0-16,-8 5 0 0,-6 0 0 0,-2 0 0 16,-7 4 0-16,0 0 0 15,-9 2 0-15,14-3 0 0,-14 3 0 0,0 0 0 16,11 0 0-16,-11 0 0 0,0 0 0 15,0 0 0-15,0 0 0 0,0 0 0 0,0 0 0 16,0 0 0-16,0 0-187 0,0 0-274 16,0 0-106-16,0 0-119 0,0 0-160 15,0 0 57-15,0 0 88 0,0 0-644 0,0 0-800 16</inkml:trace>
  <inkml:trace contextRef="#ctx0" brushRef="#br0" timeOffset="107190.05">5090 6837 3426 0,'0'-8'-135'0,"0"8"59"0,0 0 47 16,0-9 37-16,0 9 46 0,0 0 31 16,0-12 22-16,0 12 14 0,-2-6 4 0,2 6 6 15,0-7-4-15,0 7-1 16,0 0-4-16,-2-7-3 0,2 7-5 0,0 0 6 0,0 0 18 16,0 0 16-16,0 0 17 15,-10 32 18-15,4-11 21 0,-3 12 4 0,-5 2 8 0,-4 12 13 16,-3 3 8-16,-2 0 0 15,-1 0-4-15,0-3-3 0,3-2-19 0,2-4-15 16,4-8-15-16,1-3-21 0,5-9-15 16,3-4-15-16,-1-1-43 0,2-6-93 15,2 2 0-15,-1-4 0 0,0-1 0 0,2 0 0 16,2-7 0-16,-3 10 0 0,3-10 0 16,0 0 0-16,0 0 0 0,0 0 0 15,0 0 0-15,0 0 0 0,0 0 0 16,0 0-34-16,0 0-308 0,0 0-83 0,0 0-79 0,2-25-82 15,-1 19-100-15,3 1-99 0,0-3 59 16,0 3-670-16,2-2-847 0</inkml:trace>
  <inkml:trace contextRef="#ctx0" brushRef="#br0" timeOffset="107554.87">5095 6803 3637 0,'-3'-17'-32'15,"-1"3"70"-15,-1 4 47 0,5 2 41 0,-3-1 34 16,1 2 29-16,2 7 10 16,-2-10 1-16,2 10-12 0,-2-8-21 0,2 8-16 15,0 0-16-15,2-11-10 0,-2 11-15 0,0 0-6 16,0 0 27-16,21 23 11 16,-10-6-12-16,5 12-14 0,-1 1-7 0,8 11 3 15,-2 2-5-15,1 1 7 0,1 2-7 16,-5-1-13-16,2-2-9 0,3-1-5 0,-9-9-2 15,-1-4-9-15,3-1 0 0,-7-9-20 16,0 0 2-16,0 1-12 0,0-8 24 0,-3-2 8 16,-5-1 8-16,5-1 2 0,-2-3 1 15,0-1-4-15,-4-4-11 0,0 0-10 0,0 0-9 16,0 0-9-16,0 0-7 16,0 0-46-16,0 0-59 0,0 0-63 0,0 0-61 15,13-12-64-15,-13 12-94 0,0 0-93 16,0 0-100-16,-16-11-131 0,16 11-78 0,-9 0 76 15,9 0-616-15,0 0-754 0</inkml:trace>
  <inkml:trace contextRef="#ctx0" brushRef="#br0" timeOffset="107887.98">5034 7190 3783 0,'-23'2'41'16,"4"2"53"-16,4 0 48 0,2-2 44 0,3-1 37 16,1 3 26-16,9-4 15 0,-14 0-2 15,14 0-8-15,0 0 0 0,0 0-8 16,0 0-8-16,-9 4-13 0,9-4-10 16,0 0-21-16,0 0-22 0,55-7-17 0,-30 3-12 15,11-4-17-15,4 2-11 0,-1-2-13 16,-3 1-2-16,-2-1-11 0,-7 4-8 15,-7-2-10-15,-4 2-1 0,-2 4-10 0,0-3-23 16,-14 3-37-16,17-1 0 0,-17 1 0 0,14-2 0 16,-14 2 0-16,9-4 0 15,-9 4 0-15,0 0 0 0,0 0 0 0,0 0-82 16,14-1-158-16,-14 1-87 0,0 0-113 16,0 0-117-16,0 0-147 0,0 0-107 0,0 0 72 15,0 0-720-15,0 0-909 0</inkml:trace>
  <inkml:trace contextRef="#ctx0" brushRef="#br0" timeOffset="108704.61">4992 8185 3737 0,'0'-15'-135'0,"0"3"60"0,-2 2 51 0,4 0 51 16,-4 1 49-16,4 1 38 0,-2-1 27 0,0 1 24 15,0 8 20-15,0-11 2 0,0 6-6 16,0 5-5-16,0 0-7 0,0 0 5 15,0 0 18-15,0 0 40 0,0 0 9 16,0 34 1-16,3-8-8 0,-3 12-9 0,2 1-4 16,-1 2-19-16,1 2-15 0,0-3-21 15,0 1-15-15,-2-4-14 0,4-3-13 0,-2-4-13 16,-1-7-11-16,-1-6-10 16,2-1-11-16,-2-2-7 0,2-1-9 0,-2-1-39 0,2-4-24 15,-2 1 0-15,2-3 0 0,-2 0 0 16,0-6 0-16,0 0 0 0,0 0-64 15,0 0-158-15,0 0-65 0,0 0-83 16,0 0-89-16,0 0-94 0,0-31-115 0,-2 21-110 16,0-3 61-16,-2 3-668 0,3-2-839 15</inkml:trace>
  <inkml:trace contextRef="#ctx0" brushRef="#br0" timeOffset="109289.02">4977 8189 3552 0,'-9'-10'-42'0,"-1"-4"59"0,2 3 60 16,3 0 36-16,1 0 21 0,0 1 15 16,1-2 11-16,0 0-2 0,3 0-18 0,3 0-10 15,0-4-19-15,3 3-6 0,1 0-9 16,3 1-13-16,0 1-6 0,3-1-15 0,2 1-4 15,-2 2-4-15,1 4-9 0,-1-1-2 16,0 4-2-16,1 2-5 0,-3 2-2 0,5 4-3 16,-5 0-3-16,3 5 3 0,-5-1-5 15,2 6 4-15,-1 1 13 0,-6 0 8 0,1-1 7 16,-5 4 15-16,0-1 15 16,-1 4 2-16,-5 1 17 0,0 10-16 0,-2-9-1 15,4-3 5-15,-3-1-8 0,3-6-3 16,1-1-1-16,0-3-12 0,3-1-4 15,3-4 1-15,0 0-5 0,7-1-12 0,-1-1 6 16,1 0-11-16,3 0-2 0,3-1 25 16,-2 0 3-16,6 1 8 0,-4 1-4 0,0 0-1 15,-1 0-7-15,1 2 3 0,-2 2 10 16,-2-1 14-16,-4 1 14 0,1 6 20 0,-5-3 14 16,-1 0-106-16,-3 3-37 0,0 1 0 15,-3 3 0-15,-5-1 0 0,-1 1 0 16,-7 4 0-16,0 0 0 0,-4 1 0 0,4-7 0 15,2-2 0-15,-7 2 0 0,4-3 0 16,1-2 0-16,5-6 0 0,-3 3 0 16,1-4 0-16,4 0 0 0,-1-1 0 0,1-2 0 15,9-2 0-15,-17 1 0 0,17-1 0 16,-16 0 0-16,16 0 0 0,-17-1 0 0,17 1 0 16,-11-4 0-16,11 4 0 0,-9 0 0 15,9 0 0-15,-11-2-741 0,11 2-172 16,0 0 32-16,0 0 80 0,-7-5-850 0,7 5-1089 15</inkml:trace>
  <inkml:trace contextRef="#ctx0" brushRef="#br0" timeOffset="110938.19">5261 9149 4079 0,'8'-2'-189'0,"-8"2"80"16,0 0 68-16,0 0 66 0,0 0 54 0,0 0 35 16,8-8 29-16,-8 8 18 0,0 0 9 15,0 0-2-15,1-7-1 0,-1 7-1 16,0 0-4-16,0 0 1 0,2-8-10 16,-2 8-5-16,0 0 1 0,0 0-4 0,0 0 10 15,0 0-7-15,0 0 2 0,0 0-4 16,0 0-5-16,0 0-15 0,-7-10-8 0,7 10-12 15,0 0-9-15,0 0-15 0,-14-4 1 16,14 4-15-16,-11-4 1 0,11 4-7 16,0 0-5-16,-20 2-1 0,20-2-8 0,-16 6-3 15,4-6 0-15,1 6-2 0,2-2-1 16,-4 0-5-16,2 0 0 0,-2 3-3 0,-2-2-1 16,1 2-8-16,3-1 2 0,-2 4-1 15,-1-3 0-15,3 3 2 0,-5 2-4 16,3-1 7-16,-1 3 0 0,0 2 3 15,-6 6 6-15,6 2-22 0,-2 0-18 0,3 0 0 16,-1 5 0-16,3-2 0 0,2 4 0 0,1 0 0 16,2-6 0-16,2 0 0 0,2-1 0 15,4 0 0-15,2-2 0 0,2 1 0 16,7 4 0-16,5-2 0 0,2-1 0 0,5-5 0 16,2-1 0-16,5-7 0 0,0-1 0 15,1 0 0-15,-5-6 0 0,-1-1 0 16,-2-2 0-16,2-2 0 0,-5 1 0 0,3-3 0 15,-5 1 0-15,-4-2 0 0,4 2 0 16,-8 1 0-16,-1-2 0 0,0 1 0 0,-11 2 0 16,17-2 0-16,-17 2 0 0,11 0 0 15,-11 0 0-15,0 0 0 0,18-2 0 16,-18 2 0-16,0 0 0 0,13-2 0 0,-13 2 0 16,0 0 0-16,0 0 0 0,0 0 0 15,11 2 0-15,-11-2 0 0,0 0 0 16,0 0 0-16,0 0 0 0,3 4 0 0,-3-4-127 15,0 0-503-15,0 0-131 0,-10 14-134 16,4-7 85-16,0 1-880 0,-3 2-1124 0</inkml:trace>
  <inkml:trace contextRef="#ctx0" brushRef="#br0" timeOffset="112722.51">4986 10425 4159 0,'0'0'-242'0,"0"0"73"0,0 0 54 0,0-8 50 16,0 8 41-16,0 0 39 0,0 0 36 15,2-11 32-15,-2 11 20 0,0 0 27 0,0-8 18 16,0 8 18-16,0 0 17 0,2-9 13 16,-2 9 5-16,0 0 2 0,0 0-4 15,0 0-2-15,0 0-7 0,0 0-19 16,0 0 10-16,0 0 9 0,-4 32-11 15,3-6-12-15,-3 12 4 0,4 1-12 0,0 2-7 16,-2 3-9-16,4-1-13 0,0-3-10 16,1 0-11-16,1-3-7 0,4-1-12 0,-6-8-6 15,2-4-10-15,2-3-6 0,-5-5-7 16,3 0-3-16,0-4 4 0,-2 0 1 0,-1-2-15 16,2-1-48-16,-1-2 0 15,0 1 0-15,-2-8 0 0,0 9 0 0,0-9 0 0,0 0 0 16,0 0 0-16,0 0 0 0,0 0 0 15,0 0 0-15,0 0 0 0,0 0 0 16,0 0 0-16,0 0-236 0,0 0-144 16,0 0-105-16,0 0-96 0,-4-24-123 15,4 24-94-15,-3-5 54 0,3 5-706 0,0 0-899 16</inkml:trace>
  <inkml:trace contextRef="#ctx0" brushRef="#br0" timeOffset="113587.14">4998 10475 3650 0,'-8'-4'-182'0,"8"4"54"0,0 0 47 0,-7-4 36 0,7 4 36 15,0 0 24-15,-6-6 23 0,6 6 13 0,0 0 16 16,0 0 18-16,-7-7 10 16,7 7 12-16,0 0 4 0,-4-5 7 0,4 5 1 15,0 0 2-15,0 0-8 0,-5-5-8 16,5 5-10-16,0 0-5 0,-1-7 1 0,1 7-8 15,0 0 10-15,0 0-7 0,4-16-10 16,-4 16-8-16,8-8 0 0,-5 3-7 0,3-2-6 16,-1 2-10-16,4-1 0 0,-2 2-7 15,1-3-3-15,-1 3-1 0,-7 4-6 16,17-6-2-16,-9 4-1 0,-8 2-2 0,17-2 0 16,-17 2 16-16,17 4-1 15,-5-1 0-15,-3 2-3 0,4 2-4 0,-1-1-6 0,-1 3 3 16,3 0 26-16,-3 1 6 0,-2 0 24 15,2 1 12-15,-4-1 21 0,0 2 7 0,-1-4 21 16,-2 3 13-16,-3-1 16 16,1 2 7-16,-2-2 0 0,-2 0-2 0,-1 7-5 15,-3-3-9-15,1 5-12 0,-3-1-5 16,-4 1-10-16,3-2-50 0,0 1-88 0,1-2 0 16,0-4 0-16,1 0 0 0,3-4 0 15,0 1 0-15,1-2 0 0,-2 0 0 16,3-1 0-16,2-6 0 0,-2 9 0 0,2-9 0 15,0 0 0-15,6 9 0 0,-6-9 0 16,12 7 0-16,-5-6 0 0,4 3 0 16,0-1 0-16,0 3 0 0,1-4 0 15,2 5 0-15,-1 0 0 0,5 2 0 0,0 2 0 16,-2 0 0-16,2 1 0 0,-4 2 0 16,-2 2 0-16,1-1 0 0,-2 1 0 0,2-2 0 0,-8 2 0 15,-1 0 0-15,-1-2 0 16,-3-1 0-16,0 1 0 0,-1 0 0 0,-3 1 0 15,-2-1 0-15,-3-2 0 0,-1 1 0 16,1-2 0-16,-7 1 0 0,1-1 0 0,-2-2 0 16,-2 0 0-16,2-3 0 0,-5 1 0 15,6-2 0-15,-4-3 0 0,2 1 0 0,0-3 0 16,4 0 0-16,-2 0 0 0,1 0 0 16,-1-3 0-16,3 0 0 0,1-1 0 15,-1 2 0-15,4 0 0 0,-3-1 0 16,3 3 0-16,9 0 0 0,-18-4 0 0,18 4 0 15,-9 0 0-15,9 0 0 0,0 0 0 16,-16 0-767-16,16 0-185 0,0 0 68 0,0 0 96 16,0 0-844-16,-14-2-1072 0</inkml:trace>
  <inkml:trace contextRef="#ctx0" brushRef="#br0" timeOffset="114870.35">5149 11802 4122 0,'-2'-9'-219'16,"-1"1"51"-16,3-1 56 15,0-2 55-15,0 1 50 0,0-2 45 0,0 3 50 0,0 0 22 16,0-2 34-16,0 2 32 0,0 9 21 15,0-12 16-15,0 4 3 0,0 8-17 0,0-9-6 16,0 9-1-16,0 0 11 16,0 0-11-16,0 0 0 0,-5 40-9 0,5-14 4 15,0 0-19-15,0 13 0 0,0-2-14 16,4 3-12-16,-3-2-10 0,2-2-13 0,1-7-11 16,-2-5-10-16,1-1-13 0,1-2-6 15,0-5-7-15,-1 1-7 0,-3-5-11 16,2 0-3-16,0-2-6 0,0-1-1 0,-2 0-9 15,2-2-2-15,-2-7-3 0,0 11-9 16,0-11 4-16,3 7-31 0,-3-7-54 0,0 0-58 16,0 0-66-16,0 0-65 15,0 0-79-15,0 0-92 0,0 0-79 0,-16-19-98 16,14 11-157-16,2 3 36 0,0-6 76 16,2 3-526-16,0-4-635 0</inkml:trace>
  <inkml:trace contextRef="#ctx0" brushRef="#br0" timeOffset="115271.71">5194 11705 3084 0,'-5'-9'-36'0,"-1"0"52"0,4 1 47 16,-4-1 50-16,4 1 16 0,0-2 24 0,0 0 10 16,2 3 10-16,0-5 7 15,2 0-3-15,-2 5-6 0,2-4-8 0,3-2-11 16,-2 5-14-16,3 0-17 0,-1-1-6 15,3 2-14-15,2 2-6 0,1 1-10 16,0 4 7-16,-11 0-1 0,34 11 7 0,-5 3-7 16,-4 2-1-16,2 9 8 0,3 5 4 15,-7-1 16-15,-1 0 23 0,-2 8 14 0,-3-4 14 16,-4 1 25-16,-4 2 6 0,-4-2 8 16,1 0 0-16,-6-5 0 0,-2-3-6 0,0-2-5 15,-2 1-24-15,-2-2-173 0,-3 6 0 16,-1-6 0-16,-7 1 0 0,6-6 0 15,0-2 0-15,-3-3 0 0,-1-1 0 16,-1 1 0-16,0-5 0 0,0-1 0 0,1 0 0 0,0-1 0 16,2-5 0-16,-1-1 0 15,1 1 0-15,1-2 0 0,-1 0 0 0,2-2 0 16,1 2 0-16,10 1 0 0,-15-2 0 16,15 2-390-16,-14 2-218 0,14-2-89 0,-9 6-157 15,5 0 50-15,0-2 93 0,1 3-693 16,0 3-855-16</inkml:trace>
  <inkml:trace contextRef="#ctx0" brushRef="#br0" timeOffset="115923.91">5070 12888 3717 0,'-5'-8'-64'0,"3"0"49"0,-2 2 53 15,3 2 52-15,1 4 38 0,-7-7 24 16,7 7 12-16,-2-8-1 0,2 8-1 16,0 0-10-16,0 0 6 0,0 0 4 0,-9 21 1 15,5-3-5-15,-1 5 6 0,-1 12 5 16,0 1-9-16,0 3 1 0,1 0-7 15,-1-4-13-15,1 0-18 0,0-6-15 16,1-6-2-16,2 2-18 0,-3-3-6 0,3-3-10 16,-2-1-8-16,4 0-1 0,-1-6-17 0,-3-1-4 15,2 0-3-15,0-1 7 16,0-2-25-16,-1-1-41 0,2-2-40 0,-3 1-55 16,4-6-55-16,-6 6-48 0,6-6-67 15,0 0-64-15,0 0-58 0,-13-17-60 0,13 5-66 16,-1-6-80-16,2-8-18 0,1-13-495 15,4-2-593-15</inkml:trace>
  <inkml:trace contextRef="#ctx0" brushRef="#br0" timeOffset="116223.47">5067 12746 2972 0,'3'-12'-33'0,"-1"2"47"16,-2 2 41-16,2 3 32 0,-2 5 24 16,2-9 18-16,-2 9-1 0,4-7-9 0,-4 7 6 15,0 0 14-15,0 0 17 0,0 0 18 16,30 16 8-16,-16-3 4 0,6 9-1 15,3 3-9-15,2 8 11 0,4 6-11 16,0-2-3-16,-2 1-2 0,1 3-2 16,-1-3 8-16,0-1-2 0,-7-8-2 0,-2 2-6 15,-2-3-3-15,-2-3-9 0,-1-6-7 16,-3-1-11-16,-1-5-13 0,-3-2-15 0,0-1-10 16,-1-1-10-16,2-2-7 0,-4-2-10 15,1 0-9-15,-4-5-10 0,0 0-8 0,0 0-34 16,0 0-47-16,0 0-54 0,0 0-58 15,0 0-62-15,0 0-68 0,0 0-92 0,0 0-82 16,0 0-96-16,0 0-138 16,0 0-44-16,-32-5 68 0,32 5-567 0,-18 0-692 15</inkml:trace>
  <inkml:trace contextRef="#ctx0" brushRef="#br0" timeOffset="116538.02">5130 13223 3509 0,'-18'2'105'0,"5"-4"48"0,4 4 57 16,9-2 60-16,-18-3 64 0,18 3 5 15,-11-4 3-15,11 4 1 0,0 0-9 0,-12-3-14 16,12 3-20-16,0 0-23 0,0 0-28 16,0 0-27-16,0 0-19 0,18-14-22 0,-2 9-18 15,0 2-17-15,5-1-14 0,3-1-73 16,1 1-59-16,0 3 0 0,2-2 0 0,-6 1 0 15,-4 0 0-15,-3 2 0 0,2 0 0 16,-4-2 0-16,-12 2 0 0,19 0 0 16,-19 0 0-16,16-2 0 0,-16 2 0 0,11-2 0 15,-11 2 0-15,0 0 0 0,15-2 0 16,-15 2 0-16,8-5 0 0,-8 5 0 16,0 0 0-16,0 0 0 0,0 0-93 15,7 0-363-15,-7 0-106 0,0 0-134 0,0 0-167 0,0 0 68 16,0 0 93-16,0 0-667 15,0 0-822-15</inkml:trace>
  <inkml:trace contextRef="#ctx0" brushRef="#br0" timeOffset="117623.72">5203 14122 3665 0,'0'0'-67'0,"-7"-7"45"0,7 7 35 16,-4-8 53-16,4 8 46 0,-7-7 30 15,7 7 27-15,-5-9 13 0,5 9 3 0,-5-5 1 16,5 5-3-16,0 0-5 0,-6-7-3 15,6 7-1-15,0 0 2 0,0 0 11 16,0 0 8-16,0 34-2 0,2-10-3 0,2 9 3 16,1 5-2-16,-2 4-1 0,1 3-14 15,0 0-9-15,-3-1-6 0,1 1 0 0,0-4-9 16,-2 1-7-16,0-5-3 16,0-8-7-16,0-6-39 0,-2-2-96 0,2-1 0 0,0-7 0 15,0 1 0-15,-2-1 0 16,2-4 0-16,0 0 0 0,0-2 0 0,0-7 0 15,0 13 0-15,0-6 0 0,0-7 0 16,0 9 0-16,0-9 0 0,0 0 0 16,-3 6 0-16,3-6 0 0,0 0 0 0,0 0 0 15,0 0-76-15,0 0-370 16,0 0-116-16,0 0-125 0,-18-15-171 0,18 8 43 0,-4-2 97 16,4-1-652-16,0-2-825 0</inkml:trace>
  <inkml:trace contextRef="#ctx0" brushRef="#br0" timeOffset="118203.39">5185 14190 3708 0,'-12'-12'0'0,"6"4"42"0,-1-3 40 0,3 1 38 0,1 2 32 0,1-1 17 15,2-1-1-15,2-3-13 0,0 2-9 16,1-3-15-16,3 1-14 0,3-1-13 16,1 3-8-16,1 1-10 0,7 2-6 0,-2 2-9 15,0 6-7-15,1 2-4 16,4 4-7-16,-2 4-4 0,8 5-2 0,-8-1-1 16,-2-1-1-16,-4 1 11 0,1 3 21 15,-3 2 29-15,-2 0 29 0,-5 1-2 0,-2-1 4 16,-4 3 10-16,-2 1-2 0,-3 10 6 15,0-1-6-15,-7-2 3 0,5 2 3 0,-3-5 1 16,2-6-4-16,3-4-5 0,3-5-9 16,1 0-5-16,-1-4-8 0,0 1-79 15,2 0-42-15,-1-3 0 0,3-6 0 0,0 11 0 16,0-11 0-16,7 10 0 16,0-5 0-16,-1 0 0 0,1 0 0 0,3 1 0 0,2-2 0 15,0 6 0-15,0-4 0 16,1 1 0-16,1-1 0 0,-3 4 0 0,-1-3 0 15,-2 0 0-15,-3-2 0 0,1 5 0 16,0-2 0-16,-6 1 0 0,0-1 0 0,0 0 0 16,-8 5 0-16,-1 1 0 0,-3 0 0 15,-3-1 0-15,-1 1 0 0,-6 3 0 0,3-5 0 16,-1-3 0-16,4-1 0 0,0-1 0 16,1-1 0-16,0-4 0 0,2-2 0 0,-3 0 0 15,3 0 0-15,1-1 0 0,1 0 0 16,0-2 0-16,-1 0 0 0,12 3 0 15,-19-3 0-15,9-1 0 0,10 4 0 0,-13-2 0 16,13 2-35-16,-9-1-1013 16,9 1 82-16,-8-4 107 0,8 4-938 0,0 0-1225 15</inkml:trace>
  <inkml:trace contextRef="#ctx0" brushRef="#br0" timeOffset="121403.04">11031 4019 4524 0,'-4'-3'-183'0,"4"3"80"0,-9-6 53 15,9 6 53-15,-3-7 29 0,3 7 22 0,0 0 19 16,-10-7 10-16,10 7 4 0,-4-6-4 16,4 6 4-16,0 0-7 0,-4-6 1 0,4 6 0 15,0 0 5-15,-2-10-1 0,2 10 2 16,0 0-2-16,0 0 0 0,0 0 2 16,0 0 1-16,0 0 13 0,0 0 19 0,0 0 3 15,0 0 7-15,0 0 8 0,2 26-23 16,-4-9 0-16,0 5 7 0,0 6-22 0,2-2 3 15,-1 13-4-15,1-1 3 0,-4 1-5 16,4 1-2-16,-4-3-4 0,2-6-8 16,2-6-1-16,0 1-2 0,-1 1-1 15,-1-5-10-15,2-2-4 0,-2-1 3 0,2-4-4 16,-3-1-4-16,3 0-7 0,-2-1-2 16,2 1-4-16,-2-2-2 0,2-1-8 0,0-1-2 15,-2 2-2-15,2-3-5 0,0-1-2 16,-1 0-26-16,1-8 0 0,0 13 0 15,0-13 0-15,0 10 0 0,0-10 0 16,1 9 0-16,-1-9 0 0,0 0 0 16,0 8 0-16,0-8 0 0,0 0 0 0,0 0 0 15,0 0 0-15,0 0 0 0,0 0 0 16,0 0 0-16,0 0-202 0,0 0-79 0,0 0-78 16,0 0-94-16,9-25-103 0,-7 17-133 15,-2 1-121-15,0-5 69 0,0 4-653 0,0-3-848 16</inkml:trace>
  <inkml:trace contextRef="#ctx0" brushRef="#br0" timeOffset="122236.4">11062 4016 3505 0,'0'0'-171'0,"-13"0"62"0,13 0 56 0,0 0 42 15,0 0 46-15,-18 0 43 0,18 0 26 16,0 0 27-16,0 0 26 0,-13-3 16 0,13 3 10 15,0 0 7-15,0 0 3 0,-16-3 2 16,16 3 3-16,0 0-7 0,0 0-3 16,-9-3-5-16,9 3-6 0,0 0-2 15,0 0-12-15,-9-4 2 0,9 4-12 0,0 0-6 16,0 0-19-16,-5-7-1 0,5 7-15 16,0 0-10-16,0 0-12 0,5-12-10 0,-5 12-3 15,9-10-12-15,-3 7-9 0,-6 3-6 16,17-9-4-16,-11 6-3 0,3 1-4 15,-1 0-3-15,4-3-10 0,-12 5 5 0,19-1-5 16,-19 1-3-16,22 4 2 16,-8 0-2-16,-1 3-3 0,4 5-4 0,-4-1 7 15,1 2 0-15,-1 3-5 0,3 6 4 16,-5-1 3-16,-4-3 14 0,2 1 2 0,-6-3 19 16,1 1 13-16,0-3 12 0,-4 1 17 15,0-2-3-15,-2 1-99 0,0 1 0 0,-2-2 0 16,1 0 0-16,-4-1 0 0,2 3 0 15,-3-5 0-15,1 1 0 0,-1 1 0 0,0-2 0 16,3-3 0-16,-1 3 0 0,1-4 0 16,0 0 0-16,-1 1 0 0,6-7 0 15,-5 13 0-15,3-6 0 0,2-7 0 0,-2 8 0 16,2-8 0-16,4 11 0 16,1-5 0-16,1 1 0 0,2 0 0 0,2 0 0 0,-3 1 0 15,5 0 0-15,-1 2 0 16,3 0 0-16,-3-1 0 0,-2 2 0 0,0 1 0 15,2-3 0-15,-6 1 0 0,1 0 0 16,-3-1 0-16,-1 3 0 0,-4-2 0 0,0 0 0 16,1 3 0-16,-5-3 0 0,1 2 0 15,-6 1 0-15,0-4 0 0,0 1 0 0,-3 0 0 16,0 0 0-16,-4-2 0 0,1-1 0 16,4 0 0-16,-4-2 0 0,3-3 0 15,-1 0 0-15,1-2 0 0,14 0 0 0,-25-8 0 16,13 4 0-16,0-2 0 0,0 1 0 15,3-1 0-15,0 0 0 0,1 0 0 0,0 0 0 16,1 2 0-16,3 1 0 16,4 3 0-16,-12-7-78 0,12 7-693 0,-5-5-184 15,5 5 64-15,0 0 93 0,0 0-800 16,0 0-1038-16</inkml:trace>
  <inkml:trace contextRef="#ctx0" brushRef="#br0" timeOffset="123120.23">14311 3920 4046 0,'-4'-7'-171'16,"0"0"60"-16,3 0 60 0,1 7 45 16,-8-12 51-16,6 7 41 0,2 5 24 15,-7-11 21-15,2 6 2 0,5 5 0 0,-2-7-3 16,2 7-12-16,0 0-10 0,-1-6-12 15,1 6 10-15,0 0 15 0,0 0 15 0,0 0 10 16,3 34 5-16,2-17 5 0,-1 9 3 16,-2 8-9-16,-2-3 29 0,0 6-3 0,0 2-1 15,-2-2 0-15,2-2-2 0,0-5-13 16,-4-3-13-16,4-2-8 0,0-1-18 0,-2-6-11 16,2 1-6-16,-3-4-12 15,3 1-9-15,-2-3-4 0,2-4-5 0,0 2-6 16,0-2-8-16,0-1-3 0,0-1-4 15,0-7-10-15,0 10-42 0,-1-5-1 16,1-5 0-16,0 0 0 0,0 0 0 0,-2 7-83 16,2-7-105-16,0 0-74 0,0 0-77 15,0 0-96-15,0 0-104 0,-4-22-126 0,2 15-144 16,2-3 67-16,-2-2-662 0,2-1-857 16</inkml:trace>
  <inkml:trace contextRef="#ctx0" brushRef="#br0" timeOffset="123552.53">14346 3924 3703 0,'-7'-15'-64'16,"6"3"62"-16,-5 2 47 0,6 0 48 15,0 1 28-15,0 1 29 0,0 1 15 0,4 0 2 16,-2 0 2-16,-1-1-7 15,4 2-10-15,1-2-8 0,-1 1-10 0,4 2-11 16,2-2-9-16,-2 3-13 0,4 1-9 0,2 3-6 16,0 3-4-16,6 3-3 15,6 7 0-15,2 4-4 0,0 4-2 0,5 6-4 16,0 4 8-16,-4 1 0 0,-5 1 6 16,2 3 13-16,-7-4 14 0,-6-3 24 0,-4 3 25 15,-5 0 14-15,-5-4 18 0,-2-4 17 16,-7 7 11-16,-2-2-4 0,-3-2 5 0,-3-1-103 15,-2 2-117-15,0-6 0 0,-4-1 0 16,0-1 0-16,-2-1 0 0,6-5 0 0,4-3 0 16,0-4 0-16,0 0 0 0,-1 0 0 15,3-3 0-15,-1-3 0 0,3-1 0 16,0 0 0-16,-3 0 0 0,3-1 0 0,11 1 0 16,-23-6 0-16,12 3 0 15,4 1 0-15,-2 1-1 0,9 1-454 0,-11-7-91 16,7 3-91-16,-1 1-137 0,5 3-48 15,-2-9 71-15,2 9-679 0,0-7-881 0</inkml:trace>
  <inkml:trace contextRef="#ctx0" brushRef="#br0" timeOffset="124687.45">18357 3670 3571 0,'0'0'-124'15,"0"0"71"-15,0 0 59 0,0 0 50 0,0 0 41 16,0 0 39-16,0 0 33 0,0 0 14 15,0 0 7-15,0 0 3 0,0 0 0 0,-12-10 3 16,12 10-1-16,0 0-5 0,0 0-5 16,0 0-8-16,0 0-4 0,0 0-16 15,0 0-13-15,-7-5-3 0,7 5 2 16,0 0-14-16,-9-8-10 0,9 8 0 0,-11-5 1 16,4 1-8-16,7 4-10 0,-17-7-13 15,7 6-7-15,-1-3-8 0,0 2-6 16,-3 1-7-16,-1-1-10 0,-4 1-4 0,1 1-5 15,-5 3-5-15,-2 2-3 0,-10 4-2 16,-2 3-3-16,3 1-3 0,-5 9 2 0,1 1 10 16,2 2 6-16,5-2 4 0,6 3-6 15,6 3 7-15,2-2 4 0,3 4 6 0,5-2-6 16,4-1-3-16,3-6-14 16,5 2-36-16,5 6 0 0,6-1 0 0,8-4 0 15,1-3 0-15,7-3 0 0,3-5 0 16,1 0 0-16,0-6 0 0,0-1 0 15,-1-3 0-15,-9-4 0 0,3-1 0 0,0-2 0 16,0-4 0-16,-2 4 0 0,-5-4 0 16,1 2 0-16,-5 0 0 0,-3 3 0 0,-2-2 0 15,1 1 0-15,-3-2 0 0,1 3 0 16,-10 2 0-16,13-5 0 0,-13 5 0 0,12-3 0 16,-12 3 0-16,10-4 0 0,-10 4 0 15,0 0 0-15,9-3 0 0,-9 3 0 0,0 0 0 16,0 0 0-16,5-2 0 0,-5 2 0 15,0 0 0-15,0 0-556 0,0 0-447 0,0 0 82 16,0 0-1021-16,0 0-1363 0</inkml:trace>
  <inkml:trace contextRef="#ctx0" brushRef="#br0" timeOffset="125604.5">22695 3498 4964 0,'0'0'-224'0,"3"-7"68"0,-3 7 55 16,2-7 62-16,-2 7 56 0,0 0 43 16,0 0 38-16,4-11 25 0,-4 11 16 15,0 0 9-15,0 0 5 0,0 0 1 16,0 0-8-16,0 0 1 0,0 0 1 0,0 0-3 15,-6 33 6-15,-2-10-11 0,-1 11-11 16,-4 4-11-16,-1 10 2 0,-1-1-18 0,1 2-5 16,-2 0 0-16,-2-1-19 0,9-10 0 15,0-2-10-15,-1-3-2 0,0-2-1 0,7-10-5 16,-3-1-3-16,2-7 2 0,2-1 1 16,0-1 6-16,-2-1 6 0,2-2 2 0,0-2 2 15,2-6-3-15,0 10-7 0,0-10-3 16,0 0-12-16,0 0-11 0,0 0-7 15,0 0-26-15,0 0-52 0,0 0-60 16,0 0-62-16,16-24-61 0,-10 16-65 0,-3 1-86 16,1-3-90-16,0 0-106 0,1-1-135 15,4 3-53-15,-4-5 70 0,4-3-552 16,3 2-707-16</inkml:trace>
  <inkml:trace contextRef="#ctx0" brushRef="#br0" timeOffset="125968.18">22864 3442 3397 0,'-6'-12'32'0,"4"0"65"15,1 4 42-15,-1 1 42 0,0 0 40 16,2 7 29-16,0-9 25 0,0 9 10 16,-4-9-3-16,4 9-13 0,0 0-8 0,0 0 0 15,0 0 11-15,0 0-6 0,29 20-9 16,-13 2-14-16,-2 8-18 0,3 3-20 0,2 5-18 15,2 4-18-15,-4-1-14 16,4 0-16-16,-8-6-16 0,-1-2-123 0,1 0 0 16,0 2 0-16,1-2 0 0,-3-4 0 15,3-2 0-15,-7-6 0 0,1-6 0 0,-3-3 0 16,-1-2 0-16,3-1 0 0,-4-3 0 16,3 0 0-16,-3 0 0 0,-3-6 0 0,13 5 0 15,-13-5 0-15,7 2 0 0,-7-2 0 16,0 0 0-16,0 0 0 0,0 0 0 15,0 0 0-15,15-7 0 0,-15 7 0 0,0 0 0 16,1-6-329-16,-1 6-301 0,0 0-105 16,0 0-147-16,-11-8 72 0,8 2-824 0,3 6-1073 15</inkml:trace>
  <inkml:trace contextRef="#ctx0" brushRef="#br0" timeOffset="126351.53">22693 3863 4205 0,'-25'-3'-16'0,"2"2"70"0,2-2 46 0,4 3 45 0,1 0 57 0,1-1 61 15,3-1 41-15,12 2 5 0,-22-2-5 16,14 0-13-16,8 2-14 0,0 0-15 0,-15-3-19 15,15 3-21-15,0 0-20 16,0 0-19-16,34-5-19 0,-9 1-18 0,17 1-11 16,2-2-23-16,5 1-28 0,-1-1-84 15,1 2 0-15,-1-2 0 0,-4 1 0 0,-6 1 0 16,-9 0 0-16,-9 1 0 0,0 0 0 16,-7 0 0-16,1 0 0 0,-14 2 0 0,16-3 0 15,-6 3 0-15,-10 0 0 0,0 0 0 16,13-3 0-16,-13 3 0 0,0 0 0 15,0 0 0-15,0 0 0 0,0 0 0 0,0 0-270 16,0 0-185-16,0 10-107 0,0-10-123 16,0 0-162-16,0 0 64 0,0 0 86 0,0 0-627 15,-11 14-780-15</inkml:trace>
  <inkml:trace contextRef="#ctx0" brushRef="#br0" timeOffset="127301.52">25633 3424 3342 0,'1'-6'-115'15,"-1"6"54"-15,5-8 47 0,-5 8 41 16,2-10 29-16,-2 10 43 0,4-9 35 16,-4 9 27-16,0-7 26 0,0 7 13 0,0 0 8 15,1-8-6-15,-1 8-8 0,0 0-2 16,0 0 21-16,0 0 16 0,0 0 18 0,0 37-17 16,0-16-2-16,-1 4-4 0,-3 14-6 15,4-2-9-15,-2 1-14 0,4 1-17 0,-2-2-15 16,2-8-14-16,-2-4-10 0,0 2-9 15,0-2-12-15,0-6-13 0,0-1-9 16,0-2-6-16,2-1-10 0,-2-3-10 16,0 2-4-16,0-5-64 0,0 1-2 15,0-1 0-15,0-2 0 0,0-7 0 0,0 11 0 16,0-11 0-16,0 11 0 0,0-11 0 16,0 10 0-16,0-10-20 0,-2 5-203 0,2-5-69 15,0 0-75-15,0 0-82 0,0 0-80 16,0 0-89-16,0 0-117 0,0 0-5 0,0 0 64 15,0 0-529-15,13-19-668 0</inkml:trace>
  <inkml:trace contextRef="#ctx0" brushRef="#br0" timeOffset="127919.9">25631 3438 3208 0,'-4'-8'-29'0,"-2"-4"47"0,6 4 35 0,-3-1 30 0,3 1 28 0,0 8 17 0,3-13 9 15,3 4 5-15,1 0-3 16,2 2-7-16,2 1-7 0,6-2-7 0,0 2-13 15,-1 1-9-15,0 3-8 0,4 0-8 16,1 4-8-16,-1 3-7 0,2 3-6 16,-3 0-5-16,8 7-7 0,-5 2-4 0,1 2-1 15,-10-2-2-15,-1-2 1 16,-5 3 8-16,-1-3 22 0,-4 3 13 0,-2-1 18 16,-4 6 7-16,-2 0 4 0,-5 6 1 0,-1 0-7 15,-2 0-8-15,-2-2-4 0,-1-3 1 16,5-3-3-16,3-4-8 0,2-5-2 0,1-1-5 15,1-2 1-15,4-4-6 0,1 1-8 16,0-6-5-16,6 10-2 0,3-6-11 16,2 0 7-16,1-2 6 0,1 4 10 15,5-3 8-15,-3 3-5 0,0-1 10 0,2 0 7 16,-1 2 8-16,-3-1 5 0,1 1 13 16,-7 0 19-16,0-2 18 0,1 4-32 0,-5-1-121 15,2-1 0-15,-7 4 0 0,-2-3 0 16,-2 0 0-16,-1 5 0 0,-3-5 0 0,-3 3 0 15,0-3 0-15,-3 2 0 0,-3 2 0 16,0-7 0-16,-4 2 0 0,3-2 0 0,-2 3 0 16,-1-4 0-16,7 0 0 15,-6-2 0-15,8 0 0 0,0-4 0 0,14 2 0 16,-31-2 0-16,17 1 0 0,1-2 0 16,-1 3 0-16,2-3 0 0,2 2 0 0,10 1 0 15,-15-2-382-15,15 2-427 0,-11-2-130 16,11 2 71-16,0 0-898 0,0 0-1197 15</inkml:trace>
  <inkml:trace contextRef="#ctx0" brushRef="#br0" timeOffset="129600.39">27300 3696 4404 0,'-7'5'-195'0,"3"-3"79"0,4-2 69 16,0 0 63-16,-11 7 58 0,11-7 37 16,-8 3 43-16,8-3 25 0,0 0 4 15,0 0 0-15,0 0 1 0,0 0-4 0,0 0-9 16,-11-13-19-16,11 13-7 0,0-12-21 16,1 4-15-16,-1-2-12 0,4-3-1 0,0-2-16 15,-1-6-5-15,4-3-5 0,0-9-15 16,3-1-3-16,-5-2-9 0,5-3-7 0,1-11-1 15,-1 9-5-15,3-7 0 16,-5 10-10-16,1 2-1 0,1 2 4 0,-1-1-6 16,3 6-5-16,-4 5 0 0,-1 4 0 15,1 1-6-15,-5 4 6 0,5-1 0 0,-4 3-4 16,4 2 5-16,-3-1 3 0,1 4 2 16,-1-1-10-16,0 4-2 0,2 0 1 15,-7 5-3-15,15 0 16 0,-15 0 16 0,29 17 14 16,-6 5 7-16,0 7 10 0,6 12 7 15,-1 2 17-15,5 2 5 0,-1 0-6 0,0-1 9 16,2-3-5-16,-1-3-8 0,-5-2 0 16,-4-8 5-16,-6-5 15 0,-2-6 7 0,-5-5-113 15,1 1 0-15,-7-6 0 0,1 1 0 16,-1-4 0-16,-1 2 0 0,-4-6 0 16,8 7 0-16,-8-7 0 0,0 0 0 15,6 5 0-15,-6-5 0 0,0 0 0 0,0 0 0 16,0 0 0-16,0 0 0 0,0 0 0 15,-21-20 0-15,6 13 0 0,-3 4 0 16,-3-4 0-16,-7 5 0 0,-10-2 0 0,-6 2 0 16,0 2 0-16,-1 2 0 0,-2-2 0 15,6 2 0-15,7-2 0 0,7 2 0 0,2-4 0 16,4 4 0-16,0-2 0 16,6 0 0-16,0 0 0 0,3 0 0 0,12 0 0 15,-23 0 0-15,23 0 0 0,-15 0 0 16,15 0 0-16,0 0 0 0,-18 0 0 0,18 0 0 15,-11-2 0-15,11 2 0 0,0 0 0 16,0 0 0-16,-5-4 0 0,5 4 0 0,0 0-479 16,0 0-451-16,16-8 5 0,-7 6 87 15,-9 2-869-15,15-4-1141 0</inkml:trace>
  <inkml:trace contextRef="#ctx0" brushRef="#br0" timeOffset="136168.29">7064 5005 1025 0,'4'-2'318'0,"-4"2"-42"15,5-5-17-15,-5 5-16 0,0 0-18 16,0 0-14-16,0 0-14 0,0 0-17 0,0 0 1 15,0 0 5-15,0 0-3 16,-13-10-2-16,13 10-4 0,0 0-6 0,-8-4-11 16,8 4-9-16,0 0-8 0,0 0-8 15,0 0-7-15,-9-5-3 0,9 5-4 0,0 0-4 16,0 0-6-16,0 0 4 0,0 0-5 16,0 0-1-16,0 0-3 0,0 0 5 0,0 0-7 15,0 0 4-15,0 0 1 0,0 0-11 16,0 0 6-16,0 0 7 0,0 0-1 15,0 0-10-15,-20 12-8 0,20-12 5 0,-5 14-9 16,3-7-6-16,0 3-20 0,0 2 0 16,1 2 2-16,-3 1-1 0,4-1 7 0,-2 4-2 15,2-4 7-15,0 3 1 16,-2 0-1-16,2 1 7 0,0 0-6 0,-2 3 12 0,2 0 7 16,-1 1 2-16,1 2-1 15,-2 2-12-15,-1-2-84 0,1 2 0 0,2-1 0 16,-2 2 0-16,2-4 0 0,0 3 0 15,0 0 0-15,0-6 0 0,0 4 0 0,2-5 0 16,0 0 0-16,-2 0 0 0,5-1 0 16,-4-2 0-16,-1-3 0 0,2 1 0 15,0 0 0-15,0-2 0 0,0 0 0 0,0 2 0 16,-2-3 0-16,1 1 0 0,-1 1 0 16,2-3 0-16,-2 2 0 0,2-1 0 0,0 1 0 15,-2 0 0-15,2-4 0 0,0 3 0 16,-1-1 0-16,-1 0 0 0,2-1 0 0,1-1 0 15,-3 1 0-15,2 1 0 16,0-3 0-16,0 1 0 0,1 3 0 0,-3-3 0 0,2 1 0 16,0-1 0-16,0 1 0 15,0-1 0-15,0 1 0 0,-1-1 0 0,-1 0 0 16,2 0 0-16,-2 0 0 0,2-1 0 16,0 3 0-16,0-4 0 0,1 1 0 15,-2 1 0-15,-1-8 0 0,4 12 0 0,-2-2 0 16,0-5 0-16,-2-5 0 0,4 12 0 15,-3-4 0-15,-1 0 0 0,2-1 0 0,0-1 0 16,0 2 0-16,0-1 0 0,1 2 0 16,-1-4 0-16,1 3 0 0,-1-1 0 15,0 0 0-15,0 0 0 0,1 1 0 16,-3-8 0-16,4 16 0 0,-2-9 0 0,2-1 0 16,-3 4 0-16,3-1 0 0,0-2 0 15,0 0 0-15,0 1 0 0,0 3 0 0,0-5 0 16,-3 1 0-16,3 3 0 0,0-2 0 15,-1 0 0-15,-1-1 0 0,1-1 0 0,-1 0 0 16,-2-6 0-16,5 14 0 0,-1-8 0 16,-2-1 0-16,-2-5 0 0,6 14 0 15,-5-6 0-15,-1-8 0 0,2 11 0 0,0-3 0 16,0 0 0-16,0 0 0 16,1-1 0-16,-2-1 0 0,-1 4 0 0,2-2 0 15,-2 1 0-15,2 1 0 0,0-1 0 16,0 1 0-16,0-2 0 0,-1 3 0 0,1-1 0 15,-2 0 0-15,2-1 0 0,0 1 0 16,0 0 0-16,2-1 0 0,-4-1 0 0,1 1 0 16,-1 0 0-16,2-1 0 0,-2 1 0 15,0-1 0-15,3 2 0 0,-3-3 0 0,2 3 0 16,-2-2 0-16,0 1 0 0,0-1 0 16,2 2 0-16,-2 1 0 0,0-3 0 15,2 4 0-15,-1 0 0 0,-1-3 0 0,0 1 0 16,2 0 0-16,-2-1 0 0,0 1 0 15,2-1 0-15,-2 1 0 0,0-1 0 16,2-1 0-16,-2 1 0 0,0-1 0 16,0 1 0-16,0-1 0 0,2 3 0 0,-2-3 0 15,-2 1 0-15,2-1 0 0,0 2 0 16,0-1 0-16,2 1 0 0,-2 3 0 0,0-4 0 16,0 0 0-16,2 1 0 0,-2 2 0 15,0 3 0-15,2-3 0 0,-2 0 0 0,0-1 0 16,0 1 0-16,0 1 0 15,0-3 0-15,0 4 0 0,0-2 0 0,0 1 0 0,-2-1 0 16,2-2 0-16,0 2 0 16,-2-1 0-16,2-1 0 0,0-2 0 0,-2 3 0 15,2-2 0-15,-2 0 0 0,2 3 0 0,-2 0 0 16,0-1 0-16,2-1 0 0,0 2 0 16,-1 1 0-16,-1 1 0 0,0-2 0 15,2 1 0-15,-2 1 0 0,2-1 0 0,-3 1 0 16,3 0 0-16,-2-1 0 0,2 1 0 15,0 0 0-15,0-2 0 0,0 0 0 16,-1 0 0-16,1-1 0 0,0 0 0 0,0 1 0 16,1 0 0-16,-1 0 0 0,0-2 0 15,0 1 0-15,0-3 0 0,0 2 0 0,0 2 0 16,0 1 0-16,0-2 0 16,0 3 0-16,0-3 0 0,0 1 0 0,0 0 0 0,0 2 0 15,0-5 0-15,0 2 0 16,0-1 0-16,0 0 0 0,0 1 0 0,0-3 0 15,-1 2 0-15,1-1 0 0,0 0 0 16,0-1 0-16,-2 4 0 0,2-3 0 0,-2 1 0 16,2 0 0-16,0-1 0 0,0 1 0 15,0 1 0-15,-2 0 0 0,2-1 0 0,-2 2 0 16,2-1 0-16,0-1 0 0,-2 3 0 16,2-1 0-16,0 0 0 0,0 0 0 0,-2-2 0 15,2 2 0-15,0 0 0 0,0-2 0 16,0 2 0-16,0-1 0 0,-1 0 0 15,-1 1 0-15,2 0 0 0,0 0 0 16,-2 0 0-16,0 2 0 0,2-2 0 0,-2 2 0 16,2 1 0-16,-2-1 0 0,2-1 0 15,0 1 0-15,-1 0 0 0,1-3 0 16,0 3 0-16,0-1 0 0,0-1 0 0,0 0 0 16,0-2 0-16,-3 1 0 0,3 2 0 15,0-1 0-15,0-2 0 0,-2 1 0 0,2-1 0 16,0-2 0-16,-2 5 0 0,2-1 0 15,-2-1 0-15,0 1 0 0,1 0 0 0,1 1 0 16,-4-1 0-16,2-1 0 16,2-1 0-16,-2 0 0 0,2 1 0 0,-2-3 0 15,0 4 0-15,2-4 0 0,-1 1 0 16,-1 1 0-16,2-2 0 0,-2 3 0 0,2-3 0 16,-2 1 0-16,-1 1 0 0,3 0 0 15,-2-1 0-15,2 1 0 0,-1 1 0 0,1-1 0 16,0 0 0-16,-2 2 0 0,0 0 0 15,2-2 0-15,0 3 0 0,0-2 0 0,-2-1 0 16,2 5 0-16,0-3 0 0,2-2 0 16,-4 2 0-16,4 0 0 0,-2 0 0 0,0 0 0 15,2-2 0-15,0 2 0 0,-2 0 0 16,1 0 0-16,-1 0 0 0,0 0 0 16,2 0 0-16,-2-2 0 0,0 0 0 0,3 2 0 15,-3 0 0-15,0 0 0 0,2 1 0 16,-2-1 0-16,0-1 0 0,2 3 0 15,-2-1 0-15,0-1 0 0,2 0 0 0,-1 1 0 16,-1 1 0-16,0-2 0 0,0 1 0 16,2 1 0-16,-2-3 0 0,0 4 0 0,0-3 0 15,0 2 0-15,2-1 0 0,-2 1 0 16,0 0 0-16,2-1 0 0,-2-1 0 0,2 2 0 16,-2 1 0-16,0-4 0 0,2 3 0 15,-2-3 0-15,0 3 0 0,2 0 0 0,-1-2 0 16,-1 1 0-16,0 2 0 0,2-3 0 15,-2 2 0-15,2-3 0 0,-2 1 0 0,2 2 0 16,-2 0 0-16,2 0 0 16,1-3 0-16,-3 5 0 0,0-2 0 0,0-3 0 15,0 3 0-15,0-2 0 0,0 3 0 16,0-3 0-16,0 1 0 0,0 0 0 0,0-1 0 16,0 2 0-16,0-2 0 0,-3-1 0 15,1 3 0-15,2-4 0 0,0-1 0 16,0 4 0-16,-2-1 0 0,2 0 0 0,-2 0 0 15,2-2 0-15,-2 2 0 0,2 0 0 16,0 2 0-16,0-2 0 0,-1 0 0 0,1 1 0 16,0-1 0-16,-2 1 0 0,2-2 0 15,-2-1 0-15,2 2 0 0,0-1 0 0,0 1 0 16,0-2 0-16,0 3 0 16,0-3 0-16,0 0 0 0,0 1 0 0,2 1 0 15,-2 0 0-15,0-1 0 0,2 1 0 16,-2 0 0-16,1-1 0 0,-1 4 0 0,2-3 0 15,-2 0 0-15,2 2 0 0,0-1 0 16,0-2 0-16,1 1 0 0,-3-2 0 0,1 0 0 16,-1 1 0-16,2 1 0 0,-2-3 0 15,2-1 0-15,-2 4 0 0,0-3 0 0,2 3 0 16,-2 0 0-16,0-1 0 0,2 1 0 16,-2-1 0-16,2 2 0 0,-1 0 0 15,-1-1 0-15,0-3 0 0,0 2 0 0,2 1 0 16,-2-4 0-16,2 3 0 0,-2-3 0 0,0 1 0 15,0-1 0-15,0 1 0 16,2 0 0-16,-2-1 0 0,0 1 0 0,0-1 0 16,2 2 0-16,-2-1 0 0,0 1 0 15,0 0 0-15,0 0 0 0,2-1 0 0,0 3 0 16,-2-2 0-16,0-1 0 16,0 1 0-16,0 1 0 0,1-1 0 0,-1-2 0 15,0 4 0-15,0-4 0 0,0-1 0 16,0 3 0-16,0-1 0 0,0 1 0 0,2-2 0 15,-2 3 0-15,0-3 0 0,-2 2 0 16,2 1 0-16,0-3 0 0,0 3 0 0,0-1 0 16,0 0 0-16,0-1 0 0,0 1 0 15,0 0 0-15,0 0 0 0,-1-1 0 0,1 1 0 16,0 0 0-16,0 2 0 0,0-3 0 16,0 1 0-16,0 0 0 0,1 0 0 0,-1-1 0 15,0 1 0-15,0-2 0 0,0 1 0 16,0 3 0-16,0-4 0 0,0 3 0 0,0-3 0 15,0 4 0-15,2 0 0 0,-2-2 0 16,0 1 0-16,0 1 0 0,0-2 0 0,0-2 0 16,3 4 0-16,-1-3 0 0,-2 1 0 15,0 2 0-15,0-2 0 0,2-1 0 16,-2-1 0-16,2 4 0 0,-2-5 0 16,1 6 0-16,-1-4 0 0,0 2 0 0,0-1 0 15,0 0 0-15,0 1 0 0,2-1 0 16,-2 1 0-16,0 1 0 0,0 0 0 0,2-2 0 15,-2 2 0-15,0-3 0 0,0 4 0 16,0-2 0-16,0 0 0 0,0 2 0 16,0-5 0-16,2 4 0 0,-2 1 0 0,0 1 0 15,0-5 0-15,2 5 0 0,0-4 0 16,0 3 0-16,-2-1 0 0,1-2 0 16,-1 0 0-16,0-1 0 0,0 3 0 15,0-3 0-15,2-1 0 0,-2 4 0 0,0-3 0 16,0 1 0-16,0 1 0 0,0-2 0 15,0 0 0-15,0 4 0 0,0-2 0 0,0-2 0 16,-2 2 0-16,2 1 0 0,0 0 0 16,0 1 0-16,0-2 0 0,0 1 0 0,0 2 0 15,2-3 0-15,-2 3 0 16,0 0 0-16,2 1 0 0,0-1 0 0,0-1 0 16,-2 2 0-16,3-1 0 0,-2 1 0 15,-1 0 0-15,2-2 0 0,0 2 0 0,-2-2 0 0,0 3 0 16,2 0 0-16,0-1 0 15,-2 0 0-15,2 1 0 0,-2-3 0 0,1 3 0 0,-1 2 0 16,0-3 0-16,0 3 0 16,0-5 0-16,0 2 0 0,0 0 0 0,2 0 0 15,-4-1 0-15,2 2 0 0,0-3 0 16,0 1 0-16,0 0 0 0,0 0 0 0,0 3 0 16,0-3 0-16,-1-1 0 0,1-1 0 15,0 2 0-15,-2-1 0 0,2 3 0 0,0-1 0 16,0-1 0-16,0-1 0 0,0 2 0 15,0-1 0-15,-2-2 0 0,2-2 0 0,0 4 0 16,0-3 0-16,-2 0 0 0,2 1 0 16,0 0 0-16,-2-2 0 0,2 3 0 0,-2-2 0 15,2 1 0-15,0-2 0 16,-1 2 0-16,-2-1 0 0,1-1 0 0,2 0 0 16,-2 0 0-16,2 3 0 0,-2-2 0 15,2 1 0-15,-2-2 0 0,2 3 0 0,0-3 0 16,-1 2 0-16,-1-1 0 0,0 1 0 15,2 0 0-15,-2-3 0 0,2 4 0 0,-2-1 0 16,0 1 0-16,0 3 0 0,1-3 0 16,-1 1 0-16,2 0 0 0,-2 1 0 0,0-1 0 15,-1-1 0-15,1 1 0 0,2 0 0 16,0 1 0-16,-1 0 0 0,1-3 0 16,-2 2 0-16,0-1 0 0,2-1 0 0,0 2 0 15,0-1 0-15,2 1 0 0,-2-2 0 0,0 0 0 16,2 2 0-16,-4-2 0 0,2 0 0 15,0-2 0-15,-2 2 0 0,2-2 0 16,0 2 0-16,0 0 0 0,0-2 0 16,0 3 0-16,0-2 0 0,0 1 0 0,0 0 0 15,0-1 0-15,0 1 0 0,0 0 0 16,0-2 0-16,0 1 0 0,0-1 0 16,2-1 0-16,-2 3 0 0,2-4 0 0,-2 1 0 15,0 1 0-15,0 0 0 0,0-3 0 16,0 5 0-16,0-4 0 0,1 1 0 0,-1 0 0 15,0 1 0-15,0-2 0 0,0 6 0 16,2-6 0-16,-2 3 0 0,3-1 0 16,-1 0 0-16,-2-1 0 0,2 3 0 0,1-4 0 15,-3 1 0-15,2-1 0 0,0 1 0 16,-2 0 0-16,4-1 0 0,-2 1 0 16,0-1 0-16,-1 2 0 0,-1-3 0 0,2 5 0 15,-2-4 0-15,2 1 0 0,0 1 0 16,0 0 0-16,1-1 0 0,-3-1 0 0,0 2 0 15,1 1 0-15,-1-3 0 0,0 2 0 16,2-1 0-16,-2 1 0 0,0 0 0 0,2 1 0 16,-2 1 0-16,0-2 0 0,2 0 0 15,-2 3 0-15,2-2 0 0,0 1 0 0,-2 0 0 16,0 0 0-16,1 3 0 16,-1-2 0-16,0 1 0 0,0-2 0 0,2 3 0 15,-2-3 0-15,0 1 0 0,0 1 0 16,0 0 0-16,0 0 0 0,0-2 0 0,0 0 0 15,2 2 0-15,-2-2 0 0,0-2 0 16,0 2 0-16,2 0 0 0,-2 0 0 0,0 0 0 16,0 1 0-16,0-2 0 0,0 1 0 15,0 0 0-15,0-1 0 0,0-2 0 0,0 4 0 16,0-6 0-16,0 5 0 16,0-2 0-16,0-2 0 0,0 1 0 0,0-1 0 15,0 0 0-15,0 2 0 0,0-3 0 16,0 3 0-16,0 0 0 0,0-1 0 0,0 1 0 15,0-2 0-15,2 3 0 0,-2-1 0 16,0 0 0-16,0 1 0 0,0 2 0 0,0-3 0 16,0 2 0-16,0 0 0 0,0 1 0 15,2 1 0-15,-2-3 0 0,0 1 0 0,0 1 0 16,-2-1 0-16,2 1 0 0,0-1 0 16,0 0 0-16,-2 0 0 0,2-1 0 15,0 1 0-15,0 0 0 0,-2-1 0 0,2 1 0 16,-2 1 0-16,2-3 0 0,0 0 0 0,0 0 0 15,0 0 0-15,0 1 0 16,0-1 0-16,0 2 0 0,0 0 0 0,0-2 0 0,0 0 0 16,0-1 0-16,0 1 0 15,0 0 0-15,0-1 0 0,0-1 0 0,0 2 0 16,0-2 0-16,0 0 0 0,0 3 0 16,0-2 0-16,-2 0 0 0,2-2 0 0,0 3 0 15,0 0 0-15,0 0 0 0,-1-1 0 16,-1 3 0-16,2-3 0 0,0 2 0 0,-2 1 0 15,2 0 0-15,0 0 0 0,0 0 0 16,0-2 0-16,0-1 0 0,0 1 0 0,0 1 0 16,0-3 0-16,0 2 0 0,2-1 0 15,-2 1 0-15,0 0 0 0,0 3 0 0,0-3 0 16,0 2 0-16,0-1 0 16,2 1 0-16,-1 1 0 0,-1-3 0 0,0 1 0 15,0 0 0-15,2 0 0 0,-2 0 0 16,2-3 0-16,0 5 0 0,-2-3 0 0,2-1 0 15,2 1 0-15,-4 0 0 0,1-2 0 16,-1 2 0-16,2-2 0 0,1 3 0 0,-1-2 0 16,0-1 0-16,0 2 0 0,-1-2 0 15,-1 1 0-15,2-1 0 0,-2 1 0 0,2 0 0 16,-2-1 0-16,2 1 0 16,-2-3 0-16,0 2 0 0,0-8 0 0,2 12 0 0,-2-7 0 15,0 4 0-15,2-4 0 16,-1 2 0-16,-1-7 0 0,0 12 0 0,2-4 0 15,-2-2 0-15,2 0 0 0,-2 1 0 16,2 1 0-16,-2-1 0 0,0 0 0 0,0-7 0 16,0 11 0-16,2-5 0 0,-2-6 0 15,0 9 0-15,0-9 0 0,0 0 0 0,0 8 0 16,0-8 0-16,0 0 0 0,0 0 0 16,0 0 0-16,0 0 0 0,0 0-115 15,-26-32-626-15,8 1-211 0,-3-10 68 0,-6-8 105 16,3-10-826-16,-14-20-1046 0</inkml:trace>
  <inkml:trace contextRef="#ctx0" brushRef="#br0" timeOffset="139317.46">7218 5053 304 0,'-15'0'119'0,"15"0"37"16,0 0-3-16,0 0-13 0,-11-4-4 15,11 4-6-15,-8-1-9 0,8 1-3 0,-8-6 3 16,2 3 0-16,6 3-3 0,-9-3 8 15,9 3 5-15,-9-5-4 0,9 5-6 16,-12-4-5-16,12 4-4 0,-11-2 7 16,11 2-5-16,0 0 2 0,-16-3 1 15,16 3 4-15,0 0 0 0,0 0-2 0,-11-2 3 16,11 2 5-16,0 0-2 0,0 0 0 16,0 0-6-16,0 0 0 0,-11-2-5 0,11 2-6 15,0 0-7-15,0 0-6 0,0 0-7 16,0 0-1-16,0 0-1 0,0 0-9 0,0 0-4 15,29-10-4-15,-18 9-5 0,3-1 1 16,4-1 0-16,1 1-5 0,5-2-2 16,3 3 5-16,9-3-2 0,3 1-5 0,-1-1-1 15,3-1-8-15,-4 0-1 0,5 2-6 16,-4 1 0-16,-6 0-5 0,-3 2-4 0,-2 0-4 16,-4 0 0-16,0 0-4 15,-3 2-4-15,1-2-1 0,-1 2 1 0,-2 0-3 0,2-2-1 16,-4 1 1-16,0 0 0 15,2 1-5-15,-2 0 11 0,4 0 19 0,-2-2-2 16,3 2 0-16,2-2-2 0,-2 0-6 16,2-2 2-16,6 0-6 0,-3 0-2 15,14-1-5-15,-3 0 1 0,1-1-3 0,0 1-1 16,-8 1 1-16,-3 0-5 16,-2 1-4-16,-5-1 0 0,2 2 0 0,-5-3 0 0,-2 3-3 15,1 0 0-15,-3-2 0 0,0 2-2 16,-13 0 1-16,19-2 0 0,-9 2 1 0,-10 0-2 15,18 0 1-15,-18 0-2 0,14-2-3 16,-14 2 0-16,15 0 3 0,-15 0-1 16,11-2 5-16,-11 2-8 0,0 0 4 15,21-1-4-15,-21 1 4 0,14 0-2 16,-14 0 1-16,22-3 0 0,-8 3 2 0,7-2-8 16,4-3 3-16,0 1-1 0,11-2 5 15,2-2-1-15,0 2 0 0,2 1 0 0,-2-2-4 16,3 2 0-16,-11 1 0 0,-5 2 5 15,1-2-3-15,-7 2 0 0,-1 0-3 0,-3 0 0 16,-2 0 0-16,-1 0 1 0,-12 2 0 16,19-2 0-16,-10 2 4 0,-9 0-3 15,19-1 0-15,-19 1 0 0,15-1 4 16,-15 1 1-16,22-3-2 0,-10 1-1 16,6-2 2-16,2 0-4 0,3 2 3 0,4-3 1 15,7-2-3-15,2 2 1 0,-5 3-2 16,-4-2 2-16,0 0 0 0,-1 2-1 0,1 1-2 15,0 0 2-15,-2-2 0 0,-3 2-2 16,-1-1 3-16,2 0 0 0,-4 2-3 0,4-2 4 16,2 0-2-16,0-1 0 0,0 1 0 15,-1 1 3-15,1-2-3 0,0 1-2 16,-2-2 1-16,-3 3 2 0,1 1 1 0,1-1-3 16,-6-2-1-16,0 3 2 15,-1 0 0-15,-1 0-1 0,-14 0-3 0,21 0 5 0,-21 0 5 16,20-1-5-16,-20 1 0 15,20 0-1-15,-20 0 0 0,14 0 3 0,-14 0-5 16,20 0 1-16,-7 0 1 0,2-2 4 16,0 2-5-16,6-2 2 0,-1 0-1 0,0 2-1 15,3 0 1-15,-2 0 1 0,4 0-1 16,0 2-3-16,-2 0 4 0,-4 0-3 16,0-1 3-16,-4 2-2 0,-2-3 0 0,1 2-1 15,-3-2 3-15,-11 0-1 0,21 4 0 16,-12-4-1-16,-9 0 4 0,20 2-1 15,-20-2-3-15,16 2 3 0,-16-2-1 16,16 1-2-16,-16-1 1 0,23-1 1 0,-10-1 2 16,3 2-2-16,2 0 0 0,-2-2-2 15,3 2 0-15,0 0 2 0,0 0-3 0,2 2 1 16,-2 0 2-16,2-1-2 0,-2 0 4 16,2 3-5-16,0-3 0 0,-4 1 5 15,4 0-2-15,-1-2-1 0,-2 2-1 0,3 0-1 16,-4-2 3-16,4 0-3 0,-3 0 8 15,0 0-4-15,0 0 0 0,-2 0-1 0,0 0 1 16,0 1 0-16,-1-1 0 0,-1 0-4 16,-14 0 5-16,22 0-3 0,-10 0-2 0,-12 0 2 15,20 0-1-15,-6 0 1 16,1 0 4-16,0 0-2 0,4 0-3 0,8-1 2 16,-2-1 0-16,1 0-3 0,3 2 2 15,2-2 1-15,-1 0-1 0,12 2 0 16,-10-1 0-16,-2-1 2 0,-1 2-3 0,0 0 0 15,-8 2-1-15,0-1 1 0,-2-1-3 16,-2 2 1-16,-2 0 3 0,1 0 1 0,-5 0-2 16,1-1 1-16,-1 2 4 0,-11-3-5 15,16 2 0-15,-16-2 1 0,18 2 2 0,-18-2-1 16,16 2-1-16,-9 0 3 16,-7-2-3-16,25 2 0 0,-12-2 2 0,6 0-2 15,-2 2 2-15,2 0-1 0,0-2 3 16,0 0-6-16,3 3 6 0,-6-1-2 15,5 0-3-15,1 0 2 0,-2 0-1 0,5-1 0 16,4 2-2-16,-3-1 3 0,1-2 1 16,4 0 0-16,-1 0-2 0,12 2 4 0,-10-2-8 15,-1 0 8-15,-3 0-6 0,4 0 0 16,-5 0-1-16,-2-2 0 0,-2 4 2 0,-1-4 2 16,-6 4-3-16,0-2 0 0,-1 0-1 15,-1 0 2-15,-14 0 2 0,18 0-1 16,-18 0 3-16,19 0-4 0,-19 0 1 0,22 2 2 15,-13-2-1-15,-9 0-1 16,25-2 1-16,-5 0 2 0,5 2-2 0,2-5 2 16,13 4-4-16,-1-3-1 0,-2 2 1 15,-2 0 0-15,2-1-2 0,-2 3 2 0,-9 0 1 16,1 0-2-16,-6 0 3 0,3 0-7 16,-4-2 4-16,-1 2 3 0,1-2 1 0,-6 2-2 15,4 0 2-15,2-2-5 0,5 0 2 16,2-2 2-16,4 3-1 0,5-3-1 15,-6 1 1-15,1 1-2 0,-3 0 3 0,3 0-2 16,-5 2 4-16,1-1-5 0,-4 1 0 16,-1-2 2-16,-2 2 3 0,-4-2-1 0,-2 2-1 15,-3 0-1-15,-11 0 2 16,24 0 0-16,-24 0-1 0,19-1 0 0,-19 1-5 16,20-1 3-16,-6-1 2 0,3 0-1 15,2 0-2-15,2 0 2 0,4 1 2 0,-1-3-3 16,3 3 2-16,0-1 1 0,0 0-4 15,0-2-1-15,-1 4-2 0,-7-1 1 16,0-1 3-16,-3 2 3 0,-1-2-1 0,-1 2-3 16,-3-1 1-16,-11 1 2 0,21-2-3 15,-10 0 6-15,0 2-2 0,3-3-3 0,-1 1 0 16,3 2 3-16,-5-2-3 0,3 2 2 16,-2-3-3-16,1 1 5 0,-13 2-4 0,20-1-3 15,-20 1 3-15,17-2 3 0,-17 2-6 16,13-2 4-16,-13 2 0 0,11-2-1 15,-11 2 0-15,0 0-3 0,14-1 1 16,-14 1 0-16,0 0 3 0,0 0-4 16,17 1 2-16,-17-1 0 0,0 0 2 0,0 0 2 15,17 0-3-15,-17 0 4 0,11 2 1 16,-11-2-3-16,20 0-1 0,-20 0 2 0,23 0-3 16,-6 0 2-16,2 0-1 0,2-2-1 15,1 2-2-15,5 0 4 0,2 0 4 0,-2 0-3 16,-1 0 1-16,1 0-2 15,-2 0-1-15,-3 0-1 0,0 0 1 0,-3 0 1 16,-4 0 4-16,-1 0-6 0,-14 0 3 0,20 0 1 16,-20 0 3-16,19 2-3 15,-19-2 0-15,16 0 3 0,-16 0-2 0,11 0-2 16,-11 0 24-16,0 0 10 0,20 0 5 16,-20 0-5-16,0 0-1 0,0 0-4 0,14-2-7 15,-14 2-3-15,0 0-11 0,0 0-45 16,0 0-89-16,8-3-117 0,-8 3-144 0,0 0-165 15,0 0-244-15,0 0 70 0,-34-5 86 16,17 1-469-16,-2 4-576 0</inkml:trace>
  <inkml:trace contextRef="#ctx0" brushRef="#br0" timeOffset="141448.46">14315 4812 798 0,'-13'-1'219'0,"13"1"-47"0,-11-4-12 15,11 4-15-15,-11-1-16 16,11 1-19-16,-5-5-5 0,5 5-7 0,0 0 0 16,-8-4-4-16,8 4 2 0,0 0-1 15,0 0 4-15,0 0 13 0,0 0 9 16,0 0 11-16,24-5 6 0,-13 5 4 0,2 3 8 16,2-3 2-16,6 0 3 0,0 0-3 15,2 1-2-15,7-2-6 0,13 1-3 0,2-3-5 16,5 3-15-16,-1 0-5 0,1-1-16 15,2-1-7-15,-5 0-12 0,4 0-6 0,-1 0-7 16,-3 1-7-16,3-3-7 0,-3 1-2 16,0-1-5-16,-6 3-8 0,4-3-3 15,-15 1-4-15,12 0-2 0,-12 1-1 0,1 0 0 16,-5-1 6-16,5 1-5 16,-2 0-2-16,-1 1-2 0,8-4-3 0,-3 4-3 15,-5 0 1-15,1-1-6 0,-1 0 3 16,5 1-4-16,6 1 0 0,2-2 0 0,1 0-1 15,-1 1-6-15,-6 1 1 0,7-2 0 16,-2 0-3-16,0-1 2 0,2 3 0 0,-8-2-1 16,6 0-2-16,-8 0 0 0,-3 2 0 15,-1-1-2-15,-3 1 3 0,2 0-3 0,-4-2 1 16,0 2 1-16,-6 0-4 0,2-2 2 16,-4 2 4-16,-1 0-2 0,1-1-2 15,-1 1 0-15,-3 0-2 0,-11 0 3 0,21-2 0 16,-12 2-2-16,2-2 0 15,1 2 3-15,3-2-3 0,1 1 1 0,2-1-1 16,7 1-1-16,0-1-3 0,2 0 4 16,4 2 3-16,-5 0-3 0,1-2-1 0,2 2 1 15,-1 0 1-15,-2 0-3 0,3 0-1 16,-2 0 1-16,-1 0 2 0,-4 0 0 0,5-1 0 16,-1-1 1-16,-2 0 0 0,1 0 0 15,-2 1 2-15,-1-1-4 0,-6 0 2 0,4 1 16 16,-6 1 2-16,-2-2-4 0,-1 0 0 15,1 0-2-15,-12 2-2 0,17 0-2 16,-8 0 1-16,-9 0-3 0,16 0-1 16,-16 0 2-16,17 0-5 0,-7 0 2 15,3 0 3-15,3 0-7 0,2 0 5 0,5-2-3 16,8 2 1-16,-3 0-2 0,16-1 3 16,-2 2-2-16,3-2-3 0,-2 1 5 0,2 0-1 15,0 1-6-15,-4 1 3 0,-1 0-1 16,-10-2-1-16,-3 2 2 0,-8 0-2 0,5-1-2 15,-10 1 1-15,2-2 1 0,-1 2 0 16,-1-1-1-16,-1 1-2 0,0 0 3 16,0 0 2-16,4-1-3 0,2 1 3 15,5 0 0-15,1 0-1 0,1-1 1 16,12 2 0-16,0-1-1 0,4 0-2 0,-4 0 1 16,4-2-2-16,0 1 2 0,2 1 0 15,-1-2-1-15,4 0 0 0,-6 2 0 0,3-1 1 16,2 3-1-16,-4-4 1 0,-4 3-1 15,2-1-1-15,-8 0 0 0,-1 1 3 0,6-1 1 16,-1 0-2-16,-6-2 0 0,10 1-1 16,-8 1 0-16,0-2 1 0,-3 0 0 0,3 0 0 15,-3 2 0-15,3-2 4 0,-3 0-5 16,0 0 0-16,1 0-1 0,1-2 1 16,-1 2 0-16,1 0 0 0,-3-2 2 0,3 2-3 15,-4 0-1-15,-1 2 2 16,-2-2-7-16,-1 0-5 0,1 2 1 0,-1-2 2 15,2 1 0-15,0 0 3 0,2-1 3 16,0 3-2-16,4-3 2 0,-3 0-1 0,3 2 0 16,-8-2 2-16,5 0-1 0,-1 0 1 15,2 0 1-15,1-2-3 0,-1 2 4 0,2 2 0 16,-3-4 1-16,3 2-4 0,-4 0 0 16,0 0-16-16,-4 0-8 0,-2 0-2 15,1 2 4-15,-8-2 0 0,1 0 4 16,1 1 3-16,0-1 2 0,-3 2 0 0,1-2 5 15,0 2-1-15,1-2 1 0,1 0-11 16,-3 0-5-16,2 0 7 0,4-2-3 16,2 2-5-16,4-3-15 0,4 1-8 0,9-3-6 15,-1 1 3-15,4 1 4 0,2 0-14 16,-5-1-18-16,3-1-5 0,-1 3-7 0,-1 0 4 16,4-1 9-16,0 3 5 0,2-2 7 15,-2 1 2-15,5 1 10 0,-3-2 10 0,0 2 7 16,-11 0-2-16,-5 0 11 0,-11 0 9 15,3 0 34-15,-5 0 25 0,-1 0 38 0,-2-2 25 16,-5 2 6-16,-8 0 0 0,17-3 2 16,-7 3 5-16,-10 0-1 0,13-3 2 15,-13 3-5-15,9 0-4 0,-9 0-6 0,10-4-6 16,-10 4-9-16,9-3-9 16,-9 3-6-16,0 0-8 0,13-2-9 0,-13 2-28 15,0 0-73-15,2-5-109 0,-2 5-148 16,0 0-182-16,-18-11-231 0,-2 1 55 0,-5-3 76 15,0-3-379-15,0-6-447 0</inkml:trace>
  <inkml:trace contextRef="#ctx0" brushRef="#br0" timeOffset="144199.25">20823 4732 902 0,'-13'-1'336'0,"13"1"-89"0,0 0-38 0,-14-2-15 16,14 2-10-16,0 0-9 0,-13-2-8 15,13 2-17-15,0 0-3 0,0 0 0 0,-12-2-10 16,12 2-4-16,0 0-14 0,0 0-5 16,0 0 2-16,0 0-2 0,23-10-4 15,-12 7-7-15,5-3-10 0,5 0-8 16,2 1-7-16,-2-2 3 0,4 0-6 16,-2 0-7-16,7-1-6 0,-1 1-5 0,-3 0 3 15,9 0 2-15,-1 0-7 0,6-1-8 16,0 1 5-16,6 1 19 0,1 2 10 0,14 2 1 15,2-2-3-15,2 2-6 0,-10 2-1 16,18 2-1-16,-5-2-2 0,0 4-9 0,-5-4-2 16,0 2-8-16,-9 1-3 0,-6-2-5 15,-1 1-7-15,-6 2 0 0,-9-2-5 16,-3-2-4-16,-7 0 0 0,1 0-3 0,-6 0-2 16,4 0-6-16,-2 3 23 0,0-3 2 15,2 0-3-15,-4 0 17 0,1 0 0 0,-3 0-2 16,0-3 2-16,0 3 0 0,-6 0-11 15,5 0-2-15,-1 0-1 0,3 0-8 16,-16 0-1-16,18 0 0 0,-7-2-1 16,1 2-5-16,4 0 0 0,4-2-6 0,5 0-7 15,6 2 3-15,7-2 0 0,8 1-2 16,-3-2-4-16,5 1-6 0,4 2 7 0,-3-4 0 16,3 0-2-16,9 1 1 15,-8 3-3-15,-4-4 10 0,1 1-12 0,0 3 4 0,-5-1-4 16,0-1-2-16,-4 2 4 0,-8 0-2 15,-6 0-2-15,-6 0 0 0,-3 0-4 16,0 0 4-16,-3 0-2 0,-2 0 1 16,0 0 2-16,-1 0 14 0,-12 0-15 0,19-2-2 15,-12 2 4-15,-7 0-1 0,21-2-2 16,-11 2-2-16,0-2-1 0,-1 2 7 0,7-4-3 16,2 2-1-16,7-2-3 0,6 2-2 15,8 0-5-15,4-1 8 0,0 3 7 16,4 0-9-16,-4-2-3 0,3 2 3 0,1 2-2 15,0-2 2-15,-4 3 2 0,-2-2 3 16,2 0 3-16,-3 3-7 0,-12-4-1 0,-3 2 2 16,-5-2 2-16,-6 2-2 15,2-2 2-15,-3-2 2 0,0 2 0 0,1 0 4 16,-3 0-7-16,-11 0 3 0,19-2-2 16,-8 0-1-16,0 2-4 0,-11 0 1 0,16-3 2 15,-7 3 5-15,5-1-8 0,-1-2 2 16,3 3 2-16,1 0 6 0,2 0-9 0,2 0 1 15,1 0-1-15,7 0 3 0,0 0 4 16,-1 0-1-16,5 0 2 0,9 0 7 0,2 0-16 16,2 0 4-16,1 0 0 0,3 3-2 15,0-1 0-15,-1 0-3 0,1 0 4 16,-5 0 2-16,-1 4-3 0,-2-4 4 0,-3 2-3 16,0-1 1-16,-8 0-2 15,-11 0 5-15,1-1-6 0,-7 0 3 0,-1 0 6 16,0-2-6-16,-3 2-1 0,-10-2-7 15,22 0 11-15,-22 0-3 0,16 0 0 0,-7 0 2 16,5-2 0-16,1 0-2 0,4 0 1 16,3 1-2-16,-2 1-2 0,7-1 5 0,-4 2-5 15,6-1 5-15,-3 0-4 0,5 1 0 16,-3 1 0-16,-4 0 15 0,0-2-14 0,-3 2-2 16,-5 0 1-16,6 0-1 15,-8 0 3-15,-3-2 0 0,2 0 0 0,-3 0-1 0,-10 0 2 16,16 3 1-16,-5-3 0 0,-11 0 0 15,14 0-4-15,-14 0 4 0,18 0-3 16,-7 0 0-16,5 0-2 0,-2-3 2 16,8 6 1-16,-4 0 2 0,7-1-4 15,-4 0 1-15,1 0-2 0,-2 1 2 0,-3-1-7 16,-4 1 3-16,3-3 1 0,-5 2-2 16,-2-1 5-16,2-1-2 0,-11 0 0 0,16 2 2 15,-7 0-1-15,-9-2 4 0,11 0-3 16,-11 0-1-16,11 2 1 0,-11-2 2 0,15 0 1 15,-15 0-3-15,24 0-5 0,-12 0 6 16,6 0-2-16,-5 0 2 0,3 3 1 0,-2-2-1 16,-3-1 0-16,3 2-3 15,-14-2 1-15,20 2-1 0,-20-2 1 0,15 2-2 16,-15-2 5-16,11 2-3 0,-11-2 9 16,0 0-10-16,13 1 3 0,-13-1 0 0,0 0 2 15,19 0 0-15,-19 0-3 0,19 2-2 16,-5 0 11-16,1-1-10 0,12 1 4 15,0 2 1-15,-1-2-5 0,3 1 1 0,-5 1 1 16,-1 0-4-16,-2-2 1 0,-4 1 6 16,-3-1-4-16,-1 0-2 0,-1-1 4 0,-3 1-1 15,-2 0-1-15,-7-2 3 16,20 2-2-16,-15-2 3 0,-5 0-6 0,13 3 6 16,-13-3-1-16,12-2-1 0,-12 2-2 15,15 2 5-15,-15-2 0 0,12 0-6 0,-12 0 1 16,13 0 5-16,-13 0-4 0,16 0-2 15,-16 0 0-15,13 2 0 0,-13-2 0 0,12 0 6 16,-12 0-4-16,11 2 4 0,-11-2-4 16,13 1 1-16,-1-1-2 0,1 2 4 0,4-1-3 15,5 3 2-15,5-1-4 0,12 1 0 16,-1-3 1-16,0 3-7 0,-2 1 11 16,-6-1-5-16,-5-3 4 0,-4 1-4 0,-2 1 3 15,-2-1 2-15,-4 0-4 0,1-1 1 16,-3-1-1-16,1 1 4 0,-2 2-5 15,-1-3 2-15,-9 0-3 0,16 3 9 16,-7-1-8-16,-2 0 0 0,7-1 7 0,-1 1-3 16,6 0-5-16,6 1-1 0,4 2 5 15,7-3-2-15,-7 1 1 0,-4 1-3 0,-5-2-1 16,-3 1-3-16,2-1 7 0,-5-1 1 16,-3 1-4-16,-1 0 7 0,1-2-4 0,-11 0-1 15,20 2-1-15,-11 0 7 0,-9-2-6 16,14 1 1-16,-3-1-3 0,-11 0 2 0,22 3 3 15,-8-2-4-15,-1-1 2 0,6 1 0 16,-4 1 0-16,2 0-3 0,-4-2 6 16,3 2 5-16,-5 0-13 0,1-2 5 15,-12 0 1-15,19 0-1 0,-9 0 4 16,-10 0-5-16,13 0 3 0,-13 0-3 0,14 0-4 16,-14 0 5-16,14-2 9 0,-4-2-6 15,-10 4-2-15,19-2-6 0,-6 0 7 0,1-1 1 16,-3 2-4-16,3-3 2 0,-1 4-1 15,1-4 0-15,-3 3-4 0,0-1-2 0,3 2 7 16,-5-2 7-16,-9 2-12 0,17-1 1 16,-7-1 3-16,-10 2 3 0,14-2-6 0,-3 2 11 15,-11 0-8-15,16-3-2 16,-6 3-2-16,5 0 2 0,1-2 2 0,0 2 0 0,0 0-1 16,3 0-1-16,-2 0-1 0,0 0 11 15,0 0-8-15,-1 0-2 0,-3 0 2 16,-2 0 4-16,-1 2-2 0,-10-2 12 15,17 0 31-15,-17 0 25 0,17 0 22 16,-17 0 23-16,10-2 14 0,-10 2 9 0,0 0 5 16,11 0-1-16,-11 0-3 0,0 0-6 15,12-2-4-15,-12 2-6 0,0 0-4 0,0 0-36 16,0 0-83-16,14 0 0 0,-14 0 0 16,0 0 0-16,0 0 0 0,0 0 0 15,0 0 0-15,0 0 0 0,14-3 0 16,-14 3 0-16,0 0 0 0,0 0 0 0,0 0-93 15,-15-12-434-15,7 3-205 0,1 4-188 16,-3-1 66-16,-1-5 112 0,-4-1-728 0,-10-5-919 16</inkml:trace>
  <inkml:trace contextRef="#ctx0" brushRef="#br0" timeOffset="145967.39">7278 15106 741 0,'0'0'234'0,"-16"-2"-29"0,16 2-36 0,-19-2-20 16,9 0 1-16,10 2 2 0,-20 0-6 15,12-3 2-15,8 3 7 0,-19-3 9 16,19 3-2-16,-14-3-8 0,14 3-7 0,-9-2-17 16,9 2-7-16,0 0-21 0,0 0-2 15,0 0-7-15,0 0 10 0,0 0 14 16,0 0 7-16,0 0 1 0,36-6 7 0,-17 6-14 15,2-3-6-15,16-2-6 0,1 1-4 16,5-1-14-16,3-2 7 0,13-2-7 0,2-4-8 16,2 1-7-16,-2 2-5 0,6-2-10 15,-3 0-3-15,1 0-7 0,2 2-6 0,0-2-2 16,-2 0-2-16,-3 0-6 0,-1 5 4 16,-5-1-2-16,-11 1 3 0,-1-3-4 15,-4 6-2-15,-4-2-3 0,-9 2-4 16,-4 0-1-16,-2 3-3 0,-4-3-1 15,1 4 2-15,6-6-6 0,12 2 5 0,2-2 6 16,9-1 0-16,5 1-4 0,7-4 0 16,0 0-1-16,4 2-3 0,2-1-5 0,2 1-1 15,2 1-1-15,-3 0 1 0,3 5-3 16,-7-3 2-16,-10 5-5 0,-6-3 3 0,-4 0-5 16,-12 3 1-16,-5 0-1 15,-4 0 3-15,-2-2-5 0,-1 2 0 0,-4 0 3 16,2 0 1-16,-1-2-1 0,1 2-1 0,-3-2 1 15,-1 1 0-15,2 1 0 16,-1-2-1-16,1 0-3 0,-14 2 0 0,23-3 2 16,-12 1 0-16,-11 2-2 0,20-2-2 15,-20 2 2-15,15 0-1 0,-15 0 0 0,17 0 0 16,-17 0 4-16,15 0-3 0,-15 0 0 16,0 0 0-16,23 0-3 0,-6 0 4 0,9-1-1 15,1 0 3-15,18-2-2 0,2 0-1 16,3 2 0-16,14-3 1 0,1 2-1 0,1 2-1 15,2-2 1-15,-3 2-8 0,-13 0-11 16,0 0-6-16,0 2-11 0,-13-2-20 16,-5 0-8-16,-9 2 4 0,-5-2 5 15,-4 0 6-15,-2 0 1 0,-1 2 7 0,-13-2 2 16,23 0 7-16,-23 0 2 0,15-2 3 16,-15 2 3-16,14 2 3 0,-14-2 2 15,0 0 2-15,18 0 1 0,-18 0 5 0,0 0 0 16,14 0 2-16,-14 0 0 0,0 0 4 15,0 0-5-15,13 2 3 0,-13-2-14 0,0 0-55 16,0 0-76-16,10 0-87 0,-10 0-99 16,0 0-118-16,0 0-205 0,0 0 62 15,0 0-308-15,0 0-388 0</inkml:trace>
  <inkml:trace contextRef="#ctx0" brushRef="#br0" timeOffset="150631.82">10504 14783 2461 0,'-11'0'-20'0,"11"0"26"0,0 0 29 15,0 0 20-15,0 0 18 0,-22 0 16 16,22 0 10-16,0 0-4 0,0 0-3 0,0 0-1 16,0 0-9-16,0 0-9 0,0 0 11 15,0 0 7-15,0 0-6 0,0 0 6 0,0 0-9 16,0 0-9-16,40 9-6 15,-24-7-4-15,2 1-8 0,2 0 1 0,-1-3-8 16,1 2-13-16,3-2 7 0,2 2-13 16,0 2 3-16,0-3-6 0,3 2 11 0,14 0 4 15,2-2 3-15,0 3-1 0,0-3-2 16,-2 1 4-16,2 1 3 0,-5 0-2 16,0 0-1-16,-8-2-5 0,-7 1-5 0,-5-2 1 15,0 2-5-15,-6 0-3 0,3 0-6 16,-3-2 0-16,1 0-2 0,-3 0 3 0,2 2 6 15,-1-2 6-15,-12 0 1 0,20 0-3 16,-8 0 1-16,-3 0-1 0,-9 0-7 0,20-2 3 16,-9 2-3-16,-11 0-5 0,19 0-3 15,-9 0 0-15,-10 0-5 0,15-2 3 16,-15 2-6-16,13-2 1 0,-13 2 1 16,13 0-2-16,-13 0-3 0,16 0-4 15,-5 0 3-15,10-2 2 0,8 0-7 0,12 1 4 16,7-2-1-16,0 3-1 0,1-3 1 15,1 2 1-15,-4-3-1 0,-4 3-4 0,0-1 2 16,-12 0 3-16,-7 2-4 0,-2-1 2 16,-6 1-3-16,0 0 0 0,-1 0 4 0,-14 0-2 15,21-3 0-15,-21 3-2 0,19 0 2 16,-19 0 0-16,15 0 2 0,-15 0-4 16,0 0 2-16,17 3 3 0,-17-3-3 15,12-3-2-15,-12 3 1 0,0 0-3 16,15 0 2-16,-15 0-2 0,0 0 0 0,16 0 2 15,-16 0-2-15,0 0 2 0,12-3 0 16,-12 3-3-16,0 0 3 0,0 0 1 0,0 0 0 16,18 0-2-16,-18 0 1 0,0 0 0 15,0 0 10-15,0 0 21 0,0 0 22 0,11 3 23 16,-11-3 19-16,0 0 9 0,0 0 23 16,0 0 23-16,0 0-25 0,0 0 2 0,0 0 40 15,0 0 51-15,0 0 31 0,0 0 20 16,0 0 17-16,0 0 22 0,0 0 1 15,0 0-146-15,0 0-163 0,0 0 0 16,0 0 0-16,0 0 0 0,-25 9 0 0,25-9 0 16,0 0 0-16,0 0 0 0,0 0 0 15,-15 0 0-15,15 0 0 0,0 0 0 16,0 0 0-16,0 0 0 0,0 0 0 0,0 0 0 16,0 0 0-16,0 0 0 0,0 0 0 15,0 0 0-15,0 0 0 0,0 0 0 0,0 0 0 16,0 0 0-16,0 0 0 0,0 0 0 15,0 0 0-15,0 0 0 0,0 0 0 0,0 0 0 16,0 0 0-16,0 0 0 16,0 0 0-16,0 0 0 0,0 0 0 0,0 0 0 0,0 0 0 15,0 0 0-15,0 0 0 16,0 0 0-16,0 0 0 0,0 0 0 0,27-9 0 16,-16 9 0-16,9-4 0 0,-2 0 0 15,5 0 0-15,2-1 0 0,2 4 0 0,13-5 0 16,1 1 0-16,5 1 0 0,15-2 0 15,4-1 0-15,2 4 0 0,4-2 0 0,-1 1 0 16,4 1 0-16,-1 2 0 0,1-3 0 16,-1 2 0-16,-5 2 0 0,-1-2 0 0,-14 2 0 15,-2 0 0-15,-3 2 0 0,-5-2 0 16,-7 2 0-16,-11-2 0 0,-2 2 0 0,-3-2 0 16,-2 2 0-16,-2-1 0 15,-3-1 0-15,-1 1 0 0,-3-1 0 0,-9 0 0 16,22 2 0-16,-13-2 0 0,-9 0 0 0,17 0 0 15,-7 0 0-15,-10 0 0 0,19-2 0 16,-10 2 0-16,-9 0 0 0,23-2 0 16,-10 2 0-16,3 0 0 0,1-2 0 15,2 2 0-15,-1 0 0 0,4 0 0 0,-3 0 0 16,1 0 0-16,-2 2 0 0,3-1 0 16,-2 0 0-16,-2 1 0 0,5 1 0 0,-6-2 0 15,4 0 0-15,-4 1 0 0,0 0 0 16,-1 0 0-16,-3-1 0 0,-1-1 0 0,-4 2 0 15,-7-2 0-15,18 2 0 16,-18-2 0-16,13 1 0 0,-13-1 0 0,8 0 0 16,-8 0 0-16,0 0 0 0,9 2 0 15,-9-2 0-15,0 0 0 0,0 0 0 0,0 0 0 16,13 2 0-16,-13-2 0 0,0 0 0 16,0 0 0-16,0 0 0 0,8 2 0 0,-8-2 0 15,0 0 0-15,0 0 0 0,0 0 0 16,0 0 0-16,0 0 0 0,0 0 0 0,10 2 0 15,-10-2 0-15,0 0 0 0,0 0 0 16,0 0 0-16,0 0 0 0,7 4 0 0,-7-4 0 16,0 0 0-16,7 3 0 15,-7-3 0-15,14 2 0 0,-3 0 0 0,1 0 0 16,3 1 0-16,5 2 0 0,-2-5 0 16,7 4 0-16,2-2 0 0,1 0 0 0,10-1 0 15,7 2 0-15,0-3 0 0,5 0 0 16,3 0 0-16,12 0 0 0,3 0 0 0,1 0 0 15,-5 0 0-15,-1 0 0 0,-9 0 0 16,-1 3 0-16,-1-2 0 0,-3 1 0 0,-3 0 0 16,1-1 0-16,-4 3 0 0,-1 0 0 15,-10-1 0-15,-5-2 0 0,-1 1 0 16,-2 0 0-16,1 2 0 0,-5-4 0 16,1 0 0-16,0 2 0 0,0 0 0 0,0 0 0 15,0-2 0-15,-1 0 0 0,2 0 0 16,-3 0 0-16,-2 0 0 0,-2 0 0 15,-2 0 0-15,1 0 0 0,-3 2 0 0,-1-2 0 16,-10 0 0-16,17 2 0 0,-17-2 0 16,13 0 0-16,-13 0 0 0,10 0 0 0,-10 0 0 15,0 0 0-15,13 2 0 0,-13-2 0 16,0 0 0-16,0 0 0 0,14 0 0 0,-14 0 0 16,0 0 0-16,0 0 0 0,0 0 0 15,11 1 0-15,-11-1 0 0,0 0 0 0,0 0 0 16,0 0 0-16,0 0 0 15,0 0 0-15,9 0 0 0,-9 0 0 0,0 0 0 16,0 0 0-16,8 4 0 0,-8-4 0 16,0 0 0-16,10 0 0 0,-10 0 0 0,0 0 0 15,11 3 0-15,-11-3 0 0,16 3 0 16,-9-1 0-16,4 0 0 0,3 0 0 0,1-2 0 16,4 0 0-16,6 2 0 0,4 2 0 15,-1-4 0-15,16 2 0 0,1 0 0 0,3 1 0 16,8-3 0-16,6 4 0 0,-1 0 0 15,4-4 0-15,2 4 0 0,-5 0 0 0,-1-2 0 16,0 1 0-16,-9-2 0 0,9 3 0 16,-9-2 0-16,9 0 0 0,2 1 0 0,-12-1 0 15,14-2 0-15,0 0 0 16,-14 1 0-16,0-1 0 0,3 0 0 0,-4 2 0 0,-3-2 0 16,-5 1 0-16,-9 1 0 15,-8-2 0-15,-1 2 0 0,-9-2 0 0,0 2 0 16,1-2 0-16,-5 0 0 0,-4 1 0 15,5-1 0-15,-12 0 0 0,15 1 0 0,-15-1 0 16,14 0 0-16,-14 0 0 0,0 0 0 16,15 0 0-16,-15 0 0 0,0 0 0 15,12 3 0-15,-12-3 0 0,0 0 0 16,0 0 0-16,14 0 0 0,-14 0 0 0,10 3 0 16,-10-3 0-16,14 2 0 0,-3 0 0 0,1-1 0 15,1 1 0-15,-1 0 0 0,8 0 0 16,7-1 0-16,-1-1 0 0,14 4 0 0,3-1 0 15,-2 0 0-15,7-2 0 16,-1 3 0-16,3 2 0 0,9-1 0 0,-11-3 0 16,0 5 0-16,-3-4 0 0,-3-1 0 15,2 6 0-15,-5-3 0 0,0 2 0 0,-3-2 0 16,-7-1 0-16,-4 1 0 0,-1 0 0 16,1 0 0-16,0 0 0 0,-4 0 0 0,4 1 0 15,1 0 0-15,1-2 0 0,8 3 0 16,-8-2 0-16,9 2 0 0,-8-1 0 0,-4-3 0 15,1 2 0-15,2-2 0 16,-4 0 0-16,2 0 0 0,-6 1 0 0,0-2 0 16,-1 4 0-16,2-6 0 0,-3 4 0 15,-2 0 0-15,3 0 0 0,-4-2 0 0,2 1 0 16,3 0 0-16,-2 0 0 0,3-1 0 16,-4-1 0-16,6-1 0 0,-4 3 0 0,3-3 0 15,0 0 0-15,1 0 0 16,-2 0 0-16,1-3 0 0,1 2 0 0,-2-1 0 0,-3 0 0 15,5 1 0-15,-4 1 0 0,3-3 0 16,1 0 0-16,-2 2 0 0,5-2 0 0,-4 1 0 16,4 0 0-16,1-1 0 15,3 0 0-15,-3-1 0 0,3 0 0 0,9 0 0 0,-8 1 0 16,1 1 0-16,-3 1-28 16,1-1 3-16,2 1 0 0,-5-1 0 0,1 0 0 15,-2 1 1-15,-5-2 1 0,-4 3 4 16,2-3 3-16,-5 6 5 0,-1-6-2 0,-12 3 3 15,16-1-5-15,-6 1 5 0,-10 0-1 16,13-2 1-16,-13 2 10 0,12-4-7 16,-12 4-1-16,13-2 7 0,-3 2-1 0,-10 0 1 15,23-1 1-15,-9 0-4 0,4-3 2 16,0 2 0-16,4 0 0 0,1-1 1 0,-2 2-1 16,3-2 3-16,3 3-1 0,0-3-4 15,-2 2 4-15,1-1 0 0,-1 0 0 16,11-3-1-16,-7 4-2 0,-2 1 0 15,0-3 4-15,-2 3-2 0,4 0 2 0,2 0-5 16,-3 0 2-16,15-5 10 0,-5 9-10 16,-2-4 6-16,-8 0-6 0,10-4 5 0,-4 4-6 15,-3-2 1-15,-3 1 4 0,-1-3-1 16,-2 4-2-16,-2-2-1 0,-4 2 1 0,-2-1 0 16,3-1 5-16,-7 1-4 0,1-1-1 15,-3 4 1-15,-11-2 2 0,19-2-3 0,-10 2-1 16,2-2 4-16,1 2-4 15,-1-2 0-15,2 2 0 0,-1-2 3 0,1 2 1 16,1-3 0-16,1 2-1 0,1 1 0 16,-2-4-2-16,0 2 0 0,1 2 2 0,3 0-3 15,-4-3 8-15,6 1-6 0,0 0-4 16,3-1 1-16,4 0 3 0,9 1 3 0,-4 0-2 16,11 0 1-16,-2-4-1 0,2 2-2 15,0 1-2-15,1-1 3 0,4 1-4 0,0 0 1 16,-1 1 6-16,-1-1-7 0,1 1 4 15,1-2 2-15,-2 3-4 0,-4-3 4 0,3 4-4 16,-2 0 2-16,-2-2 2 0,-1 1 0 16,3 1-5-16,-4-2 5 0,1 0-4 15,3 0 4-15,-4 1-2 0,3-2 1 16,-1 3-1-16,-2-1-4 0,3 1 3 0,-7 0 2 16,-4-1 7-16,-4 1-8 0,7 0-1 15,-7 0-1-15,2 0 4 0,-1 0-3 16,-1 0 1-16,2 1-4 0,-6-1 2 0,0 0-1 15,4 1-2-15,-7-2-1 0,7 0-3 16,0 1 0-16,-2 0 5 0,-2-2-5 0,6 2 2 16,-6 0 6-16,8 0-8 0,-2-2 3 15,-1 2-3-15,1 0 3 0,0-2-5 0,-1 1 4 16,3 2-4-16,-5-1 6 0,5 0-5 16,-1-1 1-16,-3-2 6 0,2 1-2 15,9-2-1-15,-6 1 4 0,8 1-4 0,-1-1 2 16,-2-2 4-16,1 1-1 0,2 0-2 15,-1 3 2-15,1-2-5 0,-3 0 6 16,-4 2-5-16,-5 0 0 0,3-1 6 0,-2 2-3 16,-1-2-3-16,1 2 10 0,-1 0-7 15,-1-2-1-15,2 2 1 0,-2 2 2 0,-7-2 4 16,1 0-7-16,2 0 3 0,-1 0-5 16,-2 0 5-16,-1 0 2 0,3 0 0 0,-4 0-5 15,1-2 3-15,-4 2-3 0,7 0-1 16,-3 0 4-16,-1 0-1 0,2 0 1 15,-3 0 1-15,-2 0 0 0,5 0 1 16,-2-1 0-16,-2 2 4 0,-2-1-10 0,2 0 9 16,-1 0-4-16,3 0 0 0,-6 0-1 15,6-1-3-15,0 2 3 0,-2-1 0 0,5 0 0 16,2-1-2-16,5-2 0 0,3 3 1 16,9-2-13-16,-2-2-7 0,6 4-3 0,-4 0 2 15,2-2-7-15,-2 0-3 0,0 1 4 16,-6 1 5-16,-5-3 3 0,2 3 4 0,-5-3-1 15,1 3 4-15,-7-1 4 16,4 0-2-16,-3 1-1 0,-3-2 3 0,4 0 1 16,-3 0 6-16,-2 0-3 0,-2 2-8 15,2 0 5-15,2-2 4 0,1 0 0 0,-2 2-2 16,3-2 4-16,-2 0-6 0,2 0-2 0,0 0 2 16,3 2-7-16,0-1-2 15,-1-2-7-15,2 3 5 0,1-3-6 0,-1 0 0 16,-4 3 2-16,2-2-3 0,2-1 2 15,-4 1 7-15,-3 2-1 0,4-1 3 0,-3-2-3 16,1 0 1-16,2 2 3 0,-1-1 7 16,3 0-7-16,1 0-4 0,2 0 1 0,-1 2 3 15,3-3-4-15,0 1-2 16,-1 2 4-16,3-1-4 0,-2 1 4 0,-1-2-1 16,1 0 2-16,-1 2 4 0,-5-2-3 15,2 2 3-15,-4-1 0 0,2 1 2 0,-5 0 2 16,0-1-1-16,-3 1 4 0,0 0-3 15,2 0 2-15,2-3-3 0,-1 3-3 0,0 0 1 16,4-3-7-16,-1 2-2 0,6-1 0 16,-3 0 1-16,1 0-3 0,1 0 2 0,-4 2 0 15,5-1 2-15,-2-1 2 0,-3 0 1 16,3 1 1-16,-2-1 0 0,-1 2 5 0,1-2-1 16,-4 2 1-16,4 0-2 0,0 0 2 15,-2 0-2-15,2 0 4 0,0 0 2 0,3 0-1 16,-3 0-2-16,0 0 3 0,-2 0 0 15,2 0 3-15,-2 0-2 0,0 0 1 16,-3 0 0-16,4 0 2 0,-5-2-1 0,4 2-1 16,-2 0 0-16,0-1 2 15,2 1-3-15,0-1 2 0,0 1-2 0,0 0 2 16,0 0 0-16,-2-3-1 0,2 3 0 16,-2 0 3-16,0 3-4 0,-2-3 5 0,-1 0-7 15,-2 1 3-15,0 0 3 0,-3-1-1 16,-11 0-1-16,22 0 0 0,-13 0 2 0,0 2-3 15,3-2 3-15,-12 0 1 0,19 0-5 16,-9 0 0-16,-10 0 4 0,22 0-2 16,-12 0 4-16,5 0-4 0,1 0-1 15,-2 0 2-15,6 2 3 0,1 0-7 0,-2-1 8 0,0 1-5 16,-1 1 1-16,0-1 0 16,1 0 0-16,-6 0-1 0,3 0 2 0,-3 2-4 15,3-4 3-15,-2 3 0 0,6-2 3 16,0 6-6-16,5-4 4 0,0 2-4 0,2-1 4 15,0-2-4-15,9 2 5 0,0 2-4 16,0-1 2-16,0 1 0 0,-8-3 1 0,9 4-2 16,-8-3 0-16,-5 0 0 0,-5 0-1 15,-1-1-1-15,-5-2-1 0,0 2 2 16,-1-3 4-16,-3 3-2 0,-2-2-4 0,-7-1 3 16,18 2 1-16,-12 0 0 0,-6-2 6 15,12 2 1-15,-12-2 4 0,9 2 0 0,-9-2 4 16,0 0 6-16,11 0 6 15,-11 0 7-15,0 0 11 0,10 2 3 0,-10-2 3 16,0 0 1-16,0 0-1 0,7 4-2 16,-7-4-10-16,0 0-3 0,0 0-4 0,0 0-19 15,0 0-45-15,0 0-69 0,0 0-102 16,0 0-153-16,-23-10-152 0,9 2-238 0,-4 1-8 16,-1-3 80-16,0 1-518 0,-2 0-656 15</inkml:trace>
  <inkml:trace contextRef="#ctx0" brushRef="#br0" timeOffset="154366.29">28128 4828 2955 0,'0'0'-213'0,"0"0"44"0,0 0 40 16,0 0 12-16,0 0 18 0,0 0 14 16,0 0 10-16,0 0 10 0,0 0 9 15,0 0 13-15,0 0 20 0,0 0 17 16,0 0 17-16,30-7 9 0,-13 10 10 0,2-6 2 16,8 6 4-16,2-6 2 0,11 2 0 15,-1-3-2-15,4 0-3 0,-4 1-1 0,3 1-4 16,-3-2-5-16,-1-2 1 0,-8 4-6 15,6-2 0-15,-5 0-2 0,-4-1-3 0,-1 0 1 16,9-1-1-16,-7 1-2 0,-3 0 0 16,-1 0-3-16,-3 0-1 0,-1 2 3 15,-4-3-1-15,0 3 0 0,-3 0 8 0,-3-1-1 16,-1 1 0-16,1-1 0 0,-2 1 2 16,-2-1-5-16,-6 4 1 0,12-6-1 0,-6 4-2 15,1-2-2-15,-7 4 0 16,16-6-2-16,-10 2 0 0,2 3-2 0,-8 1 0 15,13-6-1-15,-8 5 2 0,-5 1-2 16,10-5-1-16,-10 5-2 0,8-2 0 0,-8 2 0 16,0 0 2-16,0 0 5 0,9-2 1 15,-9 2 3-15,0 0 3 0,0 0 4 16,0 0 5-16,6 12 3 0,-6-5 2 16,0 0 7-16,0 3 2 0,0 2 11 0,0 2 6 15,-2 3 2-15,0 2 6 0,-2 3 1 16,3 0 6-16,-3 2 9 0,-4 9 2 15,2 2-3-15,2 0 3 0,1-2 3 0,-1-4-4 16,2-3-8-16,-2-1-4 0,4 3-1 16,-1-1-6-16,-1 7-5 0,0 2-8 0,0-5 10 15,2-5 0-15,2 2 9 0,-2-1-10 16,0 9-2-16,2 0 2 0,0 3-4 16,-2-4 5-16,1 3-1 0,-1-9-7 0,0-3 0 15,0 1-3-15,0 0-6 0,0-1 0 16,0 2 0-16,0-3-4 0,0 0-1 0,2 0-5 15,0-4-1-15,-2-1-3 0,-2 5-2 16,2-3-2-16,2-2 0 0,-2 1 1 0,-2-3 0 16,2 1-6-16,0 2 1 15,-2-3 4-15,2 3 6 0,0-1-5 0,-1 0 0 16,1-2-3-16,-2 2-1 0,2-2-3 16,-2-1 1-16,2 3-2 0,0 0-1 15,0-3 0-15,-2 2-2 0,2 0-2 0,0-1 1 0,0 1-3 16,-3 0 1-16,1 0-4 15,2 1 3-15,-2-1-1 0,2 3 1 0,0 1-2 16,0 0-1-16,0 1 1 0,0 0 0 16,0-4-3-16,0 3 1 0,0 0 0 0,0 1 0 15,0-3 1-15,0-2 1 0,0-1-3 16,0 3 4-16,0-2 1 0,0-1 3 16,0 1-4-16,-1 1 3 0,1-3 7 0,0 0 0 15,-2-1-4-15,0 2 0 16,2 1-2-16,0-5 0 0,-2 5 0 0,2-1-1 0,0 0-3 15,-2 0 1-15,0 1 1 16,2-2-1-16,-1 3 0 0,1 1-1 0,-2 2 0 16,0-2 2-16,0-1-14 0,0 3 1 15,0-1 0-15,2-3 2 0,0 0 0 0,0 1 0 16,0 1 3-16,0-3 0 0,0 3 1 16,0 0-2-16,2-3-2 0,0 3 4 0,-2 2-2 15,2-2 0-15,-2 2 1 16,0 1 4-16,2 0-4 0,-2 0-2 0,0 1 1 15,0-6 2-15,-2 5-2 0,2-1 2 16,0-3-1-16,0 5-3 0,0-2 2 16,0 2 0-16,-2-4 1 0,2 0 1 0,-2 0-1 15,0-2-1-15,2-1 1 0,0 2 0 16,-1-3 4-16,-2 1-5 0,3 1-2 0,-2 0 3 16,0 1-2-16,0-3 3 0,0 8-2 15,0-3 0-15,2 1 2 0,-1-1-2 0,-1 2 2 16,2 0-2-16,-4 1 5 15,2 1-3-15,0 2-1 0,2-3 4 0,0 1-2 0,-1-1-2 16,-1 2-1-16,-2-4 4 16,1 2 4-16,-1-1 9 0,3-2 10 0,-3 0 0 15,2 1 0-15,-2-3 0 0,4 1-3 0,-3-3-3 16,1 3-1-16,0 0 1 16,-2 0-5-16,3 2 3 0,-4 1-3 0,-1 0-1 15,4 0 7-15,-3 9 1 0,-4 1 2 16,0-3 0-16,4-1 1 0,-3 1 2 0,-1-6-1 15,3-1 3-15,-2 2-3 0,1 1-1 16,1-7-1-16,1 1-2 0,-2 0-3 0,4-1-1 16,-1 2 0-16,2-3 0 0,-2 0-3 15,3 2-1-15,-1-3-2 0,2 2 19 0,-2-4 3 16,0 9-10-16,-2-3-2 0,4-3-3 16,-1 5-1-16,-4-2 3 0,3 2-7 0,-2-2-1 15,3 2 4-15,-5 0-2 16,0 8-2-16,3-6 0 0,-2-1-5 0,-2 6 4 15,3-4-3-15,0-1-1 0,-1 6 5 16,-1-5 6-16,4 8-5 0,-4-8-2 0,4 0 3 16,2 0-1-16,-4 9 0 0,1-2-5 15,3-5 0-15,-2-2 6 0,0-1-4 16,0 0-3-16,0-1-2 0,2 4-1 0,-1-4 2 16,-1 10-2-16,0-6 3 0,0-2 0 15,-3 0-5-15,3-1-1 0,1 10-3 0,-1-7 9 16,2-4-2-16,-2-1 5 0,2 1 2 15,0 0-3-15,2 0 1 0,-2-1 0 16,0-1-2-16,0 2 0 0,0-5 2 16,0 1 4-16,0 3-8 0,0 0 8 0,-2-1-3 15,2-2-4-15,0 3 0 0,0-3-3 16,0 0 3-16,0-1-3 0,-2 1 3 0,2 3-6 16,0 0 7-16,0-4 4 0,0 1-8 15,0 1-3-15,2 0 3 0,-2 0-1 0,2 2 5 16,-2-3-6-16,2 4-1 0,-2-2 8 15,1 2-4-15,-1 0 2 0,0-1-7 0,0 0 8 16,0 2-5-16,0-6 3 0,0 6-4 16,0-2-5-16,0 1 4 0,0 0 3 0,0-1-9 15,0-4 0-15,0 4 0 0,-1 0 4 16,1 2 0-16,-2-2 4 0,2 0-6 16,-2 0 4-16,2 1-3 0,-2 0-4 15,0-2 5-15,0 1 2 0,2 1-6 0,0-4 3 16,-1 6 3-16,-1-4-1 0,2 2 2 15,-2-1-1-15,-2-1-7 0,2 2 3 0,0-1 3 16,0 0-2-16,0 1 3 0,0 1-4 16,0-1 0-16,-2 1 5 0,4 0-8 0,-3 0 6 15,1-3-4-15,0 5 4 0,-2-2-2 16,3-2 3-16,-3 2 1 0,4-1-6 0,-2 2 2 16,2-3 0-16,0 1-2 0,-3 1 3 15,3 0-5-15,3-2 5 0,-3 1-2 16,2 1 1-16,-2 1-1 0,0-1 3 15,0 1-1-15,0-2-2 0,0 0-3 0,0 1 2 16,2 0 7-16,-2-2-10 0,-2 1 3 16,0 1 3-16,2 0-3 0,-5-1 1 0,3 1 2 15,-1 8-4-15,-1-6 1 0,0-3 4 16,1 9-7-16,-1-5 8 0,0 3-6 16,-2 2 4-16,4-6 0 0,-4-3-1 0,5 2-3 15,-1-4 7-15,0 4-4 0,-2-2 1 16,2-1 1-16,2-3-3 0,-1 4 2 15,-1-2 0-15,0 0 9 0,2-2-10 0,0 1 1 16,-2 2 3-16,-1 0-3 0,1 0 0 16,0 3 2-16,2-4-6 0,0 0 7 15,-1 4-5-15,-1-1-1 0,0-1-2 0,0-1 4 16,-2 2 2-16,3-1-2 0,-3-1 2 16,4 0 0-16,0-2-2 0,-2-1-1 0,0 4 6 15,0-5-7-15,2-1-4 0,-1 5 7 16,-2-2 1-16,1 0-2 0,-2 1-2 0,2-4 5 15,0 3-5-15,-1 0 5 0,1 0-6 16,0 1 3-16,-2-1 5 0,1-1 2 0,-1 0-10 16,-1 3 2-16,0-1-3 0,-3 0 8 15,7-1-6-15,-1 2 2 0,-6-2 4 0,7 2-6 16,-4 0 2-16,-1 1-2 16,3-3 5-16,-1 1-7 0,-2 2 3 0,3-4 6 15,-4 4-5-15,4-1-7 0,-1-1 7 16,-2 0-1-16,3-1 2 0,-3 2-3 0,2-2 3 15,-2 1-2-15,0 0 0 0,5-1-1 16,-5-1 0-16,0 2 1 0,3-2-4 0,-2 3 5 16,1-2-5-16,1-1-1 0,-3 2 5 15,3 0-2-15,1-3 1 0,-2 2-1 0,0-1 2 16,2-4 4-16,-2 0-7 0,0-2 2 16,2 3 0-16,0-3-1 0,1 1 1 0,-3-3 2 15,2 5 5-15,-2-3-6 16,3 1 6-16,-1 1 1 0,0 0-10 0,0 0 6 0,-1 0-2 15,1 0-3-15,0 0 3 16,1 0 1-16,1-3-2 0,-2 1-3 0,0 0-1 16,0-4 5-16,2 1 0 0,-4 1 1 15,4-3-4-15,0-1 2 0,0 1 3 0,0 0-8 16,-1-1 7-16,1 3-1 0,0 0-1 16,-2-1-2-16,2-3-3 0,-2 5 4 0,2-3 2 15,0-1-3-15,-2 3-2 16,2-2 3-16,0 0 3 0,-4 1-3 0,4-1-1 0,0 0 0 15,0-1 2-15,0-1 2 16,0 1 0-16,2-1 1 0,-2 1-2 0,-2 0 0 16,4 0 0-16,0-1 1 0,-2-2-7 15,0 4 2-15,-2-2 2 0,4 3 0 0,-2-1 2 16,-2-2-2-16,0 0 3 0,2 3 2 16,0-5-2-16,2 4-4 0,-4-3-2 0,2 1 2 15,0-1 0-15,0-7 6 0,0 10-1 16,0-10 2-16,0 7-2 0,0-7 2 0,-2 7-5 15,2-7 1-15,0 0-4 0,0 0-19 16,0 0-15-16,0 0-27 0,0 0-32 0,0 0-38 16,0 0-64-16,0 0-77 0,0 0-98 15,-12-27-86-15,5 16-121 0,2-4-191 16,-8-2 57-16,2-8 79 0,-6 0-489 16,-2-3-592-16</inkml:trace>
  <inkml:trace contextRef="#ctx0" brushRef="#br0" timeOffset="158347.21">9254 4998 636 0,'-10'-5'211'0,"4"1"-61"0,6 4-19 0,-13-5-12 15,8 2 5-15,5 3-6 0,-16-4-4 16,16 4 1-16,-13-4 4 0,13 4 6 15,-14-4 3-15,14 4 0 0,0 0-3 16,-11-3-1-16,11 3-6 0,0 0 8 0,-9-6-5 16,9 6-1-16,0 0 7 0,-9-3-4 15,9 3-10-15,0 0 0 0,0 0-4 16,0 0-10-16,0 0-4 0,0 0-9 0,-11-3 10 16,11 3 7-16,0 0 4 0,0 0 1 15,0 0 8-15,2 17-7 0,-2-17 4 0,6 15-7 16,-5-5-7-16,1 1-2 0,0 0-4 15,5 3-4-15,-4-4-8 0,3 4-6 0,-1 0-3 16,3 5-1-16,-2-4 3 0,2-1-8 16,-3 6 0-16,4-4 2 0,0 1 2 15,-2 2-1-15,2 0 3 0,-3 1 4 16,2 1-1-16,2 0-6 0,-5-3-2 16,2 5 7-16,0-4 7 0,-2 1-2 0,-1 1-2 15,2-1-3-15,-1-1 8 0,-1 0-18 16,2-1-2-16,-2 1 10 0,0-4-17 0,1 2-3 15,1-2 3-15,-1-1-7 0,-3-2-3 16,3 2 6-16,0-2 1 0,-3-2-2 16,2 0 4-16,-2 0-3 0,2 1 3 0,-3-1 1 15,1 2-2-15,2 0 3 0,-2 0 0 16,0 1-3-16,0-1-6 0,2 1-4 0,-4 0 1 16,6 1-5-16,-5 0-3 15,1 0 0-15,2 1-20 0,2 1-8 0,-5-1 4 0,3 1 2 16,3-1-6-16,-6 0 5 0,3-1-5 15,2 1 3-15,-5 3-8 0,1-3 7 16,2 1-6-16,-2-1 8 0,3 0 16 16,-5-1 3-16,1 0-3 0,-1 0 0 0,0-1 11 15,0 1-1-15,2-1-32 0,-4 1-6 16,2 0 0-16,0-3 0 0,0 1 0 16,0 3 0-16,0-3 0 0,-1 0 0 0,1-1 0 15,-3 2 0-15,1 1 0 0,2-3 0 16,2 1 0-16,-4 0 0 0,2 0 0 0,0 1 0 15,0 0 0-15,0-1 0 16,-2 0 0-16,2 1 0 0,-2-1 0 0,0 0 0 16,2-1 0-16,-2 1 0 0,2 0 0 15,-1-1 0-15,-1 3 0 0,0-1 0 0,0-1 0 16,0 5 0-16,0-1 0 0,2 1 0 16,-1-2 0-16,1 1 0 0,-2 2 0 0,0-1 0 15,-1 0 0-15,3 3 0 0,-2-2 0 16,0-1 0-16,2 2 0 0,-1 0 0 0,-3 0 0 15,2-1 0-15,-2 0 0 0,1 3 0 16,-3-1 0-16,2-1 0 0,0 0 0 16,-2 3 0-16,3-1 0 0,-3 1 0 0,0 0 0 15,1-1 0-15,0 1 0 16,2-1 0-16,-3 0 0 0,2 1 0 0,3-2 0 16,-3 1 0-16,0-2 0 0,2 0 0 15,2 1 0-15,-2-1 0 0,0 0 0 0,0-2 0 16,0 3 0-16,0-1 0 0,0-2 0 15,0 3 0-15,1-4 0 0,-1 4 0 0,0-4 0 16,0 2 0-16,2 1 0 0,0-2 0 16,-2 0 0-16,2-2 0 0,0 1 0 0,0 2 0 15,0-6 0-15,2 5 0 0,-2-3 0 16,0-2 0-16,0 2 0 0,2 0 0 0,-2-2 0 16,2 2 0-16,-2-2 0 15,0 0 0-15,-2-1 0 0,4 2 0 0,-2-1 0 16,0-1 0-16,0 2 0 0,-2-1 0 15,2 0 0-15,0 0 0 0,0-2 0 0,0 2 0 16,2 0 0-16,-2-2 0 0,2 0 0 16,-2 1 0-16,0-1 0 0,0 2 0 15,1-2 0-15,-1 3 0 0,0-3 0 0,2 0 0 16,-2 3 0-16,0-1 0 0,0 1 0 16,0 1 0-16,2-1 0 0,-2 1 0 0,2 1 0 15,-2 3 0-15,0-3 0 16,0 4 0-16,2-1 0 0,0 2 0 0,-2 0 0 0,0 0 0 15,0-2 0-15,0 2 0 16,2 2 0-16,-2-3 0 0,0 1 0 0,0-1 0 16,0 1 0-16,0-1 0 0,0 0 0 15,0-1 0-15,-2 1 0 0,2 0 0 0,-2 2 0 16,0-2 0-16,0-1 0 0,0 1 0 16,2 1 0-16,-2-3 0 0,2 1 0 0,0 1 0 15,-1-1 0-15,1-1 0 0,-2 3 0 16,0-1 0-16,2-2 0 0,0 2 0 0,0-1 0 15,0 0 0-15,2-1 0 0,-2-4 0 16,0 1 0-16,0 0 0 0,2 0 0 0,-2-1 0 16,0 2 0-16,1-3 0 0,-1 1 0 15,0 1 0-15,0 1 0 0,0-1 0 16,2 2 0-16,-2-3 0 0,2 3 0 16,-2-1 0-16,2 2 0 0,0 0 0 15,0-1 0-15,0-3 0 0,-2 1 0 0,2 0 0 16,0 3 0-16,0-2 0 0,0-3 0 15,0 2 0-15,0-1 0 0,-1 3 0 0,-1 0 0 16,0 1 0-16,0 0 0 0,0-1 0 16,0 1 0-16,0 3 0 0,2-3 0 0,-4 0 0 15,4-3 0-15,-2 5 0 16,0-5 0-16,0 4 0 0,0-4 0 0,2 3 0 0,-2 0 0 16,2 0 0-16,-2 1 0 0,4 1 0 15,-4-3 0-15,1 5 0 0,-1-4 0 0,0 3 0 16,0-3 0-16,2 5 0 15,-2-3 0-15,0 0 0 0,2 1 0 0,-2 4 0 16,3-4 0-16,-1-1 0 0,-2 0 0 16,2 1 0-16,-2-1 0 0,1 1 0 0,-1-1 0 15,2-2 0-15,-2 0 0 0,2 0 0 16,0 2 0-16,0-2 0 0,2 4 0 0,-3-3 0 16,1 5 0-16,0-5 0 15,4 5 0-15,-4-3 0 0,2 2 0 0,2 0 0 0,-5-3 0 16,3 3 0-16,0-3 0 0,0-2 0 15,-3-2 0-15,1 2 0 0,0 0 0 16,1 0 0-16,-3-3 0 0,4 3 0 16,-3 2 0-16,-1-2 0 0,2 0 0 0,0 3 0 15,-2-4 0-15,2 1 0 0,0 5 0 16,0-6 0-16,-2 3 0 0,1 0 0 16,1 0 0-16,0 0 0 0,0-2 0 0,0 0 0 15,3 0 0-15,-4 0 0 0,1-1 0 16,0 1 0-16,0 1 0 0,2-1 0 0,-4 2 0 15,1 1 0-15,1-1 0 0,-2 7 0 16,2-3 0-16,-2 3 0 0,0 0 0 16,2-2 0-16,-2 1 0 0,2 1 0 15,0-2 0-15,0-1 0 0,-1 0 0 0,1-1 0 16,3-2 0-16,-1-4 0 0,-3 2 0 16,3-1 0-16,2 4 0 0,-5-4 0 0,5 2 0 15,1-2 0-15,-6 0 0 0,3 3 0 16,2 1 0-16,-3-4 0 0,1 4 0 0,1-5 0 15,-3 5 0-15,2-3 0 0,-1-1 0 16,1 0 0-16,-3 2 0 0,1-4 0 0,0 2 0 16,0 1 0-16,2-1 0 0,-3 0 0 15,1-2 0-15,0-1 0 0,0 3 0 0,-2-1 0 16,4-1 0-16,-3-3 0 16,-1 2 0-16,3-1 0 0,-1 1 0 0,-2 0 0 15,2 0 0-15,-2-1 0 0,2 0 0 16,-2 2 0-16,2-2 0 0,-2-1 0 0,2 2 0 15,-1 0 0-15,-1-1 0 0,2-1 0 16,-2 2 0-16,2 0 0 0,-2-2 0 0,2 2 0 16,-2-1 0-16,4 5 0 0,-4-2 0 15,1 1 0-15,-1 3 0 0,0-3 0 0,0 0 0 16,0 1 0-16,0 2 0 0,0-1 0 16,0-1 0-16,-1 2 0 0,1-2 0 0,0-1 0 15,0 4 0-15,-2-1 0 0,0 0 0 16,2-2 0-16,-2 2 0 0,2 0 0 15,0 2 0-15,0-1 0 0,0-1 0 16,-2-1 0-16,2-3 0 0,0 5 0 0,0-2 0 16,0 2 0-16,0-1 0 0,-2 1 0 15,2-2 0-15,0 5 0 0,-1 1 0 0,1-2 0 16,-2-4 0-16,0 5 0 0,0 0 0 16,0-2 0-16,-3 1 0 0,4-1 0 15,-3 0 0-15,2-3 0 0,0-2 0 0,0 0 0 16,1 1 0-16,-1-1 0 0,-2-1 0 15,2 1 0-15,0 1 0 0,2-1 0 0,0 1 0 16,-1 0 0-16,-1 4 0 16,0-1 0-16,2-2 0 0,-3 3 0 0,1 1 0 0,2-3 0 15,-2-1 0-15,0 4 0 16,1-3 0-16,-1 3 0 0,0-6 0 0,0 1 0 16,-2 1 0-16,4 0 0 0,-5 3 0 15,3-3 0-15,0-2 0 0,0 2 0 0,1-2 0 16,-2 3 0-16,1 0 0 0,0-2 0 15,2 3 0-15,-2 0 0 0,2-5 0 0,0 4 0 16,0-2 0-16,0 2 0 0,0 0 0 16,2-3 0-16,-2 2 0 0,2 0 0 0,-2-2 0 15,0 3 0-15,2-1 0 16,-2 0 0-16,3 1 0 0,-3-1 0 0,0 3 0 0,0-3 0 16,-3 6 0-16,1-1 0 15,2-3 0-15,2 2 0 0,-4 1 0 0,2-3 0 0,0-1 0 16,0 1 0-16,5 3 0 15,-4 1 0-15,1 0 0 0,2-1 0 0,-2-1 0 16,1 0 0-16,-1 1 0 0,0 0 0 16,2 0 0-16,-1 2 0 0,-1-2 0 0,2 9 0 15,3-6 0-15,-6-4 0 0,1 3 0 16,0-1 0-16,2 0 0 0,-2 0 0 0,-1 0 0 16,1-1 0-16,2-2 0 0,0 4 0 15,0-3 0-15,0 10 0 0,2-4 0 0,-3-6 0 16,1 0 0-16,1-1 0 15,2-1 0-15,0 3 0 0,-3-1 0 0,2-2 0 16,-3 0 0-16,5-1 0 0,-7-3-5 16,6 2-14-16,-1-2 2 0,-5-1 15 0,3 0-11 15,-2-3-1-15,0 3 4 0,1-2 5 16,-3 1-6-16,2-3 9 0,0-1-3 0,-2 0-6 16,3-1 1-16,-3-2 3 0,2 0 3 15,0 2-7-15,-2-3-1 0,0-3 2 0,0-4-9 16,1 11 2-16,-1-11-10 0,0 9-19 15,0-9-16-15,0 0-29 0,0 7-26 0,0-7-37 16,0 0-51-16,0 0-61 0,0 0-79 16,0 0-87-16,-19-31-115 0,10 12-168 15,-7-10-30-15,-2-12 95 0,-5 2-569 0,-1-9-683 16</inkml:trace>
  <inkml:trace contextRef="#ctx0" brushRef="#br0" timeOffset="161894.79">12350 5066 399 0,'-5'-5'217'0,"-2"0"-69"0,7 5-12 16,-3-10-3-16,-1 5-9 0,4 5-8 15,-4-9-2-15,4 9-8 0,-2-10 3 16,2 10 5-16,0-9 2 0,0 9 5 16,-1-6 5-16,1 6-4 0,-4-7 6 15,4 7 2-15,0 0-5 0,-2-9-3 0,2 9-5 0,0 0-7 16,0 0-8-16,0 0 2 0,0 0 13 16,0 0 6-16,0 0-3 0,0 0-1 15,0 0 0-15,0 0 2 0,7 24-1 16,-3-15 3-16,2 1 4 0,-3 5-1 0,4 4 0 15,-2 0-6-15,1 3-8 0,3 7 1 16,1 3 4-16,1-2-10 0,0 3-5 16,0 0-7-16,0 1-6 0,0 0-1 0,-1 0-2 15,-1 2-6-15,0 1-3 16,2-1-3-16,-4 0-7 0,0-2-6 0,4 2 0 16,-4-2-8-16,0-2-4 0,-1 3-5 15,1-2 1-15,2 0-7 0,-6-8-7 0,3 0 0 16,-1-2-2-16,-3-1-1 0,2 0-3 0,1-3-6 15,-4-2 2-15,1 2-19 0,0-4 1 16,2 3 2-16,-2-3-1 0,0 3 1 16,-2-5-1-16,1 5 3 0,1-3-3 15,-2 4 4-15,2-1 2 0,2 7 8 0,-2-3 8 16,-2 2-6-16,1 0 4 0,1 1-2 16,1 1 6-16,1 8 2 0,-1 1-11 0,-1-8-1 15,0-2-2-15,4 10 1 0,-3-2-2 16,-1-6-5-16,0-1-1 0,5-2-1 0,-6 1 0 15,1-1 6-15,0 3 0 16,0-2 17-16,0-2 5 0,0 2-8 0,-2-1 8 16,1-1-4-16,-1 2 10 0,0-1-11 15,0 2 9-15,0-1 0 0,0-1-17 0,0 2 20 16,0 0-5-16,0-3 2 0,0 3-2 16,0 1-9-16,-1 10-2 0,1-8-2 0,0 1-2 15,0-3 4-15,1 0-10 0,-2 12 2 16,2-4-1-16,-1 2 14 0,-1 0 7 15,1-6-3-15,0-2 4 0,-4 7-3 0,4 3-3 16,-2-3 1-16,0 0-9 16,0 2 2-16,1-2-6 0,1-5 3 0,-2-2-1 15,2-2-7-15,0-1-2 0,-3 3 4 16,6-3-5-16,-1 11 2 0,-2-7-5 0,1-4 2 16,1-1-3-16,0 12 1 0,-2-7-6 15,2-4 5-15,3 0 0 0,-6 2-2 0,1-1 3 16,0 0-3-16,0 11-1 0,-4-2-3 15,2 0 0-15,-2 0 1 0,3-2 2 0,-4-5-1 16,3-4-4-16,-2 8-2 0,3-4 2 16,-1-2 1-16,0-2-3 0,2 3 3 15,-2 7-2-15,0 3 4 0,4 1 1 0,0-2-3 16,0-2 2-16,-2-6-7 0,2 8 3 16,-1-6 2-16,-1 5 3 0,2-5-3 15,-2-6-2-15,0 1 0 0,2-1 5 0,-2 0-3 0,-2-2-2 16,4 4 7-16,-2-3-9 15,0-1 4-15,0 0-17 0,0 2 2 0,2 1 9 16,-2 0-1-16,5-1-10 0,-5 3 6 16,1-1-4-16,1-2 5 0,-2-2 6 0,2 2 0 15,2-3-3-15,-1 2 4 0,-3 0 0 16,4-2-5-16,-4 4 4 0,2-2-2 0,-2-3-1 16,0 4 3-16,2 0 2 15,0-2 0-15,-2 3-1 0,2-3 4 0,-2 4 1 16,0-2-2-16,1 1-3 0,-1-2 0 15,0 0 1-15,3 0 1 0,-1 2-1 0,-2-3-3 16,2 2 4-16,0-3-1 0,0 1-7 16,-1 2 3-16,1-2 2 0,0 1 3 15,0-1 1-15,0 2 1 0,0-2-3 0,-2 3 3 16,0 1-3-16,0 1-2 0,-2-4 9 16,2 1-9-16,-2 12 1 0,0-8 2 0,2-4-1 15,-2 2 4-15,0-2-3 0,2 2-1 16,0 1 1-16,0-3 1 0,0 4 1 0,0-2-10 15,0 0 4-15,0 8 9 16,2 2-9-16,2-8 1 0,-2-2 3 0,2 8-5 0,-1-3 1 16,4-3 6-16,-5-5-3 15,-1 1-3-15,3 0 5 0,0 10-2 0,-2-8 1 0,-1-3-2 16,1 0 1-16,-2 0-1 16,2 1 0-16,0 2-3 0,-2-2 2 0,2 0-1 15,0 0 3-15,-2 3 3 0,2 8-3 16,-2-6 0-16,1-4 7 0,-1 0-6 0,5 8-6 15,-3-3-9-15,3 1 11 16,-3-4-1-16,2-4 2 0,1-1-2 0,-3 2 6 0,2-3-6 16,3 0 6-16,-6 2 0 0,3-1-3 15,0 0-2-15,-1-2 6 0,-1 1-4 16,2 1-1-16,-2 0-2 0,1 2 1 16,-3-1 7-16,2 2-4 0,1-1-4 0,1 8 6 15,0 1-3-15,-1-2 2 0,3-4-5 16,-3 5-1-16,1-6 1 0,0-6-1 0,-1 0 0 0,-1-3 3 15,1 3 1-15,-1-2-7 16,4 1 2-16,-3-1-2 0,-1-2 6 0,4 5 0 16,-3-3 1-16,2 3-1 0,1 3 0 15,-5-2 1-15,3 2 2 0,0-3-2 0,-1 2 4 16,-1-2-6-16,0 1-1 0,0-5 3 16,3 1 3-16,-5 0 1 0,1-2-8 0,-1 1 0 15,0-3 4-15,0 0-2 0,0 0 4 16,4 4-3-16,-4-3 0 0,0 1-5 0,2 2 4 15,0-1 0-15,0 2 3 16,0 3-3-16,-2 0-5 0,1 3 7 0,-1-2-3 16,0-4 3-16,2 4-3 0,-2-2 3 15,2 1-5-15,-2 0 5 0,0-3-3 0,0 1 9 16,0-2-10-16,-2 1-1 0,4-1 3 16,-4 0 1-16,2 1-1 0,0-1 0 0,0 2 1 15,0-3-5-15,0 1 4 0,0 0-3 16,2 1 5-16,-2 1-5 0,2 4 8 15,0-1-4-15,0-5 0 0,-2 1-1 0,0-1-4 16,1 3 3-16,-2-1 1 0,1-3 1 16,0 1 0-16,0 0-3 0,-2-2 3 15,2 0-2-15,0 2 8 0,0-2-10 0,0 3-1 16,-2 0 5-16,2-1-2 0,-2-3-5 0,2 5 10 16,-2-2-3-16,2 0 0 15,-2-3-3-15,2 6-2 0,0-2 0 0,-1 4-9 16,1 1 0-16,-2-4 6 0,2-2-4 15,0 0-4-15,0 1 5 0,0 2-3 0,2-1 0 16,-1 0 3-16,1 0 1 0,-2-2-4 16,2 0-5-16,-2 1-5 0,2-1 4 0,2 3 5 15,-4-3 3-15,1 0-1 16,1-4 3-16,-2 2-3 0,5 0 5 0,-3 1-7 0,0-3-5 16,-1 1 6-16,-1 1-3 15,0-3 10-15,2 3-9 0,-2 0-2 0,2-1 2 0,0 2 2 16,0-1 3-16,0 1-4 0,1 6 0 15,-1-6-2-15,2 3 6 0,1 1 2 16,-2-1-2-16,1-4 1 0,0 1-3 16,-1-1 2-16,1-3 5 0,0 2-7 0,-2-3 6 15,1 0-2-15,2-1-1 0,-1 0 7 16,-3-3-4-16,3 3 3 0,0 1 0 0,1 3 0 16,-3-1 3-16,5 1-5 0,-4 1 0 15,1-2 5-15,2 2 0 0,-3 0 1 16,1 0 1-16,2-1-8 0,-5 1 5 0,4-3 6 15,-1-3-2-15,-1 0-4 0,-3-2 1 16,2-2-1-16,0 1 4 0,0-2-2 16,0 0 4-16,-2-6-3 0,2 11-8 0,-2-7 8 15,0-4 4-15,1 9-4 0,-1-9 4 16,0 11-2-16,0-6 2 0,0-5-2 0,2 10-2 16,0-5-5-16,-2-5 6 0,0 10-3 15,0-10 0-15,0 7 2 0,0-7 1 0,0 7 9 16,0-7-12-16,0 0 0 0,0 0 3 15,0 8-7-15,0-8 4 0,0 0-2 0,0 0 2 16,-2 7 3-16,2-7 2 0,0 0-3 16,0 0-1-16,0 0-3 0,0 0 3 15,0 0-5-15,0 0 7 0,-2 7 1 16,2-7-6-16,0 0 4 0,0 0-1 0,0 0 1 16,0 0-2-16,0 0-1 0,0 0 3 15,0 0 6-15,0 0 1 0,0 0-5 16,-3 5 2-16,3-5 4 0,-2 8-6 0,2-8 4 15,-2 8-6-15,0-3 3 0,2-5 3 16,-2 10-5-16,2-10 15 0,-1 10-9 0,1-10-4 16,-4 5 5-16,4-5-8 0,-2 6 2 15,2-6-3-15,0 0 2 0,-5 6 2 16,5-6-2-16,0 0 1 0,-1 10 1 16,1-10-7-16,-2 8 1 0,2-8 5 0,0 8-6 15,-2-2-3-15,2-6 6 0,-2 9-2 16,2-9-3-16,-2 8 3 0,2-8-3 0,-2 6 7 15,2-6-9-15,-2 7-1 0,2-7-1 16,0 0 0-16,-1 8-6 0,1-8-3 0,-2 6-6 16,2-6-4-16,-2 8-6 0,2-8-1 15,0 7-8-15,0-7 7 0,0 10-3 0,0-4 3 16,4 0 0-16,-4-6 3 0,0 9 2 16,0-9 5-16,0 8 0 0,0-8 8 0,0 0-7 15,0 10-2-15,0-10-1 0,0 0 8 16,0 7 1-16,0-7 0 0,0 0-3 15,0 7 3-15,0-7-1 0,0 0 1 16,1 4 2-16,-1-4 4 0,0 0-2 0,0 0 8 0,0 0-7 16,-1 9 3-16,1-9 5 15,0 0 0-15,0 0 0 0,0 0 3 0,0 0-1 16,0 0-1-16,0 0 6 0,0 7-1 16,0-7 4-16,0 0 1 0,0 0 3 0,0 0 1 15,0 0-5-15,0 8 1 0,0-8 0 16,0 0 0-16,1 8-2 0,-1-8 1 0,0 0-1 15,0 0-3-15,0 0 3 0,0 6 1 16,0-6-7-16,0 0 5 0,0 0-6 16,0 0-3-16,0 0-3 0,0 0-5 15,-5 5-5-15,5-5-24 0,0 0-35 0,0 0-47 16,0 0-71-16,0 0-87 0,-9-18-93 16,0 7-98-16,0-4-205 0,-2 0 30 15,-1-1 84-15,-1-1-389 0,-10-5-433 0</inkml:trace>
  <inkml:trace contextRef="#ctx0" brushRef="#br0" timeOffset="165111.73">16242 4830 394 0,'0'0'197'0,"-6"4"-32"0,6-4-10 15,0 0 3-15,-4 4-13 0,4-4-10 16,0 0-5-16,0 0-10 0,0 0 6 0,-10 3 0 16,10-3 0-16,0 0-1 15,0 0-3-15,0 0-8 0,-9 2-10 0,9-2-6 16,0 0-3-16,0 0-3 0,0 0 2 16,0 0 2-16,-6 4 2 0,6-4 19 0,0 0-1 15,-5 8-3-15,5-8 3 0,-6 8-11 16,2-4-6-16,-2 7-5 0,3-1-9 15,-3 4-5-15,2 3-6 0,2 1-3 0,-1 4-6 16,-4 12-10-16,5-5-1 0,2-2-7 16,0 1-1-16,0 7 2 0,2 6-3 0,3-4 1 15,0 6 52-15,-1-3 8 0,4 2-14 16,-5 13 19-16,7-1-6 0,0 1 18 0,-3-3-12 16,0 3 7-16,4-4-7 0,-2-1-19 15,-4-7-5-15,3 9-8 0,-4-11-8 16,4 0 1-16,-5 2 13 0,3-1-4 0,0-3-4 15,-3-3-9-15,4-1-4 0,-4-7-10 16,1-4-1-16,2 0-3 0,-5-2-4 16,5-1 3-16,1 1-10 0,-6-2-1 15,1-1 12-15,4 2 3 0,-4-3-1 0,-1-1-9 16,1 3 1-16,-2-3-5 0,0-3-7 16,2 0 2-16,-2-1-1 0,0 1-6 0,0-2-2 15,0 2-6-15,0-2 3 0,0 0-4 16,0 1-2-16,0-1 1 0,0 4-6 0,-2 1 0 15,2-4 2-15,0 7-3 0,-2-2 1 16,2-1-1-16,0 2-4 0,0 0 0 0,0 1 6 16,0 5-4-16,0-1 12 15,0 2-6-15,2 1-2 0,-2-1-6 0,0 11-1 16,0-6 7-16,0-5 0 0,2 11 2 16,-2-6-20-16,0-4 2 0,0 0 7 0,-2 0 7 15,2 1 1-15,2-3-1 0,-4 2 3 16,2-2-2-16,-2 0-4 0,2 2 1 0,0-2 3 15,0 1-3-15,0-1 5 0,-1-1-10 16,1 4 3-16,0-1 1 0,1 12 4 0,-2-1-1 16,1-7-4-16,0-3-4 0,0-1 2 15,-2 1-1-15,2-3 4 0,-4 1-3 16,2-2 0-16,2 0 3 0,0 0 3 16,-2 1-8-16,2-4 0 0,-1-2 0 0,1 1 10 15,-3-1-7-15,-1 3-2 0,4-5 7 16,-2 6-7-16,2 3 8 0,-2-4 1 0,0 4 0 15,2-2-1-15,-1 4-6 0,-1-3 2 16,2 1 2-16,-2-1 3 0,0 0-8 0,2 0 0 16,-2 0 6-16,2 2-7 0,-2-3 5 15,2 2 6-15,-1-1 1 0,1 1-2 16,-2 0 2-16,0-1-2 0,2 1 1 0,-3-1-10 16,-1 12 2-16,3-4 12 0,-1 6-4 15,2-3-1-15,-4-2 3 0,2 4-4 0,2-9-2 16,-2-2-3-16,0 8 0 0,1-6 2 15,-1-3-3-15,-2-2 1 0,4 1 0 0,-2-1-1 16,2 0 4-16,-2 0-6 16,2 0 0-16,-2 1 1 0,2-2 4 0,-2 2-3 15,2-1-3-15,-2 1-5 0,0 1 5 16,0 0 3-16,2-7-3 0,-2 4 0 0,0 1 0 16,2-3-2-16,0 1 2 0,0 2-4 15,-1 1-1-15,1-1 2 0,0 1 10 0,0-2-6 16,0 2-2-16,1 1-2 0,-1-1 1 15,2 0-3-15,0 0 2 0,0 2-1 0,0-4 7 16,0 3 1-16,0 0-3 0,0-4-4 16,0 3 3-16,0 0-6 0,0-3 6 0,0 0-4 15,0 2-1-15,-1-3 2 16,-1 1 4-16,2 0-1 0,0 0-6 0,2 2 7 16,-4 1-7-16,2 0 5 0,0 0-5 15,-1 0 6-15,-1 1-5 0,2-1 4 0,0 3-1 16,3 6-2-16,-3-3 2 0,-1 3 2 15,1-5-3-15,0-3 1 0,2-1-1 0,-1 2-1 16,-1-2 4-16,0 1-14 0,7 7 4 16,-6-6 7-16,-1-3 10 0,2 0-8 0,-1 1-1 15,-1-2 6-15,0 0-6 16,2 2 0-16,-2-1 1 0,-2 2-1 0,1 0 1 0,-1 1-2 16,2 9 0-16,-2-5 3 15,0-4-4-15,-2 9 1 0,2-5 1 0,0-3 0 0,0-2-2 16,2 2-10-16,-2 0 11 15,0-1 9-15,0 11-6 0,0-6 0 0,-2-7-7 16,2 2 7-16,-1 0 4 0,-1 10-11 16,2 0 0-16,0-6 2 0,0-4-13 0,0 1 10 15,-2-2 1-15,0-1 2 0,2 2-2 16,0-1 3-16,0 1-3 0,-2 0-2 0,2 0 9 16,0-1-8-16,0 0 0 0,0 13 1 15,0-10 5-15,0-2-2 0,2 8-5 0,-2-2-4 16,0-8 13-16,0 4-9 0,0 7-10 15,2 0 3-15,0-5 1 0,-2-5-1 0,2 1-3 16,-1-1 7-16,1 9 3 16,-2-6-3-16,2-4-8 0,0-2 7 0,3 4 2 15,-3-5 1-15,-1 0 1 0,-1 2-2 16,2 1 1-16,0-3 3 0,0-1-1 0,0 0 0 16,-2-4 2-16,2 5 0 0,-1-3-3 15,-1-1 9-15,2 1-5 0,0-2 0 0,0 1-11 16,0 2 13-16,0-1-2 0,-1-1 10 15,2 2-10-15,-1-2-6 0,0 1 0 0,2 3 7 16,-2-2-4-16,-1-2 0 16,3 5 6-16,-4-4-5 0,7 1 1 0,-5-2-13 0,3 3 10 15,-1-4 11-15,-1 4-2 0,-1-2-3 16,2 1-5-16,0-1 1 0,-3-1 0 16,1 0 6-16,2 2-2 0,1 2-1 15,-2-3-5-15,3 1 2 0,-2 1 0 0,-1-2-11 16,1 1 15-16,0 1 3 0,-3 1-6 15,6-2 1-15,-3 3 3 0,-3-1-2 0,1-3 0 16,2 1 10-16,2 3-13 0,-5-6 2 16,3 5 4-16,-2-3 2 0,2 4-6 0,-2-3 4 15,0 1-3-15,4 1-3 16,-4 0 1-16,0 0 3 0,-1 1-2 0,3 0-4 16,0-2-3-16,-2 1-3 0,-1 1 5 15,1 0-2-15,0 1 0 0,3-3-14 0,-3 2 17 16,-1-4-4-16,1 3 4 0,0-5-3 15,2 2 3-15,-2-2-3 0,-2 0 4 0,2-2-15 16,-2 2 19-16,0-3-8 0,1 1 6 16,-2 1 4-16,2 3-4 0,-1 1 5 0,0-3-8 15,2 4 1-15,0-1 3 0,0-3-6 16,0 3 2-16,-2 1 4 0,0-2 2 0,0-1 0 16,0 3 1-16,0 0-5 0,2-3 4 15,-2 1-1-15,0-2 10 0,0 3-11 0,0-3 1 16,0 1-5-16,0 1-4 0,2-1 1 15,-2 0-2-15,2 2 2 0,0 0 2 0,0 0-14 16,0 2 2-16,0 1-13 16,-1 0 7-16,1 1-8 0,2-1 16 0,-2-4-2 15,0-1 4-15,-2 2-3 0,2-3-5 16,-2 2 6-16,0-2 1 0,0 0 0 0,1 0 2 16,-1-2 1-16,0-1-1 0,2 3 2 15,-2-1-2-15,0-3-2 0,0 1 0 0,2 1-13 16,-2-1-1-16,-2 3-4 0,2-2-2 15,0-3-2-15,-2 2-1 0,2 2-4 0,0 0-1 16,-1-2-4-16,-1 3 3 0,2 0 3 16,0 1 0-16,-4 0 5 0,0 2-2 0,2-1 1 15,2 0 0-15,-3 3-2 16,-1 0-4-16,2 1-2 0,0-1-1 0,-2-1 7 0,2 0-2 16,0-1 4-16,-2 0 2 0,3-1 1 15,-1-2 3-15,0 1 1 0,-2-3 7 16,0 2-1-16,4-3-1 0,-1-1-3 15,-3-1 1-15,1 2-1 0,3-2 4 0,-4 2-4 16,4-2 2-16,-3 0-1 0,1 2 2 16,-2-3 0-16,2 4 5 0,2-3 0 0,-1 0 4 15,-3-1 3-15,0 1 4 0,4 1 4 16,-4-3 5-16,4 0 1 0,-4 0 0 0,2-1 4 16,0-1 0-16,0-1 4 0,0 0 0 15,2 0-2-15,0-7 2 0,-3 8-2 16,1-2-2-16,2-6 1 0,-2 7 1 15,2-7-4-15,-2 6 0 0,2-6-1 0,0 0-1 16,-2 6-7-16,2-6-24 0,0 0-40 16,0 0-45-16,0 0-53 0,0 0-55 0,-3-28-97 15,1 9-113-15,-7-17-207 0,2-3 36 16,-6-13 88-16,-3-1-318 0,0-7-320 16</inkml:trace>
  <inkml:trace contextRef="#ctx0" brushRef="#br0" timeOffset="168011.41">20382 4888 910 0,'0'0'216'15,"-5"4"-40"-15,5-4-16 0,0 0-15 16,-8 4-3-16,8-4-5 0,0 0-1 0,0 0-4 16,-11 4 0-16,11-4-3 15,0 0-1-15,-6 9 3 0,2-5-5 0,4-4-1 16,-5 10 1-16,3-5-19 0,-2 2 9 0,4-7-6 15,-4 13 1-15,4-7 4 0,-1 4 9 16,1-1 1-16,-2 1 6 0,2 5 8 16,-2 4 2-16,0 5-1 0,0 1-4 15,-3 13 1-15,2 3-9 0,-3-2-6 0,3 2-8 16,-1 5-10-16,0-4-3 0,2 3-5 16,2 0-8-16,0 0-5 0,2-1-7 0,4 1 9 15,-3-3 2-15,5-1-8 0,4 7-7 16,-3 1 18-16,0-9-23 0,5 11 7 15,-1-5 10-15,-4 3 1 0,3 1 12 0,-4 1 8 16,-3-9-5-16,4 1-4 0,-8-4-7 16,3 0-4-16,0-1 3 0,0-2-14 15,-4 1 0-15,1-8-5 0,-1-6-3 16,2 1-5-16,-2 1-6 0,0 0-4 0,0-1-5 0,-2 0-4 16,2 3-3-16,-3 8 11 15,1 0-7-15,-4 4-4 0,4-2 0 0,-4 0 4 16,2 0-3-16,-1 1-6 0,-1-1 0 15,1 3-4-15,-1-1-1 0,3 3-4 0,0-3-1 16,-3-2-1-16,2 3-2 16,3-2-1-16,-1-9-3 0,0-1-3 0,0-2 1 0,0-1-2 15,2-1-2-15,-2-1 2 0,2 2-2 16,-1-1 1-16,1 0-1 0,-2 1-3 16,-1 0 1-16,-1 0-3 0,2 1-4 15,0 8-2-15,-1 3 0 0,-3 0 0 0,3-2 0 16,-5 2 0-16,3-3 0 0,-2 1 0 0,2-1 0 15,-3-4 0-15,5-1 0 16,-2-5 0-16,1-3 0 0,2 2 0 0,-1 1 0 16,1 0 0-16,-2 1 0 0,2 1 0 15,0 10 0-15,1-5 0 0,-1-5 0 0,2 12 0 16,0-1 0-16,-2 1 0 0,-3 0 0 16,5-1 0-16,-2 1 0 0,1 1 0 0,-1-2 0 15,0-6 0-15,-4 6 0 0,4-1 0 16,1 0 0-16,-1-7 0 0,0-3 0 0,0-1 0 15,0 1 0-15,0 3 0 0,2-2 0 16,0-2 0-16,-1 2 0 0,1 11 0 16,1-2 0-16,-1-5 0 0,0-5 0 15,0 1 0-15,0 12 0 0,0 0 0 0,0-2 0 16,0-6 0-16,-1-4 0 0,-1 9 0 16,-1-6 0-16,-1-3 0 0,4-2 0 0,0 1 0 15,-2-1 0-15,2 0 0 0,-2 0 0 16,2-2 0-16,0 3 0 0,-1-2 0 0,1 0 0 15,0 1 0-15,-2 3 0 0,2 0 0 16,0 1 0-16,0 9 0 0,-2-2 0 0,2-5 0 16,0-4 0-16,0 0 0 15,0 2 0-15,2 0 0 0,-2-3 0 0,2 2 0 16,-2-1 0-16,0-2 0 0,1 12 0 16,-1-6 0-16,0-5 0 0,2 1 0 0,0-2 0 15,5 13 0-15,-5-3 0 0,1 0 0 16,1-6 0-16,0 4 0 0,-1 2 0 0,-1-8 0 15,2-2 0-15,-2 0 0 0,-2 2 0 16,2-1 0-16,-2-2 0 0,0 4 0 0,0-5 0 16,0 2 0-16,0 2 0 0,0-3 0 15,1 2 0-15,-1-2 0 0,0 1 0 16,2 1 0-16,1 0 0 0,-1-1 0 16,0-1 0-16,1 3 0 0,-1-2 0 0,0-2 0 15,4 4 0-15,-5-3 0 0,1-2 0 16,4 2 0-16,-3-2 0 0,0 0 0 0,-3-2 0 15,2-2 0-15,0 1 0 0,0 0 0 16,-2-2 0-16,2 1 0 0,-2 3 0 0,2 1 0 16,-2 3 0-16,1-1 0 0,-1 1 0 15,0 3 0-15,0-2 0 0,2 2 0 0,-2-2 0 16,0 10 0-16,2-5 0 0,-2-3 0 16,2-2 0-16,0 0 0 0,0-1 0 0,-1 2 0 15,1-2 0-15,1 0 0 16,1 0 0-16,-2 0 0 0,1-1 0 0,-1 2 0 15,4 6 0-15,-3-4 0 0,-1-4 0 0,2 2 0 16,3 6 0-16,-2 1 0 0,-3-6 0 16,0-3 0-16,0 1 0 0,-1 2 0 15,-1-2 0-15,4 2 0 0,-4-2 0 0,4 2 0 16,-4-3 0-16,2 2 0 0,-1-1 0 16,-1 1 0-16,2-1 0 0,5 0 0 15,-5-2 0-15,0 1 0 0,-1 3 0 0,3-2 0 16,0 10 0-16,-1-4 0 0,1-3 0 15,0 8 0-15,-1 0 0 0,0 1 0 0,-1-1 0 16,2 2 0-16,0-1 0 0,-3-3 0 16,1 2 0-16,0-5 0 0,0-5 0 15,0-1 0-15,-2 2 0 0,2-1 0 0,-1 1 0 16,1-2 0-16,5 10 0 0,-4-6 0 16,-1 5 0-16,4 2 0 0,-4-9 0 15,1 2 0-15,-1 6 0 0,2 1 0 0,-2 1 0 16,-2-7 0-16,3-3 0 0,-2-1 0 15,-1-1 0-15,2 1 0 0,-2-2 0 0,2 0 0 16,-2-2 0-16,0 3 0 0,0-6 0 16,0 1 0-16,-2 1 0 0,2-2 0 0,-2 1 0 15,2 1 0-15,2 2 0 0,-2-2 0 16,2-2 0-16,-4 3 0 0,2-1 0 0,0-2 0 16,0 3 0-16,0-3 0 0,-2 2 0 15,2-1 0-15,0-1-2 0,0 0-16 16,2 0 2-16,-2 1-4 0,2-1 7 15,-2 3 7-15,2-5-9 0,0 6 6 0,2-1-3 16,-3 3-5-16,1-4 4 0,2-1 2 16,-2 2 3-16,0-1-7 0,-1 1 1 0,4 2 1 15,-3-2 2-15,0-3 1 0,0 3 0 16,-1 0 1-16,-1-3 1 0,2 1 2 0,-2-1-1 16,0 0-1-16,0-1 8 0,2 1-10 15,-4-1 13-15,2 1-7 0,0-1-4 0,0 0-7 16,0 1-6-16,0 0-6 0,0-2 6 15,0 2-1-15,0 0-4 0,2-1 4 16,-2 1 2-16,0 1-13 0,0-1 8 16,0-1 13-16,2 3-29 0,0-2 18 0,-2 1 4 15,0 1-2-15,2 1 1 0,0 2 2 16,-2-4 1-16,0 1-4 0,1 3-3 0,1-2 0 16,-2 2-6-16,4 1 5 0,-2-3-4 15,2 1-2-15,-2 2-5 0,4-1-2 0,-3 0-4 16,1 8 2-16,2-6 3 0,-3-2 2 15,-1-4 3-15,7 4 5 0,-8-7 9 0,-1 1-8 16,4-1 10-16,0-1 0 16,-4 1 0-16,2-1 1 0,-1 1 10 0,-1 0-9 15,2-2-6-15,0-1 14 0,-4-2-2 16,4 1-1-16,0 1 3 0,0-2-8 0,1 1 7 16,-1-2 5-16,-1 1 0 0,-1-4 2 15,2 4-3-15,0-7 7 0,-2 2-8 0,0-7 5 16,2 13-3-16,-2-9 1 0,0-4-2 15,2 6 0-15,-2-6 0 0,-2 8-1 0,2-8 4 16,0 0-3-16,2 9 5 0,-2-9 1 16,0 0-2-16,0 9-4 0,0-9 0 0,0 0-10 15,0 5-29-15,0-5-35 0,0 0-60 16,0 0-84-16,0 0-90 0,0 0-86 16,0 0-86-16,-9-20-131 0,-2 0-70 15,-2-6 60-15,-2-1-466 0,-6-2-559 0</inkml:trace>
  <inkml:trace contextRef="#ctx0" brushRef="#br0" timeOffset="171292.81">23801 4732 629 0,'0'0'142'0,"0"0"-6"0,0 0-3 16,0 0-6-16,0 0 5 0,0 0 0 16,0 0-4-16,0 0 0 0,0 0 10 15,0 0 3-15,0 0 6 0,0 0-4 0,0 0 0 16,0 0-2-16,-11 17-8 0,11-17-2 15,0 0-6-15,0 0-17 0,0 0-16 0,0 0-3 16,-1 9 2-16,-1-4 0 16,0 2 8-16,-5 3-1 0,7 1-6 0,-3 1 0 15,-1 3 3-15,0 1 0 0,2 0 7 16,-1 5-4-16,1 4 10 0,-2 0-4 0,2 11-2 16,-2 2-7-16,2 1 8 0,4 1 1 15,0 0 0-15,0 3-5 0,2 0 2 0,2 3-4 16,-3 8-3-16,5 2 0 0,-5-1 1 15,6 1 0-15,-6 0-1 0,3-1-9 16,-2-1-4-16,-1-11-9 0,1 2-24 0,0 0 1 16,0-4-7-16,-2-4-1 15,0 1-1-15,0-2-7 0,0-7-3 0,0-1-4 16,-2-3 0-16,0 4 2 0,0-1 11 16,-2 8 6-16,2 0 3 0,0-4-4 0,-2 3 0 15,0 2-2-15,0-1 0 0,0 3-1 16,2-2-4-16,0-2 2 0,0 6-6 0,0-2-1 15,2 0-1-15,0-1 1 0,0-2-1 16,2-1 14-16,-3 0-4 0,5-2-5 0,-4-4 5 16,2-5-3-16,-3 2-2 15,1-2 2-15,0 0-1 0,1 0 1 0,-1-1-13 16,-2-2 15-16,2 4-5 0,-1-5-6 16,-1-1 1-16,0 5-5 0,0 2-9 0,-1-2-3 15,1 3-2-15,0-1-1 0,0-2-1 16,0-1-15-16,-2 3 21 0,2-1-5 0,0-2-2 15,0 2 0-15,0-3 5 0,-2-1-9 16,-1 3 0-16,1-1 6 0,0 1-1 16,1-2-1-16,-1 1-3 0,-2 1 4 0,-2 10-2 15,5-6 11-15,-3-2-7 0,0-1 7 16,4 1-6-16,-2 1 1 0,0-1 1 0,2 0-5 16,-2-1 2-16,2 2 5 0,-2-2-11 15,0 3 2-15,0-5 1 0,2 5 5 0,0-2-3 16,-2-2-9-16,2 1 8 0,-2 3-1 15,2 7 3-15,-1-5 7 0,-3 4 7 0,0-5 0 16,1-4-1-16,-1 8 1 16,-1-5 0-16,2-2 0 0,-1-2-6 0,-2-2 0 15,3 0-3-15,-1 2 0 0,-2 0-1 16,2 0 1-16,0 1-3 0,-1 6 2 0,-1 1-7 16,0 0 3-16,1 1-3 0,-2 3-4 15,4-2 2-15,-5-2 2 0,5 5-1 0,-5-2 2 16,4-2 1-16,0-5-2 0,-2 6-3 15,3-7 4-15,-1-4 0 0,0 2-3 0,2-2 1 16,1 1-2-16,-8 9 2 0,7-6-1 16,1-4-3-16,-3 1 3 0,-2-1-2 15,3 3 3-15,-3 6 3 0,0 1-10 16,2-7 0-16,0-2 0 0,1-1 0 0,-1 2 0 0,-2-1 0 16,5-1 0-16,-3 2 0 15,1-1 0-15,-1 0 0 0,2 2 0 0,1-3 0 16,1 3 0-16,-2 0 0 0,0-1 0 15,2 1 0-15,-4 2 0 0,2 5 0 0,1-2 0 16,-1-4 0-16,0-1 0 16,-2-3 0-16,2 0 0 0,-1-4 0 0,3-1 0 0,-3 5 0 15,-1 0 0-15,2-5 0 16,0 1 0-16,1 2 0 0,-1 3 0 0,0-5 0 16,0 6 0-16,0 1 0 0,0-2 0 15,2 0 0-15,0 1 0 0,2 1 0 0,-2 2 0 16,0-3 0-16,4 0 0 0,-4-1 0 15,2-2 0-15,0 2 0 0,-2-5 0 0,1-1 0 16,-1 1 0-16,2 0 0 0,-2 2 0 16,0-3 0-16,0 3 0 0,0-1 0 0,0 5 0 15,2-2 0-15,-4 4 0 0,0-2 0 16,2-1 0-16,0 3 0 0,0-2 0 0,0 0 0 16,0-1 0-16,0 0 0 15,0 0 0-15,0-3 0 0,0-1 0 0,0-1 0 0,0 2 0 16,0-3 0-16,0 3 0 0,0-1 0 15,0-3 0-15,-1 3 0 0,1 1 0 16,-2-3 0-16,2 4 0 0,-4-1 0 16,2-2 0-16,0 3 0 0,1-1 0 0,-1-3 0 15,0 2 0-15,2-3 0 0,-3 2 0 16,3-3 0-16,-2 1 0 0,2 0 0 0,0 3 0 16,0-3 0-16,0 2 0 0,0 0 0 15,0-1 0-15,0 1 0 0,0 1 0 0,-2-2 0 16,2 2 0-16,-2 1 0 0,2-1 0 15,-1 0 0-15,1-1 0 0,-4 3 0 0,4 1 0 16,-2-2 0-16,0 0 0 0,2-2 0 16,0 3 0-16,0-1 0 0,0-1 0 15,0 4 0-15,2 1 0 0,2-2 0 16,-1 3 0-16,-1-2 0 0,0 0 0 0,3 2 0 16,0 6 0-16,-3-4 0 0,2-3 0 15,0-2 0-15,-3 1 0 0,1 1 0 0,4 9 0 16,-3-7 0-16,0-1 0 0,3 8 0 15,-2-2 0-15,-1-4 0 0,1-3 0 0,1 9 0 16,-1 1 0-16,3-3 0 0,-4-4 0 16,3-2 0-16,-2-2 0 0,-3-2 0 0,5 2 0 15,-2 0 0-15,0 0 0 16,0 0 0-16,0-2 0 0,-1-1 0 0,-1 2 0 16,4-4 0-16,-4-3 0 0,-1 1 0 15,1 1 0-15,5-1 0 0,-4 2 0 0,-3-2 0 16,4 0 0-16,0 0 0 0,0 0 0 15,-3 0 0-15,1 2 0 0,4 2 0 0,-3-5 0 16,0 4 0-16,3-3 0 0,-4 1 0 16,-1-1 0-16,3-1 0 0,-2 3 0 0,2-1 0 15,-1-1 0-15,-1 0 0 0,3-2 0 16,-3 2 0-16,1-2 0 0,-1 3 0 16,0-1 0-16,2 0 0 0,-2 0 0 0,0 0 0 15,-1 0 0-15,3 0 0 0,0-1 0 16,-2 1 0-16,0 0 0 0,0 3 0 0,2-3 0 15,0 3 0-15,-3-1 0 0,1-2 0 16,0 0 0-16,2 0 0 0,-2 2 0 16,0-2 0-16,-1 2 0 0,-1-2 0 0,0 0 0 15,2 0 0-15,-2 0 0 0,5 2 0 16,-5 1 0-16,2-1 0 0,0 1 0 0,-1-1 0 16,-1 5 0-16,2-2 0 0,2 2 0 15,-2 0 0-15,0-2 0 0,-1 2 0 16,1 2 0-16,2-1 0 0,0-1 0 0,-2 3 0 15,-2-4 0-15,2 2 0 0,-2-5 0 16,0 4 0-16,2-2 0 0,-2 1 0 16,2-3 0-16,-2 1 0 0,0-2 0 0,0 2 0 15,-2 1 0-15,0-3 0 0,2 4 0 16,0 2 0-16,0-5 0 0,-2 4 0 0,0 0 0 16,2-2 0-16,-2 4 0 0,-2 0 0 15,2-1 0-15,0 2 0 0,2-2 0 0,-1-1 0 16,-3-1 0-16,0-2 0 0,2 2 0 15,1-4-15-15,-1-3 1 0,0 2 4 16,-3-1 1-16,3-2 1 0,1 4-4 0,-3-2-3 16,2 2 1-16,-2 4 0 0,2-2 3 15,-1 2-7-15,1 1-5 0,-2 0-5 0,0-2-3 16,0 3 14-16,-2-3-6 0,3 2 3 16,-1 0 2-16,-3 7-1 0,3-8 2 15,-3 0 1-15,4-1-1 0,-5-1 7 0,5 0-7 16,-1 3-4-16,0-7 7 0,0 5-6 15,0-1-3-15,0-5 2 0,2 4-4 0,1-4-1 16,-1 3 1-16,0-2-2 0,2 3-2 16,-4-4-12-16,4 4 20 0,-2-2-3 0,2 2 4 15,0-3 8-15,-2 0-3 0,2 1 0 16,-1 1 13-16,-1-2-13 0,0 0 3 16,2 1 1-16,-5-1 1 0,3 1 4 0,2-2 4 15,-1 1-4-15,-1-2 1 0,0 3-6 16,2-4 3-16,-2-1 0 0,0 1 5 0,2 0-5 15,0-2-4-15,-2-2 3 0,2 2 1 16,0-3 2-16,-1 0 2 0,1-1-4 16,0 0 1-16,-2-1 4 0,2-2-3 15,0-5-2-15,0 11-2 0,0-11-6 0,-2 7-13 16,2-7-21-16,-2 6-24 0,2-6-34 16,0 0-59-16,0 7-69 0,0-7-70 0,0 0-52 15,-8-17-57-15,2-2-90 0,-3-16-165 16,-5-11-1-16,-1-3 74 0,-1-3-432 0,0-4-504 15</inkml:trace>
  <inkml:trace contextRef="#ctx0" brushRef="#br0" timeOffset="174075.62">26511 5013 985 0,'0'0'155'0,"0"0"-50"0,0 0-32 0,0 0-17 0,0 0 4 16,0 0-2-16,0 0-1 15,0 0 5-15,21-8 1 0,-21 8 4 0,0 0 8 16,0 0 6-16,0 0 11 0,0 0 4 16,11-2 9-16,-11 2 7 0,0 0-3 15,0 0 2-15,0 0 3 0,0 0-5 0,0 0-9 16,0 0-8-16,0 0-9 0,0 0-12 15,0 0-11-15,0 0-3 0,0 0-10 0,0 0 3 16,0 0 19-16,7 15 0 16,-9-2 4-16,-3-2-3 0,4 8 1 0,-3 3 9 0,0 4-1 15,1 7 0-15,-5 3 2 16,4-1 4-16,-2 4 2 0,0 2 2 0,3 0-5 16,1 5 1-16,0 0 0 0,2 1-1 15,-2-1-4-15,2 1-8 0,4 9 5 0,0-10-1 16,-3-1-7-16,5 9-4 0,-4-8 0 15,2-2-1-15,2 1-3 0,-2-2-4 16,-1 1 0-16,1-3 3 0,0 0 0 0,-2-3 2 16,-1 0-1-16,4 0-3 0,-3-1 2 15,0 0 4-15,-2-1-4 0,0 1 1 16,0 1-1-16,2 0-3 0,-2-1-5 0,0-1-6 16,1 3 10-16,-1-10-11 0,0 0 8 15,0-3-13-15,0 1 6 0,0 2-4 16,0-2 7-16,0-1 5 0,0 1-2 0,0 0 11 15,0-1 1-15,-3 10-6 0,1-2 1 16,0-2-9-16,-1-7-4 0,1 13 7 0,1-2-8 16,-1 2-8-16,2-8 2 0,-2-2-7 15,2-1-4-15,-2 9 3 0,2 1-10 16,0-7 3-16,2-2-5 0,-2-1 6 0,0 12 9 16,0-3 15-16,2 0-7 0,0-5 1 15,-2-3-4-15,0 0 2 0,0 9-1 0,0-6 4 16,0-4-1-16,-2 1 0 0,0-3 0 15,2 1-6-15,-2 1-1 0,-2-2-5 0,3-2-3 16,-1 4 1-16,-2-3-4 16,0-1-4-16,2 1 2 0,1-1-2 0,-2 1-17 15,-1-2 3-15,0 4-5 0,1-4 1 16,1 2 11-16,-4 1-10 0,1 7-4 0,-4-1 1 16,4 1 3-16,-1 1-4 15,-1-1 4-15,0-1-2 0,-4 0-4 0,8-6 4 0,-5-1 6 16,7 1 5-16,-7 8 3 0,3-8 2 15,4 0 0-15,-1 0-3 0,0-1 2 0,0 0-1 16,0-2-5-16,2 3 3 16,-2-2-3-16,2 0-3 0,0-1 2 0,0-3-5 15,0 1-2-15,0 1 7 0,0-2 1 16,-1 3-2-16,-1 2-5 0,0 0 3 0,0 0-7 0,-2 1 0 16,3 1 0-16,1-4 0 15,-2 3 0-15,-1 0 0 0,-1 0 0 0,2 2 0 16,0-3 0-16,2 0 0 0,0 0 0 15,-1-5 0-15,1 1 0 0,0 1 0 0,1 2 0 16,-1-6 0-16,0 4 0 0,0-1 0 16,0 5 0-16,0-4 0 0,-1 5 0 0,1-1 0 15,-2-1 0-15,0 2 0 16,2-1 0-16,2 1 0 0,-4 1 0 0,2 2 0 0,0-4 0 16,-4 0 0-16,2 2 0 15,2 0 0-15,0 0 0 0,0-1 0 0,0 1 0 16,2-1 0-16,-2 11 0 0,2-1 0 15,2-2 0-15,-2 1 0 0,-1 2 0 0,3-2 0 16,0 0 0-16,1 0 0 0,-2 1 0 16,-1-7 0-16,2 6 0 0,-4-6 0 0,2-2 0 15,-2-1 0-15,-2 2 0 0,2-1 0 16,-2 7 0-16,0-5 0 0,0-3 0 0,0-2 0 16,1 3 0-16,-1-2 0 0,-1-2 0 15,1 4 0-15,2-1 0 0,-4-1 0 0,4-1 0 16,-2 2 0-16,2 1 0 0,-3 9 0 15,3-4 0-15,-2-7 0 0,2 2 0 0,-4 8 0 16,4-2 0-16,-2 4 0 16,1-6 0-16,-3 3 0 0,0 1 0 0,0-2 0 15,2-4 0-15,-4 4 0 0,4-7 0 16,0-4 0-16,-1 0 0 0,-1 1 0 0,0-3 0 16,3-1 0-16,-1 0 0 0,-1 0 0 15,1 0 0-15,2 1 0 0,0 2 0 0,-2 1 0 16,4 0 0-16,-2 1 0 0,2-1 0 15,-2 1 0-15,0 2 0 0,3 0 0 0,-1 1 0 16,-2 9 0-16,0-5 0 0,1-4 0 16,-2 0 0-16,1 2 0 0,0-4 0 15,-2 3 0-15,-1-3 0 0,1 1 0 16,0 0 0-16,0-1 0 0,2-1 0 0,-1 0 0 16,1 2 0-16,-2-1 0 0,2-2 0 15,0 1 0-15,2 1 0 0,-2 0 0 0,1 0 0 16,-1 0 0-16,0 2 0 0,4 7 0 15,1-5 0-15,-5-3 0 0,0-1 0 0,0 2 0 16,3 7 0-16,-4-5 0 0,-1-3 0 16,2-2 0-16,0 2 0 0,0-1 0 0,2-1 0 15,-4 2 0-15,2-1 0 16,0 1 0-16,0 2 0 0,-3-3 0 0,3 3 0 16,0 0 0-16,3 6 0 0,-3-4 0 15,-3-1 0-15,3-4 0 0,-4 0 0 0,2 3 0 16,2-5 0-16,0 2 0 0,0-1 0 15,0-3 0-15,2 1 0 0,2 2 0 0,1-2 0 16,-4 0 0-16,3 0 0 0,0 1 0 16,-1-3 0-16,3 1 0 0,-2 2 0 0,-1-2 0 15,4 2 0-15,-3-1 0 0,-3 1 0 16,5 2 0-16,-4 1 0 0,1 0 0 16,-1-1 0-16,2-1 0 0,-2 3 0 0,3-4 0 15,-4 2 0-15,3 2 0 0,0-3 0 16,-2 1 0-16,-1 1 0 0,7 6 0 15,-5 1 0-15,4-1 0 0,-1-4 0 0,-5 7 0 0,5-2 0 16,-1-1 0-16,-1 0 0 16,0-3 0-16,2 4 0 0,-4-4 0 0,4 3 0 15,-3-3 0-15,-1-5 0 0,4 1 0 16,-3-2 0-16,-1 2 0 0,3-1 0 0,-1 0 0 16,-1 2 0-16,-3-1 0 15,6 9 0-15,-2 1 0 0,-3-7 0 0,3-3 0 0,0 0 0 16,-1 2 0-16,-2 7 0 0,1-5 0 15,2-3 0-15,-2-2 0 0,0-1 0 0,0 2 0 16,-1-2 0-16,1 0 0 0,0-5 0 16,0 1 0-16,0 0 0 0,0 1 0 15,-1-3 0-15,-1 1 0 0,5 1 0 16,-3-1 0-16,2 4 0 0,-3-3-21 0,-1 1-12 16,2-1-1-16,-2 0-1 0,4-1 3 15,-4 0 1-15,2 1 7 0,0-3 3 0,-2 1-4 16,0 0-1-16,2-5 3 0,-2 6-9 15,0-5 0-15,1 3-8 0,-1-3 8 0,0-1-4 16,2 1 4-16,0 1-8 0,-2-2-1 16,2-2 8-16,-2 1 3 0,0-3-2 0,2 2 3 15,-2-1 4-15,0-1 8 16,0 1-6-16,3-2 10 0,-3 0-7 0,0-7-1 16,0 10-2-16,0-5-4 0,0-5-12 15,0 8 5-15,0-8-12 0,0 0-10 0,0 8-10 16,0-8-19-16,0 0-29 0,0 0-30 15,0 0-38-15,0 0-63 0,-22-20-84 0,13 2-69 16,-8-10-82-16,1-3-126 0,-6-11-62 16,0 1 42-16,-3 0-459 0,0 4-556 0</inkml:trace>
  <inkml:trace contextRef="#ctx0" brushRef="#br0" timeOffset="175724.83">9614 14393 550 0,'-7'-5'328'0,"7"5"-118"16,-7-8-49-16,3 5-18 16,4 3-13-16,-5-6-9 0,5 6-10 0,-6-6-6 15,6 6-4-15,-5-3-4 0,5 3-5 16,0 0-3-16,-5-7 0 0,5 7 2 0,0 0-6 15,0 0 6-15,0 0 22 0,0 0 15 16,0 0 22-16,0 0 6 0,9 31 11 16,-4-2 2-16,1 4 3 0,-1 6-1 0,2 0-1 15,0 5 0-15,-1-5 1 0,-5 3-5 16,5-2-2-16,-2-1-4 0,-3-6-5 0,1-6-4 16,3-5-8-16,-1-2-9 0,-4-5-7 15,1-1-4-15,-1 0-1 0,2-6 4 0,-2 0 2 16,0 1-10-16,0-9-8 0,0 9-16 15,0-9-24-15,0 0-39 0,-10 2-41 16,10-2-57-16,0 0-67 0,-22-11-95 0,10 8-115 16,3-3-120-16,-6 2-148 15,-1 0-105-15,-1-1 78 0,0-1-462 0,-1 2-571 16</inkml:trace>
  <inkml:trace contextRef="#ctx0" brushRef="#br0" timeOffset="179159.9">7262 6275 1111 0,'0'0'145'0,"-17"3"-29"0,17-3-14 0,0 0-1 16,-8-4 3-16,8 4 2 0,0 0 5 15,0 0-7-15,-6-4 3 0,6 4-5 16,0 0-7-16,0 0-7 0,0 0-6 0,-5-7-9 15,5 7-3-15,0 0 10 0,0 0 9 16,0 0 6-16,0 0 8 0,0 0-4 0,0 0 8 16,27-3-8-16,-27 3 5 0,21 0 1 15,-8 1-1-15,3-2-3 0,-2 1-9 0,9-1 0 16,4-1-10-16,2 2 2 16,11-4-16-16,1 4-7 0,-9-2-8 0,9 0 0 15,-9 2-1-15,-5 0-10 0,-5 0-8 16,1 0-5-16,1 0 2 0,-8 0-4 15,2 0 1-15,-1 2-8 0,0-2 1 0,-1 2 1 16,-2-2 15-16,4 0 4 0,0-2 0 16,2 2 0-16,-1 0-3 0,2 0-6 0,-2 0 0 15,0 0-3-15,4-2-1 0,2 2-14 16,-6-3 4-16,1 2 1 0,1 1-3 0,1 0-3 16,-4 0 1-16,3-2 0 0,-1 2-4 15,-4 0-2-15,0 0 0 0,-1 0 0 0,-1 0 0 16,1 2-4-16,-15-2 2 0,23 1-4 15,-9-1 1-15,-1 3 2 0,-1-3 3 16,2 0-4-16,3 0 5 0,2 0-3 16,3-3 0-16,0 3-2 0,5-1 2 15,-3-1-3-15,3 0-4 0,-4 2 5 0,2 0-2 16,-4 2-1-16,2-4-4 0,-4 2 2 16,-2 0 2-16,0 2-3 0,0-2 2 0,-3 2 1 15,1-2-2-15,-15 0 1 0,19 0 0 16,-19 0 4-16,19 0-1 0,-6 1 1 0,0-2 0 15,3-1 1-15,2 0-4 0,0-2 2 16,7-1-4-16,2 2 1 0,1-1 1 16,8 1 0-16,-3 1 0 0,5-2-3 15,-2-2 2-15,2 4 0 0,-7-1-1 16,-2 1-1-16,-3 1 4 0,-2-1-4 0,-2 0 3 16,-3 2 1-16,-2-2-3 0,-2 2-5 15,-2 0 0-15,1-1 6 0,-14 1 0 0,27 0 5 16,-10 0-5-16,-4 0-2 0,4-4 3 15,2 4-4-15,-2 0 6 0,8 0-3 0,2-5 0 16,1 4 2-16,10 4-2 0,-3-3 3 16,-7-2-1-16,3 2-4 0,-1 0 3 0,-1 2-2 15,-1-2-3-15,-1 3 3 0,-4-3 0 16,-2 0-1-16,-2 2 2 0,0 1-2 16,-6-1 3-16,3-2 2 0,-3 0-2 15,-2 0-2-15,7-2 3 0,1 4 1 16,3-2-2-16,3-2 0 0,4 2 3 0,10-1-5 15,-3 1 0-15,3 0 1 0,3-2-1 16,2 2 0-16,-2 2-4 0,2 1 7 0,-2-1-6 16,-1 0 6-16,2-1-6 0,-3 1 3 15,-8 1-1-15,-3-1 5 0,-3 0 0 0,1 0-5 16,4 0 4-16,-3-2 1 0,10 4-4 16,-6-4 0-16,8-4 1 0,-3 4-1 15,-6 1 1-15,10-2-6 0,3-1 6 0,-2 0-1 16,0 2 3-16,-8 0-4 0,-4 0 4 15,-1 2 0-15,0 0-2 0,-3-1-8 0,-1 2 9 16,-5-3-2-16,-4 2 1 16,4 0 4-16,-2-1-4 0,2 1 1 0,-6-2 2 15,10 2-1-15,2-2-5 0,5 0 6 16,10 0-3-16,4-2-1 0,-2 0 2 0,2 4 3 16,-2-5-10-16,-1 1 3 0,-2 0 3 15,-6 2-1-15,-5 0 1 0,1 0 2 0,1 0-4 16,-1 0 2-16,-3 0 0 0,0 0 0 15,4 2 1-15,-3-2-2 0,3 2 2 16,-3-2-2-16,1 1-1 0,1-1 6 16,1 0-2-16,9 4-3 0,-6-6 0 0,-6 4 3 15,-1-4-6-15,2 2 4 0,-6 0-4 16,-1-2 3-16,1 4 2 0,0-2-7 16,-1-2-4-16,-6 1 6 0,5 1-2 0,-4-2 1 15,4 0-1-15,2 2 1 0,-4 0-4 16,8-3 10-16,-1 2-10 0,15-3 9 0,1 0-6 15,-3 3 4-15,8-1-1 0,-8-1 1 16,3 1-1-16,0-2 1 0,-11 3-1 0,-2-1-16 16,-6 2 1-16,-3-2 0 0,-1 2-1 15,0 0 3-15,0-3-5 0,4 3 5 16,-4-2 1-16,2 2 0 0,8-3-1 0,9-1 1 16,2 1 3-16,2-1-1 15,-8 4 2-15,7-1 5 0,-7 1-4 0,-4 0-2 16,-1 0 4-16,1 0 4 0,10 1-4 15,-6 1 4-15,-3 0 4 0,-1-2-4 0,-1 2 0 16,0-2 1-16,-3 0 1 0,1 0 4 16,2 0-3-16,-7 1-4 0,1-2 7 0,4 1-4 15,-6-2 7-15,-1 2-6 0,-4-2 4 16,-3 2 0-16,1-2-2 0,-3 2 1 0,1-1 0 16,-12 1-32-16,13-4-69 15,-13 4-75-15,6-1-70 0,-6 1-97 0,0 0-157 16,0 0-93-16,0 0 56 0,-22-12-235 0,15 8-260 15</inkml:trace>
  <inkml:trace contextRef="#ctx0" brushRef="#br0" timeOffset="181124.99">13543 6135 696 0,'0'0'251'16,"0"0"-81"-16,0 0-47 0,0 0-10 0,0 0-4 15,0 0-13-15,0 0-8 0,0 0-9 16,0 0 3-16,0 0 4 0,20-4 2 0,-20 4 0 16,23-2 0-16,-9 2-1 0,9 0 3 15,6-1 0-15,15-2-7 0,2 1-1 16,3-1-3-16,12-3-8 0,3 1-9 16,7 2-3-16,3-4-11 0,-1 4 2 15,1-2-6-15,5-1 14 0,-2 0-4 0,0 6-1 16,1-4-10-16,-5 0 5 0,-3 3-1 15,-5 2-14-15,-16 1 2 0,0-2-8 0,-2 2 3 16,-6 2 0-16,2-4-6 0,-4 6 0 16,5-4 18-16,0 0 7 0,6-4 6 0,3 2 8 15,11-2 4-15,2 1-4 0,0-4 1 16,5 1-5-16,1 0-6 0,3 0 1 0,-3 4-10 16,-1-2 1-16,-5-2-7 0,-3 2-3 15,-9 0-7-15,-5 2 3 0,-1 2-1 16,-7-2-13-16,4 0 4 0,-6 2-2 0,-4-2 3 15,-5 0-7-15,12 2 3 16,0-2-4-16,3-2 4 0,3 0 11 0,-2 0 2 16,2-1 1-16,-2-1-4 0,1 2-7 15,1-2 5-15,-3 2-7 0,3-2-1 0,-4 2 1 16,-5 0-4-16,-3 2-2 0,-11-2-4 16,0 2-2-16,-3 0 0 0,-5 0-4 0,2 0 2 15,-4 0-1-15,0 0 4 0,-1 0-1 16,3 0-3-16,-2 0 3 0,4 0-1 0,0-2-2 15,8 0 2-15,0-2 0 16,13 1-2-16,-3 1 4 0,4-4-9 0,-1 2 1 0,1 2 3 16,4-4-2-16,-2 2 2 15,2-1-3-15,-2 4 1 0,1-1 1 0,-2 2-4 16,1 0 3-16,2 2 3 0,-6-1-2 16,-5-1-5-16,-1 3 3 0,-5-3 2 0,3 0 3 15,10 2-4-15,-11 0-1 0,1-2 4 16,-1 0-1-16,1 0-1 0,-6 0 0 15,4-2-4-15,2 2 6 0,-5 0-2 0,1 0 0 16,2-2-4-16,-4 2 2 0,2 0 1 16,-3-3 3-16,3 2-1 0,1 1-7 0,1 0 3 15,-1 0 2-15,3 0 0 0,-3 0-3 16,1 0 0-16,1 1 6 0,-3-1-4 0,4 0-1 16,-3 0 1-16,-3 0-1 15,4 0 3-15,2-1 3 0,-3 1-6 0,4-2 3 16,6 1 4-16,0-1-8 0,-4 2 4 15,9 0-1-15,-2 0 3 0,-6 0-2 0,-7 0-1 16,5 0-4-16,-5 2 2 0,3-1 0 16,-4 1-3-16,-6-1 5 0,-5 2-1 0,0-3-1 15,-1 0 2-15,-3 0 1 0,-3 2 3 16,-9-2 0-16,20 0 9 0,-20 0 2 0,14 2 10 16,-14-2 8-16,14-2 6 0,-14 2 2 15,9 2 4-15,-9-2 1 0,0 0-3 16,16 0-5-16,-16 0 0 0,0 0-4 0,9 0 0 15,-9 0 0-15,0 0-2 16,0 0-4-16,11 2-6 0,-11-2 1 0,0 0-4 0,13 2 0 16,-13-2-2-16,0 0 0 15,16 0-2-15,-16 0 1 0,21 0-6 0,-4 0 24 16,6 0-4-16,8 1-4 0,15 2-2 16,1-3-1-16,14 4-2 0,-4 2-1 0,0 1-5 15,1-1 0-15,-15 0 0 16,3 0-4-16,-4 2 0 0,-1-1 1 0,-5 1-6 0,-10-3 1 15,-4-2-1-15,-2 1-2 0,-2-2 2 16,-4 3 3-16,6-2-2 0,-2 1-2 0,3-3 2 16,2 1-2-16,6 0 0 0,-2-2 2 15,2 0-3-15,-4 3-3 0,2-2-1 16,-6 1 3-16,1-4 3 0,-8 4-5 16,2-2 0-16,-3 0 1 0,1 0-4 0,-5 2-1 15,-9-2 5-15,22-2-1 0,-13 2-3 16,-9 0 1-16,16 0 4 0,-4 2 0 15,1-2-3-15,9 2-1 0,2 0 1 0,3-1 0 16,17-2-2-16,0 2 16 0,1 4 0 16,3-3-3-16,-2 2 0 0,0-1-4 0,-5 2-3 15,1-2 2-15,-3 1-2 0,-11-1 2 16,-4-1-2-16,1 1-1 0,0-1 3 0,4-2-2 16,9 4-3-16,2-3 4 15,9 1-2-15,1 0-2 0,4-2 0 0,-5 2 0 16,-1-1 2-16,-3-1-2 0,-2-1-2 15,-15 2 0-15,-4-1 4 0,-4 0-5 0,-5 2 3 16,-2-2-1-16,-2 0 0 0,1 0-1 16,-12 0-11-16,15 0-24 0,-5-2-41 0,-10 2-68 15,0 0-90-15,19 2-121 0,-19-2-171 16,10-3-201-16,-10 3 67 0,7-2 70 0,-7 2-354 16,0 0-423-16</inkml:trace>
  <inkml:trace contextRef="#ctx0" brushRef="#br0" timeOffset="182824.17">21420 6176 661 0,'0'0'331'0,"-14"-2"-111"0,14 2-38 0,-6-5-23 0,6 5-22 15,0 0-19-15,0 0-10 0,0-9-14 16,0 9-7-16,0 0 1 0,11-13-3 0,2 8-4 15,-1 0 2-15,4-1 4 0,6-2 5 16,3 3 2-16,14-2-4 0,1 0-7 16,1 2-9-16,0 0-3 0,4 3-10 15,5-1-6-15,-3 3-1 0,3-4-7 0,2 3-2 16,-3-1-7-16,1-3-2 0,13 3-2 16,-1-3 11-16,7 0 10 0,2-1 13 15,1 1-6-15,4-1-1 0,0-1 1 0,-2 2-7 16,-1 3-7-16,-1-2-3 0,1 0-2 15,-6 2-11-15,-2 2-1 0,-16 0 3 0,0 2-8 16,-2-2-7-16,-6 2 4 0,-7 0-2 16,-3-2-2-16,-4 0-8 0,1-2 5 0,3 2-4 15,15-4 4-15,1 1-7 16,18-1 22-16,1 0 7 0,5-2 0 0,0 2-11 16,1-2 1-16,1 1-3 0,-3 2-8 15,0 0 4-15,-4 3-7 0,-4 0 4 0,-11 0-6 16,-1 0 0-16,-2 2 3 0,-3-1-6 15,2 1 1-15,-8 2-1 0,5-4 0 0,-4 2-2 16,4 0-1-16,-3-2-1 0,6 2 2 16,-1 0-1-16,3-2 2 0,-1 0-4 0,-3-2-1 15,1 0-1-15,-2 2 1 0,-5 0 2 16,-5-2 0-16,-8 2-2 0,-3-2 2 0,-2 2-7 16,-4 0 6-16,-4 0 1 0,4-3 1 15,-3 3-3-15,-1-1-2 0,1-1 1 0,-1 1 0 16,4-3 1-16,2 0-5 0,0 2 5 15,4-4-3-15,2 2 0 0,1 2-4 16,-1-1 8-16,2 1-4 0,1 1-2 16,3-1 4-16,7 0-6 0,-3 2 5 0,-8-1-1 15,16 1 0-15,-1 0-1 0,2-2 2 16,-1 4-6-16,5-2 5 0,-1 1 0 16,2-1 3-16,-1 0-2 0,2 0 5 0,-3 2-6 15,2 0-2-15,-1-2 1 0,1 0-4 16,-3 0 4-16,4 1 2 0,-1-1 0 0,1 5 5 15,-2-5-8-15,-3 0 0 0,-2 0-1 16,0 2 1-16,-4-2 3 0,-4 2-4 0,-9-2 2 16,-1 2 1-16,-2 0 0 15,1-2-9-15,0 0 11 0,-1 0 2 0,0 0-1 16,-1 0-3-16,1 0 3 0,-2-2-3 16,2 2-3-16,0 0-1 0,0-2 0 0,3 2 5 15,3-2 4-15,0 2-7 0,-1 0 2 16,3 0-3-16,-3 0 2 0,1 0-3 0,2 0 0 15,-5 0 4-15,3 2 0 0,-3-2 1 16,1 2-5-16,-4-2 5 0,-2 0-12 0,-1 0 0 16,-2 0 7-16,-2 0 2 0,-3 2-4 15,-2-2 0-15,1 0-2 0,-1 0 5 0,-11 0 1 16,17-2 1-16,-6 2-2 16,-11 0 1-16,18 0 4 0,-18 0-5 0,15 0-1 15,-15 0 1-15,17 0 1 0,-7 0 4 16,-10 0 1-16,21-2-9 0,-6 2 6 0,0 0-1 15,7 0-3-15,3 2 2 0,6 0 1 16,8 2-2-16,-1 0-19 0,-1 0-9 0,3-1-8 16,-3 3 5-16,1-2 4 0,0 1 0 15,-2-2 5-15,0 7-2 0,-7-6 3 16,-5-1-2-16,1-1 5 0,0 2 1 0,-2 0 6 16,-4-2 0-16,0 0 6 0,-2 1-5 15,1 0 7-15,-6-1-1 0,4 0 6 0,-1 0 5 16,-1-2 11-16,-1 0-3 15,1 0 8-15,-1 0 5 0,-1 0-10 0,0 3 4 0,0-3-5 16,-12 0 5-16,19 1-7 16,-10-1 7-16,-9 0 5 0,18 0 4 0,-18 0 3 15,13 2 9-15,-13-2 17 0,14-2 6 16,-14 2 3-16,0 0 4 0,12 2-7 0,-12-2 2 16,13 0-6-16,-13 0-5 0,0 0-7 15,12 0-2-15,-12 0-5 0,0 0-3 0,0 0-5 16,11-2-12-16,-11 2-49 15,0 0-85-15,0-6-113 0,0 6-133 0,0 0-175 0,-20-18-106 16,3 9 66-16,-18-5-332 16,-8-5-389-16</inkml:trace>
  <inkml:trace contextRef="#ctx0" brushRef="#br0" timeOffset="187990.64">7315 7492 316 0,'-9'-6'100'0,"1"-2"-19"0,2 4 5 0,-1-1 7 16,1 1 2-16,6 4 4 0,-12-8-8 15,7 4-4-15,-1 3 1 0,6 1-5 16,-11-3-11-16,11 3-5 0,-12 0-7 0,12 0-6 16,0 0-6-16,0 0-5 0,-13 4 3 15,13-4-7-15,0 0 9 0,2 8-5 0,-2-8 3 16,11 8 1-16,-1-6 5 16,1 1-5-16,7 1 2 0,0-1-6 0,2-2-4 15,5 1-4-15,11 2-4 0,4-2-4 16,-1 0 1-16,8 1 0 0,-4-2-7 0,5-1 1 15,0 0 2-15,3 0 10 0,12-1-3 16,-1-2 0-16,1 1-2 0,3 0-2 16,-3 0 1-16,-13 0-4 0,-1 2-3 0,-4 0 0 15,-1 0 0-15,-2 0 2 0,-10 0-5 16,-5 0 0-16,2 2 1 0,-5 0-4 0,3 0 14 16,-4-2 0-16,-1-2 1 0,5 0-3 15,2 2-1-15,9-4-1 0,2 0-2 0,-2 1 0 16,-2 1-5-16,-1-2-2 0,-9 2 0 15,3 0-5-15,-2 2 1 0,0-1-2 16,-1 1-2-16,-2 0-1 0,-2 0 0 16,-1 0 0-16,0 0-1 0,1 1-1 15,0-1-1-15,4 0 5 0,1 0-5 0,2 0 2 16,10-4-2-16,3 4 0 0,2-4-1 16,2 0 2-16,0 0-2 0,2 0-4 0,-3-1 3 15,-1 3-2-15,-2-1 0 0,-8 0 4 16,4 3-3-16,-6 0-1 0,-8-3 0 0,-5 3 1 15,-2 3-1-15,-2-3 2 16,0 0-2-16,1 0 1 0,-5 3-2 0,5-3 1 16,-2 1 0-16,2 1 1 0,-1-2 2 0,8 0-2 15,2-2 0-15,4 1 3 0,8-2-2 16,3 0 1-16,1 0-1 0,0-1-3 16,-1 2 2-16,3-3 1 0,-4 4-3 15,-1-3 1-15,-4 4-1 0,-3 0 0 0,-1-1 0 16,1 2 0-16,-1-2-1 0,9 2 0 15,-5 1 4-15,-5 0 0 0,1-2 0 16,12 1-2-16,0-1-2 0,0 2 1 0,1-2 0 16,6 0 1-16,-6 0-2 0,5 0 0 15,1 0 1-15,-1-2 1 0,2 2 4 16,-3 0-3-16,1-1 1 0,-5 2-4 16,0-1 2-16,-1 0 0 0,-5 2 0 0,-2 1 2 15,-9-3-3-15,3 2 2 0,0 0 1 0,-1 0-1 16,1 0-2-16,11 2 1 0,0-4-1 15,0 0 0-15,-6 3 1 0,6-3 3 16,2 1-1-16,-7-1-1 0,4-1 0 16,2 2-1-16,-7-1-1 0,-3 2 1 0,-3-2 0 15,5 2 1-15,-7 0 1 0,5-2-3 16,9 2 0-16,-1 0 4 0,0 1-1 0,-5-3-3 16,-3 0 2-16,9 4-1 0,-3-2 4 15,4 1-2-15,-7 0-3 0,4 0 2 0,2-2-1 16,1 5-2-16,-4-4 4 15,-4-1 1-15,3 3-2 0,-4-1-1 0,-1-2 0 16,-5-1 2-16,14 2-4 0,-6 0 2 16,7-4 3-16,2 2 0 0,0-2 1 15,0 2-2-15,5 0-2 0,-2 0 0 0,0 0-2 16,-3-1-2-16,2 2 3 0,-9-1 2 16,3 2 0-16,-6-2-2 0,-7 0-1 0,-1 2 1 15,-1-2 0-15,-4 2 1 16,1-2 0-16,0 2 1 0,6-2-2 0,-1 0 3 0,4 0 4 15,1 0-4-15,11 0-1 0,4 0-2 16,-2 0 3-16,1-2 0 0,3 0 1 16,-1 2-3-16,3 0 0 0,-3 0 1 0,-4 2-3 15,2-2 3-15,0 0-3 16,-4 2 1-16,4-2 2 0,-4 0-2 0,3 0 2 16,0 0 0-16,-1 0-3 0,3 0 2 15,3-2 0-15,-4 0 0 0,1 2 2 0,-4-2-2 16,-10 0-2-16,-3 1 2 0,-8 1-1 15,-3 0 2-15,0 0-1 0,-5 0 0 0,-13 0 3 16,23 0 0-16,-14 0-2 0,-9 0 1 16,18 0 0-16,-18 0-1 0,14 0 6 15,-14 0 13-15,0 0 15 0,18-3 16 0,-18 3 23 16,0 0 23-16,13 0 19 16,-13 0 8-16,0 0 16 0,0 0 13 0,0 0 16 15,0 0 7-15,0 0 6 0,0 0 4 16,0 0 8-16,0 0 2 0,0 0 17 0,0 0-9 15,0 0-3-15,-44 6-19 0,44-6-7 16,-15 0-22-16,15 0-13 0,-17 0-12 0,17 0-15 16,0 0-11-16,-16 2-17 0,16-2 2 15,0 0-8-15,0 0-13 0,0 0-5 0,-16 0-2 16,16 0-7-16,0 0 0 0,0 0-7 16,0 0 1-16,0 0-9 0,0 0-3 0,0 0-10 15,0 0-4-15,0 0 1 16,0 0-7-16,0 0-5 0,0 0 2 0,0 0-6 15,47-2-11-15,-26 4-7 0,8-2 8 16,-1 0-15-16,14-2-6 0,2 4 1 0,2-4-3 16,-2 0-5-16,-1-2 9 0,-2 4-3 15,-1-4 1-15,-1 4 3 0,-4-1-3 16,4-3 3-16,-5 4 5 0,-4 0 1 0,12 0-5 16,-1 2 7-16,5 0 0 0,4-1-1 15,-3 0 0-15,5 2 3 0,0 0 7 0,-1 0 0 16,1-1-5-16,-1 0 0 0,0-2 5 15,1 2 4-15,-2-2 0 0,-3 0-3 16,-5 0-2-16,-8 0 2 0,-9 0 1 0,-2 0 8 16,-6 0-4-16,0 0 6 0,-3 0-3 0,-3 0 3 15,-11 0-2-15,19 0-2 0,-12 0-2 16,-7 0 2-16,16 0 2 0,-16 0 11 0,0 0 18 16,19-2 26-16,-19 2 23 15,7 0 22-15,-7 0 11 0,0 0 3 0,0 0 10 16,8-4 6-16,-8 4-3 0,0 0-16 15,0 0-11-15,0 0-9 0,0 0-92 0,0 0-3 16,0 0 0-16,0 0 0 0,-13-11 0 16,13 11 0-16,0 0 0 0,0 0 0 15,-8-6 0-15,8 6 0 0,0 0 0 16,0 0 0-16,0 0 0 0,0 0 0 0,0 0 0 16,0 0 0-16,0 0 0 0,0 0 0 0,0 0 0 15,0 0 0-15,0 0 0 16,0 0 0-16,0 0 0 0,0 0 0 0,0 0 0 15,0 0 0-15,9-6 0 0,-9 6 0 16,0 0 0-16,16 0 0 0,-16 0 0 0,20-3 0 16,-9 3 0-16,1-1 0 0,6-1 0 15,2 0 0-15,0-2 0 0,7 1 0 0,7-3 0 16,6-2 0-16,0 0 0 0,16-1 0 16,1 0 0-16,4-2 0 0,2 2 0 0,-1 0 0 15,1 0 0-15,4 2 0 16,-3 2 0-16,1-1 0 0,0 3 0 0,-15 1 0 0,0 4 0 15,-5-2-10-15,-3 2-12 0,0-1 2 16,-2 1 4-16,-10 0 2 0,1-2 7 16,-5 3-7-16,3 0 6 0,2-3-1 15,8 1 4-15,-5 0-1 0,5 1 0 0,-6-4 5 16,-7 2-4-16,-3 0 5 0,-2 0-2 16,-5 0 4-16,-16 0 3 0,23 0-5 0,-10 0-17 15,-13 0-1-15,16-1 3 0,-16 1 1 16,20 0 2-16,-13 0 0 0,-7 0 1 0,14 1 8 15,-14-1-6-15,0 0 0 0,0 0 1 16,16-1 3-16,-16 1 2 0,11 0-1 0,-11 0-4 16,0 0 5-16,14 0 9 0,-14 0-19 15,16 0 12-15,-7-1-3 0,4-2 3 16,7 2 4-16,-3-1-4 0,5 2-4 0,3-2 2 16,2 0 0-16,2 2 1 0,1 0 4 15,14-1-6-15,-2 2 6 0,2-1-1 16,0 2-2-16,-1-2 2 0,4 2 4 15,0-2-4-15,1 2-1 0,-1-2-1 0,1 0-1 16,-1 0-3-16,3 1 6 0,0-1 1 16,-3 3 2-16,3-2 2 0,0 0-10 0,-1 3 4 15,-1 0 0-15,-3-3-2 0,-1 2 1 16,-4 1 0-16,0-3 0 0,-10 1 2 0,-7 0 2 16,-3-2 0-16,-9 2 3 15,3-2-1-15,-5 1 4 0,0-1-3 0,-9 0 1 16,20 0 2-16,-20 0 2 0,11 0 4 15,-11 0 6-15,0 0-1 0,10-3 2 0,-10 3 3 16,0 0 2-16,2-6 8 0,-2 6 10 16,0 0-5-16,0 0-40 0,-18-7 0 0,13 3 0 15,5 4 0-15,-20-4 0 0,13 4 0 16,7 0 0-16,-18-2 0 0,9 2 0 0,9 0 0 16,-20-3 0-16,13 2 0 15,7 1 0-15,-18 0 0 0,18 0 0 0,-22 1 0 0,13-1 0 16,9 0 0-16,-17 3 0 0,17-3 0 15,-11 1 0-15,11-1 0 0,0 0 0 0,-14 0 0 16,14 0 0-16,0 0 0 16,-10 1 0-16,10-1 0 0,0 0 0 0,0 0 0 15,0 0 0-15,0 0 0 0,0 0 0 16,0 0 0-16,0 0 0 0,0 0 0 0,46-6 0 16,-29 4 0-16,3-2 0 0,4-1 0 15,10-3 0-15,3 2 0 0,4-2 0 0,11-4 0 16,7 3 0-16,4-2 0 0,5-1 0 15,4 3 0-15,5 1 0 0,2-4-5 0,0 2-26 16,2 2 4-16,-4 0 0 16,5 4 11-16,-3-3-7 0,-2 4 4 0,2 0 4 0,-7-1-5 15,-4 3 2-15,-5-3-4 0,-15 4 5 16,-3 0-1-16,-6-3-10 0,-8 0 5 16,-10 6 5-16,-2-6-4 0,-4 6 7 15,-2-6 5-15,-13 3-4 0,21-2-2 0,-9 2 0 16,-12 0 0-16,13 0 9 0,-13 0-2 15,0 0 4-15,0 0 1 0,15 0 4 0,-15 0 0 16,0 0 5-16,0 0-1 0,0 0 12 16,0 0 12-16,0 0 8 0,-40 0 12 15,23 0 1-15,-2 2-10 0,4 1-1 0,0-3-4 16,1 0-6-16,1 0 0 0,3 1-4 16,10-1-3-16,-17 0-5 0,10 2 0 15,7-2-4-15,0 0 0 0,-18 0-5 0,18 0-7 16,-9 0 0-16,9 0 0 0,0 0 0 15,0 0 0-15,-12 2 0 0,12-2 0 16,0 0 0-16,0 0 0 0,0 0 0 0,0 0 0 16,0 0 0-16,0 0 0 0,0 0 0 15,0 0 0-15,0 0 0 0,32 7 0 0,-12-3 0 16,1-4-4-16,8 2-10 0,-1-4-1 16,20 1 0-16,1-2 1 0,16 3 0 0,3 0 5 15,4-4-1-15,2 3-4 0,-1-3-2 16,4 1-1-16,4-2 0 0,-2 5 2 0,-1-2 1 15,-2 2-3-15,-1-2 7 0,-5 0-1 16,-3 0-1-16,-15 4 3 0,-3-2-6 0,-3 0 3 16,-5 2-3-16,-10 0 11 15,-8 0-5-15,-6-2 8 0,-2 0-9 0,-1 0-6 16,-5 2 12-16,-9-2 0 0,20-2 2 16,-13 4 0-16,-7-2-1 0,13 0 1 0,-13 0 2 15,10 3 1-15,-10-3 6 0,0 0 1 16,17 0-6-16,-17 0-5 0,0 0 5 15,10 0-3-15,-10 0-1 0,0 0 2 0,7 3 3 16,-7-3 4-16,0 0-9 0,2 5 8 16,-2-5-5-16,0 0 3 0,2 7-8 0,-2-7 7 15,0 0 3-15,2 5-1 0,-2-5 1 0,0 0-1 16,0 0 1-16,4 6-7 16,-4-6 10-16,0 0-9 0,0 0 4 0,1 6-1 15,-1-6-2-15,0 0 0 0,12 4 0 16,-12-4-3-16,17 1 3 0,-1 1-5 0,2-2 7 15,5 0-4-15,19 0-1 0,2 2 1 16,5-4 4-16,19 0-9 0,4-1 5 0,0-1 2 16,4 0 1-16,-2 2-1 0,1-4 0 15,-3 3-1-15,-3 0-1 0,0-1 2 0,-6-1-2 16,-14 3 5-16,-1-2-6 0,-5 2-10 16,-8 2 14-16,-4 0-2 0,-3 0-5 15,-7 0 10-15,0 2-10 0,-4-2 3 16,-4 0 0-16,2 3 4 0,-5-3 9 0,1 0-15 15,-11 0 2-15,18 1 4 0,-18-1 2 16,13 0-6-16,-13 0 1 0,11 0-4 0,-11 0-2 16,0 0-6-16,16 0 10 0,-16 0 0 15,0 0 7-15,11-1-9 0,-11 1 1 0,0 0 8 16,0 0-1-16,6 3 2 0,-6-3-2 16,0 0 8-16,0 0-10 0,0 0-1 0,0 0 5 15,0 0-2-15,10 2-1 0,-10-2 3 16,0 0-8-16,0 0-4 0,9 3 0 15,-9-3-3-15,7 4 6 0,-7-4 0 16,16 3 4-16,-5-2-3 0,5 1 6 0,9 2-6 16,11 0-4-16,5 2-3 0,11-2-10 15,11-1-4-15,1 1-18 0,1 0 14 0,2 0 4 16,2-1-3-16,-3 1 5 0,3-1 13 16,-1 1-20-16,1-1 7 0,-2-1 1 0,-1 3 5 15,1-1 3-15,-1 0-4 0,0 1 5 16,1 3-1-16,-3-3-2 0,3 1 2 0,-6 0-1 15,2 0 2-15,-4 0-2 0,-4 1 0 16,-10-3-2-16,3 0 6 0,-6 1-7 16,2 2-9-16,-6-4-5 0,-2 4-9 0,-5-3 6 15,-8-1 0-15,-4-1-6 0,0 2 2 16,-2 0 8-16,3-4 9 0,-4 3-3 16,4-1 0-16,-4 0 3 0,6 0 5 0,3 0 0 15,1-2 0-15,3 1 3 0,11 2 4 16,-1-2 0-16,8 0-1 0,-2 1 0 15,5-2-1-15,11 4-3 0,0-2-2 0,-9 2-6 16,-4-4-2-16,13 4 1 0,-11-1 3 16,2-1-3-16,-5 0 7 0,-1-1-6 0,0 1 5 15,-4-2 1-15,-2 3 3 0,-6-3 1 16,-7 0 0-16,-4 0 0 0,-3 0 5 0,1 0 1 16,-1 0 1-16,-2 0-4 15,2 0 5-15,-1-3-2 0,1 6 0 0,2-3 1 0,-1 0-2 16,-1 0 2-16,3 0 2 15,1 0-1-15,0 2 0 0,2-2 1 0,-3 0 0 16,6 0 1-16,0 0-3 0,-1 0-1 16,5 0-14-16,6-2-7 0,8 2-7 0,-8 0-8 15,6-3-2-15,-2 1-13 0,1 2-5 16,0-1-4-16,-1 1 1 0,3-2-2 0,-4 2 2 16,1 0 0-16,-2 3 6 15,-9-3 4-15,-1 2 5 0,-2 1 4 0,-3-3-1 16,-4 2 4-16,-4 0 4 0,-2 0 4 0,-1 0 6 15,-2-1 0-15,4-1 4 0,-3 3 3 0,-1-3 3 16,3 0 0-16,0 0 2 16,5 0 3-16,1 0 0 0,0 0 0 0,5 0 1 15,-1 0-7-15,5 0 2 0,-2 0 2 16,3-3-5-16,9 3 3 0,-2 0-3 0,3 3-6 16,0-3-3-16,-2 3 2 0,-2-3 1 15,3 3-2-15,-9-1 0 0,-3 0-1 0,8 1 7 16,-2-2 1-16,-5 2-1 0,1-3 0 15,8 0-1-15,4 0 0 0,-3 3 6 0,-6-3 3 16,-6 0 3-16,1 0-1 0,-10 1 4 16,4-1 0-16,-8 0-1 0,2 0 1 15,-1 0-1-15,-3 2 1 0,0-2 0 0,-2 0 3 16,2 2 0-16,-2-2 1 0,0 0 1 16,-11 0 3-16,15 1 6 0,-5 2 11 15,-10-3 13-15,11 0 7 0,-11 0 15 0,0 0 4 16,14 0 6-16,-14 0 4 0,0 0-4 15,0 0-6-15,5-4-7 0,-5 4-4 0,0 0-9 16,0 0-1-16,0 0-12 0,0 0-29 16,0 0-46-16,0 0-101 0,-7-15-120 0,7 15-136 15,0-7-202-15,0 7-22 0,2-11 65 16,-2 7-341-16,0 4-391 0</inkml:trace>
  <inkml:trace contextRef="#ctx0" brushRef="#br0" timeOffset="192788.45">7315 13776 2291 0,'-12'3'-137'0,"12"-3"41"0,-16-3 27 16,16 3 32-16,0 0 30 0,-13-2 21 0,13 2 15 15,0 0 17-15,-12-3 16 0,12 3 3 16,0 0 3-16,-6-6-8 0,6 6-7 0,0 0-8 15,0 0-2-15,0 0-3 0,0 0 0 16,0 0 2-16,0 0 1 0,0 0 2 16,54 6 5-16,-36-1 3 0,5-2 0 15,6 0 1-15,9 1-1 0,5-1-3 0,4 1 1 16,1-3-4-16,3 1-4 0,12-2-2 0,2 2-1 16,1-2-5-16,1-2-4 15,4 2-2-15,-4-2-3 0,-5 1-5 0,1 1 0 16,-14-2-2-16,1-1 1 0,-6 1 1 15,-4 2-8-15,-8-2 0 0,-7 0-3 0,-4 2 0 16,0-2 3-16,-2 1-2 0,-2 1-4 16,2-3 1-16,-1 3 3 0,0-2-2 15,2-1-3-15,-2-1-2 0,5-1 2 0,2 2-3 16,2-3 1-16,-2 0 4 16,2 2-3-16,-1 0-6 0,11-2 7 0,-9 1-4 15,-2 3 0-15,1-2 1 0,2 0-1 16,-3 2-4-16,1 2 5 0,-4 0-4 0,0 0-1 15,1-2 0-15,1 2 1 0,-2 0 3 16,1 0-1-16,-4 2 0 0,1-4-3 0,-3 2 3 16,0 0 2-16,2-2 1 0,-8 2 4 15,4-2-3-15,-1 2-2 0,-1-2 3 16,1 0-5-16,-15 2 0 0,25-2 1 0,-16-1 1 16,1 3-4-16,-10 0 3 0,18-4-3 15,-9 2-2-15,-2 0 3 0,-7 2-4 0,23-2 6 16,-10 0-5-16,7 0 3 0,0 2-1 15,5 0 4-15,2-3-2 0,-1 2 3 16,5 1-7-16,10-4 2 0,-2 0 2 16,7 1 0-16,-2-1-9 0,1-2 6 0,12 2-5 15,-9-4 4-15,0 4 0 0,-5-2-1 16,1-1 0-16,0 0 6 0,-4 0-6 16,-4 2 1-16,-7 2-1 0,-6 1 3 0,-6-2-4 15,0 3 2-15,-4-1-5 0,-1 0 4 16,-12 2-2-16,21 0 0 0,-21 0 1 0,15-3 7 15,-15 3-6-15,15 0 0 0,-7 0 5 16,-8 0-1-16,15 3-2 0,-6-3-1 16,4 0 2-16,-1 0 1 0,6 2-3 0,4-2 6 15,9-2-4-15,13 2-1 16,3 0-4-16,3-4-3 0,0 2-7 0,15-2-1 16,-1 1 6-16,5-2-3 0,-5-1 1 15,7 1 1-15,-4-1-2 0,1-1-1 0,-1 0 2 0,-3 2-2 16,-3-2-2-16,-14 2 2 15,-8 1-2-15,-6 1-3 0,-10 3 2 0,-4-4 2 16,0 3 4-16,-5-1-4 0,-2 2 8 16,0 0-1-16,-2-2-2 0,-10 2 0 15,19 0 2-15,-19 0 2 0,17 0 4 0,-17 0-4 16,15 0 3-16,-5 0-2 0,-10 0 4 16,14 2-1-16,-2-2 2 0,-12 0-2 15,17 2 0-15,-7-2 1 0,1 1-1 16,-1-1 3-16,-10 0-1 0,21 2 3 0,-5-2-3 15,-2 0 2-15,8 2-2 0,4-2-3 16,5 0-1-16,10 0-12 0,7 0-3 0,-4 0 1 16,4-2 4-16,1 2-4 0,-1 2 4 15,1-2 1-15,3 2-2 0,-2-1 3 16,-5 1-1-16,-1 0 1 0,0-2 1 0,-7 5 3 16,-10-4-4-16,-4 1 1 0,-1 0 0 15,-10 0 1-15,2-2 2 0,-1 1 1 0,-2 1 0 16,1 0 2-16,-4-1-2 0,-8-1 4 15,16 2-3-15,-16-2 1 0,12 4-1 0,-8-3 1 16,-4-1 2-16,9 4-1 0,-2-1-2 16,-7-3 6-16,9 5-2 0,-3-3-1 15,-6-2-1-15,5 5 2 0,2-1 0 16,-7-4 1-16,5 5 1 0,-5-5-2 16,9 3 0-16,-9-3 1 0,8 7 3 0,-5-4-5 15,4-1 1-15,-7-2 2 0,17 7 1 16,-4-2 1-16,10 0-3 0,2 1 1 0,11 2 0 15,2-1 1-15,0-1 0 0,6 3-1 16,-4-2-1-16,4 2 3 0,-5-1 2 0,2 0-4 16,3 0 3-16,-2-2-1 15,0 3-1-15,-5-1 1 0,-1 2-2 0,-11-5-1 16,-1 1 4-16,-7-2-2 0,0-1 3 16,-2 2-3-16,-2-3 0 0,3 4-3 15,-3-3 6-15,0-1-4 0,-1 1 1 0,3 1 1 16,-1-1 0-16,-3-1 0 0,1 1-2 15,-5-2 0-15,2 1-2 0,1 0 1 0,-10-2 1 16,13 4 0-16,-5-3 0 0,-8-1 0 16,14 4 2-16,-14-4 0 0,7 3-1 15,-7-3 0-15,11 4 2 0,-3-3 1 16,-8-1 1-16,23 2-2 0,-8-2-1 0,12 0 0 16,5 0 2-16,10 2-2 0,1-2 2 15,6 0-2-15,-4 3 1 0,1-2 1 16,-1 1-2-16,3 0 0 0,0 0 0 0,-2 0-2 15,-4 1 3-15,0-1 0 0,-3 1-3 16,-1 1 3-16,-7-3-3 0,-6 1 3 0,-6 2-2 16,2-4 0-16,-8 1-2 0,3-1 2 15,-5 2 2-15,0-1 0 0,-11-1-1 16,20 0 1-16,-20 0-1 0,12 2 1 0,-12-2 0 16,14 0-4-16,-14 0 4 15,11 2 1-15,-11-2-4 0,0 0 3 0,18-2-2 0,-18 2 2 16,0 0 0-16,18-2-2 15,-18 2-1-15,24-1 2 0,-11 1-2 0,0-2 2 16,9-1-2-16,-4 1 0 0,3 0 0 16,4 1-1-16,2-3 0 0,13 2 3 0,-2-1 0 15,0-2-1-15,2 3 0 0,2-2 1 16,-2 0 1-16,2 2-1 0,0 0 0 16,-2-1 2-16,2-1-2 0,-3 1 0 0,2 0-1 15,1 1 2-15,-3-2-2 0,8 4 1 16,-6-3-2-16,5 0 2 0,-4 1 2 0,2 0-3 15,-4 1 2-15,2 1 0 16,0-4-2-16,-2 4 1 0,-8-2-1 0,-1 2 3 0,-1-1-4 16,-1-1 3-16,1-1 0 0,1 3-2 15,-4 0 1-15,-1-2-3 0,1 2 3 16,-7-2-3-16,4 2 5 0,-5 0-3 16,-1-2 0-16,4 0 0 0,-5 1 0 15,2 1 1-15,0-3-1 0,1 2-1 0,-2 0 1 16,1-1 1-16,-2 2-2 0,2-4 2 15,-6 4 0-15,7-2-1 0,-3-1 1 0,-4 2 0 16,7-2-2-16,-4 3 2 0,4-4 0 16,-2 2-2-16,2 0 1 0,-3-2 0 0,3 2 2 15,0 0-2-15,-1 0 1 0,3-2 0 16,1 0 1-16,2 1-3 0,2 3 3 16,0-4-2-16,2 2 1 0,-4-2-3 15,7 2 0-15,6 0 2 0,-6-1-4 0,6 0-2 16,-6 1-2-16,6-2 4 0,-5 4-2 15,-7 0 2-15,3-4 2 0,0 3 0 16,-3-1 0-16,1 2 0 0,-2-2 2 0,-5 0-1 16,5-2 2-16,-3 2-1 0,-3 2-1 15,1-4-4-15,2 2 2 0,-3 0 2 0,1-2-1 16,2 4-5-16,-3-3-4 0,1 1 4 16,0 1-3-16,-3-1 3 0,-2 0 2 15,-2 2 1-15,3-1-2 0,-5-1 0 0,-1 0 2 16,-1 2 1-16,-9 0-1 0,18-2-1 15,-18 2 2-15,13 0-1 0,-13 0 2 0,11 0 0 16,-11 0 1-16,12-3 0 16,-12 3-2-16,13 0 2 0,-13 0-1 0,17 0 2 15,-6-1-1-15,-11 1-1 0,33 0 0 16,-18 0 1-16,4 0 0 0,2-2 4 0,2 2-1 16,2-2-4-16,1 2 2 0,5 0 1 15,-3-2-2-15,1 0 1 0,1 2-1 16,13-1 3-16,-9 1-3 0,8 0 3 0,-5-2-2 15,4 4 2-15,2-4-2 0,-8 2 0 16,9 0-1-16,-1 0 2 0,2 0 4 16,-2 0-6-16,3 2 0 0,-2-2 3 0,0 1-5 15,1 1 3-15,0-2-4 0,-4 2 2 16,3 0-1-16,-4-2 0 0,-2 2 1 16,-4-1-4-16,-5 2 2 0,11-1 2 15,-10 0 2-15,-1 0 1 0,-2 1-2 0,0-1-3 16,-1-1 1-16,-3 4 1 0,1-5-1 15,3 4-1-15,-2 0-4 0,4-3-4 0,-4 2-5 16,2-1 2-16,-1 2 3 0,-2-2-5 16,5 2 6-16,-2-3 0 0,-2 3-1 0,2-4 2 15,-1 2 3-15,-1 2-1 0,2-4 2 16,-3 2 1-16,5-1-1 0,-2 2 3 16,-1-3-1-16,1 2 1 0,2 0 0 15,-2 0 0-15,-1 0 0 0,1-2 1 16,1 2-2-16,-3-2 2 0,-2 2 0 0,-2-2 2 15,1 0 0-15,1 0 1 0,-1 2-1 16,-3-4-2-16,-2 2 3 0,2 2-2 0,-2-2-2 16,-2 0 5-16,0 0-3 0,-1 0 0 15,3 0 1-15,-2 0 0 0,0 0 0 0,3 0 0 16,-4 0 0-16,4 3 0 0,2-3-2 16,-6 0 2-16,4 0 0 0,-3 0 1 15,0 0 0-15,0 0-5 0,1 2 3 0,0-2 1 16,-2 0-2-16,3 2 0 15,-1 0 2-15,-2-2 1 0,2 2 0 0,4-2-2 16,0 0-1-16,1 2 2 0,-1-2 1 0,5 2-1 16,0-2-1-16,4 0 1 0,-2 0 2 15,1 2-1-15,-1-2-1 0,2 0 1 16,-1 0-1-16,3 3-1 0,-1-3 0 0,1 0 3 16,9 3-4-16,-1-3 2 0,2 2-1 15,-1 0 2-15,-6-2-5 0,-4 2-2 16,8-2 0-16,-4 0-4 0,-1 0 4 0,7 3-1 15,2-3-1-15,-1 1 4 16,-5-1 1-16,-8 0 1 0,12 2-2 0,-6-2 1 16,8 0-3-16,-2 1 1 0,-5 1 2 15,-5-2 1-15,12 0-2 0,-2 0-7 0,4 2-2 0,-5 0-2 16,6-2-5-16,-4 2 4 16,4-1 0-16,-6-1 2 0,1 1 0 0,-6 2 2 15,-3-3 2-15,-3 0 1 0,1 0 6 16,2 1-1-16,-3-1-1 0,3 0 1 15,-3 0-3-15,15 0 5 0,-9 0-4 0,-2 0 3 16,8-1-3-16,5 1 2 0,-4 1-8 16,2-1 3-16,0 0 1 0,0 0-2 0,0 0-1 15,-3 0 2-15,-1 0 1 0,4 2 0 16,-2-4-1-16,-6 2 5 0,6 0-3 0,2-1 0 16,-4 1 2-16,-3 1 1 15,5-2 0-15,1 1 3 0,-3 0-2 0,4-3 2 16,-3 3 0-16,-1 0 2 0,-4-1-3 15,9 1-3-15,-4 0 1 0,2 0 0 16,0 1 1-16,-1 2-1 0,2-3 0 0,-4 1 2 16,-4-1-2-16,-7 2 0 0,13 0-2 15,-9 0 2-15,-1 0 6 0,-5-2-1 0,0 0-1 16,3 3 0-16,1-3-2 0,1 2 1 16,10-1-1-16,-2-1 2 0,3 2-2 0,0-2 2 15,0 2 1-15,0-2-2 0,0 0 1 16,0 0 0-16,-2 2-2 0,-5-2 3 15,-5-2 2-15,10 5-6 0,-8-3 0 16,-3 2 2-16,-1 0-1 0,3-2 1 16,-3 3 1-16,10-2 0 0,-4 1-4 0,7 2 4 15,3-4 0-15,-5 2 3 0,4-1-5 16,-3-1 1-16,-1 2 1 0,4 0 4 0,-4-4-4 16,6 2 1-16,-4 0-4 0,1 0 4 15,0 0 0-15,2 0-5 0,-3-2 5 0,2 2 1 16,-2 0-5-16,2 0 3 0,-9 0-6 15,8 0 0-15,-3-1-4 0,-2 1 4 16,-6 0-3-16,-1 0-3 0,1 0 2 0,10-2 2 16,-1 2 0-16,3 0 2 0,-9-2-2 15,7 2 0-15,2 0 4 0,-1-2 0 0,-3 0 2 16,4 2-2-16,-7 0-3 16,5 0 4-16,4-1 1 0,-2 1-1 0,1-3-5 15,4 6 6-15,-2-6-8 0,1 6 4 16,1-3 0-16,-1-3 3 0,-1 6-5 0,1-3 3 15,1 1 2-15,-1-1 0 0,-4 0 1 16,0 0-2-16,5 0-4 0,-1 0 4 0,-2 0-2 16,-2-1 2-16,5-2 0 0,-3 3-3 15,-4 0 7-15,1-2-5 0,-1 0 2 16,-2 1 0-16,-5 1-1 0,-3 0 2 0,-1 0-1 16,1 0-1-16,-1 0-10 0,3 1-2 15,6-1 5-15,-5 0-2 0,-7 0 6 16,2 0-5-16,-2 0 0 0,1-1 5 15,-3 1 5-15,-1 0-5 0,2-2 1 0,1 0 0 16,-1 0-2-16,-1 2 2 0,2-1 1 16,0-1 1-16,1-1 3 0,1 3-2 0,-1 0-2 15,3 0-5-15,10 0-8 0,-6 0 0 16,-7 0 5-16,5 3-1 0,-3-3 4 16,1 0-4-16,-1 2 5 0,-1-2 0 0,1 0 4 15,1 1 4-15,9-1 7 16,4 2 2-16,-3 0-8 0,7 1 3 0,0-1-5 0,1 0 5 15,1 2 1-15,-3-2 14 16,3 0 7-16,-3 0 8 0,-6 1 9 0,-9-1-2 0,-7 0 4 16,-6 1 5-16,-2-1 5 15,-1-2 7-15,-3 2-3 0,-6-2-1 0,5 1-7 16,-12-1-5-16,17 0-4 0,-17 0-5 16,14 0-5-16,-14 0-2 0,7 2-8 15,-7-2-16-15,0 0-31 0,0 0-48 0,0 0-87 16,0 0-120-16,0 0-291 15,0 0-73-15</inkml:trace>
  <inkml:trace contextRef="#ctx0" brushRef="#br0" timeOffset="196589.77">7367 12525 1390 0,'0'0'-106'15,"0"0"22"-15,0 0 23 0,-5-4 26 16,5 4 28-16,0 0 14 0,0 0 1 16,0 0 3-16,0 0-6 0,0 0 13 15,13-11-6-15,-13 11 5 0,21-5 1 16,-6 4-2-16,2 1-1 0,5-3 11 0,5 3 1 16,2 3 6-16,11-2 3 0,-2 2-3 15,2 1-1-15,-2 0 5 0,3 1 7 0,-4-1-4 16,3 0-5-16,5 2 0 0,-4-6 7 15,5 2-3-15,1-2-2 0,1 2-1 0,-1-4-7 16,3 0 0-16,-2 0-2 0,-2-2-4 16,2 0 0-16,-5 0-1 0,-1 1-3 15,-2 1 0-15,-5 0-3 0,-9 0 0 0,-2 2-3 16,-2-2 0-16,-3 2-3 0,-2 0 1 16,-2 0-5-16,0 0 0 0,-1 2 2 15,-1-2 0-15,-13 0-3 0,25 2 2 16,-9-2-6-16,-5 2 3 0,-11-2 3 0,26 0-2 15,-13 0 1-15,7 0 1 0,1-4 7 16,6 0-3-16,2 2 2 0,8-3-4 16,-1 2-2-16,2-1 5 0,0 1-6 0,3 1-1 15,-1-1-1-15,-8 3 1 0,-2 0-1 16,1 0 0-16,-1 0-2 0,8 3-1 0,-7-1 0 16,-5-1 2-16,-2 1 0 0,-5 2-2 15,-1-2 3-15,7 2-4 0,-1-4 4 0,2 0-1 16,5 1-1-16,-1-1 1 0,12-1-4 15,0 1 3-15,-2-3-3 0,2 2 4 16,-12-1-3-16,1 0 4 0,-5 0-6 16,3 2 3-16,-2 0 0 0,-4 0-2 15,-5 0-5-15,4 0 5 0,-9 0 0 0,0 0 1 16,-13 0-2-16,24 0 2 0,-13 0 0 16,-11 0 3-16,19 2 1 0,-6-4-4 0,3 0 5 15,2 1-2-15,3-1 1 16,4-1-2-16,2 2-1 0,0-3-2 0,2 0 2 0,-2 3 1 15,4 0-3-15,-3-2 0 0,13 0 2 16,-7 3-1-16,-5 0 0 0,12-2-2 16,-6 2 0-16,-7 0 3 0,15-2 3 15,-4 2-3-15,3 2 1 0,2-2-2 16,3 0-1-16,0-2 1 0,-2 4-1 0,5-2 4 16,2 2-1-16,-2-2-1 0,0 2-1 15,0-1 0-15,-3 2 1 0,0-1 1 0,-4 4-1 16,-2-3-3-16,-2 2 0 0,-3 0 1 15,-3-1 2-15,-8-3-1 0,0 4-4 0,-3-1 4 16,3 0 0-16,0 0 0 0,0-4 0 16,0 3 1-16,1-1-1 0,2 2 1 15,1-2 3-15,-1 2-5 0,-1-2-3 0,11-2 5 16,-5 4-6-16,-9-2 5 16,3 0-2-16,-2 2 1 0,-4-4 0 0,-2 3 0 15,-2-2-2-15,3 1 2 0,-7-1 2 0,1 1-1 16,0 0 2-16,1 2-5 0,1-2 3 15,1-2-2-15,0 2 0 0,4 0 2 16,-1 0-5-16,2 0 5 0,4-2 1 16,1 2-3-16,2-2 0 0,1 2 1 0,-1-2-1 15,13 0-2-15,-8 0 1 0,-6 0 2 16,3 0-2-16,-2 0 3 0,-3 0-1 0,3 0 2 16,0 0 0-16,-1 3-1 0,3-3-2 15,8 0 2-15,4 0-5 0,-1 0-5 0,1 0 0 16,3 1-5-16,-1-2 0 0,2 1 0 15,-2 0 2-15,1 0 0 0,2 0 2 16,-1-3 1-16,1 3-2 0,-2 3 1 16,0-3 5-16,-3 1 0 0,-3 1 0 15,1 0-2-15,-11 0 4 0,-1 1 2 0,-2-1-4 16,-2 0 2-16,4 2 4 0,12 0-3 16,-3 0-2-16,-1-1-7 0,6 0 1 0,-2-3-2 15,6 2 7-15,-2 0-6 0,1-2 2 16,-1 0 1-16,3 2 3 0,-2-2 5 0,-2-2-8 15,-1 2 5-15,1 0-4 0,-2 0 5 16,0-2-2-16,0 2-1 0,-9 0 2 16,6 2 2-16,-4-2-2 0,6 0 2 15,2 0 2-15,-9 0-4 0,7 0 3 16,0 0-1-16,-5 0 1 0,6-2 1 0,0 2 1 16,4-2-2-16,-2 0 0 0,-1 1-2 15,4 1 5-15,-6-3-4 0,2 3 2 0,0-2 0 16,-9 2-4-16,-3 0 4 0,-3 0 1 15,-1-2-3-15,-5 2 1 0,1 0 2 0,-1 0-4 16,1 0 3-16,-5 2 0 0,5-4 4 16,0 2-2-16,0 0-5 0,1 0 4 15,5 0 2-15,0 0-3 0,-1 0-2 0,1 0 5 16,14-2-5-16,-9 2 2 16,5-3 2-16,-4 3 2 0,-5-3-4 0,10 3-4 15,-8 0 1-15,-1-2 4 0,-3 2-2 16,3 0 6-16,-3 0-4 0,3-2 3 0,-1 2-5 15,1 0 3-15,-1 0 0 0,3 0-3 16,9 0 3-16,3 0-3 0,-4 0-1 16,4 2 1-16,-2-2 0 0,-2 0 0 0,1 0 4 15,1 2-4-15,-7-2 2 0,3 0 3 16,4-2 0-16,-11 2-4 0,0 2 0 0,-5-2 0 16,6 0 4-16,-7 0-7 0,2 0 0 15,1 3 1-15,-3-2 4 0,1 1-3 0,-2 0 4 16,6 0-4-16,-4 0 1 15,1 1 1-15,12-2 0 0,0 1-2 0,0 0 1 16,0-2 0-16,-6 2-4 0,9-4 4 16,-2 4-4-16,1-4 5 0,0 2-6 15,-8 2 5-15,8-2-3 0,-1-2 4 0,-2 2-1 16,-4 0-2-16,-5-2 1 0,2 2-1 16,8 2 2-16,-3-2 1 0,7 0-3 0,-3 0 0 15,2-2 6-15,-4 2-6 16,6 0 2-16,-4-2 0 0,3 2-2 0,-4-1 0 15,4-2 4-15,-5 3-4 0,4-2 2 0,-3 0 1 16,-1 0 2-16,2 0-3 0,-1 1-2 16,-8-2 4-16,9 3-2 0,-9-2-2 0,-1 2 3 15,-3-2-1-15,0 2 1 16,1 0-4-16,-1 0 3 0,3-2 1 0,-5 4-1 16,1-2-2-16,0 0 2 0,0 0 0 15,2 0 1-15,-3 0 0 0,1 0 1 0,2-2-2 16,-3 2 0-16,2 0-1 0,5-1 1 15,5-3 4-15,0 2-3 0,2 1-1 0,-1-2 0 16,-7 1-2-16,-3 0 3 0,11 0 2 16,-6 2-1-16,-6-2-2 0,12 2-1 15,3-2-2-15,-4 2 2 0,5-2 2 0,-2 2-1 16,3-2-2-16,2 0 3 16,-2 2-1-16,1-2-3 0,-1 0 0 0,2 0 4 15,-2 1 0-15,-3-1 0 0,4 1 0 0,-4-2-1 16,2 1 3-16,-5 2-3 0,6 0 0 15,-8-2 4-15,7 4 0 0,-2-2-8 16,-2 0-6-16,-4 0-2 0,7 0-4 0,-2 0 2 16,2 2-2-16,-9-2 1 0,7 0 2 15,-1 0 2-15,3 0 3 0,-4 0-4 16,-3 0 5-16,7 0-5 0,-1 0 8 0,-1 0-4 16,2 0 1-16,-4 0 3 0,6 3 1 15,-6-3-3-15,3 1 3 0,0 1 1 0,-2-2-5 16,5 1 3-16,0-1 4 0,-6 2-1 15,10 0-2-15,-4-2 5 0,3 0-2 16,-3 2-4-16,3-2 2 0,-1-2 2 16,-1 4-1-16,3-2 2 0,-1 0 0 0,2 2-1 15,-3-2-1-15,3 0-2 0,0 0 2 16,1 2-2-16,-3-2 2 0,4 0-1 16,-3 0 2-16,1 0 1 0,-3 0-2 0,3 0-5 15,0 2 6-15,0 0 0 0,-2-2 1 16,6 2-4-16,-3-2 5 0,-1 0 0 0,-2 0-1 15,1 0 1-15,-1 2-1 0,1 0 1 16,-1 0-1-16,2-2 1 0,-1 0-1 0,1 3-1 16,-1-2-2-16,0 1 8 15,3 2-5-15,-2-3-1 0,1 3 0 0,-1-2 0 16,-1 1 4-16,2 0-1 0,-1 1-3 16,1-2 2-16,13 1-2 0,-5 2 6 15,-12-3-2-15,1 1 4 0,-1 1 4 0,-1-4 0 16,3 4 4-16,-2-2-7 0,0 0 5 15,-1 0-3-15,2 0-5 0,-3 1 7 0,5-1-9 16,-3-1 3-16,1 3-1 0,-1-2 3 16,1-1-5-16,-1 3 1 0,2-1-2 0,-1-2 0 15,1 1 1-15,-1 0-6 0,3 0 4 16,-2 0 0-16,5-1-2 0,-4-1 6 16,1 2-5-16,0-2-2 0,3 2 1 0,9-2 0 15,-13 1 0-15,0 1 3 0,13 0-5 16,-11 0 5-16,9-1-3 0,-11 1 1 15,-1 0-2-15,1 1 1 0,-1-1 0 16,1 0 0-16,-1 1-3 0,0-3 2 0,-1 3 1 16,4 1-2-16,1-3-1 0,8 3 4 15,2-2-3-15,-1 1 2 0,-2 1-3 0,2-1-2 16,-1 0 1-16,3 1-1 0,-1-3 5 16,0 3-6-16,0-1 1 0,-2 1 5 15,-13-1 1-15,2 1-5 0,0-3 6 0,1 4-4 16,-1-5 2-16,0 4-5 15,1-2 5-15,0 0-2 0,-1-1 3 0,3 1-2 0,11-1-1 16,0-1 5-16,-13 2-4 16,14 1 1-16,-1-1-3 0,-2 0 2 0,1 0 2 15,2 1 0-15,-4 0-2 0,-12-1-4 16,3 2 4-16,-4-4-3 0,-3 3 0 0,1 0 4 16,-4-3-3-16,2 2 1 0,-4-2 1 15,-6 2-1-15,6-2 0 0,-6 1 4 16,-6-1-2-16,5 0 0 0,7-1-2 0,-5 2 2 15,4-1-2-15,-4 0-1 16,-5 0-2-16,0 0-2 0,13-1 1 0,-11 1 2 0,-1 0 0 16,-3 0-3-16,5 1 2 15,-5-1 1-15,1 0 2 0,0 2 0 0,-1-2-1 0,3 0 0 16,-2 0-3-16,1 0 6 16,12 0 1-16,-3 0-2 0,4 2-1 0,-2-2-5 15,3 2 2-15,4-2 4 0,-2 2-5 16,-3-2 3-16,4 0-5 0,-4 1 7 0,-7-1 0 15,-7 3 3-15,-6-3-3 0,0 0 0 16,-5 0 6-16,0 0 6 0,-3 0 7 16,-1 0-6-16,-3 0 3 0,-11 0-3 0,19 0-3 15,-12 0 1-15,-7 0-5 0,20 0-2 16,-20 0 0-16,16 0-1 0,-8-3-2 0,-8 3-1 16,17 0 4-16,-17 0-2 15,11 0-1-15,-11 0-1 0,13-1 3 0,-13 1 1 16,0 0-1-16,11 0 9 0,-11 0 1 15,0 0-3-15,0 0-3 0,0 0 5 0,0 0-2 16,0 0-5-16,0 0-16 0,0 0-37 16,0 0-66-16,0 0-107 0,0 0-274 15,0 0-2-15</inkml:trace>
  <inkml:trace contextRef="#ctx0" brushRef="#br0" timeOffset="200471.98">7380 11228 1219 0,'0'0'-100'0,"-4"5"19"15,4-5 8-15,0 0 14 0,0 0 17 16,4 7 14-16,-4-7 9 0,0 0 17 0,9 8 11 16,-9-8 14-16,12 2 8 15,-2-2 5-15,-10 0-1 0,19 0-3 0,-8-2 4 16,5 2-2-16,0-2-4 0,4 0 0 16,1 2-6-16,5 0-3 0,1-1 2 0,1 2-7 15,17-1 0-15,0 0 4 0,3 0-3 16,1-1-7-16,6 1 2 0,8-3 2 0,8 2-2 15,-2-2 1-15,1-2-8 0,0-3 1 16,1 2-4-16,0-1 3 0,-3 0 2 16,3 2 5-16,-3 0-8 0,-1-2 7 0,-1 3-7 15,-5-2 1-15,-11 4-2 0,-2-1 0 16,-1 3-5-16,-7 0 11 0,-5 0-7 0,-9 0-1 16,-3 0 1-16,-2 0 1 15,-4 1-6-15,-1 1 9 0,1-2-7 0,-4 0 2 16,2 2 0-16,-1 0-2 0,4-2-2 15,-6 0 8-15,3 2 2 0,3-4-5 0,1 2-2 16,1-2 4-16,0 0-2 0,7 0-2 16,-1 1-1-16,-1-2 2 0,1 0 3 0,-1 1-5 15,0 0 4-15,0 0-2 0,0-2-3 16,-5 4 2-16,5-4 1 0,2 1 0 16,-2 2 1-16,2-1-3 0,0 0 0 0,12-2 4 15,3 1-1-15,2-1-1 0,3 0 1 16,1 1-3-16,2 0 6 0,8-5-8 0,2 4 4 15,-10 1-3-15,-2 0 1 16,1 3 4-16,-5-2 2 0,1 2-4 0,0-2-1 16,-8 4-2-16,-2-2 1 0,-9 2-2 15,3-2 6-15,-4 1-3 0,2-1 9 0,0 2 4 16,0-2-1-16,2 0 2 0,-1 0 2 16,3 0-4-16,13-2 0 0,0 1 0 0,-2 1-6 15,4-2-4-15,-5 0 6 0,3 0 1 16,-6 1-4-16,-4 1 1 0,-7 0-3 15,-4 0-2-15,1 0 4 0,-6 0-5 0,1 1-1 16,-4 1 5-16,-1 0-3 0,-1 0 3 16,3-1-5-16,-5 1 7 0,3 1-7 15,-1-3 5-15,2 2 1 0,6-2 0 16,4 2-4-16,1-2-2 0,3 0 3 0,1 0 1 16,12 0-1-16,-8 0 0 0,-3 2-3 15,-3-2 1-15,-1-2 0 0,-4 4-2 0,-2-2 4 16,0 0-1-16,-6 2-3 0,0-2 2 15,-1 1 0-15,-1 2-2 0,1-3 3 16,-3 3 0-16,7-2 1 0,-6-1 0 0,6 2 1 16,0 0-4-16,4 0 2 0,-3-1 2 15,3-1-7-15,1 2 5 0,1-2 2 0,-1 0-4 16,-3 1 4-16,7-1-5 16,-4 0 3-16,2 3 2 0,-5 0-1 0,5-2-1 15,-4 1-3-15,2 1 5 0,1 0-6 16,-1-1 3-16,2 2 0 0,0 2-1 0,-1-5 2 15,1 0-3-15,2 2 5 0,4 0-1 16,7-2 1-16,4 3-4 0,4-2 1 0,1 0-5 16,3 0 5-16,6-2-1 0,5 4-3 15,-12-2 3-15,0 0-1 0,3 1 3 16,-5 1-3-16,1-1 3 0,-2 2-2 0,-2-1 1 16,1 1 7-16,-2 0 4 0,-4-1-2 15,1 1 4-15,3 0 2 0,0-2-7 0,0 1 5 16,7 0-1-16,0-2-2 0,13 0-1 15,2 1 1-15,3-1 0 0,2 0 3 0,0 0-10 16,-4-1 0-16,3 1 1 0,-5 0 0 16,-1 0-1-16,-11-1 2 0,-2 1-3 15,-3-1 0-15,-1 4 2 0,-1-3-6 16,0 2 4-16,-2-1 2 0,1 2 0 0,0 0-4 16,-3-3 1-16,4 2 2 0,-4-1 1 15,4-1-4-15,2 1 3 0,1-1 0 16,4 0-1-16,-2-2-2 0,2 1 4 0,2-1-2 15,-4 2 1-15,0 0-5 16,0-2 0-16,-3 0 3 0,0 0-2 0,-6 2 1 16,2-1 0-16,-4-1 3 0,-5 0-7 15,-3 3 6-15,-1-2-7 0,6 0 6 0,-1 1-2 16,-7 0 0-16,3-2 1 0,9 0 0 16,-5 2 4-16,4-1-6 0,1-1 2 0,3 0-2 15,-2 0 9-15,4-1-8 0,0 1 7 16,1-2-6-16,1-2 3 0,1 3-6 0,-1 0 0 15,-1-3 6-15,0 2-7 0,-2-2 2 16,-2 3 5-16,-3-1-1 0,2 0-2 16,-7 0-1-16,-3 2 1 0,8-1-3 0,1-1 0 15,3 1 3-15,-2 1 0 0,2-2 5 16,-4 2-5-16,3-2 3 0,0 0-1 16,0 1-2-16,2 0 1 0,2-2 0 15,-3 0 3-15,5-1-4 0,0 1 3 0,-1 1-4 16,1 0-1-16,-1-1 5 0,0 0-3 15,-4 2 1-15,0-2 1 0,-2 5-2 0,-1-4 2 16,-6 2-2-16,-4 0 0 0,1 0-1 16,10 2 0-16,-2-2 6 0,1 0-2 15,-5 1-2-15,9-1 4 0,-3-1-5 0,2 1 3 16,-2 0-1-16,5 0-1 0,-4-2-2 16,4 2 3-16,-1-1-2 0,4-1 2 0,-2 0-2 15,1 0 0-15,-1 1 3 0,1-1 6 16,-3 0 7-16,3 2-2 0,-4-2 1 0,-2 2 1 15,1-1 0-15,-2 1 0 0,1-2-4 16,-8 2 4-16,7 0-4 0,-5 0-1 16,5 0 1-16,3 2-5 0,2-2 3 15,-3-2 0-15,3 0-4 0,0 2 2 0,0-2-3 16,-1 2 3-16,-1-1-2 0,4-2-2 16,-6 2-2-16,3 1 2 0,0-1-1 15,-2-1 0-15,1 2-3 0,-6-2 0 0,4 1 2 16,-10 1-1-16,1 0 1 0,-1 0-2 15,-4 0 0-15,5 0 3 0,9-2-3 0,-6 4 1 16,4-2-1-16,3 0-1 16,-4 0 1-16,3 0 0 0,-5 0 2 0,4 1-2 15,-6-1 3-15,-7 0-2 0,5 2-3 16,6-2 4-16,-4 0-1 0,-4 2-5 0,-1-2 5 16,3 0 2-16,6 0-5 0,3 1 3 15,1-1-1-15,-2 0 2 0,3 0 0 0,2 0-2 16,-5 0 1-16,5 0-1 0,1 1 0 15,-4-1 2-15,2 3 0 0,3-3-3 16,-1 0 2-16,-2 3 0 0,-2-1 1 0,3-2-3 16,1 2 3-16,-4-1 1 0,-1 1 0 15,0 0-3-15,0-2 2 0,-8 0 1 0,8 0-2 16,-7 0-2-16,4-2-1 0,3 2 2 16,0 0-1-16,0 0 0 0,2-2 2 15,2 2-1-15,-2 0-1 0,3 0 1 16,-1 2-3-16,1-2 7 0,1 0-3 0,-2 2-2 15,-2 0 2-15,-1-2 0 0,0 1 0 16,-3 1-3-16,-1-2 1 0,-4 2 1 0,-5-2-3 16,11 2 6-16,-7-2-1 0,-4 0 1 15,14 0-3-15,-4 1-1 0,6-1 2 0,-2 2 2 16,-1-2-5-16,6 1 4 0,-1-1-1 16,4 1 0-16,2-1-1 0,-3 3 1 15,-2-3 0-15,3 1-1 0,-5 1 0 0,3-2 1 16,-5 2-2-16,2 0 0 0,-4-2 2 15,0 2 0-15,-2-1-2 0,1-1 1 0,0 2 1 16,2-2 2-16,0 2-2 0,-1-1 1 16,5-1-1-16,0 0-1 0,0 0-3 15,-1 0 5-15,3 0-3 0,0-1 1 16,-2-1 2-16,4 2-3 0,2 0 2 0,-5-2 0 16,2 1-3-16,-2 1 2 0,-2 0-1 15,1-2 3-15,-7 2-2 0,5 0-1 0,-6 0 0 16,4-2-1-16,-2 2 4 0,2 0 0 15,0 0-5-15,1-2 3 0,1 2-1 16,1 2-2-16,1-2 4 0,0 0 2 0,1 2-4 16,1 0 1-16,3-2-1 0,-1 1 3 15,11-1-7-15,-12 2 6 0,3-2 0 16,-1 2-3-16,-4-2 4 0,1 0-1 16,3 1-1-16,-5-1 5 0,2 2-6 0,1-2 2 15,-3 4-3-15,2-4 0 0,0 1 0 16,0-1 2-16,11 4-1 0,-11-2 4 0,3-1-3 15,6 2-2-15,-7-1 0 0,0 0 6 16,8 1-5-16,1 1 0 0,-10-2 0 0,3-2 2 16,-2 4-1-16,-3-4 2 0,0 1-2 15,-1 0-4-15,1-1 3 0,1 2 2 16,-3 0-1-16,3 0 0 0,2-1-3 0,-1 4 3 16,10-5 0-16,-11 4-1 0,0-1 1 15,-1-1 0-15,0 0 0 0,3 2-1 16,-3-2 1-16,12 4 1 0,-11-3-2 15,0 0-2-15,-1 0-1 0,1-1 4 0,-3 2-3 16,-1-2 4-16,-1 2-2 0,2-2-3 16,-2 0 3-16,1 2-1 0,-3-1 0 0,2 0 2 15,0 0 1-15,-1-2-6 0,0 3 5 16,0-2 0-16,0-1 0 0,-5 0-3 0,2 1 4 16,-9 1-3-16,8-1 3 0,-10 0-5 15,-3 0 8-15,2 0-4 0,-2 2-1 16,0-4-1-16,-3 0 2 0,2 3-3 0,1-2 1 15,0 1 1-15,2-2-2 16,-3 2 3-16,3 0 0 0,0 0 0 0,1-1 0 0,-1 0-1 16,-1 2-1-16,1-3-1 15,-2 0 1-15,-7 0 1 0,1 3 2 0,1-3 2 16,-8 1-4-16,2-1 2 0,-1 0 0 16,-1 0-3-16,-3 0 4 0,0-1-1 0,-11 1 0 15,23 0-2-15,-14 0 3 0,3-3-1 16,-1 3-3-16,5 0 1 0,-3 0-4 0,3-3 5 15,0 2 1-15,2 1-1 16,-2-1-3-16,6-1 4 0,-5 0 1 0,4 2-2 16,-2-2-1-16,0 0 0 0,0 2 0 15,-3-1-1-15,2-2 1 0,1 3 2 16,1-3-1-16,-2 3 0 0,0-1-2 0,-3-1 2 16,0 2 6-16,0-2 7 0,-1 0 4 15,-3 0 4-15,-2 2 8 0,3 0-2 0,-12 0 0 16,17 0-3-16,-17 0-5 0,12 0 0 15,-12 0-3-15,11-3-3 0,-11 3-5 0,0 0-6 16,0 0-4-16,14 0-14 0,-14 0-20 16,0 0-41-16,0 0-55 0,0 0-91 0,0 0-405 15,0 0-127-15</inkml:trace>
  <inkml:trace contextRef="#ctx0" brushRef="#br0" timeOffset="213969.58">1941 6534 3258 0,'0'0'205'0,"0"0"-81"0,2-5-23 16,-2 5-40-16,0 0 26 0,-2-9 17 15,2 9 5-15,0 0-10 0,-3-10-3 16,3 10 5-16,-2-8-12 0,2 8-6 0,-4-9 5 16,4 9-11-16,-3-10-6 0,-4 3-7 15,0 0-5-15,-1 0-8 0,-4-1 10 16,-3 1 7-16,-2 2-2 0,0 1-2 0,-10 1-1 15,3 5-9-15,-12 4-1 0,-13 10-7 16,4 8-1-16,-1 7-3 0,3 4-2 0,3 6 8 16,1 1-2-16,7 1 7 15,3 2 5-15,7-3 6 0,6 3-2 0,7-9 12 16,3-1 6-16,6 0 9 0,2 1 8 16,8-3 8-16,2-4 7 0,4-2 3 15,9-3-12-15,4-1-5 0,3-5-11 0,4-6-7 16,0-1-5-16,0-5-5 0,-2-4-13 15,-5-2 0-15,10-2-23 0,-9-4-76 0,1-5-80 16,1-1-82-16,-5-5-109 0,-1 1-98 16,-5-5-108-16,-5 5-163 0,-5 3-52 0,-6-3 70 15,-1 6-527-15,-4-2-656 0</inkml:trace>
  <inkml:trace contextRef="#ctx0" brushRef="#br0" timeOffset="214419.85">1396 6118 3361 0,'-43'0'-20'0,"-14"7"7"0,-4 6-1 0,0 9 13 15,-16 14 19-15,7 9 15 0,1 9 26 16,4 12 7-16,4 10 21 0,6 4 5 15,4 7 13-15,9 8 0 0,9 1 15 0,11 5 4 16,11 2 5-16,16-21-6 0,14 15-5 16,13 0-2-16,14-12-11 0,10-10 0 15,14-14-12-15,14-8-4 0,9-13-7 0,8-11-6 16,10-14-7-16,0-9-5 0,6-13-5 16,-3-11-5-16,-3-11-3 0,-3-11-6 0,-6-10-17 15,-9-5-2-15,-8-7-7 0,-8-8-3 16,-14-2 1-16,-6-9-2 0,-10-3 1 15,-8-8-4-15,-12-3 9 0,-14-6 13 0,-10-3 14 16,-17-7 6-16,-15-1 3 0,-19 0-14 16,-15 4-3-16,-13 5-13 0,-40-11-3 15,12 40-7-15,-7 17-7 0,-6 19-7 16,-3 21-11-16,-4 21-18 0,8 16-31 0,5 18-32 16,5 16-45-16,2 10-42 0,11 14-58 15,14 5-83-15,8 11-134 0,11-1-242 16,19 0 50-16,10-6 75 0,17-17-327 0,14 3-377 15</inkml:trace>
  <inkml:trace contextRef="#ctx0" brushRef="#br0" timeOffset="214668.45">1253 8168 2733 0,'-20'17'361'0,"2"-6"-15"0,5-3 6 0,3-2 14 16,5-1-9-16,1-2-5 0,4-3-19 0,0 0-31 15,0 0-26-15,50-24-28 0,2-5-25 16,31-12-23-16,8-9-20 0,6-4-55 0,7-6-103 16,2-3-122-16,3-1-127 15,1 0-132-15,-1 2-189 0,0 0-222 16,-7 6 53-16,-8 6 83 0,-16 9-530 0,-27 16-629 0</inkml:trace>
  <inkml:trace contextRef="#ctx0" brushRef="#br0" timeOffset="-211428.05">1362 8789 1322 0,'-2'-14'265'0,"-1"1"-47"0,1 2-28 16,0 1-40-16,2 3-18 0,-3 0-7 0,1 1-17 15,2 6-18-15,-2-9-14 0,2 9-10 16,0 0 30-16,0 0 26 0,0 0 24 16,0 46 11-16,2-7 12 0,-2 19 1 0,0 2-4 15,-2 6-9-15,-1 3-9 0,1-1-10 16,4 0-14-16,-2-2-11 0,0-3-10 0,2-3-11 16,-2-13-10-16,1-2-7 0,1-4-6 15,-2-5-10-15,2-7-6 0,-2-7-3 16,3-5-7-16,-3-3-2 0,2-1 0 0,0-4-4 15,-2-1-8-15,0-8-19 16,0 0-14-16,0 0-9 0,1-27-10 0,1 4-12 0,0-19-5 16,0-7-2-16,0-11-5 15,0-6 8-15,-2-4-8 0,-2-5 2 0,-2 5 8 16,-1-2 5-16,-2 9-2 0,2 7 7 16,-5 5 6-16,3 13 9 0,-3 1 12 15,2 11 15-15,-1 3 9 0,2 8-4 0,-2 4-7 16,-2 2-5-16,0 8 3 0,-3 2-1 15,-4 7-2-15,-9 8 5 0,0 2 0 0,1 7-5 16,-5 4 6-16,2 5-4 0,6-10 5 16,9-2-6-16,0-5-1 0,3-5 2 15,5-4-1-15,1 1 5 0,-2-4 4 16,3-2 12-16,4-3 3 0,0 0-2 16,0 0-3-16,0 0 3 0,12-47-5 0,7 6 0 15,8-2 10-15,-1-1 4 0,3-2 3 16,0 3 1-16,-2 6 0 0,-7 9-2 0,1 8-9 15,-3 6-10-15,-4 6 2 0,4 6 5 16,-1 4 3-16,4 6 11 0,6 9 0 16,1 4-3-16,5 8-7 0,-3 2-2 0,2-1-2 15,-1 3-2-15,1-1-2 16,1-2-3-16,-3 1-1 0,-3-7-2 0,-2-2-4 0,0-3-4 16,-1 0-32-16,-5-4-33 15,-1-5-41-15,-5 1-38 0,1-1-27 0,-5-7-41 16,0 3-47-16,0-5-68 0,-9-1-104 15,12-1-164-15,-12 1-72 0,0 0 71 16,8 3-264-16,-8-3-333 0</inkml:trace>
  <inkml:trace contextRef="#ctx0" brushRef="#br0" timeOffset="-209879.82">1145 11010 2265 0,'-8'-11'71'0,"0"1"35"16,-1 0 23-16,0-1 23 0,2 3 34 15,0 0 46-15,1 0 21 0,1 0 10 16,-1 2-17-16,6 6-27 0,-10-8-30 0,10 8-19 16,0 0-16-16,0 0-12 0,-7 24 0 15,7-2-14-15,4 6-9 0,-1 6-8 16,3 3-12-16,0-4-16 0,3 3-4 0,-1-4-8 16,-1-2-4-16,0-7-7 0,-4-5-7 15,3-2-3-15,-2-4-2 0,-1 0-5 0,1-4 19 16,-2 1 26-16,0-4 27 0,-2-5 26 15,0 0-8-15,0 0-17 0,0 0-15 16,0 0-3-16,-2-37-14 0,-4 1-20 16,-1 0-9-16,1-3-5 0,1 2-8 15,-2 1 1-15,0 6-9 0,1 5-1 0,5 6-11 16,-1 5-6-16,2 1-3 0,-2 2-13 16,2 6 0-16,0 5-3 0,5-11-1 0,3 9-11 15,-1-2-6-15,3 4 1 0,3-2 0 16,1 2-3-16,-1 0-8 0,1 0-7 15,1-1-3-15,-2 1-8 0,1 0 0 0,-2-3 0 16,2 3 9-16,-6-1 4 0,3-4 2 16,1-1 9-16,-1-7 0 0,-2-5 4 0,5-7 1 15,-3 4 7-15,-3-1 3 0,0 3 3 16,-1 2 11-16,-1 2 4 0,-3 5-1 16,1 2-10-16,1 0-4 0,-2 5-2 15,-3 3 6-15,0 0-2 0,17 9 5 16,-7 1-3-16,-2 3 7 0,3 4-7 0,1 1-16 15,1 9-19-15,2-2-20 0,-2-3-29 16,-2-5-29-16,-2 0-47 0,-2-3-42 0,1-2-34 16,-5-2-34-16,3-3-47 0,-2-2-75 15,-4-5-102-15,0 0-202 0,0 0 62 16,0 0-346-16,-10-26-460 0</inkml:trace>
  <inkml:trace contextRef="#ctx0" brushRef="#br0" timeOffset="-209527.63">1554 10771 2515 0,'8'10'-112'0,"0"2"36"0,-1-7 25 0,1 2 24 0,2-2 22 16,1-1 17-16,-2 1 12 0,3 0 11 16,1-3 17-16,-2-1 11 0,3-1 12 15,-14 0 5-15,21-1 6 0,-8-3-3 0,-3-4 0 16,0-1 1-16,-1 0-2 0,-2-4 2 15,-1-1 6-15,0 3 19 0,-6-1 3 0,0-2-7 16,-6 0 12-16,0 2-17 16,-3-2 2-16,0 4-2 0,-1 2-20 0,-1 2-8 15,-1 3-8-15,2 3-7 0,10 0-9 16,-28 10 0-16,13 4-7 0,-1 1-7 16,3 2-1-16,6 1 0 0,-1 3-9 0,2-5-3 15,4 1 2-15,4 2-5 0,4 2-1 16,2-3 0-16,3 2-5 0,0-5 10 15,5-2-28-15,0-2-38 0,2-2-36 0,-1-6-44 16,2-1-45-16,0-2-51 0,0-2-63 16,2-5-75-16,6-7-122 0,-2-1-71 0,-5-3 56 15,0-3-109-15,-3-4-104 0</inkml:trace>
  <inkml:trace contextRef="#ctx0" brushRef="#br0" timeOffset="-208759.29">1913 10574 1843 0,'-6'-4'115'0,"6"4"2"0,0 0 5 15,-15 0 6-15,15 0 9 0,-8 10 4 16,8-10-2-16,-2 17 19 0,2-4-22 16,2 1 1-16,2 1-11 0,1 4 15 0,2-3-14 15,0 2-2-15,-1-4-14 0,1 1-10 16,-1-3-2-16,0 1-2 0,0-3 4 0,-3-2 12 16,1-1 18-16,0-2 19 0,-1 0 22 15,-3-5 5-15,0 0-20 16,0 0-17-16,0 0-17 0,11-17-6 0,-11 0-15 0,0-7-11 15,2-1-12-15,-1-4-7 16,-1 4-6-16,0 2-7 0,2 1-6 0,-2 5-6 16,0 3-5-16,0 1-11 0,2 1-10 15,-2 4-1-15,2 0-2 0,-2 8-2 16,0 0 0-16,13 0-1 0,-13 0 2 0,0 0-4 16,23 18-4-16,-14-10 1 0,1 3 0 15,-2-3 0-15,1 2 0 0,-1-1-1 0,0-3 1 16,-1 0-3-16,0 0 1 0,-3-1 2 15,-4-5 2-15,10 3 1 0,-10-3 3 16,0 0-8-16,15-16 0 0,-9 3-1 0,-2-3 2 16,0-5-1-16,3-12-4 15,-3 7-12-15,0 5-3 0,-1 2 3 0,1 4 1 16,1-1 0-16,-2 6 5 0,-1 0-10 16,0 3 7-16,2 3-8 0,-4 4 11 0,0 0-8 15,0 0 0-15,0 0 5 0,23 13-2 16,-18-5 5-16,3 4-3 0,1-3 4 15,-1 1-1-15,0-1 0 0,-1-1 0 0,2 1-2 16,-4-4 5-16,1 0-2 0,-1-2 3 16,-5-3 2-16,0 0 0 0,0 0 1 0,25-10-3 15,-16 0 4-15,-1-2-1 0,2-5-1 16,-1-2-2-16,0 0 0 0,0 2 11 16,-2 3-13-16,-1 1 0 0,-3 3-4 0,3 0 1 15,-3 4-6-15,-3 6-1 16,7-7 4-16,-7 7-1 0,0 0 1 0,0 0 2 15,0 0 1-15,20 9 2 0,-20-9-4 16,12 10 2-16,-8-6-4 0,3 2 4 0,-7-6 1 16,14 7 9-16,-8-5-4 0,-6-2-3 15,13 0 3-15,-13 0 1 0,14-5 1 16,-14 5 5-16,13-12 8 0,-8 2 10 16,-1 1 19-16,-2 0 20 0,-4 0 8 0,2-3-4 15,-4 3-5-15,-3-6 3 0,-3 1 3 16,-2 2-24-16,-2-1-7 0,-2 3 4 0,3 1-15 15,-1 4-12-15,3 1-46 0,-2 3-37 0,-3 6-45 16,2 3-50-16,-2 1-58 16,-1 1-76-16,7 2-78 0,-3 0-69 0,1-1-72 15,5 1-79-15,3-6-94 0,2-2 59 16,2-4-363-16,0 0-465 0</inkml:trace>
  <inkml:trace contextRef="#ctx0" brushRef="#br0" timeOffset="-208346.47">2402 10262 2584 0,'0'0'-37'0,"6"3"46"0,-6-3 31 0,0 0 28 16,0 0 24-16,0 0 9 0,0 0 9 0,0 0 15 16,0 0 1-16,18 0-4 0,-18 0 14 15,0 0-13-15,0 0 2 0,0 0-7 16,12-9-6-16,-12 9-5 0,7-5 0 0,-3-1 3 16,-4 6 2-16,5-12 7 0,-3 5-3 15,-2-1 1-15,0-3-7 0,-4 1 5 0,-1-4 2 16,-4-3-6-16,-2-2-5 0,0 0-3 15,-4-3 3-15,2 6-8 0,1 5-3 16,2 1-17-16,1 1-12 0,-1 4-5 0,4 3-11 16,6 2-3-16,-18-2-9 0,18 2-1 15,-12-2-9-15,12 2-4 0,0 0-4 0,0 0-2 16,0 0 9-16,-13-1-11 0,13 1 2 16,11-12 2-16,0 2-4 0,5-5-3 15,0 3-2-15,4 0 4 0,-4 3-3 0,-2 1-1 16,2 2 4-16,-3 2 14 15,-2 4 23-15,-11 0-4 0,29 8 19 0,-15-4 0 16,0 9-1-16,4 9-4 0,-5-5-6 16,-1 2-3-16,3 5-11 0,-3-5 1 0,-1-1-7 15,-2 1-33-15,1 2-46 0,-1-3-48 16,3 10-54-16,-2 0-72 0,-3-7-72 16,0-4-58-16,1 3-59 0,0-2-84 0,1-5-104 15,-3-5-100-15,3-3 61 0,1-5-394 16,-10 0-501-16</inkml:trace>
  <inkml:trace contextRef="#ctx0" brushRef="#br0" timeOffset="-207994.97">2913 9728 2859 0,'-5'-17'39'0,"-1"3"65"0,0 2 41 16,2 6 17-16,0 1 0 0,4 5-1 0,0 0-4 16,0 0 9-16,-16 15 6 0,11 1-2 15,1 5-14-15,3 8-11 0,-1 6-13 0,0 7-13 16,4 1-11-16,1-1-9 0,-1 1-9 15,0 2-10-15,5-4-12 0,-2-1-42 16,-1-1-31-16,1-3-34 0,1-4-37 0,-2-9-37 16,-2-6-30-16,0-3-19 0,0-3-24 15,-2-4-24-15,-2 0-32 0,2-7-7 0,-8 2 3 16,8-2 1-16,-17-14 20 16,0-7 25-16,-2-6 39 0,-8-14 56 0,4-2 50 15,-2 1 48-15,2 2 44 0,10 10 30 16,-2 7 16-16,5 4-2 0,1 7-13 15,4 6-3-15,3 1 2 0,2 5 4 0,0 0 0 16,0 0-2-16,0 0-14 0,5 34-1 16,3-16-14-16,-1 1-9 0,5-1-30 0,5 3-52 15,0 2-75-15,0-8-81 16,-1-4-122-16,-5-3-189 0,3 1 26 0,-5 1-116 16,0-1-108-16</inkml:trace>
  <inkml:trace contextRef="#ctx0" brushRef="#br0" timeOffset="-207728.12">3195 10336 1978 0,'-27'21'242'0,"3"6"37"0,-13 14 26 0,-15 21 17 0,-9 6 7 0,-10 5-4 15,-5 7-16-15,-1 5-24 0,1 0-20 0,0 2-31 16,5-1-23-16,1 2-16 16,5-8-26-16,2-3-16 0,10-5-20 0,3-10-17 15,18-18-20-15,3-4-47 0,10-10-53 16,2-3-63-16,5-9-66 0,3-3-86 0,2-6-97 16,1 0-108-16,2-6-168 0,-2-3-102 15,6 0 65-15,0 0-363 0,-17-17-469 16</inkml:trace>
  <inkml:trace contextRef="#ctx0" brushRef="#br0" timeOffset="-46075.48">8124 6580 128 0,'0'0'50'0,"-2"-8"-19"0,2 8 8 0,0-7 8 0,0 7 6 0,4-6 6 0,-4 6 11 0,-2-10 7 0,2 10 17 16,0-6 17-16,0 6 8 0,0 0 8 15,0-7 8-15,0 7 0 0,0 0 5 0,0 0 8 16,0 0 10-16,0 0 5 16,0-10 11-16,0 10 20 0,0 0 12 0,0 0 16 15,0 0 15-15,-2-9 6 0,2 9 5 0,0 0 2 16,0 0 3-16,0 0-6 15,0 0-8-15,-7-7-9 0,7 7-7 0,0 0-5 16,0 0-21-16,0 0-19 0,-9-3-41 16,9 3-11-16,0 0-9 0,0 0-7 0,-25 1-8 15,25-1-7-15,0 0-2 0,-20 6-14 16,20-6 0-16,-16 3-7 0,9 0-9 0,7-3 6 16,-16 4-7-16,9 0-3 15,7-4-7-15,-15 6-3 0,5-3-11 0,4 1 1 16,-3 1 1-16,4 0-13 0,-6 3-4 0,4-2 3 15,1 1-1-15,-4-1-4 16,3 2-4-16,-1-2 1 0,1 3-1 0,2-1 2 16,-4 0-3-16,2 0-2 0,1 1-4 15,1-3-2-15,-2 2-1 0,4-2 2 0,-3 2 3 16,2-5-10-16,4-3 1 0,-9 12 8 16,5-5-4-16,0 0 6 0,4-7 6 0,-8 11-2 15,5-4-6-15,-3 2 7 0,3 0-7 16,-1-3 0-16,-1 3-1 0,1-1-2 0,-1 1 6 15,3 1-1-15,-2-1 4 0,-1 1-3 16,3 1-7-16,-4-3 20 0,5 2-4 16,-4 1 6-16,3-3-3 0,-2 2-5 15,3 1 3-15,-1-3-1 0,0 2 0 0,0-1-1 16,0 2 3-16,0 1-3 0,2-6 1 16,-1 5 1-16,1-4-8 0,-4-2 3 15,4 5 2-15,0-2-7 0,0-8 1 0,-2 16 0 16,2-8 0-16,-3 3 3 0,3-1-2 15,0-1 2-15,0 3-2 0,3-4 1 0,-3 2-1 16,2-1 4-16,-2 3-2 0,4 0-1 16,-3-2 5-16,-1-1 0 0,2 4 0 0,0-4 1 15,0 1 1-15,2 0-4 16,-3 1 7-16,1-1 5 0,2 0-15 0,2 0-17 0,-4-1 0 16,4-1 0-16,-1 2 0 15,1-3 0-15,-1 1 0 0,2 1 0 0,0-4 0 16,3 2 0-16,-1-1 0 0,1 0 0 15,-1-1 0-15,2 2 0 0,1-2 0 0,-1-2 0 16,1 3 0-16,-1-3 0 0,2 2 0 16,-1-2 0-16,1 1 0 0,-1-2 0 0,1-1 0 15,3 1 0-15,-1 0 0 0,2-2 0 16,-2-2 0-16,6 2 0 0,-2-3 0 16,0 1 0-16,4-4 0 0,0 2 0 0,-6 0 0 15,2-1 0-15,-4 0 0 0,1 0 0 16,-1-2 0-16,0 2 0 0,-2-4 0 0,-1 2 0 15,-1-1 0-15,2-1 0 16,-1-2 0-16,1-3 0 0,-2 2 0 0,1-5 0 0,-2 1 0 16,2-1 0-16,-3-3 0 15,0 2 0-15,1-2 0 0,-2-1 0 0,-3 0 0 16,3-1 0-16,-5 1 0 0,4-1 0 16,-2-1 0-16,-3 3 0 0,0-2 0 0,0 2 0 15,-2 1 0-15,0-3 0 0,0 5 0 16,-4-3 0-16,2-1 0 0,-5 1 0 0,0-1 0 15,0 3 0-15,-4 0 0 0,-1 1 0 16,-3 3 0-16,-10-1 0 0,-1 1 0 0,-3 8 0 16,4 1 0-16,-15 3 0 15,0 4 0-15,-2 3 0 0,0 3 0 0,1 2 0 16,-7 7 0-16,10-3 0 0,2 1 0 16,4 3 0-16,1-3 0 0,2 1 0 0,8-3-535 15,7-3-269-15,1-1-107 0,6 0 76 16,1-4-902-16,0 0-1168 0</inkml:trace>
  <inkml:trace contextRef="#ctx0" brushRef="#br0" timeOffset="-42095.23">8253 7949 4374 0,'4'-4'-235'0,"-4"4"64"0,0 0 59 0,5-6 53 0,-5 6 48 0,0 0 43 0,0 0 43 0,4-7 26 16,-4 7 31-16,2-5 17 0,-2 5 16 16,0 0 17-16,0 0 4 0,0 0 12 15,0 0 11-15,0 0-2 0,0 0 4 16,0 0-8-16,0 0-6 0,0 0-9 0,-2-11-12 15,2 11-12-15,0 0-6 0,0 0-15 0,0 0-5 16,0 0-3-16,0 0-10 16,0 0-10-16,0 0-14 0,-9-5-10 0,9 5-10 15,0 0-9-15,0 0-3 0,-18-1-8 16,18 1-8-16,-13-2-4 0,13 2-7 0,-17-2-3 16,17 2-1-16,-17-2-7 0,17 2-6 15,-17-1 3-15,7 1-5 0,10 0-10 16,-19-1-13-16,19 1 0 0,-24 0 0 0,10 0 0 15,1 1 0-15,13-1 0 0,-27 1 0 0,13-1 0 16,2 2 0-16,-4-2 0 0,3 4 0 16,2-3 0-16,-5 2 0 0,3-2 0 0,1 2 0 15,-1-2 0-15,1 3 0 16,1 0 0-16,-2 0 0 0,1-2 0 0,5 0 0 16,-4 3 0-16,2 0 0 0,-2-1 0 15,2 1 0-15,1 1 0 0,0 0 0 16,-1 2 0-16,2 0 0 0,-2-1 0 0,2-1 0 15,2 2 0-15,-5 4 0 0,4-5 0 16,0 3 0-16,1 0 0 0,1 0 0 0,0-1 0 16,1 3 0-16,-1-2 0 0,1 0 0 15,3 1 0-15,-2 2 0 0,2-5 0 0,0 6 0 16,2-3 0-16,-2 0 0 16,0 1 0-16,5 1 0 0,-1 0 0 0,-1 3 0 15,1-5 0-15,0 6 0 0,-1-4 0 16,1 3 0-16,2-2 0 0,0 1 0 0,1-1 0 15,-3 1 0-15,2-1 0 0,-1-1 0 16,4 1 0-16,-4 0 0 0,2-1 0 0,4-1 0 16,-4 0 0-16,2-1 0 0,0 2 0 15,3-1 0-15,0-2 0 0,1 1 0 0,2-1 0 16,3 0 0-16,0-3 0 0,0-2 0 16,5 0 0-16,-5-1 0 0,5-2 0 15,-3 0 0-15,2 0 0 0,-1-2 0 0,2-2 0 16,0 2 0-16,-2-2 0 0,2-2 0 0,-2 2 0 15,-1 0 0-15,2-4 0 0,-3 0 0 16,0 1 0-16,-4-1 0 0,0 0 0 16,1-2 0-16,-3-1 0 0,-1-1 0 15,2 0 0-15,-1-5 0 0,-2 1 0 0,0-2 0 16,-1-2 0-16,-1-3 0 0,2-11 0 16,-1 3 0-16,0-2 0 0,-5-2 0 0,2 0 0 15,-5 4 0-15,-2 5 0 0,0-2 0 16,-2 2 0-16,-5 0 0 0,-2-5 0 15,-3 7 0-15,-3 0 0 0,-6 2 0 0,-4 2 0 16,-4 6 0-16,-3 1 0 0,1 9 0 16,3-1 0-16,-1 3 0 0,-11 5 0 15,4-1 0-15,2 3 0 0,2 1 0 16,0 2 0-16,3 2 0 0,4 5 0 0,2 0 0 16,3 1 0-16,0-3-642 0,9-1-128 15,3 0-136-15,0 1 75 0,3-1-884 0,3 0-1148 16</inkml:trace>
  <inkml:trace contextRef="#ctx0" brushRef="#br0" timeOffset="-39592.2">8467 9219 4345 0,'0'0'-209'0,"5"-4"66"0,-5 4 54 0,0 0 57 0,0 0 54 0,7-4 54 15,-7 4 30-15,0 0 30 0,0 0 21 0,0 0 11 16,4-5 12-16,-4 5 3 0,0 0 0 15,0 0 4-15,0 0-2 0,0 0 0 0,0 0 2 16,0 0-9-16,0 0-10 0,-4-12-11 16,4 12-3-16,0 0-11 0,-5-5-1 0,5 5-9 15,0 0-4-15,-9-5-2 0,9 5-9 16,-8-2-6-16,8 2-9 0,-12-4-5 16,12 4-11-16,-13-4-4 0,13 4-8 15,-14 0-9-15,5 0-2 0,9 0-7 0,-14 0-5 16,14 0-4-16,-22 2-2 0,13-2-22 15,-3 2-24-15,-1 0 0 0,1 0 0 16,1 0 0-16,-2 0 0 0,1 1 0 0,1-2 0 16,-3 3 0-16,3 1 0 0,0-1 0 15,-1-1 0-15,-1 0 0 0,1 3 0 0,1-3 0 16,0 2 0-16,-1 0 0 16,3 0 0-16,-3-1 0 0,2 1 0 0,-1 0 0 0,2-2 0 15,-1 1 0-15,2 1 0 0,3-3 0 16,-2 3 0-16,-4-2 0 0,6 2 0 0,-3-1 0 15,3 1 0-15,-4 0 0 0,2 0 0 16,2 0 0-16,-3 1 0 0,5 0 0 16,-6-1 0-16,4 1 0 0,-1 0 0 15,1 2 0-15,-1-2 0 0,1-1 0 0,2 2 0 16,-1-2 0-16,0 2 0 0,2-2 0 16,-1 2 0-16,1 1 0 0,-2-2 0 0,2 2 0 15,1 1 0-15,1-3 0 0,-5 4 0 16,3-2 0-16,2 3 0 0,-2-3 0 0,2 1 0 15,0 0 0-15,0 0 0 0,0-1 0 16,2 4 0-16,0-2 0 0,0 0 0 16,2 0 0-16,-2 1 0 0,0-1 0 15,2 0 0-15,-1-1 0 0,1 1 0 0,0-2 0 16,1 3 0-16,0-2 0 0,1-1 0 16,-3 2 0-16,3-1 0 0,-1-1 0 15,3 1 0-15,-2 1 0 0,2-2 0 0,-3 1 0 16,4-1 0-16,0 4 0 0,-2-4 0 15,0 1 0-15,3-1 0 0,-4-2 0 0,3 4 0 16,-3-3 0-16,1 1 0 0,0 0 0 16,-2 0 0-16,3 0 0 0,-3-1 0 0,3 1 0 15,-2-1 0-15,2 0 0 16,-3 2 0-16,2-5 0 0,2 4 0 0,-2-2 0 0,1 1 0 16,1-1 0-16,1-2 0 0,-1 2 0 15,2-1 0-15,1-2 0 0,-1 1 0 0,1-1 0 16,-1 1 0-16,2 2 0 15,-1-6 0-15,1 4 0 0,-1-3 0 0,-1 1 0 16,-11-2 0-16,24 4 0 0,-12-4 0 16,2 0 0-16,-1 0 0 0,-13 0 0 0,27-2 0 15,-14 2 0-15,3-2 0 0,-2 0 0 16,0 1 0-16,1-3 0 0,-1 4 0 0,-1-5 0 16,1 2 0-16,-1 1 0 0,-2-1 0 15,1-1 0-15,-1 2 0 0,-2-1 0 0,3 0 0 16,-3-3 0-16,3 2 0 0,-4-2 0 15,1-1 0-15,0-3 0 0,3 0 0 0,1-2 0 16,1-3 0-16,-3 1 0 16,3-1 0-16,-5 1 0 0,2-3 0 0,-3 5 0 15,-2-3 0-15,0 1 0 0,-3-3 0 16,-1 0 0-16,-2 1 0 0,0-2 0 0,-2-2 0 16,1-2 0-16,-3-3 0 0,-2-7 0 15,-4-2 0-15,1 3 0 0,-2 2 0 0,1 2 0 16,-1 3 0-16,1 7 0 0,-2 0 0 15,-1 0 0-15,-10-1 0 0,4 4 0 0,0 3 0 16,-4 5 0-16,-3 1 0 0,-12 1 0 16,4 4 0-16,-9 2 0 0,1 1 0 15,1 4 0-15,2 0 0 0,3 2 0 16,4 1 0-16,7-4 0 0,4 1 0 0,6 2 0 16,2-2-68-16,-1 1-804 0,7-3-83 15,-1 2 97-15,0 2-991 0,4-4-1276 0</inkml:trace>
  <inkml:trace contextRef="#ctx0" brushRef="#br0" timeOffset="-37962.12">8520 10594 4595 0,'0'0'-292'0,"0"0"64"0,2-8 53 0,-2 8 44 0,0 0 39 0,2-6 37 0,-2 6 37 15,0 0 28-15,2-6 26 0,-2 6 23 16,0 0 12-16,2-6 17 0,-2 6 10 15,0 0 17-15,0 0 8 0,0-8 12 0,0 8 8 16,0 0 7-16,0 0 4 0,0 0 9 16,0 0 5-16,0 0-17 0,-8-9-13 0,8 9-8 15,0 0-10-15,-10-2-12 0,10 2-5 16,0 0-13-16,-15-2-10 0,15 2-4 0,-16 0-2 16,16 0-13-16,-20 0-1 15,20 0-4-15,-25 0 1 0,11 2-2 0,1-2-3 16,1 2-11-16,-4-2 12 0,1 0 1 15,-3 4-4-15,1-3-5 0,0 3-3 0,-2 0-5 16,0 0 1-16,-4 4-3 0,2-2-5 16,3 3 8-16,-6 1-15 0,5 0 5 15,-6 5-12-15,5-3 6 0,4 2 8 0,1-3-14 16,1 1-5-16,3 5 2 0,-3-5-2 16,7 1 15-16,0 0 1 0,-1 1-3 0,2 0 12 15,2-3 6-15,0 5-6 16,4-3 5-16,0 1-4 0,0 0 5 0,0-1 5 0,2 3-1 15,2 1-2-15,3-1 2 16,-2-3 1-16,2 0 4 0,4 1 1 0,2 1 3 16,-1 0 0-16,4-1-1 0,6 3 3 15,0-3 4-15,-3-4 7 0,1-1-32 0,3-2-36 16,-1-1 0-16,1 1 0 0,-1-3 0 16,1 0 0-16,-2-3 0 0,2-1 0 0,-2-1 0 15,2-3 0-15,2 0 0 0,-2-1 0 16,-3 0 0-16,3-2 0 0,-1 3 0 0,-6-2 0 15,2 1 0-15,-4-1 0 0,2-1 0 16,-1 3 0-16,1-3 0 0,-3 3 0 0,-3-1 0 16,1-3 0-16,0 2 0 15,1-2 0-15,-1-1 0 0,-2 1 0 0,3-2 0 16,-1-3 0-16,1-1 0 0,-1-1 0 16,-3-3 0-16,2-1 0 0,-3-3 0 0,-1 0 0 15,-1-8 0-15,-1 1 0 0,0 5 0 16,-6 0 0-16,-2 0 0 0,1 0 0 0,-8-5 0 15,0 5 0-15,-2 7 0 0,1 1 0 16,-4 3 0-16,-4 1 0 0,2 2 0 0,-5 5 0 16,-2 3 0-16,-2 2 0 0,-11 2 0 15,0 5 0-15,-4 1 0 0,0 4 0 0,-3 5 0 16,-1-3 0-16,10 1 0 0,3-1 0 16,1 1 0-16,3 3-382 0,5-4-282 15,6 2-81-15,5-3-122 0,4 1 76 16,2-2-822-16,5 3-1052 0</inkml:trace>
  <inkml:trace contextRef="#ctx0" brushRef="#br0" timeOffset="-34711.01">8587 11780 4062 0,'0'0'-167'0,"0"0"39"0,0 0 36 0,0 0 40 0,0 0 36 0,0 0 44 0,0 0 37 16,0 0 20-16,-16-16 15 0,16 16 13 0,-6-3 9 15,6 3 2-15,0 0 2 0,-9-6-7 16,9 6-3-16,-7-4-4 0,7 4-6 0,0 0-1 15,-16 0-6-15,16 0 0 16,-13 0-4-16,13 0 4 0,-16 4 0 0,16-4 0 16,-12 2-3-16,1 0 3 0,4 2 2 15,7-4 4-15,-18 5-3 0,7-2 4 0,2-1-7 16,-2 1 3-16,1 1-10 0,1-1-11 16,-2 2-3-16,-2-1-7 0,2 1 2 0,1-2-8 15,1 2 1-15,0 0-2 0,0-1-9 16,-2 1 4-16,2-1 1 0,2 2 1 15,-3-1 0-15,0 2-4 0,3 0-2 0,0-2 3 16,-4 4 2-16,4-2-2 0,-2 0-7 16,2 1 2-16,-2-1-2 0,5 0 2 0,-3 3 4 15,1-2-2-15,-2 5 4 16,3-1-3-16,-3-1 4 0,3 3-7 0,-2 0 4 16,3-1-4-16,-1-1-22 0,1 1-31 15,2 1 0-15,1-2 0 0,-3-1 0 0,2 3 0 16,2 0 0-16,-2-3 0 0,2 4 0 15,0-2 0-15,0 1 0 0,2-2 0 0,0 2 0 16,3 0 0-16,-1 1 0 0,2-1 0 16,-3 2 0-16,7-2 0 0,-4-2 0 0,1 3 0 15,5-1 0-15,1 1 0 0,-2-3 0 16,5 0 0-16,-1-1 0 0,2 0 0 0,-4-2 0 16,5-4 0-16,1 5 0 15,-4-5 0-15,1 0 0 0,0 0 0 0,0-1 0 16,1-1 0-16,-1-1 0 0,-2-2 0 15,4 0 0-15,-2-3 0 0,4 1 0 0,-1-2 0 16,3-1 0-16,2-2 0 0,-5-2 0 16,1 1 0-16,3 0 0 0,-3-3 0 0,-2 1 0 15,3 0 0-15,-3-1 0 0,-1-1 0 16,-2-1 0-16,0 1 0 0,-1-3 0 0,-1-1 0 16,-1-1 0-16,1-9 0 15,-4 3 0-15,3-4 0 0,-4 3 0 0,-5 2 0 16,1-4 0-16,0 2 0 0,-4-2 0 15,0 3 0-15,-2-2 0 0,-2 5 0 0,0-1 0 16,-1 2 0-16,-5 2 0 0,-3 3 0 16,-5-1 0-16,0 5 0 0,-13 0 0 0,4 1 0 15,2 6 0-15,-7 3 0 0,-6 1 0 16,-2 3 0-16,0 1 0 0,2 3 0 0,4 3 0 16,2-1 0-16,-1 0 0 0,10-1 0 15,2 1 0-15,2 0-423 0,2 0-400 16,4-1-97-16,1 1 79 0,4-2-922 0,3-1-1194 15</inkml:trace>
  <inkml:trace contextRef="#ctx0" brushRef="#br0" timeOffset="-33312.18">8564 12920 4404 0,'0'0'-191'0,"1"-7"40"0,-1 7 40 0,0 0 43 0,0 0 52 0,-5-10 44 16,5 10 39-16,-8-6 16 0,8 6 11 0,-5-4 7 15,5 4 9-15,-8-4-1 0,8 4 2 16,-10-3-1-16,10 3 0 0,-11-6 1 0,5 5-5 16,6 1-9-16,-15-3-7 0,6 3-6 15,9 0-5-15,-20 0-2 0,11 0-2 16,9 0-7-16,-23 4-4 0,9-2-2 0,3 4-5 15,-2-3-3-15,1-1-9 16,-3 6 2-16,3-4-1 0,-1 4 3 0,1-1-1 16,0 1-4-16,0 1 6 0,0 1 0 15,1 1 0-15,0-1-5 0,1 2 9 0,-1-2-4 16,4 2 0-16,-4 0 0 0,4 0-1 16,2 0 5-16,-3 2-2 0,3-1-1 0,-4-1 4 15,6 4 11-15,-3-1 1 0,2 1 0 16,2 1 3-16,-3 1 5 0,5-1-2 0,-3 1-4 15,1 1-1-15,2 0-2 0,2 2-3 16,-2-3 3-16,3 5-3 0,-1-3-5 0,1-1-3 16,-3 0 1-16,4 0 1 15,0-3 4-15,1 1 0 0,-1 3 2 0,4-3 1 16,2 1-1-16,-3-5-2 0,2 3-35 16,3-1-26-16,-1-3 0 0,1 2 0 0,1-3 0 15,3 1 0-15,-1-1 0 0,1-3 0 16,-2 1 0-16,2-1 0 0,1-2 0 15,-2 0 0-15,4-4 0 0,-2 0 0 0,2-1 0 16,2-2 0-16,0-1 0 0,2 0 0 16,1-4 0-16,7-3 0 0,-6 2 0 0,5-5 0 15,-1 2 0-15,1-4 0 0,-10 2 0 16,5-3 0-16,-5 1 0 0,-2 2 0 16,-2-1 0-16,-2-4 0 0,5-5 0 15,-4 3 0-15,0-4 0 0,-3 0 0 0,-1-3 0 0,3-6 0 16,-5 3 0-16,1-2 0 15,-5-1 0-15,-2 3 0 0,-1 0 0 0,-4 4 0 16,-5-10 0-16,-2 6 0 0,-6-3 0 16,-4 5 0-16,1 1 0 0,-4 5 0 0,-10 3 0 15,2 1 0-15,-7 8 0 0,-3 1 0 16,0 6 0-16,-2 0 0 0,0 6 0 0,0 2 0 16,4 5 0-16,0-1 0 15,2 4 0-15,3 1 0 0,3 4 0 0,3 0 0 16,4 1-324-16,2-1-371 0,8 0-141 0,4-1-36 15,0-1 87-15,7 3-806 0,-1 1-1033 16</inkml:trace>
  <inkml:trace contextRef="#ctx0" brushRef="#br0" timeOffset="-32530.46">8589 14248 4194 0,'0'0'-146'0,"-14"-3"33"0,6 1 38 0,8 2 47 0,-18-2 52 0,18 2 35 0,-21-2 12 0,9 0-3 0,2 2 5 15,-1-2 1-15,11 2 4 0,-21 2 3 0,10 0 0 16,-1 0 6-16,-1 0 2 16,0 5 6-16,-1 1 1 0,-1 2 1 0,0 0 1 0,0 1-1 15,-1 5 1-15,1-3-2 0,3 5 1 16,-2 5-5-16,2 0 2 0,2-4-7 15,3 0 5-15,1 2-6 0,2-1 2 0,2-1 3 16,2 1-6-16,5 1 5 16,-2-1 0-16,3 1-2 0,3 0-9 0,3 5-1 15,5-2-5-15,-2-7-7 0,0-2 3 16,1-1-2-16,6 1 7 0,-1-2 6 0,2-5 7 16,-2-1 10-16,0-2 0 0,0-3 9 15,0-2-5-15,3-4-12 0,1-1 2 0,10-7 4 16,-3-3 1-16,2-2-10 0,-1-2-7 15,3-9-6-15,-3-2-7 0,-5-1-4 0,-3 4-56 16,-1-8-6-16,-2 4 0 0,-7-2 0 16,0-2 0-16,-4 0 0 0,-1-1 0 15,0 1 0-15,-9 2 0 0,-1 6 0 16,-1 2 0-16,-3 6 0 0,-2 0 0 16,-4 2 0-16,-3 0 0 0,-2 3 0 0,-9-1 0 15,-1 7 0-15,0 2 0 0,-4 3 0 16,-9-2 0-16,4 5 0 0,5 0 0 0,-9 3 0 15,1 4 0-15,1 1 0 0,6 1 0 16,1 3-240-16,1 0-162 0,1 2-87 0,8-1-61 16,4 1-112-16,2-2-157 0,4 0 62 15,0 0-696-15,5-2-902 0</inkml:trace>
  <inkml:trace contextRef="#ctx0" brushRef="#br0" timeOffset="-22198.39">10469 5327 559 0,'0'0'203'0,"0"0"-29"0,0 0-6 0,0 0-49 0,0 0-7 0,0 0-22 0,0 0-10 0,0 0-3 16,0 0 15-16,0 0 16 0,0 0 22 16,0 0 14-16,0 0 15 0,0 0 20 15,0 0 20-15,0 0 5 0,0 0 7 16,0 0 3-16,0 0-7 0,0 0-2 0,0 0-7 0,0 0-11 15,0 0-19-15,0 0-14 16,0 0-14-16,0 0 11 0,0 0-13 0,0 0-13 16,0 0 5-16,0 0-8 0,0 0-9 15,0 0-14-15,0 0-8 0,-19-3-7 16,19 3 12-16,-15-2-4 0,15 2-7 0,-15-2-7 16,15 2-10-16,-19-2-4 0,19 2-7 15,-17-3-4-15,17 3-5 0,-20 0-6 0,20 0-4 16,-16 0-3-16,16 0-5 0,-22 2-6 15,22-2 0-15,-16 1-3 0,5 1-1 0,11-2 0 16,-14 4-5-16,6-1 0 0,8-3-1 16,-17 5-4-16,9-3 2 0,8-2-3 15,-17 7 3-15,9-5-1 0,-1 1-3 0,9-3 1 16,-16 5-1-16,7-2-3 16,-1 1-3-16,10-4 4 0,-13 5-2 0,6-2-2 0,7-3 0 15,-16 6 2-15,10-4-1 16,6-2 2-16,-12 4-3 0,3 0 5 0,9-4-3 15,-13 5 1-15,6-3-3 0,7-2 0 16,-12 6 0-16,12-6 1 0,-11 6-3 0,5-3 5 16,6-3-6-16,-12 7 2 0,7-2 0 15,5-5-1-15,-10 10 2 0,5-4 0 16,-2-2-4-16,4 2 3 0,3-6 0 0,-8 8 16 16,5-3 7-16,3-5-5 15,-6 12-1-15,2-6 2 0,4-6-6 0,-5 11-1 0,2-5-1 16,3-6 0-16,-4 12 0 15,3-5 0-15,-1 1 2 0,0 0-6 0,2-8 2 16,-4 13-4-16,2-4-1 0,2-2 7 16,-1 1-4-16,-1 1 3 0,0-2-4 0,0 1-1 15,2 1-1-15,0-1 0 0,0 1-3 16,0-9 3-16,-2 13 1 0,2-6-1 16,0-7-3-16,0 13 0 0,0-13 1 0,-2 9 5 15,2-9-4-15,0 12-1 0,0-12 2 16,0 8-3-16,0-8 7 0,0 8 20 0,0-8-23 15,0 9 1-15,0-9 0 0,0 8 3 16,0-8-3-16,2 8 2 0,-2-8 6 16,2 11-11-16,-2-11 6 0,2 10 17 15,-2-10 9-15,4 10-1 0,-4-4 13 0,0-6-27 16,3 11 8-16,1-3-7 0,-2-4-2 16,1 4-1-16,-3-8-1 0,7 13 6 0,-3-7-4 15,-1 0 13-15,1 2 10 0,2-2-4 16,-3 3-2-16,3-3 1 0,-3 2-5 15,4-3 10-15,-2 2 12 0,1-2-4 0,0 0 0 16,-1 2 0-16,2-2 7 0,-2 0 4 16,-5-5-10-16,11 9 3 0,-5-5-6 0,0 0-5 15,-6-4-18-15,11 9-26 16,-1-6 0-16,-2 0 0 0,-1 1 0 0,4 0 0 16,1 0 0-16,-1-4 0 0,2 2 0 15,3 1 0-15,-1-3 0 0,1 2 0 0,-2-2 0 16,0 2 0-16,-1-2 0 0,1 2 0 15,-14-2 0-15,20 0 0 0,-20 0 0 0,23 0 0 16,-23 0 0-16,20-2 0 0,-11 2 0 16,-9 0 0-16,21-2 0 0,-8 0 0 0,3 1 0 15,-3-3 0-15,3 4 0 0,-2-4 0 16,0 0 0-16,-1 2 0 0,0-1 0 16,-1-1 0-16,-1 1 0 0,1-1 0 0,-1-1 0 15,-2 2 0-15,4-2 0 16,-6 0 0-16,2-1 0 0,1 0 0 0,0-1 0 15,-3 0 0-15,0 0 0 0,2 2 0 16,-2-2 0-16,0-1 0 0,-1 3 0 0,-1-2 0 16,0 2 0-16,-1-3 0 0,1 2 0 15,-1-2 0-15,-2 1 0 0,2 1 0 0,-3 0 0 16,1-4 0-16,-2-1 0 0,0-1 0 16,0-2 0-16,-2-3 0 0,1-2 0 0,-5-5 0 15,2-9 0-15,-1 4 0 0,-1-2 0 16,2 6 0-16,-2 2 0 0,1 0 0 0,-3 4 0 15,-2-1 0-15,1 4 0 16,-2-1 0-16,-3 2 0 0,1 1 0 0,-3-1 0 16,1 5 0-16,-4 1 0 0,4 2 0 15,-6 1 0-15,3 3 0 0,0 1 0 0,-1 0 0 16,-2 4 0-16,0 0 0 0,-2 1 0 16,-2 3 0-16,5 1 0 0,-2 2 0 15,-4 4 0-15,-1 1 0 0,2 2-705 0,6-3-237 16,6-1 32-16,1-2 94 0,5-3-823 15,1 1-1076-15</inkml:trace>
  <inkml:trace contextRef="#ctx0" brushRef="#br0" timeOffset="-20631.74">13720 5380 4089 0,'6'-5'-243'0,"-6"5"47"0,6-5 49 0,-6 5 42 0,3-4 41 0,-3 4 35 0,7-5 30 16,-7 5 26-16,0 0 24 0,0 0 14 0,3-7 14 15,-3 7 5-15,0 0-9 0,0 0-5 16,0 0-3-16,0 0-5 0,-1-9-3 0,1 9-4 16,0 0-9-16,0 0 1 0,0 0-7 15,-11-8-4-15,11 8 20 0,0 0 3 16,0 0-11-16,-9-5 3 0,9 5 9 0,0 0-3 16,-15-1-6-16,15 1-4 0,0 0 9 15,-19 0 8-15,19 0-7 0,0 0-1 16,-19 1-7-16,19-1-5 0,-15 4-2 15,7-3-8-15,-2 1 1 0,10-2 3 0,-15 7 10 0,8-4-3 16,-1 1-6-16,0-1-1 16,1 1-1-16,0 2-3 0,-2-2 16 0,4 1-1 15,-4 0-3-15,1 2-3 0,3-3-6 16,5-4-4-16,-12 12 0 0,4-6 0 16,3-2-4-16,-4 3-4 0,4-1 23 0,-1 2-3 15,1-1 1-15,-4 0-7 0,4 0-5 16,-1 3-2-16,1-4-2 0,-1 2 1 0,1-1-8 15,-2 3 2-15,3-4-3 0,-1 3 23 16,1-3-2-16,1 2-4 0,-1 0-6 0,0-1 4 16,1 0-3-16,2 0 14 0,-3-1 0 15,2 3-1-15,2-9-7 0,-4 14-3 16,4-6-2-16,-2 1-7 0,2-2-1 16,0-7-4-16,0 17 2 0,0-10-6 15,0 1-1-15,0 2-1 0,0-10 21 0,0 17-5 16,0-9-5-16,0 0 4 15,0 1 15-15,2-1-5 0,0 0 3 0,-2 2-7 0,0-1 3 16,2 1 11-16,0-2-19 0,0 1 1 16,-2 1-2-16,2-2-1 0,-1 0-1 0,-1 1-5 15,3-1-4-15,1 2 3 0,0-2-7 16,-3-1 6-16,3 1-5 0,0 0-1 0,-1-2 4 16,1 0 8-16,3 2 12 15,-4-3-5-15,3 0 2 0,-6-5-2 0,11 9-1 16,-1-4 0-16,-1-1-7 0,2-1-1 15,1 0 1-15,0-1-5 0,0 1-2 0,2-1-4 16,1-2 3-16,3 2-8 0,-4-2 4 16,2 0-5-16,1 0-1 0,0-2 5 15,-4 2 0-15,7-3-3 0,-3 1 20 0,-4 0 8 16,7-1-4-16,-8 0 2 0,6-1 6 16,-3 1-5-16,2-3-14 0,-4 3-25 0,1-2 0 15,1 0 0-15,-1-2 0 0,1 0 0 16,-2 0 0-16,-1-2 0 0,-1 0 0 15,3-2 0-15,-5 1 0 0,0-1 0 16,1 2 0-16,-1-3 0 0,-1-2 0 0,0-1 0 16,-1 1 0-16,-1-1 0 0,1 1 0 15,-5-1 0-15,4-2 0 0,-2 0 0 0,-4-2 0 16,0 0 0-16,0-1 0 0,-1-4 0 16,-4 0 0-16,-2-7 0 0,-3 1 0 15,-2 4 0-15,-2 1 0 0,-6 4 0 0,-2 1 0 16,-5 5 0-16,-3 3 0 0,-3 3 0 15,3 6 0-15,1 0 0 0,2 3 0 0,-1 1 0 16,-3 1 0-16,5-1 0 0,1 3 0 16,1-1-233-16,0 1-255 0,5-1-129 15,0 0-182-15,2 3-53 0,1-4 85 16,5-1-741-16,2 2-955 0</inkml:trace>
  <inkml:trace contextRef="#ctx0" brushRef="#br0" timeOffset="-19182.62">17341 5318 3745 0,'0'0'-198'0,"0"0"76"0,8-3 61 0,-8 3 56 0,0 0 34 0,0 0 32 16,0 0 29-16,0 0 9 0,4-7 18 15,-4 7 6-15,0 0 2 0,0 0-5 0,0 0-2 16,0 0-5-16,-4-10-10 0,4 10-8 16,0 0-9-16,0 0-9 0,-10-3-8 0,10 3-8 15,0 0-5-15,-11-4-6 16,11 4-1-16,0 0-6 0,-14 0-3 0,14 0-4 0,-11-2-5 15,11 2-1-15,-16 2-6 16,16-2-2-16,-14 0 1 0,14 0-5 0,-18 2-4 16,11-2 4-16,7 0-4 0,-22 5-1 15,13-3 1-15,-2 1-2 0,-1-1 0 16,3 1-3-16,0 1-4 0,-3-1 1 0,1 2 1 16,1-1 1-16,0-1-3 0,3 2 1 15,-1 0 1-15,-1 1-1 0,3-1-4 0,-2 0 3 16,5 2-1-16,-5-1 36 0,3 2-2 15,-4 0 2-15,4 1-9 0,-1-3 3 0,3 4 12 16,-1-4 8-16,0 2-1 0,0 1 14 16,2-1-5-16,2 0-6 0,-2-1 18 15,2-7-4-15,0 17 7 0,2-8 10 16,-2 0 0-16,2-1 2 0,0 4 2 0,-2-1-8 16,2-1-7-16,0-1-4 0,0 0-6 15,2 1 0-15,-3 0-7 0,1 1-6 16,0-1-8-16,2-2-4 0,-1 4-7 0,1-2-1 15,1-1 1-15,-1 1 1 0,-1 2 7 16,5-3 11-16,-5 1 12 0,5 0-6 0,-4 1 0 16,4-3-6-16,-3 2 20 15,3-2 2-15,-3 1 2 0,4-1 6 0,-2-2 4 16,0 4 8-16,2-5 1 0,2 1-49 0,-2 2-47 16,5-2 0-16,-5 0 0 0,6-1 0 0,-3-3 0 15,3 4 0-15,-2-2 0 16,0-1 0-16,3-2 0 0,1 3 0 0,-2-2 0 15,-2-2 0-15,3 0 0 0,1-2 0 16,0 2 0-16,-2-2 0 0,3-1 0 0,-4 0 0 16,2-1 0-16,-1-2 0 0,-5 4 0 15,1-3 0-15,0-1 0 0,1 0 0 0,-3 2 0 16,2-2 0-16,0-1 0 0,-6 1 0 16,4 0 0-16,0-2 0 0,-4 2 0 0,3-3 0 15,-5 1 0-15,3-4 0 0,-1 2 0 16,0-3 0-16,-1-1 0 0,-2-3 0 0,-1-2 0 15,-1 0 0-15,0-1 0 16,0-4 0-16,-3-2 0 0,-1 2 0 0,-4-6 0 16,-1-1 0-16,-4 3 0 0,-1 3 0 15,1 5 0-15,-7-1 0 0,4 4 0 0,-5 0 0 16,1 4 0-16,5 4 0 0,-8-1 0 16,6 5 0-16,-4 1 0 0,0 1 0 0,2 0 0 15,0 3 0-15,0 1 0 0,-1 1 0 16,2 1 0-16,-1 2 0 0,-2 0-187 15,2 2-544-15,1 0-166 0,5 0 13 0,-1 0 94 16,3 0-809-16,4 0-1040 0</inkml:trace>
  <inkml:trace contextRef="#ctx0" brushRef="#br0" timeOffset="-17699.4">21574 5229 3931 0,'0'0'-256'0,"7"-1"56"0,-7 1 49 0,0 0 50 0,0 0 43 0,0 0 34 0,0 0 26 0,0 0 26 0,0 0 18 16,0 0 12-16,0 0-4 0,0 0-5 15,0 0-3-15,0 0-10 0,0 0 3 16,0 0-3-16,-19-9 0 0,19 9 31 16,0 0 4-16,-20-2 5 0,20 2-2 0,-20 2-3 15,7-2 4-15,1 2 5 16,1 2-4-16,-3-4 10 0,2 4-4 0,-1-2-8 0,-5 4-3 16,2-3-3-16,3 2 10 15,1 2-7-15,-4 0-8 0,3 0-5 0,1 0-3 0,-1 1-5 16,3 0-5-16,-1 3-9 15,0-1 1-15,0 2 24 0,2 0 4 0,2 0-7 16,-2 0-6-16,-2 2-3 0,0 1-2 16,6-1 21-16,-4-1-5 0,2 1-5 0,1 0-4 15,3-3-5-15,-3 3-7 0,0 1-2 16,4-1 16-16,0-2-6 0,0 1 3 16,0 1-3-16,2 0-7 0,0-1-3 0,0 1-5 15,0-1-3-15,0 1-6 0,2-1-2 16,-2 0 1-16,4 1-1 0,-2-3 0 0,1 3 14 15,-2 0 8-15,-1-1 1 16,4-1 0-16,0-1-3 0,-2 1 11 0,1 0 13 16,1-1-14-16,0-1 14 0,-1 0-16 15,4-1-5-15,-3-1 13 0,-1 2 7 0,3-1-8 16,-1 0 3-16,1-2 9 0,0 1 9 16,0-1-12-16,-1-2 9 0,5 2 4 0,-5 0-1 15,5 0 7-15,1-2-4 0,-1 0-3 16,2 0-9-16,1-1-1 0,1 0-6 0,2 2-7 15,2-3-6-15,-4 1 1 0,6-3-9 16,-3 1-4-16,2 1-39 0,0-1 0 16,-2 2 0-16,2-4 0 0,3 0 0 0,-8 0 0 15,6 0 0-15,-4-2 0 16,4 2 0-16,-3-4 0 0,2 1 0 0,-2 0 0 0,2-1 0 16,-2-1 0-16,5 0 0 0,-6 0 0 15,6-2 0-15,-6 3 0 0,5-2 0 16,-5 0 0-16,1 0 0 0,0 1 0 15,-2-2 0-15,3 0 0 0,-5 0 0 0,0 0 0 16,0-1 0-16,1 1 0 0,-3-3 0 16,0 0 0-16,1 3 0 0,3-5 0 0,-3-2 0 15,-1-1 0-15,0 1 0 0,1-3 0 16,-1 2 0-16,-1-2 0 0,0 0 0 0,-3 0 0 16,1 1 0-16,-5 1 0 0,4-2 0 15,-5 2 0-15,1-3 0 0,-3 1 0 0,0-1 0 16,-1-1 0-16,-3-3 0 15,-1 1 0-15,0-4 0 0,-1 3 0 0,-1 1 0 16,-1 1 0-16,-4 3 0 0,-2-9 0 16,-8 6 0-16,1-3 0 0,-3 5 0 0,-5 1 0 15,-6 1 0-15,-1 3 0 0,-3 4 0 16,-8 2 0-16,0 0 0 0,-8 1 0 0,7 4 0 16,-1 0 0-16,3 4 0 0,2 0 0 15,6 1 0-15,1 2 0 0,12 0-442 0,0-1-284 16,3 6-184-16,8-2 58 0,0 1 90 15,3 1-768-15,0 0-975 0</inkml:trace>
  <inkml:trace contextRef="#ctx0" brushRef="#br0" timeOffset="-16283.09">24966 5202 3832 0,'0'0'-244'0,"-8"-3"57"0,8 3 44 0,-5-5 42 0,5 5 34 0,-6-4 33 0,6 4 20 0,-5-6 20 0,5 6 14 0,-13-7 11 16,13 7 13-16,-5-7 11 0,5 7 7 0,-11-7 8 15,4 3 5-15,7 4 2 0,-13-6-13 16,4 3-4-16,9 3 2 0,-14-1-13 15,14 1 3-15,-16 0-3 0,16 0 22 0,-20 4 5 16,11-3 2-16,-3 2 12 16,1 1-1-16,-4 0 4 0,1 1-3 0,1 0 8 15,-4-1-6-15,-3 3 6 0,2 3-1 16,-1 0-6-16,-2 0 6 0,2-1-8 0,-1 3-9 16,4-3-6-16,-2 4-8 0,5-1 20 15,-4 1-3-15,0 1-9 0,3-2-3 0,0 2 7 16,0-1-1-16,1 1-6 0,1 1-4 15,1-3 13-15,1 1-5 0,2-1-1 0,1 1 16 16,1-1-1-16,2 2 6 0,1-3-1 16,-1 3 11-16,2-2-3 0,-1 1-1 15,3 1 1-15,0-1-15 0,3 1-1 16,1 0-6-16,0-1-5 0,1 1 4 0,3 0-4 16,-1 0 0-16,3-2 1 0,1 1 3 15,5-1-4-15,1 0-1 0,2-2-10 16,10 3-4-16,-6-3-7 0,-1-3-3 0,3-1-3 15,0 0-7-15,0-2-3 0,0 0-2 16,-1-2-4-16,-1 0-19 0,-2-2-12 0,0 0 0 16,0 0 0-16,0 0 0 0,0-2 0 15,-1-2 0-15,3 2 0 0,1-4 0 0,-1 0 0 16,-3 0 0-16,1 1 0 0,1-1 0 16,-2-4 0-16,-4 5 0 0,2-4 0 0,1 1 0 15,-5 1 0-15,1 0 0 16,3-3 0-16,-5 0 0 0,-2 0 0 0,1-3 0 15,-5 0 0-15,0-4 0 0,4 0 0 16,-8 0 0-16,1-6 0 0,-4 3 0 0,0-1 0 16,-4-4 0-16,2-10 0 0,-4 8 0 15,-5-2 0-15,-2 1 0 0,-5 2 0 16,2 1 0-16,-5 1 0 0,-1 1 0 0,-3 4 0 16,5 7 0-16,1 2 0 0,-12-1 0 15,6 1 0-15,5 3 0 0,-3 2 0 0,-2 3 0 16,2 1 0-16,1 0 0 0,2 2 0 15,-1-1 0-15,0 5 0 0,-2 2 0 16,2 0-460-16,5-1-169 0,4 2-141 16,-1-1-97-16,1 1 74 0,2-2-796 0,7 2-1030 15</inkml:trace>
  <inkml:trace contextRef="#ctx0" brushRef="#br0" timeOffset="-15317.19">27481 5235 3949 0,'0'0'-228'0,"-4"-7"46"0,4 7 44 0,-7-9 34 0,2 6 35 0,-1-2 33 0,0 2 24 0,0-3 21 16,-3 3 16-16,1 0 11 0,-2-1-2 15,3 2-2-15,-6 0 1 0,13 2 6 16,-29 4 18-16,12 0 21 0,-5 4 0 0,-3 4 23 15,-9 5 12-15,7 4 5 0,0 1 10 16,0 2 15-16,2 1 3 0,4 3 13 0,4 1-1 16,1 2-13-16,5 0 12 15,6 2 3-15,5-6 0 0,4 7 1 0,5-1-4 16,8-2-5-16,5-4-3 0,14 5-11 0,2-4-9 16,9-4-12-16,1-1 9 0,3-6-16 15,2 0-6-15,1-8-12 0,-10-3-7 0,-1-3-6 16,1-5 19-16,-2 0 1 15,-2-5 10-15,-4-3 4 0,-4-4 3 0,-1-1-3 16,-4-8-10-16,-6-1-8 0,-2-6-12 16,-6-4-10-16,-4-2-5 0,0-3-11 0,-7-4-3 15,-4 1-10-15,-7 1-6 0,-2 4-3 16,-6 4-30-16,-3 6-5 0,-7 5 0 0,-6 4 0 16,-3 7 0-16,-6 2 0 0,-2 2-8 15,0 5-164-15,3 4-86 0,-1 3-113 0,-1 2-138 16,6 0-141-16,8 0-187 0,8 0 63 15,0 0 94-15,6-1-657 0,2 1-794 0</inkml:trace>
  <inkml:trace contextRef="#ctx0" brushRef="#br0" timeOffset="-9834.02">22939 713 2866 0,'0'-15'157'0,"-2"4"-57"0,0 1-5 0,2 3-21 0,0 7-35 0,-5-6-10 0,5 6-13 0,0 0 2 16,0 0 32-16,-7 35 40 0,-2 1 45 15,-3 16 20-15,-1 7-7 0,0 4 31 0,-7 26-13 16,9-19-13-16,-3 6-15 0,3-2-11 15,6-3-11-15,-2-1-11 0,4-7 10 16,3-5-10-16,0-15-20 0,1-2-10 0,-1-11-4 16,2-6-8-16,0-3-3 0,1-2-9 15,-3-6-7-15,2 1-4 0,-2-4-7 16,0 0 3-16,2-2-7 0,-2-8-47 0,-2 10-89 16,2-10-90-16,0 0-79 0,0 0-78 15,0 0-119-15,0 0-184 0,-5-28 20 0,8 15 68 16,1-6-273-16,-2 2-327 0</inkml:trace>
  <inkml:trace contextRef="#ctx0" brushRef="#br0" timeOffset="-9166.97">23009 739 2208 0,'-9'-11'-40'0,"-2"3"17"0,4 1 15 0,2 4 22 16,5 3 16-16,-6-11 17 0,6 11 10 16,-4-6-6-16,4 6 0 15,10-9-6-15,2 3-4 0,12 0-7 0,13-2 0 0,23-4-5 16,11 6-2-16,12-2-4 16,31 1-3-16,8-1 1 0,4 6-5 15,2 0-2-15,5 2-1 0,-3 4-4 0,-5-1 5 16,-5 4-5-16,-9 1 0 0,-28-1 0 15,-11 1 0-15,-10-2-1 0,-17-1 0 0,-7 0-3 16,-10 1-4-16,-7 1 1 0,-6 4 1 16,-4 1 4-16,-2 7 1 15,-7 5 0-15,-7 12 2 0,-2 3-1 0,-6 12 3 16,-3 10-1-16,-1-3 29 0,0 4 9 16,0-1 1-16,3 3-2 0,5 1-3 0,4-1 37 15,-2 0-9-15,5-6-9 0,2-12 1 0,2-3-8 16,1-2-2-16,-3-12-7 15,4-5-3-15,-4-6-9 0,1 0 0 0,-1-5 1 16,0-1 6-16,2 0 30 0,-4-3 23 16,2-1 10-16,-1-1-6 0,-3 0-10 15,-5 0-6-15,-2-1-14 0,-6 0-3 0,-16 2-9 16,-4 0-5-16,-10-1-4 0,-15 3-25 16,-9-3 0-16,-1-2-7 0,-6 2 7 0,-4-5-5 15,-5 0-7-15,-5-2 3 0,5 2-5 16,2-2 7-16,5 2-7 0,8-2-9 15,7 0 6-15,14 2-2 0,1-2 0 16,8 0-6-16,2 2 2 0,6 0-2 16,7-2 3-16,1 3-1 0,4-2 2 0,-4 1 2 15,7-2-3-15,0 2 0 0,-3 0 1 16,10 0 0-16,-4-1 1 0,1-1-1 0,1 2-1 16,14-2 4-16,-20 2-6 0,20-2 5 15,-20 0-1-15,20 0 2 0,-12 0-2 16,12 0-1-16,0 0-2 0,-16-2-41 0,16 2-83 15,-9-5-91-15,9 5-106 0,-4-10-157 16,4 4-151-16,0 6 54 0,5-23-258 16,5 6-318-16</inkml:trace>
  <inkml:trace contextRef="#ctx0" brushRef="#br0" timeOffset="-8766.76">23098 1134 2322 0,'-17'-4'-10'0,"-2"0"16"0,4 0 4 0,-2 4 12 0,1-1 19 16,3-1 14-16,1 0 5 0,0 2 2 0,0 0-6 0,12 0-5 15,-15 2-4-15,15-2-6 0,0 0 10 0,0 0 35 16,-10 3 20-16,10-3 19 0,0 0-2 16,46 4-3-16,2-2-9 0,22 0-8 0,16-1-11 15,32-2-12-15,10 1-10 0,-3 1-9 16,6 2-6-16,-2-1-1 0,-11 0-3 16,-25-4-6-16,-5 2-6 0,-10-1-2 0,-14 1 2 15,-15-1-14-15,-15 1 17 0,-7 0-9 16,-9 0 1-16,0 0 3 0,-7 0-6 0,-3 0-3 15,-8 0-6-15,0 0-3 16,0 0-4-16,0 0-3 0,0 0-12 0,0 0-78 16,0 0-65-16,0 0-75 0,-32-4-111 15,32 4-174-15,-29 1-91 0,11-1 59 16,-1 0-183-16,-1-1-209 0</inkml:trace>
  <inkml:trace contextRef="#ctx0" brushRef="#br0" timeOffset="-8398.34">23767 805 2152 0,'-9'-22'64'0,"1"7"5"0,-1 0 19 15,5 6 31-15,-4-1 26 0,5-1 22 0,-4 4-10 16,5 1-7-16,2 6-28 0,-7-5-9 15,7 5-14-15,0 0-7 0,-7 27-9 16,3-3 1-16,-3 17 52 0,4 4-1 0,-3 15-7 16,4 8 24-16,-1 3 10 0,1 1-13 15,-2 1-13-15,4-1-11 0,0 0-11 16,-2-5-9-16,2-5-9 0,-2-5-10 16,1-15-7-16,1-2-12 0,-4-4-4 0,4-11-6 15,-3-4-8-15,1-4 0 0,0-5-5 16,2 0-5-16,0-2-2 0,0-1-1 15,0-9-16-15,0 8-4 0,0-8-4 0,0 0-17 16,0 0-72-16,0 0-87 0,0 0-89 16,0 0-88-16,0 0-121 0,-3-27-210 15,1 19 21-15,0 0 69 0,0-2-299 0,0 0-363 16</inkml:trace>
  <inkml:trace contextRef="#ctx0" brushRef="#br0" timeOffset="-7335.09">23954 1283 2227 0,'0'0'-58'0,"0"0"22"0,2-9 10 0,-2 9 1 0,0 0 4 0,0 0 31 0,0 0 25 0,0 0 16 0,-25 24 8 0,6-4 10 16,-4 4 1-16,0 0 5 0,0 3 10 0,-1-1 4 16,1 1 3-16,0-4-6 15,2 2-8-15,0-3-9 0,7-5-7 0,3-3-5 16,4-5-2-16,0-1-9 0,0 2 1 15,3-5 2-15,1 0-1 0,3-5 24 16,-4 9 3-16,4-9-15 0,0 0 0 0,0 0-6 16,0 0-7-16,34-24-3 15,-11 7-9-15,2-4-5 0,4-1 13 0,-5-4-22 0,13-5 0 16,-5 0-4-16,1 0-6 16,-11 11 0-16,-1 1-1 0,-3 3-5 0,-6 4 9 15,-2 4-6-15,-2 1 0 0,-4 2-12 16,-4 5 5-16,5-5 3 0,-5 5 4 15,0 0 1-15,0 0-4 0,0 0 1 0,-25 27 2 16,14-13 5-16,-3 0-9 0,0 9 2 16,-4-2-5-16,1 3 9 0,3-5-6 15,5-2 3-15,0-1-2 0,1-2-5 0,-2-3 2 16,5 1 0-16,1-1 0 0,1-3 4 16,-1-2 4-16,-1 0 1 0,5-6 7 0,0 0 4 15,0 0 3-15,0 0-6 16,0 0 2-16,0 0-3 0,41-18 3 0,-11 1-10 15,6-9 1-15,2 0-3 0,2-2 3 0,-1-1-5 16,-3 3-4-16,-8 6 4 16,-4 3 11-16,-10 5 11 0,2 3 22 0,-7 2-11 15,-1 0-5-15,-5 6-5 0,-3 1-2 16,0 0-2-16,0 0-3 0,0 0 1 16,-26 34-2-16,5-10 2 0,-7 8 4 0,5-6-10 15,-4 8 1-15,4-5-2 0,4 0 0 16,2-4 1-16,2 2-6 0,3-6 2 0,3-6-1 15,-1-1-2-15,5-2 2 0,-2-4-3 16,4 1 9-16,1-4 15 0,2-5 14 16,0 9 3-16,0-9-3 0,0 0-4 15,28-7-3-15,5-5-6 0,-1-5-6 16,12-7 2-16,0 0-7 0,0-4-3 0,-2 1 2 16,-3 4-5-16,-12 3 1 0,-2 5 20 15,-7 5 11-15,-5 0 5 0,-4 6-7 0,-4 0-7 16,-5 4-2-16,0 0-6 0,0 0 1 15,0 0-4-15,-34 22 0 0,10-1-6 16,-2-1 0-16,-3 3-2 0,0 0 0 0,2 0-4 16,2 2-3-16,2-5 1 15,5 1-2-15,0-6-1 0,5-1 2 0,3-3-4 0,5-2 4 16,-3 0 3-16,6-3 4 0,2-6 2 16,0 7-5-16,0-7 1 15,0 0 1-15,33-2-5 0,-12-3 0 0,11-7-1 16,-1 0 0-16,-1-1-6 0,1-3 2 15,-4 5-2-15,-9 0 0 0,0 4 2 0,-7 2 5 16,-4 2-1-16,0-1-3 0,-7 4 0 16,0 0 0-16,0 0-2 0,0 0 0 15,0 0 0-15,-23 26-1 0,9-18 0 0,3 3 0 16,0-1-6-16,-3 0 2 0,3 1-6 16,-1-3-22-16,0 2-66 0,3-5-102 0,2 3-100 15,-1-4-110-15,8-4-196 16,-6 2-130-16,6-2 64 0,0 0-453 0,0 0-585 15</inkml:trace>
  <inkml:trace contextRef="#ctx0" brushRef="#br0" timeOffset="-4135.37">3954 7220 714 0,'-12'-3'291'0,"12"3"-106"0,-13-2-34 0,5-2 0 16,8 4-5-16,-15-4 5 0,7 4 5 0,8 0 0 16,-15-5 12-16,15 5 12 0,-14-6-8 15,5 5 10-15,9 1 2 0,0 0 1 0,-15-5-3 16,15 5-3-16,-10-2-1 0,10 2-6 16,0 0-5-16,0 0-1 0,-13-2-9 15,13 2-5-15,0 0-14 0,0 0-9 16,0 0-12-16,-11-4-12 0,11 4-10 0,0 0-11 15,0 0-8-15,0 0 3 0,0 0 8 0,0 0 1 16,0 0 5-16,0 0-1 0,34-4-4 16,-10 1-6-16,13-3-6 0,3 0-5 15,2-2-8-15,11-2-7 0,-8 1-14 16,-6 2-13-16,1 0 3 0,-6 0-2 0,-5 4-6 16,-8-1-3-16,-1 3-2 0,-4-3-2 15,-2 4-2-15,-3-3 0 0,-11 3-4 16,18-1-2-16,-18 1 0 0,11-2-1 0,-11 2-4 15,0 0 0-15,13-2 2 0,-13 2-12 16,8-4-37-16,-8 4-57 0,0 0-59 0,7-5-105 16,-7 5-109-16,0 0-133 15,0 0-212-15,0 0 49 0,-17-14 76 0,9 13-430 16,-3-2-498-16</inkml:trace>
  <inkml:trace contextRef="#ctx0" brushRef="#br0" timeOffset="-3752.81">4253 6999 2831 0,'0'0'-7'0,"-6"-8"32"0,6 8 27 0,-1-7 24 0,1 7 23 0,-6-7 19 0,6 7 6 15,0 0-3-15,-2-7-14 0,2 7-7 16,0 0-17-16,0 0-1 0,0 0-9 15,0 0-11-15,0 0-3 0,0 0 1 0,0 0-6 16,32 21-7-16,-22-9 13 0,1 1-7 16,1 4-5-16,-3 0 8 0,-3-1 1 15,4 3 3-15,-5-1 7 0,-1-1 8 0,-2 2 5 16,0-3-2-16,-4 3-1 0,0-3-2 16,-2 1-7-16,-4 3-12 0,2-7 1 0,-5 5-8 15,4-4-1-15,0-3-4 0,0 2-6 16,0-3-4-16,1-2-7 0,2-1 3 15,-2 0-4-15,0-2-2 0,3 1-3 0,-1-2-3 16,4-4-7-16,-5 7-1 0,1-3-52 16,4-4-58-16,-6 7-81 0,6-7-81 15,0 0-86-15,-6 3-91 0,6-3-190 0,0 0 37 16,0 0 55-16,0 0-274 0,0 0-297 16</inkml:trace>
  <inkml:trace contextRef="#ctx0" brushRef="#br0" timeOffset="6913.71">11136 5436 2371 0,'0'0'103'0,"8"2"43"0,-8-2 44 0,0 0 25 0,0 0 37 0,0 0 19 0,0 0 9 0,0 0 4 16,0 0-12-16,5 6-13 0,-5-6-11 0,0 0-14 15,0 0-6-15,0 0-22 0,0 0-11 16,0 0-22-16,0 0-19 0,0 0-16 16,0 0-2-16,0 0-23 0,0 0-8 0,0 0-8 15,0 0-6-15,0 0-23 16,0 0-5-16,0 0-10 0,0 0-7 0,0 0-102 16,0 0-100-16,0 0-135 0,0 0-161 15,0 0-216-15,0 0-100 0,0 0 74 0,-22 15-635 16,5-7-784-16</inkml:trace>
  <inkml:trace contextRef="#ctx0" brushRef="#br0" timeOffset="7779.16">8831 6977 3863 0,'0'0'-24'0,"0"0"18"0,0 0 19 0,0 0 44 0,0 0 37 0,0 0 18 0,0 0 0 0,0 0-10 16,0 0-15-16,5-4-7 0,-5 4-6 0,0 0-10 16,0 0-6-16,0 0-6 15,0 0-12-15,7-3-1 0,-7 3-13 0,0 0-32 16,0 0-49-16,0 0-46 0,0 0-59 16,4-5-75-16,-4 5-108 0,0 0-143 0,0-11-88 15,0 11 54-15,-4-8-284 0,3 2-291 16</inkml:trace>
  <inkml:trace contextRef="#ctx0" brushRef="#br0" timeOffset="11666.11">11341 6566 2061 0,'0'0'-54'0,"0"0"40"0,0 0 26 0,0 0 39 0,0 0 27 0,0 0 28 16,0 0 25-16,-27 6 20 0,27-6 19 0,0 0 12 16,0 0 12-16,0 0 12 15,0 0 18-15,0 0 2 0,0 0 10 0,0 0 8 16,0 0 19-16,0 0-8 0,0 0 6 15,0 0 13-15,0 0 6 0,0 0 10 0,0 0 2 16,0 0 0-16,0 0-1 0,0 0-2 16,0 0-8-16,0 0-15 0,0 0-9 0,0 0-12 15,0 0-94-15,0 0-151 0,0 0 0 16,0 0 0-16,0 0 0 0,-14 6 0 0,14-6 0 16,0 0 0-16,0 0 0 0,0 0 0 15,0 0 0-15,0 0 0 0,0 0 0 0,0 0 0 16,0 0 0-16,0 0 0 15,0 0 0-15,0 0 0 0,0 0 0 0,0 0 0 16,0 0 0-16,0 0 0 0,0 0 0 16,0 0 0-16,0 0 0 0,0 0 0 0,0 0 0 15,0 0 0-15,0 0 0 0,0 0 0 16,0 0 0-16,0 0 0 0,0 0 0 16,0 0 0-16,0 0 0 0,-6 6 0 0,6-6 0 15,0 6 0-15,0-6 0 0,2 13 0 16,-2-13 0-16,4 16 0 0,-2-8 0 0,0 1 0 15,1 4 0-15,0 0 0 16,-1 0 0-16,4 3 0 0,-5-1 0 0,1 2 0 0,0-2 0 16,0 3 0-16,2-3 0 15,-3-1 0-15,-1 0 0 0,0-1 0 0,2 1 0 0,-2-3 0 16,0 1 0-16,2 0 0 16,-2-1 0-16,0-1 0 0,0 0 0 0,2 0 0 15,-2-3 0-15,0 4 0 0,0 0 0 16,0-4 0-16,3 4 0 0,-3-2 0 0,0 3 0 15,-3-4 0-15,3 3 0 0,0-1 0 16,-2 4 0-16,2-2 0 0,-2 0 0 0,2 0 0 16,0 0 0-16,-2-2 0 0,2 0 0 15,0-1 0-15,0 1 0 0,0 0 0 0,0 0 0 16,0-2 0-16,0-8 0 0,0 15 0 16,0-6 0-16,0-2 0 0,0-7 0 15,0 15 0-15,0-15 0 0,0 10 0 16,0-4 0-16,0-6 0 0,0 12 0 0,0-12 0 15,2 5 0-15,-2-5 0 0,0 0 0 16,0 10 0-16,0-10 0 0,0 0 0 0,0 0 0 16,2 8 0-16,-2-8 0 0,0 0 0 15,0 0 0-15,0 0 0 0,0 0 0 0,0 0 0 16,0 0 0-16,0 0 0 0,0 0 0 16,0 0 0-16,0 0 0 0,0 0 0 15,-11-18 0-15,7 9-356 0,-3-5-636 16,1-5 76-16,-2-1 96 0,3-1-917 0,-5 0-1169 0</inkml:trace>
  <inkml:trace contextRef="#ctx0" brushRef="#br0" timeOffset="12260.75">11210 6531 4277 0,'0'0'-286'0,"4"-5"62"0,-4 5 50 0,0 0 44 0,0 0 40 0,7-6 37 0,-7 6 30 16,0 0 22-16,0 0 30 0,3-5 18 16,-3 5 24-16,0 0 21 0,0 0 8 15,0 0 19-15,2-7 14 0,-2 7 3 16,0 0 9-16,0 0 2 0,0 0-1 0,0 0-6 15,0 0-7-15,0 0-5 0,0 0-5 16,0 0-11-16,0 0-10 0,0 0-9 16,0 0-9-16,-19 14-10 0,11-5 6 0,-3 6 3 15,-1 0 4-15,3 2 7 0,-3 0 9 16,1-3 0-16,0 4 7 0,-3-1 22 0,1-1-7 16,6-5 0-16,-5 2-6 15,2-3-13-15,5-2-6 0,-1 1-1 0,3-2-2 0,0-2 0 16,3-5-6-16,-8 9-11 0,8-9-10 15,-1 6-6-15,1-6-2 0,-6 5-6 16,6-5-8-16,0 0-9 0,0 0-2 0,-6 7-17 16,6-7-55-16,0 0-62 0,0 0-69 15,-8 4-80-15,8-4-111 0,0 0-104 16,0 0-104-16,0 0-130 0,0 0-33 0,0 0 66 16,21-21-585-16,-15 15-707 0</inkml:trace>
  <inkml:trace contextRef="#ctx0" brushRef="#br0" timeOffset="12644.63">11245 6557 3214 0,'1'-8'-42'0,"-1"-2"46"0,0 3 40 16,0 1 49-16,3 0 46 16,-3 6 35-16,-3-13 36 0,6 8 15 0,-3 5 9 15,4-12 7-15,-2 7 9 0,-2 5-5 16,3-9 5-16,-3 9-4 0,2-9-20 0,-2 9-5 15,0 0 2-15,9-1-2 0,-9 1 1 16,0 0-12-16,27 13-5 0,-9-1-5 16,4 5-16-16,3 4-14 0,4-1-15 0,-1 3-12 15,-1-3-15-15,2 3-10 0,-4-2-80 16,0-1-38-16,-7-3 0 0,1-1 0 0,-7-5 0 16,-2 0 0-16,-1-2 0 15,-2-2 0-15,1-1 0 0,-5-1 0 0,4 0 0 16,-2-1 0-16,-5-4 0 0,10 7 0 15,-10-7 0-15,5 5 0 0,-5-5 0 0,9 5 0 16,-9-5 0-16,0 0 0 0,0 0 0 16,5 5 0-16,-5-5 0 0,0 0 0 0,0 0 0 15,4 3 0-15,-4-3 0 0,0 0 0 16,0 0-582-16,0 0-166 0,-18 7-149 0,9-3 73 16,-2-2 95-16,-7 3-771 0,2-2-947 15</inkml:trace>
  <inkml:trace contextRef="#ctx0" brushRef="#br0" timeOffset="14796.07">10303 6536 3693 0,'0'0'-204'0,"0"0"48"0,0 0 44 0,0 0 41 0,2-7 38 0,-2 7 36 16,0 0 36-16,0 0 20 0,0 0 19 16,0 0 16-16,0 0 8 0,5-5 8 15,-5 5 9-15,0 0 9 0,0 0 9 0,0 0 6 16,0 0 5-16,0 0 5 0,0 0-3 15,0 0-2-15,0 0-3 0,0 0-6 0,-20-4-1 16,20 4 0-16,0 0-8 16,0 0-9-16,0 0-4 0,-25 4-11 0,25-4-6 0,-13 2-12 15,13-2-8-15,-14 3-6 16,14-3 5-16,-12 2-4 0,12-2 0 0,-18 3 1 16,18-3-2-16,-15 3-2 0,15-3-8 15,-14 4-3-15,5-4-3 0,9 0-1 0,-15 5 18 16,5-2-22-16,10-3-2 0,-15 2-3 15,7 0-1-15,8-2-9 0,-17 8-4 16,8-8 1-16,-1 4-3 0,10-4-4 0,-15 7 0 16,8-5 1-16,7-2-2 15,-14 6-8-15,7-4 8 0,7-2 11 0,-14 8-1 0,6-6-2 16,8-2 4-16,-11 6-5 0,6-3 9 16,5-3-5-16,-16 8-2 0,11-4 2 15,-5 0-3-15,10-4 3 0,-14 8 1 16,5-2 0-16,4-1-6 0,-6-1-6 0,6 0-1 15,5-4-6-15,-13 9-1 0,9-6 0 16,4-3-3-16,-12 9-5 0,9-7 2 0,3-2-1 16,-10 8-3-16,10-8 2 0,-8 9 2 15,2-4-8-15,6-5 5 0,-7 8-6 0,3-3 12 16,4-5 11-16,-7 9-2 0,3-4-5 16,4-5-20-16,-8 11 0 0,4-6 0 15,4-5 0-15,-7 8 0 0,3-1 0 0,4-7 0 16,-3 10 0-16,3-10 0 0,-7 10 0 15,7-10 0-15,-2 11 0 0,2-11 0 16,-2 8 0-16,1-1 0 0,1-7 0 16,-2 9 0-16,2-9 0 0,-2 10 0 0,2-10 0 15,2 10 0-15,-2-10 0 0,0 10 0 16,0-10 0-16,0 9 0 0,0-9 0 0,2 11 0 16,-2-11 0-16,1 9 0 0,1-2 0 15,0 0 0-15,-2-7 0 0,7 11 0 0,-7-5 0 16,0-6 0-16,5 12 0 0,-3-7 0 15,-2-5 0-15,4 11 0 0,-3-6 0 0,-1-5 0 16,6 11 0-16,-4-7 0 0,-2-4 0 16,8 10 0-16,-4-4 0 0,-4-6 0 0,5 11 0 15,-1-7 0-15,2 2 0 0,-6-6 0 16,5 10 0-16,0-5 0 0,0 2 0 16,-5-7 0-16,6 9 0 0,-1-6 0 15,-5-3 0-15,8 10 0 0,-5-6 0 0,-3-4 0 16,9 8 0-16,-4-3 0 0,1-1 0 15,-6-4 0-15,9 7 0 0,-4-4 0 16,-5-3 0-16,11 7 0 0,-6-4 0 0,-5-3 0 16,10 6 0-16,-10-6 0 0,8 4 0 15,-8-4 0-15,9 6 0 0,-9-6 0 0,9 3 0 16,-9-3 0-16,12 7 0 0,-6-5 0 16,-6-2 0-16,13 5 0 0,-13-5 0 15,12 8 0-15,-7-8 0 0,-5 0 0 0,13 7 0 16,-4-5 0-16,-9-2 0 0,13 3 0 15,-13-3 0-15,13 2 0 0,-13-2 0 16,13 3 0-16,-13-3 0 0,0 0 0 0,22-3 0 16,-22 3 0-16,14-2 0 0,-14 2 0 15,14-1 0-15,-14 1 0 0,15-2 0 0,-15 2 0 16,13-2 0-16,-13 2 0 0,12-2 0 16,-12 2 0-16,13-2 0 0,-13 2 0 15,12-3 0-15,-12 3 0 0,15-3 0 16,-8 0 0-16,-7 3 0 0,14-6 0 0,-7 3 0 0,-7 3 0 15,16-5 0-15,-7 1 0 16,-3 2 0-16,-6 2 0 0,18-7 0 0,-13 1 0 16,-5 6 0-16,11-5 0 0,-11 5 0 15,12-5 0-15,-6 3 0 0,-6 2 0 0,7-5 0 16,-7 5 0-16,7-4 0 0,-7 4 0 16,6-3 0-16,-6 3 0 0,8-7 0 0,-8 7 0 15,8-2 0-15,-8 2 0 16,7-8 0-16,-7 8 0 0,7-7 0 0,-2 4 0 0,-5 3 0 15,7-7 0-15,-3 4 0 0,-4 3 0 16,6-9 0-16,-3 6 0 0,-3 3 0 16,4-9 0-16,-1 4 0 0,1-1 0 15,-4 6 0-15,3-8 0 0,-1 3 0 0,-2 5 0 16,4-9 0-16,-4 9 0 0,4-7 0 0,-3 1 0 16,-1 6 0-16,0 0 0 0,2-7 0 0,-2 7 0 15,2-8 0-15,-2 8 0 16,6-4 0-16,-6 4 0 0,1-8 0 0,-1 8 0 15,0 0 0-15,0-7 0 0,0 7 0 16,0-7 0-16,0 7 0 0,0-9 0 0,0 9 0 16,0-8 0-16,0 8 0 0,-1-10 0 15,-1 5 0-15,0-1 0 0,0-2 0 0,0 2 0 16,0-1 0-16,1 0 0 0,-1 0 0 16,-2-1 0-16,2 1 0 0,0 0 0 15,0 0 0-15,1 0 0 0,-3-1 0 16,-1 1 0-16,3-2 0 0,-1 1 0 0,-3-1 0 15,4 1 0-15,0 1 0 0,-3-2 0 16,1 1 0-16,0 1 0 0,-4 0 0 0,5-1 0 16,-3 1 0-16,0 0 0 0,-2-3 0 15,4 6 0-15,-1-3 0 0,-1 1 0 0,1 0 0 16,-1 0 0-16,2 2 0 0,-4 1 0 16,3-3 0-16,-3 2 0 0,0 2 0 15,8 2 0-15,-17-6 0 0,10 4 0 0,-5 0 0 16,-1 0 0-16,1 2 0 0,1-3 0 15,0 3 0-15,11 0 0 0,-21 0 0 16,11 0 0-16,10 0 0 0,-21 0 0 0,12 3 0 16,9-3 0-16,-18 0 0 0,7 4 0 15,1-2 0-15,1 2 0 0,0 0 0 0,-3 0 0 16,2 2 0-16,3-3 0 0,1-1 0 16,-2 2 0-16,4 0 0 0,4-4-50 15,-7 5-733-15,7-5-165 0,0 0 76 0,0 0 84 16,0 0-827-16,0 0-1056 0</inkml:trace>
  <inkml:trace contextRef="#ctx0" brushRef="#br0" timeOffset="21242.71">14086 3984 4018 0,'-13'0'-270'0,"13"0"49"0,0 0 51 0,0 0 50 0,0 0 49 0,0 0 44 16,-12 3 35-16,12-3 42 0,0 0 33 15,0 0 19-15,0 0 18 0,0 0 9 16,0 0 5-16,-13 3 5 0,13-3-3 0,0 0-3 16,0 0-7-16,0 0-11 0,0 0-9 15,0 0-11-15,0 0-8 0,0 0-10 0,0 0-3 16,0 0-8-16,0 0 15 0,0 0-2 15,0 0-3-15,0 0-5 0,-13-2-4 0,13 2-9 16,0 0-2-16,0 0-8 0,0 0-7 16,-17-1-4-16,17 1-3 0,-14 3-4 15,14-3-4-15,-15 3-1 0,8-1-1 16,-1 3-2-16,8-5 2 0,-11 5 0 0,11-5-1 16,-12 2 3-16,12-2-1 0,-8 6 5 15,8-6 4-15,0 0 5 0,-5 4 6 16,5-4 8-16,0 0 9 0,0 0 7 0,0 0 9 15,0 0 12-15,0 0-7 0,0 0-2 16,0 0-8-16,0 0-11 0,0 0-3 0,0 0-3 16,0 0-10-16,0 0-2 0,0 0-8 15,30-10-4-15,-30 10 1 0,7-6 9 0,-7 6 3 16,0 0-9-16,7-6 0 0,-7 6-6 16,0 0 0-16,0 0-6 0,4-5-5 15,-4 5-8-15,0 0 4 0,0 0-3 16,0 0-6-16,0 0-1 0,0 0 2 15,0 0 14-15,0 0-16 0,-23 17 1 0,23-17 5 16,0 10-5-16,0-10-3 0,0 13 4 16,0-13 4-16,3 12 8 0,1-9 2 0,-4-3 1 15,10 9 8-15,-3-6 6 0,-7-3-2 16,13 2 3-16,-13-2 5 0,0 0 3 0,23-5 0 16,-23 5 6-16,13-8-4 15,-6 4-1-15,-2 0 4 0,-5 4-3 0,10-10-9 16,-7 7-4-16,-3 3 0 0,2-9-2 0,-2 9-12 15,2-7-2-15,-2 7-7 16,0 0-15-16,0 0-59 0,-13-9-70 0,13 9-74 16,0 0-98-16,0 0-123 0,-27 13-160 15,24-9-198-15,-7 4-25 0,2-3 96 0,1 7-655 16,-4 0-824-16</inkml:trace>
  <inkml:trace contextRef="#ctx0" brushRef="#br0" timeOffset="28228.46">10810 6845 3516 0,'0'0'-67'0,"2"20"34"0,-2-20 54 0,0 0 64 0,0 0 57 0,0 7 40 0,0-7 28 16,0 0 25-16,0 0 16 0,0 0 10 0,0 0-1 15,0 0-19-15,0 0-13 0,0 0-14 16,0 0-22-16,0 0-18 0,0 0-12 0,0 0-23 15,0 0-16-15,0 0-16 16,0 0-36-16,0 0-88 0,0 0-109 0,0 0-151 0,0 0-194 16,0 0-197-16,0 0-73 15,0 0 69-15,0 0-601 0,0 0-732 0</inkml:trace>
  <inkml:trace contextRef="#ctx0" brushRef="#br0" timeOffset="29774.05">14472 5612 3604 0,'-11'5'-30'0,"2"-2"6"0,9-3 29 0,-11 4 36 0,11-4 22 0,0 0 17 0,-12 1 20 16,12-1-6-16,0 0-10 0,0 0-5 0,0 0-11 15,0 0-10-15,0 0-34 16,0 0-74-16,0 0-112 0,0 0-151 0,-11-5-230 16,11 5-10-16,0 0 65 0,0 0-239 15,-6-10-219-15</inkml:trace>
  <inkml:trace contextRef="#ctx0" brushRef="#br0" timeOffset="32407.44">14522 6654 1818 0,'0'0'-106'0,"0"0"11"0,5-5 20 0,-5 5 22 0,0 0 11 0,6-5 12 15,-6 5 7-15,3-4 30 0,-3 4 23 16,8-4 24-16,-8 4 29 0,0 0 22 0,5-7 33 15,-5 7 36-15,0 0 34 0,9-5 32 16,-9 5 20-16,0-5 19 0,0 5 4 0,0 0 3 16,0 0 4-16,0-15-2 0,0 15 0 15,1-8-8-15,-1 8-11 0,2-8-20 0,-2 8-22 16,4-10-11-16,0 4-17 0,-4 6-10 16,3-11-17-16,1 7-9 0,-4 4-9 15,5-11-1-15,-3 6-8 0,-2 5-1 16,7-10-8-16,-5 5 0 0,-2 5-5 0,3-6-7 15,-3 6-9-15,4-8-5 0,-4 8-6 16,4-7-5-16,-4 7-5 0,3-7-11 0,-3 7-4 16,0 0-66-16,0 0-13 0,8-7 0 15,-8 7 0-15,0 0 0 0,0 0 0 16,4-5 0-16,-4 5 0 0,0 0 0 0,0 0 0 16,0 0 0-16,0 0 0 0,0 0 0 15,4 19 0-15,-2-9 0 0,-2 4 0 0,0 3 0 16,0 3 0-16,-2 4 0 0,2 1 0 15,0 0 0-15,0 2 0 0,0 2 0 16,0-4 0-16,0 4 0 0,0-2 0 16,0-4 0-16,0-3 0 0,2-1 0 0,-2 3 0 15,0-5 0-15,0-3 0 0,2 1 0 16,-2-1 0-16,0-2 0 0,-2-3 0 0,2 2 0 16,2-2 0-16,-2-1 0 0,0 0 0 15,0 1 0-15,0-9 0 0,2 15 0 0,-2-9 0 16,0 0 0-16,0-6 0 15,2 11 0-15,-2-11 0 0,0 8 0 0,0-8 0 0,0 0 0 16,1 10 0-16,-1-10 0 16,0 0 0-16,4 6 0 0,-4-6 0 0,0 0 0 15,0 0 0-15,2 5 0 0,-2-5 0 16,0 0 0-16,0 0 0 0,0 0 0 0,0 0-242 16,0 0-376-16,-15 3-135 0,15-3-122 15,-14 0 86-15,14 0-882 0,0 0-1108 0</inkml:trace>
  <inkml:trace contextRef="#ctx0" brushRef="#br0" timeOffset="32957.3">14633 6515 4188 0,'2'-7'-194'0,"-2"2"47"0,0 5 44 0,2-13 44 0,0 6 37 0,0-2 42 0,-2 9 42 0,1-12 26 16,-1 12 22-16,2-8 6 0,-2 8 2 0,0 0-5 15,0 0-9-15,0 0 5 0,0 0 19 16,0 0 14-16,-39 31 16 0,17-8 10 0,2 3 17 15,-9 6 6-15,6-3 10 0,-2 5-2 16,0-9 2-16,7 0 5 0,-3 0-4 16,1-4-8-16,5-4-3 0,3-3-14 15,1-3-7-15,2 1-18 0,4-3-10 0,-4-2-12 16,6-2-11-16,-3 0-8 0,6-5-10 0,-5 9-9 16,5-9-26-16,-6 6-4 15,6-6-62-15,0 0 0 0,0 0 0 0,0 0 0 16,0 0-144-16,0 0-120 0,0 0-108 15,0 0-120-15,0-23-101 0,7 16-110 0,-1-2-74 16,1 0 63-16,3-1-691 0,3 0-858 16</inkml:trace>
  <inkml:trace contextRef="#ctx0" brushRef="#br0" timeOffset="33223.67">14595 6531 3824 0,'2'-5'-24'0,"0"-1"72"16,-2 6 43-16,0 0 35 15,6-5 22-15,-6 5 23 0,0 0 27 0,0 0 37 16,0 0 22-16,0 0 20 0,34 16-1 16,-20-8-9-16,0 4-12 0,10 5-31 0,-1 3-22 15,-5-1-17-15,5-1-19 0,-2 3-18 16,-4-4-14-16,-1-3-13 0,-3 1-11 16,-1-1-12-16,-3-4-9 0,-2 2-7 0,4-2-8 15,-8-1-6-15,5 0-8 0,-5-3-7 16,1-1-6-16,1 2-6 0,-5-7-4 0,7 9-3 15,-7-9-8-15,6 5-59 16,-6-5-82-16,1 5-82 0,-1-5-102 0,0 0-129 0,0 0-116 16,0 0-129-16,-10 6-134 15,1-3 73-15,-4 0-735 0,-5 0-916 0</inkml:trace>
  <inkml:trace contextRef="#ctx0" brushRef="#br0" timeOffset="34741.01">13528 6588 3769 0,'11'2'-168'0,"-11"-2"50"0,0 0 54 0,10 0 52 0,-10 0 38 0,0 0 38 15,0 0 27-15,0 0 20 0,0 0 8 0,0 0 0 16,0 0 13-16,0 0 4 16,0 0 6-16,0 0 3 0,0 0-5 0,0 0 0 15,0 0-3-15,0 0-6 0,0 0 4 16,0 0-5-16,0 0 0 0,0 0-3 0,0 0-6 16,0 0-5-16,-42-2-6 0,42 2 3 15,-16 0 2-15,16 0-6 0,-16 2-13 0,16-2 10 16,-18 2-6-16,7-2-2 0,11 0-5 15,-17 3 0-15,17-3-9 0,-19 1-6 0,19-1 0 16,-18 2-1-16,18-2-9 16,-16 0-6-16,16 0-11 0,-20 3-1 0,9-1-10 15,-1-1 0-15,3 2 1 0,-2-1-9 16,11-2-5-16,-19 6 2 0,9-4-7 0,-2 1-3 16,1 1 1-16,4-1-2 0,7-3-1 15,-18 5-3-15,9-1 2 0,-1-2 12 16,3 2 1-16,-3 2-2 0,10-6-6 0,-14 6 5 15,7-4-9-15,7-2-1 0,-11 7 0 16,6-3-2-16,-4 0-1 0,4 2-1 0,5-6-2 16,-13 10-1-16,4-5 2 0,6 3-2 15,-5-2 19-15,3 1-1 0,-3 1-3 0,5-1-2 16,-6 0-1-16,6 1-4 0,-3 1 2 16,1-2-5-16,-1 1 3 0,1-1-1 15,4 0-3-15,-1 2-13 0,-4-2 0 0,2-1 0 16,3 1 0-16,-3 3 0 0,2-2 0 15,-2-2 0-15,4-6 0 0,-1 15 0 16,-1-7 0-16,-1-2 0 0,-1 1 0 0,4 1 0 16,-2 2 0-16,2-3 0 0,0-7 0 15,-2 16 0-15,2-7 0 0,0 0 0 0,0 0 0 16,0 1 0-16,0 0 0 0,0 0 0 16,0 0 0-16,0 1 0 0,0-1 0 0,2 0 0 15,0 2 0-15,0-1 0 0,5-1 0 16,-6 0 0-16,3 0 0 0,2 2 0 15,-3 0 0-15,3-1 0 0,-1-2 0 0,0-1 0 16,2 2 0-16,3-2 0 0,-5 3 0 16,4-5 0-16,-2 2 0 0,0-2 0 15,2 2 0-15,4-4 0 0,-2 3 0 0,3 1 0 16,-2-3 0-16,-1 0 0 0,3-2 0 16,1 1 0-16,1 0 0 0,-3-2 0 15,2 0 0-15,-2 0 0 0,3-2 0 0,1 2 0 16,-2-2 0-16,-2 0 0 0,3-2 0 15,-3 2 0-15,3-2 0 0,-2 0 0 0,0 2 0 16,-3-3 0-16,2 0 0 0,1-1 0 16,-3 1 0-16,3-1 0 0,-3 3 0 15,0-4 0-15,1 1 0 0,-2 0 0 0,2 0 0 16,-3 0 0-16,0 3 0 0,0-5 0 16,2 2 0-16,-2 0 0 0,-2 0 0 15,1 1 0-15,2-4 0 0,-3 1 0 0,0 1 0 16,2 0 0-16,-4 0 0 0,3 1 0 15,-3-2 0-15,4 0 0 0,-6 4 0 0,7-5 0 16,-7-1 0-16,5 2 0 0,-2-1 0 16,0-1 0-16,-3-1 0 0,3 2 0 0,-2-2 0 15,-1 2 0-15,-1 1 0 0,2-3 0 16,-1 2 0-16,-2-1 0 0,3 2 0 0,-2-4 0 16,0 2 0-16,0-1 0 0,-1 1 0 15,1-1 0-15,-2 0 0 0,0 0 0 16,2 0 0-16,-4-3 0 0,2 0 0 15,0 1 0-15,-2 1 0 0,2 2 0 0,-1-3 0 16,-3 1 0-16,2 2 0 0,-2-4 0 16,3 7 0-16,-4-5 0 0,1 3 0 0,1-1 0 15,-5 0 0-15,4 2 0 0,-1-1 0 16,-3 0 0-16,-2-1 0 0,3 1 0 0,0 0 0 16,-7 0 0-16,1 0 0 0,-3 2 0 15,-1 2 0-15,0 0 0 0,-4 1 0 0,0 0 0 16,-2 2 0-16,-4 0 0 0,1 0 0 15,-1 2 0-15,2 0 0 0,6-1 0 0,4 1 0 16,0-2 0-16,6 2 0 16,-1-1 0-16,-2 1 0 0,5 0-723 0,7-2-229 15,-12 7 75-15,8-4 89 0,4-3-862 16,0 7-1087-16</inkml:trace>
  <inkml:trace contextRef="#ctx0" brushRef="#br0" timeOffset="37872.66">18323 4236 4203 0,'4'9'-220'0,"-4"-9"44"0,0 5 24 0,0-5 49 0,0 0 48 0,0 0 53 0,0 0 50 16,0 0 54-16,0 0 34 0,-2 13 28 15,2-13 17-15,0 0 18 0,0 0 11 16,0 0 3-16,0 0 5 0,-4 7-3 0,4-7-4 16,0 0-19-16,0 0 0 0,0 0-26 15,0 0-18-15,0 0-16 0,0 0-9 0,0 0-7 16,0 0-17-16,0 0-10 0,0 0-8 15,0 0-4-15,0 0 2 0,0 0-26 16,0 0-1-16,0 0-13 0,0 0 0 0,0 0-6 16,0 0-43-16,0 0-106 0,0 0-105 15,0 0-148-15,-6 1-176 0,6-1-283 16,-17 1 69-16,3 1 90 0,-4 2-550 16,-3-4-683-16</inkml:trace>
  <inkml:trace contextRef="#ctx0" brushRef="#br0" timeOffset="39089.55">4199 6650 3270 0,'2'6'-48'0,"-2"-6"48"0,-2 9 37 0,2-9 36 0,0 0 32 0,0 0 26 15,0 0 24-15,-2 10 23 0,2-10 6 16,0 0 1-16,0 0-8 0,0 0-8 16,0 0-14-16,0 0-16 0,0 0-15 0,0 7-10 15,0-7-13-15,0 0-13 16,0 0-2-16,0 0-8 0,0 0-13 0,0 0-6 15,0 0-8-15,0 0-13 0,0 0-67 16,0 0-88-16,0 0-123 0,-9 2-132 0,9-2-166 16,-11 7-149-16,3-2 75 0,2-2-449 15,6-3-533-15</inkml:trace>
  <inkml:trace contextRef="#ctx0" brushRef="#br0" timeOffset="42888.62">17364 6481 2780 0,'0'0'-51'0,"0"0"45"0,0 0 39 0,0 0 33 0,0 0 29 16,-5-5 29-16,5 5 6 0,0 0-4 0,0 0-6 0,0 0-12 16,-20 2-14-16,20-2 3 15,0 0-14-15,0 0-7 0,-15 1 17 0,15-1-8 16,0 0-5-16,-12 4 15 0,12-4 6 16,-9 2 12-16,9-2 7 0,0 0 8 0,-11 0 2 15,11 0-1-15,0 0 5 0,-14 3-7 16,14-3-8-16,-9 2-2 0,9-2-10 15,-14 1-10-15,14-1-8 0,-15 2-10 0,8 0-8 16,-3-1-6-16,10-1-2 0,-19 2-4 16,11 0-11-16,-1 1-5 0,0-1 13 15,-1 0 3-15,0-1-8 0,10-1-3 16,-15 4 1-16,5-2-10 0,1-1 0 0,9-1 16 16,-20 5-7-16,11-3-1 0,9-2-1 15,-14 6-8-15,3-5 1 0,11-1-8 0,-14 5-1 16,2-2-2-16,2 1-8 0,-1 0-2 15,1 0 4-15,1 0 2 0,0 0-7 0,-1 0-1 16,-2 1 0-16,3 1-3 0,0 0-2 16,1-2-5-16,-4 4 5 0,5-3-2 0,-5-1 4 15,5 1-4-15,-1 0-5 0,-2 1 4 16,5-1-2-16,-5 0-5 0,5 1 4 16,-4-1-1-16,9-5 3 0,-11 10 0 15,6-6 2-15,-1 2-2 0,1 0-6 0,-2-1 4 16,4 1 1-16,-3 0 7 0,1 2-1 15,1-3-4-15,-2 2-4 0,6-7 8 16,-6 12-5-16,0-5 3 0,4 0 0 0,-1-2-1 16,-3 2 0-16,4-1-4 0,2-6 3 15,-5 14 4-15,2-7-7 0,-1 0 5 0,2 0 5 16,2-7-4-16,0 13 7 0,-3-4-6 16,3-2 0-16,-2 1 3 0,0 1-2 0,2-1 2 15,0-8 1-15,0 17 2 0,0-7 0 16,0-2 2-16,0 0 8 0,2 1-1 0,-4-1-2 15,2 2 3-15,0-10 17 0,2 15 0 16,-2-7-5-16,2 1-3 0,-2-1-3 16,2 0-2-16,-2 0-5 0,1 1 9 15,-1-9 8-15,2 12-4 0,0-4-5 0,3 1 4 16,-3-2 1-16,1-1 0 0,-1 3-1 16,4-2-1-16,-3 0-28 0,1-2-10 0,2 3 0 15,0 1 0-15,0-2 0 0,1 0 0 16,0-1 0-16,2 3 0 0,-2-2 0 15,2-2 0-15,-1 3 0 0,0-3 0 0,1 1 0 16,2 0 0-16,0 0 0 0,-2 0 0 16,2-2 0-16,1 1 0 0,-3 0 0 15,2-2 0-15,1 1 0 0,-1 0 0 16,1-2 0-16,1 0 0 0,0 0 0 0,-1-2 0 16,1 0 0-16,-13 0 0 0,25-2 0 15,-12 2 0-15,3 0 0 0,-16 0 0 0,25-4 0 16,-14 4 0-16,1-2 0 0,1 0 0 15,-2 1 0-15,-11 1 0 0,19-3 0 0,-8 0 0 16,-11 3 0-16,23-3 0 0,-13 1 0 16,-10 2 0-16,19-3 0 0,-10 1 0 0,-9 2 0 15,20-4 0-15,-9 4 0 0,-11 0 0 16,17-8 0-16,-6 4 0 0,0 1 0 0,-4 0 0 16,0-1 0-16,5 1 0 15,-4-4 0-15,-1 4 0 0,0-3 0 0,4 1 0 16,-6 0 0-16,4 1 0 0,-9 4 0 15,14-9 0-15,-6 2 0 0,-1 2 0 0,0 1 0 16,-3-1 0-16,5 0 0 0,-4-2 0 16,2 0 0-16,-1 0 0 0,-1 0 0 0,2 1 0 15,0-3 0-15,-3 2 0 0,2-1 0 16,-3-1 0-16,6 1 0 0,-6-3 0 16,1 3 0-16,0-4 0 0,-1 5 0 0,1-3 0 15,-2-2 0-15,0 3 0 0,0-1 0 0,-1 0 0 16,2 0 0-16,-1 3 0 0,-2-5 0 15,0 4 0-15,0-1 0 0,-2-3 0 16,-1 0 0-16,3 3 0 0,-3-4 0 0,-1-2 0 16,0 0 0-16,3-1 0 0,-5 3 0 15,2-5 0-15,1 3 0 0,-4 0 0 16,3 1 0-16,-1-1 0 0,-1 3 0 0,-1 1 0 16,-1 1 0-16,2 0 0 0,-3-1 0 15,0 1 0-15,-3 2 0 0,-1-2 0 0,-3 3 0 16,-1 1 0-16,2 0 0 0,-4 0 0 15,0 2 0-15,-1 2 0 0,-2 1 0 0,1 1 0 16,-4 1 0-16,-2 3 0 0,2 1 0 16,-7 2 0-16,1 3 0 0,3 5 0 0,-3-3 0 15,13 1 0-15,0 1 0 16,5-2 0-16,1 1 0 0,3-2-701 0,7-1-250 16,4-3 60-16,6 2 92 0,5-3-850 15,8 3-1087-15</inkml:trace>
  <inkml:trace contextRef="#ctx0" brushRef="#br0" timeOffset="43689.33">18146 6575 4028 0,'0'0'-274'0,"-4"-7"66"0,4 7 55 0,-5-7 48 0,4 3 43 0,-3-2 34 0,0 0 26 0,4 6 29 0,-4-11 39 16,1 5 20-16,-1 0 23 0,2-1 20 16,2 7 2-16,-2-10 20 0,1 5 7 15,1 5 14-15,-4-7 3 0,4 7 8 0,-3-7 12 16,3 7-1-16,0 0-10 0,-4-8 2 15,4 8-12-15,0 0-13 0,0 0 1 0,-3-6-26 16,3 6-12-16,0 0-18 0,0 0-7 16,0 0 2-16,0 0-15 0,0 0-13 0,-10 28 0 15,10-11 32-15,-1 7 3 0,-1 1 14 16,2 13-5-16,-2 2 6 0,0 3-12 16,0 0 1-16,-1 1-8 0,3 2-11 15,0 1-7-15,-1-3 0 0,-1-2 12 0,2-4-7 16,0-8-6-16,0-4-8 0,-2-2-41 15,2-5-36-15,0-2 0 0,0-4 0 0,0 1 0 16,0 1 0-16,0-7 0 0,0 0 0 16,0 1 0-16,0-9 0 0,0 12 0 0,2-6 0 15,-2-6 0-15,2 10 0 0,-2-10 0 16,1 5 0-16,-1-5 0 0,0 0 0 16,0 0 0-16,0 0 0 0,0 0 0 0,0 0 0 15,0 0 0-15,0 0 0 16,0 0 0-16,0 0 0 0,0-23-306 0,-1 14-270 15,-3-3-128-15,-2 2-179 0,1-4 85 16,-4-1 78-16,0 1-710 0,0-3-880 0</inkml:trace>
  <inkml:trace contextRef="#ctx0" brushRef="#br0" timeOffset="44439.24">18063 6409 3605 0,'-1'-10'-204'0,"1"5"43"0,0 5 40 0,0-7 34 0,0 7 35 0,0 0 32 16,-2-8 21-16,2 8 15 0,0 0 10 15,-2-6 12-15,2 6 10 0,0 0 4 0,0 0 0 16,0 0-6-16,0 0 32 0,0 0 28 16,0 0 22-16,-25 14 8 0,16-6 11 0,-7 5 1 15,1-3 7-15,1 3-5 0,-11 5 0 16,1-1-7-16,3 2-2 0,2-6-14 16,4 1-10-16,-1-2-9 0,3 0-11 0,-1-2-11 15,3 1-8-15,2-3-9 16,4 1-5-16,-6-3-6 0,4 2-5 0,2-1-9 15,-1-3-1-15,2 1-6 0,4-5-2 16,-6 5-1-16,6-5 1 0,0 0-4 0,-8 8-6 16,8-8 3-16,0 0-4 0,0 0-2 15,0 0-4-15,0 0-4 0,0 0 1 0,8-22-6 16,-4 15 0-16,-2-3 2 0,2 2-6 16,2-1-3-16,-5-3-3 0,5 2 0 0,-1 2 0 15,-1-1-4-15,3 1 0 0,-5-1 4 16,1-1-4-16,5 1 3 0,-5 2 0 0,5 0-2 15,-2-1 4-15,2 1-5 0,-1 0 4 16,-2 0 3-16,7 1-4 0,-2-2 1 16,-3 2 2-16,3 1-1 0,0 1 3 15,-1-1-2-15,3 4 2 0,-1-1-2 16,-11 2 19-16,27 3 9 0,-9 2 14 0,3 4 15 16,6 5 9-16,4 3 8 0,-1 3 5 15,8 8 10-15,1-2-5 0,-1 3 9 0,-2-4 2 16,-8-3 13-16,1-1 39 0,-2 0-3 15,-2-4 5-15,-9-1 7 0,0-6 14 0,-5 0 13 16,0-3 6-16,-1 0 4 0,-4 0-182 16,1-2-12-16,-1-2 0 0,-6-3 0 0,10 9 0 15,-10-9 0-15,7 5 0 16,-3-2 0-16,-4-3 0 0,7 4 0 0,-7-4 0 16,0 0 0-16,0 0 0 0,8 3 0 15,-8-3 0-15,0 0 0 0,0 0 0 0,0 0 0 16,0 0 0-16,0 0-204 0,0 0-428 15,0 0-150-15,0 0-100 0,-19 5 80 0,7-1-861 16,3 2-1099-16</inkml:trace>
  <inkml:trace contextRef="#ctx0" brushRef="#br0" timeOffset="47437.24">22858 4134 4147 0,'0'5'-214'0,"0"-5"69"0,0 0 57 0,0 0 49 0,0 0 43 0,0 0 40 0,0 0 37 0,0 0 18 0,0 0 20 15,0 0 12-15,0 0 5 0,0 0 1 16,0 0-4-16,0 0-4 0,0 0-7 16,0 0-9-16,0 0-13 0,0 0-8 15,0 0-8-15,0 0-8 0,0 0-9 0,0 0-4 16,0 0-7-16,0 0 16 0,0 0-8 15,0 0 10-15,0 0-5 0,13-19 0 0,-13 19 4 16,0 0 4-16,0 0-19 0,3-8-3 16,-3 8 0-16,0 0-13 0,0 0-6 0,0 0-2 15,0 0-3-15,0 0-5 16,0 0-2-16,0 0-1 0,0 0 1 0,0 0-6 0,0 0-1 16,0 0-4-16,0 0 0 15,0 0-1-15,0 0 2 0,-25 15 0 0,25-15 9 16,-4 7 3-16,4-7 3 0,0 0 8 0,-1 8 9 15,1-8 21-15,0 0 6 0,0 0 14 16,0 9 10-16,0-9 9 0,0 0-2 16,0 0 2-16,0 0-3 0,0 0-11 15,9 5-10-15,-9-5-3 0,0 0-8 0,0 0-7 16,0 0-7-16,0 0-6 0,0 0-1 16,14-14-6-16,-14 14-5 0,0-7-6 15,0 7 0-15,0 0-4 0,2-6-7 16,-2 6-3-16,0 0 1 0,-2-7-5 0,2 7 0 0,0 0 3 15,0 0-18-15,-9-8 0 16,9 8 0-16,0 0 0 0,-13 0 0 0,13 0 0 16,0 0 0-16,-14 6 0 0,14-6 0 15,-7 7 0-15,3-2 0 0,3 0 0 0,1-5 0 16,-4 9 0-16,4-9 0 0,0 10 0 16,0-10 0-16,4 8 0 0,-4-8 0 0,5 7 0 15,-1-1 0-15,-1-3 0 0,-3-3 0 16,10 2 0-16,-10-2 0 0,0 0 0 0,0 0 0 15,15 1 0-15,-15-1 0 0,0 0 0 16,0 0 0-16,11-8 0 0,-11 8 0 16,7-7 0-16,-7 7 0 0,2-8 0 15,-2 8 0-15,0 0 0 0,0 0 0 16,-5-11 0-16,5 11 0 0,0 0 0 0,0 0 0 16,-16-3 0-16,16 3 0 0,0 0-204 15,-24 8-236-15,17-4-117 0,-2 0-140 0,-1 2-173 16,-1-1 83-16,0 4 94 0,-2-2-648 15,2 1-797-15</inkml:trace>
  <inkml:trace contextRef="#ctx0" brushRef="#br0" timeOffset="49804.72">5237 6565 3436 0,'0'0'-142'0,"0"0"53"0,-3-4 47 0,3 4 50 15,0 0 47-15,-2-8 37 0,2 8 38 0,0 0 14 16,-4-10 17-16,4 10 13 0,-3-7-3 0,1 3 3 16,2 4-2-16,-7-10-16 15,3 8 10-15,-3-3-10 0,7 5-17 0,-13-7-15 0,8 4-11 16,-2 1-13-16,7 2-11 15,-16-3-1-15,7 1-8 0,9 2 32 0,-20-2-16 16,20 2-1-16,-21 0-12 0,21 0 0 0,-22-1 15 16,10 1-9-16,12 0-7 15,-27 3-2-15,16-3-13 0,-2 4-6 0,-1-3 12 16,3 3 1-16,-3-3-4 0,-1 5-4 16,1 0-8-16,0-2-6 0,-2 1 1 0,3 2-8 15,-2 0 0-15,1-1 9 0,0 4-5 16,0-3-3-16,-1 2-2 0,3 0-11 0,-1 2 3 15,-1-2-7-15,3 2-2 0,0-1-4 16,-1 1-2-16,3 1-1 0,0 0-2 16,-2-2-3-16,2 2-4 0,0-2 3 15,2 2 3-15,-2 0-6 0,2-1-4 16,1 0 8-16,-2 1 5 0,4-1-3 0,1-1-4 16,-3-2 6-16,2 3 0 0,2-1-4 15,-3 0-4-15,3 0 0 0,0 2 0 0,-1-3 1 16,2-1 0-16,-1 4 6 0,2-3-1 15,0 3-1-15,-2-2 8 0,2 0-24 0,0-1 4 16,0 1-1-16,0 2 6 0,0-5-1 16,0 3 7-16,2 0-1 0,-2-2-3 0,0 2 3 15,2 1 3-15,-1-1 0 0,-1 0 3 16,3 2 4-16,-1-1-6 0,0-1 3 16,0-2-5-16,1 3-1 0,-1-2 0 0,0 2-3 15,2-1 1-15,-2 2 0 16,1-3-2-16,-1 1 0 0,2 0 16 0,1-1-26 15,-2 2-1-15,-1-2 0 0,2 3 0 16,-1-4 0-16,1 1 0 0,0 1 0 0,0 0 0 16,-3-1 0-16,6-1 0 0,-5 3 0 15,1-3 0-15,1 0 0 0,2 1 0 0,-3 2 0 16,1-3 0-16,3 1 0 0,-4-1 0 16,1 1 0-16,1-1 0 0,-1 1 0 0,0-1 0 15,1 1 0-15,0-1 0 0,2-1 0 16,-3 0 0-16,3 3 0 0,-3-3 0 15,3 2 0-15,0-2 0 0,0 2 0 16,1-1 0-16,0 0 0 0,0 2 0 16,1 0 0-16,0-3 0 0,1 5 0 0,1-6 0 15,-2 2 0-15,0-1 0 0,0 1 0 16,0-3 0-16,1 2 0 0,0-2 0 0,1-1 0 16,1 2 0-16,-1-4 0 0,-2 0 0 15,-9-2 0-15,21 3 0 0,-10-3 0 0,-11 0 0 16,25 1 0-16,-11-2 0 0,-1 1 0 15,3-3 0-15,-3 2 0 0,4 0 0 0,-2-1 0 16,3 0 0-16,-2-2 0 0,2 3 0 16,-2-2 0-16,2-1 0 0,-2 1 0 0,-1 1 0 15,-1-4 0-15,2 2 0 16,0-2 0-16,0 2 0 0,0-1 0 0,-1-3 0 16,2 1 0-16,-2 1 0 0,5-1 0 15,-4-2 0-15,2 5 0 0,-3-6 0 0,0 3 0 16,-2-1 0-16,1 1 0 0,-3-2 0 15,1 1 0-15,-1-1 0 0,0 1 0 16,1-1 0-16,-4 1 0 0,1-2 0 0,-2-2 0 16,4 1 0-16,-6-1 0 0,2 0 0 15,1-1 0-15,-2 1 0 0,2-2 0 0,-3-1 0 16,1 1 0-16,-1-3 0 0,2 5 0 16,-2-2 0-16,-3 0 0 0,2 0 0 15,-2 2 0-15,1 0 0 0,-3 0 0 16,2 1 0-16,-2 0 0 0,0-1 0 0,-2-1 0 15,2-1 0-15,-3-2 0 0,1 1 0 16,-2-2 0-16,1 0 0 0,-3-4 0 0,-1 1 0 16,2 4 0-16,-1-5 0 0,1 3 0 15,-1 1 0-15,-2-2 0 0,1 1 0 0,-1 3 0 16,1 1 0-16,0 1 0 0,-2-1 0 16,0-2 0-16,2 3 0 0,-4 0 0 0,2 2 0 15,2-1 0-15,-5-2 0 0,2 2 0 16,-1-3 0-16,-1 1 0 0,1 2 0 0,2 1 0 15,-5-2 0-15,3 3 0 16,-5-2 0-16,0 3 0 0,-2-1 0 0,0 2 0 0,-3 2 0 16,-3 2 0-16,-1 2 0 15,2 0 0-15,-2 4 0 0,-6 0 0 0,-6 3 0 16,-1 2 0-16,6 1 0 0,-1 1 0 16,9-1 0-16,0-2 0 0,6 2 0 0,0 0 0 15,2 1 0-15,2 1 0 0,3 0 0 16,3-1-393-16,-2 3-634 0,5-2 115 15,1-3-1081-15,0 1-1409 0</inkml:trace>
  <inkml:trace contextRef="#ctx0" brushRef="#br0" timeOffset="51437.17">23108 3362 1056 0,'0'0'216'0,"-19"-12"-22"0,11 7-22 0,0 1-21 0,-3-2-13 0,3 1-8 16,-3 1-22-16,2-1-17 0,-5 1 3 0,3 1 10 16,-2 1-2-16,1-3 6 0,-1 2-1 15,-1 0 5-15,-1 1-6 0,1 0-4 0,2 0 4 16,-4 1 2-16,-3 1-7 0,-2 0-9 15,2 1-9-15,-3 1-8 0,-3 0-6 16,-2 3-10-16,2-2-2 0,-11 4 19 0,2 0 0 16,5 0-12-16,-3 2-4 0,-1 3-4 15,8-6-11-15,-3 6-3 0,3-3 1 0,2 2-4 16,-3 2-5-16,1 4 4 0,0 0-6 16,2 0 3-16,4-3 6 0,0 6 0 15,0 3-6-15,4-4 2 0,-1 5-6 16,3-4 9-16,-1 4 15 0,5-1-6 0,2-3 3 15,-1 2 14-15,0 9-2 0,4-5-5 16,1-1-4-16,1-2 19 0,2 1-2 16,0 1-4-16,3-2-4 0,1 10 11 0,4-1 0 15,4-1 3-15,0-4 0 0,2 3-4 16,8-1 2-16,-2-3 4 0,5 0 7 0,2-1 4 16,7 3-2-16,-4-9 10 15,3 0 11-15,3-6-22 0,2-1 8 0,-2-4 5 16,4 1 12-16,0-4 10 0,1-1 7 0,-4-3 4 15,-1-1-2-15,4-5-3 0,3 0-2 16,-4-4-5-16,1 3-7 0,1-5-8 0,-3 1-2 16,-2-2 5-16,-4-1-47 0,0 2-63 15,-3-3 0-15,0 2 0 0,-4-1 0 16,1-3 0-16,-1 1 0 0,-6 1 0 16,-2 0 0-16,-2 1 0 0,1-1 0 0,-1-3 0 15,2-3 0-15,3-3 0 0,-7 4 0 16,-4 0 0-16,3-8 0 0,-5-4 0 0,-1 3 0 15,-4-6 0-15,-2-3 0 0,-4-2 0 16,-4-2 0-16,-3-7 0 0,-4 4 0 0,-3 1 0 16,0 4 0-16,-4 8 0 15,-4-2 0-15,1 9 0 0,-3 2 0 0,-5 4 0 16,-3 3 0-16,-2 7 0 0,-4 3 0 16,0 5 0-16,-4 1 0 0,-2 6 0 0,-5 3 0 15,-2 4 0-15,4 1 0 0,3 5 0 16,2-2-7-16,4 1-649 0,8-3-155 0,3 3-115 15,4 0 95-15,5-1-856 0,5-1-1122 16</inkml:trace>
  <inkml:trace contextRef="#ctx0" brushRef="#br0" timeOffset="56520.8">22349 6563 4243 0,'-9'-4'-208'0,"9"4"58"0,0 0 45 0,0 0 55 0,-7-8 53 0,7 8 50 0,0 0 32 16,-9-5 27-16,9 5 19 0,0 0 18 15,0 0 11-15,0 0 9 0,-5-5 3 0,5 5 4 16,0 0 4-16,0 0 2 16,0 0-3-16,0 0-1 0,0 0 0 0,-6-5-2 15,6 5 3-15,0 0-12 0,0 0 5 16,0 0-6-16,0 0-7 0,0 0 3 0,0 0-9 15,0 0-1-15,0 0-5 0,0 0-6 16,0 0 1-16,0 0-4 0,0 0-5 16,0 0-6-16,0 0-87 0,0 0-40 0,0 0 0 15,0 0 0-15,0 0 0 0,0 0 0 16,0 0 0-16,0 0 0 0,0 0 0 0,0 0 0 16,0 0 0-16,0 0 0 15,0 0 0-15,0 0 0 0,0 0 0 0,0 0 0 16,0 0 0-16,0 0 0 0,0 0 0 15,21 15 0-15,-15-7 0 0,-2-4 0 0,-1 5 0 16,5-3 0-16,-4 4 0 0,4 0 0 16,-3 1 0-16,3 1 0 0,-3 3 0 0,5-3 0 15,-2 2 0-15,1 1 0 0,1 0 0 16,1 2 0-16,-2-3 0 0,4 1 0 0,-4-3 0 16,0 4 0-16,1-3 0 0,-1-1 0 15,1-1 0-15,-5-3 0 0,4 2 0 0,-4-1 0 16,1-1 0-16,-1 0 0 0,1 0 0 15,-2 0 0-15,2-1 0 0,-2 0 0 0,-1 2 0 16,3-1 0-16,-3 2 0 0,6-3 0 16,-6 3 0-16,5-2 0 0,-3 1 0 0,1 1 0 15,0-2 0-15,4 3 0 16,-5-1 0-16,4 0 0 0,-2-1 0 0,-2 0 0 16,1-1 0-16,0-1 0 0,-3-2 0 15,3 3 0-15,-2-4 0 0,-2 1 0 0,-2-5 0 16,8 7 0-16,-7-4 0 0,-1-3 0 15,4 9 0-15,-4-9 0 0,6 5 0 0,-6-5 0 16,3 6 0-16,-3-6 0 0,0 0 0 16,4 4 0-16,-4-4 0 0,0 0 0 0,7 4 0 15,-7-4 0-15,0 0 0 0,0 0 0 16,0 0 0-16,0 0 0 0,0 0 0 0,-14-19 0 16,6 10 0-16,-3-1-547 15,-4-3-438-15,-9-6 89 0,4-2-1064 0,-1 2-1379 16</inkml:trace>
  <inkml:trace contextRef="#ctx0" brushRef="#br0" timeOffset="57168.19">22353 6457 4942 0,'0'0'-280'0,"-4"-7"61"0,4 7 51 0,0 0 44 0,-5-7 42 0,5 7 39 0,0 0 37 0,-10-5 28 16,10 5 28-16,0 0 24 0,-5-7 12 0,5 7 16 15,0 0 9-15,0 0 11 0,-7-4 10 16,7 4 5-16,0 0 11 0,0 0-5 0,0 0 5 16,0 0-2-16,0 0 2 0,0 0 10 15,0 0 9-15,0 0 21 0,0 0 14 16,0 0 2-16,0 0 1 0,22 20-4 0,-7-11-9 16,4-1-9-16,9 7-8 0,5-1-19 15,-3 0-11-15,4 1-15 0,1-3-13 16,-5 3-9-16,1-5-37 0,-6-4-71 15,-8 1 0-15,0-1 0 0,-2-2 0 0,-5 0 0 16,0 0 0-16,-3-2 0 0,-7-2 0 16,13 6 0-16,-4-3 0 0,-9-3 0 0,9 3 0 15,-9-3 0-15,0 0 0 0,11 3 0 16,-11-3 0-16,0 0 0 0,7 2 0 0,-7-2 0 16,0 0 0-16,0 0 0 0,0 0 0 15,0 0 0-15,-26 12-277 0,11-8-352 16,-7 2-109-16,-2-1-133 0,-13-1 74 15,1 2-862-15,6-2-1097 0</inkml:trace>
  <inkml:trace contextRef="#ctx0" brushRef="#br0" timeOffset="57668.7">22159 6574 4149 0,'-2'-9'-200'0,"2"9"59"0,2-8 45 0,-2 8 44 0,2-8 45 0,0 2 41 0,-1 0 43 0,3-2 28 0,0 3 24 16,-4 5 21-16,6-9 17 0,-6 9 15 0,6-7 8 16,-6 7 2-16,4-3-4 0,-4 3-9 15,0 0-13-15,0 0-2 0,0 0 20 16,0 0 21-16,1 21 9 0,-2-10 14 0,-3 9 9 16,-2 1 5-16,0 0 2 0,-2 11 1 15,-1-3-8-15,2-4-27 0,-2-4-15 16,4 0-21-16,-2-1-174 0,-1-1 0 0,2-2 0 15,-2-1 0-15,5-5 0 0,-5 1 0 16,6-2 0-16,-1-1 0 0,1-1 0 16,-3-2 0-16,3 0 0 0,2-6 0 0,-2 7 0 15,2-7 0-15,-1 7 0 0,1-7 0 16,0 0 0-16,-4 7 0 0,4-7 0 0,0 0 0 16,0 0 0-16,0 0-92 0,0 0-527 15,0 0-140-15,0 0-130 0,0 0 84 0,-9 2-905 16,9-2-1143-16</inkml:trace>
  <inkml:trace contextRef="#ctx0" brushRef="#br0" timeOffset="64452.07">20635 6507 4219 0,'0'0'-241'0,"-12"7"71"0,12-7 45 0,0 0 41 0,0 0 48 0,0 0 43 0,0 0 43 16,0 0 35-16,0 0 24 0,0 0 17 0,-4 8 19 15,4-8 13-15,0 0 13 16,0 0 8-16,0 0 10 0,0 0 5 0,0 0 4 15,0 0 4-15,0 0-4 0,0 0 0 16,0 0-15-16,0 0-22 0,0 0-12 0,0 0-10 16,0 0-14-16,16-19-19 0,-16 19-3 15,5-10-3-15,1 3-3 0,-6 7 1 0,5-10-9 16,-1 3-5-16,1 2-5 0,-5 5 3 16,3-12-8-16,1 5-4 0,-4 7-4 0,4-12-7 15,-3 7 3-15,-1 5-2 0,4-10-3 16,0 5-6-16,-4 5-5 0,3-9-6 15,-3 9-3-15,0-9-3 0,0 9-2 16,5-8-4-16,-5 8 5 0,0 0 0 0,4-8-3 16,-4 8-18-16,0 0-12 0,0 0 0 15,0 0 0-15,4-6 0 0,-4 6 0 0,0 0 0 16,0 0 0-16,0 0 0 0,0 0 0 16,0 0 0-16,0 0 0 0,0 0 0 15,1 22 0-15,-1-22 0 0,0 11 0 0,2-3 0 16,0 1 0-16,0 3 0 0,0 0 0 15,0 3 0-15,-1 4 0 0,-1 0 0 0,2 1 0 16,0-1 0-16,-2 3 0 16,0-5 0-16,0 6 0 0,0-4 0 0,2-1 0 15,0 0 0-15,-2-3 0 0,0-1 0 16,0 0 0-16,3-2 0 0,-3 0 0 0,0-2 0 16,1-1 0-16,-1 1 0 0,0-1 0 15,2-1 0-15,-2 1 0 0,0-1 0 0,0 1 0 16,2-1 0-16,-2 1 0 0,-2-1 0 15,2 4 0-15,0-5 0 0,0 3 0 0,2 0 0 16,-2-4 0-16,0 3 0 0,0-9 0 16,0 16 0-16,0-8 0 0,2-2 0 0,-2-6 0 15,2 16 0-15,-2-11 0 0,0-5 0 16,2 13 0-16,-2-5 0 0,0-8 0 0,-2 16 0 16,2-10 0-16,-2 3 0 0,0-1 0 15,2 1 0-15,-2 1 0 0,2-1 0 0,-2-1 0 16,2 3 0-16,0-3 0 15,0 1 0-15,0-1 0 0,0-1 0 0,-1 1 0 16,1-8 0-16,0 13 0 0,0-8 0 16,0-5 0-16,0 0 0 0,0 13 0 0,0-13 0 15,0 0 0-15,0 9 0 0,0-9 0 16,0 5 0-16,0-5 0 0,0 0 0 0,0 0 0 16,-3 11 0-16,3-11 0 15,0 0 0-15,3 10 0 0,-3-10 0 0,0 5 0 0,0-5 0 16,0 0 0-16,0 0 0 0,0 9 0 15,0-9 0-15,0 0 0 0,0 0 0 0,0 0 0 16,0 0 0-16,0 0 0 16,0 0 0-16,0 9 0 0,0-9 0 0,0 0 0 15,0 0 0-15,0 0 0 0,0 0 0 16,-9 6 0-16,9-6 0 0,0 0 0 0,-3 4 0 16,3-4 0-16,0 0 0 0,-11 3 0 15,11-3 0-15,0 0 0 0,-16 0 0 0,16 0 0 16,0 0 0-16,-19-1 0 0,19 1 0 15,0 0 0-15,-19 0 0 0,19 0 0 0,-16-4 0 16,16 4 0-16,-13-2 0 0,13 2 0 16,-11-2 0-16,11 2 0 0,0 0 0 15,-16-2 0-15,16 2 0 0,0 0 0 16,0 0 0-16,-12-2 0 0,12 2 0 0,0 0 0 16,-9 0 0-16,9 0 0 0,0 0 0 15,0 0 0-15,0 0 0 0,0 0 0 0,0 0 0 16,0 0 0-16,35-12 0 0,-18 9 0 15,2 0 0-15,3-1 0 0,3 1 0 0,12-4 0 16,-8 4 0-16,-3-1 0 0,-1 2 0 16,-6-3 0-16,3 2 0 0,-8 1 0 0,-1 0 0 15,1 2 0-15,-5-2 0 0,3-1 0 16,-12 3 0-16,15 0 0 0,-15 0 0 0,11-3 0 16,-11 3 0-16,12-1 0 15,-12 1 0-15,0 0 0 0,13 1 0 0,-13-1 0 0,0 0 0 16,0 0 0-16,10-1 0 15,-10 1 0-15,0 0 0 0,0 0 0 0,0 0 0 16,0 0 0-16,0 0 0 0,0 0 0 16,-30 4 0-16,16-1 0 0,-1-3 0 0,0 0 0 15,-7 0 0-15,0 0 0 0,-3-3 0 16,-2 3 0-16,1 0 0 0,2 0 0 0,-1 0 0 16,-2 3 0-16,6-2 0 0,-1-1 0 15,4 0 0-15,-2 1 0 0,6 1 0 0,0 0 0 16,5-2 0-16,-3 0 0 0,12 0 0 15,-17 2 0-15,17-2 0 0,-14-2 0 16,14 2 0-16,0 0 0 0,-13 2 0 0,13-2 0 16,0 0 0-16,0 0 0 0,0 0 0 15,0 0 0-15,0 0 0 0,42 6 0 0,-23-6 0 16,4 0 0-16,6 0 0 0,1 0 0 16,1 0 0-16,-3 0 0 0,-2 2 0 0,-3-2 0 15,-1 0 0-15,-8 2 0 0,0-2 0 16,-1 0 0-16,-3 0 0 0,2 2 0 0,-12-2 0 15,14 0 0-15,-14 0 0 0,12 2 0 16,-12-2 0-16,8 1 0 0,-8-1 0 0,0 0 0 16,0 0 0-16,0 0 0 0,3 5 0 15,-3-5 0-15,0 0 0 0,0 0 0 16,0 0 0-16,-14 7 0 0,14-7 0 16,-11 4 0-16,11-4 0 0,-9 1 0 0,9-1 0 15,-11 3 0-15,11-3 0 0,0 0 0 16,-16 0 0-16,16 0 0 0,0 0 0 0,-13-8 0 15,8 3 0-15,-2 1-373 0,4-2-634 16,-3 0 114-16,6 6-1120 0,-3-12-1428 0</inkml:trace>
  <inkml:trace contextRef="#ctx0" brushRef="#br0" timeOffset="65852.06">21425 6471 5067 0,'-1'-12'-298'0,"1"12"60"0,1-9 57 0,-1 9 52 0,0-7 48 0,0 7 37 16,0 0 29-16,0-10 23 0,0 10 12 0,0 0-1 15,0 0 4-15,0 0-2 16,0 0 23-16,-37 31 26 0,12-7 6 0,-8 8 6 16,1 3 18-16,-9 0 3 0,5 2 13 15,2-1 2-15,-4-2 5 0,8-1-8 16,5-9-5-16,2 0 13 0,1-3-17 0,9-5-10 16,1-2-9-16,-2 0-5 0,4-5-10 15,5-2-13-15,-2 1-3 0,4-3-5 0,-3 1-7 16,6-6-6-16,-7 8-24 0,7-8-53 15,-6 6-53-15,6-6-71 0,0 0-79 0,0 0-67 16,0 0-58-16,0 0-50 16,0 0-53-16,21-27-64 0,-9 14-25 0,8-10-416 0,5-1-451 15</inkml:trace>
  <inkml:trace contextRef="#ctx0" brushRef="#br0" timeOffset="66501.72">21339 6580 2466 0,'25'-17'-69'0,"-1"3"57"15,-1-4 52-15,-5 4 48 0,-3 2 55 0,-3 2 47 16,-1 1 28-16,-4-1 17 0,4 3 5 15,-6 4-7-15,1-2-16 0,-6 5-17 16,7-4-13-16,-7 4 0 0,0 0 0 0,0 0 3 16,-7 33-16-16,-6-6-15 0,-5 5-13 15,-7 5 1-15,0 1-15 0,-1 0-11 0,1-3-10 16,-1 3-12-16,6-12-7 16,4-1-11-16,0-3-4 0,3-2-10 0,3-7-2 15,2 1-12-15,3-4-3 0,-3 0-6 0,7-3 1 16,-3 1-9-16,4-8 5 0,0 0-9 15,0 0 0-15,17 0-15 0,-17 0 0 16,42-22-8-16,-4-1-15 0,2-7-6 0,-1-4-8 16,4-2 3-16,-5 2-1 0,-2-2 3 15,-2 3 2-15,-9 10 5 0,-4 2 1 0,-4 3 2 16,-7 6 2-16,-3 5 13 0,-1-1-1 16,-6 4-1-16,0 4-3 0,0 0 3 0,-19 14 1 15,4-2 9-15,-10 11 4 0,-8 4 2 16,-1 2-1-16,0 2 2 0,4 0 0 15,3-5-6-15,4 1-1 0,1-1 0 16,0-1-4-16,5-4 0 0,4-3-2 0,4-3 0 16,-2-1-4-16,6-2 0 0,-1-3 2 15,4-1-4-15,1-1 5 0,1-7-4 0,3 9 2 16,-3-9 1-16,22 0-4 0,-22 0-2 16,45-18 0-16,-15 5-4 0,4-1 7 15,1-2-6-15,-7-1 2 0,-1 3 2 0,-8 5-2 16,-2-1 6-16,-5 3-5 0,-5 2 11 15,3 2 3-15,-10 3-4 0,0 0-2 0,0 0 7 16,0 0-2-16,0 0-4 0,0 0-4 16,-22 29 9-16,6-16 11 0,3-1 4 15,-3 1 2-15,1 3-3 0,5-6-5 16,3 1-3-16,-2 2 1 0,-2-3-2 0,8-2 4 16,-1-1-2-16,2 2 6 0,2-9 3 15,6 12-3-15,1-7-4 0,2-1 4 0,0-1-11 16,-9-3-4-16,15 7-4 0,-7-4-4 15,-8-3-8-15,13 5-15 0,-13-5-22 0,3 6-32 16,-3-6-44-16,0 0-53 0,0 0-61 16,-12 11-93-16,12-11-97 0,-12 2-133 0,12-2-176 15,-10 2 1-15,10-2 68 0,0 0-593 16,0 0-710-16</inkml:trace>
  <inkml:trace contextRef="#ctx0" brushRef="#br0" timeOffset="74214.89">25717 5246 3245 0,'0'0'-5'0,"3"4"62"0,-3-4 55 0,0 0 39 0,0 0 30 0,0 0 28 0,0 0 35 0,0 0 38 15,0 0 22-15,0 0 13 16,0 0-6-16,0 0-7 0,0 0-9 0,0 0-12 0,0 0-10 16,0 0-13-16,0 0-19 15,0 0-24-15,0 0-18 0,0 0-21 0,0 0-20 16,-5 14-14-16,5-14-14 0,0 0-29 16,0 0-101-16,0 0 0 0,0 0 0 0,0 0 0 15,0 0 0-15,0 0 0 0,0 0 0 16,0 0 0-16,0 0 0 0,0 0 0 0,0 0 0 15,0 0-6-15,0 0-461 16,-6 9-184-16,1-6-241 0,-11 2 34 0,1 0 107 16,-2 2-802-16,-5 2-996 0</inkml:trace>
  <inkml:trace contextRef="#ctx0" brushRef="#br0" timeOffset="75133.03">23303 6549 4544 0,'0'0'-3'0,"0"0"31"0,0 0 30 0,-14 4 40 0,14-4 39 0,0 0 38 16,0 0 11-16,-17-2-10 0,17 2-10 0,0 0-19 15,0 0-5-15,0 0-21 0,0 0-7 16,0 0-12-16,-10-6-19 0,10 6 1 16,0 0-15-16,0 0-10 0,0 0-15 15,0 0-52-15,-4-6-65 0,4 6-85 0,0 0-112 16,0 0-126-16,0 0-151 0,0 0-174 16,0 0 56-16,0 0 68 0,0 0-456 0,-27 10-525 15</inkml:trace>
  <inkml:trace contextRef="#ctx0" brushRef="#br0" timeOffset="76748.29">25515 6629 2751 0,'0'0'-54'0,"0"0"34"0,0 0 35 0,0 0 37 0,0 0 30 0,0 0 28 0,0 0 26 16,0 0 18-16,0 0 8 0,-39 5 5 0,39-5 3 16,-14 2 2-16,14-2 4 15,-16 0 2-15,16 0-3 0,0 0-3 0,-13 0-1 16,13 0-4-16,0 0 3 0,0 0-7 15,-16 0-5-15,16 0-7 0,0 0 0 0,0 0-13 16,0 0 0-16,-11 2-17 0,11-2-8 16,0 0-12-16,0 0 2 0,0 0-11 15,0 0-8-15,0 0 11 0,0 0 9 0,0 0-5 16,45 6-1-16,-25-6-7 0,5 0-4 16,0 0 0-16,3 2 2 0,3-2 0 15,-2 0-10-15,10 2 1 0,-6-2 0 16,-7 0-2-16,1 0 4 0,-5-2-2 0,1 2-5 0,-1 0 4 15,-1 0-7-15,-1 0-44 16,2-2-28-16,1 2 0 0,-3 0 0 0,-1 0 0 16,4-2 0-16,1 2 0 0,-2 0 0 15,-1 0 0-15,-2 0 0 0,2 2 0 0,-2-2 0 16,-4 0 0-16,1 0 0 0,-16 0 0 16,23 0 0-16,-23 0 0 0,16 0 0 0,-6 0 0 15,-10 0 0-15,0 0 0 0,17 2 0 16,-17-2 0-16,9 0 0 0,-9 0 0 0,0 0 0 15,0 0 0-15,0 0 0 16,20-2 0-16,-20 2 0 0,0 0 0 0,5-6 0 16,-5 6 0-16,0 0-184 0,0 0-212 15,0 0-109-15,0 0-113 0,0 0-134 0,0 0-40 16,-30-2 76-16,11 4-722 0,-6-2-888 16</inkml:trace>
  <inkml:trace contextRef="#ctx0" brushRef="#br0" timeOffset="77568.36">25437 6522 3608 0,'11'-2'-175'0,"-8"-3"53"0,-3 5 44 0,13-3 51 0,-13 3 38 0,9-7 38 0,-9 7 33 0,7-5 21 16,-7 5 20-16,8-5 4 0,-8 5 8 0,8-5-2 16,-8 5 4-16,5-5 0 0,-5 5-6 15,0 0-10-15,0 0-8 0,0 0-8 16,0 0-10-16,0 0-9 0,0 0-5 0,0 0-8 15,0 0-6-15,0 0 34 16,0 0 16-16,-25 22 19 0,13-12 2 0,-6 2-5 16,-7 4 5-16,-1 2-6 0,-1-3-7 15,-1-3-9-15,-3 2 6 0,3 1-9 0,1-3-3 16,2-3-14-16,5-1-4 0,4-3-7 16,-2 2 3-16,5-2-8 0,2-3-3 0,-1 4-11 15,5-2-6-15,-1-2-4 0,8-2-2 16,-13 5 13-16,13-5-1 0,-11 5 5 15,11-5 5-15,-8 3 5 0,8-3-3 0,0 0-4 16,0 0-5-16,-10 4-4 0,10-4-6 16,0 0-7-16,0 0-1 0,0 0-19 15,0 0-32-15,14 12 0 0,-5-9 0 0,4 4 0 0,6 2 0 16,1 1 0-16,8 3 0 16,5 4 0-16,8 4 0 0,6-1 0 0,-4 1 0 15,0-1 0-15,4-2 0 0,-4 1 0 16,-6-7 0-16,-5-3 0 0,-1 4 0 0,-4-6 0 15,-9 0 0-15,0-3 0 0,-4 4 0 16,2-5 0-16,-5 2 0 0,-2-1 0 0,2 0 0 16,-11-4 0-16,12 6 0 0,-12-6 0 15,13 3 0-15,-13-3 0 0,7 4 0 16,-7-4 0-16,0 0 0 0,9 3 0 16,-9-3 0-16,0 0 0 0,9 1 0 0,-9-1 0 15,0 0 0-15,0 0 0 0,0 0 0 16,11 3 0-16,-11-3 0 0,0 0-236 0,0 0-410 15,0 0-162-15,0 0-64 0,0 0 88 16,-25-11-864-16,12 10-1085 0</inkml:trace>
  <inkml:trace contextRef="#ctx0" brushRef="#br0" timeOffset="78864.57">24273 6534 4199 0,'-5'21'-130'0,"5"-21"57"0,0 0 66 0,0 0 74 0,0 0 55 0,0 0 46 0,0 0 30 0,0 0 7 16,0 0 7-16,0 0-7 0,0 0-8 16,0 0-5-16,0 0-12 0,0 0-6 0,0 0-16 15,0 0-18-15,0 0-7 0,0 0-16 16,8-21-13-16,-8 21-7 0,0 0-15 16,4-10-5-16,-4 10-9 0,4-10-5 0,-1 3-11 15,-3 7-6-15,4-12 0 0,0 5-5 16,-1-2 1-16,-3 2-13 0,7 2 5 0,-7 5-12 15,4-10 18-15,-4 10 3 16,3-8 1-16,-3 8 3 0,2-7 0 0,-2 7-7 16,0 0 0-16,2-9-4 0,-2 9-1 15,0 0-9-15,4-6 1 0,-4 6 0 0,0 0-9 16,0 0 0-16,0 0-3 0,0 0-1 16,0 0 0-16,0 0-1 0,0 0-2 0,0 0 1 15,3 30 3-15,-3-15 20 0,2 4 23 16,2 7 3-16,-1 10 0 0,1 1-2 0,-1 2 1 15,3-3-45-15,-1 1-15 0,1-2 0 16,2 0 0-16,-2-8 0 0,-3-6 0 0,5 2 0 16,-5-7 0-16,3 0 0 0,-1-1 0 15,-4-3 0-15,1-3 0 0,2 0 0 16,0 0 0-16,-4-2 0 0,3-1 0 16,-3-6 0-16,0 8 0 0,0-8 0 0,2 10 0 15,-2-5 0-15,0-5 0 0,0 6 0 16,0-6 0-16,0 0 0 0,0 8 0 0,0-8 0 15,0 0 0-15,0 10 0 0,0-10 0 16,0 0 0-16,-2 5 0 0,2-5 0 0,0 0 0 16,0 0 0-16,0 0 0 15,0 0 0-15,-3 10 0 0,3-10 0 0,0 0 0 0,0 0 0 16,-10 5 0-16,10-5 0 0,-6 4 0 16,6-4 0-16,-11 5 0 0,11-5 0 15,-20 3 0-15,9 1 0 0,-1-2 0 16,-4-1 0-16,-3 2 0 0,2-2 0 0,-5 0 0 15,2 1 0-15,-5 0 0 0,6-1 0 16,0-1 0-16,-2 2 0 0,2-2 0 0,4 2 0 16,-1-2 0-16,3 0 0 0,13 0 0 15,-19 0 0-15,11 0 0 0,8 0 0 0,-13 0 0 16,13 0 0-16,0 0 0 0,-13 0 0 16,13 0 0-16,0 0 0 0,0 0 0 0,0 0 0 15,0 0 0-15,38-4 0 0,-13 1 0 16,1 0 0-16,16-2 0 0,0 1 0 0,4 1 0 15,0-3 0-15,-5 3 0 0,-3 0 0 16,-7-1 0-16,-6 3 0 0,-8-3 0 16,2 2 0-16,-5 1 0 0,-1-1 0 15,-3 2 0-15,-10 0 0 0,16-2 0 0,-16 2 0 16,11 0 0-16,-11 0 0 0,12-1 0 16,-12 1 0-16,0 0 0 0,13 0 0 0,-13 0 0 15,0 0 0-15,0 0 0 0,12-2 0 16,-12 2 0-16,0 0 0 0,0 0 0 0,0 0 0 15,0 0 0-15,10 3 0 0,-10-3 0 16,0 0 0-16,0 0 0 0,0 0 0 0,0 0 0 16,0 0 0-16,-31 4 0 0,31-4-882 15,-17-2-77-15,7 4 107 0,10-2-1018 16,-18 0-1294-16</inkml:trace>
  <inkml:trace contextRef="#ctx0" brushRef="#br0" timeOffset="81614.33">28229 3825 5180 0,'0'0'-259'0,"-6"5"46"0,6-5 33 0,0 0 33 0,0 0 38 0,0 0 26 16,0 0 17-16,-8 5 4 0,8-5 11 0,0 0-1 15,0 0 12-15,0 0-4 0,0 0 9 16,0 0-5-16,0 0-6 0,0 0-54 0,0 0-72 16,0 0-86-16,0 0-95 0,0 0-173 15,0 0 40-15,0 0-146 0,0 0-130 16</inkml:trace>
  <inkml:trace contextRef="#ctx0" brushRef="#br0" timeOffset="86696.17">27895 6495 2383 0,'0'0'291'0,"0"0"-68"0,-4-5-2 0,4 5 13 0,0 0 1 0,-3-7-9 0,3 7-13 0,0 0-7 16,-4-7 12-16,4 7-12 0,0 0-2 15,0 0-11-15,0 0-5 0,0 0-4 0,0 0-4 16,-8-5 1-16,8 5-1 0,0 0-14 15,0 0 11-15,0 0-7 0,0 0-8 0,0 0 8 16,0 0-10-16,0 0 7 0,0 0 3 16,0 0 6-16,0 0-4 0,0 0-7 0,0 0 3 15,0 0-10-15,0 0-114 16,0 0-44-16,0 0 0 0,0 0 0 0,0 0 0 16,0 0 0-16,0 0 0 0,0 0 0 15,0 0 0-15,0 0 0 0,0 0 0 0,0 0 0 16,0 0 0-16,0 0 0 0,12 24 0 15,-5-14 0-15,0 2 0 0,1 2 0 16,4 1 0-16,-3 0 0 0,2 2 0 0,3 1 0 16,4 5 0-16,-4-2 0 0,6 2 0 15,-4 1 0-15,4-2 0 0,1 2 0 16,-2-3 0-16,-2-1 0 0,2 1 0 16,-2-4 0-16,3 3 0 0,-6-3 0 0,2-1 0 15,-3-3 0-15,-2 1 0 0,3 1 0 16,-3-5 0-16,1 2 0 0,-3-3 0 0,-1 2 0 15,1 0 0-15,-1-4 0 0,0 1 0 16,-3-1 0-16,1-2 0 0,-3 0 0 0,4 0 0 16,-3 1 0-16,-3-1 0 0,5-2 0 15,-6-3 0-15,5 7 0 0,-3-2 0 0,-2-5 0 16,4 5 0-16,-4-5 0 0,6 5 0 16,-6-5 0-16,0 0 0 0,0 0 0 0,0 0 0 15,6 4 0-15,-6-4 0 16,0 0 0-16,0 0 0 0,0 0 0 0,0 0 0 0,4-16 0 15,-6 9 0-15,2 7 0 16,-6-18-757-16,4 6-205 0,-6-2 89 0,1-3-1031 0,-4 0-1327 16</inkml:trace>
  <inkml:trace contextRef="#ctx0" brushRef="#br0" timeOffset="87346.12">27879 6472 4837 0,'0'0'-227'0,"-5"4"64"0,5-4 53 0,0 0 53 0,0 0 45 0,0 0 39 0,0 0 36 0,0 0 18 15,-11 0 10-15,11 0 18 0,0 0 8 16,0 0 8-16,0 0 2 0,0 0-5 0,0 0-3 16,0 0-8-16,0 0-4 0,0 0 1 15,0 0 2-15,0 0 4 0,16 14-7 0,-5-9 8 16,1-2-8-16,6 4 9 0,0 2 1 15,4-3-1-15,1 3-18 0,7 1-9 0,3 2-2 16,-8-2 2-16,5-1-12 0,-8 1-3 16,-2-4-4-16,-5-2-7 0,-4 2-2 15,1-3-3-15,0 1 10 0,-3 0-4 16,-2-4-2-16,-7 0-2 0,14 4-5 0,-14-4-8 16,7 4-3-16,-7-4 0 0,0 0-10 15,11 4 0-15,-11-4-11 0,0 0-6 16,0 0-20-16,11 2-61 0,-11-2-52 0,0 0-64 15,0 0-71-15,0 0-81 0,0 0-97 16,0 0-101-16,0 0-135 0,-22 11-81 0,13-7 76 16,-1-4-626-16,10 0-753 15</inkml:trace>
  <inkml:trace contextRef="#ctx0" brushRef="#br0" timeOffset="87748.28">27904 6620 3309 0,'0'-11'-48'0,"0"6"34"0,0 5 38 0,0-8 37 0,0 8 47 0,-2-10 34 0,2 10 28 15,0-8 5-15,0 8-11 0,-3-6-19 0,3 6-15 16,0 0-11-16,0 0-12 0,0 0-5 16,0 0 34-16,-25 20 10 0,16-8 1 0,-1 3 14 15,-2 0 0-15,3 0-3 0,2-1 15 16,-2 0-4-16,4 0-2 0,-3-3-13 0,5 0-10 16,-1-3-2-16,0 3-3 15,3-5-20-15,-4 1-9 0,3 0-7 0,2-7-9 16,-6 10-10-16,6-10-11 0,-1 7 3 0,1-7-12 15,-4 8-9-15,4-8-6 16,0 0 1-16,0 0-18 0,-4 6-20 0,4-6-67 16,0 0-69-16,0 0-86 0,0 0-102 15,0 0-123-15,0 0-132 0,0 0-192 0,0 0 21 16,0 0 75-16,6-21-612 0,-6 21-735 16</inkml:trace>
  <inkml:trace contextRef="#ctx0" brushRef="#br0" timeOffset="92762.72">27016 6366 3282 0,'-5'1'-151'0,"5"-1"36"0,0 0 37 0,-6 8 27 0,6-8 28 0,0 0 29 16,-3 4 17-16,3-4 21 0,0 0 22 0,0 0 14 15,0 0 30-15,0 0 33 0,0 0 19 16,0 0 18-16,0 0 12 0,0 0 3 0,0 0 1 15,0 0-6-15,0 0-8 16,0 0-9-16,0 0-12 0,0 0-12 0,36-8-4 16,-31 3-14-16,1 0-10 0,-1 0-15 15,4-1-9-15,-6 0-6 0,-3 6 4 16,10-10-9-16,-7 4-1 0,-3 6-1 0,8-9-22 16,-8 9 1-16,3-10-5 0,-3 10-5 15,7-6-9-15,-7 6-5 0,2-8-2 0,-2 8-6 16,0 0-3-16,2-5 1 0,-2 5-7 15,0 0 1-15,0 0-9 0,0 0 0 0,3-8 15 16,-3 8-22-16,0 0 4 16,0 0 1-16,0 0-3 0,0 0-3 0,0 0-2 15,0 0 3-15,0 0-4 0,0 0 7 16,0 0-5-16,0 0 16 0,0 0 5 0,2 25-2 16,-2-17-3-16,-2 4 2 0,2-1 24 15,0 1-3-15,0 5-2 0,2 1 3 0,0-1 15 16,0 2-4-16,0 0 0 0,-1 5-10 15,1-2-1-15,2 0 1 0,-2-2 10 16,3 1 1-16,0 0-5 0,-3-1-2 0,2 1 14 16,-3-3 1-16,5-1-1 0,-2-1-9 15,-3-5 14-15,1 3-7 0,3-2-3 0,-3 0-7 16,0-2-4-16,1 1-2 16,-1 0-33-16,0 0-13 0,0 1 0 0,-2-4 0 15,2 3 0-15,-2-1 0 0,2 0 0 16,-2 0 0-16,1 1 0 0,-1-3 0 0,0 1 0 15,2 1 0-15,-2-2 0 0,0-1 0 16,0-7 0-16,0 16 0 0,2-10 0 0,-2-6 0 16,2 10 0-16,-2-10 0 0,0 7 0 15,0-7 0-15,2 10 0 0,-2-10 0 0,0 0 0 16,0 10 0-16,0-10 0 0,0 0 0 16,0 9 0-16,0-9 0 0,0 0 0 0,3 10 0 15,-3-10 0-15,0 0 0 16,0 7 0-16,0-7 0 0,0 0 0 0,0 0 0 0,0 10 0 15,0-10 0-15,0 0 0 0,0 0 0 16,2 8 0-16,-2-8 0 0,0 0 0 16,0 0 0-16,0 0 0 0,0 0 0 15,0 7 0-15,0-7 0 0,0 0 0 0,0 0 0 16,0 0 0-16,0 0 0 0,0 0 0 16,0 0 0-16,0 9 0 0,0-9 0 15,0 0 0-15,0 0 0 0,0 0 0 0,0 0 0 16,0 0 0-16,0 0 0 0,0 0 0 15,0 0 0-15,0 0 0 0,0 0 0 0,0 0 0 16,0 0 0-16,0 0 0 0,-11 5 0 16,11-5 0-16,0 0 0 0,0 0 0 0,-20 0 0 15,20 0 0-15,-19 0 0 16,19 0 0-16,-24 0 0 0,10 0 0 0,-2 0 0 0,-1 0 0 16,2 0 0-16,0 0 0 15,-3-1 0-15,4 1 0 0,-2 0 0 0,16 0 0 16,-27-2 0-16,16 2 0 0,11 0 0 15,-19 0 0-15,19 0 0 0,-15-2 0 0,15 2 0 16,0 0 0-16,-18 0 0 0,18 0 0 16,0 0 0-16,-13-2 0 0,13 2 0 0,0 0 0 15,0 0 0-15,-10-1 0 0,10 1 0 16,0 0 0-16,0 0 0 0,0 0 0 0,0 0 0 16,0 0 0-16,0 0 0 15,0 0 0-15,0 0 0 0,0 0 0 0,0 0 0 16,44-7 0-16,-25 7 0 0,8 0 0 15,1 0 0-15,15 0 0 0,-9 0 0 0,6 0 0 16,-1 1 0-16,-8-1 0 0,-6 0 0 16,-2 0 0-16,-4 0 0 0,-4 0 0 0,1 0 0 15,-5 0 0-15,-11 0 0 0,19 1 0 16,-19-1 0-16,19 0 0 0,-12 0 0 0,-7 0 0 16,0 0 0-16,18 0 0 0,-18 0 0 15,7 0 0-15,-7 0 0 0,0 0 0 0,0 0 0 16,16 5 0-16,-16-5 0 15,0 0 0-15,0 0 0 0,9 0 0 0,-9 0 0 16,0 0 0-16,0 0 0 0,0 0 0 0,0 0 0 16,0 0 0-16,0 0 0 0,0 0 0 15,0 0 0-15,8-6 0 0,-8 6 0 16,0 0 0-16,0 0 0 0,-2-10-490 0,2 10-501 16,-2-10 114-16,2 10-1107 0,-6-14-1401 15</inkml:trace>
  <inkml:trace contextRef="#ctx0" brushRef="#br0" timeOffset="101293.33">5153 7745 1017 0,'7'-3'372'0,"-7"3"-107"0,7-4-47 0,-7 4-25 0,0 0-12 0,6-3 13 0,-6 3-5 15,0 0 4-15,0 0 8 0,0 0 12 16,8-3 4-16,-8 3 10 0,0 0 3 16,0 0 2-16,0 0 13 0,0 0-4 0,0 0-1 15,0 0-17-15,0 0-17 0,0 0-23 0,0 0-17 16,0 0-13-16,0 0-20 0,0 0-4 16,0 0-20-16,-37 0-16 0,37 0-6 15,-18 0-2-15,6 3-12 0,12-3-14 16,-22 0 0-16,8 1-12 0,1 3-2 0,-1-2-1 15,-1 0-2-15,1 0-13 0,2 1 2 16,-1 1-4-16,-1 0-2 0,1 0-5 0,1 0-1 16,-1 2-5-16,-3-2 4 0,5 2 1 15,-2 1-10-15,-1 0 1 0,1 1-1 16,-1 1 0-16,3 0 4 0,-2 1-3 16,-2 2-4-16,4-2 7 0,-3 2-6 15,3-2 2-15,2 2-1 0,-4 0-19 0,2 0 2 16,1 0 3-16,3-2-2 0,-1 2 6 15,-1-1 3-15,-1 1-8 0,4 0 0 0,-1-1 6 16,2 1 0-16,-2 0 0 0,3 1 2 16,3-1-1-16,-3 0 3 0,0 0 1 0,2-1-3 15,0 2 3-15,2-1 1 0,-1 2 3 16,1-3-1-16,0 2 4 0,1-1 6 0,-1-1 6 16,0 1-1-16,2 0 2 0,0-3 8 15,0 3 10-15,2-2-7 0,-1 2 11 16,-1-1 10-16,0 1-4 0,0-1-4 15,4 1-1-15,-4 0-5 0,2 1-1 16,0-3 5-16,-1 2 4 0,1-1 1 0,0 4-6 16,-1-4-7-16,2 2 2 0,-1 1-3 15,1-3-7-15,-1 3 2 0,2-2 19 0,-3-1 1 16,4 4-9-16,-4-2-3 0,3 1-32 16,-1 0-8-16,-1-4 0 0,0 1 0 0,1 3 0 15,2-3 0-15,-2 3 0 0,1-2 0 16,1 1 0-16,2-1 0 0,-2-1 0 0,0 1 0 15,3 0 0-15,-2-1 0 0,1 2 0 16,0-1 0-16,4 0 0 0,-6 0 0 16,4-1 0-16,-1 0 0 0,3 0 0 15,-2-3 0-15,3 1 0 0,-1 1 0 0,5-3 0 16,-6 1 0-16,6-2 0 0,0-1 0 16,0 0 0-16,1-4 0 0,-2 3 0 15,2-2 0-15,0 0 0 0,0-1 0 0,1-1 0 16,-4 0 0-16,2 0 0 0,0 0 0 15,0-3 0-15,1 1 0 0,0 0 0 0,-2-1 0 16,5-1 0-16,-2 1 0 0,-1-2 0 16,4 1 0-16,0-4 0 0,-2 1 0 0,0-2 0 15,-1 1 0-15,4 1 0 0,-7 0 0 16,2-1 0-16,-4 1 0 0,0 0 0 0,-1 0 0 16,-3-1 0-16,3-1 0 15,-3 1 0-15,0-3 0 0,1 1 0 0,-1 0 0 16,3-4 0-16,-3-2 0 0,0 3 0 15,1-3 0-15,-3 3 0 0,1-3 0 0,0 1 0 16,-3 3 0-16,1-2 0 0,-5-1 0 16,4-1 0-16,-4 1 0 0,1-3 0 0,-4 0 0 15,2-1 0-15,-4 0 0 0,0-5 0 16,0-2 0-16,-4-9 0 0,0 4 0 0,1-4 0 16,-1 2 0-16,-1 2 0 0,0 1 0 15,-2-1 0-15,0 4 0 0,-3 1 0 0,-1-1 0 16,0 2 0-16,-1 4 0 15,-5-1 0-15,0 1 0 0,-2 0 0 0,-4 1 0 0,-2 4 0 16,2 2 0-16,-6 2 0 16,2 2 0-16,1 4 0 0,1 3 0 0,-2 3 0 0,-12 3 0 15,-2 1 0-15,-2 6 0 16,-9 2 0-16,1 2 0 0,3 1 0 0,3 4 0 16,2 0 0-16,11-5 0 0,2-1 0 15,5 3 0-15,3-1-593 0,3-1-398 0,5-4 92 16,7 1-1042-16,-2-1-1362 0</inkml:trace>
  <inkml:trace contextRef="#ctx0" brushRef="#br0" timeOffset="103693.01">11029 7974 4863 0,'0'0'-289'0,"0"0"58"0,0 0 60 0,0 0 49 0,0 0 47 0,-9-4 45 0,9 4 47 15,0 0 35-15,0 0 40 0,0 0 26 16,0 0 19-16,0 0 14 0,-2-6 12 16,2 6 14-16,0 0-1 0,0 0 7 0,0 0-2 0,0 0-3 15,0 0-10-15,0 0-10 16,0 0-3-16,-9-4-15 0,9 4-4 0,0 0-10 16,0 0-4-16,0 0 11 0,0 0-6 15,0 0-1-15,0 0 5 0,0 0-6 0,0 0 1 16,0 0 5-16,0 0-2 0,0 0-2 15,0 0-12-15,0 0 0 0,0 0-11 0,0 0-4 16,0 0-73-16,0 0-27 0,0 0 0 16,0 0 0-16,34 17 0 0,-21-11 0 0,7 4 0 15,4 10 0-15,3-1 0 0,9 6 0 16,0 3 0-16,4 1 0 0,1-2 0 0,-2 2 0 16,1 0 0-16,3-3 0 15,-7 2 0-15,-10-7 0 0,1-4 0 0,-5 3 0 16,-2-7 0-16,-5 1 0 0,-2-5 0 15,-3 0 0-15,-3-4 0 0,1 3 0 0,-2-1 0 16,-1-2 0-16,1 0 0 0,-6-5 0 16,7 7 0-16,-7-7 0 0,11 7 0 0,-11-7 0 15,5 3 0-15,-5-3 0 0,0 0 0 16,7 5 0-16,-7-5 0 0,0 0 0 0,0 0 0 16,11 2 0-16,-11-2 0 0,0 0 0 15,0 0 0-15,0 0 0 0,0 0 0 0,0 0 0 16,0 0 0-16,-20-20-524 0,13 13-307 15,-3-2-67-15,-5 0 78 0,-1 0-921 16,0-3-1172-16</inkml:trace>
  <inkml:trace contextRef="#ctx0" brushRef="#br0" timeOffset="104376.23">11088 7952 4293 0,'0'0'-244'0,"-7"-3"69"0,7 3 57 0,0 0 43 0,0 0 52 0,-5-4 38 0,5 4 38 0,-6-5 27 0,6 5 24 16,0 0 11-16,-7-7 4 0,7 7 8 15,0 0 4-15,-1-6 11 0,1 6 6 16,0 0 3-16,-4-6-1 0,4 6-6 16,0 0-2-16,0 0-10 0,0 0 3 0,0 0 34 15,0 0 22-15,-11 19 1 0,7-5 1 16,-3 6-12-16,-3-3 6 0,-1 12-2 0,-2-7-10 16,2 5-12-16,0-6-14 0,3 3-17 15,1-7-11-15,-1 2-10 0,5-4-11 0,-3 1-13 16,2-5-7-16,0 1-10 0,0-2-9 15,2-2-4-15,0 1-16 0,0-5-41 0,2-4 0 16,-1 10 0-16,1-10 0 0,-6 2-32 16,6-2-146-16,0 0-68 0,0 0-67 15,0 0-81-15,0-27-59 0,2 15-50 0,2-6-39 16,-3 1-41-16,5-3-64 0,4-9 2 16,-1 7-598-16,-3 3-705 0</inkml:trace>
  <inkml:trace contextRef="#ctx0" brushRef="#br0" timeOffset="104609.2">11018 7927 3222 0,'2'-11'-75'15,"-2"5"67"-15,2-1 43 0,0 0 45 16,-2 7 45-16,2-7 32 0,-2 7 21 0,1-6 11 16,-1 6-9-16,0 0 16 0,11-2 36 15,-11 2 29-15,0 0 14 0,24 9 4 0,-10-2 3 16,2 4 0-16,11 2-8 0,-2 3-11 16,4-1-24-16,-5-1-24 0,3 2-21 0,0-1-20 15,0 1-16-15,-9-5-17 16,0-3-16-16,-3 2-14 0,-1-3-10 0,-5-3-9 15,0 1-13-15,1 1-19 0,-2-3-56 16,-8-3-73-16,12 6-70 0,-8-5-95 0,-4-1-87 16,0 0-110-16,0 0-114 0,0 0-123 15,0 0-116-15,0 0 69 0,0 0-718 0,0 0-884 16</inkml:trace>
  <inkml:trace contextRef="#ctx0" brushRef="#br0" timeOffset="108008.79">9557 7980 3558 0,'0'0'-172'0,"-16"6"65"0,16-6 45 0,0 0 47 0,0 0 39 0,0 0 18 0,0 0 15 16,0 0 18-16,0 0 6 0,0 0 5 16,0 0 6-16,0 0 5 0,0 0 12 15,0 0 14-15,0 0 14 0,0 0 16 0,0 0-3 16,0 0-7-16,0-12-5 0,0 12-4 16,4-10-8-16,-3 6-5 0,-1 4 3 15,5-15-8-15,-3 9-3 0,0-1-5 16,0-2-1-16,0 2-5 0,-1-1-4 0,-1-1-12 15,2 2-6-15,0-2-12 0,-2 3-3 16,2-1-6-16,2 2-8 0,-4 5-2 0,0-9-4 16,0 9-2-16,1-8-13 0,-1 8 2 15,0-5-5-15,0 5 0 0,0 0-4 16,0-10-7-16,0 10-2 0,0 0 1 0,0 0 1 16,0 0-1-16,0 0-3 0,0 0 0 15,0 0 1-15,0 0 21 0,0 0 5 0,0 0-5 16,9 25 4-16,-5-13-4 0,-1 3-5 15,5 4 1-15,-5 5-7 0,5-1 7 0,2 8 5 16,1 0 2-16,1 1-4 0,-1-2-8 16,0-1 12-16,-1-1-16 0,0-4 0 0,-5-3 3 15,2-1-3-15,0-1 5 0,-2-3-17 16,-1 1 17-16,2-2 12 0,-3 3 1 16,1-5-3-16,0 3 0 0,-2-1-8 15,0-1 8-15,0 2-4 0,0-3-5 0,2 1 11 16,-1-1-6-16,-1-1 0 0,0 1-1 15,0-2-2-15,0-2-2 0,2 0 2 16,-3-1-2-16,-1-1 2 0,0-7-1 0,2 12 7 16,-2-7 1-16,0-5 4 0,2 9-2 15,-2-9 2-15,3 6-5 0,-3-6 0 0,2 5-2 16,-2-5 2-16,2 8-7 0,-2-8-28 16,0 0 0-16,1 6 0 0,-1-6 0 0,0 0 0 15,0 6 0-15,0-6 0 0,0 0 0 16,0 0 0-16,0 0 0 0,-1 9 0 0,1-9 0 15,0 0 0-15,-7 9 0 0,7-9 0 16,-5 9 0-16,1-3 0 0,-4-1 0 16,1-1 0-16,-3 2 0 0,1-2 0 15,-2 4 0-15,-1-4 0 0,1 2 0 0,-1-1 0 16,0 1 0-16,3-2 0 0,-3 2 0 16,1-1 0-16,2-2 0 0,0 1 0 0,9-4 0 15,-12 7 0-15,4-4 0 0,8-3 0 16,0 0 0-16,-14 3 0 0,14-3 0 0,-7 4 0 15,7-4 0-15,0 0 0 0,0 0 0 16,0 0 0-16,0 0 0 0,0 0 0 0,41-7 0 16,-23 4 0-16,5-2 0 15,11-2 0-15,2 0 0 0,-9 1 0 0,-2 0 0 16,2 0 0-16,-9 3 0 0,-2 0 0 16,-1 0 0-16,-1 3 0 0,-3-2 0 0,-4 0 0 15,-7 2 0-15,18-4 0 0,-18 4 0 16,13 0 0-16,-13 0 0 0,10-4 0 0,-10 4 0 15,7 0 0-15,-7 0 0 0,0 0 0 16,9-2 0-16,-9 2 0 0,0 0 0 0,11-2 0 16,-11 2 0-16,0 0 0 0,0 0 0 15,0 0 0-15,0 0 0 0,0 0-343 0,2-8-628 16,-2 8 57-16,0 0 97 0,0 0-933 16,0 0-1182-16</inkml:trace>
  <inkml:trace contextRef="#ctx0" brushRef="#br0" timeOffset="109476.58">14936 4393 4391 0,'0'0'-243'0,"0"0"61"0,0 0 51 0,0 0 49 0,0 0 43 0,0 0 39 0,0 0 39 15,0 0 35-15,16 3 12 0,-16-3 21 0,0 0 8 16,0 0 4-16,0 0-2 16,0 0-6-16,0 0-7 0,0 0-10 0,0 0-6 15,0 0-12-15,0 0-7 0,0 0-4 16,0 0 13-16,0 0-1 0,0 0 4 16,0 0-4-16,0 0-5 0,0 0-2 0,0 0-5 15,0 0-5-15,0 0-6 0,0 0-5 16,0 0-6-16,0 0-5 0,0 0-7 0,0 0 1 15,0 0-1-15,0 10-8 16,0-10 0-16,0 0 1 0,0 0-2 0,-5 12 1 0,5-12-1 16,0 0 3-16,0 7-2 15,0-7 10-15,0 0 7 0,0 0 14 0,5 7 6 16,-5-7 18-16,0 0 10 0,0 0 10 16,0 0-8-16,0 0-6 0,0 0-4 15,0 0-11-15,0 0-8 0,0 0-9 0,0 0 11 16,0 0-23-16,0 0 0 0,0 0-15 15,0 0-4-15,0 0-45 0,0 0-57 0,0 0-61 16,0 0-79-16,0 0-104 16,0 0-120-16,0 0-149 0,-10 9-183 0,4-1 74 0,3-1-584 15,-3 0-747-15</inkml:trace>
  <inkml:trace contextRef="#ctx0" brushRef="#br0" timeOffset="110841.34">5888 8470 3310 0,'4'3'-41'0,"-1"1"30"0,-3-4 22 0,0 0 34 0,0 0 33 0,0 0 30 16,0 0 28-16,0 0 14 0,0 0-5 0,0 0-12 16,0 0-10-16,0 0-11 0,0 0-14 15,0 0-11-15,0 0-7 0,0 0-12 0,0 0-5 16,0 0-10-16,0 0-7 0,0 0-67 15,13 4-84-15,-13-4-94 0,0 0-96 16,0 0-122-16,0 0-186 0,0 0 52 0,-24 5-335 16,24-5-367-16</inkml:trace>
  <inkml:trace contextRef="#ctx0" brushRef="#br0" timeOffset="115807.71">13208 7990 2334 0,'0'0'6'0,"0"0"37"0,0 10 27 15,0-10 38-15,2 6 46 0,-2-6 36 0,0 0 24 16,0 0 25-16,0 0 13 0,0 0 6 0,0 0 2 16,0 0-5-16,0 0-19 0,0 0 3 15,0 0-14-15,0 0-10 0,0 0-11 0,0 0-8 16,0 0-26-16,13-17-17 0,-13 17-14 16,4-6-20-16,-4 6 3 0,4-9-5 0,-2 3-16 15,1 0-7-15,-1 1-2 0,0-1-17 16,4 0-6-16,-6 6-1 0,3-10 1 0,0 6 2 15,-1 0-1-15,-2 4 6 16,5-9-3-16,-5 9 0 0,4-7-5 0,-4 7-6 16,2-5-3-16,-2 5-10 0,0 0-5 15,4-4 0-15,-4 4-3 0,0 0-9 0,0 0-4 16,2-8-3-16,-2 8 1 0,0 0-6 16,0 0-2-16,0 0 1 0,0 0-2 0,0 0-7 15,0 0 3-15,0 0 0 0,0 0 0 16,0 0-1-16,9 20 1 0,-6-11 3 0,-2 8 0 15,-1 0 21-15,4 6-3 0,0 0-21 16,1 10-13-16,-1 2 0 0,3-2 0 16,-2-5 0-16,1 5 0 0,-3-6 0 15,1-4 0-15,0-1 0 0,-2-3 0 0,-1-1 0 16,3-2 0-16,-2-3 0 0,1-1 0 16,-1 1 0-16,-1-3 0 0,1 1 0 0,-2-2 0 15,2 0 0-15,0 2 0 0,-2-3 0 16,4 1 0-16,-4-1 0 0,0-1 0 0,1 0 0 15,-1 1 0-15,0-2 0 0,0-6 0 16,0 10 0-16,0-10 0 0,2 9 0 0,-2-9 0 16,2 7 0-16,-2-7 0 0,2 6 0 15,-2-6 0-15,0 0 0 0,0 7 0 16,0-7 0-16,0 0 0 0,0 0 0 16,0 0 0-16,-2 9 0 0,2-9 0 0,0 0 0 15,0 0 0-15,-5 7 0 0,5-7 0 16,-11 3 0-16,2-1 0 0,9-2 0 0,-16 6 0 15,4-2 0-15,1-3 0 0,-1 3 0 16,0-2 0-16,12-2 0 0,-14 3 0 0,3 0 0 16,11-3 0-16,-11 1 0 0,11-1 0 15,0 0 0-15,-14 1 0 0,14-1 0 0,0 0 0 16,0 0 0-16,0 0 0 0,0 0 0 16,0 0 0-16,0 0 0 0,0 0 0 0,0 0 0 15,34-5 0-15,-16 2 0 0,7-3 0 16,2 1 0-16,0 2 0 0,1 0 0 0,-3-1 0 15,2-1 0-15,-3 4 0 16,-3-3 0-16,-3 0 0 0,-3 3 0 0,-1-1 0 16,-1 0 0-16,-2 1 0 0,-3-1 0 15,-8 2 0-15,15-4 0 0,-15 4 0 0,14 0 0 16,-14 0 0-16,9-1 0 0,-9 1 0 16,0 0 0-16,13-2 0 0,-13 2 0 0,0 0 0 15,0 0 0-15,0 0 0 0,0 0 0 16,0 0 0-16,0 0 0 0,0 0 0 0,0 0-685 15,0 0-285-15,0 0 87 0,0 0-1040 16,0 0-1343-16</inkml:trace>
  <inkml:trace contextRef="#ctx0" brushRef="#br0" timeOffset="116574.98">14169 8186 4853 0,'0'0'-257'0,"0"0"56"0,0 0 63 0,-24-1 61 0,24 1 66 0,0 0 57 0,0 0 34 0,0 0 25 0,-17 1 17 16,17-1 16-16,0 0 15 0,0 0 6 15,0 0 13-15,-11-1 9 0,11 1 6 16,0 0 13-16,0 0-7 0,0 0 15 16,-8-4-7-16,8 4 2 0,0 0-10 0,0 0-7 15,0 0-13-15,0 0-10 0,0 0-9 16,0 0-2-16,0 0-2 0,0 0-3 0,0 0-3 15,38-4-8-15,-20 2-60 0,2 2-76 16,7-3 0-16,3 3 0 0,1 0 0 0,13 0 0 16,3-4 0-16,1 4 0 15,0-3 0-15,0 1 0 0,-1-1 0 0,-5-1 0 16,0 2 0-16,-10 2 0 0,-7 0 0 16,-2-1 0-16,-3 1 0 0,-6 0 0 0,2-2 0 15,-1 4 0-15,1-2 0 0,-5 0 0 16,0 0 0-16,3 0 0 0,-14 0 0 0,26-2 0 15,-13 2 0-15,0-1 0 0,-13 1 0 16,27-2 0-16,-17 2 0 0,-10 0 0 0,20 0 0 16,-20 0 0-16,18 0 0 0,-18 0 0 15,0 0 0-15,17 0 0 0,-17 0 0 0,8 2 0 16,-8-2 0-16,0 0 0 0,9 1 0 16,-9-1 0-16,0 0 0 0,0 0 0 15,0 0 0-15,0 0 0 0,0 0 0 16,0 0 0-16,0 0 0 0,0 0 0 0,0 0-341 15,0 0-381-15,-28 7-145 0,17-7 10 16,-3 0 95-16,-7 2-817 0,4-2-1020 0</inkml:trace>
  <inkml:trace contextRef="#ctx0" brushRef="#br0" timeOffset="117274.42">14315 7980 4075 0,'6'-3'-128'0,"0"0"51"0,-6 3 59 0,5-8 49 0,-5 8 48 0,4-5 36 0,-4 5 23 15,0 0 18-15,0 0 9 0,3-7-1 0,-3 7-2 16,0 0-5-16,0 0-5 0,0 0-10 15,0 0-12-15,0 0-16 0,0 0-10 0,0 0-8 16,0 0-11-16,-41 12-5 0,26-4-9 16,-2 4-3-16,-10 2-13 0,-2 1-6 0,2-1 11 15,4-1 9-15,3-5 13 0,0 3-13 16,2-3 7-16,2-2-3 0,3 2 11 0,1-1 11 16,-1-2-3-16,3-2 9 15,3 1-4-15,-1-2 4 0,3 2-2 0,5-4-2 0,-7 6-6 16,0-3-9-16,7-3-5 15,-4 5-9-15,4-5-4 0,4 10 8 0,3-3 2 16,2 4 6-16,4-1 8 0,4 0 5 16,10 7-51-16,5-1-42 0,3-1 0 0,-1 2 0 15,2 1 0-15,4 3 0 0,-5-9 0 16,-3 1 0-16,-3-3 0 0,-7 1 0 0,-5-3 0 16,-1-4 0-16,-5 2 0 15,0 0 0-15,-1-3 0 0,0 2 0 0,-3-1 0 0,0-2 0 16,2 1 0-16,-4 0 0 0,-5-3 0 15,9 5 0-15,-3-3 0 0,-6-2 0 0,8 3 0 16,-8-3 0-16,8 4 0 16,-8-4 0-16,0 0 0 0,0 0 0 0,11 0 0 15,-11 0 0-15,0 0 0 0,0 0 0 16,0 0 0-16,0 0 0 0,4-9 0 0,-4 9-692 16,0 0-227-16,0 0 40 0,-8-12 92 15,8 12-884-15,-15-3-1108 0</inkml:trace>
  <inkml:trace contextRef="#ctx0" brushRef="#br0" timeOffset="122589.49">18112 8231 4308 0,'-14'0'-213'0,"14"0"44"0,-22 0 39 0,13 1 39 0,9-1 40 0,-15 1 33 16,15-1 39-16,-12 2 13 0,12-2 20 0,-13 2 5 16,13-2 15-16,-9 0 11 0,9 0 9 15,0 0 17-15,-10 2 1 0,10-2 0 16,0 0-14-16,0 0-8 0,0 0-5 16,0 0 19-16,0 0 12 0,0 0 7 0,0 0-3 15,36 0 1-15,-17-2-10 0,5 0-10 16,2 0-2-16,12 1-10 0,4 0-12 0,2-2-1 15,1 3-11-15,5-2-4 0,6 4-6 16,8-2-6-16,3-2-2 0,-2 4-2 16,-14-2-9-16,-1 3-3 0,-3-6-5 0,-2 6-2 15,-15-3-1-15,-6 1-2 0,-3-1-3 16,-5 0-6-16,-3 1 6 0,2-1-3 16,-7 0 6-16,-8 0 1 0,19 2-3 15,-19-2-5-15,14 2 0 0,-14-2 0 0,9 0-7 0,-9 0-1 16,0 0-6-16,14 2-5 15,-14-2-43-15,0 0-59 0,9 0-73 0,-9 0-94 16,0 0-91-16,0 0-100 0,0 0-135 16,0 0-69-16,0 0 64 0,0 0-487 0,0 0-559 15</inkml:trace>
  <inkml:trace contextRef="#ctx0" brushRef="#br0" timeOffset="123289.74">18015 7997 2728 0,'9'-6'-102'0,"-4"1"27"0,3-1 24 0,-3 0 28 0,4 2 36 0,-4 0 29 0,2 0 31 0,1 2 25 15,-8 2 22-15,10-8 26 0,-4 5 12 16,-6 3 5-16,3-4-4 0,-3 4-8 0,0 0-10 16,0 0-11-16,0 0 4 0,0 0 12 15,-25 25 7-15,2-4 4 0,-4 3 4 0,-9 11 3 16,0 0-8-16,-1-3-7 16,-1 2-7-16,1 0-3 0,4-8-11 0,9-4-1 15,1-2-13-15,7-5-7 0,5-3-5 16,-1-3 4-16,7-1 2 0,-3-2 7 0,5-2 10 15,3-4-19-15,0 0 3 0,0 0-2 16,0 0-12-16,0 0-2 0,0 0-12 0,0 0-6 16,0 0-2-16,34-10-7 0,-34 10-6 15,21-6 0-15,-12 6 6 0,5 2-7 0,5 2-3 16,0 0-5-16,4 4-6 0,10 3-8 16,1 1 3-16,0 3-6 0,0-1-1 0,0 3-5 15,2-5 4-15,-1 3-5 0,-2 1-4 16,-5-5-2-16,-7 0 0 0,-4-4-6 0,-2 0 4 15,-3-4-5-15,-1 2-2 0,-2-2 0 16,2 2-5-16,-6-1 0 0,4-2-1 16,-5 1-2-16,-4-3-1 0,10 5 3 15,-10-5-5-15,10 4-4 0,-10-4-7 0,0 0-56 16,5 3-56-16,-5-3-65 0,0 0-77 16,0 0-101-16,0 0-107 0,0 0-113 0,0 0-173 15,0 0 11-15,0 0 81 0,-19-13-614 16,4 5-739-16</inkml:trace>
  <inkml:trace contextRef="#ctx0" brushRef="#br0" timeOffset="124223.56">17021 7980 3206 0,'0'0'-111'0,"0"0"67"0,-10-3 60 0,10 3 62 0,0 0 44 16,0 0 9-16,0 0 6 0,-2-9-4 0,2 9 5 15,0-11 3-15,0 11-14 0,2-12 11 0,0 6 6 16,3-2-18-16,-3-2 4 0,-1 4-7 16,1-1 6-16,0 1-5 0,0 0-8 15,-2 6-9-15,4-11-9 0,-3 8-11 16,-1 3-7-16,0-7-11 0,0 7-7 0,0 0-5 16,0 0-6-16,4-5-4 0,-4 5-6 15,0 0-2-15,0 0 10 0,0 0 1 0,-4 27-8 16,4-10 10-16,0 1 18 0,0 7-4 15,2 11 10-15,2 3-4 0,2 2-6 0,4 0-2 16,1 6-6-16,3 0-6 16,-3-10-4-16,0-2-9 0,3-2-5 0,-3-1 0 15,1-3-2-15,-5-7-1 0,1-4-1 16,-5-5-3-16,3 1-9 0,-3-4 4 0,2-1 28 16,-3-1 29-16,0-1 15 0,2 0 14 15,-4-7 14-15,1 9 9 0,-1-9-2 0,0 6-16 16,0-6-12-16,0 0-8 0,0 0-10 15,0 0-9-15,-11 7-8 0,11-7-7 0,-14 0-44 16,14 0-15-16,-21 2 0 0,8-2 0 16,13 0 0-16,-28-2 0 0,13 2 0 15,-1-2 0-15,3 2 0 0,13 0 0 0,-25-1 0 16,25 1 0-16,-19 1 0 0,19-1 0 16,-17 0 0-16,17 0 0 0,0 0 0 15,-16 0 0-15,16 0 0 0,0 0 0 16,0 0 0-16,-9 4 0 0,9-4 0 0,0 0 0 15,0 0 0-15,38 8 0 0,-15-7 0 16,4-2 0-16,15-2 0 0,4 2 0 0,-3-3 0 16,2 0 0-16,2 1 0 0,-9 0 0 15,0 0 0-15,-12 1 0 0,-5 2 0 0,-1-2 0 16,-7 2 0-16,-4-2 0 0,-9 2 0 16,18-1 0-16,-18 1 0 0,0 0 0 15,15 0 0-15,-15 0 0 0,0 0 0 16,0 0 0-16,13-1 0 0,-13 1 0 0,6-3 0 0,-6 3 0 15,0 0 0-15,0 0 0 16,0 0-54-16,0 0-499 0,0 0-156 0,0 0-191 16,0 0 76-16,-25 11 95 0,17-8-775 15,-3 2-950-15</inkml:trace>
  <inkml:trace contextRef="#ctx0" brushRef="#br0" timeOffset="131141.36">20781 6868 3685 0,'0'0'-269'0,"0"0"42"0,0 0 45 0,0 0 41 0,0 0 36 0,0 0 36 0,0 0 21 0,0 0 25 16,0 0 25-16,0 0 15 0,0 0 21 0,0 0 15 16,0 0 10-16,0 0 0 15,0 0 2-15,0 0 3 0,0 0-7 0,0 0 2 16,0 0 6-16,0 0 4 0,0 0-8 15,0 0-2-15,0 0-7 0,0 0 0 0,0 0-4 16,0 0-10-16,0 0-4 0,0 0-5 16,0 0-1-16,0 0-6 0,0 0-10 0,0 0-41 15,0 0-67-15,0 0-102 0,0 0-129 16,0 0-194-16,-6 10 30 0,6-10 53 0,0 0-132 16,0 0-67-16</inkml:trace>
  <inkml:trace contextRef="#ctx0" brushRef="#br0" timeOffset="132405.33">18180 8114 1446 0,'5'3'-65'0,"-5"-3"10"0,0 0 13 0,0 0 10 0,0 0 5 16,0 0 16-16,0 0 6 0,0 0 2 0,0 0-4 15,0 0 3-15,0 0 4 0,0 0-7 0,0 0 6 16,0 0 0-16,0 0-4 15,0 0 3-15,0 0-3 0,0 0 13 0,0 0-13 16,0 0 7-16,0 0 12 0,0 0 24 16,0 0-8-16,0 0 3 0,0 0 7 0,2 5-1 15,-2-5 4-15,0 0-3 0,0 0 0 16,0 0-3-16,0 0-3 0,0 0-1 0,0 0-1 16,0 0 2-16,0 0-2 0,0 0 0 15,0 0 4-15,0 0 8 0,0 7 0 0,0-7 4 16,0 0 4-16,0 0 10 0,0 0 10 15,0 0 9-15,0 0-1 0,0 0 2 16,0 0 1-16,0 0 1 0,0 0-2 0,0 0-5 16,0 0-3-16,0 0-7 0,0 0-6 15,0 0-4-15,0 0-8 0,0 0-3 16,0 0-3-16,0 0-6 0,0 0 0 16,0 0-10-16,0 0 0 0,9 2-7 0,-9-2 4 15,0 0-5-15,0 0-6 0,0 0 5 16,0 0-5-16,0 0-1 0,0 0 1 0,0 0 3 15,0 0-9-15,0 0 2 0,0 0 2 16,0 0-3-16,0 0 0 0,0 0 0 16,0 0-1-16,0 0-1 0,0 0-4 0,0 0 1 15,0 0-1-15,0 0-3 0,0 0 2 0,0 0-3 16,0 0 1-16,0 0-21 16,0 0-52-16,0 0-72 0,0 0-107 0,0 0-150 15,0 0-71-15,0 0 41 0,-27 1-109 16,27-1-45-16</inkml:trace>
  <inkml:trace contextRef="#ctx0" brushRef="#br0" timeOffset="134104.7">20829 8006 1662 0,'0'0'127'0,"0"0"11"0,-6 7 27 0,6-7 33 0,0 0 39 16,0 0 18-16,0 0 6 0,-7 2-8 0,7-2-17 15,0 0-18-15,0 0-13 0,0 0-12 0,0 0-10 16,0 0-13-16,0 0-10 0,0 0-14 16,0 0-5-16,0 0 1 0,0 0 0 0,0 0-1 15,0 0-19-15,32-4-5 0,-23-1-10 16,5-2-5-16,-3-1-5 0,4 0-6 0,-1-1-7 16,-3 1 1-16,3-1-4 15,-3 3 0-15,-4-2-4 0,3 2 4 0,-4 0 4 16,-1 0 0-16,-1 0 5 0,4 2-10 15,-8 4-4-15,3-5-7 0,-3 5-6 0,9-7-7 16,-9 7-5-16,3-4-6 0,-3 4-4 16,0 0-4-16,9-3-5 0,-9 3 0 0,0 0-4 15,0 0-2-15,6-4-3 0,-6 4-9 16,0 0 5-16,0 0-3 0,0 0-6 0,5 14 6 16,-3-5-3-16,-2 4 2 0,1 2-8 15,-1 6 2-15,0 4 4 0,2 1 2 0,0 1-4 16,0 0 19-16,-2-1 7 0,0 0 5 15,0 1 10-15,0-3 7 0,0-6 4 16,0 2 7-16,-2-4-1 0,2-2-3 16,2 0-2-16,0-4-4 0,-2 0-56 0,0-1-4 15,0-2 0-15,0 2 0 0,0-2 0 16,0-7 0-16,0 9 0 0,0-4 0 0,0-5 0 16,0 8 0-16,0-8 0 0,0 8 0 15,0-8 0-15,0 0 0 0,-2 8 0 0,2-8 0 16,0 0 0-16,-4 6 0 0,4-6 0 15,0 0 0-15,-2 6 0 0,2-6 0 0,-6 2 0 16,6-2 0-16,-11 7 0 16,2-3 0-16,-3 0 0 0,-3 2 0 0,-1 0 0 15,7-1 0-15,-9-2 0 0,2 2 0 16,0 0 0-16,3-1 0 0,4-1 0 0,-3-1 0 16,3 1 0-16,1-1 0 0,8-2 0 15,-14 4 0-15,14-4 0 0,-7 1 0 0,7-1 0 16,0 0 0-16,0 0 0 0,0 0 0 15,0 0 0-15,0 0 0 0,0 0 0 0,38 0 0 16,-19-1 0-16,6-3 0 0,4 1 0 16,-1 1 0-16,14-2 0 0,-4 1 0 0,-8 1 0 15,-1 1 0-15,-6-1 0 0,-2 2 0 16,-2-2 0-16,-4 2 0 0,-2 0 0 16,-1-2 0-16,-12 2 0 0,19 0 0 15,-19 0 0-15,14 0 0 0,-14 0 0 0,11 0 0 16,-11 0 0-16,0 0 0 0,13 0 0 15,-13 0 0-15,0 0 0 0,0 0 0 0,0 0 0 16,0 0 0-16,0 0 0 0,0 0 0 16,0 0-54-16,0 0-655 0,0 0-206 0,0 0 42 15,0 0 82-15,0 0-858 0,0 0-1087 16</inkml:trace>
  <inkml:trace contextRef="#ctx0" brushRef="#br0" timeOffset="134788.49">22021 7874 4280 0,'5'-7'-155'0,"-5"7"52"0,2-6 51 0,-2 6 64 0,0-7 60 0,0 7 38 0,0-6 24 16,0 6 21-16,2-9 2 15,-2 9 5-15,1-8-1 0,-1 8 4 0,0 0 2 16,4-10-9-16,-4 10-3 0,0 0-16 16,0 0-7-16,0 0-5 0,0 0-14 0,0 0 25 15,0 0 12-15,4 33 1 0,-6-13 5 16,2 9 12-16,-4 8 5 0,1 6-5 0,-6 0 0 16,7 0-12-16,-3-2 3 0,-3 2-9 15,5-2-4-15,-1-2-14 0,0-2-45 0,3-8-87 16,-2-5 0-16,1-5 0 0,0 0 0 15,0-2 0-15,2-5 0 0,-2 1 0 16,2-1 0-16,0-3 0 0,0-1 0 16,0-1 0-16,0-2 0 0,0-5 0 0,0 9 0 15,0-9 0-15,0 0 0 0,0 0 0 16,0 0 0-16,0 0 0 0,0 0 0 0,0 0 0 16,0 0 0-16,0 0-188 0,0 0-341 15,6-24-88-15,-8 17-124 0,2-1-79 0,-2-1 69 16,0-1-795-16,1 0-989 0</inkml:trace>
  <inkml:trace contextRef="#ctx0" brushRef="#br0" timeOffset="135253.31">22103 7753 4007 0,'-3'-8'-11'0,"-3"-1"22"16,1 2 23-16,-4 2 31 0,2 1 30 15,-2-1 20-15,-3 3 0 0,1 0-6 0,11 2-8 16,-31 4-10-16,10 3-9 0,-1 3-6 16,-9 3 21-16,1 3-5 0,-1-2 3 0,5 1-8 15,-1 2-7-15,5-4 6 0,6-1-4 16,-4-3-3-16,9 0-1 0,-3-5-11 0,5 3-2 16,0-1-9-16,2-3-3 15,0 1 5-15,7-4-8 0,-7 5 1 0,7-5-3 16,0 0 0-16,0 0-9 0,0 0-3 15,7-21 0-15,11 7-4 0,4-5-5 0,6 1-6 16,3-1-1-16,3 2-6 0,3 3 3 16,-3 3-4-16,0 1 1 0,-7 6-5 15,-2 4-2-15,-1 3 4 0,-1 2 1 0,0 1 6 16,8 9 15-16,-4-1 33 0,-2 4 21 16,-1 1 20-16,-1-2 14 0,0 2 22 15,-2-2 1-15,-2-1-7 0,-4-5-9 0,-2 3-9 16,3-5-12-16,-7-1-10 0,4 1-12 0,-5-4-6 15,2 3-6-15,-3-4-11 16,1 1-3-16,-8-5-12 0,11 6-38 0,-5-4-9 16,-6-2-48-16,7 2-118 0,-7-2-108 15,0 0-131-15,0 0-126 0,0 0-149 0,0 0-135 16,0 0 63-16,0 0-785 0,0 0-982 16</inkml:trace>
  <inkml:trace contextRef="#ctx0" brushRef="#br0" timeOffset="137269.44">25797 4325 3791 0,'0'0'-233'0,"0"0"54"0,0 0 52 0,4 5 47 0,-4-5 35 0,0 0 24 16,0 0 22-16,0 0 15 0,3 4 12 15,-3-4 16-15,0 0 14 0,0 0 16 0,0 0 21 16,0 0 7-16,0 0 13 0,0 0 6 16,0 0-12-16,0 0 4 0,0 0-4 15,0 0-16-15,0 0-3 0,0 0-12 16,0 0-8-16,0 0-5 0,0 0-6 0,0 0-3 16,0 0-7-16,0 0-2 0,0 0-8 15,18-11-4-15,-18 11-1 0,4-6-3 0,-4 6 1 16,0 0 0-16,0 0-3 0,2-8-2 15,-2 8 0-15,0 0-3 0,0 0-4 0,0 0-2 16,0 0-1-16,0 0-1 0,0 0 15 16,-35 14-3-16,30-7 0 0,-4-1 4 15,2 0-1-15,3 2-3 0,1-1 2 0,1 1 1 16,0-2-2-16,2-6 3 16,2 13 0-16,0-6 1 0,-2-7 2 0,7 9-1 0,0-4-1 15,2-2-5-15,-9-3-1 16,16 5 0-16,-16-5-2 0,20-1-5 0,-20 1 1 15,16-2 1-15,-4-3 0 0,-4 0 0 16,1 1 10-16,-2-1 7 0,2 0 7 0,-9 5 3 16,9-11 1-16,-5 7-5 0,-4 4-7 15,3-6 3-15,-3 6-3 0,4-6-2 16,-4 6-7-16,0 0-3 0,0 0 0 0,0 0-6 16,0 0-1-16,0 0 2 0,0 0-6 15,0 0-3-15,0 0 3 0,0 0-6 16,-30 9 0-16,30-9-2 0,-4 7 1 0,4-7 2 15,0 0-2-15,0 11-3 0,0-11 3 16,0 0-4-16,0 9 2 0,0-9-2 16,0 0-3-16,0 0 3 0,-2 8-1 0,2-8 3 15,0 0-2-15,0 0-9 0,0 0-51 16,0 0-63-16,-7 5-74 0,7-5-103 16,0 0-112-16,-10 0-131 0,10 0-196 0,-12 2 67 15,12-2-500-15,-14 3-634 0</inkml:trace>
  <inkml:trace contextRef="#ctx0" brushRef="#br0" timeOffset="138819.74">5956 8395 2950 0,'0'0'-126'0,"0"0"43"0,8-2 43 0,-8 2 35 0,0 0 34 0,0 0 26 0,0 0 26 15,0 0 21-15,0 0 21 16,0 0-2-16,0 0-15 0,10-5-1 0,-10 5-13 0,0 0-8 15,2-9-14-15,-2 9-2 16,0 0 1-16,4-8-14 0,-4 8 4 0,0 0 4 16,0-10 4-16,0 10 0 0,0 0-6 15,0 0-3-15,0 0-4 0,0 0-11 16,0 0 6-16,0 0-5 0,0 0-8 16,0 0-6-16,0 0 0 0,0 0 2 0,0 0-4 15,-22 22 1-15,20-17 0 0,2-5-4 0,0 10 6 16,0-10-4-16,0 10 10 0,0-10 7 15,0 0 15-15,8 9 15 0,-8-9 16 16,6 4 11-16,-6-4 17 0,0 0-3 16,0 0-3-16,0 0 9 0,0 0-14 0,0 0 0 15,0 0-13-15,22-13-9 0,-22 13-9 16,2-6-6-16,-2 6-7 0,0 0-10 16,-2-9-7-16,2 9-10 0,0 0-9 0,0 0-3 15,0 0-57-15,0 0-69 0,0 0-81 16,0 0-87-16,0 0-108 0,0 0-126 0,0 0-210 15,-30 10 56-15,24-5 74 0,6-5-420 16,-11 7-479-16</inkml:trace>
  <inkml:trace contextRef="#ctx0" brushRef="#br0" timeOffset="143221.45">25549 7897 2553 0,'-6'-3'-60'0,"-3"1"31"0,1-1 36 0,1-1 47 0,-1 1 49 0,-2 0 34 0,1-2 35 0,2 1 20 16,-2-1 19-16,4 1 16 0,-2-1 15 0,1 2 9 15,6 3 7-15,-12-7 8 0,12 7-3 16,-9-5 1-16,9 5 9 0,-8-5-12 0,8 5-5 16,0 0-11-16,-8-5-11 15,8 5-11-15,0 0-13 0,-7-6-13 0,7 6-18 0,0 0-13 16,0 0-14-16,0 0-10 16,0 0-10-16,-6-5-9 0,6 5-10 0,0 0-21 15,0 0-10-15,0 0-82 0,0 0 0 16,0 0 0-16,0 0 0 0,0 0 0 0,0 0 0 15,0 0 0-15,0 0 0 0,21 18 0 16,-10-10 0-16,0 0 0 0,5 5 0 0,7 3 0 16,-1 3 0-16,3-2 0 0,0 7 0 15,2-3 0-15,0 1 0 0,0 1 0 16,0 0 0-16,-3 0 0 0,0 0 0 16,-2-1 0-16,1-1 0 0,-7-6 0 0,-2-1 0 15,3-1 0-15,-1 1 0 0,-3-2 0 16,-1-2 0-16,-3-1 0 0,2 1 0 0,1-2 0 15,-1-1 0-15,-4 3 0 0,4-6 0 16,-4 3 0-16,0 0 0 0,1-4 0 0,-2 3 0 16,-6-6 0-16,9 6 0 0,-3 0 0 15,-6-6 0-15,9 7 0 0,-5-5 0 16,1 2 0-16,-5-4 0 0,0 0 0 0,9 8 0 16,-9-8 0-16,3 4 0 0,-3-4 0 15,0 0 0-15,0 0 0 0,0 0 0 0,0 0 0 16,10 4 0-16,-10-4 0 0,0 0 0 15,0 0 0-15,0 0 0 0,0 0 0 16,0 0 0-16,-21-12 0 0,13 6-344 0,-3-1-586 16,-4 3 13-16,1-4 94 0,1 0-938 15,1-2-1191-15</inkml:trace>
  <inkml:trace contextRef="#ctx0" brushRef="#br0" timeOffset="143789.3">25437 7703 4382 0,'0'0'-206'0,"-10"-3"57"0,10 3 57 0,-12-5 62 0,12 5 60 0,-11-5 53 0,11 5 29 16,-7-4 31-16,7 4 15 0,0 0 8 15,-12-3-1-15,12 3 4 0,0 0-2 0,0 0-2 16,0 0 1-16,-9-3-11 0,9 3-7 16,0 0-6-16,0 0-11 0,0 0 25 0,0 0 17 15,0 0 11-15,7 23 11 0,0-11-3 16,7 1 1-16,6 5-1 0,6 5-9 0,0-2-14 16,10 4-12-16,5 1-17 15,1-4-12-15,-3 0-14 0,-3-4-104 0,-4-2-10 0,-2-3 0 16,-6 2 0-16,-2-6 0 0,-7-1 0 15,-2-2 0-15,-4-2 0 0,2 2 0 16,-4-3 0-16,0 0 0 0,-7-3 0 16,12 5 0-16,-12-5 0 0,10 4 0 0,-10-4 0 15,0 0 0-15,11 4 0 0,-11-4 0 16,0 0 0-16,0 0 0 0,0 0 0 0,6 1 0 16,-6-1 0-16,0 0-56 0,0 0-406 15,0 0-87-15,0 0-101 0,-28 3-155 16,14-6 16-16,-1 3 77 0,-6 0-706 0,-1 0-868 15</inkml:trace>
  <inkml:trace contextRef="#ctx0" brushRef="#br0" timeOffset="144169.46">25343 7860 3840 0,'-3'-10'-69'0,"1"1"37"0,0 0 51 0,-3 1 56 0,4-1 35 0,-1 2 35 16,2 1 18-16,-2-1 8 0,0 2 3 15,2 5-9-15,-4-11-14 0,4 11-8 0,-2-6 1 16,2 6 5-16,0 0 20 16,0 0 16-16,0 0 13 0,-23 15 18 0,16-1 10 0,-2 3 13 15,-7 7 3-15,-2 1-2 16,0-1-7-16,0-1 0 0,4 1-11 0,3-2 1 15,0-5-12-15,2 2-205 0,4-7-6 16,-3 3 0-16,4-4 0 0,0-1 0 0,-2 0 0 16,5-4 0-16,-1 4 0 0,-2-3 0 15,4-7 0-15,-4 8 0 0,4-8 0 0,-2 9 0 16,2-9 0-16,-1 3 0 0,1-3 0 16,0 0 0-16,0 0 0 0,0 0 0 0,0 0 0 15,0 0-428-15,0 0-261 0,0 0-177 16,0 0 21-16,0 0 85 0,0 0-806 0,0 0-1007 15</inkml:trace>
  <inkml:trace contextRef="#ctx0" brushRef="#br0" timeOffset="147234.96">24402 7874 3883 0,'-6'3'-187'0,"6"-3"54"0,-10 5 48 0,10-5 51 0,-5 3 45 0,5-3 31 0,-8 4 27 16,8-4 20-16,0 0 16 0,-11 1 8 0,11-1 8 16,0 0 5-16,-12 0 5 0,12 0 0 15,0 0 3-15,-13 2-3 0,13-2 4 0,0 0 0 16,-14-2 7-16,14 2 3 0,0 0 14 16,-16 0 0-16,16 0 0 0,0 0 7 15,-16-3-4-15,16 3 0 0,0 0 1 0,-13-5-17 16,13 5-6-16,-3-5-8 0,3 5-12 15,0 0-13-15,-7-9-7 0,7 9-20 16,0-7-7-16,0 7-3 0,0 0-2 0,0 0-11 16,7-15-1-16,-4 12-10 0,-3 3-7 15,9-10 2-15,-9 10-6 0,11-4 4 16,-2 0-11-16,-9 4-3 0,16-5-4 0,-7 4 3 16,2-3 1-16,0 3 19 0,3-1 4 15,-1 0 7-15,1 0-1 0,0 1-2 0,4 1-5 16,0-3 18-16,4 3-45 0,-3-1-20 15,1 1 0-15,0 0 0 0,-4-1 0 0,2 1 0 16,-4 0 0-16,-14 0 0 16,22 0 0-16,-22 0 0 0,18 0 0 0,-18 0 0 0,14 1 0 15,-14-1 0-15,14 4 0 16,-14-4 0-16,13 3 0 0,-13-3 0 0,12 5 0 16,-6-1 0-16,-6-4 0 0,11 8 0 15,-6-4 0-15,-5-4 0 0,11 7 0 0,-6-4 0 16,-5-3 0-16,7 9 0 0,-7-9 0 15,8 10 0-15,-5-5 0 0,-3-5 0 0,7 10 0 16,-3-4 0-16,-1-2 0 0,-3-4 0 16,6 11 0-16,-4-5 0 0,-2-6 0 0,3 8 0 15,-3-4 0-15,0-4 0 16,2 9 0-16,-2-9 0 0,0 9 0 0,0-9 0 0,-2 11 0 16,2-11 0-16,-1 9 0 0,-1-1 0 15,2-8 0-15,-6 12 0 0,4-7 0 16,1 1 0-16,-3 1 0 0,-2 3 0 15,3-3 0-15,0 1 0 0,-3-3 0 0,4-1 0 16,-1 4 0-16,-1-4 0 0,0 4 0 16,1-3 0-16,-4-1 0 0,3 4 0 0,1-4 0 15,-3 2 0-15,3 1 0 0,-3-2 0 16,-1 2 0-16,2-2 0 0,-1 2 0 0,-1-1 0 16,2 3 0-16,-2-4 0 0,0 4 0 15,1-4 0-15,1 0 0 0,-1 2 0 0,0-2 0 16,0 0 0-16,0 0 0 15,3 0 0-15,-5-1 0 0,5 1 0 0,-6 0 0 16,4-1 0-16,-1 0 0 0,3 2 0 0,-5-1 0 16,2 0 0-16,-2 3 0 0,3-6 0 15,-3 5 0-15,0-2 0 0,3 0 0 16,-3 1 0-16,3 0 0 0,-3-4 0 0,4 4 0 16,-4-2 0-16,1 1 0 0,1 1 0 15,-2 0 0-15,2-4 0 0,-1 4 0 0,0-2 0 16,-1 1 0-16,2-1 0 0,0 0 0 0,1 0 0 15,5-4 0-15,-10 6 0 0,7-2 0 16,3-4 0-16,-7 5 0 0,7-5 0 16,0 0 0-16,-5 3 0 0,5-3 0 0,0 0 0 15,-6 5 0-15,6-5 0 0,0 0 0 16,0 0 0-16,0 0 0 0,0 0 0 0,0 0 0 16,0 0 0-16,0 0 0 0,0 0 0 15,0 0 0-15,0 0 0 0,0 0 0 16,0 0 0-16,31-11 0 0,-26 11 0 0,-5 0 0 15,16-4 0-15,-9 2 0 0,3 0 0 16,-10 2 0-16,15-4 0 0,-4 4 0 0,-1 0 0 16,-10 0 0-16,19-2 0 0,-10 0 0 15,7 0 0-15,-7 2 0 0,5-2 0 16,-1 2 0-16,-2-2 0 0,3 2 0 16,-5-2 0-16,-9 2 0 0,21 0 0 0,-11 2 0 15,-10-2 0-15,17 2 0 0,-8 0 0 16,2 0 0-16,2 2 0 0,-4-4 0 0,3 4 0 15,-3-2 0-15,0 2 0 0,0-2 0 16,4-2 0-16,-4 5 0 0,0-4 0 0,-1 1 0 16,-8-2 0-16,17 1 0 0,-9 1 0 15,-8-2 0-15,13 2 0 0,-13-2 0 0,11 2 0 16,-11-2 0-16,9 2 0 0,-9-2 0 16,7 0 0-16,-7 0 0 0,0 0 0 0,0 0 0 15,11 3 0-15,-11-3 0 0,0 0 0 16,0 0 0-16,0 0 0 0,10 1 0 0,-10-1 0 15,0 0 0-15,0 0 0 16,0 0 0-16,0 0 0 0,0 0 0 0,0 0 0 16,0 0 0-16,0 0 0 0,2-10 0 15,-2 10 0-15,0 0-639 0,0 0-341 0,-16-8-1255 16,16 8-1638-16</inkml:trace>
  <inkml:trace contextRef="#ctx0" brushRef="#br0" timeOffset="150801.4">27226 7903 5679 0,'0'0'-309'0,"0"0"71"0,0 0 64 0,0 0 65 0,0 0 58 0,-3 5 47 0,3-5 31 0,0 0 24 16,0 0 21-16,0 0 10 0,0 0 11 16,-6 3 10-16,6-3 8 0,0 0 7 15,0 0 5-15,0 0 7 0,0 0-1 0,0 0 4 16,0 0 10-16,0 0 2 0,0 0 9 15,0 0 3-15,0 0 3 0,0 0-2 16,0 0-3-16,0 0-2 0,0 0-6 0,0 0-3 16,0 0-3-16,0 0-11 0,0 0-16 15,0 0-9-15,0 0-10 0,0 0-11 16,2-21-44-16,-2 21-40 0,4-9 0 16,-3 2 0-16,3-2 0 0,-2 0 0 0,2 1 0 15,-1-1 0-15,1 1 0 0,2-2 0 16,-2 3 0-16,0 0 0 0,0 2 0 0,-3-1 0 15,-1 6 0-15,8-8 0 0,-6 2 0 16,-2 6 0-16,10-7 0 0,-10 7 0 0,11-4 0 16,-2 2 0-16,1-2 0 0,5 3 0 15,1-2 0-15,0-1 0 0,-4 2 0 0,3 0 0 16,-1 1 0-16,-14 1 0 0,22-3 0 16,-12 3 0-16,-10 0 0 0,17 0 0 0,-17 0 0 15,18 0 0-15,-18 0 0 0,0 0 0 16,18 3 0-16,-18-3 0 0,14 3 0 0,-9 0 0 15,3 0 0-15,-8-3 0 16,14 8 0-16,-7-2 0 0,-1-2 0 0,-3 1 0 16,-3-5 0-16,10 11 0 0,-8-4 0 15,2-2 0-15,0 2 0 0,-2-1 0 0,-2-6 0 16,1 16 0-16,1-9 0 0,0 0 0 16,-2 1 0-16,0 1 0 0,0-9 0 0,0 15 0 15,0-8 0-15,0 0 0 0,0-7 0 16,0 15 0-16,-2-7 0 0,0 0 0 0,1-3 0 15,1 3 0-15,-2-1 0 0,0 2 0 16,-2-1 0-16,0 2 0 0,3-1 0 0,-6 1 0 16,3 4 0-16,-1-1 0 15,-1-4 0-15,1 4 0 0,-2-3 0 0,2-1 0 16,-3 3 0-16,3 0 0 0,-1-2 0 16,0-2 0-16,-2 3 0 0,1 0 0 0,-2-3 0 15,1 3 0-15,-2-1 0 0,5-1 0 16,-3 0 0-16,0 1 0 0,-1 0 0 0,0 1 0 15,-2 0 0-15,0-2 0 0,2 1 0 16,-3 2 0-16,3-1 0 0,-2-1 0 0,-1 0 0 16,1 0 0-16,-3 1 0 15,5-2 0-15,-3 0 0 0,2-3 0 0,3 3 0 0,0-4 0 16,-1 2 0-16,3-2 0 16,-4 0 0-16,6-1 0 0,-3 1 0 0,6-5 0 15,-7 4 0-15,7-4 0 0,-6 6 0 16,6-6 0-16,-6 5 0 0,6-5 0 0,0 0 0 0,-4 3 0 15,4-3 0-15,0 0 0 16,0 0 0-16,0 0 0 0,0 0 0 0,0 0 0 16,0 0 0-16,0 0 0 0,0 0 0 15,0 0 0-15,32-8 0 0,-20 4 0 0,1 2 0 16,3 1 0-16,-1 1 0 0,4-3 0 16,1 3 0-16,5 0 0 0,-2 0 0 0,1 3 0 15,-2-3 0-15,-1 1 0 0,0-1 0 16,1 2 0-16,-2-2 0 0,-3 2 0 0,0 0 0 15,-3-2 0-15,-1 2 0 0,-1-2 0 16,-3 1 0-16,-9-1 0 0,19 0 0 16,-19 0 0-16,12 2 0 0,-12-2 0 0,11 2 0 15,-11-2 0-15,8 0 0 0,-8 0 0 16,0 0 0-16,0 0 0 0,11 3 0 0,-11-3 0 16,0 0 0-16,0 0 0 0,0 0 0 15,0 0 0-15,0 0 0 0,0 0 0 0,0 0-11 16,0 0-1028-16,0 0 101 0,0 0-1172 15,0 0-1519-15</inkml:trace>
  <inkml:trace contextRef="#ctx0" brushRef="#br0" timeOffset="151317.54">28108 8090 5439 0,'-11'-4'-239'0,"-1"3"74"0,-1-3 86 0,1 1 78 0,3-1 52 0,0 1 54 0,-3 1 41 0,12 2 29 0,-19-4 22 16,19 4 9-16,-13-1 9 0,13 1-10 16,-13-3-6-16,13 3-3 0,0 0-12 0,-10-3-11 15,10 3-11-15,0 0-4 16,0 0 12-16,0 0 1 0,40 9-12 0,-13-7-11 0,16 4-31 15,4-2-18-15,12 3-99 16,2-3 0-16,0-1 0 0,-16-1 0 0,-3-1 0 0,-7-1 0 16,-10 2 0-16,-5-2 0 15,-4 2 0-15,-4-2 0 0,2 0 0 0,-3 0 0 16,-1 0 0-16,-10 0 0 0,0 0 0 16,21 2 0-16,-21-2 0 0,0 0 0 0,11 1 0 15,-11-1 0-15,0 0 0 0,0 0 0 16,0 0 0-16,0 0 0 0,-17 14-35 0,10-12-441 15,-3 1-116-15,-1-1-139 0,-3 1-125 16,-5-3 75-16,0 2-824 0,-2 0-1046 0</inkml:trace>
  <inkml:trace contextRef="#ctx0" brushRef="#br0" timeOffset="151835.32">28108 7989 4216 0,'-1'-9'-87'0,"-3"3"58"0,0-2 54 0,2 3 50 16,2 5 40-16,-4-9 29 0,4 9 20 0,-4-7 11 16,4 7 0-16,0 0-6 0,-5-5-12 15,5 5-6-15,0 0-12 0,0 0 16 16,-17 0 6-16,17 0 6 0,-27 11 12 15,6-2 15-15,-8 3 13 0,-1-1 10 0,-1 3 7 16,6-4 2-16,5-2-9 0,1 1 1 16,3-1 2-16,1-4-3 0,4 0-217 0,1 0 0 15,2-1 0-15,8-3 0 0,-11 6 0 16,11-6 0-16,-4 2 0 0,4-2 0 0,0 0 0 16,17 10 0-16,-1-4 0 0,2 2 0 15,11 6 0-15,2 1 0 0,-5 1 0 0,7 3 0 16,-5 1 0-16,3 2 0 0,-3-3 0 15,-3 2 0-15,0-1 0 0,-2-3 0 16,-6-3 0-16,-4-1 0 0,-1-3 0 0,-1 0 0 16,-2-1 0-16,2-3 0 0,-4 2 0 15,-2-4 0-15,3 2 0 0,-2-3 0 16,2 1 0-16,-5-1 0 0,-3-3 0 0,11 5 0 16,-11-5 0-16,11 4 0 0,-11-4 0 15,7 0 0-15,-7 0 0 0,0 0 0 0,0 0 0 16,0 0 0-16,0 0 0 0,0 0 0 15,11-7 0-15,-11 7 0 0,0 0-874 0,0 0-89 16,0 0 104-16,-27-10-1010 0,27 10-1293 16</inkml:trace>
  <inkml:trace contextRef="#ctx0" brushRef="#br0" timeOffset="161865.24">10456 9161 1899 0,'-4'8'177'0,"4"-8"-22"0,0 9 8 0,0-9 18 0,0 8 23 15,0-8 4-15,0 0-10 0,0 6-8 0,0-6 9 16,0 0 8-16,4 6-2 0,-4-6 3 16,0 0-7-16,0 0-4 0,0 0-15 0,25-6-3 15,-25 6-12-15,15-6-2 0,-7 2-7 16,-8 4 2-16,13-8 0 0,-7 6-7 15,-6 2-5-15,11-7 3 0,-5 2-13 0,-6 5-10 16,7-9-6-16,-7 9-14 0,8-6-5 0,-8 6-9 16,6-6-7-16,-6 6-9 0,0 0-11 15,5-5-5-15,-5 5-11 0,0 0 0 16,8-6-11-16,-8 6-5 0,0 0-4 16,0 0 0-16,0 0-1 0,0 0-9 0,0 0 2 15,8 15-2-15,-6-9 30 0,-2 5 9 16,0 1 13-16,0 2 5 0,0 3 2 15,2 1-3-15,-2 3 4 0,2 3-2 0,0 2-3 16,-2-1-76-16,1 1 0 0,-1 1 0 16,2-3 0-16,0 0 0 0,0-2 0 15,0-2 0-15,0-4 0 0,-1 0 0 0,1-2 0 16,-2-2 0-16,2-3 0 0,-2-1 0 0,0 1 0 16,2-3 0-16,-2 1 0 0,0-2 0 15,0-5 0-15,3 11 0 0,-3-11 0 16,-3 8 0-16,3-8 0 0,0 7 0 0,0-7 0 15,0 7 0-15,0-7 0 0,0 0 0 16,-2 11 0-16,2-11 0 0,-2 8 0 16,2-8 0-16,-5 10 0 0,1-5 0 0,0 1 0 15,4-6 0-15,-11 11 0 0,3-4 0 16,2 0 0-16,-1-2 0 0,2 0 0 0,-6 1 0 16,6-1 0-16,5-5 0 0,-13 8 0 15,7-4 0-15,-2 0 0 0,8-4 0 16,-7 4 0-16,7-4 0 0,-8 6 0 15,8-6 0-15,-2 4 0 0,2-4 0 0,0 0 0 0,0 0 0 16,0 0 0-16,27 5 0 0,-8-7 0 16,6-1 0-16,11 1 0 0,1-4 0 15,2 2 0-15,1-1 0 0,0 2 0 16,-10-1 0-16,-5 2 0 0,-4 2 0 0,-1-4 0 16,-4 2 0-16,-3 0 0 0,-1 2 0 15,-12 0 0-15,20-1 0 0,-20 1 0 0,13-2 0 16,-13 2 0-16,0 0 0 0,13-2 0 15,-13 2 0-15,0 0 0 0,0 0 0 0,0 0 0 16,0 0 0-16,0 0 0 0,0 0 0 16,0 0 0-16,0 0 0 0,0 0-290 15,0 0-630-15,0 0-13 0,0 0 87 16,0 0-923-16,-33-7-1200 0</inkml:trace>
  <inkml:trace contextRef="#ctx0" brushRef="#br0" timeOffset="162533.83">11729 9237 4548 0,'0'0'-184'0,"0"-12"54"0,1 8 54 0,-1 4 48 0,0-10 58 0,0 2 35 0,0 8 28 0,0-7 22 16,0 7 0-16,0-7-4 0,0 7-8 15,0 0-7-15,0-9-5 0,0 9 13 0,0 0 24 16,0 0 4-16,-7 26 3 16,3-9-1-16,-7 10 1 0,1 6 7 0,1 1-8 15,-2 5 0-15,1-4-12 0,-1 2-7 16,0-2-3-16,0 0 4 0,2-5 2 0,0-1 0 15,2-5-6-15,2-5 3 0,-1-4-8 16,3-3-11-16,-1 0-10 0,0-1-8 16,2-5-6-16,1 3-9 0,-4-2-2 0,3-2-6 15,2-5-4-15,-4 8-11 0,4-8-12 0,0 0-53 16,-5 2-74-16,5-2-87 16,0 0-84-16,0 0-109 0,-6-19-102 0,6 7-112 15,0-3-133-15,0 1-9 0,4-3 64 16,0 2-563-16,-1-4-695 0</inkml:trace>
  <inkml:trace contextRef="#ctx0" brushRef="#br0" timeOffset="162898.59">11714 9174 3164 0,'4'-14'-55'0,"-4"1"49"0,-2 3 59 0,0 1 57 16,2 9 43-16,-2-12 25 0,2 12 12 15,-4-8-1-15,4 8 5 0,0 0 7 16,-28 8 4-16,8 2 9 0,-7 3 1 15,1 3 0-15,-3 3-2 0,0-1-17 0,-8 5-6 16,8-1-13-16,2-3-25 0,3-2 0 16,7-5-5-16,2-2-14 0,3 0-2 0,4-5-9 15,-1 2-4-15,4 0-3 0,2-4-6 16,3-3-13-16,0 0-4 0,0 0-10 0,0 0-8 16,52-6-9-16,-16-1-6 0,4-2-6 15,2 4-11-15,-1 2-3 0,-2-1-4 16,-5 4-5-16,-7 2-4 0,-1 0-3 0,-1 3-4 15,-2-2 0-15,-5 2-1 0,-2 0-2 16,-4 2 0-16,-1-2-6 0,-3 3 1 0,-1-2 1 16,1 1-8-16,-4-2-14 15,-4-5-59-15,8 9-72 0,-5-3-76 0,-3-6-93 16,8 7-122-16,-4-3-122 0,-4-4-138 16,8 6-93-16,-7-4 58 0,-1-2-660 0,6 10-841 15</inkml:trace>
  <inkml:trace contextRef="#ctx0" brushRef="#br0" timeOffset="166781.62">27283 14022 1858 0,'2'-6'315'0,"-2"0"-61"0,0 6-13 15,0 0-7-15,0-13 5 0,0 13-19 0,0 0-12 0,-2-10-21 16,2 10-4-16,0 0-4 0,0 0-11 16,2-10-11-16,-2 10-5 0,0 0-9 0,0 0-8 15,0 0 0-15,0 0-10 0,0-7-5 16,0 7-6-16,0 0-5 0,0 0-7 0,0 0-1 16,0 0-4-16,0 0-6 15,0 0-9-15,0 0-8 0,0 0-9 0,0 0-7 16,0 0-1-16,0 0 26 0,0 0 10 15,0 0-2-15,0 0 6 0,-3 30 6 0,-1-14 1 16,-3 2 17-16,0 13 3 0,2 2-4 16,-5 1-2-16,4 2-16 0,-3 4-6 0,1-3-6 15,1 2 8-15,-2-1-4 0,2-1-6 16,2-3 0-16,-3-4-3 0,5-4 1 16,-2-7-1-16,1-2-63 0,0-5-22 0,4 0 0 15,-1 0 0-15,-1-1 0 0,0-4 0 16,0 1 0-16,-2-1 0 0,4 0 0 0,0-7 0 15,0 9 0-15,-1-4 0 16,1-5 0-16,0 8 0 0,0-8 0 0,-2 6 0 16,2-6 0-16,0 0 0 0,2 8 0 15,-2-8 0-15,0 0 0 0,0 0 0 0,0 0 0 16,0 0 0-16,0 0 0 0,0 0-14 16,0 0-523-16,0 0-127 0,0 0-175 0,0 0-34 15,-22-14 90-15,19 9-741 0,-1-3-969 16</inkml:trace>
  <inkml:trace contextRef="#ctx0" brushRef="#br0" timeOffset="167363.65">27357 13987 3840 0,'4'-12'-202'0,"0"1"46"0,-1 2 37 0,0 0 38 0,1 4 41 0,-2-5 39 15,1 5 29-15,-3 5 18 0,6-12 11 0,-6 12 12 16,6-8 5-16,-6 8-4 0,3-6 1 16,-3 6 4-16,5-8 4 0,-5 8-2 15,0 0-4-15,0 0 24 0,0 0 45 16,0 0 21-16,0 0 13 0,-25 24 12 0,2-1-2 15,-2 2 7-15,-9 6 14 0,0 0 13 16,-6 2 9-16,-3-1-1 0,2-3-4 0,3 2-2 16,-1-2-11-16,5-3-11 0,7-6-12 15,5-1-15-15,3-6-17 0,3-1-14 0,7-1-13 16,-3-5-10-16,5 2-6 0,1-2-8 16,-4 0-1-16,7-2-5 0,-1 1-82 15,4-5-17-15,-10 6 0 0,10-6 0 0,-6 7 0 16,6-7 0-16,0 0 0 0,-2 7 0 15,2-7 0-15,0 0 0 0,22 7 0 16,-6-3 0-16,6-4 0 0,4 4 0 0,10 0 0 16,5 0 0-16,2 1 0 0,-1 0 0 15,1-2 0-15,-2 2 0 0,-1-2 0 16,-10 1 0-16,-1-2 0 0,-10 1 0 0,3-1 0 16,-8 0 0-16,0-2 0 0,-1 1 0 15,1 1 0-15,-14-2 0 0,17 2 0 0,-17-2 0 16,14 0 0-16,-14 0 0 0,0 0 0 15,0 0 0-15,12 2 0 0,-12-2 0 0,0 0 0 16,0 0 0-16,0 0 0 0,0 0-230 16,-26 10-342-16,15-7-127 0,-3 1-211 0,-1 1 69 15,-3-2 94-15,2 2-679 0,0-1-876 16</inkml:trace>
  <inkml:trace contextRef="#ctx0" brushRef="#br0" timeOffset="167850.05">27321 14109 3703 0,'8'-9'-140'0,"-5"2"56"0,-3 0 57 0,5-3 48 0,-1 6 51 0,-4 4 42 0,3-13 28 0,-1 7 13 0,-2 6 7 15,6-10-3-15,-6 10 4 0,2-9 5 16,-2 9-1-16,3-8 7 0,-3 8-8 0,4-5-8 16,-4 5-9-16,0 0-15 15,4-7-17-15,-4 7-5 0,0 0-8 0,0 0 52 16,0 0 26-16,3 20 11 0,-6-8 2 0,-1 11 5 15,-1 9 3-15,-1 4-5 0,0 2 7 16,1 1-10-16,-5 11-14 0,2-9-17 16,1 1-13-16,0-1-72 0,-4-2-79 15,4-3 0-15,0-4 0 0,-2-6 0 0,7-4 0 16,-3-3 0-16,3-1 0 0,-2-7 0 16,3 2 0-16,-1-3 0 0,-2 0 0 0,2-4 0 15,0 2 0-15,2-1 0 0,0-7 0 16,-2 8 0-16,2-8 0 0,0 0 0 0,0 0 0 15,0 0 0-15,0 0 0 0,0 0 0 16,0 0 0-16,0 0 0 0,0 0-154 0,-8-24-448 16,4 19-119-16,3-5-191 15,-1 1 72-15,0-1 81 0,0-1-671 0,2-3-879 0</inkml:trace>
  <inkml:trace contextRef="#ctx0" brushRef="#br0" timeOffset="168297.74">27386 14043 3723 0,'4'-13'-133'0,"-2"5"56"0,-1 0 46 16,1 1 40-16,-2 7 36 0,7-12 33 0,-5 6 9 16,-2 6 4-16,1-6 8 0,-1 6 0 15,0 0 3-15,0 0 16 0,0 0 27 16,0 0 21-16,0 0 4 0,-32 17 9 15,7 1-2-15,-3 4 7 0,-9 5 8 0,-3 0 12 16,-4 1 9-16,7 1 4 0,-4 0-8 16,5-1-14-16,7-7-9 0,2 2-10 15,5-3-15-15,5-5-8 0,6-1-8 0,0-2 3 16,2-3-5-16,4-1 3 0,1 2 9 16,4-3-1-16,0-7-9 0,11 12-127 0,5-6-18 15,2 1 0-15,15 1 0 0,5 0 0 16,4-3 0-16,1 0 0 0,4 0 0 0,-4 0 0 15,-1-1 0-15,0-1 0 0,-11 0 0 16,-7-1 0-16,-4 1 0 0,-4-1 0 0,-2 0 0 16,-1-2 0-16,-2 2 0 15,-11-2 0-15,16 1 0 0,-16-1 0 0,13 2 0 16,-13-2 0-16,0 0 0 0,0 0 0 16,0 0 0-16,0 0 0 0,12-2 0 0,-12 2 0 15,0 0-453-15,0 0-319 0,0 0-167 16,-23 12 78-16,14-6 106 0,-3-2-745 15,-3 3-947-15</inkml:trace>
  <inkml:trace contextRef="#ctx0" brushRef="#br0" timeOffset="175065.29">30176 2808 1748 0,'0'0'235'0,"0"0"-53"0,0 0-32 0,14 0-5 0,-14 0-11 0,0 0-10 16,0 0-8-16,0 0-21 0,0 0-5 0,0 0-11 16,0 0-6-16,0 0-5 15,0 0-9-15,0 0-2 0,0 0 2 0,15 0-11 16,-15 0 10-16,0 0 4 0,0 0 36 16,0 0 1-16,0 0 9 0,0 0 7 15,0 0 5-15,0 0 9 0,0 0 4 0,0 0 2 16,0 0 6-16,0 0 1 0,0 0 0 15,0 0-13-15,0 0-10 0,0 0-15 0,0 0-8 16,0 0-13-16,-27-13-4 0,14 11-14 16,-5 2-6-16,0 0-5 15,-7 3-5-15,-11 4-9 0,-1 2-4 0,-1 3-3 16,2 2 5-16,-6 4-1 0,9 1-1 16,5 0-2-16,4 1 2 0,2 5 0 0,7-1 8 15,5-4-8-15,9-1 11 0,2 3 13 16,9 7 15-16,4 2 1 0,5-2-1 0,9 4 8 15,2-2-4-15,7-3-3 0,-1-2 0 16,-4-7-10-16,3 1-2 0,-5-3 18 16,-1-3 11-16,-6-3-4 0,-7-4 5 0,2-2 7 15,-7-1 1-15,3-1-3 16,-3 1-11-16,-4-2-10 0,-7-2-8 0,18 4-8 16,-18-4-8-16,13 1-11 0,-13-1-10 15,0 0-31-15,14 0-78 0,-14 0-97 0,0 0-106 16,0 0-117-16,0 0-134 0,0 0-194 15,0 0-121-15,0 0 73 0,0 0-677 16,0 0-897-16</inkml:trace>
  <inkml:trace contextRef="#ctx0" brushRef="#br0" timeOffset="175745.01">31092 3009 3737 0,'0'0'-104'0,"9"-8"42"0,-9 8 26 0,4-7 20 0,-4 7 27 0,0 0 8 0,1-7 5 0,-1 7-3 0,0 0-1 16,4-7-8-16,-4 7 3 0,0 0-6 15,0 0 12-15,4-7 28 0,-4 7 16 0,0 0-3 16,0 0 13-16,0-10 16 16,0 10 9-16,0 0 8 0,-2-13 6 0,2 13 8 15,-2-7 1-15,2 7 0 0,-4-12 2 16,1 8-8-16,3 4 0 0,-5-10-13 16,5 10-9-16,-6-7 0 0,6 7-7 0,-5-8-5 15,5 8-13-15,0 0-3 0,-6-6-7 16,6 6-9-16,0 0-5 0,-5-8-3 0,5 8-5 15,0 0-2-15,-6-4-3 0,6 4 1 16,0 0-1-16,0 0-1 0,-14-6 5 16,14 6-4-16,-14-5 2 0,2 3-4 0,-1 2 0 15,-3 0-5-15,-1 0-6 16,-4 2-1-16,-6 1-3 0,2 3 4 0,-9 2 0 0,0 2-4 16,4 0-2-16,6-3-2 15,6 5 3-15,4-4-4 0,3 1-7 16,-1-1 4-16,5 2 1 0,3 3 5 0,4-3 5 15,2 0-15-15,5 5 0 0,3 3 4 16,9 7 6-16,4-1-4 0,7 10 0 0,3-5 1 16,-1 0-3-16,-7-4 4 0,0-4-1 15,-7 4-2-15,2-4 8 0,-4-4 16 0,-7-2 32 16,-2-1 45-16,-3-4 35 0,-2 2 25 16,-2-1 13-16,-2 0 0 0,-6 0 0 15,1 1-11-15,-5-1-10 0,1-3-12 0,-7 2-113 16,4-2-37-16,-8-3 0 0,4 2 0 15,0-2 0-15,2-3 0 0,-4 0 0 0,5-2 0 16,0 0 0-16,-1 0 0 16,1-2 0-16,0 0 0 0,0 2-177 0,-1-3-332 15,-2 3-151-15,-4 0-238 0,6 3 43 16,-4 3 79-16,-3 0-692 0,5 5-916 0</inkml:trace>
  <inkml:trace contextRef="#ctx0" brushRef="#br0" timeOffset="176121.29">30572 3909 4386 0,'4'-20'93'0,"-2"2"28"0,-2 6 43 0,4 4 49 0,-2-1 39 0,-2 2-2 0,0 7-18 0,4-8-17 15,-4 8-29-15,0 0-2 0,0 0 16 16,9 24 17-16,-3 0-4 0,-1 15-9 16,-1 14-10-16,3 10-4 0,-6-2-2 15,3 2-16-15,-4 1-16 0,-2 2-17 0,0-4-117 16,1-2-22-16,-3 0 0 0,-3-8 0 15,4-11 0-15,-3-1 0 0,2-6 0 16,3-5 0-16,-3-7 0 0,2-4 0 0,-2-3 0 16,2-3 0-16,0-4 0 0,2-2 0 15,0-6 0-15,4 5-229 0,-4-5-398 0,0 0-189 16,0 0-85-16,19-19 84 0,-17 10-816 16,1-3-1071-16</inkml:trace>
  <inkml:trace contextRef="#ctx0" brushRef="#br0" timeOffset="176344.92">30363 4482 4946 0,'-15'-9'186'0,"1"4"51"0,8 3 46 16,6 2 20-16,-11-5 0 0,11 5-21 0,0 0-19 16,0 0-3-16,0 0-10 0,6 24-23 15,13-2-20-15,2 3-22 0,4 0-22 16,0 0-67-16,7 4-96 0,-5-7 0 0,-2-1 0 15,-1-4 0-15,-5-2 0 0,-1-5-72 16,-4 0-259-16,-2-1-96 0,1-2-113 0,-2-4-134 16,1 1-169-16,-1-1 55 0,1 1 88 15,0-3-598-15,-12-1-756 0</inkml:trace>
  <inkml:trace contextRef="#ctx0" brushRef="#br0" timeOffset="176579.81">31020 4521 3996 0,'-1'-9'243'0,"-3"3"43"0,4 6 38 16,-12-7 46-16,12 7 24 0,-19 1 16 16,19-1-10-16,-30 12-17 0,3 2-24 0,2 3-19 15,-3 5-32-15,-1-1-31 0,0 2-176 16,2 1-101-16,1 0 0 0,0-2 0 0,5 2 0 16,-3-3 0-16,12-3 0 15,-2-2 0-15,1-3 0 0,1 3 0 0,2-4 0 16,3-2 0-16,2-1 0 0,-2-1-236 15,2 2-483-15,3-5-237 0,-2 1 75 0,2 0 98 16,2-6-787-16,2 12-1012 0</inkml:trace>
  <inkml:trace contextRef="#ctx0" brushRef="#br0" timeOffset="177129.7">30752 5504 4654 0,'0'-10'88'15,"-2"2"55"-15,2 8 47 0,-2-9 53 0,2 9 37 16,-4-7 5-16,4 7-4 0,0 0 0 16,0 0 0-16,0 0-13 0,-7 38-16 15,4-18-20-15,-3 14-16 0,1-1-21 16,-1 4-17-16,5-1-54 0,-1 0-124 16,4-2 0-16,-2-9 0 0,1 0 0 0,1-2 0 15,2 1 0-15,-2-7 0 0,1-2 0 16,3-1 0-16,-1-4 0 0,2-3 0 0,4-2 0 15,3-3 0-15,4-5 0 0,2-1 0 16,10-6 0-16,3-4 0 0,1-3 0 0,6-5 0 16,-2-2 0-16,-7 1 0 0,-2 5 0 15,-5 1 0-15,-5 8 0 0,-3 3 0 16,-5-2 0-16,-4 6 0 0,-7 2 0 0,0 0 0 16,2 16 0-16,-8-5 0 0,1 9 0 15,-9 7 0-15,1 4 0 0,-2 2 0 16,1 1 0-16,3 0 0 0,-2 2 0 0,1-3 0 15,3-4 0-15,3-4 0 0,-2-5 0 16,5-3 0-16,-1-5 0 0,0-4 0 0,1 1 0 16,-1-3 0-16,1 0 0 0,3-6 0 15,0 0 0-15,0 0-637 0,0 0-200 0,0 0-75 16,7-33 83-16,-2 16-863 0,-1-5-1128 16</inkml:trace>
  <inkml:trace contextRef="#ctx0" brushRef="#br0" timeOffset="177528.64">30725 5324 4519 0,'-40'10'-74'0,"-14"7"59"0,-5 10 50 0,-15 9 60 0,0 13 59 0,2 4 42 0,3 4 17 15,10 6 4-15,6 2-5 0,11 1-37 0,15-8-8 16,11 2-17-16,7-2-10 0,11 2-10 16,9-2-11-16,14-3-10 0,11-2-6 15,21 0-15-15,-3-16-13 0,7-6-8 16,23-4-11-16,-10-12-4 0,4-6-4 0,6-4-1 16,1-5-10-16,28-12-6 0,-2-7 1 15,-3-8-2-15,-1-12-9 0,-8-3 1 0,-7-11-3 16,-3-9 0-16,-8-6-3 0,-7-10 2 15,-2-9-5-15,-11-5-8 0,-12-1 14 0,-9 0 8 16,-9 4 3-16,-23 17-5 0,-18 6-8 16,-14 7 7-16,-22-8-9 0,-26 10 4 0,-16 10-5 15,-18 10-12-15,-3 8-16 0,-12 12-73 16,-4 10-60-16,0 12-70 0,-1 14-92 16,10 10-107-16,2 5-135 0,5 6-228 15,12 7 35-15,8 2 74 0,5-3-554 0,10 2-687 16</inkml:trace>
  <inkml:trace contextRef="#ctx0" brushRef="#br0" timeOffset="194808.86">27377 14045 1592 0,'-2'-7'153'0,"2"7"-33"0,-4-8-4 0,2 2 5 0,2 6 17 0,0-8 5 0,0 8-5 15,0 0-4-15,-1-9 6 0,1 9 0 16,-3-6 1-16,3 6 1 0,0 0-3 15,0 0 1-15,0-8-5 0,0 8-7 16,0 0-2-16,0 0-7 0,0 0-15 0,3-6 3 16,-3 6-10-16,0 0-9 0,0 0-8 15,0 0-9-15,0 0-5 0,0 0 7 0,0 0 21 16,0 21 13-16,-3-5 11 0,-1 7 5 16,-3 12 8-16,-3 3 2 0,-2 10 1 15,1 1-2-15,-2 2-8 0,1-3-12 0,-1 1 4 16,3-11-4-16,3-2-4 0,-2-2-3 15,-1-5-4-15,4-5-8 0,0-5 2 0,5-3-14 16,-3-2 2-16,0-5-10 16,2 2 0-16,1-2 3 0,-1-2-7 0,0-2-4 15,0 3-4-15,-3-3-11 0,5-5-4 16,-2 7-4-16,2-7-6 0,0 0-5 0,0 9-12 16,0-9-21-16,0 0-63 0,0 0-61 15,0 0-58-15,0 0-63 0,0 0-85 0,0 0-88 16,0 0-102-16,0 0-145 15,0 0-71-15,0 0 65 0,0-25-503 0,0 19-642 0</inkml:trace>
  <inkml:trace contextRef="#ctx0" brushRef="#br0" timeOffset="195276.64">27411 13939 3165 0,'5'-13'-86'0,"-3"3"28"0,2 3 30 0,0 2 35 0,-4 5 27 0,4-10 23 0,-4 10 7 16,0 0-9-16,2-7-3 0,-2 7 18 0,0 0 34 16,0 0 15-16,-34 42 15 15,5-11 5-15,-1 6 11 0,-7 0 11 0,1 1 15 16,-2-1 17-16,-2 1 6 0,0 0-5 15,0-4-3-15,4 1-10 0,0-6-9 0,11-7-9 16,4-1-11-16,1-5-13 0,7-5-17 16,2 0-1-16,3-3-5 0,2-1-5 0,1 0 1 15,-1-2-5-15,4 2-5 0,2-7-6 16,2 9-10-16,-2-9-9 0,15 10-11 0,1-5-3 16,2 2-6-16,9-4-8 0,12 4-2 15,-1-2-8-15,1 2-5 0,6-4-6 16,-5 4 5-16,-4-2-28 0,0 0-4 0,-8 1 11 15,-5-1-10-15,-3-4-4 16,-5 3 6-16,-3-3 8 0,-1 1-12 0,-2 0-3 16,-9-2 9-16,16 2-7 0,-16-2-4 15,11 0-5-15,-11 0-12 0,7 1-38 0,-7-1-46 16,0 0-61-16,0 0-81 0,4 5-114 16,-4-5-119-16,0 0-162 0,-17 12-129 0,8-8 69 15,-5 3-597-15,-1-1-758 0</inkml:trace>
  <inkml:trace contextRef="#ctx0" brushRef="#br0" timeOffset="211189.75">24542 14053 1531 0,'0'0'284'0,"3"-11"-45"0,-1 9-7 0,-2 2-13 0,0 0-9 0,0-10-9 16,0 10-20-16,0 0-22 0,0-8 5 0,0 8 0 15,0 0 1-15,-2-8-3 0,2 8-4 16,0 0-3-16,0 0-11 0,-3-7-5 16,3 7-5-16,0 0-5 0,0 0-2 15,0 0 3-15,0-8 1 0,0 8 6 0,0 0 0 16,0 0 8-16,0 0 1 0,0 0-8 15,0 0-3-15,5-10 1 0,-5 10 4 0,0 0-12 16,0 0-1-16,6-5-11 0,-6 5-5 16,0 0-12-16,0 0-6 0,0 0-5 0,0 0-14 15,0 0-9-15,0 0-5 16,0 0 4-16,0 0 13 0,5 16 14 0,-7 2 21 0,-1 17 9 16,-1 3 11-16,-8 15 2 15,3 7-2-15,-4 2-37 0,-1 2-95 0,-1 0 0 16,1 0 0-16,3-5 0 0,-3-4 0 15,-1-5 0-15,3-1 0 0,3-13 0 0,0-4 0 16,0-3 0-16,0-7 0 0,4-6 0 16,-1-2 0-16,5-5 0 0,-3 3 0 0,2-4 0 15,-2-2 0-15,1 1 0 0,3-7 0 16,-1 8 0-16,1-8 0 0,0 0 0 0,0 0 0 16,0 0 0-16,0 0 0 15,-8-21 0-15,8 13 0 0,0-4 0 0,0 4 0 0,0-5-28 16,-2 0-641-16,2 1-93 0,-1-5-144 15,-3 2 59-15,0 0-846 0,2-2-1129 16</inkml:trace>
  <inkml:trace contextRef="#ctx0" brushRef="#br0" timeOffset="211674.61">24665 13972 4187 0,'8'-8'-220'0,"-6"2"55"0,1 0 43 0,1 0 41 0,-4 6 50 0,0 0 37 0,5-7 34 0,-5 7 12 0,4-8 17 16,-4 8-6-16,0 0 1 15,0 0 7-15,0 0 7 0,0 0 32 0,0 0 30 16,-16 23 20-16,-6-2 11 0,-8 11 8 15,-4 3 14-15,-2-1 7 0,-4 3-1 0,-4 1 9 16,-5-2 15-16,2-2 8 0,-3 3 8 16,9-6-7-16,-1-2-4 0,4 0-6 0,9-9-10 15,7-1-15-15,-1-2-14 0,9-3-8 16,3-2-1-16,3-4-1 0,5-1-42 16,1 1-131-16,4-1 0 0,3 2 0 15,4 0 0-15,13-1 0 0,10 1 0 0,4-3 0 16,8 0 0-16,13 0 0 0,5-2 0 15,4 1 0-15,-1-1 0 0,-2 0 0 16,-14-1 0-16,-3 0 0 0,-5-3 0 0,-8 4 0 16,-7-4 0-16,-4 2 0 0,-8-2 0 15,2 0 0-15,-3 0 0 0,-1 0 0 0,-12 0 0 16,19 2 0-16,-19-2 0 0,13 0 0 16,-13 0 0-16,10 2 0 0,-10-2 0 0,0 0 0 15,0 0 0-15,2 5 0 16,-2-5-257-16,0 0-571 0,-13 8-128 0,5-4 83 0,8-4-922 15,-17 8-1223-15</inkml:trace>
  <inkml:trace contextRef="#ctx0" brushRef="#br0" timeOffset="-209474.39">27820 13911 4492 0,'0'0'-213'0,"-5"-7"47"0,5 7 43 0,-4-4 44 0,4 4 44 0,0 0 43 0,-6-8 31 16,6 8 17-16,0 0 14 0,-3-5 13 15,3 5 16-15,0 0 12 0,0 0 16 16,0 0 14-16,0 0 15 0,-6-9 5 15,6 9 11-15,0 0 13 0,0 0 12 0,0 0-19 16,0 0 18-16,-8-5 2 0,8 5-10 16,0 0-9-16,0 0-15 0,0 0-14 0,-8-5-12 15,8 5-13-15,0 0-10 0,0 0-12 16,0 0-11-16,0 0-2 0,0 0-1 16,0 0-6-16,0 0-2 0,0 0-8 0,0 0-1 15,0 0-3-15,0 0-3 16,0 0-9-16,0 0-3 0,0 0-7 0,0 0-1 15,0 0-6-15,0 0-23 0,0 0-17 16,0 0 0-16,0 0 0 0,0 0 0 0,0 0 0 16,0 0 0-16,0 0 0 0,0 0 0 15,0 0 0-15,0 0 0 0,0 0 0 0,0 0 0 16,0 0 0-16,0 0 0 0,6 32 0 16,-4-18 0-16,0 3 0 0,-2 2 0 0,3 2 0 15,-3 1 0-15,0 3 0 0,-5 12 0 16,3-8 0-16,-2-4 0 0,2 2 0 0,-1 5 0 15,-3-5 0-15,4-3 0 0,-1-2 0 16,-4 1 0-16,4 0 0 0,-3-1 0 16,0-1 0-16,3 0 0 0,-5 2 0 0,2-1 0 15,0-1 0-15,1-1 0 0,-3 0 0 16,5-2 0-16,-1-3 0 0,-2 1 0 16,4-5 0-16,-2 1 0 0,0-2 0 15,3 0 0-15,-1-4 0 0,0 1 0 0,2-7 0 16,-2 13 0-16,-2-8 0 0,4-5 0 15,-2 7 0-15,2-7 0 0,0 0 0 0,0 12 0 16,0-12 0-16,0 0 0 0,0 5 0 16,0-5 0-16,0 0 0 0,0 0 0 0,0 0 0 15,0 0 0-15,0 0 0 0,0 0-281 16,0 0-298-16,0 0-127 0,0 0-193 0,-6-20 66 16,6 20 92-16,-4-9-671 15,2 2-864-15</inkml:trace>
  <inkml:trace contextRef="#ctx0" brushRef="#br0" timeOffset="-208907.7">27865 13873 3700 0,'0'0'-121'0,"0"-10"36"0,0 10 31 0,-2-7 34 0,2 7 25 0,0 0 25 0,-9-4 18 0,9 4 17 16,0 0 1-16,-36 16 11 0,22-6 17 16,-4 2 17-16,-6 4 11 0,1 1 2 0,0 1 1 15,3-5-2-15,6-1 1 16,0-3-7-16,3-1-6 0,1-2-12 0,0 2-4 16,5-4-2-16,-3 3-1 0,8-7 5 15,-9 6-3-15,9-6-11 0,0 0-5 16,0 0-11-16,0 0-8 0,0 0-5 0,0 0-7 15,20-27-3-15,-8 17-6 0,3-1-4 16,1 0-5-16,-3 2-1 0,1 2-5 0,-3-1-1 16,-2 3-2-16,1 0-2 0,-1 3 0 15,-9 2-1-15,22 0-3 0,-9 6-2 0,2 0 4 16,-2 2 4-16,7 1 0 16,5 7-1-16,0-1 1 0,2 3-4 0,0-3-4 0,-2 1 2 15,-6-4-5-15,-2-5-1 16,-3 3-4-16,-3-3-9 0,-2-2-39 0,1 0-49 15,-4 0-73-15,-1 0-88 0,1-1-110 16,-6-4-133-16,4 5-192 0,-4-5 30 16,0 0 68-16,-4 8-373 0,4-8-441 0</inkml:trace>
  <inkml:trace contextRef="#ctx0" brushRef="#br0" timeOffset="-207523.41">27237 12884 2450 0,'-2'-8'-50'0,"2"8"26"16,-1-10 29-16,1 10 29 0,0-7 33 0,0 7 20 0,0-8 19 0,0 8 11 15,0-10 20-15,0 10 7 0,0-8-3 16,0 8-1-16,0-8 1 0,0 8-5 0,0 0-3 16,0-9 2-16,0 9-2 0,-2-6-5 15,2 6-6-15,0 0-6 0,0 0-12 0,0-9-6 16,0 9-8-16,0 0-9 0,0 0-3 16,0 0-6-16,0-7-1 0,0 7 1 15,0 0 2-15,0 0-1 0,0 0 4 16,0 0 6-16,0 0 3 0,0 0 1 0,0-5 5 15,0 5 0-15,0 0-2 0,0 0-4 16,0 0-13-16,0 0 4 0,0 0-8 16,0 0-4-16,0 0-5 0,0 0-10 0,0 0 4 15,0 0-13-15,0 0-6 0,0 0 9 16,0 0-20-16,0 0 2 0,0 0 1 0,0 0-1 16,0 0 22-16,-8 33-9 0,7-10 17 15,-5 8 33-15,-1 8-3 0,0 0 6 0,0 12-6 16,-2 2 0-16,-2-3 9 0,4 1-3 15,-4-2 6-15,2-10-6 0,0 1 5 0,6-6-2 16,-5-1 3-16,5-8-1 16,-4-4-3-16,3-5-6 0,1 1-6 0,1-5-76 15,0 0-6-15,-2-4 0 0,2 1 0 16,2-1 0-16,-1-1 0 0,1 0 0 0,-2-2 0 16,2-5 0-16,-2 10 0 0,2-10 0 15,-2 7 0-15,2-7 0 0,-3 7 0 0,3-7 0 16,0 0 0-16,-2 9 0 0,2-9 0 15,0 0 0-15,0 0 0 0,0 0 0 0,0 0 0 16,0 0-349-16,0 0-116 0,0 0-98 16,0-26-87-16,0 18-170 0,0-4 34 15,2-2 78-15,1-3-601 0,-1 1-768 0</inkml:trace>
  <inkml:trace contextRef="#ctx0" brushRef="#br0" timeOffset="-206723.47">27273 12789 3264 0,'0'-8'-220'0,"0"8"40"0,5-6 42 0,-5 6 31 0,2-8 31 0,-2 8 31 0,0 0 27 0,3-7 22 16,-3 7 12-16,0 0 12 0,2-6 5 15,-2 6 3-15,0 0-4 0,0 0-4 0,0 0 24 16,0 0 26-16,0 0 20 16,0 0 6-16,-21 27 2 0,6-12 7 0,-8 7 13 15,-2-1 8-15,-2 2-2 0,-5 6 4 16,0-2 3-16,5-3-5 0,-7 2-2 15,5-4-4-15,2-3-11 0,1 0 10 0,2-1-6 16,0-2-5-16,3-3-8 0,6 1-5 16,-2-5-7-16,4 1-3 0,1 0-6 0,-1-2-6 15,1-1-5-15,1 1-11 16,2-2 2-16,-2 4-4 0,2-5-7 0,2-1-8 0,1 2 0 16,0-2-3-16,6-4 0 15,-9 8 4-15,1-4-3 0,8-4 9 0,-5 5 6 16,5-5 6-16,0 0 1 0,-4 6-5 15,4-6-6-15,0 0-8 0,0 0-7 0,0 0-4 16,24 2 4-16,-10-2-11 0,1 0-2 16,8 0-3-16,0 0 0 0,7 0-7 0,10 0 4 15,0 4-4-15,0-1-7 0,-7-2 1 16,-5 3-1-16,-3 0 3 0,-1-3-3 16,-1 3-3-16,-3-3-3 0,-4 3 1 0,-2-2-2 15,-3-1 2-15,-11-1 0 0,20 2 4 16,-11 0-6-16,-9-2 1 0,14 0 2 0,-14 0-1 15,13 3 7-15,-13-3-6 16,0 0 0-16,13 2 0 0,-13-2 1 0,0 0-2 16,0 0-3-16,0 0-4 0,0 0-2 15,17 0-25-15,-17 0-58 0,0 0-55 0,0 0-79 16,0 0-114-16,-5 7-133 0,5-7-186 16,0 0-81-16,-16 10 62 0,11-5-524 0,1 2-659 15</inkml:trace>
  <inkml:trace contextRef="#ctx0" brushRef="#br0" timeOffset="-199345.17">17829 16372 3528 0,'0'-9'34'0,"0"9"32"0,-2-12 45 0,2 12 51 0,2-10 40 0,-2 10 22 0,0-7 9 0,0 7 5 16,0 0-1-16,0-10 4 0,0 10-17 15,0 0 17-15,0 0 12 0,-22 17 4 0,0 3 5 16,-3 7 0-16,-3 4 0 16,-5 2-5-16,1 1 0 0,2 3-5 0,-1-4-11 15,8-6-94-15,0 2-147 0,1-4 0 16,1 3 0-16,-1-6 0 0,6 2 0 0,0-7 0 15,5-3 0-15,2-3 0 0,0 1 0 16,4-4 0-16,-3-2 0 0,3 1 0 0,1-2 0 16,4-5 0-16,-10 9 0 0,6-5 0 15,4-4 0-15,-5 4 0 0,5-4 0 0,0 0 0 16,0 0 0-16,0 0 0 0,0 0 0 16,0 0 0-16,-4-14-329 0,4 14-491 15,7-15-132-15,-3 5 70 0,4 3-889 16,-2-2-1202-16</inkml:trace>
  <inkml:trace contextRef="#ctx0" brushRef="#br0" timeOffset="-199045.03">17896 16305 5227 0,'2'-7'36'15,"2"2"16"-15,-4 5 36 0,0 0 44 16,0 0 81-16,0 0 48 0,0 0 26 0,13 19-4 15,-6 5-16-15,0-2-15 0,-2 14-17 16,3 0-11-16,-1-1-18 0,1 4-6 16,-2-6-15-16,-1 4-142 0,3-3-43 15,-5-6 0-15,1-5 0 0,1 0 0 16,-3-4 0-16,-1-2 0 0,1 1 0 0,0-6 0 16,2 1 0-16,-4-3 0 0,2-2 0 15,-2 1 0-15,0-3 0 0,0-6 0 0,2 8 0 16,-2-8 0-16,0 0 0 0,0 0 0 15,0 0-667-15,0 0-151 0,0 0-123 0,0 0 90 16,-10-21-820-16,10 21-1108 0</inkml:trace>
  <inkml:trace contextRef="#ctx0" brushRef="#br0" timeOffset="-198825.14">17759 16605 5044 0,'-20'-10'170'0,"5"2"68"0,3 4 72 0,1-1 68 15,4 1 36-15,7 4 9 0,-11-8-12 16,11 8-13-16,-8-2-25 0,8 2-341 16,0 0-32-16,0 0 0 0,0 0 0 0,0 0 0 15,51 2 0-15,-29 2 0 0,2-2 0 16,0 0 0-16,1 2 0 0,-1-1 0 0,-6-1 0 16,1-2 0-16,-3 3 0 15,-3-2 0-15,0 1 0 0,-3-2 0 0,-1 0-359 16,-9 0-487-16,23-3-107 0,-15 0 78 0,-8 3-879 15,17-5-1186-15</inkml:trace>
  <inkml:trace contextRef="#ctx0" brushRef="#br0" timeOffset="-194012.03">24284 11765 1184 0,'0'0'198'0,"0"0"-57"0,0 0-18 0,0 0-5 0,0 0-1 0,-11 0-3 0,11 0-4 16,0 0-11-16,0 0 9 0,0 0 0 0,0 0 6 15,0 0 5-15,0 0 5 0,0 0 8 16,0 0-1-16,0 0-2 0,0 0-4 0,0 0-7 16,0 0-3-16,0 0 0 0,0 0-4 15,0 0-4-15,0 0-5 0,0 0-2 0,0 0 0 16,0 0-2-16,0 0-4 15,0 0-6-15,0 0 2 0,0 0-5 0,0 0 1 16,0 0-3-16,0 0-2 0,0 0 0 16,0 0-3-16,0 0-4 0,0 0-8 0,0 0-4 15,0 0-7-15,0 0-5 0,0 0-6 16,0 0-6-16,0 0-3 0,0 0-3 0,0 0-3 16,13-18-1-16,-13 18-3 0,1-4-1 15,-1 4-2-15,0 0-1 0,6-4-1 0,-6 4-2 16,0 0 1-16,0 0-5 0,4-4-3 15,-4 4 1-15,0 0-3 0,0 0 2 0,0 0-2 16,0 0 4-16,8-5 4 0,-8 5 0 16,0 0 1-16,0 0-2 0,4-4 1 15,-4 4-6-15,0 0 2 0,7-4 0 16,-7 4 1-16,6-4-6 0,-6 4 4 16,7-6-4-16,-7 6 0 0,7-2 2 0,-7 2-2 15,0 0-1-15,7-5 1 0,-7 5 1 16,0 0-2-16,0 0 2 0,7-2-1 0,-7 2 4 15,0 0 4-15,0 0 5 0,9-4-1 16,-9 4-2-16,0 0 3 0,11-3-6 0,-11 3 3 16,5-3-4-16,-5 3 5 0,8-3-1 15,-8 3 2-15,7-3 1 0,-7 3-4 0,10-4 2 16,-10 4-1-16,9-3 3 0,-9 3-1 16,8-4-2-16,-8 4 2 0,12-3-6 15,-12 3 2-15,9-3 4 0,-3 1-7 16,-6 2 2-16,12-4 1 0,-12 4-2 0,13-2-1 15,-8 0 7-15,-5 2-1 0,16-4-2 16,-11 4-2-16,-5 0 4 0,11-2-2 0,-11 2-4 16,14-2-2-16,-14 2 0 0,9-1-1 15,-9 1 1-15,12-1 0 0,-12 1-6 0,0 0 5 16,13-3-1-16,-13 3-2 0,0 0 2 16,13-1-4-16,-13 1 2 0,0 0-3 0,12 1 3 15,-12-1-4-15,0 0-5 0,13 3 10 16,-13-3-6-16,12 1 3 0,-12-1-3 15,0 0 2-15,11 1-3 0,-11-1 2 0,10 4 5 16,-10-4-4-16,0 0-2 16,10 2 0-16,-10-2 0 0,5 2-3 0,-5-2 1 15,8 4 1-15,-8-4-2 0,0 0 3 16,9 3-3-16,-9-3 1 0,8 5 4 0,-8-5-8 16,10 4 5-16,-7 0-1 0,3-1 1 15,-6-3-3-15,9 6 5 0,-9-6-1 0,7 4 1 16,-7-4 1-16,5 4-4 0,-5-4 4 15,4 4 5-15,-4-4 6 0,0 0 0 0,3 7-2 16,-3-7 2-16,0 0-3 16,2 8 3-16,-2-8-5 0,0 6 2 0,0-6 2 15,0 12-2-15,0-12-10 0,0 8 7 16,0-8-3-16,-2 6 8 0,2-6-9 0,0 9 11 16,0-9 4-16,-3 8 3 0,3-8 13 15,-4 13 0-15,0-8 7 0,4-5 1 0,-10 11-1 16,6-3 2-16,-1 0-6 0,-2-1-1 15,1-1-1-15,-2 4-7 0,0-3-2 0,3 3 0 16,-3-2-2-16,0-1-5 0,1 0 5 16,-1 1 13-16,1-1-4 0,-3 0 1 0,0 0 4 15,1-2 3-15,-5 5 1 0,1-3 2 16,0 5-2-16,-2-6 1 0,-3 4-5 16,2-1 2-16,-4-3 0 0,5 1-11 15,-2 0 1-15,2-2-3 0,-1 3 1 0,3-4-5 16,1 2-23-16,1-4-2 0,2 3 0 15,1-3 0-15,8-2 0 0,-13 7 0 16,13-7 0-16,-9 3 0 0,9-3 0 0,-9 4 0 16,9-4 0-16,0 0 0 0,-9 4 0 15,9-4 0-15,0 0 0 0,0 0 0 0,-5 7 0 16,5-7 0-16,0 0 0 0,0 0 0 16,0 0 0-16,0 0 0 0,0 0 0 0,21 9 0 15,-14-7 0-15,2 1 0 0,2 1 0 16,0 2 0-16,0-1 0 0,3 2 0 0,-3 0 0 15,2 3 0-15,0-2 0 16,-1 3 0-16,-2-1 0 0,1 0 0 0,-2 1 0 16,-2-1 0-16,4 0 0 0,-4 2 0 15,-1 0 0-15,2 0 0 0,-3-2 0 0,-1 0 0 16,2 1 0-16,-5-1 0 0,5 0 0 16,-4 1 0-16,2-3 0 0,-3 2 0 0,2-1 0 15,-3-1 0-15,0 0 0 0,0-1 0 16,0 2 0-16,-3-4 0 0,3 3 0 0,-1-1 0 15,-5 2 0-15,0-4 0 0,1 3 0 16,-2 1 0-16,-4-2 0 0,0-2 0 0,2 0 0 16,-5-2 0-16,-1 2 0 15,3-3 0-15,-2 0 0 0,-2-2 0 0,-3-2 0 16,0-1 0-16,0-1 0 0,0-1 0 16,2 2 0-16,2-4 0 0,-5 0 0 0,6 0 0 15,0-1 0-15,-1 1 0 0,1-2 0 16,3 2 0-16,-1 1 0 0,5-1 0 0,-3 0 0 15,5 2 0-15,-1-1 0 0,-2 2 0 16,2 0 0-16,6 4 0 0,-7-9 0 0,7 9 0 16,-4-4 0-16,4 4-229 0,0 0-496 15,0 0-220-15,0 0 68 0,0 0 100 0,0 0-800 16,29 7-1020-16</inkml:trace>
  <inkml:trace contextRef="#ctx0" brushRef="#br0" timeOffset="-193063.22">25828 11804 4099 0,'0'-12'-150'0,"1"0"51"0,-1 5 59 0,0-2 49 0,0 0 46 0,0 2 41 0,-1 1 25 15,1 6 7-15,0-12 3 0,0 7 0 16,0 5-8-16,1-11 0 0,-1 7-4 0,0 4-5 16,0-9-4-16,0 9-13 0,2-5-4 15,-2 5-13-15,0 0-7 0,0 0-3 16,0 0 8-16,0 0 18 0,0 0 7 0,-2 30 4 16,-1-8 10-16,-6 13 12 0,2 5-6 15,-4 13-3-15,-3 0-12 0,1-1-5 0,-3 1-7 16,3-2-12-16,1-3 18 0,-2-4 4 15,1-7 3-15,-1-4 7 0,5-4 0 0,-4 0-6 16,2-9-6-16,6-1-3 0,-1-8-12 16,1 3-6-16,1-3-10 0,0-3-4 0,2 1-9 15,-2-2-3-15,0 0-7 0,2-2-4 16,2-5-5-16,-3 8-29 0,3-8-12 16,-2 7 0-16,2-7 0 0,0 0 0 15,-6 3-106-15,6-3-101 0,0 0-71 0,0 0-98 16,0 0-102-16,-21-8-103 0,17 3-128 15,-3-2-69-15,1 0 61 0,2 0-630 0,-2-3-803 16</inkml:trace>
  <inkml:trace contextRef="#ctx0" brushRef="#br0" timeOffset="-192580.06">25924 11606 3506 0,'6'-6'-113'0,"0"0"31"0,-5 1 22 0,-1 5 25 0,7-5 29 0,-7 5 24 15,0 0 24-15,0 0 28 0,0 0 2 0,-29 10 11 16,10 0 11-16,-12 1 19 0,1 3 7 16,-4 3 6-16,0-1 8 0,-2 1-1 0,0-3-1 15,2 1-5-15,2-1 2 0,10-2-5 16,0-6-6-16,7 1-9 0,2 0-4 0,2-2-2 15,1-1 4-15,0-2 3 16,5 2-1-16,5-4-4 0,0 0-10 0,0 0-8 16,0 0-13-16,0 0-8 0,0 0-4 15,34-21-6-15,-5 8-8 0,3 0-7 16,0 1-7-16,2 1-2 0,1 2-5 0,-9 4 1 16,-4 1-6-16,-4 3-3 0,3 2 1 15,-3 3 0-15,0 4-2 0,4 4-1 0,3 5 8 16,-2 6 12-16,-3 3 6 0,-1 1 3 15,3 1 19-15,-2 3-3 0,-1-2 3 0,-4 0-2 16,3-1 3-16,-4-5-13 0,-3-4-5 16,-2-3-9-16,-2-6 3 0,2 1-7 0,-6 1 2 15,3-4-11-15,-1-3-3 16,-3 2-3-16,4-2-5 0,-3 2-9 0,-1-4-52 16,3 3-75-16,-5-6-89 0,4 5-135 15,-4-5-149-15,0 8-176 0,0-8-94 0,-11 5 64 16,2-1-601-16,-2-3-759 0</inkml:trace>
  <inkml:trace contextRef="#ctx0" brushRef="#br0" timeOffset="-188626.47">24095 10526 3231 0,'-5'3'-217'0,"5"-3"26"0,-14 4 40 0,14-4 16 0,-9 3 37 0,9-3 26 0,-8 3 17 0,8-3 20 0,-6 3 22 0,6-3 19 15,0 0 23-15,-8 3 19 0,8-3 18 0,0 0 8 16,0 0 10-16,-5 4 5 15,5-4 6-15,0 0 13 0,0 0 4 0,0 0-7 16,0 0-8-16,0 0-4 0,0 0-2 16,0 0-8-16,0 0 3 0,0 0-4 0,11-16-6 15,-6 12-7-15,-5 4 2 0,11-10-14 16,-6 7 8-16,3-3-7 0,-3 1-1 0,3 0-12 16,2 2-1-16,-1-2-6 0,-1 2 3 15,3-3 1-15,0 3-4 0,1-1 7 0,-1-1-1 16,3 2 5-16,-3-1 0 0,1 1-1 15,0 1-4-15,-3-1-1 0,0 1-3 16,-1 0-4-16,-8 2-4 0,17-1-1 16,-8 1-3-16,-9 0-3 0,20 0-2 0,-11 1-2 15,5-1-4-15,-3 2 1 0,1 0 0 16,-1 1 7-16,2-1 6 0,-1 1 0 16,-1 0-1-16,0-1 1 0,-3 0-1 0,2 0-2 15,-1 0-4-15,-1 1 2 0,-1-1-1 16,-7-2-3-16,13 3 0 0,-7 1-2 0,-6-4-4 15,12 5 0-15,-6-4-1 0,-6-1 9 16,9 7 3-16,-6-2 1 0,2 0 1 0,-1 1-3 16,-1 0-2-16,3-1-3 15,-2 3-1-15,-2 0-3 0,1 0 1 0,-1-3 10 16,1 4 1-16,-1 0 1 0,-2-1 9 16,0 1 4-16,0-1-2 0,-5 2 3 0,1 2 0 15,3-3 2-15,-5 1-2 0,0 2-6 16,1-1-5-16,-3 0 2 0,-2 1 2 0,3 0 2 15,-2 0 0-15,-1-1 4 0,0 0 4 16,-4-1 0-16,3 2 0 0,-2 1-1 0,-2-4-2 16,2 0 3-16,-5 2-1 0,5-3-1 15,-1-2 3-15,0 2-11 0,-2-2 5 0,1 1-7 16,5-2-2-16,-1 1-3 0,0-1-3 16,1-1 3-16,0-2-10 0,5 2 2 15,-2-2 9-15,-2 1-1 0,9-3 4 16,-7 3 7-16,7-3-7 0,-8 3-5 0,8-3 11 0,-5 4 4 15,5-4 9-15,0 0-8 16,0 0 0-16,0 0-3 0,0 0-2 0,0 0-4 16,0 0-1-16,17 6-5 0,-7-4-5 15,1-2-1-15,2 2-2 0,1 2-3 0,-2-2-2 16,8 3-6-16,-4 1 3 0,6 4-6 16,-5-5 1-16,0 5 0 0,1 0-1 0,-6-1-6 15,0 1 2-15,1-1-2 0,-5 1 6 16,2 0-5-16,-5 1 6 0,1-1-9 0,-2 0 6 15,-2 2 1-15,-4-2-9 16,0 2 8-16,-2 1 9 0,0-2 1 0,-5 1-3 16,3 1 9-16,-5-4 0 0,-2 4 11 15,-1-1 5-15,-3-3 0 0,3 0 6 0,-2-2 3 16,-4 1 3-16,3-3 4 0,-2-2-2 16,0-2-20-16,0-1-32 0,-2 0 0 0,6-1 0 15,-2-2 0-15,3 0 0 0,-3-1 0 16,4-2 0-16,0 2 0 0,1-2 0 0,2 0 0 15,1 2 0-15,2-1 0 0,-2-3 0 16,4 5 0-16,-1-2 0 0,3 1 0 0,3 4-162 16,-11-8-115-16,8 4-92 15,3 4-101-15,-8-2-100 0,8 2-123 0,0 0-110 16,0 0 61-16,-13 0-654 0,13 0-849 16</inkml:trace>
  <inkml:trace contextRef="#ctx0" brushRef="#br0" timeOffset="-187596.85">25012 10644 3625 0,'-2'-8'-152'0,"2"8"50"0,0-6 45 0,0 6 39 0,0 0 39 16,2-9 28-16,-2 9 13 0,0 0 6 0,0 0 2 15,2-6 12-15,-2 6 23 16,0 0 16-16,0 0 12 0,11 15 9 0,-7-5 6 16,7 8 8-16,2 6-1 0,3 4 3 15,1 1-6-15,-2 3-8 0,8 13-6 0,-4-2-4 16,0 1-14-16,1 3-4 0,-4-4-8 16,0-7 0-16,-1-4-9 0,1 0-3 0,-4 0 3 15,-2-10 4-15,0-1-9 0,-5-4 7 16,3-4 4-16,-3 0-1 0,1-2-5 0,-1-4 1 15,-2 0-5-15,1 0-3 0,-2-2-11 16,1 0-3-16,-1 0-10 0,2-1-3 0,-4-4-12 16,7 5-8-16,-7-5-9 15,0 0-40-15,0 0-68 0,0 0-73 0,0 0-77 16,0 0-101-16,0 0-99 0,0 0-98 16,0 0-130-16,0 0-96 0,-13-27 63 0,2 18-546 15,-1-1-690-15</inkml:trace>
  <inkml:trace contextRef="#ctx0" brushRef="#br0" timeOffset="-187078.98">25179 10498 3208 0,'3'-5'-131'0,"-3"5"35"0,2-6 20 0,-2 6 21 0,0 0 35 0,0 0 32 0,0 0 22 0,-33 18 19 16,16-7 15-16,-10 4 20 0,-4 3 23 15,1-2 9-15,-2 1 8 0,-3-2 14 0,1 2 4 16,4-5 0-16,-4 1 0 0,5-2 4 15,4-3-1-15,4-1-1 0,6-3-5 16,-1 1-3-16,5-2-4 0,1 1 2 16,3-3-8-16,7-1-11 0,-13 0-9 0,13 0-14 15,0 0-2-15,-6-8-14 0,6 8-7 16,8-14-8-16,-1 6-8 0,2-4-6 0,3 4-8 16,-3-1-8-16,5 1-3 0,1 2-5 15,1 2-2-15,-3 2 2 0,4 4-8 0,5 3 4 16,11 4 2-16,4 4 1 0,4 8 7 15,7 0 9-15,1 1 8 0,3 3 5 0,-3-2 1 16,1-3-7-16,-6-1-5 0,-8-4-3 16,-3-3-1-16,-5 0-6 0,-6-5-5 0,-2 0 5 15,-5-1-10-15,-3-3 0 0,-3 1-6 16,-1-2-14-16,0-2-55 0,-1 2-72 16,-7-2-91-16,0 0-103 0,7 6-93 15,-7-6-100-15,0 0-166 0,0 0-17 0,-16 9 69 16,4-5-445-16,-1 4-542 15</inkml:trace>
  <inkml:trace contextRef="#ctx0" brushRef="#br0" timeOffset="-182863.13">16806 16111 3040 0,'0'-14'46'0,"0"4"42"0,0 1 48 0,0 9 43 0,0-12 45 0,0 12 25 0,0-8 17 0,0 8 3 16,0 0-7-16,2-9-17 0,-2 9-23 15,0 0-3-15,0 0 29 0,0 0 14 0,-7 24 1 16,2-2-6-16,-2 7-8 16,-6 8-7-16,2-2-3 0,0 4-5 0,-3 5-3 15,3-8-16-15,0 0-14 0,-1-5-96 16,1 1-105-16,2-4 0 0,1-5 0 0,2-7 0 15,1-1 0-15,-3 0 0 0,6-6 0 16,1 0 0-16,-6 2 0 0,5-6 0 0,0 2 0 16,2-7 0-16,-1 8 0 0,1-8 0 15,-6 6 0-15,6-6 0 0,0 0-318 16,0 0-268-16,0 0-122 0,0 0-189 0,-15-17 61 16,15 11 89-16,0 6-647 0,2-14-847 15</inkml:trace>
  <inkml:trace contextRef="#ctx0" brushRef="#br0" timeOffset="-182347.87">16842 15979 4073 0,'0'-13'63'0,"0"-1"0"0,0 3 38 15,6 1 37-15,-1-1 9 0,4 2-10 16,5-4-10-16,8 5-12 0,-4-1-15 0,14 0-8 15,-5 4-11-15,0 4-9 0,-4 1-5 16,0 3-6-16,1 2-10 0,1 2-3 16,-4 3-3-16,4 7-1 0,-8 0 8 15,-5-1 31-15,-3 3 25 0,-3-2 49 16,-4 1 45-16,-4 2 16 0,-6 2 11 0,-3 9 10 16,-4-4 1-16,-7 2-3 0,-6 4-13 15,4-8-15-15,-9 6-16 0,8-4-20 0,0-3-171 16,4-2-2-16,6-5 0 0,2-5 0 15,3 0 0-15,5-2 0 0,-1 0 0 0,4 1 0 16,-2-3 0-16,6 1 0 0,2 1 0 16,2 0 0-16,-3 2 0 0,5 0 0 0,-1 2 0 15,2-2 0-15,2 4 0 0,0 0 0 16,-5-3 0-16,3 1 0 0,-1-1 0 16,-3-1 0-16,-1-1 0 0,1-2 0 15,-5 2 0-15,0-2 0 0,0 1 0 0,-5-2 0 16,1 0 0-16,-7 2 0 0,-2-3 0 15,-8 1 0-15,5-4 0 0,-6 2 0 16,-1-4 0-16,6 2 0 0,-2-4 0 0,0 0 0 16,4 0 0-16,-3-6 0 0,4 3 0 15,2-2 0-15,-3-1 0 0,-1 2 0 0,7-1 0 16,-1-1 0-16,2 3 0 0,3 0-415 16,5 3-460-16,-11-4-72 0,11 4 80 0,0 0-863 15,0 0-1163-15</inkml:trace>
  <inkml:trace contextRef="#ctx0" brushRef="#br0" timeOffset="-176116.99">20966 9290 613 0,'-3'5'119'0,"3"-5"-39"0,0 0-13 0,0 0 16 0,0 0 8 0,0 0-18 16,0 0 3-16,0 0-5 0,0 0 2 15,0 0-6-15,0 0 10 0,0 0 0 0,0 0 1 16,0 0-5-16,0 0 5 16,0 0-4-16,0 0 0 0,0 0 1 0,0 0-4 15,0 0-2-15,0 0-7 0,0 0 1 16,0 0-1-16,0 0-2 0,0 0-6 0,0 0-2 16,12-16-3-16,-12 16 4 0,4-5 0 15,-4 5 7-15,6-3 0 0,-6 3-5 0,5-7 4 16,0 4 5-16,-5 3-3 0,5-9-8 15,1 6 0-15,-6 3 10 0,7-7-4 16,-3 3-4-16,3-1 7 0,-7 5-4 0,7-6-1 16,-3 2-4-16,-4 4 5 0,5-8 9 15,-5 8-14-15,6-2 3 0,-6 2-9 16,3-6 6-16,-3 6-7 0,0 0-8 16,7-4-4-16,-7 4-5 0,0 0 2 0,5-5-1 15,-5 5 11-15,0 0 3 0,0 0 7 16,0 0 4-16,6-6-4 0,-6 6-6 0,4-3-1 15,-4 3-4-15,0 0-4 0,5-5-4 16,-5 5-4-16,7-6 0 0,-7 6-1 0,3-6 0 16,-3 6 3-16,8-5 1 0,-5 1-1 15,-3 4 0-15,8-6-3 0,-8 6-5 16,7-4-4-16,2 0-1 0,-9 4-2 16,11-5-1-16,-4 4 1 0,-1-3-2 0,2 1-3 15,-8 3 4-15,15-5-6 0,-7 2 1 16,-1 1-1-16,1 0-1 0,-8 2-2 0,14-6 5 15,-14 6-5-15,9 0-4 0,-9 0 5 16,9-2-1-16,-9 2-3 0,0 0 2 0,0 0-2 16,19 2-2-16,-19-2 4 0,10 4-2 15,-10-4 3-15,11 6 0 0,-5-6-4 0,0 4 5 16,1 0-6-16,1-1 3 0,-2 1-2 16,0-2 1-16,-6-2 3 0,12 8-5 0,-8-4-1 15,2-4 3-15,-6 0-2 0,10 8 0 16,-6-4 1-16,-4-4 0 0,5 5 1 0,-5-5-1 15,6 6 4-15,-4-2 2 0,-2-4 14 16,3 8-3-16,-3-8 2 0,5 7-5 16,-3-3 1-16,-2-4-2 0,2 10-1 15,-2-10-3-15,1 10 3 0,-1-6-5 0,0-4 2 16,2 8-3-16,-2-8 1 0,2 9 1 16,-2-3-1-16,0-6 1 0,0 9 25 0,0-9-2 15,-2 10 7-15,2-5 8 0,0-5-3 16,-3 11-4-16,1-4-5 0,-2-1 1 15,-1 0-1-15,4 0-2 0,-3 1 0 0,0 0-3 16,0 0-4-16,3 1-1 0,-3-3-1 16,-2 1-2-16,5 0-3 0,-4 2-1 15,-1-2-2-15,4-1 0 0,-1 2 4 16,-3 0-1-16,3 1 4 0,-1-2 4 0,-3-1-1 16,4 1-1-16,-3 4-1 0,2-3 2 15,-3 0 4-15,2-2-3 0,-4 3 3 0,4-2-5 0,-3 4-3 16,3-3-2-16,-2-1 3 15,2 0-8-15,-3 0 1 0,3 3 2 0,-1-2-4 16,0 0 1-16,0-1-2 0,1 1-3 16,-1 0 0-16,1 0-2 0,-4 1-2 0,6-1-1 15,-5-2 3-15,5 2-2 0,-7 2 1 16,4-2 8-16,-2 0 10 0,-1 1 0 16,4-1 2-16,-6 0 4 0,2 0-3 15,2-1-3-15,-2 2-3 0,-2-2-2 0,2-1 4 16,0 2-5-16,-1 0 2 0,2-2-4 15,-3 2 4-15,3-2-6 0,1 0 1 0,-1-2-2 16,3 3-2-16,-4-3-3 0,6 0 5 16,3-3-3-16,-11 8 1 0,11-8 2 0,-8 6-5 15,8-6 0-15,-6 3 0 0,6-3 7 16,-6 2 8-16,6-2 5 0,0 0-9 0,-5 6 9 16,5-6 10-16,0 0-4 0,0 0 16 15,-2 4-12-15,2-4-7 0,0 0 2 16,0 0-2-16,28 6-1 0,-13-4-3 15,6 0-8-15,15 2 1 0,5 0 5 0,4 1-10 16,-2-1-2-16,0 0 0 0,-1 0-1 16,-3 2 6-16,-9-4-8 0,-6 1-3 0,1-1 5 15,-4-1 2-15,-1 1 1 0,-5-2-9 16,-2 2 1-16,0-1 1 0,-2-1 14 0,-11 0-5 16,18 2 0-16,-11 0-10 0,-7-2 17 15,14 0-10-15,-14 0 0 0,11 0-5 0,-11 0 4 16,0 0-1-16,13 2-6 0,-13-2 1 15,0 0-1-15,10 0 0 0,-10 0 0 0,0 0-4 16,0 0-7-16,0 0-5 0,0 0-43 16,0 0-48-16,0 0-53 0,0 0-72 15,0 0-96-15,0 0-106 0,0 0-111 0,0 0-172 16,0 0-57-16,0 0 74 0,0 0-563 16,0 0-717-16</inkml:trace>
  <inkml:trace contextRef="#ctx0" brushRef="#br0" timeOffset="-171515.16">16745 9186 3048 0,'2'10'-244'0,"-2"-10"40"0,0 0 29 0,0 0 47 0,4 7 32 0,-4-7 40 0,0 0 34 0,0 0 20 0,0 4 22 16,0-4 26-16,0 0 20 0,0 0 17 15,0 0 15-15,2 6 16 0,-2-6 12 16,0 0 21-16,0 0 1 0,0 0 6 0,0 0 4 16,0 0 5-16,0 0 1 0,0 0-4 15,0 0-5-15,0 0-13 0,0 0-14 0,0 0-10 16,0 0-12-16,0 0-10 0,0 0-9 15,12-15-8-15,-8 9-4 0,1 3-6 0,0-2-4 16,1-3-5-16,-1 4-2 16,5-3-5-16,0-1-4 0,-1 4-6 0,7-4-4 15,-1 0 0-15,2-1-8 0,2 3-2 16,2-2 0-16,-2 0-7 0,-2 1 0 0,0 2-4 16,-4 2 0-16,1 1-1 0,-1-2-1 15,-2 4-3-15,-1-3-2 0,1 2 0 0,-1-1-3 16,-10 2 0-16,15 2-2 0,-15-2 3 15,17 1-3-15,-9 2-2 0,-2-1 2 0,1 0-1 16,-1 3-1-16,0 0 1 0,2-3-2 16,-5 3 3-16,3 0-4 0,-1 0 1 15,1 3 0-15,-1-1-1 0,-2-1 2 16,1 1 1-16,0-2 2 0,-1 3-1 0,-1 2 25 16,2-3-1-16,-2 1-2 0,0-1 1 15,-1 2-4-15,-1-1 26 0,0-1-4 16,3 1-5-16,-3-1-4 0,0 0-2 0,0 0-5 15,0 0-1-15,0-7-3 0,0 12-1 16,0-5-1-16,0 1-5 0,0-1 1 0,-3 2-4 16,3-3 1-16,0 3 17 0,-1-1 7 15,-1 3 4-15,-4-2 8 0,3 0 0 0,-1 3 3 16,-2-3-1-16,3 1-2 0,-6 0-3 16,2 4 0-16,0-3-2 0,-3 1-4 0,2-2 2 15,1 1-4-15,-3 1-12 0,2 0-1 16,-1-1-1-16,0 1 4 0,-5 2-1 0,1 0 4 15,4-2 19-15,-5 2-1 0,-1-2-7 16,1 0-1-16,1-1 6 0,-3 2 0 16,5-3 5-16,-2-2 0 0,3-1 0 15,3 0-8-15,-2-2-1 0,-2 2-6 0,4-2-3 16,0 0-1-16,-1-1-3 0,2-1-7 16,0 2-2-16,6-5 1 0,-9 6-9 0,5-2 2 15,4-4 2-15,-3 4 1 0,3-4 9 16,0 0 0-16,-2 9 4 0,2-9 2 0,11 6-6 15,0 0-4-15,6-2-2 0,8 0-4 16,13 2 1-16,4 1-8 0,0 1-15 16,2-4 0-16,-5 2 0 0,2 0 0 0,1-4 0 15,-10 2 0-15,-7-3 0 0,-6 3 0 16,-4-4 0-16,3 2 0 0,-5 0 0 16,-1-2 0-16,-3 2 0 0,-9-2 0 15,19 2 0-15,-19-2 0 0,11 0 0 0,-11 0 0 16,0 0 0-16,15 0 0 0,-15 0 0 15,0 0 0-15,12-2-32 0,-12 2-149 0,0 0-81 16,0 0-113-16,0 0-125 0,9 0-149 16,-9 0-215-16,0 0 75 0,8-8 99 0,-2 5-619 15,-6 3-767-15</inkml:trace>
  <inkml:trace contextRef="#ctx0" brushRef="#br0" timeOffset="-167934.57">16114 15912 3304 0,'0'0'-140'0,"0"0"52"0,0 0 45 15,0 0 47-15,0 0 40 0,21 5 22 0,-21-5 43 0,0 0 19 0,0 0 22 16,0 0 17-16,15-2 15 0,-15 2 12 16,0 0 13-16,0 0 8 0,0 0 5 15,0 0 4-15,13 2 7 0,-13-2 5 16,0 0 3-16,0 0-6 0,0 0-6 0,0 0-2 0,0 0-7 15,0 0-12-15,0 0-7 16,0 0-11-16,0 0-2 0,0 0-6 0,0 0-7 16,0 0-14-16,0 0-15 0,0 0-16 15,-7-14-52-15,7 14-76 0,-13-7 0 0,3 2 0 16,-3 0 0-16,-2 0 0 0,-3 0 0 16,-5-1 0-16,0 2 0 0,1 0 0 15,-5 1 0-15,0 1 0 0,2 2 0 0,-1-2 0 16,-3 4 0-16,2 2 0 0,-9 1 0 15,4 1 0-15,0 6 0 0,-3 2 0 0,7 5 0 16,-8 6 0-16,3 4 0 0,1 3 0 16,5 3 0-16,2 5 0 0,4 1 0 15,4 2 0-15,7-3 0 0,8 0 0 16,2 1 0-16,9 0 0 0,4 3 0 0,10-3 0 16,5-3 0-16,7-4 0 0,4-7 0 15,8-2 0-15,0-9 0 0,-5-5 0 0,3-5 0 16,2-2 0-16,-6-4 0 0,1-1 0 15,-2-2 0-15,-9-1 0 0,-4 0 0 0,-5 0 0 16,-1-2 0-16,-2 3 0 0,-4-1 0 16,-3 3 0-16,-1-2 0 0,-11 3 0 15,20-4 0-15,-15 2 0 0,-5 2 0 0,13-4 0 16,-13 4 0-16,0 0 0 16,14-2 0-16,-14 2 0 0,0 0 0 0,0 0 0 15,0 0 0-15,0 0 0 0,6 8 0 16,-6-8 0-16,0 0 0 0,-31 15 0 0,15-9 0 15,0 2-229-15,-7 0-830 0,-10 3 118 16,1-3-1087-16,0 4-1442 0</inkml:trace>
  <inkml:trace contextRef="#ctx0" brushRef="#br0" timeOffset="-158452.26">14048 16229 3600 0,'0'-16'383'0,"2"7"-69"0,0-1-26 0,0 2-36 0,-2 8-22 15,2-10-38-15,-2 10-28 0,0 0 9 0,0 0 60 0,0 0 18 16,0 0-19-16,0 47-16 15,-4-12-19-15,0 5-9 0,4-1-16 0,-3 1-13 16,1 1-15-16,-3 0-14 0,3-2-11 16,-1 0-10-16,-1-4-13 0,0-8-10 0,2-4-10 15,-3-1-10-15,1-7-10 0,2 3-18 16,1-7-55-16,-4 0-79 0,1-4-113 16,4-4-105-16,0-3-99 0,0 0-89 15,0 0-95-15,4-29-134 0,2 5-57 16,2-16 68-16,3-14-565 0,1-4-743 0</inkml:trace>
  <inkml:trace contextRef="#ctx0" brushRef="#br0" timeOffset="-158053.37">14181 15923 3343 0,'0'-18'-9'15,"0"4"47"-15,2 2 27 0,2 0 35 16,1 4 32-16,2-3 5 0,2 3-8 0,9-1-10 16,2 2-1-16,3 2-13 0,4 4-16 15,4 2 0-15,6 3-9 0,1 6-9 0,1 5-5 16,-3 2-8-16,0 9 6 15,-4 6 15-15,-7-5 10 0,-10 4 15 0,-3-2 21 16,-6-2 40-16,-4-3 46 0,-10 10 35 16,-1 1 15-16,-5-3 7 0,-9 8 1 15,-1-2-10-15,-3-1-23 0,-1-2-21 0,6-6-24 16,5-5-18-16,4-4-13 0,5-3-11 16,5-3-12-16,1 0-77 0,6 1-60 0,1 1 0 15,4 2 0-15,3-3 0 0,1 2 0 16,5 5 0-16,-2-1 0 0,4 4 0 0,-3-3 0 15,-2 1 0-15,-4-1 0 0,0-3 0 16,-4-1 0-16,-3 0 0 0,-3-3 0 0,-1 2 0 16,-5 0 0-16,-1-2 0 15,-4 1 0-15,-3-1 0 0,-2 0 0 0,-6-6 0 16,4 0 0-16,-6-3 0 0,-1-4 0 16,-3-2 0-16,-2-4 0 0,-5-5 0 0,2-4 0 15,-2-4 0-15,8-3 0 0,2 1 0 16,4 4 0-16,5 3 0 0,-2 0 0 15,-1 3-641-15,3 4-320 0,0 4 29 0,-2 2 103 16,-4 3-813-16,-10 6-1080 0</inkml:trace>
  <inkml:trace contextRef="#ctx0" brushRef="#br0" timeOffset="-157703.07">13749 17313 4267 0,'-34'-6'30'0,"3"1"71"0,-5 0 43 0,6 2 56 0,-9-1 59 0,10-2 50 0,11 2 22 15,2 1 0-15,5 1-11 0,11 2-30 16,0 0-25-16,0 0-25 0,0 0-24 0,97 3-19 16,14 3-20-16,28 2-22 0,21 4-14 15,72 12-12-15,3 6-40 0,3 6-89 0,-8 5 0 16,-13 0 0-16,-16 0 0 0,-54-10 0 15,-14-1 0-15,-17-9 0 0,-21-1 0 16,-32-9 0-16,-17-5 0 0,-10 2 0 0,-7-4 0 16,-8-2 0-16,-6 0 0 0,-3 0 0 15,-12-2 0-15,8 0 0 0,-8 0 0 16,0 0 0-16,0 0 0 0,0 0 0 16,0 0 0-16,-38-6 0 0,38 6 0 0,-18 0 0 15,9 0 0-15,9 0 0 0,-21 2-480 16,11-2-552-16,10 0 103 0,0 0-1026 0,-23-2-1376 15</inkml:trace>
  <inkml:trace contextRef="#ctx0" brushRef="#br0" timeOffset="-157252.45">14458 17261 5204 0,'-36'-5'-160'0,"0"-2"35"0,5 2 31 0,6 0 53 0,4 0 59 0,4 1 56 0,2 3 45 0,5 1 36 16,10 0 21-16,-19-2 15 0,19 2-12 0,0 0-14 16,0 0-1-16,71 0-9 0,15 0-14 15,53 3-19-15,31 3-14 0,72 4-1 0,20 5-8 16,12 4-24-16,9 10 5 0,-3 4-11 16,-4 2-8-16,-11 6 11 0,-19-2 4 0,-18-5 10 15,-22-1 6-15,-62-13-3 0,-21-3 2 16,-15-5-12-16,-35-5-2 0,-13 0 15 15,-17-4 16-15,-13-1-3 0,-6 0-8 16,-5-2-17-16,-6-2-75 0,-6 0-5 16,-7 2 0-16,2-10-1 0,-2 10-242 0,-40-17-138 15,6 7-178-15,-19-4-249 0,-18-1-61 16,-29-10 91-16,-17-4-770 0,-6 2-992 0</inkml:trace>
  <inkml:trace contextRef="#ctx0" brushRef="#br0" timeOffset="-156734.49">10914 15831 4485 0,'7'-20'-22'0,"-1"3"49"0,-3 3 54 0,1 2 33 0,2 3 7 0,-4 3 9 0,0-2 5 0,-2 8 13 15,0 0 52-15,0 0 73 0,-14 20 24 16,-11 17 8-16,-3 6 5 0,-4 8 11 0,-3 5 3 16,1-2 8-16,4 1-9 0,-1-3-36 15,10 1-287-15,6-4 0 0,8-10 0 0,2 2 0 16,12-6 0-16,4 0 0 0,8-3 0 16,13 1 0-16,10-6 0 0,8-5 0 0,9-7 0 15,2-5 0-15,0-6 0 0,2-1 0 16,-12-3 0-16,-1 0 0 0,-6 0 0 0,-4 0 0 15,-12 0 0-15,-6-3 0 16,-4 3 0-16,-2 0 0 0,-7 0 0 0,-9 0 0 0,16 0 0 16,-16 0 0-16,9 0 0 15,-9 0 0-15,0 0 0 0,0 0 0 0,0 0 0 16,-18 19 0-16,11-13-486 0,-2 1-543 16,-3-1 94-16,-3 2-1017 0,3 2-1373 15</inkml:trace>
  <inkml:trace contextRef="#ctx0" brushRef="#br0" timeOffset="-156469.91">11779 16041 5569 0,'1'-12'44'16,"-2"1"28"-16,-3 5 38 0,4 6 55 15,-14-6 57-15,14 6 26 0,-29 14 15 16,4 4 2-16,-12 10-5 0,0 1-4 0,0 6-7 15,6 0-4-15,2 0-22 0,6 2-223 16,5-5 0-16,6 0 0 0,5 1 0 0,3-6 0 16,2-3 0-16,8 0 0 0,3 5 0 15,5-2 0-15,2-4 0 0,5-3 0 0,4-3 0 16,-3-5 0-16,-4-3 0 0,7-6-537 16,2-3-320-16,0-3-84 0,7-10 92 15,7-7-854-15,2-5-1137 0</inkml:trace>
  <inkml:trace contextRef="#ctx0" brushRef="#br0" timeOffset="-156136.83">12241 16022 4586 0,'2'-18'-74'0,"-2"3"53"0,-2 3 52 15,2 1 62-15,-1 3 59 0,-1 0 36 16,-2 2 13-16,4 6 15 0,-7-7 25 16,7 7-3-16,-22 0 0 0,3 9 11 0,-7 5 0 15,-1 5-2-15,1 2-14 0,-1 4-9 16,4 1-21-16,1 1-15 0,8 2-19 0,1 0-13 15,4-4-16-15,7-2-96 16,2 1-44-16,11 5 0 0,-4 0 0 0,8 0 0 16,1-2 0-16,-2-2 0 0,4 0 0 15,-2-2 0-15,-2-4 0 0,-3-2 0 0,0 0 0 16,-6-4 0-16,1-1 0 0,-4-1 0 16,-2 1 0-16,0 0 0 0,-6 3 0 0,0-3 0 15,-6 1 0-15,-2 1 0 0,-4 0 0 16,-7-1 0-16,3-1 0 0,-7 0 0 0,4-5 0 15,2 0 0-15,4-4 0 16,-1-3 0-16,-2 0 0 0,3-1 0 0,0-4 0 16,0 5 0-16,-1 0 0 0,-1 0-740 15,-14 10-264-15,-2 0 103 0,-1 4-985 0,-9 8-1310 16</inkml:trace>
  <inkml:trace contextRef="#ctx0" brushRef="#br0" timeOffset="-155864.61">10778 17062 5337 0,'-38'5'97'0,"-4"-1"61"0,7-2 71 16,9-1 52-16,5 2 38 0,0-1 19 15,10-2-5-15,11 0 22 0,-12 0-18 0,12 0-19 16,0 0-229-16,91-18-89 16,-12 5 0-16,39-5 0 0,13 1 0 0,5-4 0 15,3 2 0-15,4 4 0 0,-3 1 0 16,-2 4 0-16,-10 3 0 0,-16 2 0 0,-36 0 0 15,-10 3 0-15,-23-1 0 0,-11 1 0 16,-7 0 0-16,-8 2 0 0,-3 0 0 0,-7-1 0 16,-7 1 0-16,0 0 0 0,0 0 0 15,0 0 0-15,-2 8 0 0,2-8 0 0,-11 9-121 16,3-4-863-16,1 2 18 0,-3-2 95 16,5 0-914-16,5-5-1215 0</inkml:trace>
  <inkml:trace contextRef="#ctx0" brushRef="#br0" timeOffset="-149454.23">17795 15950 3938 0,'0'0'69'15,"0"0"12"-15,0-13-44 0,0 13 15 0,0-6 3 0,0 6-20 0,3-8-5 0,4 2-3 0,-3 1-6 16,-1-1 1-16,5 3 1 0,-5-2-13 15,5 2 1-15,-8 3-4 0,12-7-1 0,-9 5 3 16,-3 2 2-16,8-5-6 16,-8 5 1-16,3-4-10 0,-3 4-1 0,0 0 5 15,0 0-2-15,0 0 12 0,0 0 10 16,0 0 16-16,0 0 19 0,0 0 15 0,-20 17 3 16,20-17 1-16,-6 4 1 0,6-4 2 15,0 0 1-15,-8 7 5 0,8-7 4 0,0 0 3 16,0 0 2-16,0 0-7 0,0 0-12 15,20 8-6-15,-20-8-6 0,11 0-3 16,-11 0-9-16,0 0-3 0,0 0-2 0,17-1-5 16,-17 1-7-16,0 0-5 0,0 0-6 15,0 0-3-15,0 0-7 0,0 0-14 0,0 0-23 16,0 0-34-16,0 0-37 16,0 0-46-16,-32-7-60 0,32 7-64 0,0 0-93 0,-12-2-134 15,12 2-181-15,0 0 38 16,0 0-394-16,0 0-504 0</inkml:trace>
  <inkml:trace contextRef="#ctx0" brushRef="#br0" timeOffset="-145653.35">19851 16365 3003 0,'8'-18'280'0,"-5"5"-2"0,4 3-29 0,-5 1-25 0,-1 2-33 0,-1 7-29 15,2-7-7-15,-2 7 53 0,0 0 37 0,-14 24-1 16,0 0 10-16,-6 9 12 0,-7 6-16 16,1 2-3-16,-3 3-11 0,0-2-21 15,5-1-21-15,-1-1-17 0,0-1-18 16,11-8-16-16,-4-2-12 0,2-2-14 0,2-1-10 16,4-7-14-16,-2-3-7 0,7-3-23 15,-3-2-57-15,5-4-55 0,-6 0-73 16,8-7-76-16,1 0-80 0,0 0-78 0,0 0-52 15,-4-17-40-15,9 3-39 0,6-15-37 16,3-3-26-16,9-12-11 0,2-6 3 16,6-6-613-16,7-16-638 0</inkml:trace>
  <inkml:trace contextRef="#ctx0" brushRef="#br0" timeOffset="-145472.26">19805 16301 3028 0,'14'-37'-81'0,"-9"10"74"16,-1 3 69-16,2 11 58 0,-3 1 34 16,2 3 10-16,-3 3-2 0,1 2 6 15,-3 4 51-15,0 0 27 0,0 0 7 0,25 27 11 16,-10 0 1-16,3 4-15 0,4 15-11 15,1 3-25-15,2 1-18 0,0-2-17 0,-2 0-21 16,-3-3-17-16,3-2-12 0,-10-8-10 16,3-2-14-16,-7-1-9 0,-3-8-44 0,-2-1-67 15,-4-4-47-15,-1 1-58 0,-8 1-60 16,2 0-85-16,-8 3-78 0,-1-3-76 16,-1-5-100-16,4-7-194 0,-2-4 1 15,3-5 76-15,3-2-354 0,0-3-467 0</inkml:trace>
  <inkml:trace contextRef="#ctx0" brushRef="#br0" timeOffset="-145302.37">19859 16637 2966 0,'-15'-13'113'16,"-3"1"74"-16,7 3 60 0,1 1 57 15,3 2 47-15,-3 0-1 0,5 4-38 16,5 2-29-16,-10-7-24 0,10 7-22 0,0 0-24 16,0 0-20-16,0 0-18 0,25 21-21 15,-8-9-92-15,14 5-112 0,1 2-131 0,0-4-126 16,2 0-150-16,4-1-174 15,10 1-132-15,-2-6 86 0,7 1-459 0,-7-3-604 16</inkml:trace>
  <inkml:trace contextRef="#ctx0" brushRef="#br0" timeOffset="-145055.29">20780 16211 3289 0,'-14'-11'68'0,"5"6"-6"0,1 1 26 16,8 4 59-16,0 0 57 16,-19 20 37-16,9 2 13 0,0 11 13 0,1 8-9 15,0 10-18-15,0 0-20 0,0 2-25 16,6-9-21-16,-5-2-17 0,5 1-13 0,-6-5-72 16,2 1-65-16,-1-5-61 0,5-3-65 15,-6-7-73-15,8-4-61 0,1-7-41 0,-2-3-40 16,2-2-82-16,2-2-81 0,-2-6-120 15,12 0-6-15,-12 0-291 0,20-16-396 16</inkml:trace>
  <inkml:trace contextRef="#ctx0" brushRef="#br0" timeOffset="-144703.17">20877 16345 2578 0,'-4'-20'41'0,"-3"5"54"0,0 0 58 16,3 7 34-16,3 2 18 0,-3-1-1 15,0-1-13-15,4 8-16 0,-4-6-4 0,4 6 9 16,0 0 4-16,0 0 3 0,0 0-9 15,23 26-11-15,-6-2-12 0,3 2-12 16,0 3-13-16,-1 0-10 0,3 1-13 16,-6 3-9-16,2-2-16 0,-4 0-7 0,-1-2 7 15,-4-5 15-15,-6-1 28 16,-1-6 25-16,-2 1 21 0,-2-1 19 0,-7 2 20 16,1-2 13-16,-11 4 19 0,6-4 5 0,-10 2 4 15,6-4-12-15,-1-3-81 0,3 0-158 16,3-3 0-16,-2-1 0 0,4 0 0 15,0-1 0-15,1-2 0 0,4-1 0 16,-3 0 0-16,8-4 0 0,-10 11 0 0,4-9 0 16,6-2 0-16,-11 6 0 0,11-6 0 15,-12 6 0-15,7-3 0 0,5-3 0 0,-19 4 0 16,9-2 0-16,-1 0 0 0,-2 2 0 16,-1-4 0-16,3 2 0 0,-1 1 0 15,5 0-503-15,-1-1-467 0,8-2 19 0,0 0 97 16,0 0-817-16,19 19-1107 0</inkml:trace>
  <inkml:trace contextRef="#ctx0" brushRef="#br0" timeOffset="-144039.32">20685 16385 4538 0,'5'-13'-53'0,"-7"0"84"0,4 5 72 0,0 0 59 0,-2 1 53 0,0 7 42 0,2-11 6 0,-2 11-19 0,0-7-24 16,0 7-19-16,0 0 33 0,0 0 29 0,0 0-1 15,-6 38 4-15,-4-6 1 0,-5 11-1 16,1 5-5-16,-9-2-70 0,5 5-191 0,-4-3 0 16,-1-2 0-16,3-1 0 15,1-5 0-15,-1 3 0 0,9-12 0 0,-2-2 0 16,1-3 0-16,5-5 0 0,-1-4 0 16,1-5 0-16,2-2 0 0,4-1 0 0,-3-3 0 15,0 1 0-15,2-1 0 0,2-6 0 16,0 0 0-16,0 0 0 0,0 0 0 15,0 0-4-15,23-24-790 0,-10 6-222 0,7-4 91 16,-2 0 103-16,5-4-753 0,-1 3-1016 16</inkml:trace>
  <inkml:trace contextRef="#ctx0" brushRef="#br0" timeOffset="-143555.27">20781 16498 4065 0,'-1'-17'-43'0,"2"3"73"0,-2 2 75 16,1 2 37-16,1 1 34 0,1 1 32 0,6-1 22 15,3-1-2-15,4 2-7 16,6 1-1-16,2 0-13 0,4 3 1 0,1 4-18 16,8 2-20-16,2 5-12 0,-1 2-17 15,-3 2-10-15,-3 3-9 0,-4 2-6 16,-9-3 1-16,-4 1 13 0,-7-1 23 0,-7 1 19 16,-1-2 16-16,-9 5 4 0,-9 6 0 15,-4-2-170-15,-6 1-22 0,-7 2 0 0,-4 2 0 16,-8-2 0-16,7-2 0 0,7-5 0 15,1-3 0-15,8 1 0 0,8-3 0 0,0-4 0 16,7 0 0-16,1-2 0 16,3 1 0-16,4 1 0 0,2 0 0 0,2 2 0 15,6-2 0-15,4 4 0 0,1 1 0 16,-1 1 0-16,10 5 0 0,-1 1 0 0,-1 1 0 16,0-1 0-16,-1 1 0 0,1 1 0 15,-8-5 0-15,-1-2 0 0,-3-1 0 16,-2-2 0-16,-6-2 0 0,0 2 0 0,-4-1 0 15,-6-1 0-15,-8 0 0 0,-3-3 0 16,-4-1 0-16,-11-2 0 0,-4 0 0 0,-1-4 0 16,0 0 0-16,-2-4 0 15,5 0 0-15,1-2 0 0,2 1 0 0,9 1 0 16,3-4 0-16,6 4 0 0,1 2 0 16,5-2 0-16,1 0 0 0,3 0 0 0,-1-1 0 15,4 2 0-15,4 3 0 0,0-9 0 16,0 9 0-16,12-8 0 0,0 1-834 0,1 1-188 15,4-2 111-15,3 0-934 0,2 3-1270 16</inkml:trace>
  <inkml:trace contextRef="#ctx0" brushRef="#br0" timeOffset="-142970.72">22103 16608 4778 0,'2'-9'-178'0,"-2"1"67"0,0 8 66 0,2-12 54 0,0 5 63 0,0 1 44 0,-2 6 34 15,2-12 13-15,-2 12 7 0,-2-13 5 16,-2 9-10-16,4 4-2 0,-15-10 12 16,1 10-2-16,-6 2 19 0,-19 6 17 0,-10 3 3 15,1 7 7-15,-1 2 5 0,1 6 3 16,5 1-3-16,4 4-5 0,5 0-19 0,3 1-17 15,10-3-76-15,6 0-107 0,3 4 0 16,1-3 0-16,11-3 0 0,2-5 0 16,8 9 0-16,1-4 0 0,9-2 0 0,0-4 0 15,9 0 0-15,-1-5 0 0,7-3 0 16,1-5 0-16,1-2 0 0,-5-3-372 16,-2-3-184-16,-1-1-120 0,7-7-203 0,-4-2 20 15,1-1 103-15,-5-5-636 0,3 4-845 16</inkml:trace>
  <inkml:trace contextRef="#ctx0" brushRef="#br0" timeOffset="-142721.87">22480 16527 4129 0,'-3'-16'101'15,"3"5"35"-15,0 2 18 0,0 9 10 0,3-7 53 16,-3 7 53-16,0 0 1 0,0 0-9 15,-11 39-20-15,8-17-24 0,-7 12-21 0,0 2-22 16,1 2-17-16,-2 1-13 16,-1-1-33-16,-1-3-60 0,4 2-72 0,-5-2-69 15,3-6-64-15,-1 0-80 0,4-7-77 16,1-5-85-16,1-3-89 0,3-6-107 16,-2 1-155-16,1-2 69 0,4-7-447 0,0 0-593 15</inkml:trace>
  <inkml:trace contextRef="#ctx0" brushRef="#br0" timeOffset="-142322.97">22614 16566 2992 0,'0'-14'8'15,"0"2"48"-15,-1 3 32 0,1 2 33 16,0 7 27-16,1-13 9 0,-1 13 11 0,10-7-2 16,-2 5-7-16,-8 2-14 0,20 2-15 15,-4 2-13-15,1 5-14 0,-2 1-2 16,0 4-8-16,-1 1 12 0,-5 3 2 0,-1-1 12 15,-5-1 25-15,-3 1 32 0,-2-2 25 16,-7 4 17-16,-7 5 11 0,-8-2-5 0,-1-2-11 16,-1 0-5-16,1-3-4 0,4-4-9 15,8-3-16-15,1 0-15 0,4-2-6 16,3 1 0-16,1-1 1 0,2 0-4 0,4 5-32 16,2 1-123-16,-1-2 0 15,6 5 0-15,-2-5 0 0,0 3 0 0,3-1 0 16,-2-1 0-16,-2-1 0 0,-3 0 0 15,3-1 0-15,-3-3 0 0,1 0 0 0,-1 1 0 16,-1-2 0-16,-2 2 0 0,0-9 0 16,-9 13 0-16,4-6 0 0,-2 0 0 0,-7 1 0 15,1-4 0-15,-2 1 0 0,-3-1 0 16,1-3 0-16,-3-1 0 0,-2 0 0 16,5-1 0-16,2-5 0 0,-1 1 0 0,3-3 0 15,2-3 0-15,3 3 0 0,2 0-641 16,3-1-381-16,-1 2 86 0,4 7 106 0,-6-11-790 15,6 11-1058-15</inkml:trace>
  <inkml:trace contextRef="#ctx0" brushRef="#br0" timeOffset="-141972.57">23350 16448 4716 0,'3'-15'31'0,"1"3"55"16,1 2 37-16,-3 5 27 0,-2 5 6 0,0 0 40 0,0 0 69 0,0 0 5 0,-27 22 0 0,6 7 4 0,-4 9-5 15,-2 4-9-15,1 4-18 0,1 1-25 16,2-2-18-16,2 4-18 0,0-4-19 0,4 2-38 16,1-11-124-16,-2 5 0 0,8-10 0 15,-2-4 0-15,3-3 0 0,4-7 0 0,-4-3 0 16,4-1-52-16,-1-1-308 0,1-1-87 16,1-5-102-16,0-1-138 0,0-3-204 15,4-2 83-15,0 0-687 0,0 0-943 16</inkml:trace>
  <inkml:trace contextRef="#ctx0" brushRef="#br0" timeOffset="-141688.73">23244 16519 4369 0,'-2'-15'40'16,"2"2"69"-16,2 4 36 0,-1 1 25 16,7 1 31-16,3 2 34 0,1 2 9 0,4 3-10 15,6 6-4-15,12 8 3 0,6 9-7 16,0 4-18-16,0 4-13 0,-4 4-19 0,-6 4-22 15,-5 2-5-15,-9 3-14 16,-7-6-12-16,-9 1-8 0,-5 0-7 0,-9-2 5 16,-13 4-1-16,-5-3 4 0,-6-5-65 15,-4-4-51-15,-2-4 0 0,1-1 0 16,-2-1 0-16,9-8 0 0,-2 1 0 0,2-5 0 16,0-1 0-16,3-2 0 0,9-1 0 15,5-5 0-15,-1-2 0 0,7 0 0 0,4-5-223 16,1-1-284-16,2-2-157 0,4-7-235 15,10-7 19-15,7-7 99 0,7 0-660 16,6-2-891-16</inkml:trace>
  <inkml:trace contextRef="#ctx0" brushRef="#br0" timeOffset="-141133.41">23963 16495 4277 0,'0'-14'101'16,"2"4"30"-16,-2 1 7 0,3 4 8 0,-3 5 57 15,0 0 71-15,0 0 22 0,0 0 9 16,-14 34-10-16,7-14-12 0,-6 10-9 0,2 3-16 16,0 0-20-16,-3-1-23 15,3 1-21-15,0-3-17 0,-3 1-17 0,3-3-17 16,1-7-60-16,3 1-83 0,-2-6 0 15,1-1 0-15,2-1 0 0,-2-5 0 16,5-1 0-16,-1 0 0 0,0-3 0 0,4-5 0 16,0 0 0-16,0 0 0 0,0 0 0 15,0 0 0-15,29-44 0 0,1 11 0 0,6-4 0 16,6 2 0-16,-3 4 0 16,-5 4 0-16,-10 8 0 0,-5 5 0 0,-3 4 0 0,-5 5 0 15,-2 3 0-15,-9 2 0 0,18 7 0 16,-11 1 0-16,1 4 0 0,2 5 0 15,-3 0 0-15,3 2 0 0,2 7 0 16,-3-2 0-16,0-3 0 0,1 6 0 16,-1-7 0-16,-1-3 0 0,-3-2 0 0,4-5 0 15,-6-2 0-15,3 1 0 0,-4-2 0 16,1-4 0-16,-3-3 0 0,0 0 0 0,0 0 0 16,0 0 0-16,0 0 0 0,0 0 0 15,-26-15 0-15,5 7 0 0,-14 0 0 0,-1 2 0 16,-2 1 0-16,-1 1 0 0,0-2 0 15,6 6 0-15,7 0 0 0,4 0 0 0,2 0 0 16,5 0 0-16,0 3 0 0,4-3 0 16,0 3 0-16,4-1 0 0,7-2-521 15,0 0-259-15,0 0-186 0,0 0 89 16,19 11-839-16,0-5-1151 0</inkml:trace>
  <inkml:trace contextRef="#ctx0" brushRef="#br0" timeOffset="-140906.09">24712 16613 4825 0,'-9'-12'7'0,"4"4"17"0,-4 4 43 0,9 4 71 0,0 0 70 0,-28 16 25 0,13-3 2 0,-6 10-11 0,2 4-18 0,2 2-24 15,-5 10-15-15,6 4-19 0,0 1-23 16,-1 2-29-16,5 2-43 0,-1-11-103 0,8-1-103 15,-3 0-93-15,-2-3-81 16,9-9-72-16,-3-5-78 0,-2-3-84 0,4-9-125 16,1-1 1-16,-1-2-456 0,2-4-608 15</inkml:trace>
  <inkml:trace contextRef="#ctx0" brushRef="#br0" timeOffset="-140531.94">24748 16656 3318 0,'11'-17'17'0,"-4"5"44"0,-1 3 40 15,-3 3 27-15,5 1 35 0,-8 5 31 0,15-2 15 16,-15 2-2-16,31 8-13 16,-12 1-12-16,9 8-17 0,-5 2-9 0,-2 5-14 15,-1 1-12-15,-7 4-10 0,-6 0 7 16,-7 0 15-16,-6 4 20 0,-8 0 11 16,-13 2 14-16,-7-3 3 0,-11-5 6 0,4-3 1 15,-5-3 12-15,11-5 5 0,7-3-7 16,5-3-16-16,8 0-17 0,-1-5-9 0,7 3-15 15,2-2-130-15,-1 1-20 0,6 0 0 16,2 2 0-16,0 1 0 0,4 1 0 16,0 1 0-16,-1 2 0 0,1 1 0 15,0-3 0-15,-2 3 0 0,-1-1 0 16,-1-4 0-16,0 2 0 0,-1 0 0 0,-3-2 0 16,-2 1 0-16,-3-1 0 0,-1-2 0 15,-1 1 0-15,-5-4 0 0,1 1 0 0,-4-2 0 16,1-2 0-16,-4 0 0 0,3-4 0 15,-10 2 0-15,9-2 0 0,-7 2 0 0,0-4 0 16,2 0 0-16,-12 2-45 0,2 2-1053 16,7 0 129-16,-1 2 98 0,-11 3-900 15,2 0-1202-15</inkml:trace>
  <inkml:trace contextRef="#ctx0" brushRef="#br0" timeOffset="-139306.46">19763 17660 4805 0,'4'-12'-71'0,"-2"6"21"0,-2 6 1 0,2-9 5 0,-2 9 80 0,0 0 59 16,0 0 31-16,-8 25 7 0,3-6 6 0,-3 15-7 15,-2-2-10-15,-1 6-13 0,0 10-10 16,3-11-8-16,-1 1-10 0,-3 0-7 16,6-3-12-16,-1 0-7 0,-1-6-34 0,3-3-47 15,-1-7-58-15,1-2-68 0,0-3-61 16,-1 0-73-16,3-6-74 0,-3-5-101 15,6-3-129-15,0 0-77 0,0 0 66 0,0 0-258 16,-10-22-344-16</inkml:trace>
  <inkml:trace contextRef="#ctx0" brushRef="#br0" timeOffset="-138923.4">19725 17754 2334 0,'2'-18'1'16,"0"5"43"-16,2 2 35 0,-2 3 31 0,-2 0 13 15,3 3 4-15,-3 5 13 0,11-8-3 16,-6 4-10-16,-5 4-15 0,25 0-8 0,-10 6-11 15,2 3-7-15,7 9-7 0,0 1-7 16,-7 5-1-16,2 4 0 16,-7-3 11-16,-5 1 15 0,-3-2 18 0,-4 2 20 15,-6-3 18-15,-3 12 8 0,-14 4 4 16,-2 0-8-16,-4-4-4 0,1-4-9 0,4-7-9 16,8-3-9-16,2-5-5 0,7-5-7 15,-3-2-12-15,7-1-2 0,1 1 13 16,-2-3 6-16,4 3 14 0,0-9-13 0,7 16-5 15,-3-8-2-15,4 0 2 0,-5 3-13 16,6-3-5-16,-4 2-8 0,1 0 7 16,-3-1 6-16,3 1-1 0,-4-2 6 0,0-1-3 15,-2 1 4-15,0 0 2 0,0 2 5 16,-2-2-8-16,-4-1-7 0,1 3-45 0,-5-3-55 16,-2 3 0-16,1-4 0 0,-1-1 0 15,1-2 0-15,0-1 0 0,11-2 0 16,-25-2-266-16,16-3-181 0,1 0-128 15,6 1-181-15,-2-6-143 0,4 10 91 16,7-14-702-16,-2 7-956 0</inkml:trace>
  <inkml:trace contextRef="#ctx0" brushRef="#br0" timeOffset="-138672.75">20636 17685 4412 0,'0'-20'41'0,"0"7"46"0,-1 3 42 0,1 1 16 0,0 9-11 0,-2-6 17 0,2 6 55 15,0 0 8-15,-18 34-16 0,5 0-22 0,-3 14-9 16,0 4-23-16,-4 2-8 0,5 1-16 16,-2 1-17-16,1-4-7 0,4 0-17 15,-4-6-19-15,5-8-41 0,-2-4-47 0,3-1-43 16,0-10-65-16,3-3-70 0,1-5-76 15,0-3-70-15,2-3-86 0,2-4-114 16,2-5-192-16,0 0 41 0,0 0-421 0,0 0-593 16</inkml:trace>
  <inkml:trace contextRef="#ctx0" brushRef="#br0" timeOffset="-138389.84">20672 17673 3041 0,'2'-8'79'16,"-2"8"27"-16,2-11 15 0,-2 11 25 15,0 0 60-15,0 0 45 0,20 4 17 16,-9 5-7-16,10 13-10 0,0 1-13 0,7 14-21 16,-3 2-12-16,-2 5-20 0,-6 4-20 15,-2 1-10-15,1-4-17 0,-11-7-11 0,-6 2-9 16,-5-1 14-16,-4-3 18 16,-5-2 0-16,-6 7 10 0,-6-6-11 0,4-7 0 15,-9 1-7-15,1-7-14 0,1-1-8 16,-3-9-14-16,-3 3-12 0,0-5-15 15,0-3-7-15,-3-2-34 0,9-3-38 0,4-2-80 16,3-4-91-16,2-2-103 0,-1 0-105 16,8-7-89-16,5 1-102 0,2-2-165 0,9 0-79 15,1-2 83-15,2 2-536 0,4-3-727 16</inkml:trace>
  <inkml:trace contextRef="#ctx0" brushRef="#br0" timeOffset="-138006.6">21789 17836 3404 0,'6'-12'-39'0,"-2"3"46"15,-3 1 33-15,-1 2 35 0,0 6 27 0,-9-8 24 0,9 8 33 0,-25 2 16 0,-5 6 14 0,-6 6 14 0,-12 8 11 16,-1 5 21-16,-1 5 15 0,2 1-9 16,4 3-1-16,5 3-10 0,6-2-11 15,5 1-22-15,8-7-17 0,6-1-13 0,3 1-21 16,8-2-13-16,3-8-11 0,1-2-15 15,7 4-8-15,8 2-9 0,5-3-22 16,1-1-49-16,5-6-65 0,1-2-89 0,5-5-97 16,-5-3-120-16,3-5-117 0,10-1-149 15,-2-6-220-15,3-2 83 0,10-3-590 0,-16 2-799 16</inkml:trace>
  <inkml:trace contextRef="#ctx0" brushRef="#br0" timeOffset="-137355.06">21919 18295 3478 0,'-10'6'-21'0,"5"-3"46"16,5-3 29-16,-10 2 49 0,10-2 49 0,0 0 47 15,-8 6 36-15,8-6 21 0,0 0-4 16,0 0-25-16,0 0-5 0,0 0-14 15,0 0-24-15,33-18-4 0,-18 9-20 0,0-3-21 16,12-9-18-16,2 0-6 0,8-8-14 16,1-6-19-16,3-5 4 0,14-17-3 15,0 3-11-15,0-2-8 0,-15 15-3 16,-1 4-11-16,-9 4 8 0,-5 11 13 0,-8 7-3 16,-3 1-15-16,-3 6-5 0,-6 1-12 15,3 3-2-15,-8 4 8 0,0 0 14 16,6 16-3-16,-6-3-1 0,-1 6-1 0,1 7 8 15,0 11-4-15,0 2-9 0,1-2-1 16,1 1-6-16,4-1-6 0,-1-2-10 0,3-3 7 16,0-1-3-16,-1-7-5 0,-1-5 1 15,-1-2 2-15,1-3 0 0,0 0 9 16,-2-4 30-16,0-2 35 0,-2-1-67 16,1 1-32-16,-3-8 0 0,0 8 0 15,0-8 0-15,0 0 0 0,0 0 0 0,-19 4 0 16,6-4 0-16,-5-2 0 0,0 2 0 15,-5-2 0-15,-6 2 0 0,2 0 0 16,1-2 0-16,4 1 0 0,0 1 0 0,3 0 0 16,4 0 0-16,-1 1 0 0,16-1 0 15,-23-1 0-15,16-2 0 0,7 3 0 0,-17 0 0 16,17 0-407-16,-6-2-242 0,6 2-160 16,0 0-106-16,0 0 92 0,0 0-737 15,0 0-1004-15</inkml:trace>
  <inkml:trace contextRef="#ctx0" brushRef="#br0" timeOffset="-137106.69">22988 17907 4109 0,'1'-11'81'0,"1"5"60"0,0-2 8 0,-2 8 0 0,3-9 13 0,-3 9 39 0,0 0 78 0,0 0 10 15,0 0-14-15,-5 40-25 0,0-9-21 0,-3 2-26 16,1 6-19-16,-3 0-20 0,-3 9-18 16,5-10-51-16,-4-1-68 0,1 1-97 15,0 0-90-15,-1-3-103 0,1-1-87 16,2-3-68-16,1-9-82 0,2-5-100 16,1-5-170-16,3-4 69 0,0-2-422 0,2-6-591 15</inkml:trace>
  <inkml:trace contextRef="#ctx0" brushRef="#br0" timeOffset="-136739.79">23072 18010 2975 0,'7'-21'-4'16,"1"1"60"-16,-2 5 58 0,-1 1 67 15,-3 5 29-15,8-3 21 0,-2-1 8 0,-1 5-5 16,4 0-11-16,1 2-16 0,1 2-18 16,2 6-13-16,3 2-17 0,-3 2-15 15,2 8-17-15,2 9 1 0,-4 0-13 16,-5 6-10-16,-4-4-8 0,-6 1-10 0,-4-1-9 15,-4 9 10-15,-5 1 7 0,-10 4 18 16,-4-2 5-16,-2 1 2 0,7-10 5 16,1-5-2-16,3 0-4 0,4-5 1 0,4-5 0 15,2-1 11-15,2 3 20 16,3-6 2-16,1 3 0 0,-2 0-1 0,4 2-1 0,0-1-63 16,0 2-88-16,4-1 0 0,-6 3 0 15,2-1 0-15,2-2 0 0,-4 3 0 16,-2-1 0-16,4-3 0 0,-3 1 0 0,-6-1 0 15,4 0 0-15,-3-1 0 16,-1-4 0-16,-3 1 0 0,1 0 0 0,-5-4 0 0,4 0 0 16,-2-3 0-16,-3-2 0 15,1 0 0-15,3-4 0 0,-4-1 0 0,4-2 0 16,2-3 0-16,2-2-814 0,8 0-209 16,1 3 96-16,5 1-919 0,5 3-1271 15</inkml:trace>
  <inkml:trace contextRef="#ctx0" brushRef="#br0" timeOffset="-136224.04">23680 18765 5174 0,'-17'-4'44'0,"1"1"49"0,9 0 52 0,-3-1 50 0,10 4 25 0,-10-7-8 0,10 7-20 15,2-12-19-15,-2 12-22 0,18-17-12 0,-2 5-17 16,9-7-11-16,8-1-20 0,5-7-13 16,2-6-19-16,2-3-8 0,6-9-19 15,9-13-18-15,2-6-12 0,-1-5-2 0,3-7 8 16,-5 2 0-16,-6 2 3 16,-16 21 1-16,-4 10 24 0,-12 10 15 0,-1 2 5 15,-5 9 4-15,-3 5-10 0,-4 5-3 16,-3 3-1-16,-2 5 10 0,0 2 8 15,0 0 4-15,-11 25 7 0,8-4 4 0,-4 12-1 16,7 4-6-16,0 4-56 0,3 3-16 16,2 9 0-16,6 2 0 0,0-2 0 0,5 0 0 15,2-3 0-15,-2-2 0 0,2-7 0 16,-3-9 0-16,-3-3 0 0,-3-11 0 16,-2-3 0-16,-1-2 0 0,-4-4 0 15,0-3 0-15,-2-6 0 0,-8 10 0 0,1-9 0 16,-13-1 0-16,-5-2 0 0,-14-6 0 15,-19 1 0-15,-1-2 0 0,5-4 0 16,-3 3 0-16,1-1 0 0,15 3 0 0,4 0 0 16,2 1 0-16,10 1 0 0,5 3 0 15,4 2 0-15,7-1 0 0,2 0 0 16,7 2 0-16,-12-2 0 0,12 2-297 0,0 0-585 16,0 0-108-16,0 0 87 0,0 0-838 15,0 0-1173-15</inkml:trace>
  <inkml:trace contextRef="#ctx0" brushRef="#br0" timeOffset="-134474.23">20647 17098 4538 0,'4'-4'-187'0,"-4"4"24"0,4-9 16 0,-4 9 17 0,0 0 31 0,0 0 44 0,0 0 44 15,-40 9 50-15,8 8 28 0,-18 7 35 0,-5 7 22 16,-16 10 8-16,-1 5 20 0,-1 2 10 16,5-1 13-16,1-1-1 0,16-11 7 15,4 0 2-15,0-4 3 0,9-2-8 16,12-5-15-16,1-4-13 0,3-1-15 16,6-5-11-16,3-4-11 0,3-2 7 0,2 0 5 15,3-4 8-15,-3 1 0 0,8-5-1 16,-10 9-6-16,10-9-4 0,-5 7-6 0,-1-3-13 15,6-4-9-15,0 0-11 0,-7 6-8 16,7-6-8-16,0 0-13 0,-7 5-5 16,7-5-29-16,0 0-32 0,0 0-63 0,-5 6-66 15,5-6-58-15,0 0-69 0,0 0-76 16,0 0-58-16,0 0-73 0,0 0-120 16,0 0-215-16,0 0 66 0,0 0-539 15,0 0-743-15</inkml:trace>
  <inkml:trace contextRef="#ctx0" brushRef="#br0" timeOffset="-133007.61">21974 17137 3404 0,'2'-6'-108'0,"2"-2"36"0,-4 8 18 0,2-7 20 0,-2 7 14 16,0 0 9-16,1-8 6 0,-1 8 20 0,0 0 46 15,0 0 14-15,-30 29 20 0,10-2 21 16,-9 10 21-16,-2 6 24 0,3 3 8 0,-5 2 8 15,0 3 8-15,3-3 2 0,-1-2 9 16,4-3-4-16,0-1 9 0,2-6 4 16,4-7 0-16,-1-1-4 0,6-4-5 15,2-5-1-15,1-5-3 0,4-2-6 16,-2-2-12-16,6-1-6 0,-1-3-4 0,-1 1-11 16,1-3-8-16,2 2-12 0,4-6-8 15,-8 9-14-15,8-9-13 0,-5 7-6 0,5-7-7 16,-6 5-16-16,6-5-6 0,0 0-7 15,-3 8-14-15,3-8-28 0,0 0-26 16,0 0-43-16,-4 6-57 0,4-6-97 0,0 0-79 16,0 0-89-16,0 0-70 0,0 0-80 15,0 0-117-15,20-16-192 0,-14 9 83 16,-2 1-566-16,4-2-777 0</inkml:trace>
  <inkml:trace contextRef="#ctx0" brushRef="#br0" timeOffset="-130840.66">22647 17292 3333 0,'0'0'-134'16,"2"-12"42"-16,-1 5 37 0,-1 7 41 0,0 0 36 0,0-14 28 0,0 14 21 0,2-6 20 0,-2 6 13 15,2-7-5-15,-2 7-10 0,0 0-4 0,2-10-11 16,-2 10-2-16,0 0-18 16,0 0 4-16,2-9-13 0,-2 9-3 0,0 0-4 15,0 0-4-15,4-5-5 0,-4 5-7 0,0 0-4 16,0 0 1-16,0 0-7 0,0 0 0 15,0 0 0-15,0 0 3 0,0 0-2 16,4-9-6-16,-4 9 4 0,0 0-11 16,0 0-15-16,0 0-7 0,0 0-6 0,0 0-9 15,0 0-10-15,0 0 6 0,0 0-8 16,0 0-1-16,0 0 6 0,0 0 4 16,0 0 4-16,0 0-1 0,0 0 8 0,0 0 4 15,0 0 1-15,0 0 0 0,0 0 5 16,0 0 4-16,0 0 5 0,0 0-5 0,0 0 4 15,0 0 7-15,0 0 8 16,0 0 12-16,0 0 4 0,0 0 7 16,0 0 5-16,0 0 11 0,0 0 2 0,0 0 9 15,0 0 7-15,0 0 14 0,0 0 0 16,0 0 11-16,0 0 5 0,0 0 1 0,0 0 10 16,0 0 6-16,0-8 9 0,0 8 3 15,0 0 8-15,0 0 2 0,0 0 1 16,0 0 3-16,0 0 3 0,0 0 1 0,0 0-11 15,0 0-3-15,0 0-9 0,0 0-3 16,0 0-3-16,0 0-4 0,0 0-9 16,0 0-4-16,0 0 0 0,0 0-5 15,0 0-3-15,0 0 0 0,0 0-6 0,0 0-12 16,0 0-12-16,0 0-6 0,0 0-10 16,0 0-3-16,0 0 25 0,0 0 6 15,20 25-2-15,-11-7-4 0,4 9-4 0,2 2 10 16,-2 3 1-16,5 3-5 0,-5 0-7 15,4 8 2-15,2 1-6 0,-2-1-7 0,-4-9 1 16,7 7-7-16,-7-8-2 0,1 0-2 16,-2 1-1-16,0-2-3 0,1-6-5 15,-2-5-4-15,-2-4 0 0,-4-2 5 16,3-3 20-16,-5-2-44 0,1-1-2 16,2-1 0-16,-4-1 0 0,0-2 0 0,-2-5 0 15,6 11 0-15,-2-5 0 0,-4-6 0 16,1 6 0-16,-1-6 0 0,2 6 0 0,-2-6 0 15,0 0 0-15,6 9 0 0,-6-9 0 16,3 5 0-16,-3-5 0 0,0 0 0 16,0 0 0-16,0 0 0 0,2 7 0 0,-2-7 0 15,0 0 0-15,0 0 0 0,0 0 0 16,0 0 0-16,0 0 0 0,0 0 0 16,0 0-411-16,0 0-270 0,0 0-227 0,0 0 10 15,0 0 81-15,0 0-705 0,0 0-968 16</inkml:trace>
  <inkml:trace contextRef="#ctx0" brushRef="#br0" timeOffset="-130091.67">24006 17181 4271 0,'-8'-11'-162'0,"2"1"40"0,2 2 55 0,0 3 51 0,4 5 51 0,-3-10 40 0,3 10 30 0,-2-6 11 16,2 6-4-16,0 0-12 15,-4-8-15-15,4 8-11 0,0 0 23 0,0 0 44 16,0 0 37-16,0 35 18 0,4-9 27 16,1 17 22-16,3 16 5 0,4 3 2 0,1 4-12 15,2 3-17-15,-2-3-10 0,5 1-7 16,-5-2-19-16,-1 1-10 0,3-6-1 16,-6-6 1-16,5-4-3 0,-9-13-7 0,5-4-104 15,-5-8-63-15,2-5 0 16,-6-3 0-16,3-5 0 0,0 0 0 0,-1-3 0 0,-1-1 0 15,-2-1 0-15,6 0 0 0,-6-7 0 16,4 12 0-16,-2-7 0 0,-2-5 0 16,2 7 0-16,-2-7 0 0,0 0 0 15,6 7 0-15,-6-7 0 0,0 0 0 0,0 0 0 16,3 3 0-16,-3-3 0 0,0 0 0 16,0 0-48-16,0 0-899 0,0 0-69 15,0 0 113-15,0 0-892 0,0 0-1223 0</inkml:trace>
  <inkml:trace contextRef="#ctx0" brushRef="#br0" timeOffset="-128658.31">12607 16431 5134 0,'0'0'-115'0,"20"-20"12"0,-9 11 26 0,4 1-7 0,14-8 22 0,5 3-7 0,16-3 7 0,6-1 7 16,4 1 27-16,4 5 3 0,7 1 0 15,0 6-34-15,4 0-64 0,-3 4-75 0,-2 2-99 16,-4 2-118-16,-2-4-200 16,-19 2 51-16,-5-2-170 0,-11 3-226 15</inkml:trace>
  <inkml:trace contextRef="#ctx0" brushRef="#br0" timeOffset="-128507.54">13021 16511 2253 0,'-16'0'106'0,"5"0"-7"15,11 0-14-15,0 0-4 0,-13-3-10 0,13 3-13 16,0 0-2-16,24-12-7 0,1 7-17 16,16-4-40-16,15 4-64 0,5-3-105 0,-2-2-197 15,-1 3-134-15,-16-1-88 0,-4 0-95 16</inkml:trace>
  <inkml:trace contextRef="#ctx0" brushRef="#br0" timeOffset="-128292.48">13356 16054 1982 0,'0'-16'227'16,"0"3"-29"-16,2 4-19 0,9 5-16 15,3 4 6-15,13 3 6 0,15 7 0 16,11 9-23-16,5 5-15 0,-5 9-24 0,0 4-2 16,-7 4-11-16,-12 5-8 0,-5-1-8 15,-14 5-11-15,-14-7-7 0,-12 10-13 0,-14 0-37 16,-18 13-40-16,-9-3-44 0,-9-2-50 15,-2 3-58-15,-9-5-65 0,-3-1-84 0,-2-5-113 16,-2 0-138-16,-1-7 68 16,6-2-101-16,17-15-109 0</inkml:trace>
  <inkml:trace contextRef="#ctx0" brushRef="#br0" timeOffset="-49656.46">5899 6921 697 0,'-4'8'284'0,"4"-8"-23"0,0 0-12 0,-3 5-7 0,3-5-6 16,0 0-3-16,0 0-15 0,-6 6 0 16,6-6 10-16,0 0 1 0,-3 4 1 0,3-4 4 15,0 0-5-15,0 0-10 0,0 0-13 16,0 0-14-16,0 0-22 0,0 0-15 16,25 0-13-16,-13-2-18 0,6 0-8 15,0 0-17-15,4 0-9 0,-3 0-8 16,0 1-8-16,0-3-5 0,-1 2-7 0,-4-1-5 15,1 0-7-15,-3 2-2 0,-3 0-5 16,1-1-6-16,-10 2-5 0,13-2-8 0,-13 2-7 16,0 0 0-16,0 0 0 0,0 0-3 15,0 0 1-15,0 0-1 0,0 0-3 0,-49 4 2 16,27-3-5-16,4-1 3 0,-2 1-1 16,4 2-2-16,2-2-2 0,3-1-1 0,-3 2 2 15,8 0 2-15,6-2-2 0,-11 2 7 16,11-2-3-16,0 0 2 0,0 0-7 15,0 0-2-15,35-6-1 0,-10 2-2 16,1 3 2-16,12-2-2 0,-5 1 1 16,-10-2 2-16,-5 2-1 0,-2 0 0 0,-3 2-3 15,-1 0 0-15,-12 0-4 0,13-3-6 16,-13 3 7-16,0 0 0 0,0 0 0 0,0 0-1 16,0 0 1-16,-33-6-1 0,20 4 2 15,1 1-1-15,1-2 3 0,2 1-1 0,9 2 1 16,-14 0-8-16,14 0 0 0,-7-4-13 15,7 4-24-15,0 0-60 0,-6-6-52 0,6 6-84 16,0 0-80-16,0 0-96 0,0 0-156 16,0 0-84-16,0 0 55 0,0 0-398 15,0 0-477-15</inkml:trace>
  <inkml:trace contextRef="#ctx0" brushRef="#br0" timeOffset="-47039.78">23011 4330 1039 0,'0'0'159'0,"5"-5"18"0,-5 5-6 0,6-8-7 0,-2 4-10 0,-4 4-7 16,6-10-9-16,-4 6 1 0,1-2 5 0,-3 6 3 15,2-9 9-15,-2 9 0 16,6-8-10-16,-6 8 5 0,4-6-5 0,-4 6-12 16,1-7-6-16,-1 7-11 0,2-8-11 15,-2 8-9-15,0 0-15 0,7-5-7 0,-7 5-8 16,0 0-7-16,0 0-1 0,2-7-11 16,-2 7-1-16,0 0-9 0,0 0 3 15,0 0-1-15,0 0 1 0,0 0-2 16,3 24 4-16,-3-13-4 0,-2 3 0 0,4-1 13 15,0 5-6-15,0 1-4 0,-2-1 0 0,0 6-7 16,2 0-5-16,0 3 0 16,-2 1 0-16,3 6-3 0,-5-5-4 0,2-2 3 15,0 0-2-15,-1-2 9 0,-1 1 2 16,0 0 0-16,0 0-4 0,0-1-4 0,0-1 22 16,-1 2 4-16,1-2-6 0,-3 0-4 15,2-2-1-15,1 3-6 0,-4-4 7 0,4 4 2 16,0-7-8-16,2 2-1 0,-1 2-3 15,-7 10 21-15,6-6 1 0,-2-6-4 16,2-1-4-16,0-1-2 0,-2-1-5 0,3 1-4 16,1-3-1-16,-2-1 3 0,0 2-12 15,0 1 0-15,2 0 1 0,0-3 6 16,0 0-5-16,0-1 1 0,0 1 1 16,0 0-5-16,0 2-4 0,0 0-1 0,2 2 4 15,0-1-7-15,-2 0-1 0,0 2 15 16,-2-1 5-16,2-1-4 0,0 2-6 0,0 1-4 15,0-1 2-15,0 1-5 0,0-3 3 16,2 2-6-16,-4 0 2 0,4-2-4 0,0 0 0 16,-2-1-3-16,1-1-1 0,-1 0 0 15,0 1 2-15,0-1-2 0,-1 0-5 0,2 1 5 16,-1-2-3-16,0-1 0 16,2 3-7-16,-2-3 4 0,2 2 4 0,0-3 0 15,0 2 14-15,-2-2-1 0,0 1-2 16,0-1-6-16,0 0 5 0,0 1-2 15,2 1 4-15,-2 0 18 0,-2-2-7 0,2 0 7 16,0 2-10-16,0-1 4 0,-2-1-8 16,2 0-5-16,0 1-4 0,0-2 4 0,0-1 1 15,0 2-16-15,0 2-2 16,2 1-1-16,-2-1 11 0,0-1-12 0,0 1 3 0,0 1 4 16,0-1-8-16,0 1 10 0,0 4-2 15,0-2-5-15,0 0 1 0,0-2 4 16,0 4-13-16,0-2 0 0,2-1 12 0,0 1-3 15,-2 0 6-15,0 0-8 0,2 0 2 16,0-2-3-16,0-1 0 0,0 1 5 16,-2-3 1-16,0-2-5 0,0 0 6 0,2-1-6 15,-2 1 3-15,0-1-6 0,0-2 4 16,0-7 1-16,0 15-5 0,0-8 7 0,0-7-4 16,0 12 0-16,0-12 3 0,0 10-3 15,0-10-2-15,0 10 0 0,0-10 28 0,0 9 2 16,0-9 3-16,0 8-8 0,0-8-2 15,0 0 7-15,-2 9-4 0,2-9 5 0,0 8 4 16,0-8 2-16,0 0 1 0,0 11-5 16,0-11-2-16,0 0-5 0,0 8 2 0,0-8-3 15,0 0 4-15,-2 9-4 16,2-9-3-16,0 0 14 0,0 0 8 0,0 0-3 0,0 0-5 16,0 0-2-16,0 8-3 15,0-8-6-15,0 0-3 0,0 0-8 0,0 0-30 16,0 0-71-16,0 0-82 0,0 0-91 15,-12-22-125-15,6 14-133 0,3-3-165 0,-7-1-140 16,0 0 64-16,-1-3-736 0,4 1-944 16</inkml:trace>
  <inkml:trace contextRef="#ctx0" brushRef="#br0" timeOffset="-44057.44">3979 6486 3838 0,'1'-7'-119'0,"1"2"34"0,-2 5 13 0,0 0 8 0,0 0 9 15,0 0 20-15,0 0 35 0,-15 22 15 0,12-8 12 16,-2 2 20-16,3-3 4 0,0 1 31 15,2-2 10-15,4 1 15 0,3-1 18 0,2-3 18 16,7 3 7-16,6-4-3 0,4-7-9 16,21-2-12-16,16-9-10 0,3-4-11 15,22-11-11-15,-16 4-10 0,16-4-7 16,-22-1-9-16,-1 0-7 0,-8 3-6 16,-7-1-3-16,-7 1-7 0,-12 6-11 0,-6-1-27 15,-8 5-59-15,-6 3-52 0,-7 2-74 16,-4 4-63-16,0 4-71 0,0 0-80 0,-32 4-118 15,11 2-92-15,-14 10 39 0,-12 5-288 16,-1 0-336-16</inkml:trace>
  <inkml:trace contextRef="#ctx0" brushRef="#br0" timeOffset="-43808.81">4104 6837 2587 0,'-7'9'141'16,"3"-3"42"-16,0-3 29 0,4-3 29 15,0 0 17-15,0 0 5 0,0 0-1 0,38-21-4 16,-7 2-22-16,17-5-22 0,4-3-20 16,4 0-21-16,3-2-14 0,2 0-22 15,-4 4-14-15,1 0-11 0,-13 5-10 0,-11 6-11 16,-4-1-12-16,-8 5-14 0,-7 3-15 16,-2 3-26-16,-5 0-43 0,-2 0-42 0,-6 4-54 15,0 0-59-15,0 0-76 0,0 0-86 16,0 0-104-16,-35 17-157 0,24-11-68 0,2-2 68 15,0 0-393-15,-2 2-466 0</inkml:trace>
  <inkml:trace contextRef="#ctx0" brushRef="#br0" timeOffset="-41791.88">23750 3935 168 0,'6'-4'88'0,"-6"4"-34"0,8-5 37 0,-8 5-10 0,1-5 15 0,-1 5-4 15,0 0 2-15,2-9-9 0,-2 9 12 16,0-6-2-16,0 6-8 0,0 0-9 0,2-7-6 15,-2 7-8-15,0 0-7 0,0 0-4 16,2-8-5-16,-2 8-6 0,0 0 3 0,0 0 10 16,0 0-3-16,2-6 5 15,-2 6 9-15,0 0 1 0,0 0 0 0,0 0-8 16,4-5-3-16,-4 5-10 0,0 0-2 16,3-5 9-16,-3 5 0 0,0 0 3 0,0 0-2 15,5-5-1-15,-5 5-3 0,0 0-3 16,0 0-7-16,0 0-1 0,0 0-6 15,0 0-2-15,0 0-4 0,0 0 0 0,-20-2-5 16,20 2 1-16,0 0-3 0,0 0-2 16,0 0 0-16,0 0 0 0,0 0-2 0,0 0-4 15,0 0 3-15,0 0-3 0,0 0 1 16,0 0-2-16,0 0 0 0,0 0-1 16,0 0 3-16,0 0-3 0,0 0 14 0,22-5 1 15,-22 5 8-15,0 0 1 16,5-4-2-16,-5 4-1 0,0 0-7 0,0 0-2 15,0 0-2-15,0 0-2 0,0 0-1 16,0 0 2-16,0 0-5 0,0 0 2 0,0 0-1 16,-5 23 1-16,5-23-6 0,-2 10-1 15,2-10 0-15,-3 8 1 0,3-8-1 0,3 9-3 16,-3-9 4-16,0 0-2 0,0 9 0 16,0-9-3-16,0 0 2 0,0 0-2 15,-3 8 0-15,3-8-2 0,0 0-10 0,0 0-17 16,-13 2-29-16,13-2-34 15,-21 0-44-15,2 2-54 0,-2-1-64 0,0 3-78 16,-3-2-156-16,-1-1-156 0,-2 2-137 0</inkml:trace>
  <inkml:trace contextRef="#ctx0" brushRef="#br0" timeOffset="-38974.86">18462 5473 1569 0,'0'0'-105'0,"7"2"17"0,-7-2 20 0,0 0 21 0,0 0 15 15,0 0 29-15,18-4 16 0,-18 4 14 0,9-1 16 16,-9 1 12-16,8-3 7 0,-8 3 4 15,8-4 5-15,-8 4 1 0,0 0 7 0,9-4-1 16,-9 4 0-16,0 0-5 0,5-4-1 16,-5 4-8-16,0 0-6 0,0 0-4 15,0 0-6-15,11-2-1 0,-11 2-4 16,0 0-5-16,0 0-3 0,0 0 0 0,5-4-2 16,-5 4 0-16,0 0-4 0,0 0 0 15,11-5 0-15,-11 5 11 0,6-3 2 16,-6 3 0-16,0 0-6 0,10-5-5 0,-10 5 0 15,0 0-5-15,0 0 0 0,7-6-4 16,-7 6-1-16,0 0-1 0,0 0-2 0,0 0-3 16,0 0-3-16,9-4-2 0,-9 4 2 15,0 0-3-15,0 0-2 0,0 0 2 16,0 0-7-16,6-2-10 0,-6 2-29 0,0 0-46 16,0 0-47-16,0 0-65 15,0 0-75-15,0 0-194 0,0 0-160 0,0 0-122 16</inkml:trace>
  <inkml:trace contextRef="#ctx0" brushRef="#br0" timeOffset="-38009.41">20739 6781 1547 0,'0'0'-90'0,"0"0"36"0,0 0 34 0,-6-3 14 0,6 3 30 0,0 0 7 16,0 0 8-16,0 0 7 0,0 0-2 0,0 0-2 15,0 0-3-15,0 0 1 16,0 0-4-16,6-11 3 0,-6 11 0 0,0 0-3 16,0 0-4-16,0 0 2 0,0 0-4 15,0 0 0-15,0 0-3 0,4-5 3 0,-4 5 1 16,0 0-3-16,0 0 4 0,0 0-8 15,0 0 4-15,0 0-6 0,0 0-4 0,0 0-1 16,0 0 0-16,0 0-14 0,0 0-18 16,0 0-36-16,0 0-47 0,0 0-57 0,0 0-71 15,-4-8-349-15,4 8-76 0</inkml:trace>
  <inkml:trace contextRef="#ctx0" brushRef="#br0" timeOffset="-25478.69">18268 16138 1528 0,'2'-12'440'0,"-2"12"-203"0,0 0-87 0,-4-10-24 0,4 10-6 0,0 0-1 0,-9-7-9 16,9 7-24-16,-1-7-8 0,1 7 0 15,-6-10-8-15,6 10 6 0,-4-7-3 16,4 7 3-16,-1-7 4 0,1 7-3 0,-8-8 3 16,8 8 5-16,-5-9-2 0,-2 4 2 15,7 5-2-15,-13-15 3 0,4 11 1 0,-1-1 0 16,-1 0 0-16,-2-2-4 0,-3-1-2 15,0 2-7-15,3 0-3 0,-3 1-8 16,-4-7-2-16,3 10-4 0,0-4-6 16,0 1-2-16,-2 4-6 0,4-2-3 15,-7-1 0-15,7 2-8 0,-6 2 1 0,6-2-3 16,2 2-3-16,-2-2 5 0,-1 4 0 16,16-2-1-16,-29 0-2 0,18 0 9 0,11 0-4 15,-25 2 1-15,14 0 5 0,-3-1-19 16,0 5 3-16,0-4 0 0,-1 2 3 0,-1 2-2 15,3-1 7-15,-2 0 3 0,-2-1 1 16,1 2-1-16,3-1 1 0,-2 1-5 16,2-2-4-16,-3 4-1 0,1-3-3 0,1 2 1 15,3-2-3-15,-2 1-1 16,1 1-2-16,3-2 0 0,2 2 4 0,-3 0 6 0,0-2-4 16,3 2 1-16,0 0 4 15,-2 2 8-15,4-1-2 0,-3-1 1 0,-1 1 13 16,3 1-3-16,-4-1-2 0,3 1 3 15,2 2 0-15,-6-5-2 0,4 4-1 0,0 1 0 16,-1-3 0-16,2 2-3 0,-2-3-4 16,3 3-4-16,-3 0 4 0,0-1-9 15,1 3 3-15,-1-2-7 0,5-2 6 0,-5 3-7 16,2 1 4-16,-2 3 12 0,3-3-2 16,-3 2 5-16,5-1-1 0,-6 1 5 15,4 0 0-15,-1-1 7 0,1 3-1 16,-1-1-4-16,2 0 7 0,-2 1 5 0,2 1 2 0,3-2 0 15,-3 3 0-15,0 0-2 16,0-1-6-16,4 2 9 0,-3 1-1 0,1-3 1 16,-1 3-2-16,1-1-5 0,0 0-2 15,1 0-4-15,1-2 0 0,0 2-5 0,1-1-30 16,-1 2-15-16,2-2 0 0,3 1 0 16,-1 2 0-16,-1 0 0 0,3-1 0 0,-1-1 0 15,3 0 0-15,0-1 0 16,1 1 0-16,2-1 0 0,0-1 0 0,1-2 0 15,2 1 0-15,5 2 0 0,-2-1 0 16,-2-6 0-16,3-1 0 0,-2 0 0 16,4 1 0-16,-1-3 0 0,1 2 0 0,0-4 0 15,1 0 0-15,-1 1 0 0,2-1 0 16,-3-2 0-16,5-1 0 0,-3 0 0 0,1-1 0 16,-4-2 0-16,5 0 0 0,-2 0 0 15,1-2 0-15,2-1 0 0,1 0 0 0,-2-5 0 16,2 2 0-16,5-3 0 0,1-2 0 15,-3-1 0-15,3-2 0 0,-3 2 0 0,-4-5 0 16,3 0 0-16,-2 1 0 0,0-5 0 16,0-1 0-16,-2 1 0 0,-1-2 0 15,0 0 0-15,-3-1 0 0,-1-3 0 16,0-2 0-16,-3-2 0 0,2 2 0 0,-6-6 0 16,1-1 0-16,0 0 0 0,-5 2 0 15,-2-1 0-15,0 0 0 0,-1 8 0 16,-6 3 0-16,-2 0 0 0,0 0 0 0,-4 2 0 15,3 0 0-15,-8-6 0 0,-3 3 0 16,-2-1 0-16,-2 6 0 0,-3-1 0 0,-2 0 0 16,-4 3 0-16,1 3 0 0,-5-2 0 15,-3 3 0-15,0 4 0 0,0 0-136 16,2 5-223-16,7 1-72 0,4 3-81 0,2 1-120 16,4 0-191-16,5 0 31 0,1 3 86 15,11-3-586-15,0 0-752 0</inkml:trace>
  <inkml:trace contextRef="#ctx0" brushRef="#br0" timeOffset="-24346.2">18225 16176 3370 0,'0'0'-115'0,"0"0"27"0,0-11 36 0,0 11 34 0,-2-10 31 15,2 10 26-15,-2-10 15 0,2 10 3 16,-1-9 6-16,1 9-7 0,-8-12 10 0,6 7 1 16,2 5 4-16,-7-12 5 15,0 7 3-15,4 0 1 0,3 5-3 0,-11-14 3 0,3 9 3 16,-2-3 3-16,-1 1 2 0,0 0 0 16,-3 0 2-16,1-1-6 0,-3 3 0 0,2-2 0 15,-4 2-2-15,2-1-1 16,-2 3-1-16,0-2-3 0,4 3-4 15,-4 0-6-15,1-1-3 0,0 1 0 0,0-1-6 16,3 3-2-16,0-3-1 0,-4 3-9 16,3 0-17-16,15 0-4 0,-30 0-2 0,14 3-1 15,0-1 0-15,2-1-2 0,-1 2-3 16,-5-1 1-16,6 2-1 0,-6-2 5 0,5 2-3 16,-2 2 7-16,-1-3-2 0,4 2 3 15,-6 1-2-15,5-1 2 0,-2-1 7 0,2 2-6 16,-1 1 2-16,0 0 2 0,0 0 2 15,-2-1 1-15,6 1 10 0,-1 0-10 16,-1 0-4-16,1 1 4 0,1-2-1 16,1 4-1-16,2-3 4 0,-4 1-4 15,2-1-5-15,0 3 6 0,1 0 7 0,1-2 0 16,0 1 4-16,-2 0 6 0,0 4 3 16,2-4-9-16,-1 3 3 0,3 0-1 0,-3 1-2 15,0 3-6-15,1 1 5 0,2 0 4 16,-4-1-10-16,2 4 5 0,2-2-8 0,-1 3 2 15,0-2-1-15,3 1-7 0,-5-1 4 16,8-2 6-16,-5 4 7 0,2-2 10 16,2-1 3-16,-3 3-5 0,4-4 2 0,1 3-6 15,-1-3-2-15,-2 3 0 0,2-1-1 16,2 0-7-16,0 1 6 0,0 1-13 0,2 1-2 16,4 0-4-16,-1 1-1 15,5 5 2-15,1-1-5 0,4-2-1 0,5 0 0 16,-3-3-3-16,3-3 0 0,5-2 1 15,2-2-4-15,2-1 6 0,1-2-4 0,3-4-5 16,-3 1-1-16,6-2 3 0,-2 0-6 16,0-3-1-16,-3 2 3 0,-2-5-4 0,-3 1-1 15,1-2 3-15,4 0-3 0,-5-2 9 16,1-1-15-16,11-2 0 0,-2-2 0 16,-1-3 0-16,-4-1 0 0,-1 0 0 0,1-3 0 15,-4-3 0-15,0-2 0 0,-2-5 0 16,0-3 0-16,4-9 0 0,-1-4 0 15,-3-5 0-15,-3-4 0 0,0-4 0 16,-5 5 0-16,-4-4 0 0,-4 12 0 0,-6 1 0 16,-6 8 0-16,0-1 0 0,-8 1 0 15,-7 0 0-15,-6 6 0 0,-3 0 0 0,-7 7 0 16,2 3-306-16,-7 1-70 0,-1 6-65 16,2 1-68-16,-6 3-96 0,3 0-151 0,-4 4-24 15,5-2 84-15,6 2-570 0,9 2-726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3:12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11 141 1584 0 0,'0'0'380'0'0,"-10"2"-309"0"0,10-1 1206 0 0,10-1 2792 0 0,597-4-3018 0 0,-338 5-870 0 0,210-42-20 0 0,-338 22-113 0 0,273-1-1 0 0,-288 28-27 0 0,125 1 26 0 0,615-19-48 0 0,-566 11 3 0 0,623-37-124 0 0,-514 14-275 0 0,-7 11-336 0 0,-343 13 648 0 0,-36-1 97 0 0,0-1-1 0 0,23-2 1 0 0,-42 1-187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3:19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0 671 8105 0 0,'0'2'105'0'0,"0"-1"1"0"0,0 1-1 0 0,1 0 0 0 0,-1-1 1 0 0,0 1-1 0 0,1 0 1 0 0,-1-1-1 0 0,1 1 1 0 0,0-1-1 0 0,-1 1 0 0 0,1-1 1 0 0,0 1-1 0 0,0-1 1 0 0,0 1-1 0 0,0-1 1 0 0,0 0-1 0 0,0 0 0 0 0,1 1 1 0 0,-1-1-1 0 0,0 0 1 0 0,1 0-1 0 0,1 1 1 0 0,0-1 449 0 0,2-5-6 0 0,11-6-279 0 0,-1-1-1 0 0,-1-1 0 0 0,0 0 1 0 0,-1-1-1 0 0,0 0 0 0 0,-1-1 1 0 0,-1-1-1 0 0,12-17 0 0 0,-2-2 146 0 0,-1-1-1 0 0,28-68 1 0 0,-42 84-291 0 0,0 0 0 0 0,-1 0-1 0 0,-1 0 1 0 0,-1-1 0 0 0,-1 0 0 0 0,-1 1-1 0 0,-1-33 1 0 0,-4 8 397 0 0,-2 0 0 0 0,-13-54 0 0 0,8 76 40 0 0,11 22-541 0 0,-1-1 0 0 0,1 1 0 0 0,0 0 0 0 0,-1 0 0 0 0,1 0 0 0 0,0-1 0 0 0,-1 1 0 0 0,1 0 0 0 0,-1 0 0 0 0,1 0 0 0 0,0 0 0 0 0,-1 0-1 0 0,1-1 1 0 0,-1 1 0 0 0,1 0 0 0 0,-1 0 0 0 0,1 0 0 0 0,0 0 0 0 0,-1 0 0 0 0,1 0 0 0 0,-1 1 0 0 0,1-1 0 0 0,-1 0 0 0 0,1 0 0 0 0,0 0 0 0 0,-1 0 0 0 0,1 0 0 0 0,0 1 0 0 0,-1-1 0 0 0,0 0 0 0 0,0 2 3 0 0,0-1 0 0 0,0 0 0 0 0,0 1 1 0 0,0-1-1 0 0,0 1 0 0 0,0 0 0 0 0,0-1 1 0 0,0 1-1 0 0,1-1 0 0 0,-1 1 1 0 0,1 0-1 0 0,-1 0 0 0 0,1 0 0 0 0,0-1 1 0 0,-1 1-1 0 0,1 0 0 0 0,0 0 0 0 0,0 0 1 0 0,0-1-1 0 0,1 1 0 0 0,-1 2 0 0 0,6 29 56 0 0,2 0 0 0 0,1-1-1 0 0,2 0 1 0 0,0 0-1 0 0,3-2 1 0 0,0 1-1 0 0,2-2 1 0 0,1 0 0 0 0,1-1-1 0 0,2 0 1 0 0,1-2-1 0 0,36 36 1 0 0,-50-56-286 0 0,0 1 1 0 0,1-1 0 0 0,0-1-1 0 0,0 1 1 0 0,18 7-1 0 0,21 2-3811 0 0,-21-19-671 0 0,-22 0 885 0 0,1-8-1158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3:19.6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139 175 10249 0 0,'-51'-51'2865'0'0,"40"41"-1712"0"0,0 0 0 0 0,1 0-1 0 0,0-1 1 0 0,-13-20 0 0 0,12 10 2170 0 0,2-5-7560 0 0,7 21-906 0 0,4 18 604 0 0,0-6 3708 0 0,-3 10-4764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3:20.6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1 11573 0 0,'0'0'-119'0'0,"5"0"-13"0"0,12 0 184 0 0,-13 0 94 0 0,0 1 68 0 0,7 2-66 0 0,-1 0 1 0 0,1 1 0 0 0,-1 0-1 0 0,1 0 1 0 0,-1 2 0 0 0,0-1-1 0 0,-1 1 1 0 0,0 0-1 0 0,0 1 1 0 0,0 0 0 0 0,-1 1-1 0 0,1 0 1 0 0,-2 0 0 0 0,1 1-1 0 0,-2-1 1 0 0,1 2 0 0 0,-1-1-1 0 0,0 1 1 0 0,-1 0 0 0 0,0 0-1 0 0,0 0 1 0 0,-2 1-1 0 0,1-1 1 0 0,-1 1 0 0 0,0 0-1 0 0,-1 0 1 0 0,-1 0 0 0 0,0 1-1 0 0,0-1 1 0 0,-1 0 0 0 0,-2 19-1 0 0,-2-6-43 0 0,-1 0 0 0 0,-2 0 1 0 0,0-1-1 0 0,-1 0 0 0 0,-2-1 0 0 0,0 0 0 0 0,-1 0 0 0 0,-1-1 0 0 0,-29 37 1 0 0,38-54-271 0 0,0-1 0 0 0,0 0 1 0 0,0 0-1 0 0,0 0 0 0 0,-1-1 1 0 0,0 1-1 0 0,1-1 0 0 0,-1 0 1 0 0,0 0-1 0 0,0 0 0 0 0,0 0 1 0 0,-1-1-1 0 0,1 0 0 0 0,0 1 1 0 0,0-2-1 0 0,-1 1 0 0 0,1 0 1 0 0,-1-1-1 0 0,1 0 0 0 0,0 0 1 0 0,-1 0-1 0 0,1-1 0 0 0,-1 1 1 0 0,1-1-1 0 0,0 0 0 0 0,0 0 1 0 0,-1-1-1 0 0,-7-3 0 0 0,0 0-640 0 0,1-2-1 0 0,-1 1 1 0 0,2-1-1 0 0,-1-1 1 0 0,1 0-1 0 0,0 0 1 0 0,0-1-1 0 0,-12-15 1 0 0,-11-19-2856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3:20.8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7833 0 0,'10'-15'124'0'0,"-1"7"180"0"0,-2 2 128 0 0,-4 0 1248 0 0,0-5 88 0 0,7 2-1908 0 0,-4 46-5208 0 0,-9-19 3083 0 0,0 11-267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3:26.8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2050 47 5825 0 0,'0'0'260'0'0,"-21"-24"2448"0"0,-11 18 451 0 0,-52-3-1 0 0,-104 7 122 0 0,114 2-2151 0 0,-57-2 929 0 0,48-1-1077 0 0,-126 11 1 0 0,-145 44-274 0 0,159-12 152 0 0,178-36-723 0 0,-47 11 279 0 0,-77 29 1 0 0,112-32-394 0 0,1 2 0 0 0,0 0 0 0 0,1 2 0 0 0,1 1 1 0 0,0 1-1 0 0,1 1 0 0 0,2 1 0 0 0,-39 42 0 0 0,36-28-17 0 0,1 1 0 0 0,2 2 0 0 0,-25 51 0 0 0,34-60-10 0 0,2 0 1 0 0,-10 33-1 0 0,19-50 1 0 0,0 1 1 0 0,1 0-1 0 0,0 0 1 0 0,0 0-1 0 0,1 1 0 0 0,1-1 1 0 0,0 0-1 0 0,4 24 1 0 0,2-12 13 0 0,1 0-1 0 0,2 0 1 0 0,0-1 0 0 0,1 0 0 0 0,19 31 0 0 0,0-8 175 0 0,50 62 0 0 0,-59-86-74 0 0,0 0 0 0 0,2-1 0 0 0,0-2 1 0 0,1 0-1 0 0,1-1 0 0 0,1-1 0 0 0,33 16 0 0 0,-11-10 175 0 0,1-2 1 0 0,1-2-1 0 0,64 15 0 0 0,-59-22-86 0 0,0-4-1 0 0,65 3 1 0 0,14 2-3 0 0,-114-10-193 0 0,89 12 576 0 0,134 2 0 0 0,-112-15-195 0 0,-48 1 47 0 0,151-14 0 0 0,-158 0-246 0 0,122-13 415 0 0,-179 21-602 0 0,199-39 0 0 0,-83 13 0 0 0,-71 17 0 0 0,96-31 0 0 0,-128 30 0 0 0,0 0 0 0 0,0-2 0 0 0,-2-1 0 0 0,0-2 0 0 0,-1-1 0 0 0,26-22 0 0 0,-13 5 0 0 0,-3-2 0 0 0,-1-1 0 0 0,33-44 0 0 0,-62 70 0 0 0,0 0 0 0 0,0 0 0 0 0,-1-1 0 0 0,-1 0 0 0 0,0 0 0 0 0,-1-1 0 0 0,-1 1 0 0 0,0-1 0 0 0,3-24 0 0 0,-4 14 0 0 0,-1 0 0 0 0,-1 0 0 0 0,-2 0 0 0 0,0 0 0 0 0,-5-25 0 0 0,0 23 0 0 0,-1 0 0 0 0,-1 1 0 0 0,-2 1 0 0 0,0-1 0 0 0,-2 1 0 0 0,0 1 0 0 0,-2 0 0 0 0,-1 1 0 0 0,-24-30 0 0 0,17 27 0 0 0,-2 0 0 0 0,0 1 0 0 0,-2 1 0 0 0,-1 2 0 0 0,0 0 0 0 0,-2 2 0 0 0,-31-17 0 0 0,54 34 0 0 0,-14-8 0 0 0,-1 0 0 0 0,0 2 0 0 0,-1 0 0 0 0,1 1 0 0 0,-2 2 0 0 0,1 0 0 0 0,-1 1 0 0 0,-35-2 0 0 0,27 1 0 0 0,29 4 0 0 0,-4-3 0 0 0,-59-4 0 0 0,55 6 0 0 0,-1 0 0 0 0,1 1 0 0 0,0 0 0 0 0,-1 0 0 0 0,1 1 0 0 0,-1 1 0 0 0,-20 1 0 0 0,-25-1 0 0 0,-10-4 0 0 0,0 4 0 0 0,0 2 0 0 0,0 3 0 0 0,-69 16 0 0 0,109-16 0 0 0,4 0 0 0 0,5-2 0 0 0,-6 3-3825 0 0,4 3-14482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3:29.2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14245 0 0,'0'0'706'0'0,"6"-32"-11067"0"0,-6 30 7627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3:42.3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6749 0 0,'15'0'319'0'0,"-7"0"2203"0"0,-3-1-3395 0 0,7-1 3837 0 0,-2 0-3217 0 0,1 1-6593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3:43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6833 0 0,'0'0'-68'0'0,"3"9"764"0"0,20-30-4553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3:43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 6717 0 0,'0'0'826'0'0,"0"0"-795"0"0,0 0 0 0 0,0 0-1 0 0,1 0 1 0 0,-1 0-1 0 0,0 0 1 0 0,0 0 0 0 0,0 0-1 0 0,1 0 1 0 0,-1 0-1 0 0,0 0 1 0 0,0 0-1 0 0,1 0 1 0 0,-1 0 0 0 0,0 0-1 0 0,0 0 1 0 0,0 0-1 0 0,1 0 1 0 0,-1 0 0 0 0,0 0-1 0 0,0 0 1 0 0,0 0-1 0 0,1 0 1 0 0,-1 0 0 0 0,0 0-1 0 0,0 1 1 0 0,0-1-1 0 0,0 0 1 0 0,1 0 0 0 0,-1 0-1 0 0,0 0 1 0 0,0 0-1 0 0,0 1 1 0 0,0-1 0 0 0,0 0-1 0 0,0 0 1 0 0,1 0-1 0 0,-1 0 1 0 0,0 1-1 0 0,0-1 1 0 0,0 0 0 0 0,0 0-1 0 0,0 0 1 0 0,0 1-1 0 0,0-1 1 0 0,0 0 0 0 0,0 0-1 0 0,0 0 1 0 0,0 1-1 0 0,0-1 1 0 0,0 0 0 0 0,0 0-1 0 0,0 0 1 0 0,0 1-1 0 0,0-1 1 0 0,0 0 0 0 0,0 0-1 0 0,0 0 1 0 0,0 1-1 0 0,0-1 1 0 0,-1 0 0 0 0,-28 30-4561 0 0,14-20 1506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3:44.1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4736 0 0,'0'0'-224'0'0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3:47.4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2564 0 0,'16'4'2998'0'0,"-3"-1"279"0"0,-10-3-3473 0 0,3 2 71 0 0,1-2-3980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3:48.5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0 6133 0 0,'0'0'21'0'0,"-6"29"5287"0"0,4-25-6389 0 0,0-2-765 0 0,-2-3-2319 0 0,-20-1 1651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3:54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138 1 6169 0 0,'1'1'263'0'0,"-1"1"1"0"0,1 0-1 0 0,-1 0 1 0 0,0 0-1 0 0,0-1 1 0 0,1 1-1 0 0,-1 0 1 0 0,0 0-1 0 0,0 0 1 0 0,-1-1-1 0 0,1 1 1 0 0,0 0 0 0 0,-1 0-1 0 0,1 0 1 0 0,-1-1-1 0 0,1 1 1 0 0,-1 0-1 0 0,-1 1 1 0 0,-29 19-2688 0 0,29-21 2023 0 0,-56 26-3658 0 0,14-6 1623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3:55.4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35 6553 0 0,'0'0'488'0'0,"-2"0"-291"0"0,0-1-1 0 0,-1 1 0 0 0,1-1 1 0 0,0 0-1 0 0,0 0 1 0 0,1 1-1 0 0,-1-2 0 0 0,0 1 1 0 0,0 0-1 0 0,0 0 0 0 0,1 0 1 0 0,-3-3-1 0 0,22-15-4785 0 0,-16 18 1440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3:55.9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 7001 0 0,'10'-3'-144'0'0,"6"-3"-152"0"0,-7 0-140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4:03.0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115 1 4128 0 0,'0'0'11243'0'0,"-1"3"-10713"0"0,-1 1-1070 0 0,0 0-1 0 0,-1-1 0 0 0,1 1 0 0 0,-1-1 0 0 0,0 1 1 0 0,0-1-1 0 0,0 0 0 0 0,0 0 0 0 0,0 0 0 0 0,0 0 0 0 0,-1-1 1 0 0,0 0-1 0 0,1 1 0 0 0,-1-1 0 0 0,0 0 0 0 0,-7 2 0 0 0,2 0-112 0 0,-36 20-3545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4:03.6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8485 0 0,'0'0'-380'0'0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4:05.6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1552 184 4020 0 0,'0'0'-22'0'0,"-23"-5"310"0"0,-7 3 948 0 0,1-2-1 0 0,-41-9 0 0 0,-2 0-170 0 0,-12 3-616 0 0,1 4 1 0 0,-1 4-1 0 0,0 4 0 0 0,-144 20 1 0 0,137-4-397 0 0,2 3-1 0 0,-165 63 1 0 0,228-73-53 0 0,0 1-1 0 0,1 1 0 0 0,1 1 1 0 0,0 1-1 0 0,-34 28 0 0 0,45-32-25 0 0,1 1-1 0 0,0 0 0 0 0,0 0 0 0 0,1 1 0 0 0,1 1 0 0 0,0 0 0 0 0,1 0 0 0 0,0 1 0 0 0,1 0 0 0 0,-8 22 0 0 0,10-15-18 0 0,0 1-1 0 0,1 0 1 0 0,1 0-1 0 0,1 0 1 0 0,2 0-1 0 0,1 43 1 0 0,4-24-209 0 0,2 0 0 0 0,21 77 0 0 0,-21-98 209 0 0,-2-1-45 0 0,2 0-1 0 0,0 0 0 0 0,1-1 1 0 0,1 0-1 0 0,1 0 0 0 0,0-1 1 0 0,23 33-1 0 0,-11-27-42 0 0,1-1 0 0 0,1-1 0 0 0,0 0 0 0 0,33 21 0 0 0,113 65-181 0 0,-124-82 231 0 0,1-2 0 0 0,1-2 0 0 0,1-2 0 0 0,1-2-1 0 0,1-3 1 0 0,0-1 0 0 0,1-3 0 0 0,1-2-1 0 0,-1-2 1 0 0,1-2 0 0 0,60-3 0 0 0,343-12 546 0 0,-409 7-256 0 0,-1-3 0 0 0,0-2-1 0 0,64-18 1 0 0,125-60 108 0 0,-199 70-291 0 0,0-1-1 0 0,-1-2 1 0 0,0-1-1 0 0,-2-1 1 0 0,-1-2 0 0 0,0-1-1 0 0,-2-2 1 0 0,-1-1-1 0 0,-1-1 1 0 0,-1-1-1 0 0,-2-1 1 0 0,-1-1 0 0 0,-1-2-1 0 0,-2 0 1 0 0,-1-1-1 0 0,25-65 1 0 0,-24 41 191 0 0,-2 0 0 0 0,13-74 0 0 0,-28 109-20 0 0,0-1 1 0 0,-2 1-1 0 0,0-1 0 0 0,-2 1 0 0 0,0-1 1 0 0,-2 1-1 0 0,0 0 0 0 0,-2 0 1 0 0,-7-24-1 0 0,1 15 28 0 0,-1 1-1 0 0,-1 0 0 0 0,-2 1 1 0 0,-1 1-1 0 0,-39-54 1 0 0,43 68-165 0 0,0 1 0 0 0,-1 1 0 0 0,-1 0 0 0 0,0 0 0 0 0,0 2 0 0 0,-1 0 0 0 0,-1 0 1 0 0,0 2-1 0 0,0 0 0 0 0,-1 0 0 0 0,0 2 0 0 0,-25-8 0 0 0,-9 3 12 0 0,0 1 0 0 0,0 4 0 0 0,-1 1 0 0 0,-53 1 0 0 0,-208 16-230 0 0,302-10 138 0 0,-217 20-940 0 0,116 3-1419 0 0,85-16 390 0 0,0 1 0 0 0,-25 12-1 0 0,23-6-1032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4:13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0 6965 0 0,'0'0'6912'0'0,"-10"3"-6516"0"0,5-2-2699 0 0,-41 6-5478 0 0,43-6 5448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4:14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6081 0 0,'20'7'2623'0'0,"-15"-6"-6185"0"0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4:16.7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6621 0 0,'0'0'-560'0'0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4:18.0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4164 0 0,'0'0'2881'0'0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4:18.7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4820 0 0,'0'0'-324'0'0,"22"23"-2528"0"0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4:21.1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 2676 0 0,'20'-3'2825'0'0,"-8"-6"-3110"0"0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4:21.8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4108 0 0,'0'0'-174'0'0,"6"12"-1949"0"0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4:23.4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3232 0 0,'40'5'391'0'0,"-32"-4"422"0"0,22-12 4351 0 0,-22 8-9759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4:24.0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6497 0 0,'0'0'-576'0'0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4:26.7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7 4444 0 0,'-17'-6'1529'0'0,"24"14"3884"0"0,6 4-3018 0 0,1 4-4024 0 0,209 261 2103 0 0,-111-137-1438 0 0,-112-139 618 0 0,1 1 0 0 0,0-1 0 0 0,0 0 0 0 0,0 1 0 0 0,0-1 0 0 0,0 0 0 0 0,1 0 0 0 0,-1 0 0 0 0,0 0 0 0 0,0 0 0 0 0,1 0 0 0 0,-1 0 0 0 0,1 0-1 0 0,-1-1 1 0 0,1 1 0 0 0,-1-1 0 0 0,1 1 0 0 0,-1-1 0 0 0,3 1 0 0 0,-2 0-2539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4:27.3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215 5 6485 0 0,'0'0'-256'0'0,"0"0"250"0"0,0-1 0 0 0,0 1 1 0 0,-1 0-1 0 0,1-1 1 0 0,0 1-1 0 0,0 0 1 0 0,-1 0-1 0 0,1-1 0 0 0,0 1 1 0 0,0 0-1 0 0,-1 0 1 0 0,1-1-1 0 0,0 1 0 0 0,-1 0 1 0 0,1 0-1 0 0,0 0 1 0 0,-1 0-1 0 0,1 0 1 0 0,0-1-1 0 0,-1 1 0 0 0,1 0 1 0 0,0 0-1 0 0,-1 0 1 0 0,1 0-1 0 0,0 0 1 0 0,-1 0-1 0 0,1 0 0 0 0,-1 0 1 0 0,1 0-1 0 0,0 0 1 0 0,-1 1-1 0 0,1-1 1 0 0,0 0-1 0 0,-1 0 0 0 0,1 0 1 0 0,0 0-1 0 0,-1 0 1 0 0,1 1-1 0 0,0-1 1 0 0,-1 0-1 0 0,1 0 0 0 0,0 0 1 0 0,-1 1-1 0 0,-21 22 424 0 0,1 1 0 0 0,1 1 0 0 0,-20 32 0 0 0,18-25 128 0 0,-1-1 0 0 0,-29 29 1 0 0,60-62-594 0 0,4 0 10 0 0,0 1 0 0 0,1 0 0 0 0,-1 0 1 0 0,18 2-1 0 0,63 15-387 0 0,63 6-4367 0 0,-134-22 2799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4:30.1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1224 112 5216 0 0,'-35'-12'-449'0'0,"-45"-19"1859"0"0,62 22-920 0 0,-1 1 1 0 0,-1 1 0 0 0,1 1-1 0 0,-1 1 1 0 0,-36-6 0 0 0,-169-12 3041 0 0,209 24-3364 0 0,0-1-1 0 0,0 2 1 0 0,-16 3-1 0 0,16-2-103 0 0,-15 0 143 0 0,15-2-103 0 0,0 1 0 0 0,0 0 0 0 0,0 1 0 0 0,1 1 0 0 0,-1 0 0 0 0,1 1-1 0 0,-16 8 1 0 0,-35 5 311 0 0,41-5-364 0 0,1 1 0 0 0,0 1 0 0 0,0 1 0 0 0,2 1 0 0 0,0 1-1 0 0,1 1 1 0 0,1 1 0 0 0,1 0 0 0 0,0 2 0 0 0,2 0 0 0 0,1 1 0 0 0,0 1 0 0 0,-15 33 0 0 0,19-31-26 0 0,-4 9 8 0 0,0 2 0 0 0,3 0 0 0 0,-13 52 0 0 0,26-87-20 0 0,-5 14 169 0 0,2 1 1 0 0,0 0-1 0 0,1 1 1 0 0,1-1-1 0 0,1 0 1 0 0,0 1-1 0 0,1-1 1 0 0,1 0-1 0 0,5 25 1 0 0,-3-30-87 0 0,1 9 36 0 0,1 0 0 0 0,1 0 0 0 0,1 0 0 0 0,0-1 0 0 0,2-1 0 0 0,0 0 0 0 0,1 0 0 0 0,1-1 0 0 0,16 19 0 0 0,-8-17-22 0 0,0-1 0 0 0,2-1-1 0 0,0 0 1 0 0,1-2 0 0 0,1-1-1 0 0,0 0 1 0 0,1-2 0 0 0,0-1-1 0 0,1-1 1 0 0,1-1-1 0 0,0-1 1 0 0,0-2 0 0 0,0 0-1 0 0,39 3 1 0 0,18-3 197 0 0,0-4 0 0 0,0-4 1 0 0,127-16-1 0 0,-175 11-192 0 0,0-2 0 0 0,0-1-1 0 0,-1-2 1 0 0,0-1 0 0 0,-1-2 0 0 0,0-1 0 0 0,-2-2-1 0 0,0-1 1 0 0,0-1 0 0 0,34-30 0 0 0,-44 32 8 0 0,0-1 0 0 0,-2-2-1 0 0,0 0 1 0 0,-2-1 0 0 0,0 0 0 0 0,-1-2 0 0 0,-1 0 0 0 0,-1-1 0 0 0,-2-1-1 0 0,0 0 1 0 0,-2 0 0 0 0,0-2 0 0 0,8-32 0 0 0,-14 39-49 0 0,-1-1 1 0 0,-1 1-1 0 0,-1-1 1 0 0,0 0-1 0 0,-2 1 0 0 0,0-1 1 0 0,-5-29-1 0 0,3 38-61 0 0,-1 0 0 0 0,0 0-1 0 0,0 0 1 0 0,-1 0 0 0 0,-1 1 0 0 0,0-1-1 0 0,-1 1 1 0 0,0 0 0 0 0,0 1-1 0 0,-1 0 1 0 0,-1 0 0 0 0,0 0 0 0 0,-14-14-1 0 0,-17-12-10 0 0,-2 1 0 0 0,-1 2-1 0 0,-1 2 1 0 0,-86-46-1 0 0,99 64-12 0 0,0 2-1 0 0,-1 1 0 0 0,-1 2 0 0 0,1 1 0 0 0,-1 1 1 0 0,0 2-1 0 0,-1 1 0 0 0,-37 2 0 0 0,53 2 12 0 0,-150 13-40 0 0,142-11 32 0 0,0 2 1 0 0,0 0 0 0 0,0 2 0 0 0,-33 14 0 0 0,7-1 11 0 0,-59 15 0 0 0,71-24-6 0 0,3 2-164 0 0,15-3-4123 0 0,19-9 2201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4:32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 9609 0 0,'0'0'-640'0'0,"16"3"-1240"0"0,3-15 548 0 0,-6 6-1029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4:35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 4492 0 0,'0'0'-138'0'0,"-1"1"-186"0"0,0 0 225 0 0,-1 0 0 0 0,1 0 0 0 0,1 0 1 0 0,-1 1-1 0 0,0-1 0 0 0,0 0 1 0 0,0 1-1 0 0,1-1 0 0 0,-1 1 0 0 0,1-1 1 0 0,-1 3-1 0 0,15 14-1449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4:41.5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0 2356 0 0,'0'0'748'0'0,"2"37"2845"0"0,-10-27-6458 0 0,-5-5 889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4:45.0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1 172 5208 0 0,'0'0'5336'0'0,"1"-17"-4658"0"0,10-2-375 0 0,-2-1 0 0 0,12-33 0 0 0,-19 48-283 0 0,17-41 348 0 0,-18 44-339 0 0,0-5 2 0 0,0 5-22 0 0,1 7 42 0 0,8 169-7 0 0,-2-3-10 0 0,24 27 82 0 0,-32-195-93 0 0,0-1 1 0 0,1 0-1 0 0,-1 1 0 0 0,0-1 0 0 0,0 1 0 0 0,0-1 1 0 0,-1 1-1 0 0,1-1 0 0 0,-1 1 0 0 0,1-1 0 0 0,-1 1 1 0 0,0-1-1 0 0,0 0 0 0 0,0 0 0 0 0,0 1 0 0 0,0-1 1 0 0,0 0-1 0 0,-2 2 0 0 0,1-2 19 0 0,-18 0 363 0 0,-23-4 340 0 0,39 2-364 0 0,176-3 437 0 0,-120 5-936 0 0,-49-1 17 0 0,12-6-4104 0 0,-11 4-2560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4:48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 5669 0 0,'-1'1'9'0'0,"0"0"0"0"0,0 0 0 0 0,0 0 0 0 0,0 0 0 0 0,1 1 0 0 0,-1-1 0 0 0,0 0 0 0 0,0 0 0 0 0,1 1 0 0 0,-1-1 0 0 0,1 1 0 0 0,-1-1 0 0 0,1 0 0 0 0,0 1 0 0 0,-1-1 0 0 0,1 1 1 0 0,0-1-1 0 0,0 1 0 0 0,0-1 0 0 0,0 1 0 0 0,0-1 0 0 0,0 1 0 0 0,1-1 0 0 0,-1 1 0 0 0,0-1 0 0 0,1 0 0 0 0,-1 1 0 0 0,2 1 0 0 0,-1-1 21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4:49.6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 4088 0 0,'5'-1'-144'0'0,"35"-3"-300"0"0,-37 3 396 0 0,16 0-544 0 0,-18 1 505 0 0,0 0 1 0 0,0 0 0 0 0,0 0-1 0 0,0 1 1 0 0,0-1 0 0 0,0 0-1 0 0,0 1 1 0 0,0-1 0 0 0,0 1-1 0 0,0-1 1 0 0,0 1 0 0 0,0 0-1 0 0,0-1 1 0 0,-1 1-1 0 0,3 1 1 0 0,-1 5-448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4:51.3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 2200 0 0,'0'0'6651'0'0,"-4"0"-6285"0"0,-11 2-24 0 0,12-1 1406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05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6793 0 0,'0'0'-186'0'0,"35"9"2613"0"0,-26-6-6673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07.2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6073 0 0,'0'0'-522'0'0,"16"-7"-2364"0"0,-2 1 1222 0 0,-9-1 1303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14.8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 1248 0 0,'0'0'-64'0'0,"16"-6"-28"0"0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21.5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0 648 0 0,'13'5'-13'0'0,"-10"-4"29"0"0,32 2 34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28.2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1056 0 0,'15'0'445'0'0,"17"2"1410"0"0,-28-2-1569 0 0,12 3-1904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46.8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196 153 7629 0 0,'6'-5'454'0'0,"-4"3"-207"0"0,-5 6 1223 0 0,-40 41-825 0 0,15-16-192 0 0,0 2 0 0 0,2 0 0 0 0,-40 64-1 0 0,56-74 3 0 0,12-15 528 0 0,25-20 0 0 0,-21 10-1204 0 0,12-11 301 0 0,-1 0 1 0 0,0-1-1 0 0,-1 0 0 0 0,-1-2 1 0 0,0 1-1 0 0,14-25 0 0 0,5-4 47 0 0,16-22 13 0 0,-20 26 7 0 0,40-43-1 0 0,-68 84-140 0 0,-1 0-1 0 0,0 0 0 0 0,1 0 1 0 0,-1 0-1 0 0,1 1 1 0 0,-1-1-1 0 0,1 0 1 0 0,-1 1-1 0 0,1-1 1 0 0,-1 1-1 0 0,1 0 0 0 0,-1-1 1 0 0,1 1-1 0 0,0 0 1 0 0,-1 0-1 0 0,1 0 1 0 0,0 0-1 0 0,-1 0 0 0 0,1 0 1 0 0,-1 1-1 0 0,1-1 1 0 0,0 1-1 0 0,-1-1 1 0 0,1 1-1 0 0,-1-1 1 0 0,1 1-1 0 0,-1 0 0 0 0,0 0 1 0 0,1 0-1 0 0,-1 0 1 0 0,0 0-1 0 0,2 1 1 0 0,49 45 170 0 0,-37-31-85 0 0,-2-4 4 0 0,49 48 523 0 0,2-3-1 0 0,135 93 0 0 0,-263-181 279 0 0,-2 3-1 0 0,-91-26 0 0 0,79 28-573 0 0,-77-20-455 0 0,152 45-381 0 0,11-4-9030 0 0,12-1 8672 0 0,-18 6 308 0 0,31-10-2695 0 0,7 2-979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40.9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500 210 5665 0 0,'-4'-143'4079'0'0,"5"93"-1396"0"0,-1 48-2284 0 0,0-9 43 0 0,0 7-223 0 0,0 8 1117 0 0,-6 87-585 0 0,-4 0 0 0 0,-28 113 1 0 0,26-141-482 0 0,-84 404 1011 0 0,-94 538 765 0 0,77-459 31 0 0,102-510-1810 0 0,7-24-118 0 0,0 1-1 0 0,0-1 1 0 0,1 1-1 0 0,-2 22 1 0 0,5-33-144 0 0,0-8-5317 0 0,-1-7 3689 0 0,2 0 0 0 0,0 0-1 0 0,1 1 1 0 0,0-1-1 0 0,1 1 1 0 0,5-17 0 0 0,2-1-3612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41.7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455 56 10377 0 0,'-11'-8'-125'0'0,"0"0"0"0"0,-1 1 0 0 0,0 0 1 0 0,0 1-1 0 0,-16-5 0 0 0,9 3 651 0 0,74 29-447 0 0,2-3 0 0 0,0-3 0 0 0,83 13 0 0 0,-54-12-37 0 0,274 51 24 0 0,557 30-1 0 0,-658-88 504 0 0,-257-9-559 0 0,0 0-1 0 0,0 0 0 0 0,0 0 1 0 0,0 1-1 0 0,0-1 1 0 0,0 1-1 0 0,0-1 0 0 0,0 1 1 0 0,0 0-1 0 0,-1-1 1 0 0,1 1-1 0 0,0 0 0 0 0,0 0 1 0 0,-1 0-1 0 0,1 1 0 0 0,-1-1 1 0 0,1 0-1 0 0,-1 1 1 0 0,0-1-1 0 0,1 0 0 0 0,-1 1 1 0 0,0 0-1 0 0,0-1 0 0 0,0 1 1 0 0,0 0-1 0 0,0-1 1 0 0,0 1-1 0 0,-1 0 0 0 0,1 0 1 0 0,0 0-1 0 0,-1 0 0 0 0,1 3 1 0 0,-1 4 7 0 0,1 1 1 0 0,-2-1-1 0 0,1 1 0 0 0,-1-1 1 0 0,-3 14-1 0 0,2-15-5 0 0,-84 397 288 0 0,11-62-64 0 0,-79 732 2286 0 0,146-996-2235 0 0,-77 565 2895 0 0,83-631-3001 0 0,-8 37 686 0 0,9-47-741 0 0,0-1-1 0 0,1 1 1 0 0,-1 0-1 0 0,0-1 0 0 0,0 1 1 0 0,-1 0-1 0 0,1-1 1 0 0,0 0-1 0 0,-1 1 1 0 0,0-1-1 0 0,1 0 0 0 0,-1 0 1 0 0,-3 3-1 0 0,4-5-69 0 0,0 0 0 0 0,0 0 0 0 0,0 0-1 0 0,-1 0 1 0 0,1 0 0 0 0,0 0 0 0 0,0-1-1 0 0,-1 1 1 0 0,1 0 0 0 0,0-1 0 0 0,0 1-1 0 0,0-1 1 0 0,0 1 0 0 0,-1-1 0 0 0,1 0 0 0 0,0 1-1 0 0,0-1 1 0 0,0 0 0 0 0,0 0 0 0 0,0 1-1 0 0,1-1 1 0 0,-1 0 0 0 0,0 0 0 0 0,0 0-1 0 0,1 0 1 0 0,-1 0 0 0 0,0-1 0 0 0,1 1-1 0 0,-2-2 1 0 0,1 1-25 0 0,-41-64 692 0 0,32 47-622 0 0,-2 0 0 0 0,0 2 0 0 0,0-1 1 0 0,-2 2-1 0 0,0 0 0 0 0,-27-24 0 0 0,10 18-41 0 0,-1 1-1 0 0,-1 2 0 0 0,-1 1 0 0 0,0 2 1 0 0,-2 1-1 0 0,1 2 0 0 0,-55-13 1 0 0,-6 5 40 0 0,-166-15 1 0 0,78 22-5 0 0,-314 16 1 0 0,425 4-189 0 0,-142 6-3634 0 0,213-12 3355 0 0,0 0 0 0 0,1-1 0 0 0,-1 1 0 0 0,0-1-1 0 0,1 1 1 0 0,-1-1 0 0 0,0 1 0 0 0,1-1 0 0 0,-1 0-1 0 0,1 0 1 0 0,-1 0 0 0 0,1 0 0 0 0,-1 0 0 0 0,1 0-1 0 0,0 0 1 0 0,0 0 0 0 0,-1-1 0 0 0,1 1 0 0 0,0 0 0 0 0,0-1-1 0 0,0 1 1 0 0,0-1 0 0 0,1 1 0 0 0,-1-1 0 0 0,0 0-1 0 0,1 1 1 0 0,-1-1 0 0 0,1 0 0 0 0,-1 1 0 0 0,1-1-1 0 0,0 0 1 0 0,0 0 0 0 0,0 1 0 0 0,0-1 0 0 0,0 0 0 0 0,0-1-1 0 0,0-14-5193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42.1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589 177 10877 0 0,'9'-32'-220'0'0,"-4"12"389"0"0,1 0 1 0 0,1 0-1 0 0,0 1 0 0 0,2 0 0 0 0,14-26 0 0 0,-22 44 229 0 0,-1 8-266 0 0,-1 1 0 0 0,0-1-1 0 0,-1 0 1 0 0,0 1-1 0 0,0-1 1 0 0,-6 12 0 0 0,-2 9 93 0 0,-450 1693 8221 0 0,374-1366-5728 0 0,86-352-2671 0 0,-1 1 1 0 0,0-1-1 0 0,0 0 0 0 0,0 0 1 0 0,0 1-1 0 0,0-1 1 0 0,-1 0-1 0 0,1 0 0 0 0,-1 0 1 0 0,-2 2-1 0 0,3-5-105 0 0,1 0-1 0 0,0 0 1 0 0,-1 0-1 0 0,1 0 1 0 0,-1 0-1 0 0,1 0 1 0 0,0 0 0 0 0,-1 0-1 0 0,1 0 1 0 0,-1 0-1 0 0,1 0 1 0 0,-1 0-1 0 0,1 0 1 0 0,0 0-1 0 0,-1-1 1 0 0,1 1 0 0 0,0 0-1 0 0,-1 0 1 0 0,1 0-1 0 0,0-1 1 0 0,-1 1-1 0 0,1 0 1 0 0,0-1 0 0 0,-1 1-1 0 0,1 0 1 0 0,0-1-1 0 0,0 1 1 0 0,-1 0-1 0 0,1-1 1 0 0,0 1-1 0 0,0 0 1 0 0,0-1 0 0 0,-1 1-1 0 0,1-1 1 0 0,0 1-1 0 0,0 0 1 0 0,0-1-1 0 0,0 1 1 0 0,0-1-1 0 0,0 1 1 0 0,0 0 0 0 0,0-1-1 0 0,-15-79-7305 0 0,12 58 6042 0 0,-19-69-5221 0 0,6 41 1239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42.4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240 110 11293 0 0,'-61'-25'223'0'0,"-117"-54"4382"0"0,185 78-4239 0 0,29-2-199 0 0,-1 1-1 0 0,1 2 1 0 0,0 2 0 0 0,0 1 0 0 0,53 11-1 0 0,-7-2-3 0 0,481 79 420 0 0,393 40-173 0 0,-948-130-401 0 0,68-1 78 0 0,-71 0-81 0 0,0 0 0 0 0,-1-1 1 0 0,1 0-1 0 0,0 0 0 0 0,0 0 1 0 0,0-1-1 0 0,0 1 0 0 0,-1-1 1 0 0,1 0-1 0 0,-1-1 0 0 0,1 1 1 0 0,5-5-1 0 0,-10 6-20 0 0,1 1 0 0 0,0-1 0 0 0,-1 0-1 0 0,1 1 1 0 0,0-1 0 0 0,-1 0 0 0 0,1 0 0 0 0,-1 0-1 0 0,1 0 1 0 0,-1 1 0 0 0,1-1 0 0 0,-1 0 0 0 0,0 0 0 0 0,1 0-1 0 0,-1 0 1 0 0,0 0 0 0 0,0 0 0 0 0,0 0 0 0 0,0 0 0 0 0,0 0-1 0 0,0 0 1 0 0,0 0 0 0 0,0 0 0 0 0,0 0 0 0 0,0 0-1 0 0,-1-1 1 0 0,0-1-115 0 0,0 1-1 0 0,-1-1 0 0 0,1 1 0 0 0,0 0 1 0 0,-1 0-1 0 0,0-1 0 0 0,0 1 0 0 0,1 0 1 0 0,-5-3-1 0 0,0 1-691 0 0,0-1 0 0 0,0 1 0 0 0,-1 0 0 0 0,1 0 0 0 0,-1 1 0 0 0,-10-5 0 0 0,-25 2-4656 0 0,21 3 1416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43.4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169 47 8025 0 0,'0'0'-202'0'0,"-24"-45"3155"0"0,21 45-2887 0 0,1-1 1 0 0,0 1-1 0 0,0 0 0 0 0,0-1 0 0 0,0 1 0 0 0,0 0 0 0 0,0 1 1 0 0,0-1-1 0 0,-1 0 0 0 0,1 1 0 0 0,0-1 0 0 0,0 1 0 0 0,0-1 1 0 0,0 1-1 0 0,0 0 0 0 0,0 0 0 0 0,1 0 0 0 0,-1 0 0 0 0,0 0 1 0 0,0 1-1 0 0,1-1 0 0 0,-1 0 0 0 0,0 1 0 0 0,-1 2 0 0 0,-44 41 709 0 0,13 8-104 0 0,32-49-624 0 0,0-1 0 0 0,1 1 0 0 0,-1-1 0 0 0,1 1 0 0 0,0 0 0 0 0,0-1 0 0 0,0 1 0 0 0,1 0 0 0 0,-1 0 0 0 0,1 0 0 0 0,0 0-1 0 0,0-1 1 0 0,1 6 0 0 0,-1-8-33 0 0,1 0-1 0 0,-1-1 0 0 0,1 1 0 0 0,-1 0 1 0 0,1 0-1 0 0,0 0 0 0 0,-1-1 1 0 0,1 1-1 0 0,0 0 0 0 0,0-1 0 0 0,-1 1 1 0 0,1 0-1 0 0,0-1 0 0 0,0 1 1 0 0,0-1-1 0 0,0 1 0 0 0,0-1 0 0 0,0 0 1 0 0,0 1-1 0 0,0-1 0 0 0,0 0 1 0 0,0 0-1 0 0,0 0 0 0 0,0 0 0 0 0,0 0 1 0 0,0 0-1 0 0,0 0 0 0 0,0 0 1 0 0,0 0-1 0 0,0 0 0 0 0,0 0 0 0 0,0-1 1 0 0,0 1-1 0 0,1-1 0 0 0,24-7 70 0 0,-20 6-22 0 0,0 0-1 0 0,0-1 1 0 0,-1 0 0 0 0,0 0 0 0 0,1 0 0 0 0,-1-1 0 0 0,0 1 0 0 0,0-1 0 0 0,-1 0 0 0 0,1-1-1 0 0,-1 1 1 0 0,0-1 0 0 0,0 0 0 0 0,-1 0 0 0 0,4-6 0 0 0,-6 10-51 0 0,-1 0 0 0 0,0 1 1 0 0,0-1-1 0 0,1 0 0 0 0,-1 0 0 0 0,0 1 1 0 0,0-1-1 0 0,0 0 0 0 0,0 0 0 0 0,0 1 1 0 0,0-1-1 0 0,0 0 0 0 0,0 0 0 0 0,0 0 1 0 0,0 1-1 0 0,0-1 0 0 0,0 0 1 0 0,0 0-1 0 0,-1 1 0 0 0,1-1 0 0 0,0 0 1 0 0,-1 0-1 0 0,1 1 0 0 0,-1-1 0 0 0,1 0 1 0 0,-1 1-1 0 0,1-1 0 0 0,-1 1 0 0 0,1-1 1 0 0,-1 0-1 0 0,1 1 0 0 0,-1-1 0 0 0,0 1 1 0 0,1 0-1 0 0,-1-1 0 0 0,0 1 1 0 0,1-1-1 0 0,-2 1 0 0 0,-5-6 60 0 0,6 5-11 0 0,-2 0-163 0 0,0 0 1 0 0,0 0-1 0 0,0 0 0 0 0,0 0 1 0 0,0 0-1 0 0,0 1 0 0 0,0-1 1 0 0,0 1-1 0 0,0 0 0 0 0,0 0 0 0 0,0 0 1 0 0,-6 1-1 0 0,8 1-278 0 0,0 0 0 0 0,0 0 0 0 0,0 0 0 0 0,0 0 0 0 0,0 0 0 0 0,0 0 0 0 0,0 0 0 0 0,1 0 0 0 0,-1 0-1 0 0,1 0 1 0 0,-1 0 0 0 0,1 1 0 0 0,0-1 0 0 0,0 0 0 0 0,0 0 0 0 0,0 0 0 0 0,1 1 0 0 0,-1-1 0 0 0,0 0 0 0 0,1 0 0 0 0,-1 0 0 0 0,1 0 0 0 0,0 0 0 0 0,0 0 0 0 0,0 0 0 0 0,0 0-1 0 0,2 3 1 0 0,3 9-2300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44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82 6281 0 0,'0'0'368'0'0,"21"-28"6138"0"0,-13 9-2556 0 0,-8 17-1755 0 0,-13-25 1124 0 0,11 21-6570 0 0,-8 8-6692 0 0,-27 16 6653 0 0,12 1-989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44.6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8229 0 0,'51'-6'-178'0'0,"-48"6"751"0"0,-2 1-502 0 0,-1-1-1 0 0,1 1 0 0 0,0-1 1 0 0,-1 1-1 0 0,1-1 1 0 0,-1 1-1 0 0,1 0 1 0 0,-1 0-1 0 0,1-1 1 0 0,-1 1-1 0 0,1 0 1 0 0,-1 0-1 0 0,0-1 0 0 0,1 1 1 0 0,-1 0-1 0 0,0 0 1 0 0,1 1-1 0 0,-5 7 316 0 0,-7 23 2153 0 0,10-30-1898 0 0,0 9-673 0 0,7-10 2853 0 0,71-46-1382 0 0,-75 44-791 0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47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464 280 9421 0 0,'2'4'-99'0'0,"4"20"44"0"0,-8-14 142 0 0,0 1 0 0 0,-1-1 0 0 0,-1 0 1 0 0,1 0-1 0 0,-2 0 0 0 0,0 0 0 0 0,-6 9 0 0 0,-4 11 313 0 0,-16 36 2176 0 0,30-64-959 0 0,3-8-1201 0 0,22-47 242 0 0,3 0 0 0 0,61-91 0 0 0,91-85 229 0 0,-179 228-882 0 0,1 0-1 0 0,-1 0 1 0 0,1 1 0 0 0,-1-1-1 0 0,1 0 1 0 0,0 1-1 0 0,-1-1 1 0 0,1 1-1 0 0,0-1 1 0 0,0 1 0 0 0,-1-1-1 0 0,1 1 1 0 0,0 0-1 0 0,0-1 1 0 0,0 1-1 0 0,-1 0 1 0 0,1-1 0 0 0,0 1-1 0 0,0 0 1 0 0,0 0-1 0 0,0 0 1 0 0,0 0-1 0 0,0 0 1 0 0,-1 0 0 0 0,1 0-1 0 0,0 0 1 0 0,0 0-1 0 0,0 0 1 0 0,0 1-1 0 0,0-1 1 0 0,0 0 0 0 0,-1 1-1 0 0,1-1 1 0 0,0 0-1 0 0,0 1 1 0 0,-1-1-1 0 0,1 1 1 0 0,0-1 0 0 0,0 1-1 0 0,-1 0 1 0 0,1-1-1 0 0,-1 1 1 0 0,1 0-1 0 0,0-1 1 0 0,0 2-1 0 0,23 43 53 0 0,127 343 303 0 0,-61-171 947 0 0,-89-215-720 0 0,-8-3-342 0 0,-15-3-111 0 0,0-1 0 0 0,1-1 1 0 0,-1 0-1 0 0,-35-18 0 0 0,-19-5 46 0 0,46 19-482 0 0,0 1 1 0 0,0 1-1 0 0,-1 2 1 0 0,0 1-1 0 0,0 1 1 0 0,-1 2-1 0 0,1 1 1 0 0,-1 2-1 0 0,1 1 0 0 0,0 1 1 0 0,0 2-1 0 0,-55 15 1 0 0,50-9-1389 0 0,2 2 1 0 0,-1 2-1 0 0,2 1 1 0 0,0 2-1 0 0,1 1 1 0 0,-45 35 0 0 0,30-14-2160 0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48.3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649 57 7689 0 0,'-15'-16'-450'0'0,"12"13"435"0"0,1 0-1 0 0,-1 0 1 0 0,0 0 0 0 0,1 0 0 0 0,-1 0 0 0 0,0 1-1 0 0,-1-1 1 0 0,1 1 0 0 0,0 0 0 0 0,-1 0-1 0 0,1 0 1 0 0,-1 0 0 0 0,0 1 0 0 0,0 0 0 0 0,1-1-1 0 0,-1 1 1 0 0,0 1 0 0 0,0-1 0 0 0,0 0 0 0 0,0 1-1 0 0,0 0 1 0 0,0 0 0 0 0,0 0 0 0 0,0 1-1 0 0,0-1 1 0 0,-5 2 0 0 0,-11 5 144 0 0,1 1 0 0 0,1 1 0 0 0,0 1 0 0 0,0 0 0 0 0,0 1 0 0 0,2 1 0 0 0,-1 1-1 0 0,2 0 1 0 0,0 1 0 0 0,-21 25 0 0 0,-2 6 293 0 0,2 1 0 0 0,-47 81 0 0 0,66-97-193 0 0,1 0 0 0 0,2 1 0 0 0,1 0 0 0 0,2 1 0 0 0,1 0 0 0 0,1 1-1 0 0,-7 54 1 0 0,15-73-107 0 0,0 0-1 0 0,1 0 1 0 0,0 0-1 0 0,1 0 1 0 0,1 0-1 0 0,0 0 1 0 0,1 0-1 0 0,1-1 1 0 0,7 18-1 0 0,-7-22-44 0 0,0 0-1 0 0,1 0 1 0 0,1-1 0 0 0,-1 0-1 0 0,1 0 1 0 0,1 0-1 0 0,-1-1 1 0 0,1 0 0 0 0,1 0-1 0 0,-1-1 1 0 0,1 0-1 0 0,0 0 1 0 0,1-1 0 0 0,13 7-1 0 0,-2-3 9 0 0,0-2 0 0 0,1 0 0 0 0,0-1-1 0 0,0-1 1 0 0,1-2 0 0 0,-1 0 0 0 0,1-1 0 0 0,0-1-1 0 0,0 0 1 0 0,-1-2 0 0 0,1-1 0 0 0,0-1 0 0 0,23-6-1 0 0,-15 3-23 0 0,0-3 0 0 0,0 0 0 0 0,-1-2 0 0 0,0-1 0 0 0,-1-2-1 0 0,0-1 1 0 0,-1 0 0 0 0,37-30 0 0 0,-46 29-84 0 0,-2 0 0 0 0,0-1 0 0 0,0-1 0 0 0,-2-1 0 0 0,0 0 0 0 0,-1-1 0 0 0,-1 0 0 0 0,-1-1 0 0 0,-1 0 0 0 0,-1-1 0 0 0,-1 0 1 0 0,-1 0-1 0 0,0-1 0 0 0,-2 0 0 0 0,-1 0 0 0 0,3-44 0 0 0,-7 51-37 0 0,0 0 0 0 0,-1 0 0 0 0,0 0 0 0 0,-2 0 0 0 0,0 1 0 0 0,0-1 0 0 0,-2 1 0 0 0,0 0-1 0 0,0 0 1 0 0,-1 0 0 0 0,-11-17 0 0 0,10 21 15 0 0,-1 1-1 0 0,0-1 0 0 0,-1 1 1 0 0,0 1-1 0 0,0 0 0 0 0,-1 0 1 0 0,0 1-1 0 0,-1 0 1 0 0,1 0-1 0 0,-2 1 0 0 0,1 1 1 0 0,-1 0-1 0 0,0 1 0 0 0,-25-8 1 0 0,14 7-77 0 0,0 2 0 0 0,-1 0 0 0 0,1 2 1 0 0,-1 0-1 0 0,1 2 0 0 0,-1 0 1 0 0,0 2-1 0 0,1 1 0 0 0,-1 1 0 0 0,1 0 1 0 0,0 2-1 0 0,0 1 0 0 0,-27 11 1 0 0,6 1-776 0 0,1 2 1 0 0,1 1 0 0 0,1 3 0 0 0,1 1-1 0 0,-60 51 1 0 0,38-16-1337 0 0,14 0-243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49.6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426 625 6185 0 0,'0'0'432'0'0,"-5"-2"-90"0"0,-8-5 321 0 0,1 0 0 0 0,0 0 0 0 0,0-2 0 0 0,0 1 0 0 0,1-2 0 0 0,1 1 0 0 0,0-1 0 0 0,0-1 0 0 0,-14-20 0 0 0,-3-7 1001 0 0,-38-72-1 0 0,-16-74 624 0 0,76 173-2167 0 0,-6-13 410 0 0,-14-43 0 0 0,24 65-436 0 0,0 5-90 0 0,0-1 0 0 0,1 1 0 0 0,-1 0 0 0 0,1 0 0 0 0,0-1-1 0 0,0 1 1 0 0,0 0 0 0 0,0 0 0 0 0,0-1 0 0 0,0 1 0 0 0,1 0 0 0 0,1 3 0 0 0,-1 2 4 0 0,4 27 17 0 0,1 0-1 0 0,2-1 1 0 0,18 49 0 0 0,-2-6-3 0 0,51 150 98 0 0,-57-185 392 0 0,-18-41-296 0 0,1-6-120 0 0,5-30 6 0 0,-3-1-1 0 0,0 0 0 0 0,-5-57 1 0 0,-18-113 58 0 0,12 168-147 0 0,0-22-130 0 0,2 64 97 0 0,-1 3-103 0 0,1 0 0 0 0,0 0 0 0 0,0 1-1 0 0,1 0 1 0 0,0 0 0 0 0,1 0 0 0 0,0 0 0 0 0,0 1-1 0 0,0 0 1 0 0,-3 14 0 0 0,4-14-176 0 0,-5 13 250 0 0,2-7-5555 0 0,6-38 2562 0 0,1 7 2682 0 0,-1 1-1 0 0,0-1 0 0 0,-2 0 0 0 0,1 1 0 0 0,-6-20 0 0 0,4 24 436 0 0,-1 0 0 0 0,0 0 0 0 0,-1 0 0 0 0,0 1 0 0 0,-1 0 0 0 0,0 0 0 0 0,-1 0 0 0 0,0 0-1 0 0,0 1 1 0 0,-1 1 0 0 0,-15-15 0 0 0,-19-8 648 0 0,41 30-444 0 0,9 5-346 0 0,73 44-1331 0 0,-26-8-3606 0 0,-39-28 1899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52.4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269 18 6657 0 0,'0'0'-188'0'0,"4"-12"428"0"0,-2 7 390 0 0,-2 8 226 0 0,-10 59-368 0 0,-4 0 0 0 0,-2 0 0 0 0,-31 76 0 0 0,42-124-417 0 0,-128 347 2454 0 0,107-303-1669 0 0,25-56-888 0 0,-9-26-2555 0 0,6 18 2191 0 0,2-2-348 0 0,0 0 0 0 0,1 0 1 0 0,0 0-1 0 0,0-1 0 0 0,1-11 1 0 0,-1 2-727 0 0,1-14-1326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52.8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326 8 6617 0 0,'6'-7'537'0'0,"-9"6"-196"0"0,-21 10-38 0 0,-35 24 304 0 0,20-8 292 0 0,-1-1-1 0 0,-60 25 1 0 0,36-24 1172 0 0,61-24-871 0 0,10-8-982 0 0,12-11-70 0 0,1 1 0 0 0,0 0 0 0 0,36-20 0 0 0,-45 30-99 0 0,1 0 1 0 0,0 1-1 0 0,0 0 0 0 0,0 1 1 0 0,1 0-1 0 0,0 1 0 0 0,-1 1 1 0 0,2 0-1 0 0,19-2 0 0 0,-29 5-41 0 0,1 1 0 0 0,-1 0 0 0 0,1 0 0 0 0,-1 0 0 0 0,0 0 0 0 0,1 1 0 0 0,-1-1 0 0 0,0 1 0 0 0,0 0 0 0 0,0 0 0 0 0,0 1 0 0 0,0-1 0 0 0,-1 1 0 0 0,1 0 0 0 0,-1 0 0 0 0,4 4 0 0 0,6 7 29 0 0,-2 0 1 0 0,17 25-1 0 0,-18-23-8 0 0,12 21-36 0 0,17 23-697 0 0,-36-57 312 0 0,0 0-1 0 0,0 0 1 0 0,0 0 0 0 0,0 0-1 0 0,0-1 1 0 0,1 0-1 0 0,-1 1 1 0 0,5 1 0 0 0,-7-3 21 0 0,0-1 1 0 0,1 1 0 0 0,-1 0-1 0 0,1-1 1 0 0,-1 0-1 0 0,0 1 1 0 0,1-1 0 0 0,-1 0-1 0 0,1 1 1 0 0,-1-1-1 0 0,1 0 1 0 0,-1 0-1 0 0,1 0 1 0 0,-1 0 0 0 0,1-1-1 0 0,-1 1 1 0 0,2-1-1 0 0,13-1-2815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53.6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15 6969 0 0,'-13'1'-121'0'0,"10"-2"827"0"0,15 0 3631 0 0,246-13-2298 0 0,-211 15-2616 0 0,-1 1 1 0 0,0 3 0 0 0,88 20-1 0 0,-131-25 198 0 0,19 10-1385 0 0,-14 5-3473 0 0,-8-6 2849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53.9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336 75 6325 0 0,'4'-10'268'0'0,"1"0"1"0"0,0 0 0 0 0,0 0 0 0 0,1 1 0 0 0,12-14 0 0 0,-17 21 866 0 0,-7 7-760 0 0,-123 102 1051 0 0,67-59-3 0 0,-94 95 1 0 0,153-141-1328 0 0,1 1-1 0 0,0-1 0 0 0,0 0 0 0 0,0 1 1 0 0,0 0-1 0 0,0-1 0 0 0,0 1 1 0 0,1 0-1 0 0,0 0 0 0 0,-1 0 1 0 0,1 0-1 0 0,0 0 0 0 0,0 0 1 0 0,0 0-1 0 0,1 0 0 0 0,-1 0 1 0 0,1 0-1 0 0,0 1 0 0 0,0-1 0 0 0,0 0 1 0 0,1 6-1 0 0,0-6-11 0 0,1 1 0 0 0,-1-1 0 0 0,1 0 0 0 0,0 1 0 0 0,1-1 0 0 0,-1 0 0 0 0,0 0 0 0 0,1 0 0 0 0,-1-1 0 0 0,1 1 0 0 0,0 0 0 0 0,0-1 0 0 0,0 0 0 0 0,0 0 0 0 0,5 3 0 0 0,10 3-530 0 0,-1 0 1 0 0,1-1-1 0 0,0-1 1 0 0,1-1 0 0 0,35 6-1 0 0,-40-9-1078 0 0,-1 0-1 0 0,1 1 0 0 0,-1 1 0 0 0,0 0 0 0 0,17 8 0 0 0,-16-4-1959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55.9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0 7137 0 0,'0'0'8694'0'0,"-24"3"-20001"0"0,19-3 8639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57.0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38 5805 0 0,'0'0'-311'0'0,"29"-12"2370"0"0,-17 12-2100 0 0,22-4 5062 0 0,-24-4-5510 0 0,-9 6-803 0 0,-1-7-4812 0 0,0 7 3312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58.6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471 0 6301 0 0,'-23'3'-188'0'0,"11"-2"243"0"0,-1 0 0 0 0,1 0 0 0 0,0 1 0 0 0,0 1 0 0 0,0 0 0 0 0,0 1 0 0 0,1 0 0 0 0,-1 1 0 0 0,1 0 0 0 0,0 1 0 0 0,1 0 0 0 0,-14 10 0 0 0,10-4 143 0 0,0 0 0 0 0,0 2 0 0 0,1-1 0 0 0,1 2 0 0 0,0-1 0 0 0,1 2 0 0 0,1 0 1 0 0,-8 17-1 0 0,13-24-57 0 0,1 1 1 0 0,0-1 0 0 0,1 1 0 0 0,0 0 0 0 0,1 0 0 0 0,0 0-1 0 0,0 0 1 0 0,1 0 0 0 0,1 1 0 0 0,-1-1 0 0 0,2 0 0 0 0,-1 1-1 0 0,2-1 1 0 0,-1 0 0 0 0,1 0 0 0 0,5 15 0 0 0,0-10-10 0 0,1 0 1 0 0,0 0-1 0 0,0 0 0 0 0,2-1 1 0 0,0 0-1 0 0,0-1 1 0 0,1-1-1 0 0,1 1 1 0 0,0-2-1 0 0,1 1 1 0 0,0-2-1 0 0,1 0 0 0 0,0 0 1 0 0,0-2-1 0 0,1 1 1 0 0,0-2-1 0 0,0 0 1 0 0,1-1-1 0 0,21 6 1 0 0,-25-8-42 0 0,1-1 1 0 0,0 0 0 0 0,0-1-1 0 0,0 0 1 0 0,1-1 0 0 0,-1-1-1 0 0,0 0 1 0 0,0 0 0 0 0,1-2-1 0 0,-1 1 1 0 0,0-2 0 0 0,0 0-1 0 0,-1 0 1 0 0,1-1 0 0 0,0-1-1 0 0,-1 0 1 0 0,0 0 0 0 0,-1-2-1 0 0,1 1 1 0 0,-1-1 0 0 0,0-1-1 0 0,-1 0 1 0 0,1-1 0 0 0,-2 0-1 0 0,12-13 1 0 0,-12 10-38 0 0,-1-1 1 0 0,0 0-1 0 0,0 0 0 0 0,-2-1 1 0 0,0 1-1 0 0,0-2 0 0 0,-1 1 1 0 0,-1 0-1 0 0,0-1 0 0 0,-1 0 0 0 0,-1 0 1 0 0,0 0-1 0 0,-1 0 0 0 0,-2-26 1 0 0,0 29-36 0 0,0 1 1 0 0,0 0 0 0 0,-1 0 0 0 0,0 1 0 0 0,-1-1 0 0 0,-1 0-1 0 0,0 1 1 0 0,0 0 0 0 0,-1 0 0 0 0,0 0 0 0 0,0 0-1 0 0,-1 1 1 0 0,-1 0 0 0 0,0 0 0 0 0,0 0 0 0 0,0 1 0 0 0,-1 1-1 0 0,0-1 1 0 0,-1 1 0 0 0,-15-10 0 0 0,2 6-15 0 0,0 0 0 0 0,-1 2 0 0 0,0 1 0 0 0,0 0-1 0 0,-1 2 1 0 0,0 1 0 0 0,0 1 0 0 0,0 1 0 0 0,-42 0 0 0 0,38 3-277 0 0,1 1 0 0 0,-1 2-1 0 0,1 0 1 0 0,0 2 0 0 0,0 2 0 0 0,0 0-1 0 0,1 1 1 0 0,-36 18 0 0 0,47-19-412 0 0,1 1-1 0 0,0 1 1 0 0,-24 20 0 0 0,32-24 138 0 0,1-1 0 0 0,0 1 1 0 0,1 0-1 0 0,-1 1 0 0 0,1-1 1 0 0,0 1-1 0 0,0 0 0 0 0,1 0 1 0 0,-1 0-1 0 0,2 0 0 0 0,-1 0 1 0 0,-2 8-1 0 0,1 7-2651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58.9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7301 0 0,'0'0'-144'0'0,"26"0"-792"0"0,-1-3-937 0 0,4-3-619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59.2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24 4368 0 0,'0'0'3121'0'0,"67"-18"-2665"0"0,-31 15-64 0 0,8 3-44 0 0,1-2-36 0 0,6 2-108 0 0,0 2-228 0 0,-3 1-328 0 0,0-3-460 0 0,-6 3-708 0 0,-7-3-689 0 0,-9 0-219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5:59.4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442 61 6785 0 0,'4'-13'522'0'0,"-3"10"-214"0"0,-1 0 0 0 0,1 0-1 0 0,0 1 1 0 0,0-1 0 0 0,0 0 0 0 0,0 1 0 0 0,1-1 0 0 0,-1 0 0 0 0,1 1 0 0 0,0 0-1 0 0,0-1 1 0 0,-1 1 0 0 0,1 0 0 0 0,1 0 0 0 0,-1 0 0 0 0,0 0 0 0 0,5-3 0 0 0,-5 4 449 0 0,4 5-60 0 0,4 3-554 0 0,-1 1 0 0 0,0-1 0 0 0,0 2 0 0 0,-1-1 0 0 0,0 1 0 0 0,0 1 0 0 0,-1-1 0 0 0,0 1 0 0 0,-1 1 0 0 0,0-1 0 0 0,-1 1 0 0 0,0 0 0 0 0,0 0 0 0 0,-1 0 0 0 0,-1 1 0 0 0,0-1 0 0 0,0 1-1 0 0,-2 0 1 0 0,1 0 0 0 0,-1 0 0 0 0,-2 24 0 0 0,0-20-291 0 0,0 1-1 0 0,-2-1 1 0 0,0 1-1 0 0,-1-1 0 0 0,0 0 1 0 0,-1-1-1 0 0,-1 1 1 0 0,-1-1-1 0 0,0 0 1 0 0,-1-1-1 0 0,0 1 1 0 0,-1-1-1 0 0,-1-1 0 0 0,0 0 1 0 0,-24 22-1 0 0,14-18-492 0 0,-1-1-1 0 0,0-1 1 0 0,-1-1-1 0 0,-1-1 0 0 0,0-1 1 0 0,-30 10-1 0 0,-11 1-2132 0 0,-77 16-1 0 0,45-18-400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6:21.4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1949 323 2204 0 0,'5'-1'611'0'0,"29"-7"1040"0"0,-31 8-1092 0 0,38-19 6970 0 0,-41 19-7458 0 0,0 0 1 0 0,1 0-1 0 0,-1-1 1 0 0,1 1-1 0 0,-1 0 1 0 0,0-1-1 0 0,1 1 1 0 0,-1 0-1 0 0,0-1 1 0 0,1 1-1 0 0,-1 0 1 0 0,0-1-1 0 0,0 1 1 0 0,0-1-1 0 0,1 1 1 0 0,-1-1-1 0 0,0 1 1 0 0,0 0-1 0 0,0-1 1 0 0,0 1-1 0 0,0-1 1 0 0,1 1-1 0 0,-1-1 1 0 0,0 1-1 0 0,0-1 1 0 0,0 1-1 0 0,0-1 1 0 0,-1 1-1 0 0,1-1 1 0 0,0 1-1 0 0,0-1 1 0 0,0 1-1 0 0,0 0 1 0 0,0-1-1 0 0,-1 1 1 0 0,1-1-1 0 0,0 1 1 0 0,-1-1-1 0 0,-20-18 1223 0 0,-41-14-697 0 0,50 27-368 0 0,-5-2-113 0 0,-166-78 598 0 0,152 74-663 0 0,-1 1 0 0 0,0 2-1 0 0,-66-11 1 0 0,-19 3 40 0 0,-83-7-21 0 0,33 8 363 0 0,98 7-193 0 0,-131 1 1 0 0,155 9-217 0 0,0 3 0 0 0,0 2 0 0 0,0 1 0 0 0,-80 26 0 0 0,84-19-25 0 0,-75 38-1 0 0,101-44 3 0 0,1 0 0 0 0,1 2-1 0 0,0-1 1 0 0,0 2 0 0 0,1 0 0 0 0,0 0-1 0 0,-12 17 1 0 0,-5 14 11 0 0,2 1 0 0 0,2 2 0 0 0,2 0 0 0 0,2 2 0 0 0,2 0 0 0 0,-14 52-1 0 0,28-84-3 0 0,-2 3 58 0 0,1-1 1 0 0,1 1-1 0 0,0 0 1 0 0,2 0-1 0 0,0 0 0 0 0,1 0 1 0 0,0 33-1 0 0,4-9 70 0 0,2 1 0 0 0,2-2 0 0 0,1 1 0 0 0,3-1 0 0 0,1 0 0 0 0,19 45 0 0 0,-13-52-78 0 0,2-2 0 0 0,1 0 0 0 0,2-1 1 0 0,1-1-1 0 0,1-2 0 0 0,1 0 0 0 0,2-1 0 0 0,0-2 1 0 0,2-1-1 0 0,1-1 0 0 0,46 28 0 0 0,-49-38 115 0 0,-1 0 0 0 0,2-2-1 0 0,-1-1 1 0 0,35 8 0 0 0,120 18 282 0 0,-117-25-362 0 0,106 20 205 0 0,1-7 0 0 0,197 2-1 0 0,-316-26-4 0 0,0-3-1 0 0,0-2 1 0 0,81-18-1 0 0,-103 15-99 0 0,-2-2 0 0 0,1 0-1 0 0,-1-2 1 0 0,-1-1 0 0 0,0-1-1 0 0,-1-2 1 0 0,36-26 0 0 0,-32 17-9 0 0,-2-1 0 0 0,-1-2 1 0 0,-1-1-1 0 0,-1-1 0 0 0,-2-1 1 0 0,-1-1-1 0 0,22-41 0 0 0,-20 28-79 0 0,-3-1 1 0 0,-2-1-1 0 0,-2-1 0 0 0,-2-1 0 0 0,11-54 0 0 0,-22 75-67 0 0,-1-1 0 0 0,-2 0 0 0 0,0 0 0 0 0,-2-1 0 0 0,-1 1 0 0 0,-1 0 0 0 0,-2 0 0 0 0,-1 1 0 0 0,-14-47 0 0 0,13 55-35 0 0,-1 0-1 0 0,-1 1 1 0 0,-1 0 0 0 0,-1 1 0 0 0,0 0 0 0 0,-1 1 0 0 0,-1 0-1 0 0,-1 0 1 0 0,-1 1 0 0 0,0 1 0 0 0,0 0 0 0 0,-2 1 0 0 0,0 1 0 0 0,-20-13-1 0 0,-5 0 122 0 0,10 5-66 0 0,-1 1 0 0 0,0 2 0 0 0,-2 2 0 0 0,-65-24 0 0 0,67 31-74 0 0,-39-11 54 0 0,-98-15 0 0 0,153 33-43 0 0,-211-22 37 0 0,110 17-63 0 0,-140 9-1 0 0,146 5 17 0 0,47-5-2 0 0,0 4-1 0 0,-104 21 0 0 0,160-25-543 0 0,0 1 0 0 0,1 0-1 0 0,-1 0 1 0 0,1 0-1 0 0,-10 6 1 0 0,-5 11-5377 0 0,21-18 5081 0 0,0-1 0 0 0,0 1 0 0 0,0-1-1 0 0,0 1 1 0 0,0 0 0 0 0,1-1 0 0 0,-1 1 0 0 0,1 0-1 0 0,-1 0 1 0 0,1 0 0 0 0,-1-1 0 0 0,1 4 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6:39.6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1831 277 12553 0 0,'26'5'-935'0'0,"-20"-4"102"0"0,0-41-2784 0 0,-8 37 3607 0 0,1-1 0 0 0,-1 1 0 0 0,1-1-1 0 0,-1 1 1 0 0,0-1 0 0 0,0 1 0 0 0,0 0 0 0 0,-1 0 0 0 0,1 0 0 0 0,-1 0 0 0 0,1 1-1 0 0,-1-1 1 0 0,0 1 0 0 0,0-1 0 0 0,-7-3 0 0 0,-62-29 501 0 0,17 10-99 0 0,29 10-293 0 0,-1 1 0 0 0,0 2 0 0 0,-1 0 0 0 0,0 2 1 0 0,-36-8-1 0 0,5 7-4 0 0,-97-7 1 0 0,-190 6 2 0 0,299 9-84 0 0,-1-1-18 0 0,1 2-1 0 0,-89 9 0 0 0,92-2 3 0 0,8-2 0 0 0,1 2 1 0 0,-1 1-1 0 0,1 1 0 0 0,0 2 1 0 0,1 2-1 0 0,-40 18 0 0 0,55-21 38 0 0,1 2-1 0 0,0 0 1 0 0,0 2-1 0 0,1 0 0 0 0,1 0 1 0 0,0 2-1 0 0,0 0 1 0 0,2 0-1 0 0,-23 29 1 0 0,18-15 43 0 0,2 0 1 0 0,1 1 0 0 0,1 1 0 0 0,1 0 0 0 0,1 1 0 0 0,2 0 0 0 0,2 1 0 0 0,0 0 0 0 0,-3 37 0 0 0,9-46 25 0 0,1 0-1 0 0,1 1 1 0 0,0-1-1 0 0,2 0 1 0 0,6 36 0 0 0,-4-48-81 0 0,0-1 0 0 0,0 1 1 0 0,0-1-1 0 0,1 0 0 0 0,1 0 1 0 0,0-1-1 0 0,0 1 1 0 0,1-1-1 0 0,0 0 0 0 0,1 0 1 0 0,0-1-1 0 0,0 0 1 0 0,1 0-1 0 0,9 7 0 0 0,14 10 100 0 0,2-1 0 0 0,1-1 0 0 0,0-2 0 0 0,2-1 0 0 0,0-2 0 0 0,1-2 0 0 0,1-1 0 0 0,66 17 0 0 0,89 10 531 0 0,229 22 1 0 0,69-30-358 0 0,-457-32-131 0 0,-1-2 1 0 0,1-1 0 0 0,-1-2-1 0 0,0-1 1 0 0,41-10 0 0 0,-51 8-48 0 0,1-2 0 0 0,-1 0 0 0 0,0-2 0 0 0,-1-1 0 0 0,0 0 0 0 0,-1-2 0 0 0,33-24 0 0 0,-44 27-46 0 0,1 0 0 0 0,-2 0 0 0 0,1-1 0 0 0,-1 0 0 0 0,-1-1 0 0 0,0 0 0 0 0,-1 0 0 0 0,0-1 0 0 0,6-16 0 0 0,-3 6 19 0 0,-2-1 0 0 0,-1 0 1 0 0,-1 0-1 0 0,4-38 1 0 0,-8 43-82 0 0,-2 0 0 0 0,0 0 0 0 0,-1 0 0 0 0,-1 0 0 0 0,-1 0 0 0 0,0 0 0 0 0,-2 1 0 0 0,0 0 0 0 0,-1 0 0 0 0,-1 0 1 0 0,0 0-1 0 0,-1 1 0 0 0,-1 0 0 0 0,-13-17 0 0 0,-85-85-16 0 0,71 84 79 0 0,35 34-27 0 0,-3-1 6 0 0,-1 0 0 0 0,1 1 0 0 0,-1-1 0 0 0,1-1 1 0 0,0 1-1 0 0,0-1 0 0 0,0 1 0 0 0,-6-7 1 0 0,-2 1 1 0 0,11 7-175 0 0,-38 7-15554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6:41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49 343 7317 0 0,'-30'6'1429'0'0,"14"-5"1415"0"0,16-1-2765 0 0,0 0-1 0 0,0 0 1 0 0,0 0 0 0 0,0 0-1 0 0,0 0 1 0 0,0 0 0 0 0,0-1-1 0 0,0 1 1 0 0,0 0 0 0 0,0 0-1 0 0,0 0 1 0 0,0 0 0 0 0,0 0-1 0 0,0 0 1 0 0,0 0 0 0 0,0 0-1 0 0,0 0 1 0 0,0 0 0 0 0,0-1-1 0 0,0 1 1 0 0,0 0 0 0 0,0 0-1 0 0,0 0 1 0 0,0 0 0 0 0,0 0-1 0 0,0 0 1 0 0,0 0 0 0 0,0 0-1 0 0,0 0 1 0 0,0 0 0 0 0,0 0-1 0 0,0-1 1 0 0,0 1 0 0 0,0 0-1 0 0,0 0 1 0 0,0 0 0 0 0,0 0-1 0 0,-1 0 1 0 0,1 0 0 0 0,0 0-1 0 0,0 0 1 0 0,0 0 0 0 0,0 0-1 0 0,0 0 1 0 0,0 0 0 0 0,0 0-1 0 0,0 0 1 0 0,0 0 0 0 0,0 0-1 0 0,0 0 1 0 0,-1 0 0 0 0,1 0-1 0 0,0 0 1 0 0,0 0 0 0 0,0 0-1 0 0,0 0 1 0 0,50-34 439 0 0,1 1-1 0 0,76-34 1 0 0,132-46 355 0 0,-82 37-1007 0 0,-118 55-1106 0 0,-34 18-4850 0 0,-33 10 3881 0 0,-34 24-862 0 0,-4-3-829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6:41.1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71 260 7933 0 0,'-52'34'448'0'0,"34"-16"7074"0"0,27-24-6510 0 0,182-99 2901 0 0,-82 46-3336 0 0,-2-2-4278 0 0,-97 54 1875 0 0,-1 0 0 0 0,1 0 0 0 0,-1-1 1 0 0,-1-1-1 0 0,11-11 0 0 0,2-2-3067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6:49.8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76 170 9881 0 0,'-19'-6'-5'0'0,"-1"-1"350"0"0,20 7-314 0 0,0 0 1 0 0,-1 1 0 0 0,1-1 0 0 0,-1 0 0 0 0,1 0-1 0 0,-1 0 1 0 0,1-1 0 0 0,-1 1 0 0 0,1 0 0 0 0,-1 0 0 0 0,1 0-1 0 0,0 0 1 0 0,-1 0 0 0 0,1 0 0 0 0,-1-1 0 0 0,1 1-1 0 0,-1 0 1 0 0,1 0 0 0 0,0-1 0 0 0,-1 1 0 0 0,1 0 0 0 0,0-1-1 0 0,-1 1 1 0 0,1 0 0 0 0,0-1 0 0 0,-1 1 0 0 0,1 0 0 0 0,0-1-1 0 0,0 1 1 0 0,0-1 0 0 0,-1 1 0 0 0,1 0 0 0 0,0-1-1 0 0,0 1 1 0 0,0-1 0 0 0,0 1 0 0 0,0-2 0 0 0,57-20 394 0 0,79-20 0 0 0,-80 27 234 0 0,0-3 0 0 0,67-31 0 0 0,-135 50-575 0 0,-344 69 620 0 0,317-61-497 0 0,1-7 347 0 0,31-3 3341 0 0,12-7-3782 0 0,-3 6-67 0 0,-1 0 0 0 0,1 0 0 0 0,-1 0 0 0 0,1 0 0 0 0,0 0 0 0 0,0 1 1 0 0,0-1-1 0 0,0 1 0 0 0,0-1 0 0 0,0 1 0 0 0,0 0 0 0 0,5-2 0 0 0,-5 2 135 0 0,18-9-1507 0 0,-7 3-3482 0 0,-7 3-3354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6:56.2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76 9581 0 0,'-3'7'444'0'0,"-1"1"298"0"0,9-6 1248 0 0,308-80-1036 0 0,-254 65-920 0 0,-45 11-196 0 0,-11 6 66 0 0,-20 12 39 0 0,-47 22 34 0 0,-36 6 350 0 0,-122 36-1 0 0,219-79 1149 0 0,5-2-1448 0 0,1 1-1 0 0,-1-1 0 0 0,0 1 0 0 0,0-1 0 0 0,0 0 0 0 0,0 0 0 0 0,0 0 0 0 0,0 0 0 0 0,-1 0 0 0 0,1-1 1 0 0,0 1-1 0 0,2-3 0 0 0,3-1 33 0 0,56-19 409 0 0,-28 12-2353 0 0,-1-4-4814 0 0,-25 9 4000 0 0,1-6-564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7:13.5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9 121 14345 0 0,'-7'5'393'0'0,"6"-3"310"0"0,9-4 3631 0 0,323-80-2489 0 0,-102 38-3711 0 0,-229 44 1816 0 0,0 0 0 0 0,0 1 0 0 0,0-1 0 0 0,0 0 0 0 0,0 0-1 0 0,0 0 1 0 0,0 0 0 0 0,0 0 0 0 0,0 1 0 0 0,0-1 0 0 0,0 0-1 0 0,0 0 1 0 0,0 0 0 0 0,0 0 0 0 0,0 0 0 0 0,0 1 0 0 0,0-1-1 0 0,0 0 1 0 0,0 0 0 0 0,0 0 0 0 0,0 0 0 0 0,0 1 0 0 0,0-1-1 0 0,0 0 1 0 0,0 0 0 0 0,0 0 0 0 0,0 0 0 0 0,0 0 0 0 0,0 0-1 0 0,1 1 1 0 0,-1-1 0 0 0,0 0 0 0 0,0 0 0 0 0,0 0 0 0 0,0 0-1 0 0,0 0 1 0 0,0 0 0 0 0,1 0 0 0 0,-1 0 0 0 0,0 0 0 0 0,0 0-1 0 0,0 0 1 0 0,0 1 0 0 0,0-1 0 0 0,1 0 0 0 0,-1 0 0 0 0,0 0-1 0 0,0 0 1 0 0,0 0 0 0 0,0 0 0 0 0,1 0 0 0 0,-1 0 0 0 0,0 0-1 0 0,0 0 1 0 0,0-1 0 0 0,0 1 0 0 0,-20 18-786 0 0,-37 21 116 0 0,-208 119-1031 0 0,258-152 2255 0 0,16-5 3127 0 0,77-26-728 0 0,104-47-1 0 0,-155 61-1607 0 0,-118 60-1456 0 0,56-34-41 0 0,1 0 0 0 0,-45 36 1 0 0,69-50 170 0 0,3-1-136 0 0,-1 0 165 0 0,1 0-1 0 0,-1 0 0 0 0,1-1 0 0 0,-1 1 0 0 0,1 0 0 0 0,-1 0 0 0 0,1 0 1 0 0,-1 0-1 0 0,1 0 0 0 0,-1 1 0 0 0,1-1 0 0 0,-1 0 0 0 0,1 0 1 0 0,-1 0-1 0 0,1 0 0 0 0,-1 1 0 0 0,1-1 0 0 0,-1 0 0 0 0,1 0 1 0 0,-1 1-1 0 0,1-1 0 0 0,-1 0 0 0 0,0 1 0 0 0,1-1 0 0 0,-1 0 0 0 0,1 1 1 0 0,-1-1-1 0 0,0 1 0 0 0,1 0 0 0 0,-10 12-69 0 0,-25 11 3 0 0,33-23 69 0 0,-228 148-364 0 0,225-147 52 0 0,12-8 222 0 0,32-19 118 0 0,18-14-1082 0 0,-57 39 825 0 0,0-1 0 0 0,0 0 0 0 0,0 0-1 0 0,0 1 1 0 0,1-1 0 0 0,-1 1 0 0 0,0-1-1 0 0,0 1 1 0 0,0 0 0 0 0,0-1 0 0 0,0 1-1 0 0,1 0 1 0 0,-1 0 0 0 0,0-1 0 0 0,0 1-1 0 0,0 0 1 0 0,1 0 0 0 0,-1 1 0 0 0,0-1-1 0 0,0 0 1 0 0,0 0 0 0 0,1 1 0 0 0,-1-1-1 0 0,0 0 1 0 0,0 1 0 0 0,0-1 0 0 0,0 1-1 0 0,2 0 1 0 0,-1 1 710 0 0,2 0-1763 0 0,2 19-7336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7:19.5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98 181 8133 0 0,'-1'13'649'0'0,"11"-21"640"0"0,-1-1-1427 0 0,28-15 418 0 0,1 2 0 0 0,1 1 0 0 0,1 2 0 0 0,73-25 0 0 0,-57 23-74 0 0,-3-5-270 0 0,-315 73-35 0 0,53-6 1041 0 0,188-41-458 0 0,33-8 22 0 0,29-9-177 0 0,-40 17-379 0 0,18-7-68 0 0,1 1 0 0 0,0 0 0 0 0,0 2 1 0 0,37-5-1 0 0,-15 9-2601 0 0,1 5-3305 0 0,-41-4 3625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7:25.6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138 1 5613 0 0,'0'0'-276'0'0,"-10"3"-584"0"0,0 0 943 0 0,-1 0-1 0 0,0 1 1 0 0,0 1 0 0 0,1 0-1 0 0,0 0 1 0 0,0 1-1 0 0,1 0 1 0 0,0 1 0 0 0,0 0-1 0 0,0 1 1 0 0,-8 9 0 0 0,16-16 187 0 0,1 0-210 0 0,0 0 0 0 0,0 0 0 0 0,1 0 0 0 0,-1-1-1 0 0,1 1 1 0 0,-1 0 0 0 0,1 0 0 0 0,-1-1 0 0 0,1 1 0 0 0,-1 0 0 0 0,1-1-1 0 0,0 1 1 0 0,-1-1 0 0 0,1 1 0 0 0,0-1 0 0 0,-1 1 0 0 0,1-1 0 0 0,0 1-1 0 0,0-1 1 0 0,-1 1 0 0 0,1-1 0 0 0,0 0 0 0 0,0 0 0 0 0,0 1 0 0 0,0-1-1 0 0,0 0 1 0 0,-1 0 0 0 0,1 0 0 0 0,0 0 0 0 0,0 0 0 0 0,0 0-1 0 0,0 0 1 0 0,1-1 0 0 0,42-2 1884 0 0,-29 1-1205 0 0,-18 13-2082 0 0,3-6-2729 0 0,3 5 886 0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3:37:28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8 6433 0 0,'0'0'-560'0'0,"5"-1"-2445"0"0,7-2 2906 0 0,5-1-597 0 0,-17 4 691 0 0,1 0 0 0 0,-1 0 0 0 0,0 0 0 0 0,1 0 0 0 0,-1 1 0 0 0,0-1 0 0 0,1 0 0 0 0,-1 0 0 0 0,1 0 0 0 0,-1 0 0 0 0,0 1 0 0 0,0-1 1 0 0,1 0-1 0 0,-1 0 0 0 0,0 1 0 0 0,1-1 0 0 0,-1 0 0 0 0,0 0 0 0 0,0 1 0 0 0,0-1 0 0 0,1 0 0 0 0,-1 1 0 0 0,0-1 0 0 0,0 0 0 0 0,0 1 1 0 0,0-1-1 0 0,1 0 0 0 0,-1 1 0 0 0,0-1 0 0 0,0 1 0 0 0,0-1 0 0 0,0 0 0 0 0,0 1 0 0 0,0-1 0 0 0,0 0 0 0 0,0 1 0 0 0,0 0 1 0 0,0 2-26 0 0,-1-3 28 0 0,0 1 0 0 0,0-1 0 0 0,1 1-1 0 0,-1 0 1 0 0,0-1 0 0 0,1 1 0 0 0,-1 0 0 0 0,1 0-1 0 0,-1 0 1 0 0,1-1 0 0 0,0 1 0 0 0,-1 0-1 0 0,1 0 1 0 0,0 0 0 0 0,-1 0 0 0 0,1 0 0 0 0,0 0-1 0 0,0 0 1 0 0,0-1 0 0 0,0 1 0 0 0,0 0 0 0 0,0 0-1 0 0,0 0 1 0 0,0 0 0 0 0,0 0 0 0 0,0 0 0 0 0,0 0-1 0 0,1 0 1 0 0,-1 0 0 0 0,0 0 0 0 0,1 0 0 0 0,10 28 268 0 0,-9-28-181 0 0,14 5 406 0 0,-14-6-462 0 0,-1 0 1 0 0,0 1 0 0 0,0-1-1 0 0,0 0 1 0 0,0 0 0 0 0,0 0-1 0 0,0 0 1 0 0,0-1 0 0 0,1 1-1 0 0,-1 0 1 0 0,0 0 0 0 0,0-1-1 0 0,0 1 1 0 0,0 0-1 0 0,0-1 1 0 0,0 1 0 0 0,0-1-1 0 0,0 0 1 0 0,0 1 0 0 0,-1-1-1 0 0,1 0 1 0 0,0 1 0 0 0,0-1-1 0 0,0 0 1 0 0,-1 0 0 0 0,1 0-1 0 0,0 0 1 0 0,-1 0 0 0 0,1 0-1 0 0,-1 0 1 0 0,1 0 0 0 0,-1 0-1 0 0,1 0 1 0 0,-1 0 0 0 0,0 0-1 0 0,0 0 1 0 0,1 0 0 0 0,-1-2-1 0 0,0 1 2026 0 0,-4 1-3702 0 0,1 1 1641 0 0,1-1-1 0 0,0 1 1 0 0,-1 0 0 0 0,1 0 0 0 0,-1 0-1 0 0,1 0 1 0 0,0 1 0 0 0,-1-1 0 0 0,1 0 0 0 0,0 1-1 0 0,-1 0 1 0 0,1 0 0 0 0,0-1 0 0 0,0 1 0 0 0,-1 1-1 0 0,1-1 1 0 0,0 0 0 0 0,0 0 0 0 0,0 1 0 0 0,1-1-1 0 0,-1 1 1 0 0,-2 1 0 0 0,3-2-8 0 0,-17 27-29 0 0,17-27 45 0 0,-20 35-2353 0 0,20-34 1760 0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3:39:04.6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14136 2321 3338 0,'0'-10'342'0,"0"1"-18"16,0 9 3-16,-2-12-9 0,2 12-22 0,0-6-23 16,0 6-28-16,0 0-36 15,-1-8-6-15,1 8-19 0,0 0-19 0,0 0 21 0,0 0 6 16,0 0-18-16,-11 25-12 16,8-9-17-16,-1 1-13 0,2 0-14 0,-2 5-10 15,1 0-7-15,-4 1-7 0,4-3-10 16,-3 2-9-16,0 0-6 0,-1-1-3 15,2-2-8-15,-6 0-8 0,8-4-6 0,-5 0-23 16,6-4-40-16,-3-1-53 0,0-2-61 16,2-3-73-16,3-5-85 0,-8 2-72 0,8-2-69 15,0 0-43-15,-5-15-51 0,3 1-38 16,4-5-70-16,-1-4-49 0,1-12-577 16,2 1-721-16</inkml:trace>
  <inkml:trace contextRef="#ctx0" brushRef="#br0" timeOffset="282.25">14036 2276 3157 0,'-1'-21'-130'0,"-1"1"75"0,-2 5 67 0,2 3 60 15,-2 0 62-15,3 0 41 0,1 4 34 16,-4 1 6-16,2 0-2 0,2 7-19 0,0-12-17 16,0 12-23-16,0-11-18 0,0 11-2 15,0 0 1-15,22 2-9 0,-2 5-12 16,8 5-13-16,6 5-9 0,4 9-10 0,-1 1-3 16,1 2-16-16,-4 2 0 0,-7 4-8 15,-7-4-2-15,-6 0 7 0,-4 1 22 0,-9 2 25 16,-1-5 20-16,-7 4 18 0,-6-2 7 15,-4-1 7-15,-7-1 4 0,2-4-8 16,-3-1-15-16,2-3-12 0,-4-1-14 16,4-3-10-16,-1-1-8 0,3-6-12 15,5-1-6-15,2-4-16 0,3 0-23 0,-1-2-46 16,0-3-72-16,0-1-80 0,-1-1-66 16,4-3-79-16,-1 0-81 0,5-4-99 0,1 1-129 15,2-1-196-15,6-2 68 0,1 0-602 16,9-1-799-16</inkml:trace>
  <inkml:trace contextRef="#ctx0" brushRef="#br0" timeOffset="531.64">14746 2501 3519 0,'7'-5'39'0,"-3"0"110"0,-4 5 64 0,6-7 43 16,-6 7 21-16,0 0 12 0,0 0-22 15,0 0-23-15,0 0-23 0,0 0-7 16,0 0-4-16,-24 43-13 0,6-14-20 0,-3 11-16 15,-4-1-17-15,-1 1-11 0,-1 1-19 16,4-2-14-16,-2-3-11 0,6-5-15 16,0-2-35-16,2-4-47 0,-4-1-46 0,7-7-41 15,3 0-60-15,1-7-62 16,1 0-59-16,3-1-65 0,5-4-80 0,-5-3-99 0,6-2-110 16,0 0-70-16,0 0 59 15,-8-20-403-15,11 7-516 0</inkml:trace>
  <inkml:trace contextRef="#ctx0" brushRef="#br0" timeOffset="699.01">14536 2464 2747 0,'2'-17'48'16,"-4"5"74"-16,2 3 52 0,0 2 35 15,0 7 15-15,-2-10 6 0,2 10-18 0,0 0-18 16,0-8-22-16,0 8-17 0,0 0-15 16,0 0-12-16,0 0-14 0,0 0-12 15,4 25-18-15,0-16-56 0,-1 4-92 0,5-1-107 16,2 7-141-16,8 3-160 0,0 1-204 15,1-1 63-15,0 1-331 0,-3-7-423 16</inkml:trace>
  <inkml:trace contextRef="#ctx0" brushRef="#br0" timeOffset="1098.58">14923 2469 2569 0,'2'-10'115'0,"-4"3"78"0,2 7 45 16,2-9 20-16,-2 9 11 0,0 0-2 15,0 0-18-15,0 0-22 0,0 0-2 0,0 0 15 16,0 0-19-16,0 0-23 0,0 36-17 16,0-19-15-16,0 4-16 0,0 0-13 15,2 0-18-15,-2-4-1 0,-2 3-19 0,0-2-7 16,2-2-9-16,0-4-1 16,0 2-9-16,0-4-8 0,0-1 7 0,0-1 11 15,0-8 20-15,0 12 9 0,0-12 18 16,0 0-11-16,0 0-19 0,0 0-10 0,11-22-10 15,-5 1-12-15,6-12-7 0,3 2-6 16,0-2-7-16,2 4-7 0,-3 1-6 16,-1 7-2-16,-4 6-8 0,-1 3-3 0,0 0-3 15,-3 4-11-15,1 2-2 0,1 5-1 16,-7 1 3-16,0 0-3 0,27 8 1 0,-17 0-2 16,1 5-1-16,0 2 0 15,3 4-4-15,-3-2-15 0,0 2-4 0,-2 1-8 16,-2-3-23-16,2 2-17 0,0-5-18 15,-6-1-32-15,3-1-32 0,-1-4-34 16,-1 1-45-16,2-3-65 0,-2 0-74 0,0-4-95 16,-4-2-131-16,0 0-163 0,17-6 20 15,-3-2-560-15,-3-1-756 0</inkml:trace>
  <inkml:trace contextRef="#ctx0" brushRef="#br0" timeOffset="1982.48">15546 2376 3526 0,'0'-5'3'0,"0"5"56"0,0 0 43 16,0 0 23-16,0 0 7 16,0 0 22-16,0 0 36 0,0 0 25 0,0 0 8 15,0 0 0-15,-6 33-3 0,6-21 2 16,-1 0-4-16,-3 3-9 0,0-3-11 16,2 0-2-16,1 2-9 0,-4-2-9 0,1 0-13 15,1-2-11-15,-1 1-8 0,0 1-6 16,-1-4-12-16,-2 1-7 0,0-1-11 0,-3-2-6 15,-1 1-10-15,-1-3-10 0,1 0-5 16,11-4-11-16,-21-2-14 0,10-7-13 16,1-1-11-16,2-4-7 0,1-5-5 0,5-1-6 15,4 1 4-15,-2 4-9 16,2-2-2-16,0 3-6 0,0 2-3 0,-2 2-3 0,1 1-3 16,3 4 2-16,-4 5 4 15,10-5 0-15,-10 5 4 0,0 0-3 0,24 12 0 16,-12-5-1-16,-1 3 4 0,1 0-3 15,-1 4 0-15,1-4 1 0,0 2 0 0,-5 0 0 16,0-2-2-16,1-1-4 0,-4-2-1 16,4 0 4-16,-5-1-8 0,1 0-6 15,-4-6-11-15,8 8-7 0,-8-8 1 0,6 5 11 16,-6-5 1-16,0 0-2 16,0 0 5-16,18-10 0 0,-10 1 8 0,2-3-2 15,-1 4 8-15,-1-4 4 0,0 5 3 16,-2 0 8-16,-3 2-1 0,3 0-8 0,-3 0-6 15,-3 5 0-15,6-5 1 0,-6 5 7 16,0 0 0-16,0 0-1 0,14 12 7 16,-10-6-3-16,-1 1-1 0,-1 5 2 0,2-7-1 15,-1 6-1-15,-1-1 0 0,0-1 7 16,1-1-8-16,1-1 3 0,-2-2-3 0,-1 0 1 16,3 1 8-16,-4-6-8 0,6 6 6 15,-6-6 4-15,5 3 7 0,-5-3-3 0,20-5 3 16,-9-3-4-16,2 0 1 0,2-3-1 15,-1 1 8-15,-1 2 6 0,-2 0 3 16,-1 3 0-16,0 0-6 0,-5 0-8 16,3 3 2-16,-8 2-15 0,10-5-3 15,-10 5 0-15,0 0-3 0,9 9 0 0,-5-2 0 16,-3 1 0-16,1 2 0 0,-2-1 0 16,2 3 0-16,1 2 0 0,-1-1 0 0,-2-1 0 15,2 0-12-15,-1 0-46 0,-1-3-15 16,0-1-13-16,0 1-10 0,2-3-3 15,-2-6-8-15,2 14 11 0,2-11 0 0,-4-3 3 16,5 3 4-16,-5-3 10 0,0 0 19 16,22-8-2-16,-11 1 11 0,3-4 10 15,-2-2 17-15,12-9 14 0,-10 5 6 16,2 5 10-16,-1-1 20 0,-5 5 13 0,-3 0-7 16,1 2 0-16,-3-1-9 0,2 3-9 15,-3 1 8-15,-4 3-17 0,0 0 3 0,0 0 0 16,0 0 3-16,11 11-8 0,-11-5-18 15,-2 5-43-15,2-1-32 0,-4 1-52 16,2 1-50-16,0 2-65 0,1 1-69 0,-3-1-72 16,-3-1-95-16,5-1-121 0,1-4-113 15,-1 3 67-15,0-5-433 0,2 2-562 0</inkml:trace>
  <inkml:trace contextRef="#ctx0" brushRef="#br0" timeOffset="2150.12">16219 2410 2908 0,'1'-8'-2'0,"-1"3"49"0,0 5 30 0,0 0 19 0,0-12-4 0,0 12-6 15,0 0-6-15,0 0-15 0,0-5-43 0,0 5-58 16,0 0-89-16,0 0-123 0,0 0-154 16,0 0-136-16,0 0 49 0,0 0-67 0,27 14-57 15</inkml:trace>
  <inkml:trace contextRef="#ctx0" brushRef="#br0" timeOffset="2348.23">16459 2419 1843 0,'0'0'276'0,"0"0"30"0,0 0 21 0,0 0 12 15,0 0 4-15,-40-3-1 0,26 8-17 16,-2 4-4-16,-9 6-11 0,1 4-27 0,2 3-21 16,5 2-26-16,-3 0-29 0,6 1-11 15,0 1-20-15,6-4-13 16,6 0-21-16,2-5-10 0,0 0-18 0,2-5-45 0,4 2-67 15,4-1-43-15,1-3-37 0,2 1-77 16,3-6-96-16,1-2-96 0,2-1-99 0,-3 0-144 16,2-6-153-16,1-1 61 0,1 2-468 15,0-4-617-15</inkml:trace>
  <inkml:trace contextRef="#ctx0" brushRef="#br0" timeOffset="3467.42">17389 1912 3394 0,'4'-19'47'0,"-4"2"43"16,0 5 46-16,0 3 33 0,0 1 6 15,0 8-22-15,0 0-11 0,0 0 17 16,0 0 31-16,-38 44 3 0,11 4 21 0,-5 26-13 16,-6 7 18-16,3 9-1 0,2 8 0 15,3 7-4-15,1-3-17 0,2-1-14 16,7-6-25-16,-1-1-13 0,4-26-15 16,2-1-12-16,0-4-16 0,-1-7-25 0,3-7-53 15,-3-1-45-15,5-16-40 0,-1-10-33 16,7-4-41-16,-3-6-45 0,3-1-75 0,-1-7-67 15,2-3-65-15,4-1-52 0,0 0-61 16,-11-25-61-16,11 4-70 0,0-7 1 16,7-27-407-16,3-1-512 0</inkml:trace>
  <inkml:trace contextRef="#ctx0" brushRef="#br0" timeOffset="3648.11">17070 2582 2719 0,'11'-23'-41'0,"-6"6"68"16,-1 5 55-16,-1-1 53 0,-1 4 36 15,0 2 6-15,2 1-6 0,-4 6-14 16,3-9 23-16,-3 9 22 0,0 0 15 0,18 2 4 15,-18-2-6-15,20 10-7 0,-9-3-17 16,0 3-10-16,1-1-12 0,-1-1-20 0,-2 2-10 16,-1-3-18-16,0 3-10 0,-5-2-3 15,1 1-10-15,2-3-28 0,-5 2-46 0,-1 0-66 16,-1 1-93-16,-3 1-110 0,0 0-134 16,-1-2-145-16,-3-3-201 0,5-1 31 15,3-4 79-15,0 0-352 0,0 0-445 16</inkml:trace>
  <inkml:trace contextRef="#ctx0" brushRef="#br0" timeOffset="4097.93">17434 2670 2602 0,'0'0'71'15,"0"0"73"-15,2 5 67 0,-2-5 54 0,0 0 50 16,0 0 39-16,0 0 26 0,0 0-10 16,0 0-16-16,0 0-21 0,0 0-33 0,0 0-25 15,0 0-27-15,0 0-28 0,0 0-26 16,0 0-18-16,0 0-17 0,0 0-15 0,0 0-12 15,0 0-13-15,0 0-12 0,0 0-15 16,0 0-9-16,0 0-10 0,2-24-14 16,-2 10-6-16,-4-4-12 0,4 0 0 0,-2 1-1 15,1 0-8-15,-5-1-6 16,4 7-5-16,0-1-10 0,1 1-4 0,-3 4-6 16,2 0-13-16,2 7-3 0,-6-10-6 15,6 10 0-15,0 0 0 0,-8-7-7 0,8 7 1 16,0 0-1-16,0 0 6 0,0 0 2 15,0 0 8-15,25-5-1 0,-5 3 12 0,3 2-5 16,4-1-1-16,0 1 7 0,-4 1 1 16,-2-1 6-16,0 2 1 0,-4 0 3 15,-2 1 3-15,1 2 3 0,-3 2 4 0,-1 2 10 16,-5 3 1-16,1 1-4 0,-3 3 0 16,3-1-6-16,-6 2 1 0,0 3-3 15,2-1 2-15,-4-1-5 0,-2 1-32 16,4-1-40-16,-4-1-56 0,0-2-70 0,2-1-71 15,0-2-85-15,-2-2-68 0,4 0-83 16,-2-1-101-16,6-1-118 0,-5-3-60 0,9 0 78 16,2-1-503-16,2-4-657 0</inkml:trace>
  <inkml:trace contextRef="#ctx0" brushRef="#br0" timeOffset="4381.26">18103 2629 3179 0,'0'-8'22'0,"0"8"66"0,-4-8 58 0,4 8 37 0,0 0 27 0,-14-2 20 0,14 2 3 15,0 0-3-15,-25 6-8 0,16 0-15 16,-2 1-14-16,2 2-20 0,2-2-13 0,-2 5-12 16,2-4-15-16,2 1-12 15,1 3-10-15,2-4-8 0,2 1-4 0,0-1-10 16,4 1-8-16,1-2-6 0,4-2-2 16,5 0-9-16,-1-2-10 0,1-1-3 0,3-2-3 15,-17 0 5-15,26-3-6 0,-10-4-2 16,1 0-2-16,-5-3-9 0,3-4 1 15,-3-1-2-15,-5-2 2 0,0-2-7 0,-3 3 2 16,0-2-14-16,-2 2-7 0,-2 3-28 16,-6 1-35-16,2 1-41 0,-7 2-50 15,-3 6-55-15,-2 1-73 0,-4 2-78 16,-1 5-103-16,1 4-140 0,-9 4-168 0,4 5 69 16,0 0-495-16,9 3-654 0</inkml:trace>
  <inkml:trace contextRef="#ctx0" brushRef="#br0" timeOffset="4732.64">18379 2505 3131 0,'0'-9'-21'0,"-1"2"46"0,1 7 26 16,0 0 13-16,-2-10-3 15,2 10 5-15,0 0 34 0,0 0 25 0,0 0 21 0,0 0 10 16,-13 29 9-16,9-17 8 15,2 0-5-15,0 2-9 0,1-1-13 0,-1 1-12 16,4-2-12-16,-2 3-6 0,1-4-10 16,3 1 1-16,2-4-2 0,-1 1-2 15,3-3-5-15,2 0-4 0,3-4-14 0,-13-2-5 16,23-2-5-16,-7-4-7 0,-2 0-2 16,3-3-5-16,-1-3-4 0,-2-2-2 0,0-1-5 15,-3 1-7-15,1-3-2 0,-6 4-7 16,1-1-14-16,-3 4-28 0,-2 0-37 0,-2 3-53 15,0 7-58-15,-8-9-58 16,8 9-56-16,-14 5-61 0,0 0-71 0,-3 7-101 16,-6 6-145-16,2 2 15 0,6-3-385 0,3-2-497 15</inkml:trace>
  <inkml:trace contextRef="#ctx0" brushRef="#br0" timeOffset="4985.74">18416 2654 2599 0,'10'6'-32'15,"-10"-6"63"-15,1 6 70 0,-1-6 78 0,0 11 59 16,-1 1 51-16,-5 5 24 0,1 1 21 15,-9 11 17-15,1 6 11 0,-7 7 13 16,-1 1 5-16,1 3-21 0,-1 3-22 0,1 1-29 16,4-2-20-16,-6-1-22 0,4-7-23 15,-5-1-21-15,5-10-22 0,3-2-15 16,-4 0-18-16,1-7-71 0,2-2-96 16,-2-5 0-16,3-2 0 0,-6-3 0 0,3-1 0 15,-2-4 0-15,-1-3 0 0,3-2 0 16,-6-2 0-16,1-4 0 0,-3-9 0 0,2-3 0 15,6-6 0-15,0-4 0 0,7-1 0 16,2-2 0-16,9 4-314 0,0 1-130 16,6-4-91-16,1-1-110 0,11 1-189 0,6-6 25 15,6 2 80-15,9 5-591 0,4-2-777 16</inkml:trace>
  <inkml:trace contextRef="#ctx0" brushRef="#br0" timeOffset="5415.06">18555 2786 3481 0,'-4'10'105'0,"4"-10"80"0,0 0 57 16,0 0 53-16,0 0 44 0,0 0 10 15,0 0-11-15,-7 4-28 0,7-4-34 0,0 0-28 16,0 0-27-16,0 0-22 0,0 0-26 16,0 0-16-16,0 0-21 0,27-18-19 0,-22 12-14 15,4-3-16-15,0-1-13 0,-4-4-13 16,3 1-11-16,-3-7-8 0,1-1-4 15,-3 2-7-15,0-5-4 0,-1 1-1 16,-4 5-5-16,2-2-2 0,-3 4-6 16,2 0-5-16,-3 5-12 0,0 1-12 0,1 2-13 15,-5 4-15-15,1 1-2 0,7 3-7 16,-16-2 0-16,16 2 4 0,0 0 0 0,-13 2-1 16,13-2 1-16,0 0 9 0,0 0 4 15,0 0 4-15,26 13 10 0,-7-13-2 0,6 4 5 16,-2 0 0-16,1-1 0 0,0 2 6 15,-3 0 26-15,-5-1 10 0,4 0 21 0,-4 2 4 16,-4 2 4-16,1 1 0 0,-2 1-6 16,-2 0-3-16,-2 5-3 0,2-1-4 15,-6 1-1-15,-1 2-3 0,2 0-24 16,-2-2-47-16,-2 0-53 0,-2 3-75 16,2-5-79-16,0 1-81 0,0 0-79 0,0-2-75 15,0 0-91-15,0-2-120 0,2-3-24 16,-1-2 62-16,3 0-429 0,-4-5-555 0</inkml:trace>
  <inkml:trace contextRef="#ctx0" brushRef="#br0" timeOffset="6064.97">19073 2646 2842 0,'12'-16'36'0,"-4"3"115"15,-5 1 78-15,3 5 68 16,-2 1 50-16,0-1 38 0,-4 7 6 0,6-9-16 0,-6 9-28 16,2-7-24-16,-2 7-39 15,0 0-29-15,0 0-24 0,0 0-10 0,0 0-18 0,0 0-20 16,0 0-15-16,-16 33-17 15,8-18-16-15,1-2-9 0,2 3-14 0,-6 1-8 16,0-3-11-16,0 4-9 0,-1-4 2 16,-1 1-54-16,1-1-32 0,-1-2 0 15,-2 0 0-15,4-3 0 0,-2-4 0 0,2-2 0 16,0-1 0-16,11-2 0 0,-15-7 0 16,7-3 0-16,6-6 0 0,2-1 0 0,2-8-19 15,9-4-30-15,1 0-8 0,-1 10 4 16,0 1 3-16,-6 5 2 0,3 3 12 15,-5 0-6-15,5 3 4 0,-5 3 18 0,-3 4 16 16,14-2 10-16,-14 2 15 0,18 8 8 16,-13-1-1-16,5 3 3 0,-1 0-6 15,-1 1 2-15,-1-1-6 0,3 3 0 16,-5-5-2-16,4-2-1 0,-4 2-1 0,2-1 0 16,-3-2 0-16,4-1-8 0,-8-4 5 15,13 3 5-15,-1-3-2 0,-12 0 0 0,28-5-14 16,-8-5-1-16,0 2-5 0,-3 0 1 15,1-1 4-15,-3 3-5 0,-1-2 1 0,-5 4 3 16,0 0 0-16,-2 0-5 0,2 0-1 16,-9 4-5-16,13-4-1 0,-13 4 11 15,0 0-7-15,0 0 4 0,19 8 0 16,-13-3 2-16,-3 2-3 0,1 1 9 16,2-2-7-16,-5 1 0 0,4-1-1 0,1 0-2 15,-3 0 0-15,-3-6 2 0,11 10-1 16,-5-5 4-16,2-3 0 0,-8-2 4 0,19 3-6 15,-19-3-4-15,19-3 6 0,-19 3 1 16,21-2 0-16,-11 2 4 0,-10 0 0 0,14 0-1 16,-14 0 2-16,0 0 1 0,16 0-2 15,-16 0-3-15,0 0-2 0,11 0 3 16,-11 0-1-16,0 0 3 0,12 5-2 16,-12-5 0-16,6 5-2 0,-6-5-5 15,0 0-18-15,11 4-45 0,-11-4-76 0,14 0-98 0,-14 0-100 16,25-2-98-16,-3-2-130 15,6 1-138-15,1 3-125 0,15 1 86 0,0 5-621 16,-1 1-820-16</inkml:trace>
  <inkml:trace contextRef="#ctx0" brushRef="#br0" timeOffset="6267.77">20283 2728 3849 0,'-14'-7'111'0,"5"4"70"0,4-3 47 0,5 6 19 0,-8-6 2 16,8 6-35-16,0 0-14 0,0 0-19 16,25-9-60-16,-6 7-75 0,8 1-98 15,-1-4-123-15,5 5-103 0,10 0-68 16,-5 0-68-16,3 0-62 0,3 3-120 0,0-1-6 16,-2 1-312-16,0-1-396 0</inkml:trace>
  <inkml:trace contextRef="#ctx0" brushRef="#br0" timeOffset="6515.94">20741 2576 2583 0,'-13'-9'222'0,"5"1"92"0,0 0 81 15,4 3 57-15,1 0 12 0,3 5-13 16,-6-5-13-16,6 5-39 0,0 0-14 16,0 0 1-16,0 0-8 0,0 0-20 0,-7 25-26 15,7-10-39-15,-7 1-20 0,5 9-205 16,-7 6-68-16,2 1 0 0,0-2 0 0,-4 0 0 15,4-6 0-15,0-6 0 0,-4 0 0 16,2-1 0-16,2-2 0 0,-4-1 0 16,-1-1 0-16,1-3 0 0,-3-3 0 0,4-3 0 15,-1 0-86-15,1-4-629 0,10 0-179 16,-15-8-25-16,8 3 100 0,2-3-799 16,4 0-1058-16</inkml:trace>
  <inkml:trace contextRef="#ctx0" brushRef="#br0" timeOffset="7130.88">21278 2815 4029 0,'0'0'-212'16,"12"2"64"-16,-12-2 53 0,0 0 52 16,0 0 47-16,12 3 38 0,-12-3 30 0,0 0 14 15,0 0 11-15,12 4 6 0,-12-4-8 16,13 1 0-16,-13-1-11 0,16 0-2 15,-16 0-13-15,29-7-11 0,-10 1-6 0,12-8-1 16,-3-3-5-16,7-11-4 16,1-4-4-16,-2-6-3 0,4-5-12 0,-1-3 5 0,-1-6-8 15,3-14 1-15,-5 13-5 16,-3 3 9-16,-6 8 18 0,-4 1 11 0,-8 14 14 16,-4 5 8-16,2 5-1 0,-8 3-4 15,-3 3-9-15,-2 5-9 0,2 6-4 0,0 0 0 16,0 0 1-16,-46 41 4 0,17 1 5 15,3 11 16-15,-9 22 11 0,5 10 6 16,1 4 2-16,7 5-10 0,5 8 6 0,2 6 2 16,1-3 6-16,3-4-10 0,-3-9 12 15,5-20 26-15,-4-5 12 0,-6-2 21 0,-5-11 23 16,1-4 27-16,1-8 18 0,-3-6 18 16,6-10 7-16,-4-6-76 0,2-9-176 15,4-3 0-15,-2-6 0 0,4-2 0 16,-7-7 0-16,-6-6 0 0,4-8 0 0,1-5 0 15,-4-9 0-15,2-4 0 0,6-5 0 16,0-4 0-16,1 0 0 0,9 10 0 16,2 2 0-16,-1 2 0 0,7 7 0 0,1 8 0 15,1 0-362-15,3 3-315 0,5-1-114 16,2 1-110-16,14-5 86 0,4 3-765 0,5 5-1021 16</inkml:trace>
  <inkml:trace contextRef="#ctx0" brushRef="#br0" timeOffset="7731.81">21850 2958 4286 0,'11'-2'-7'0,"1"-2"42"0,-12 4 42 0,13-4 46 0,-13 4 55 0,0 0 38 15,10 8 10-15,-10-8 9 0,1 12-12 0,-1-3-8 16,0-3-26-16,0 5-4 0,0-3-18 16,-1 4-17-16,-3 0-13 0,-2 2-8 0,3-1-17 15,-7 1-9-15,4 0-13 0,-1-2-18 16,-3-2-28-16,3-3-28 0,0-1-20 0,0-4-24 15,7-2-21-15,0 0-25 16,-17-11-17-16,13 4-4 0,4-4 5 0,0-4 7 16,4-2 9-16,0-2 4 0,4 0 5 0,-1 4 8 15,-2 3 6-15,2 1 2 0,0 3 9 16,-3 3 16-16,3 1 17 0,1 0 16 16,-8 4 6-16,14 3 1 0,-14-3 3 15,21 9 1-15,-8-4-3 0,4 3 1 0,4-1 1 16,2-2-5-16,4 0 5 0,-1-3-6 15,5 0-1-15,10-7-1 0,-1-2 1 0,3-4-2 16,-7-2-2-16,7-11 2 0,0-8-5 16,-2-4 1-16,2-4-2 0,-5-3 0 0,-2-4 1 15,-4 5 5-15,-7 4 11 0,-10 10 11 16,-3 7-4-16,-7 7-6 0,-3 1-6 16,-6 6 2-16,-3 6-4 0,-5 1 1 15,-5 6-6-15,-11 9 1 0,-3 5-6 0,8 1 2 16,4 6-1-16,6-3 3 0,5 0-5 15,8-5 5-15,2 3 6 0,6-2 22 0,6 8 42 16,4-2 36-16,1 1 36 0,8 8 23 16,-5-8 28-16,7 7 11 0,-10-8 6 15,3 1 3-15,-8-1-192 0,-2-5-29 0,-6-2 0 16,-2-4 0-16,-2-1 0 0,-4-3 0 16,-2 3 0-16,-4-2 0 0,-2-1 0 0,-4 1 0 15,-2-6 0-15,-3 3 0 16,2-6 0-16,-3 0 0 0,4 0 0 0,-5-6 0 15,-3 0 0-15,4-5 0 0,-7-4 0 0,6 0 0 16,-2-9 0-16,6-1 0 0,5-6 0 0,11 1-15 16,2-12-755-16,15-11-128 15,15-6-28-15,19-22 94 0,12-1-783 0,9 1-1056 16</inkml:trace>
  <inkml:trace contextRef="#ctx0" brushRef="#br0" timeOffset="7963.63">23413 1996 4188 0,'21'-20'-116'0,"-8"7"81"0,-5 3 98 0,-1 1 84 0,1 4 50 0,-4 0 25 0,-4 5 1 0,0 0 18 16,0 0 28-16,0 0 30 16,-17 25 21-16,-6 1-8 0,-10 18-5 0,-3 7 7 15,-8 17-5-15,-1 6-12 0,-3 2-16 16,4 6-18-16,0 0-173 0,6 0-90 16,0-3 0-16,11-19 0 0,4 0 0 0,0 2 0 15,7-8 0-15,-4-3 0 0,5-5 0 16,3-8 0-16,1-8 0 0,2 1 0 0,3-12 0 15,0-2 0-15,2-5 0 0,3-2-519 16,-1-5-110-16,2-5-112 0,0 0-148 0,0 0 84 16,0 0-762-16,-2-23-1010 0</inkml:trace>
  <inkml:trace contextRef="#ctx0" brushRef="#br0" timeOffset="8132">22677 2894 4287 0,'-15'-6'20'15,"3"3"73"-15,3 2 66 0,9 1 63 16,-9-6 63-16,9 6 13 0,0 0 3 15,-7-5 0-15,7 5-23 0,0 0-24 0,0 0-29 16,33-10-22-16,-10 6-27 0,9-2-57 16,9 0-72-16,-1 3-105 0,5 1-110 0,-3-1-112 15,4 3-113-15,-6 0-143 0,4 0-206 16,-5 3-33-16,0 1 75 0,-6-1-530 0,-7 3-692 16</inkml:trace>
  <inkml:trace contextRef="#ctx0" brushRef="#br0" timeOffset="8696.59">23233 2946 3242 0,'-7'4'73'0,"0"0"99"0,7-4 50 0,-13 2 53 16,13-2 41-16,0 0 31 15,0 0 6-15,0 0-9 0,-11 3-18 0,11-3-15 16,0 0-18-16,0 0-22 0,0 0-27 16,29 4-26-16,-29-4-21 0,31-3-22 0,-14 2-17 15,3 0-26-15,2-3-24 0,-1-4-27 16,-1 3-15-16,0-5-14 0,-3-2-10 15,-4 1-6-15,-2 1-5 0,-2-3-8 0,-6 3-5 16,-5 4-4-16,-3-1-4 0,-5 1-4 16,-9 3-2-16,0 3 1 0,-6 6-1 15,-11 4-4-15,2 5 2 0,0 3 0 16,-4 9 0-16,4 0 2 0,12-2 4 0,5 6-4 16,4 2-4-16,4 1 0 0,9-4 0 15,0-5 0-15,11 10 0 0,1-2 0 0,8-4 0 16,0-1 0-16,7-5 0 0,0-4 0 15,1-4 0-15,1-5 0 0,0-5 0 0,-4-1 0 16,1-6 0-16,-1-1 0 0,11-8 0 16,-1-4 0-16,-7-2 0 0,1-7 0 15,-4-2 0-15,-7-3 0 0,5-8 0 0,-10 2 0 16,1-1 0-16,-5 3 0 0,1 4 0 16,-6 7 0-16,0 3 0 0,-2 5 0 15,0 4 0-15,0 1 0 0,-2 4 0 0,1 0 0 16,-1 5 0-16,0 0 0 0,0 0 0 15,0 0 0-15,35 21 0 0,-23-7 0 16,8 9 0-16,-4 3 0 0,-3 3 0 0,-2 2 0 16,-1 1 0-16,-5 1 0 0,-1 4 0 15,-6-7 0-15,-2 4 0 0,3-4 0 0,-7 0 0 16,0-1 0-16,-5-1 0 0,-1-4 0 16,1-4 0-16,4-6 0 0,-3 2 0 0,5-4 0 15,-3-2 0-15,3-3 0 0,0 0 0 16,2 0 0-16,-1-5 0 0,6-2 0 15,0 0 0-15,0 0-850 0,0 0-130 16,0 0-1183-16,-14-15-1571 0</inkml:trace>
  <inkml:trace contextRef="#ctx0" brushRef="#br0" timeOffset="9613.58">14958 2923 3196 0,'-39'-2'111'0,"4"-2"-26"0,9 4-23 15,4 0-21-15,-2 0 23 0,9-3 10 0,-2 3 14 16,17 0-15-16,-16 3-5 0,16-3 9 15,0 0-4-15,52 18 8 0,23-5 0 16,49 9-9-16,32-3-2 0,80 13-10 16,30 9-10-16,17 7 1 0,26 4-8 0,9 3 5 15,6 6-8-15,-2-2-12 0,-13 2 7 16,-22-3 1-16,-22-2 9 0,-28-10-1 0,-27-2 3 16,-66-18 3-16,-21-2 5 15,-21-6-2-15,-34-7 22 0,-8-3 36 0,-21-2 18 16,-2-1 4-16,-9-4-4 0,-9-1-27 15,-1-1-10-15,-7-3-21 0,0 1-34 16,-3-2-44-16,0 1-70 0,-8 4-80 0,11-10-112 16,-11 10-161-16,2-4-228 0,-2 4-32 15,0 0 75-15,0 0-398 0,0 0-487 0</inkml:trace>
  <inkml:trace contextRef="#ctx0" brushRef="#br0" timeOffset="10413.26">24696 3109 4749 0,'-31'-13'117'16,"14"4"-50"-16,4 0 27 0,3 0-29 15,8-1 0-15,9-2 3 0,20-5 3 16,17-4 6-16,17 4-9 0,17 2-9 0,35-3-5 15,16 2-4-15,12 2-2 16,10 2-9-16,-1-5-6 0,3 5-24 0,-4 0-14 0,-9-1-16 16,-10-1-21-16,-18 3-26 0,-33 0-27 15,-17 4-4-15,-13 0 0 0,-12 2-3 16,-12-2-42-16,-10 2-57 0,-9 2-60 0,-6-1-56 16,0 4-74-16,-33-5-101 0,-8 5-116 15,-13 0 40-15,-18 7-187 0,-10 2-246 16</inkml:trace>
  <inkml:trace contextRef="#ctx0" brushRef="#br0" timeOffset="10680.35">25012 3031 2566 0,'0'0'252'0,"0"0"-34"0,0 0-25 16,-13 4-6-16,10 3 41 0,6 4 39 0,2 10 25 15,1 12 5-15,3 4-1 0,7 11-20 16,0 6-28-16,9 4-24 0,4 2-25 0,9 12-7 16,1-2-22-16,-5-16-19 0,-2-2-13 15,1-7-35-15,-7-3-34 0,-2-7-24 0,-6-10-11 16,-4-5-4-16,-3-7-4 0,-6 0-5 16,3-4-10-16,-5-1-18 0,-1-5-34 15,3 1-47-15,-5-4-56 0,0 0-69 0,0 0-95 16,13-11-118-16,-9 5-144 0,-1-6-167 15,4-3 61-15,-2-3-522 0,6-10-663 16</inkml:trace>
  <inkml:trace contextRef="#ctx0" brushRef="#br0" timeOffset="11296.73">27199 2825 3694 0,'-11'-18'177'0,"3"6"4"0,1 1 26 0,1 3 32 16,2-1 4-16,-1 4-20 16,5 5-20-16,0 0-15 0,0 0 12 0,0 0 7 15,-25 15-14-15,18-3-12 0,-6 6-19 16,4-1-7-16,2 1-12 0,-3 2-17 0,0-2-8 15,5 2-18-15,-1-7-14 0,0 3-2 16,0-6-6-16,3-1-2 0,-1 1 18 0,2-4 12 16,0 2 9-16,2-8 6 0,-2 8-10 15,2-8-12-15,0 0-9 0,0 0-13 16,0 0-9-16,31-26-22 0,-8 6-46 0,1-3 0 16,1 0 0-16,2 2 0 15,-4 0 0-15,-5 7 0 0,-2 2 0 0,-3 4 0 16,-1-1 0-16,-5 4 0 0,1 2 0 15,2-1 0-15,-10 4 0 0,15 2 0 0,-15-2 0 16,15 8 0-16,-7-1 0 0,-3 2 0 16,3 1 0-16,0 1 0 0,-1 0 0 0,1-1 0 15,-3 0 0-15,6-3 0 0,-6 1 0 16,2-2 0-16,3 0 0 0,2-2 0 16,-1 1 0-16,5-5 0 0,2 0 0 0,3-3 0 15,4 1 0-15,-1-4 0 0,3 2 0 16,-6 2 0-16,-1-2 0 0,-4 0 0 0,0 2 0 15,-5 0 0-15,-11 2 0 0,18 0 0 16,-18 0 0-16,13 12 0 0,-8-6 0 0,-3 2 0 16,0 4 0-16,1 1 0 15,-2 1 0-15,-1 4 0 0,0-2 0 0,0 1 0 16,0 0 0-16,0 0 0 0,0-1 0 16,0-5 0-16,0 3-257 0,0-2-99 15,0-2-78-15,0-1-92 0,2 2-125 0,0-7-204 16,0 5 81-16,-2-9 80 15,2 8-545-15,-2-8-702 0</inkml:trace>
  <inkml:trace contextRef="#ctx0" brushRef="#br0" timeOffset="12280.44">28004 3023 3592 0,'-5'-9'129'0,"5"9"37"0,0 0 22 0,0 0 28 16,0 0 28-16,5-8 12 0,-5 8-8 0,0 0 2 15,0 0-14-15,15-2-17 0,-15 2-18 16,17 0-25-16,-4 0-15 0,-13 0-15 16,31 0-21-16,-15 0-7 0,-4-2-5 0,10 1-17 15,-8-1-3-15,2-2-9 16,-3 1-14-16,3-1-4 0,-5-3-5 0,-4 1-15 0,4-1-3 16,-6-1-6-16,-3 2-9 15,-2 6-11-15,-7-13-4 0,-6 7 1 0,-3 1 0 16,-5 2-8-16,-3 3 2 0,-2 3-10 15,-10 2 10-15,1 6 0 0,5-1-6 16,0 4 3-16,3 1-1 0,7-1-12 0,7-1-2 16,0-1 0-16,3 1 6 0,5 0-3 15,-1-1 6-15,4 0 3 0,2 1 0 0,6-4-2 16,1 4 4-16,11-2-3 0,0-1-17 16,16-2-31-16,3-2-25 0,-4-4-19 0,7-1-6 15,2-2 3-15,-2-3 10 0,-1-4 6 16,-3-2 10-16,3-1 12 0,-3-1 17 15,0 0 24-15,-5 1 28 0,-8 2 42 16,-8 2 44-16,-1 2 20 0,-3 0 11 16,-2 0-3-16,1 1-10 0,-4 3-10 0,-6 1-16 15,11-4-14-15,-11 4 0 0,0 0-15 16,0 0-2-16,0 0-6 0,0 0-1 0,-4 21-9 16,-2-11-5-16,1-1-2 0,-1 1-5 15,2 2-3-15,0-2-3 0,-1-2-4 0,1-1-18 16,2 0-4-16,-2-1 0 0,4-6 0 15,-3 8 0-15,3-8 0 0,0 0 0 16,0 0 0-16,0 0 0 0,0 0 0 0,0 0 0 16,36-14 0-16,-25 7 0 15,1 2 0-15,-1 1 0 0,-2-2 0 0,1 1 0 16,-2 1 0-16,-8 4 0 0,12-5 0 16,-12 5 0-16,11-5 0 0,-11 5 0 0,0 0 0 15,0 0 0-15,0 0 0 0,0 0 0 16,14 9 0-16,-14-9 0 0,4 10 0 0,-4-10 0 15,6 7 0-15,-2-4 0 0,-4-3 0 16,11 7 0-16,-1-4 0 0,-10-3 0 0,23 0 0 16,-8 0 0-16,2-5-118 0,3 2-33 15,-4-1 22-15,5-4 13 0,1-1 25 0,-4 1 26 16,-4 3 33-16,-3-1 14 0,0 2 27 16,-3 0-6-16,0 1 8 0,-8 3-3 15,13-7-4-15,-13 7-4 0,0 0 4 16,0 0 6-16,0 0 3 0,0 0 3 15,4 17 0-15,-4-10 4 0,-1 3-6 0,-2 1 3 16,1 0-5-16,0 1 0 0,2-2 4 16,0 1 0-16,2 1 19 0,4 2 15 0,5-1 2 15,7 1-4-15,8 3-4 0,6-5-4 16,7-1 0-16,3-5-4 0,-5 1-5 0,4-6 5 16,-9 2 18-16,-7-6-1 0,-2 1-53 15,-2-6 0-15,-4-3 0 0,2-1 0 16,-5-5 0-16,-1-8 0 0,-4 2 0 15,-3 0 0-15,-2 0 0 0,-2-2 0 16,-4 1 0-16,0 0 0 0,-1 4 0 0,-4-1 0 16,0 2 0-16,-4 4 0 0,0 5 0 15,-3-2 0-15,-2 7 0 0,-1-1 0 0,2 5 0 16,0 2-103-16,-5 3-317 0,2 3-80 16,4 3-83-16,1 2-139 0,5 1-134 0,6 0 79 15,2 5-662-15,14 7-888 0</inkml:trace>
  <inkml:trace contextRef="#ctx0" brushRef="#br0" timeOffset="12746.89">29475 3338 4294 0,'-13'-5'122'0,"3"3"56"0,2-3 76 0,8 5 52 0,-13-3 14 15,13 3-13-15,-8-4-22 0,8 4-24 16,0 0-28-16,0 0-22 0,-9-6-23 0,9 6-21 15,0 0-21-15,0 0-18 0,11-12-15 16,-5 5-27-16,6-2-18 0,0-3-9 0,2-3-10 16,7-9-9-16,-2-2-2 0,0-3-5 15,2-1-6-15,-6 1-1 0,2 0 1 0,-3 2-7 16,-9 5-2-16,1 3-3 0,-2 3-4 16,-4 4 0-16,-4 0-5 0,-2 2-1 0,1 1-5 15,-2 3-3-15,-4 0-1 16,4 0 4-16,0 4-5 0,7 2-8 0,-11-5-4 15,11 5 7-15,0 0-2 0,0 0 2 16,0 0 2-16,0 0 6 0,0 0 3 16,45 13 3-16,-9-6-1 0,0 4 4 0,1-1 5 15,-3-2 5-15,-4 3 11 0,-7-3 8 16,-4 1 2-16,-3 1 3 0,-3-1-5 0,-6 3-36 16,1-4 0-16,-4 6 0 0,-2-1 0 15,-2 5 0-15,-2 0 0 0,-2 3 0 16,0 3 0-16,-4 7 0 0,3-6 0 0,-3 4 0 15,3-2 0-15,-2-3 0 0,4-4 0 16,-1 2-67-16,2-4-239 0,4-1-78 16,2 0-68-16,3-1-62 0,5-3-72 15,11 4-87-15,3-5-126 0,9-4 86 0,7-4-544 16,6-4-719-16</inkml:trace>
  <inkml:trace contextRef="#ctx0" brushRef="#br0" timeOffset="13062.99">30578 3256 3483 0,'19'-26'91'0,"-4"1"84"0,-5 5 82 0,-2 4 63 15,-3 3 39-15,-1 3 0 0,-4 2-16 0,0-3-29 16,-8 4-28-16,1 4-24 0,7 3-11 16,-40 5-21-16,3 7-24 0,-8 10-11 0,-7 4-18 15,2 2-19-15,3 3-15 16,-1 1-19-16,7 1-43 0,-1-2-50 0,2 2-65 16,4-7-80-16,7-2-73 0,4-2-61 15,1-5-49-15,6-3-25 0,7-4 3 0,1-5-4 16,5-2-10-16,5-3-3 0,0 0 15 15,0 0 29-15,-8-20 30 0,12 8 42 16,1-8 50-16,9-9 53 0,-3-1 54 0,2 0 55 16,3 3 49-16,-3 5 37 0,-3 6 38 15,-4 4 11-15,-3 3-2 0,5 1-10 0,-5 6-1 16,-3 2 5-16,0 0-7 0,0 0-11 16,9 16-11-16,-7-4-1 0,-2 0-22 15,0 1-51-15,0 4-71 0,0 2-90 16,1 0-108-16,-1 0-114 0,0 1-156 15,-3 3-128-15,-7 4 66 0,-7 3-303 0,-12 3-370 16</inkml:trace>
  <inkml:trace contextRef="#ctx0" brushRef="#br0" timeOffset="13465">25487 3601 2858 0,'1'-9'247'0,"-1"4"-23"16,2 0-10-16,-2 5 27 0,0 0 44 0,0 0 40 15,6 25-12-15,-6-6-14 16,-2 4-23-16,2 4-20 0,-2 13-26 0,0 0-18 16,0 2-23-16,1-3-16 0,1 2-17 15,-5-1-14-15,1-3-40 0,2 0-55 0,-1-10-53 16,1-4-53-16,0-2-62 0,0-3-61 15,0-5-65-15,1-1-70 0,1-4-70 0,-2-2-91 16,2-6-79-16,0 0-114 0,0 0 44 16,0 0-440-16,7-24-539 0</inkml:trace>
  <inkml:trace contextRef="#ctx0" brushRef="#br0" timeOffset="13732.44">25694 3666 2849 0,'12'-17'13'0,"-3"1"45"15,-4 6 41-15,1 0 46 0,-1 3 26 16,-4 2 17-16,3-1-3 0,-4 6 7 15,9-3 17-15,-9 3 22 0,0 0 14 16,27 10-3-16,-14 1-8 0,3 2-28 16,0 6-10-16,4 3-13 0,-6-1-5 0,-3-2-21 15,-4 1 2-15,-5-2 8 0,-2 0 5 16,-2 0 1-16,-7 1-11 0,-9 3-9 0,-4-2-11 16,-3-3-18-16,-3-1-9 0,-1-2-17 15,6-4-9-15,0-3-16 0,2-4-26 0,6 0-29 16,-2-2-18-16,-1-5-55 0,6-1-52 15,0-4-53-15,2-1-61 0,5 0-62 16,3-6-59-16,2 5-73 0,5-7-74 16,3 1-74-16,6 0-106 0,-1 4-21 15,4 1-561-15,0 3-713 0</inkml:trace>
  <inkml:trace contextRef="#ctx0" brushRef="#br0" timeOffset="14030.08">26007 3817 3236 0,'5'5'-14'0,"-3"2"54"0,-2-7 35 15,-4 10 47-15,4-10 49 0,-12 12 41 0,7-5 15 16,-3 1 5-16,1 1-14 0,2 1-11 16,-2 0-18-16,3 1-13 0,3-1-19 0,2 2 3 15,3 2-26-15,4-1-15 16,5-2-2-16,5 1-20 0,0-2 4 0,5-2-17 16,10-1-10-16,-5-1-5 0,-3-5-9 15,-3-1-3-15,-4-1-2 0,0-5-2 16,-4 2-11-16,4-7 4 0,-9 1 9 0,-1-4 3 15,-5-1-1-15,4-3 6 0,-7 0-10 16,-4-2-7-16,-1 4-11 0,2-5-3 0,-5 7-5 16,3-1-9-16,-4 5-3 0,-3 1-27 15,1 1-23-15,-2 4-40 0,4 2-45 0,0 2-65 16,9 0-87-16,-19 4-94 16,11 0-101-16,5 0-112 0,3-4-160 0,0 8 66 15,0-8-501-15,14 8-640 0</inkml:trace>
  <inkml:trace contextRef="#ctx0" brushRef="#br0" timeOffset="14345.73">26699 3771 3270 0,'3'-9'35'15,"-4"1"21"-15,1 8 23 0,-12-15 40 16,6 10 40-16,-3 1 11 0,-1 1-10 16,10 3-16-16,-26 3-13 0,8-1-13 0,2 4-8 15,2 4-14-15,-2 1-7 0,3 4-13 16,4 2-3-16,-1 0-8 0,6 0-4 0,4 1-8 15,2 2-2-15,1 2-4 0,6-1 9 16,4 6 26-16,2-3 14 0,-3-3 30 0,-3-4 22 16,1-2 47-16,-3 0 32 15,1-2 8-15,-5-3 17 0,3 1 17 0,-1-3 13 16,-5-1-4-16,0-7-16 0,-11 14-22 16,6-8-24-16,-6 0-151 0,-1-3-65 15,-1 0 0-15,-1-3 0 0,-1 2 0 0,-1-2 0 16,4 0 0-16,-4 0 0 0,3-3 0 15,2-2-138-15,1-1-294 0,6-3-97 0,2-5-89 16,8-5-108-16,9-10-106 16,14-10 82-16,13 0-667 0,7 6-868 0</inkml:trace>
  <inkml:trace contextRef="#ctx0" brushRef="#br0" timeOffset="14530.45">27127 3716 3693 0,'15'-3'-39'0,"-6"-5"114"0,2 4 94 15,-6 2 71-15,-5 2 48 0,7-6 8 16,-7 6-8-16,0 0-16 0,0 0-6 0,0 0 10 15,0 17-1-15,-5-2-23 0,-6 12-23 16,-1 4-20-16,-1 3-26 0,-7 7-15 0,4 1-17 16,-2 1-34-16,4 1-47 0,-2-10-65 15,5 0-62-15,-1-4-85 0,4-5-64 0,3-5-79 16,-1 1-73-16,4-6-75 0,1-3-61 16,-4-1-40-16,5-5-85 0,0-2-75 15,0-4 77-15,0 0-418 0,0 0-510 0</inkml:trace>
  <inkml:trace contextRef="#ctx0" brushRef="#br0" timeOffset="14680.46">26993 4143 2689 0,'-3'-11'15'16,"-7"4"72"-16,7-1 63 0,-6 3 58 16,9 5 60-16,-3-12 34 0,3 12 5 0,-6-6-6 15,6 6-26-15,-2-5-31 0,2 5-27 16,0 0-26-16,0 0-22 0,0 0-36 16,11-8-56-16,-11 8-77 0,25-2-99 0,-5 2-115 15,8 0-134-15,1-2-124 0,18 6-134 16,5-2-42-16,9 4 70 0,2 1-330 15,0 2-388-15</inkml:trace>
  <inkml:trace contextRef="#ctx0" brushRef="#br0" timeOffset="14831.24">27733 4143 2961 0,'-12'-9'202'0,"1"2"-8"15,2 2 2-15,1 0-3 0,2 1-20 0,6 4-21 16,0 0-43-16,0 0-55 0,0 0-91 15,0 0-110-15,0 0-135 0,42 9-161 0,-21-7-149 16,6-2 56-16,1 1-211 0,-1-1-239 16</inkml:trace>
  <inkml:trace contextRef="#ctx0" brushRef="#br0" timeOffset="15045.69">28225 3814 2061 0,'-2'-12'122'16,"-2"2"46"-16,3 3 31 0,-4 1 12 0,5 6 20 15,-9-4 1-15,9 4 8 0,0 0 11 16,-27 25 4-16,8 2 7 0,-6 12-5 0,-1 9-33 16,-9 8-10-16,-9 13-19 0,1 4-19 15,0-2-19-15,3 3-12 0,3-1-37 16,8-17-47-16,-2-5-58 0,6 3-69 0,4-9-62 16,1-1-86-16,8-11-83 15,-1-6-77-15,4-10-78 0,0-3-96 0,6-8-66 16,1-2 60-16,2-4-305 0,0 0-343 15</inkml:trace>
  <inkml:trace contextRef="#ctx0" brushRef="#br0" timeOffset="15279.32">27841 4236 2389 0,'2'-11'35'0,"4"0"22"0,0 4 21 16,0 2 39-16,-1 2 32 0,-5 3 39 0,18-2 13 15,-18 2 3-15,20 3 8 0,-8 1 2 16,3 1-7-16,-4 4-5 0,1-1-13 0,-3 1-14 15,3-1-10-15,-4 2-13 0,-3-2-6 16,1 1-7-16,-2-3 0 0,-4 2-9 16,0-8-14-16,-6 15-8 0,-1-7-4 15,-3-2-22-15,-3 0-25 0,0 0-38 16,-3-1-51-16,3-5-72 0,-3 2-78 0,3 2-104 16,6-6-116-16,7 2-155 0,-18-6-130 15,13 1 69-15,3-1-439 0,2 6-528 0</inkml:trace>
  <inkml:trace contextRef="#ctx0" brushRef="#br0" timeOffset="15728.66">28121 4328 3373 0,'0'0'314'16,"0"0"53"-16,0 0 60 0,0 0 20 16,0 0-8-16,0 0-33 0,0 0-42 0,0 0-40 15,0 0-34-15,0 0-30 0,0 0-29 16,0 0-23-16,9-17-40 0,2 17-34 0,-11 0-37 15,28-2-35-15,-10 0-31 0,-5 0-25 16,5-2-11-16,-2-1-10 0,-2-3-8 16,1-4 4-16,-1-1 7 0,-3-3 0 0,-4 0 1 15,-3 3 9-15,-1-3-10 0,-3 3 5 16,-1-1 3-16,-1 1 7 0,-2 0-3 0,-1 3-1 16,-7 0 1-16,0 1-2 0,1 6 2 15,-3-1-1-15,2 4 2 0,12 0-8 16,-31 4 7-16,20-1-2 0,-1 1-1 15,1 1 4-15,5 1-4 0,6-6 4 0,0 11 1 16,0-11 4-16,17 14-5 0,1-10-2 16,4 2 0-16,4-5 4 0,13 3-1 0,-3-1-1 15,-3 1-1-15,-7-1 4 0,-7-1 18 16,0 2 14-16,-1-3 15 0,-5 4 14 0,-2-2 11 16,-1 4 15-16,-4 0-71 0,-5 0-20 15,-1 3 0-15,-1 2 0 0,-5 2 0 16,-2 1 0-16,-1 3 0 0,-3-1 0 0,2 1 0 15,-1-4 0-15,0 4 0 16,1-4 0-16,3-1-88 0,1-1-288 0,0 2-109 0,5-4-99 16,-3-1-103-16,4-1-146 15,2-2 64-15,1 2-717 0,5-3-933 0</inkml:trace>
  <inkml:trace contextRef="#ctx0" brushRef="#br0" timeOffset="16045.53">28680 4345 4032 0,'6'-15'36'0,"-2"2"76"0,-3 5 62 0,-1 0 64 0,0 8 51 0,-3-8 24 0,3 8 10 16,0 0-6-16,0 0-11 0,-13-1-9 16,13 1-17-16,0 0-26 0,0 0-24 0,-10 21-20 15,10-11-21-15,1-3-20 16,3 5-17-16,3-2-15 0,-2 0-15 0,3-1-111 0,1-1-11 16,1-1 0-16,1 0 0 15,0-4 0-15,1 1 0 0,1-1 0 0,1-3 0 16,-14 0 0-16,22-3 0 0,-10 3 0 15,-3-5 0-15,-3-1 0 0,0-2 0 16,-2-2 0-16,-4-1 0 0,-2 3 0 0,0-5 0 16,-2 4 0-16,0-2 0 0,-1 3 0 15,-3 0 0-15,-1 4 0 0,-3-2 0 0,-1 5 0 16,-1 1 0-16,14 0 0 0,-32 4-110 16,13-1-298-16,0 3-111 0,-2 2-147 0,6 0-209 15,-1 1 64-15,5-3 86 16,6 0-662-16,6 0-839 0</inkml:trace>
  <inkml:trace contextRef="#ctx0" brushRef="#br0" timeOffset="16249.11">29324 4319 4237 0,'4'-10'243'0,"-6"-3"77"0,-2 7 49 16,4 6 36-16,-7-10 11 0,2 6-10 15,5 4-29-15,-18-4-34 0,18 4-31 0,-25 10-34 16,10-4-31-16,-1 6-24 0,2 1-208 15,-2 4-15-15,-2 5 0 0,6-3 0 16,0-1 0-16,7 1 0 0,0-3 0 0,7 1-231 16,-2-2-164-16,5 0-121 15,-2-3-131-15,3-3-154 0,3-1-9 0,5 1 80 16,-1-4-651-16,5 1-835 0</inkml:trace>
  <inkml:trace contextRef="#ctx0" brushRef="#br0" timeOffset="17630.15">29600 4379 4186 0,'-12'-5'176'0,"1"2"40"0,2 0 67 0,9 3 26 0,-15-4-1 15,15 4-11-15,0 0-23 16,0 0-29-16,0 0-27 0,0 0-22 0,-13 10-19 16,13-10-11-16,0 0-23 0,0 0-17 15,23 14-27-15,-12-11-20 0,-1-3-22 0,-10 0-18 16,26 0-16-16,-14 0-16 0,-12 0 3 15,25-5-14-15,-16 2-10 0,0-5 3 16,1 4-3-16,-4 0-2 0,-1-1 3 0,-5 5 1 16,0 0-5-16,0 0-1 0,0 0 10 15,-19-10-1-15,19 10-2 0,-29 3 14 0,13 2-8 16,-6 2-2-16,3 3 3 16,-7 4-1-16,9 0 1 0,2-2 2 0,5 0 9 0,0 0-11 15,5 1 3-15,1-1-3 16,6 0 2-16,0-1 9 0,3-3-3 0,7 1 4 15,1-3-6-15,11 0 0 0,-2-3 6 16,4 1-4-16,-1-5 1 0,15-3 2 0,-1-4-5 16,1 2 15-16,-1-4-14 0,11-9 2 15,-1 0 3-15,1-4 6 0,-4-2 4 16,-2-1 17-16,-5 2 13 0,-12 6 24 0,-4 1 29 16,-3 5 5-16,-9 4-6 0,-6 2-13 15,-1 0-18-15,-4 6-69 0,0 0 0 0,0 0 0 16,0 0 0-16,0 0 0 0,0 0 0 15,-36 14 0-15,31 0 0 0,1 1 0 0,4 3 0 16,0 5 0-16,2 10 0 16,3 5 0-16,1-1 0 0,-3 3 0 0,6-4 0 15,-6-1 0-15,-3-6 0 0,0-2 0 16,-1-5 0-16,-10 0 0 0,4-3 0 0,-4-2 0 16,-3-1 0-16,-8 2 0 0,4-6 0 15,6-5 0-15,-2 0 0 0,1-2 0 0,1-1 0 16,1-4 0-16,11 0 0 0,-20-2 0 15,20 2 0-15,-18-4 0 0,9 0 0 16,9 4 0-16,-3-9 0 0,3 9 0 0,7-19 0 16,9 4 0-16,11-9 0 15,14-4 0-15,11-2 0 0,18-11 0 0,-11 12 0 16,20-10 0-16,-5 0 0 0,-15 12 0 16,0-3 0-16,-9 6 0 0,-9-1 0 0,-8 8 0 15,-7 3 0-15,-4 4 0 0,-9-1 0 16,-1 3 0-16,-5 1 0 0,-3 1 0 0,-4 3 0 15,0 3 0-15,0 0 0 0,-29 2 0 16,8 2 0-16,-10 8 0 0,3 2 0 0,-1 4 0 16,5 1 0-16,3 3 0 0,5 4 0 15,5 1 0-15,6-3 0 0,3 0 0 0,5 3 0 16,5 8 0-16,6 0 0 0,0 0 0 16,4-4 0-16,-1 0 0 0,-4-4 0 15,0 1 0-15,-3-10 0 0,-4-6 0 0,0-1 0 16,-5-3 0-16,1 2 0 0,-2-10 0 15,-3 9 0-15,-1-4 0 0,4-5 0 16,-19 5 0-16,7-5 0 0,12 0 0 16,-24 0 0-16,10 0 0 0,1 0 0 0,0-2 0 15,1-1 0-15,1 2 0 0,0-3 0 16,4 2 0-16,3-3 0 0,3-3 0 0,1 8 0 16,9-21 0-16,7 9 0 0,8-12 0 15,16-1-60-15,6 4-321 0,1 0 35 16,2 3 36-16,-13 4 44 0,-4 4 54 0,-7 1 67 15,-9 4 74-15,2 1 70 0,-7 3 93 16,-4 1 83-16,-7 0 55 0,18 5 47 16,-12-1 31-16,-6-4 23 0,10 10 6 0,-8-6-295 15,-1 3-42-15,-1-7 0 0,4 14 0 16,-2-8 0-16,-2 1 0 0,0-7 0 0,4 13 0 16,-1-6 0-16,1 0 0 0,2 0 0 15,0 0 0-15,1 1 0 0,3-1 0 0,4 1 0 16,-1-4 0-16,-1 1 0 15,4-3 0-15,0-1 0 0,-3-2 0 0,2 1 0 0,-2-2 0 16,0 2 0-16,-13 0 0 0,20-2 0 16,-13 0 0-16,-7 2 0 0,12 0 0 15,-12 0 0-15,0 0 0 0,0 0 0 16,0 0 0-16,0 0 0 0,-4 16 0 0,4-16 0 16,-12 10 0-16,9-4 0 0,-3-2 0 15,6-4 0-15,-5 13 0 0,0-7 0 16,1 2 0-16,4-1 0 0,0 2 0 0,0 0 0 15,7-1 0-15,0 5 0 0,2-3 0 16,5 2 0-16,3-1 0 0,1 1 0 0,-2-2 0 16,2 0 0-16,0-1 0 0,2 1 0 15,-8-1 0-15,4-1 0 0,-5-1 0 0,3 1 0 16,-5-1 0-16,-1 2 0 0,-2-3 0 16,0 0 0-16,-4 1 0 0,-1 3 0 15,-1-10 0-15,-3 15 0 0,-6-5 0 16,2-1 0-16,-6-2 0 0,-6 2 0 0,-3-3 0 15,0 1 0-15,-14 0 0 0,6-4 0 16,-11 3 0-16,1-2 0 0,3-3 0 0,1-1 0 16,-5 0 0-16,-3-5 0 0,12 3 0 15,-10-4 0-15,0 3 0 0,-2-2 0 0,-11-4 0 16,-2-3-846-16,0 3-132 0,-2-4-1187 16,-2 3-1573-16</inkml:trace>
  <inkml:trace contextRef="#ctx0" brushRef="#br0" timeOffset="20713.04">6090 4933 3251 0,'-23'15'260'0,"0"-4"-3"0,4-3-32 0,6-1-33 15,0 0-21-15,3-2-20 0,2 2-19 16,5-2 11-16,3-5 23 0,2 10 6 16,-2-10 3-16,21 5-21 0,-3-5-15 0,13-1-9 15,13-6-20-15,10-5-32 0,0-4-38 16,3 3-48-16,1-5-59 0,-20 5-76 0,2 3-94 15,0 0-100-15,-13 3-123 16,-4 1-167-16,-10 2-32 0,-2 4 69 0,-11 0-369 16,0 0-436-16</inkml:trace>
  <inkml:trace contextRef="#ctx0" brushRef="#br0" timeOffset="20878.8">6052 5300 2935 0,'-21'12'207'0,"7"-4"35"0,3-1 26 0,2-2 27 16,3 0 22-16,6-5 16 15,-11 6-6-15,11-6-18 0,0 0-18 0,0 0-21 0,0 0-32 16,25 3-28-16,-5-8-45 0,13-5-72 16,5-3-85-16,7-3-98 0,1-5-132 15,2-1-164-15,-6-6-176 0,-2-1-202 16,1-3 65-16,-2-2 73 0,-5-1-449 16,-7-3-545-16</inkml:trace>
  <inkml:trace contextRef="#ctx0" brushRef="#br0" timeOffset="21144.83">6509 4743 3494 0,'0'0'388'16,"0"0"13"-16,-11-9-8 0,11 9 5 0,0 0 22 15,0 0 16-15,25 0 19 0,-4 3-11 16,13 3-23-16,6 5-38 0,10 6-39 0,-3 4-130 16,1 1-214-16,-6 5 0 15,-6 4 0-15,-10 3 0 0,-12-2 0 0,-5 5 0 0,-9 5 0 16,-9 7 0-16,-8 1 0 0,-5-1 0 15,-3-1 0-15,-11-1 0 0,0-2 0 16,-5-4 0-16,-4-2 0 0,-2-4 0 16,1-2 0-16,3-7 0 0,3-1 0 0,5-8 0 15,1-5 0-15,7-3 0 0,7-6 0 16,2 1-226-16,3-6-476 0,5 0-124 16,3-3-75-16,1 0 96 0,4-2-804 0,2 7-1049 15</inkml:trace>
  <inkml:trace contextRef="#ctx0" brushRef="#br0" timeOffset="26444.93">29650 11422 3968 0,'11'-12'-256'0,"-5"3"67"0,2 1 53 16,-4 2 36-16,0 0 20 0,-4 6 11 15,5-6 6-15,-5 6 12 0,0 0 52 16,0 0 41-16,0 18 26 0,-9 1 10 0,-9 12 12 15,-5 9-3-15,-1 0-1 16,-6 4-11-16,1-3-2 0,2 1-1 0,-1-3-12 16,3 0-1-16,4-10-12 0,0 0 2 15,2-1-7-15,1-4-3 0,5-7-1 0,4-1-10 16,1-7 0-16,2 2 1 0,1-2 6 16,1-3 3-16,0-1 13 0,4-5-5 0,0 0-4 15,0 0-2-15,0 0-10 0,0 0-5 16,25-27 1-16,-8 3-1 0,0-5-9 0,6-9-9 15,-2-7-1-15,-2-6-4 0,0-4-13 16,-4-3-5-16,0-3 4 0,-5 3 2 16,-4 3-11-16,-6 6 13 0,-7-2-2 15,-7 3 3-15,-7 3-1 0,-4 6 1 16,-5 6 1-16,-1 10-1 0,1 6 2 0,-4 5-4 16,-3 4 1-16,1 3 3 0,3 5-1 15,7 3-23-15,-7 4-30 0,7 1-25 0,-5 4-39 16,9 0-46-16,-1 5-57 0,5-5-74 15,7 0-93-15,4-3-169 0,2-1 57 0,3-2-141 16,4 0-142-16</inkml:trace>
  <inkml:trace contextRef="#ctx0" brushRef="#br0" timeOffset="27544.64">29819 10086 1564 0,'-20'29'-133'0,"-3"0"18"0,-2 8 11 16,-2 0 18-16,4-2 13 0,5-6 16 15,-2 0 12-15,6-2 17 0,1-5 11 16,4-5 10-16,2-4 28 0,1 0 31 16,0-5 27-16,0 1 41 0,4-4 11 0,2-5-11 15,0 0-11-15,0 0-13 0,0 0-5 16,14-29 0-16,-3 0-5 0,2-4-5 16,7-10-5-16,1-7-6 0,1-3-3 0,3-2-10 15,6-3-5-15,9-12-4 0,2-4-7 16,-1 2-1-16,6-1-6 0,-6 5-5 0,-9 15-2 15,-1 0-4-15,-4 5 3 0,-2 3 2 16,-8 12 0-16,-2 7 2 0,-6 6-2 0,1 2 0 16,-2 4-5-16,-3 3-6 15,1 1-6-15,-2 4 3 0,-4 2-2 0,0 4-2 16,0 0 0-16,0 0-1 0,0 0-1 16,-13 20 0-16,5-11-2 0,5 3-1 0,1 1 0 15,-3-4 1-15,0 2-2 0,3-1 0 16,0-2 1-16,-2-3 2 0,2 3 0 15,1-4 19-15,1-4 12 0,-6 6-3 0,6-6-7 16,0 0-3-16,0 0-4 0,-19-14 2 16,13 5-2-16,-1-3-1 0,0 0-5 0,0 1-1 15,1-1 3-15,1 1-7 0,1 1 4 16,0 2-7-16,0 0-2 0,0 4-9 0,0-2-15 16,4 6-13-16,-5-3-14 15,5 3-37-15,0 0-40 0,0 0-52 0,-16 17-59 16,12-7-111-16,2 1-144 0,1 1-72 15,1-2-62-15</inkml:trace>
  <inkml:trace contextRef="#ctx0" brushRef="#br0" timeOffset="27859.64">29730 9528 1385 0,'-34'-29'-94'0,"-13"-9"12"15,-25-13 21-15,-11-3 5 0,-13-9 5 16,-10-2 23-16,-5-2 3 0,-3 0 6 0,-31-19 9 16,35 22 23-16,0-2 3 0,1 2 5 15,1 1 6-15,4 5-4 0,9 3 2 0,7 6-5 16,8 5 0-16,22 13 1 0,4 2-2 15,8 4-7-15,13 8 1 0,3-1 4 0,7 8-10 16,8 0-17-16,1 1-19 0,3 3-25 16,2 1-22-16,1-1-27 0,2 1-35 15,0 2-136-15,6 3 209 0</inkml:trace>
  <inkml:trace contextRef="#ctx0" brushRef="#br0" timeOffset="32761.56">22451 4185 1290 0,'-77'-22'161'0,"12"7"12"0,-7-6-25 15,-4 4-21-15,2 1-8 0,3 1 4 16,13 4 20-16,19 3 12 0,5 2 5 0,10 0 4 16,12 3-10-16,10 4-11 0,2-1 3 15,47 6-11-15,24 2-8 0,44 9-14 0,27 4-8 16,18 6-12-16,61 11-9 0,6-2-2 15,2 3-15-15,-8-5-3 0,-12-1-7 16,-54-10-2-16,-10-5-7 0,-14-4-5 16,-19-3-23-16,-32-1-12 0,-17-5-26 15,-21-5-31-15,-9 0-50 0,-12-2-56 0,-8-1-71 16,-10-3-78-16,-3 2-92 0,0 4-161 16,-11-16 24-16,-4 3-137 0,-10-1-166 0</inkml:trace>
  <inkml:trace contextRef="#ctx0" brushRef="#br0" timeOffset="37458.44">30911 3513 2243 0,'-5'-8'310'15,"3"1"-17"-15,2 7-20 0,0-14-13 0,4 9-12 16,3-3-16-16,1 0-18 0,4 1-22 16,5-1-20-16,3 2-17 0,7 0-17 0,11 0-15 15,6 1-22-15,3 2-44 0,2 1-57 16,0 2-73-16,-1 0-77 0,-4 4-82 15,-3-1-83-15,-10 0-92 0,-8 1-91 0,-12-2-99 16,-9 4 45-16,-2-6-192 0,0 0-235 16</inkml:trace>
  <inkml:trace contextRef="#ctx0" brushRef="#br0" timeOffset="37625.03">31112 3525 2133 0,'-11'4'65'0,"1"1"30"16,2-4 18-16,8-1 18 0,-7 4 17 0,7-4 49 15,0 0 29-15,0 0 21 16,-6 4 7-16,6-4-11 0,0 0-26 0,22 6-15 15,-22-6-25-15,35 2-17 0,-9 0-20 16,5-1-44-16,10 3-49 0,0-2-73 16,1-2-82-16,4 3-65 0,-5 0-72 0,4 1-71 15,-5 1-124-15,-8-3-184 0,-5 3 52 16,-4-2-240-16,-1 1-299 0</inkml:trace>
  <inkml:trace contextRef="#ctx0" brushRef="#br0" timeOffset="38841.04">31359 4601 2586 0,'0'0'224'0,"-12"0"-1"16,12 0-23-16,0 0-18 0,0 0-11 0,0 0-4 15,0 0-14-15,0 0-7 0,0 0-22 16,24-19-14-16,-7 13-13 0,4 0-17 0,2 1-23 16,3 3-31-16,3-2-34 0,-2 2-41 15,0 0-39-15,-1 2-40 0,-3 0-36 16,-4 0-39-16,-3 0-30 0,-3 0-19 0,-13 0 6 15,12 6 14-15,-12-6 4 16,0 0 15-16,-37 11 29 0,1-3 18 0,-6 0 43 16,-4 0 62-16,2-3 52 0,5 3 41 15,2-1 27-15,11-2 24 0,5-1 24 16,5 2 26-16,3-2 17 0,1-1 22 0,3 1 26 16,3 0 24-16,6-4 8 0,2 9-10 15,-2-9-17-15,19 9-21 0,0-5-19 0,6 2-16 16,11-1-19-16,3 0-43 0,-1 0-46 15,1-3-56-15,-6 0-69 0,-3 0-67 0,-1-2-64 16,-1-2-87-16,-1 2-110 0,0-4-176 16,-10 1 42-16,0 0-195 0,-4-1-233 15</inkml:trace>
  <inkml:trace contextRef="#ctx0" brushRef="#br0" timeOffset="43174.76">1741 3076 3488 0,'-4'-23'212'0,"2"8"8"0,1 0 11 16,-1 1 2-16,0 4-15 0,2 0-2 15,-2 4-26-15,0 0-29 0,2 1-31 0,0 5-14 16,0 0-13-16,0 0 37 15,0 0-6-15,0 0-7 0,0 32-10 0,0-12-13 16,2 8-3-16,0 7-11 0,0 2-7 16,1-2-12-16,-3 2-4 0,2-6-8 15,-2-4-12-15,-2-1-38 0,-1 10-45 0,1-7-58 16,-2-4-80-16,0-2-66 0,-1 1-73 16,0-2-54-16,2-2-53 0,-3-4-38 15,2-3-60-15,-3-3-111 0,3-6 2 0,0-1-322 16,4-3-429-16</inkml:trace>
  <inkml:trace contextRef="#ctx0" brushRef="#br0" timeOffset="43324.73">1684 3505 2533 0,'0'0'8'16,"0"0"55"-16,0 0 45 0,0-26 54 16,4 18 47-16,-2-4 37 0,4-1 28 15,3-3 6-15,0-1 8 0,7-9 10 0,3-1-8 16,0 0-16-16,0 0-22 0,2 1-27 16,0-4-24-16,0 5-15 0,-2 0-26 0,-2 4-15 15,-3 4-64-15,-3 1-53 0,-2 4-65 16,0 2-69-16,-4-1-89 0,1 5-80 15,-3 0-79-15,-1 1-89 0,-2 5-79 0,0 0-101 16,0 0-26-16,0 0-408 0,0 0-529 16</inkml:trace>
  <inkml:trace contextRef="#ctx0" brushRef="#br0" timeOffset="43506.77">1741 3213 3144 0,'-6'4'62'0,"6"-4"17"0,0 0 18 15,0 0 30-15,0 0 15 0,-11 4 11 16,11-4 59-16,0 0 59 0,6 14 20 0,-1-5-8 15,1-3-34-15,6 4-23 16,-3 0-20-16,4 0-20 0,3 2-22 0,1 0-43 16,7 5-65-16,-4-3-72 0,5 1-86 0,-2 1-92 15,-3-2-92-15,7 1-84 0,-6-3-119 16,-2-3-201-16,0-1 25 0,1-2 69 16,-8-6-309-16,4 0-387 0</inkml:trace>
  <inkml:trace contextRef="#ctx0" brushRef="#br0" timeOffset="43873.35">2318 3169 2776 0,'2'-6'161'0,"-2"6"22"0,5-8 13 0,-5 8 7 15,2-6-9-15,-2 6-19 0,0 0 9 16,0 0 19-16,0 0-6 0,24 4-14 0,-12 2-18 16,-1 2-12-16,1 2-18 15,-1 1-12-15,-2-1-11 0,3 5-7 0,-3-3-9 16,-3 2-7-16,-1-3-6 0,-1 2-3 0,-1-1-5 15,-3-2-6-15,0 0-8 16,-5 1-5-16,0-1-1 0,-1-3-6 0,-1 1 2 16,-3-4-4-16,-1-2-15 0,11-2-10 15,-24-9-12-15,10-3-11 0,0 0 1 16,3-4-4-16,2 3-4 0,-2 1 0 0,6-1-6 16,-1 5-2-16,1 0-4 0,3 1 1 15,2 7 5-15,0-10 2 0,0 10 0 0,0 0 5 16,0 0-1-16,25 2 0 0,-25-2 3 15,22 8 2-15,-8-1-4 0,-1 0 2 16,3 0-20-16,-4 1-41 0,2 0-63 0,-1-4-82 16,0 5-63-16,-1-1-76 15,-1-4-99-15,-1 4-170 0,0-3-53 0,-5-3 71 16,3 1-337-16,-8-3-416 0</inkml:trace>
  <inkml:trace contextRef="#ctx0" brushRef="#br0" timeOffset="44308.48">3043 2235 2900 0,'-2'-18'212'0,"-2"0"56"0,2 7 48 15,0 2 26-15,1 0 4 0,-1 3-31 0,2 6-44 16,0 0-28-16,0 0 13 16,-14 31-1-16,6 18-17 0,-1 12-17 0,-1 10-21 15,5 6-27-15,-1 23-10 0,4-22-20 16,2 5-12-16,0-4-10 0,6-1-16 15,-3-3-11-15,1-9-7 0,1-2-8 0,-2-10-11 16,1-17-3-16,-2-8-13 0,3-6-3 16,-5-3-3-16,2-5-2 0,0-1-1 0,0-4-3 15,0-3-5-15,-2-7-7 0,2 4-11 16,-2-4-14-16,0 0-11 0,0 0-1 16,4-35-2-16,-4 16-13 0,-6-4-3 0,0-1-4 15,-5-2-17-15,-3 2 0 0,0 4 1 16,-2 7 7-16,-3 3 4 0,-4 4-11 0,0 8 13 15,-15 3-4-15,2 6-1 16,2 2 5-16,2 5 2 0,3 3-5 0,4 0 9 16,6 1 11-16,2 1-11 0,7-2 2 15,4-3 9-15,5-2-2 0,2-1 0 16,1 2 5-16,4-3 0 0,4 3 4 0,3 0 4 16,3-1-3-16,0-4-6 0,7 3-53 15,2-5-59-15,-3-3-70 0,0-3-94 0,3-3-111 16,0-2-140-16,9-7-204 0,2-3-11 15,-4-3 84-15,-1-5-468 0,-1 0-608 16</inkml:trace>
  <inkml:trace contextRef="#ctx0" brushRef="#br0" timeOffset="44973.87">3231 3079 3276 0,'0'0'64'0,"-7"8"24"15,7-8 7-15,0 0 24 0,0 0 16 16,0 0 15-16,-10 1-3 0,10-1-9 0,0 0-9 16,0 0 15-16,0 0 21 0,0 0 14 15,0 0 12-15,0 0 5 0,0 0 3 0,0 0 12 16,40-9-5-16,-34 6 1 0,-6 3-5 16,12-12-10-16,-7 7 4 0,1-1-7 15,-6 6-13-15,5-10-9 0,-3 5-8 16,-2 5-17-16,-2-10-13 0,2 10-11 15,-7-9-16-15,1 4-14 0,6 5-12 0,-21-2-11 16,8 2-8-16,-6 4-10 0,-2 3-1 16,-2 1-45-16,2 3-1 0,-4 4 0 0,0 2 0 15,9-3 0-15,2-1 0 0,6-1 0 16,-1-3 0-16,4-1 0 0,0 1 0 0,3-2 0 16,2-7 0-16,7 10 0 0,0-7 0 15,4 0 0-15,5-3 0 0,4-6 0 16,5 3 0-16,9-8 0 0,-1 1 0 0,-7 3 0 15,-4 0 0-15,1-1 0 16,-5 1 0-16,0 2 0 0,-3 0 0 0,-2 3 0 16,-2-1 0-16,0 2 0 0,-11 1 0 15,20-3 0-15,-20 3 0 0,19 3 0 0,-19-3 0 16,13 4 0-16,-13-4 0 0,16 4 0 16,-9-3 0-16,-7-1 0 0,11 4 0 15,-11-4 0-15,0 0 0 0,14 3 0 0,-14-3 0 16,0 0 0-16,13 0 0 0,-13 0 0 15,14-10 0-15,-3-1 0 0,5-2 0 0,-1 1 0 16,-3 2 0-16,-1 0 0 16,-2 3 0-16,-2 0 0 0,4 0 0 0,-6 3 0 15,1 1 0-15,-6 3 0 0,14-5 0 0,-14 5 0 16,0 0 0-16,0 0 0 0,25 8 0 16,-16-6 0-16,0 3 0 0,-2 2 0 15,5-2 0-15,-2 2 0 0,-3-2 0 16,3 2 0-16,-4-4 0 0,-6-3 0 0,11 9 0 15,-6-7 0-15,-5-2 0 0,12 0-467 16,-12 0-169-16,13-5-144 0,-7-1-127 0,2-2 100 16,0 0-755-16,-1-5-1006 0</inkml:trace>
  <inkml:trace contextRef="#ctx0" brushRef="#br0" timeOffset="45175.05">3946 2479 4287 0,'0'-17'19'0,"2"5"65"0,0 1 45 0,-2 5 23 0,0 1 10 0,0 5-1 15,0 0-18-15,0-9-17 16,0 9 30-16,0 0 17 0,0 0-11 0,17 19-20 16,-11-7-5-16,3 5-13 0,-1 2-14 15,0 0 0-15,-3 3-23 0,-1 0 0 16,0 0-43-16,-4-3-44 0,0 2-63 0,-4 2-76 16,-7 6-97-16,3-5-99 0,0-5-96 15,-5-2-150-15,1-3-152 0,5-6 58 0,1-3-482 16,3-2-624-16</inkml:trace>
  <inkml:trace contextRef="#ctx0" brushRef="#br0" timeOffset="45458.33">4425 2311 3370 0,'3'-6'169'0,"-3"6"49"16,0-7 43-16,0 7 23 0,0 0 1 15,0 0-7-15,0 0-32 0,0 0-12 0,0 0-9 16,-25 16-12-16,16-1-12 0,-6 7-10 15,0 3-12-15,1 1-17 0,3 2-19 0,2-1-13 16,2-5-15-16,3 0-11 0,4-5-7 16,0 3 7-16,6 1 19 0,4-2 19 15,3 5 25-15,1-3 6 0,3 2-7 16,0-1-9-16,-6-3-103 0,1-4-54 16,-6-1 0-16,1 0 0 0,-3 1 0 0,-4-1 0 15,-2 3 0-15,-7 2 0 0,-9 8 0 16,-5-2 0-16,-6 6 0 0,-7-1 0 0,-3-7 0 15,-1 2 0-15,-6-4-237 0,-3-4-366 16,-5 1-139-16,-5-6-182 0,-2 1 78 16,-4-2-800-16,1 3-1083 0</inkml:trace>
  <inkml:trace contextRef="#ctx0" brushRef="#br0" timeOffset="45923.47">2499 3258 4719 0,'0'-14'-64'0,"0"4"68"15,0 1 73-15,0 9 52 0,0-11 34 16,0 11-1-16,0 0-15 0,2-8-26 15,-2 8-15-15,0 0-10 0,0 0-8 16,0 0 18-16,0 0-4 0,0 0 0 0,9 28 10 0,-11-16 0 16,0 2 17-16,-3 4-6 15,-2 1-10-15,1 1-11 0,-5 1-4 0,-3 3-9 16,1-2-9-16,3-8-4 0,-1-2-8 16,4-2-4-16,-1 0-2 0,0-6-8 15,-1 0-12-15,9-4-9 0,0 0-6 0,-29-14-13 16,16-3 2-16,-1-6-7 0,3-8 1 15,-1 2 2-15,5-1-5 0,1 8 0 0,1 4-7 16,1 3 4-16,1 5-11 0,-2 0-10 16,5 4-6-16,0 6 12 0,0 0-8 15,0 0-21-15,0 0-22 0,30 26-25 16,-14-11-26-16,7 8-43 0,1 1-46 16,3-2-73-16,10 5-73 0,5-1-73 0,-5-4-92 15,3 0-134-15,-8-4-78 0,-7-1 72 16,-3 1-436-16,-8-3-560 0</inkml:trace>
  <inkml:trace contextRef="#ctx0" brushRef="#br0" timeOffset="46240.07">1011 4296 3296 0,'-36'15'85'0,"7"-3"-9"0,-3 1-11 0,9-3 0 0,6-2 10 16,3-2-5-16,5-1-17 0,4-2-4 0,5-3 2 16,13 7-8-16,27-11 2 0,32-12-2 15,47-16-7-15,65-30 0 0,17-4-4 16,12-9-4-16,21-3-1 0,15-4 16 16,7 2 8-16,4 0 9 0,-7 7 37 0,-9 8 8 15,-20 7-1-15,-27 7-14 0,-67 16-8 16,-21 8-6-16,-37 9-6 0,-13 4-2 15,-18 3 8-15,-5 2 2 0,-11 2-5 16,-7 0-9-16,-5 4-22 0,-7-2-32 0,-6 5-44 16,0 0-50-16,0 0-77 0,0 0-91 15,0 0-109-15,-30-1-124 0,10 5-181 16,-3 3 58-16,-9 4-315 0,-4 2-403 0</inkml:trace>
  <inkml:trace contextRef="#ctx0" brushRef="#br0" timeOffset="51655.87">1627 4785 1249 0,'0'0'203'0,"0"0"-75"0,0 0-11 16,-6-8-10-16,6 8-6 0,0 0 5 15,0 0-7-15,0 0-8 0,-4-7 0 0,4 7-3 16,0 0-2-16,0 0 3 0,0 0 4 16,0 0 1-16,0 0 7 0,0 0 2 15,0 0 12-15,0 0 2 0,0 0 1 16,0-9 6-16,0 9-1 0,0 0-3 16,0 0-7-16,0 0-12 0,0 0-10 0,0 0-13 15,0 0-3-15,0 0-8 0,0 0-8 16,0 0-3-16,0 0-13 0,0 0 3 15,0 0-12-15,0 0 3 0,0 0-7 0,0 0-5 16,0 0 1-16,0 0 0 0,0 0-13 16,0 0 7-16,0 0-1 0,0 0-2 0,0 0-4 15,0 0 2-15,0 0-7 0,0 0 1 16,0 0-2-16,0 0-2 16,0 0 0-16,0 0-7 0,0 0 2 0,0 0-8 15,0 0 5-15,0 0-8 0,0 0 1 16,0 0-4-16,0 0-1 0,0 0 3 0,0 0-4 15,0 0-5-15,0 0-1 0,0 0 1 16,0 0-7-16,0 0 2 0,0 0 7 16,0 0-11-16,0 0-15 0,0 0 0 0,0 0-22 15,0 0-11-15,0 0-34 0,0 0-39 16,0 0-64-16,-15 2-119 0,15-2-221 16,0 0-10-16,0 0 60 0,-19-3-98 0,19 3-101 15</inkml:trace>
  <inkml:trace contextRef="#ctx0" brushRef="#br0" timeOffset="53205.99">1698 4732 1674 0,'0'0'16'0,"0"0"13"0,0 0 20 16,11 0 14-16,-11 0 22 0,0 0 18 15,0 0 10-15,0 0 11 0,0 0 5 0,0 0-3 16,0 0 0-16,0 0 0 0,0 0 0 16,0 0-3-16,0 0-4 0,0 0 3 15,0 0-5-15,0 0-4 0,0 0-8 0,0 0 0 16,0 0 1-16,0 0-6 0,0 0-3 16,0 0-18-16,0 0-8 0,0 0-3 15,0 0-16-15,-31 17-8 0,16-5-3 0,-6 9 0 16,0 2-3-16,-1 2-2 15,0 6-10-15,5 0-1 0,0 2 3 0,3-4-5 16,5 5 5-16,4-2-4 0,1-8 9 16,4-2 6-16,2-3 9 0,1 0 2 0,1-2-2 15,0 0 8-15,6-1-6 0,-1-3-1 16,0-2-7-16,5 3-4 0,1-4 4 16,-1-1-7-16,1-4-4 0,2 0-10 0,0-3-25 15,2 0-44-15,-4-2-57 0,3-4-57 16,0 2-56-16,0-1-61 0,-3-2-94 15,2-2-102-15,1 2-136 0,-4 0 62 16,-2-3-260-16,-2 6-296 0</inkml:trace>
  <inkml:trace contextRef="#ctx0" brushRef="#br0" timeOffset="59922.65">1751 4722 2272 0,'0'0'-8'0,"0"0"1"16,0 14 14-16,-4 3 22 0,-8 10 32 0,-11 14 27 15,-1 5 20-15,-6 6 14 0,-1 2 12 16,-13 12 9-16,8-14-6 0,-2-1 3 16,8-5-5-16,-3-3-3 0,5-7 2 15,8-10-3-15,7-7-4 0,3-4 2 0,3-3-1 16,3-3 9-16,0-3 4 0,1-2-6 16,3-4-4-16,0 0-11 0,0 0-6 15,0 0-7-15,0 0-9 0,0 0-18 0,39-9-4 16,-26 6-8-16,5 2-6 0,5-1-6 15,4 4-5-15,12-1-6 0,1 4-3 16,5 0-1-16,-2 2-6 0,-1 2 0 0,-2-1-7 16,0 1-2-16,-6-1 1 15,-2 4-6-15,-7-5-6 0,-5 1-10 0,-4-4-13 0,0 0-19 16,-5 0-24-16,-1-2-37 16,0 2-41-16,-10-4-78 0,12 7-66 0,-12-7-78 15,11 1-142-15,-11-1-182 0,0 0 62 16,0 0-381-16,2-20-471 0</inkml:trace>
  <inkml:trace contextRef="#ctx0" brushRef="#br0" timeOffset="60287.6">2888 4352 3145 0,'-13'-7'205'0,"3"4"-19"15,10 3-16-15,0 0-9 0,-28 4 20 16,28-4 16-16,-17 4-1 0,17-4-19 16,-11 0-27-16,11 0-17 0,0 0-12 0,0 0-7 15,0 0-11-15,0 0-9 0,36 12-6 16,-6-12-9-16,14-2-5 0,6 2-13 0,3 2-3 16,8 3-6-16,-3 2-6 0,-4 5-2 15,-6 2-10-15,-6 10-2 0,-14-2 2 16,-5 2-3-16,-3 5 1 0,-9 2 19 0,-6 2 15 15,-1-6 25-15,-6 0 5 0,-3 6 8 16,-6 1-2-16,0-3-10 0,0-3-3 16,-4 0-15-16,2 0-6 0,-3-2-6 15,3-1-22-15,-4-1-44 0,-2-2-50 0,0-1-49 16,0 2-67-16,-2-1-89 0,0-1-88 16,-2-2-83-16,1-3-109 0,-2 2-150 15,3-5-3-15,5-1 79 0,-2 1-419 0,1-2-505 16</inkml:trace>
  <inkml:trace contextRef="#ctx0" brushRef="#br0" timeOffset="60570.38">2088 5711 3310 0,'-40'13'276'16,"-6"5"-7"-16,7-5 26 0,6-1 61 16,1-2 37-16,9-2-4 0,5-3-16 0,7-1-37 15,1-2-39-15,6-2-33 0,4 0-21 16,0 0-25-16,27-11-21 0,16-9-20 0,14-7-8 16,26-14-23-16,7-3-48 0,5-6-58 15,3 1-99-15,4-5-112 0,-5 3-109 16,-5 1-93-16,-6 4-114 0,-11 3-122 0,-19 12-167 15,-6 0 12-15,-7 8 80 0,-12 4-555 16,-14 5-701-16</inkml:trace>
  <inkml:trace contextRef="#ctx0" brushRef="#br0" timeOffset="60771.46">2135 5809 3331 0,'-45'28'82'0,"7"-8"69"0,13-5 26 16,4-2 22-16,6-5 32 0,5-1 33 15,1-4 48-15,3 2 5 0,6-5-19 0,0 0-4 16,0 0-1-16,0 0-8 16,69-30-28-16,9-5-21 0,12-8-23 0,12-7-27 15,7-5-64-15,1-4-96 0,-4-1-129 16,-6 3-125-16,-1 5-99 0,-4 3-111 16,-11 1-135-16,-12 9-191 0,-22 13 25 0,-14 2 81 15,-14 5-513-15,-11 9-638 0</inkml:trace>
  <inkml:trace contextRef="#ctx0" brushRef="#br0" timeOffset="69402.39">1346 1464 3585 0,'2'-10'387'15,"-2"4"-83"-15,0 6-86 0,0-10-40 16,0 10-37-16,0 0-41 0,0 0-19 0,0 0 61 15,0 0-5-15,-5 26-4 0,5-5-13 16,-4 4-9-16,2 12-15 0,0 0-5 16,1 1-11-16,-1-2-7 0,0-2-3 0,0-5-32 15,2-4-44-15,0-6-52 16,0 3-65-16,-2-5-92 0,2-2-73 0,0-1-57 16,2 0-49-16,-2-6-78 0,0-1-137 15,0-7-29-15,0 0-361 0,0 0-475 16</inkml:trace>
  <inkml:trace contextRef="#ctx0" brushRef="#br0" timeOffset="69720.32">1282 1615 2587 0,'-4'-29'-70'16,"2"5"52"-16,0 5 40 0,2 2 43 0,0 0 33 15,0 2 33-15,0 2 28 0,0-1 3 16,2 2 0-16,0 1-14 0,2 1-10 16,3 2-12-16,3 1-10 0,1 2-2 15,7 2-7-15,0 3-13 0,7 3-9 16,10 7-7-16,-1 2-5 0,1 6-7 0,-3 1-11 15,4 8 0-15,-11-4-5 0,-5 6-3 16,-2-4-3-16,-5 4 4 0,-5-5 14 16,-6-3 15-16,0-2 6 0,-4-1 8 0,0 1 4 15,-4 0 4-15,0-1 3 0,-1-2-1 16,-4 1-4-16,1-2-13 0,0 3-8 16,-1-2-9-16,-1-7-3 0,1 4-9 0,-1-2-4 15,-1-1-9-15,0-2-17 16,-2 3-29-16,-2-3-49 0,-4 1-65 0,1-2-89 15,-3-1-76-15,7 0-73 0,-4-3-118 16,7-3-222-16,13 0 25 0,-23-7 86 16,16-1-288-16,3-3-356 0</inkml:trace>
  <inkml:trace contextRef="#ctx0" brushRef="#br0" timeOffset="70518.37">2449 1183 2266 0,'-9'-10'-46'15,"9"10"33"-15,-7-9 29 0,1 4 26 0,6 5 20 0,-9-8 14 16,9 8 7-16,-16 0 4 0,16 0 10 0,-30 13 11 16,3 7 10-16,-7 15 11 0,-2 4 36 15,0 9 7-15,0 4 6 0,5 4-4 16,1-3-7-16,7 1-22 0,5-5-7 0,9-7 1 15,3-5 4-15,6 2 0 0,8-8 12 16,-1 1 14-16,9-8-8 0,4-1 0 0,5-3-1 16,2-5-14-16,3-3-4 15,-1-7-12-15,0-5-3 0,1 0-20 16,12-7-14-16,0-3-1 0,5-7-10 0,-4-3 2 16,-5-1 0-16,-10-2 2 0,-6-3 12 15,-8-3-7-15,0-4-19 0,-10-1-2 0,-4-2-13 16,-4-5-10-16,-10-6-8 0,-2 0-8 15,-7 5-2-15,0 1-20 0,-4 6-12 16,2 9-31-16,-4 9-14 0,-1 3-28 0,-4 7-26 16,3 6-24-16,2 4-37 0,-7 3-42 15,0 5-60-15,2 5-54 0,4 2-59 16,1-1-98-16,8 2-160 0,8-5-82 0,3 1 81 16,6-5-358-16,2 2-471 15</inkml:trace>
  <inkml:trace contextRef="#ctx0" brushRef="#br0" timeOffset="70720.22">2614 1361 2525 0,'0'-7'-79'0,"0"7"8"0,-4-13-28 0,4 4-35 16,0 0-40-16,0 1-39 15,4-2-384-15,-2 1-97 0</inkml:trace>
  <inkml:trace contextRef="#ctx0" brushRef="#br0" timeOffset="70970.16">2791 1122 1884 0,'-9'-9'147'16,"1"-2"35"-16,0 4 19 15,3 4-5-15,5 3 2 0,-13-2 2 0,13 2 2 16,-23 12-4-16,3 7 2 0,2 8-3 16,0 8-13-16,3 9-18 0,5-7-14 15,-1 14-18-15,6-10-13 0,0 4-7 0,7-2-12 16,1 0-10-16,2-4-11 0,1-1-19 15,1-4-45-15,5-4-66 0,-1 0-72 16,0-10-64-16,3-5-53 0,-1-1-43 0,3-4-40 16,-1-6-24-16,1-2-10 0,-4-2 26 15,-12 0 38-15</inkml:trace>
  <inkml:trace contextRef="#ctx0" brushRef="#br0" timeOffset="71285.83">2831 1684 2111 0,'16'-23'-112'0,"-1"-3"60"0,-2-3 44 0,-3-3 55 16,-3-1 52-16,3 1 63 0,-1 0 65 15,-5 10 53-15,2 3 36 0,-3 5 21 16,1 3-6-16,1-1-8 0,-2 3-22 15,-1-1-30-15,0 3-19 0,0 0-34 16,-2 7-30-16,5-7 2 0,-5 7 23 0,0 0 18 16,0 0-26-16,0 0-21 0,0 0-14 15,31 14-16-15,-24-11-14 0,0 3-17 16,-7-6-9-16,11 8-7 0,-6-5-11 0,-5-3-12 16,10 8-3-16,-10-8-8 0,10 4-4 15,-10-4-5-15,7 2 14 0,-7-2 9 0,0 0 11 16,0 0 11-16,0 0-6 0,0 0-9 15,23-5-61-15,-23 5-33 0,10-5 0 16,-10 5 0-16,0 0 0 0,7-4 0 16,-7 4 0-16,0 0 0 0,0 0 0 15,10 16 0-15,-8-8 0 0,2 1 0 0,-2-1 0 16,-1 4-183-16,3-4-156 0,-2 1-81 16,3-1-62-16,-1-2-50 0,3-2-78 15,-2 0-131-15,-5-4-27 0,0 0 66 0,0 0-459 16,31-14-628-16</inkml:trace>
  <inkml:trace contextRef="#ctx0" brushRef="#br0" timeOffset="71518.2">3247 1218 3155 0,'4'-34'20'16,"-3"-2"59"-16,1-7 59 15,4 9 45-15,4 0 50 0,-3 2 31 0,-1 8 14 0,-2 5-10 16,-3 4-24-16,3 3-19 16,3 3-27-16,-4 4-17 0,6 1-8 15,-9 4-2-15,0 0-13 0,33 14-13 0,-16 0-11 16,2 8-8-16,0 0-15 0,-1 5-2 15,-2-1-10-15,-2 2-7 0,-3 1-8 0,0 2-10 16,-2-2-2-16,-4-4-6 0,-5-3-11 16,0-1-6-16,-1 2-28 0,-6-3-45 15,1 1-55-15,-1-2-72 0,-4-2-86 0,-1-3-100 16,3-2-91-16,0-7-103 0,0-2-147 16,9-3-78-16,0 0 74 0,-9-22-441 15,11 0-592-15</inkml:trace>
  <inkml:trace contextRef="#ctx0" brushRef="#br0" timeOffset="71737.35">3647 812 3361 0,'7'-7'139'16,"-2"1"50"-16,0-1 29 0,-5 7 23 15,4-9 7-15,-4 9-5 0,0 0 66 0,0 0 23 16,21 19-20-16,-10-2-19 0,4 12-14 16,1 5-15-16,-3 3-20 0,3 11-17 15,-7 3-7-15,-6-8-23 0,-1 13-12 0,-4 4-21 16,-5-2-16-16,-2 3-15 0,-3-4-10 15,-1-3-21-15,-3-4-82 0,1-1-20 16,4-14 0-16,-3-2-80 0,0-2-137 16,-2-8-110-16,1 0-107 0,0-8-124 15,2-5-186-15,-1-8-123 0,4 0 87 0,1-6-643 16,9 4-874-16</inkml:trace>
  <inkml:trace contextRef="#ctx0" brushRef="#br0" timeOffset="71968.88">4377 1395 4504 0,'-22'-2'337'0,"4"1"11"0,6 1 36 0,12 0 26 16,-19-4 12-16,19 4-21 16,-12 0-22-16,12 0-51 0,0 0-13 0,0 0-24 15,0 0-219-15,25-15-72 0,11 3 0 16,16-2 0-16,7 1 0 0,0-3 0 0,-5 4 0 15,1 0 0-15,-13 5-330 0,0-1-279 16,-4 1-173-16,-9 4-144 0,-5 1 88 16,-5 2-763-16,-6 0-1040 0</inkml:trace>
  <inkml:trace contextRef="#ctx0" brushRef="#br0" timeOffset="72553.13">5298 1227 4754 0,'-3'-11'115'0,"3"1"50"0,0 4 39 16,0 6 56-16,0-12 21 0,0 12 5 15,5-7-11-15,-5 7-12 0,9-4-9 0,-9 4-9 16,0 0-24-16,41 15-17 0,-16-1-16 15,2 3-17-15,0 1-18 0,-4 3-13 0,-1 0-128 16,-1 1-12-16,-1 1 0 0,-7-4 0 16,-2-3 0-16,-3-3 0 0,-4 3 0 15,1-3 0-15,-5 1 0 0,2 1 0 16,-2-3 0-16,0-3 0 0,-2 1 0 16,4-2 0-16,-2-8 0 0,-2 14 0 0,2-14 0 15,0 0 0-15,0 0 0 0,0 0 0 16,16-39 0-16,-3 10 0 0,2-2 0 0,2 6 0 15,-1-1 0-15,-1 6 0 0,-4 4 0 16,-1 6 0-16,-2-2 0 0,-3 7 0 16,2 0 0-16,-7 5 0 0,18 0 0 0,-18 0 0 15,23 12 0-15,-12 0 0 0,1 3 0 16,-3 2 0-16,4 0 0 0,-1 9 0 0,-1-4 0 16,1-3 0-16,-4 2 0 15,-1-3 0-15,-3-1-52 0,2 1-467 0,-5-3-129 16,3-3-141-16,-2-1-117 0,3-5 89 15,-4 0-700-15,-1-6-962 0</inkml:trace>
  <inkml:trace contextRef="#ctx0" brushRef="#br0" timeOffset="72785.22">6204 976 4645 0,'-11'-9'231'0,"5"0"28"0,1 3 13 0,1 1 7 0,4 5-3 0,-8-6-22 15,8 6 30-15,0 0 20 0,-11 29 2 16,7-6-25-16,-1 11-31 0,-2 5-21 0,3 4-26 16,3 1-85-16,-1 1-118 15,2-2 0-15,0 1 0 0,3 1 0 16,-1-5 0-16,-2-1 0 0,2 0-150 0,-2-10-244 16,5 4-88-16,-2-8-71 0,-3-4-110 15,2-8-172-15,0-3 36 0,2-5-669 0,1 0-915 16</inkml:trace>
  <inkml:trace contextRef="#ctx0" brushRef="#br0" timeOffset="73501.64">6562 1223 4020 0,'0'0'-14'0,"0"0"42"0,-9-7 44 16,9 7 30-16,0 0 27 0,-5-6 1 15,5 6-7-15,0 0-17 0,0 0-13 16,0 0-10-16,0 0-12 0,0 0 13 0,0 0 17 16,0 0 12-16,0 0 2 0,0 0 16 15,-2 23 6-15,2-15 4 0,0-8 12 16,0 15 4-16,2-4-1 0,0-2-13 0,-1-1-4 16,5 1-14-16,-1 1 6 15,1-1-3-15,4-3 0 0,3 1-14 0,3-4-1 16,-1-1-20-16,4-2-9 0,1-2-6 15,3-1-6-15,2-4-5 0,-1 1-5 0,-4-1 17 16,7-9 16-16,-8 6 24 0,-6-5 23 16,1 1-94-16,-3-3-48 0,-4 0 0 15,-2-1 0-15,-3 0 0 0,-4-2 0 0,0 4 0 16,-4-2 0-16,0 5 0 0,-3 1 0 16,0 3 0-16,-3 2 0 0,-7 4 0 0,2 3 0 15,-5 0 0-15,2 5 0 0,1 3 0 16,-3 2 0-16,4 2 0 0,4-5 0 15,5 4 0-15,1-2 0 0,2-2 0 0,6-3 0 16,0-4 0-16,10 10 0 16,1-8 0-16,5-4 0 0,6-3-123 0,13-2-71 15,3-2 5-15,0-1 14 0,0-3 19 16,-4 1 16-16,-2 2 21 0,-7 1 30 0,-4 1 48 16,-6 2 44-16,1 0 53 0,-5 2 23 15,-1 1 12-15,-1-1-4 0,-1 1-3 16,-3 1-15-16,-5 2-6 0,0 0 17 0,7 16 27 15,-14-3 15-15,0 9 6 0,-4 11 11 16,-5 10-21-16,1 2-118 0,-4 8 0 0,4 5 0 16,-6 2 0-16,10-3 0 15,-3-1 0-15,-3-2 0 0,4-3 0 16,3-13 0-16,1-3 0 0,-1-4 0 0,1-2 0 16,-1-6 0-16,2-5 0 0,1-3 0 15,-1-1 0-15,-1-3 0 0,-1 1 0 0,-1-1 0 16,-1-3 0-16,-3-4 0 0,2-1 0 15,-3-3 0-15,-9-5 0 0,-5-7 0 0,3-9 0 16,0-10 0-16,3-11 0 0,7-12 0 16,9-6 0-16,8-1 0 0,13-1 0 15,7 0-472-15,3 6-207 0,7 4-4 0,5 9 49 16,2 7 57-16</inkml:trace>
  <inkml:trace contextRef="#ctx0" brushRef="#br0" timeOffset="73720.24">6842 1181 4226 0,'36'-17'-335'0,"-9"6"89"0,-6 6 71 0,-3-1 80 0,-3 4 83 0,-5 0 78 0,-1 0 91 16,-9 2 49-16,0 0 48 15,23 4 27-15,-23-4 23 0,11 4 14 0,-11-4-10 16,8 4-7-16,-8-4-17 0,10 3-23 16,-10-3-20-16,9 6-23 0,-1-4-23 0,-3 3-14 15,5-2-17-15,1 3-12 0,2-2-14 16,5-4-13-16,3 0-10 0,4-2-14 16,3-4-15-16,9 2-11 0,-7 2-5 0,-6-2-19 15,-1 2-23-15,0 2-31 0,-3 0-37 16,-5 2-32-16,-1-2-49 0,-2 4-43 15,-1-2-60-15,-2 6-76 0,-2-4-80 16,-3 5-89-16,-2-1-136 0,-6 4-227 16,0-2 56-16,-10 3 91 0,-4-1-462 0,-11 5-614 15</inkml:trace>
  <inkml:trace contextRef="#ctx0" brushRef="#br0" timeOffset="74085.2">5361 1022 3226 0,'-48'19'24'0,"-1"6"9"0,4 6 12 0,1 8 20 0,6 2 37 16,8 5 29-16,5 1 9 15,10 5 7-15,9 2-5 0,12 1-13 0,10 1-14 16,11 0-12-16,21 9-51 0,11-12-111 15,15-5-146-15,10-9-207 0,4-10-247 16,-12-17 69-16,6-1 60 0,10-7-150 16,18-14-175-16</inkml:trace>
  <inkml:trace contextRef="#ctx0" brushRef="#br0" timeOffset="74320.31">7249 812 2588 0,'4'-25'570'0,"-3"4"-6"0,-1 6-19 15,0 1-14-15,2 4-19 16,2 5-36-16,3 5-19 0,-7 0 6 0,23 15-39 16,1 11-27-16,-1 18-45 0,4 2-52 15,-7 7-288-15,-3 6-12 0,-6 3 0 0,-5 1 0 16,-6 2 0-16,-7 1 0 0,-6 0 0 16,-7 1 0-16,-8 13 0 0,1-22 0 15,-6-5 0-15,-4-5 0 0,-5-4 0 0,0-5-130 16,2-8-444-16,2-2-152 0,7-11-212 15,3-7 70-15,10-5 103 0,5-4-660 0,7-4-876 16</inkml:trace>
  <inkml:trace contextRef="#ctx0" brushRef="#br0" timeOffset="74937.05">8941 948 3793 0,'-12'-13'69'0,"1"7"56"0,-3 3 17 0,-4 3 20 0,-9 3 42 0,-9 6 47 16,-10 11 57-16,-1 6 33 0,-3 0 12 16,2 15-2-16,6 5-12 0,3 3-15 15,4 5-24-15,7 2-29 0,8 3-19 16,9-1-22-16,5 3-19 0,8-6-46 16,6-1-165-16,5-6 0 0,5-4 0 0,2-3 0 15,7-4 0-15,-2-10 0 0,1-7 0 16,14 3-272-16,-4-10-304 0,3-3-213 15,-1-6-143-15,-4-4 86 0,9-4-778 0,-4 0-1064 16</inkml:trace>
  <inkml:trace contextRef="#ctx0" brushRef="#br0" timeOffset="75617.92">9146 1255 4214 0,'0'-10'-167'0,"0"10"23"15,-3-16 14-15,1 10 12 0,0-3 14 16,-2 1 13-16,4 2 10 0,0 0 10 0,0 6 2 15,-1-10 4-15,1 10 3 16,-4-7 10-16,4 7 4 0,0 0 8 0,0 0 15 16,0 0 27-16,0 0 34 0,0 0 30 15,0 0 39-15,7 23 33 0,-7-23 29 16,2 9 24-16,-2-9 31 0,2 7 28 0,-2-7 23 16,0 0 23-16,0 0 21 0,0 7-4 15,0-7-7-15,0 0-8 0,0 0-10 0,0 0-22 16,0 0-26-16,0 0-25 0,38-21-21 15,-10 3-20-15,-1 3-16 0,4-1-17 16,-4 3-13-16,-4 3-5 0,-5 1-9 0,-2 5-18 16,1-2-10-16,-6 4-45 0,1 2-41 15,-12 0 0-15,24 10 0 0,-8 2 0 16,-3 5 0-16,-2-1 0 0,-1 3 0 16,-4 2 0-16,1-2 0 0,-1 5 0 15,-1-4 0-15,-4-2 0 0,1 0 0 0,0-4 0 0,0-1 0 16,-2-2 0-16,4-1 0 15,-3 0 0-15,-1-1 0 0,0-9 0 0,4 8 0 16,-4-8 0-16,0 0 0 0,0 0 0 16,0 0 0-16,27-22 0 0,-11-2 0 15,2 9 0-15,-4-1 0 0,6-4 0 0,-2 3 0 16,-5 8 0-16,-1 1 0 16,-3 0 0-16,-2 4 0 0,3 2 0 0,-10 2 0 0,17 0 0 15,-17 0 0-15,21 15 0 16,-8-3 0-16,1 2 0 0,-3 3 0 0,11 4 0 15,-10-5 0-15,4-2 0 0,-3 3 0 16,3-3 0-16,-5-2 0 0,0-2 0 16,-1-3 0-16,1-2 0 0,0-3-420 0,0-2-305 15,1-4-96-15,2-6-78 0,-3 0 82 16,4-14-717-16,3-3-977 0</inkml:trace>
  <inkml:trace contextRef="#ctx0" brushRef="#br0" timeOffset="75816.91">10145 941 3899 0,'14'-29'-60'0,"-7"7"137"0,-1 5 93 0,0 1 65 0,-5 5 44 15,1 0 27-15,0 4-7 16,1 0-19-16,-3 7 26 0,0 0 33 0,0 0 7 16,15 23-19-16,-10-2-8 0,5 10-23 15,-4 6-36-15,1 6-21 0,-1-1-40 16,-1 11-124-16,-5-7-75 0,0 4 0 0,-3 6 0 16,-5 2 0-16,-3-2 0 0,-5-3 0 15,0-1 0-15,-5-5-219 0,-4-1-274 0,-6-2-147 16,1-6-206-16,-6-6-25 0,-7-3 91 15,3-2-697-15,-7-6-924 0</inkml:trace>
  <inkml:trace contextRef="#ctx0" brushRef="#br0" timeOffset="76020.28">8522 2017 4495 0,'-34'2'230'0,"5"0"49"0,6 0 18 0,5 0 42 16,7 0 34-16,11-2 2 0,-15 0-6 15,15 0 14-15,0 0-8 0,0 0-26 0,100-4-37 16,-23 0-297-16,30-4-15 0,3-2 0 16,7-1 0-16,-1-1 0 0,-1 0 0 15,-13-3 0-15,-20 5 0 0,-6 1 0 16,-7-1-427-16,-13 3-65 0,-15 0-48 16,-14 2-40-16,-7 1-39 0,-7 1-62 0,-12 0-66 15,-1 3-649-15,0 0-849 0</inkml:trace>
  <inkml:trace contextRef="#ctx0" brushRef="#br0" timeOffset="77168.39">2460 3587 4329 0,'-18'5'229'0,"5"-2"-17"0,2 1-9 16,3-1 8-16,8-3 26 0,0 0 4 15,0 0 3-15,0 0-2 0,39-27-16 0,11 8-17 16,15 0-19-16,23-6-20 0,12-2-25 16,8 4-33-16,4-3-67 0,3 0-99 0,3 0-99 15,-10 2-99-15,-9 2-89 0,-28 5-72 16,-10 2-46-16,-25 6-16 0,-16 4 3 0,-18 5 44 16,-2 0 67-16,-47 10 87 0,-10 4 92 15,-17 1 74-15,-25 7 64 16,-12 3 60-16,-9-3 59 0,-2 0 54 0,10-2 57 15,11 1 62-15,35-7 45 0,6-3 35 16,20-5-1-16,9 0-11 0,9-4-23 0,6 2-18 0,3-2-32 16,8 0-28-16,5-2-23 15,0 0-19-15,0 0-21 0,83-10-48 0,-15 2-73 16,9-1-88-16,36-3-84 0,5 0-101 16,0-8-120-16,-6 3-172 0,-1-5-266 15,-12 0 65-15,-29 3 75 0,-13 1-460 0,-7 0-590 16</inkml:trace>
  <inkml:trace contextRef="#ctx0" brushRef="#br0" timeOffset="82051.14">3376 2029 3020 0,'-25'-2'-87'0,"7"2"10"0,2 0 8 15,3-2 6-15,1 2 4 0,12 0 2 16,-13 0 12-16,13 0 1 0,0 0 4 0,-11 4 3 16,11-4 10-16,0 0 5 0,29 11 8 15,12-3 5-15,31 7 2 0,45-1 5 16,28-6-1-16,32 1 0 0,86 1 1 0,21-2-13 15,17 4-8-15,19-1 8 0,13-1-4 16,3 5 3-16,-1 2 6 0,-3 1 0 16,-21-1 3-16,-22 1 4 0,-24-2 11 0,-35 1-5 15,-69-4 1-15,-22-1 2 16,-25-2-6-16,-35-3 1 0,-14-5 6 0,-22 4 7 16,-5-2 0-16,-10-4-1 0,-6 4-6 15,-7-4-10-15,-5 2-30 0,-10-2-56 16,0 0-81-16,3-6-125 0,-3 6-291 0,0 0-86 15</inkml:trace>
  <inkml:trace contextRef="#ctx0" brushRef="#br0" timeOffset="86582.35">1418 6874 1932 0,'0'0'275'0,"-4"-7"39"0,4 7 30 15,0 0 25-15,0-10 19 0,0 10 18 16,0 0-14-16,-5-8-22 0,5 8-37 0,0 0-35 15,0 0-35-15,0 0-26 16,0 0-6-16,0 0 2 0,0 0-12 0,0 0-25 0,2 35-15 16,-2-17-12-16,0-1-5 15,3 0-12-15,-3-3-11 0,2 3-17 0,0 0-11 16,-2-5-12-16,1 1-8 0,-1-4-13 16,2 0-9-16,-2-1-71 0,0-8 0 15,2 10 0-15,0-5 0 0,-2-5 0 16,0 0 0-16,0 0 0 0,0 0 0 0,0 0 0 15,0 0 0-15,6-36 0 0,-5 13 0 16,1 3 0-16,2 3 0 0,-2-1 0 0,1 6 0 16,-2-1 0-16,-1 4 0 15,0-1 0-15,2 2 0 0,0 2 0 0,-2 6 0 16,4-10 0-16,-4 10 0 0,0 0 0 16,18 2 0-16,-18-2 0 0,23 8 0 0,-9-2 0 15,-1 0 0-15,3 2 0 0,-1-4 0 16,0 1 0-16,0-1 0 0,-1 0 0 15,-1-4 0-15,-2 0 0 0,-11 0 0 0,30-6 0 16,-10 0 0-16,-3-2 0 0,0-3 0 16,1-1 0-16,-4 1 0 0,0 5 0 0,-3 0 0 15,-1-2 0-15,-2 3 0 0,-1 1 0 16,-7 4 0-16,13 0 0 0,-13 0 0 16,16 9 0-16,-7-1 0 0,0 4 0 15,0 2 0-15,-2 1 0 0,0 2-66 16,3 3-140-16,-2-3-61 0,-1 2-75 0,1 2-72 15,-3-3-93-15,2-2-110 0,-2-2-163 16,-3-1 23-16,2 1 70 0,-2-5-520 0,1 0-670 16</inkml:trace>
  <inkml:trace contextRef="#ctx0" brushRef="#br0" timeOffset="86948.89">2162 6766 3643 0,'4'-9'133'0,"-2"2"-2"0,2 2-3 0,-4 5 5 15,0 0 33-15,10-2 23 16,-10 2 12-16,0 0-13 0,14 11-16 0,-7-3-13 0,-2-1-18 16,3 2-5-16,-5-1-15 15,3 3-2-15,-2-3-13 0,-1 4-6 0,-2 0-5 16,-5-2-16-16,-2 4-7 0,-1 0-10 16,-4-3-7-16,-3 1-5 0,-3 2-19 15,-2-3-18-15,-1-2-7 0,4-2-20 0,0-4-8 16,1-3-17-16,1-3-13 0,-2-8 9 15,2-2 3-15,3-4 4 0,5 5 6 0,1-5 1 16,3 2 3-16,-1 1 7 16,3 2 5-16,0 4 2 0,5-1 6 0,-3 3 4 15,3 0 6-15,1 3 4 0,3 1 0 16,-9 2-2-16,23 0 3 0,-9 4-2 16,3-1-2-16,-2 3 1 0,2-2-22 0,-1 1-33 15,-2 1-50-15,2 0-56 0,-3-2-46 16,-2 0-43-16,3 0-24 0,-3-4-27 0,-3 0-46 15,-8 0-55-15,11-3-54 0,-5-2-66 16,0-2-50-16,-3-2-285 0,-1 0-336 16</inkml:trace>
  <inkml:trace contextRef="#ctx0" brushRef="#br0" timeOffset="87364.93">2311 6636 2261 0,'7'-16'62'16,"-5"5"60"-16,3 5 35 0,-1-1 16 0,-4 7 14 16,3-6 43-16,-3 6 37 15,0 0 17-15,0 0 7 0,33 17-3 0,-21-7-13 16,2 4 4-16,1-1-16 0,-1 3-24 15,1-1-15-15,-1 1-7 0,-3-3-9 16,0 3 1-16,-1-4-9 0,-3-1-10 0,-3 0-10 16,2-3-7-16,-5 2-15 0,-1-1-9 15,0 1-13-15,-5 1-13 0,-1-3-12 0,-3 2-16 16,-1 2-33-16,-3-7-48 0,2 1-66 16,-5 0-80-16,3-3-72 0,-1-2-72 15,2-2-54-15,-1-5-39 0,4-1-36 16,2-3-13-16,5-2 14 0,4-3 37 0,11-13 45 15,6-1 29-15,12-5 36 0,1 2 27 0,2 1 36 16,0 2 36-16,-7 8 41 16,-4 1 50-16,-6 8 57 0,-3 1 42 0,-5 5 46 15,-2 0 53-15,0 0 24 0,-7 6 47 16,0 0 35-16,0 0 25 0,16 16 2 16,-14-4-18-16,0 1-9 0,-2 4-24 0,4-1-25 15,-2 4-9-15,2-3-20 0,2 0-16 16,-1 3-11-16,3-3-24 0,2-1-12 0,-3-2-16 15,4-3-30-15,0-2-43 0,3-2-48 16,8 0-25-16,0-4-37 0,1-1-77 16,4-6-93-16,11-1-117 0,0-3-141 0,-7-3-199 15,1 1 71-15,-1 2 67 16,-7 1-380-16,-3 2-448 0</inkml:trace>
  <inkml:trace contextRef="#ctx0" brushRef="#br0" timeOffset="87782.41">3077 6459 2943 0,'0'0'125'0,"0"0"31"0,-19 0 22 0,19 0 43 0,0 0 23 16,-12 2 20-16,12-2 10 0,0 0 1 15,0 0 5-15,0 0 11 16,0 0 1-16,0 0-12 0,0 0-26 0,37 6-23 16,-16-6-22-16,5-1-20 0,3-1-20 15,7-1-44-15,0-4-54 0,-5 2-69 0,-5 1-88 16,-3 1-77-16,1-2-100 0,-8 1-115 16,4-1-108-16,-5 0-131 0,-2 0-144 0,0 0 77 15,-3 0-552-15,-4 1-699 0</inkml:trace>
  <inkml:trace contextRef="#ctx0" brushRef="#br0" timeOffset="88049.04">3123 6257 3686 0,'-14'-6'192'16,"5"1"35"-16,3 2 22 0,6 3 27 0,-14-4 31 16,14 4-1-16,0 0-17 0,0 0 4 15,0 0 23-15,-11 21 8 0,10-3-19 16,2-1-22-16,-1 9-16 0,0 13-20 0,0-3-9 15,0 5-19-15,-1-4-52 0,1-1-167 16,-4-1 0-16,2-6 0 0,0-4 0 0,2 0 0 16,0-7 0-16,2 2 0 0,-2-3 0 15,4 0 0-15,1-2 0 0,1-3 0 0,2 0 0 16,1-2 0-16,-1-3 0 16,4-2 0-16,-1-1 0 0,0-1-155 0,1-1-385 15,-1-2-143-15,-11 0-188 0,21 0 24 16,-10 1 83-16,0 1-709 0,-2 1-921 15</inkml:trace>
  <inkml:trace contextRef="#ctx0" brushRef="#br0" timeOffset="90615.98">3 8551 6995 0,'21'-4'10'0,"3"2"-4"0,1 2 7 15,2 0 1-15,0 0-7 0,0 0-4 16,-2 0 7-16,-4 0 5 0,-1 0-7 16,2-2 5-16,-3 2-6 0,-2-3 0 0,2-2 0 15,-1-4 0-15,0-1 6 0,5-7-6 16,-3-5-8-16,0 1 5 0,-1-2 1 0,-6 9 7 16,-2 0-1-16,-1 4-4 15,-6 1-1-15,2 4 1 0,-3 0-15 0,-3 5 1 16,0 0 7-16,0 0-2 0,22 10 11 0,-13 2-24 15,-2 4-22-15,3 2-24 16,0 1-41-16,5 5-48 0,0 2-54 0,-1-7-54 16,-3-2-48-16,8 6-34 0,-4-9-49 15,-4-2-60-15,3-1-100 0,-3-5-140 16,-1 0 65-16,0-2-401 0,-10-4-498 0</inkml:trace>
  <inkml:trace contextRef="#ctx0" brushRef="#br0" timeOffset="91331.61">1034 8328 3073 0,'-5'-7'175'0,"5"7"5"0,-4-6-11 15,4 6-10-15,0 0-3 0,0 0-8 16,0 0 12-16,0 0 5 0,0 0-9 16,2 32-13-16,3-18-17 0,-1 6-8 0,2 2-12 15,0 0-11-15,-4 3-7 0,0-2-7 16,-2-2-7-16,0 3-7 0,-4 1-5 0,-2-4-4 16,-2-1-4-16,1-1-6 0,-5-1-1 15,1-3-3-15,3-2-2 0,-6-3-1 16,3-4-5-16,0-2-2 0,-3-6-8 0,0-4-3 15,-2-6-6-15,-1-16-3 0,0-1-1 16,4-6-2-16,-1 4 2 0,5 1-5 16,3 6 1-16,0 8-7 0,2 1-2 15,0 3-6-15,4 4 2 0,0 1 3 16,0 7-1-16,8-4 2 0,-8 4 2 0,23 5 0 16,-4 2 1-16,12 4-1 0,3 4 1 15,2 2-29-15,0-3-54 0,10 3-67 0,-8-7-76 16,-2 0-71-16,-2 0-56 0,-9-5-47 15,-4-1-41-15,-6 0-65 0,-1-3-83 16,-5-2 22-16,-9 1-263 0,14-4-314 0</inkml:trace>
  <inkml:trace contextRef="#ctx0" brushRef="#br0" timeOffset="91565.87">1330 8132 2680 0,'2'-15'277'0,"0"1"8"0,-1 6-4 0,-1 1 0 16,4 4 13-16,-4 3 31 0,0 0 1 15,0 0-8-15,32 10-14 0,-14-1-28 0,2 12-20 16,3-2-23-16,-1 4-26 0,-1 0-17 16,-3 1-21-16,-2-3-13 0,-5 0-11 15,-5-3-14-15,-3-1-10 0,-3 3-13 0,-3-3-13 16,-3 4-4-16,-1-1-32 16,-7 6-32-16,1-6-46 0,-5 1-64 0,0-6-67 0,4-5-71 15,-1-3-81-15,0-2-85 16,2-3-69-16,-3-5-74 0,-1-6-76 0,7-8-78 15,3-4-4-15,3-6-506 0,6-10-657 16</inkml:trace>
  <inkml:trace contextRef="#ctx0" brushRef="#br0" timeOffset="91899.01">1493 8071 3157 0,'8'-10'-49'0,"2"2"52"16,-5 2 43-16,1 1 35 0,-6 5 48 0,7-6 50 16,-7 6 28-16,0 0 18 0,0 0 9 15,20 21-5-15,-17-9-9 16,1 2-10-16,0 6-5 0,1 2-16 0,-4-3-20 15,3 4-16-15,-2-1-18 0,3 0-14 16,-3 0-17-16,4-1-27 0,-3-3-30 0,4-4-35 16,0 3-46-16,1-5-41 0,-1-3-52 15,3-1-34-15,1-4-41 0,-1-2-17 16,5-4 13-16,2-2 15 0,13-8 19 0,-5-5 16 16,2-3 21-16,-2-2 29 0,-4-2 43 15,-2 1 44-15,-5 1 55 0,-5 9 53 0,0 1 43 16,1 1 30-16,-4 3 5 0,-1-1-3 15,1 2-15-15,-2 2-11 0,-4 5-16 16,10-3-14-16,-10 3-10 0,0 0-7 0,13 14-9 16,-10-4-8-16,1 0-23 15,2 5-34-15,-2 1-51 0,0 1-54 0,-2 0-72 16,2 0-59-16,-1 0-67 0,-1 0-64 16,0-5-92-16,2-1-127 0,-3-1-61 0,1-2 65 15,0 0-304-15,-2-8-352 0</inkml:trace>
  <inkml:trace contextRef="#ctx0" brushRef="#br0" timeOffset="92063.76">2020 7957 2474 0,'-3'-24'255'15,"1"6"66"-15,0 5 23 0,2 0 9 0,0 3 4 16,-3 1-3-16,1 4-45 16,2 5-29-16,0-12-40 0,0 12-44 0,0-9-75 0,0 9-76 15,0 0-86-15,0 0-106 16,0 0-97-16,0 0-109 0,0 0-132 0,14 23-197 0,-9-13 65 15,3 2 58-15,5 3-299 16,4 8-341-16</inkml:trace>
  <inkml:trace contextRef="#ctx0" brushRef="#br0" timeOffset="92297.3">2210 8055 2947 0,'4'-5'387'0,"-4"5"36"15,-2-8 6-15,2 8 9 0,0 0 3 16,0 0-23-16,0-10-41 0,0 10-41 0,0 0-31 15,0 0-25-15,0 0-33 16,0 0-23-16,25 18-26 0,-18-11-16 0,1 0-19 0,1 0-19 16,1 0-15-16,-1 0-24 0,1-2-87 15,-2 1-18-15,-1-2 0 0,-7-4 0 16,11 7 0-16,-4-4 0 0,-7-3-70 16,0 0-173-16,0 0-106 0,24-14-127 0,-16 4-160 15,3-3-194-15,0 1 21 0,-2 0 80 16,-4 3-648-16,3 4-831 0</inkml:trace>
  <inkml:trace contextRef="#ctx0" brushRef="#br0" timeOffset="92720.48">2856 8531 4243 0,'-9'0'239'0,"9"0"7"0,0 0 0 15,-16-9-13-15,14 2-22 0,0-2-28 16,4-4-21-16,2-5-22 0,6-14-18 0,3-4-32 16,6-14-38-16,-2-4-23 0,4-4-18 15,8-22-16-15,-8 15-14 0,5-15-2 0,-5 20 1 16,1 8 2-16,-8 5 0 0,-2 17 6 16,-2 9-10-16,-5 1-3 0,-1 5-3 15,-1 5-2-15,2 2-3 0,-1 4 9 16,-4 4 0-16,0 0 4 0,0 0 3 15,9 20 0-15,-5-9 3 0,1 5 3 0,4 4 21 16,2 10 26-16,2 1 37 0,2 2 61 16,-4 2 50-16,3 2 26 0,3 5 33 0,-3-6 39 15,-1-4 30-15,1 3 25 0,-7-3-1 16,4 1-131-16,-3-7-205 0,-4-3 0 0,0-4 0 16,-4 0 0-16,0-1 0 0,0-4 0 15,0 1 0-15,-2-3 0 0,-4 2 0 0,2-3 0 16,-4-2 0-16,1 0 0 0,-2-6 0 15,-3-1 0-15,-1-4 0 0,1-1 0 16,-3-11 0-16,4-1 0 0,3-6-696 0,-2-8-303 16,7 5 100-16,3 4-1004 0,5 7-1327 15</inkml:trace>
  <inkml:trace contextRef="#ctx0" brushRef="#br0" timeOffset="93315.17">3527 8326 5395 0,'0'0'108'0,"3"6"63"0,-3-6 43 15,0 0 37-15,0 0 25 0,0 0 6 16,0 0-23-16,0 0-26 0,0 0-24 16,0 0-26-16,22-23-21 0,-13 5-36 15,5-9-29-15,-1-2-25 0,2-2-22 16,-2-1-23-16,-2 4-13 0,1 6-11 0,-6 4-4 16,0 4-13-16,-3 3 1 0,2 3 4 15,0-2 1-15,-3 2-3 0,0 2-3 0,-2 6 10 16,4-5 6-16,-4 5 8 0,0 0 1 15,0 0 4-15,0 0 2 0,0 0-3 0,0 0 4 16,7 19-7-16,-5-13 1 0,0 2-1 16,4 2-5-16,-4-2-3 0,4 1-1 15,-3-1-6-15,3-1-24 0,1 0-19 0,2-2-33 16,0-2-18-16,2-2-12 0,-11-1-7 16,27-4 1-16,-11-3 2 0,7-12 5 15,1-1 13-15,1-6 6 0,1-9 7 16,1-5 11-16,-4-5 11 0,1-5 9 0,-1-5 18 15,-3-4 3-15,0-5 13 0,-1 2 13 16,-6 4 12-16,-1 5 11 0,-4 13 8 0,-1 5 20 16,-2 9 5-16,0 8-3 0,-5 4-7 15,0 10 15-15,0 4 0 0,0 0 15 16,0 0 3-16,-21 33 5 0,12 0 1 0,-1 4-5 16,2 2-10-16,1 2-7 0,1-3-7 15,3 2-3-15,1-3-4 0,2-6-9 0,0-6-1 16,5 0 0-16,-3-1-7 0,2-7 6 15,1-3 2-15,1 3 13 0,1-6 7 0,-2-2 13 16,2 0-65-16,-1-3-3 0,-1-2 0 16,1 1 0-16,-6-5 0 0,10 8 0 15,-10-8 0-15,4 4 0 0,-4-4 0 16,0 0 0-16,0 0 0 0,0 0 0 0,-16 8 0 16,3-4 0-16,-4-1 0 0,-7 4 0 15,-7 2 0-15,3-1-431 0,-8-2-304 16,6-3-221-16,4 0 99 0,-1 0 94 0,6-2-750 15,-2-1-959-15</inkml:trace>
  <inkml:trace contextRef="#ctx0" brushRef="#br0" timeOffset="94630.22">2083 9924 4581 0,'0'0'183'0,"-2"-9"-7"16,2 9-8-16,0 0-14 0,0 0 10 0,0 0 55 15,0 0 42-15,0 0 15 0,7 24-13 16,-5-10-18-16,4 3-24 0,-3 0-24 0,3 1-17 16,-2-1-15-16,2 1-17 15,0-3-14-15,-1-1-8 0,1 1-14 0,-3-5-10 0,1 2-12 16,3-3-64-16,-4-3-26 15,1 1 0-15,-4-7 0 0,7 7 0 0,-3-3 0 16,-4-4 0-16,0 0 0 0,0 0 0 16,18-20 0-16,-11 9 0 0,0-3 0 15,0 6 0-15,-2-1 0 0,-1 1 0 0,0 0 0 16,-1 3 0-16,-3 5 0 0,8-5 0 16,-8 5 0-16,0 0 0 0,0 0 0 0,29 16 0 15,-19-6 0-15,1-1 0 0,2 1 0 16,-1-2 0-16,1 1 0 0,-1-1 0 0,2-1 0 15,0 0 0-15,-1-3 0 0,0-1 0 16,1-1 0-16,-1-4 0 0,5-1 0 16,-4-3 0-16,6-4 0 0,5-5 0 15,1-4 0-15,-3-1 0 0,-2 2 0 16,-2 3 0-16,-2 5 0 0,-5-1 0 0,-3 3 0 16,0 0 0-16,-2 3 0 0,-2 2 0 15,-5 3 0-15,11-4 0 0,-11 4 0 0,0 0 0 16,0 0 0-16,22 10 0 0,-15-6 0 15,-1 4 0-15,2-2 0 0,-1-1 0 0,-1 3 0 16,1-2 0-16,-1 0 0 0,0-2 0 16,-6-4 0-16,11 7 0 0,-11-7 0 15,8 5 0-15,-8-5 0 0,0 0 0 16,12 1 0-16,-12-1 0 0,0 0 0 16,0 0 0-16,11-13 0 0,-6 9 0 0,-5 4 0 15,6-12 0-15,-2 6 0 0,0-2 0 16,2-1 0-16,-4 3 0 0,-2 6 0 0,7-10 0 15,-1 6 0-15,-6 4 0 0,13-4 0 16,-5 1 0-16,-8 3 0 0,19-4 0 0,-8 2 0 16,0 0 0-16,3 0 0 0,-1-1-19 15,3 0-45-15,2-3-10 0,2-3-8 16,8-5 0-16,-3-2 1 0,0 1 12 0,-1-2 7 16,-6 3 10-16,-5 0 1 15,4 3 12-15,-6 2 6 0,0 0 15 0,-6 2-1 16,4 1 0-16,-5 1-4 0,-4 5 4 15,10-9-5-15,-6 6-5 0,-4 3-26 0,7-6-33 16,-7 6-46-16,6-2-55 0,-6 2-55 16,0 0-60-16,9-1-49 0,-9 1-44 0,0 0-42 15,12-3-39-15,-12 3-58 0,9-2-99 16,-9 2 38-16,11-2-384 0,-11 2-457 16</inkml:trace>
  <inkml:trace contextRef="#ctx0" brushRef="#br0" timeOffset="95147.07">2976 9519 2535 0,'-9'-54'-57'0,"-7"-5"47"0,-9-4 33 0,-13-11 15 0,-9 8 10 16,3 20 12-16,-10 11 6 0,-5 12 2 0,-4 17 2 15,-9 21-11-15,-25 30 8 0,2 25 5 16,-39 53-3-16,1 15 9 0,-3 11 7 15,0 8 20-15,8 3 21 0,14 1 20 0,15-4 14 16,18-10-6-16,35-38-2 0,17-7-9 16,22-20-6-16,25 7-3 0,21-10-4 0,30-16-8 15,25-10-14-15,18-22-8 0,20-12-11 16,10-17-8-16,12-11-30 0,4-9-10 0,37-22 0 16,-8-9-3-16,-13-11-12 15,-15-11-26-15,-46 7-11 0,-18-8-12 0,-11-7-1 16,-19-5 4-16,-13-1 32 0,-18-11 25 15,-12 1 16-15,-13-2 5 0,-18-2-2 16,-11-3-5-16,-19-4-9 0,-10 2-7 0,-14 5-9 16,-10 3-12-16,-4 11-33 0,-15 13-41 15,-5 20-56-15,-6 21-61 0,-5 25-70 0,-1 21-82 16,-2 16-113-16,5 12-226 0,2 9 31 16,7 3 91-16,9-1-277 0,9-6-310 15</inkml:trace>
  <inkml:trace contextRef="#ctx0" brushRef="#br0" timeOffset="96497.61">8732 1124 2129 0,'0'-7'-42'16,"0"7"17"-16,0 0 1 0,0 0 4 15,0 0 9-15,0 0 34 0,0 0 21 16,-27 23 18-16,7-3 7 0,-1 4 13 0,6 1-2 15,-6 1-6-15,6 1-5 0,3 0-4 16,1 1-3-16,6-4 0 0,5-2 2 16,2-3 6-16,1 4 7 0,7-4 13 0,2 1 1 15,6 0 5-15,5-3 17 16,-2-6 2-16,3-7-4 0,-4-4-8 0,5-2-5 0,5-7-4 16,3-5-14-16,-5-5-3 15,1-3-6-15,-8-3-7 0,-2-2-3 16,-4-5-8-16,-4 1-5 0,-1-1-4 0,-6-3-5 15,-4 10-19-15,0 2-9 0,-2 6-16 16,-4 1-36-16,-1 4-35 0,-5 5-21 0,-1 3-22 16,-6 6-20-16,-6 3-29 0,-7 8-47 15,1 4-70-15,1 4-88 0,1 0-209 16,6 3 41-16,7-2-54 0,3-2-94 0</inkml:trace>
  <inkml:trace contextRef="#ctx0" brushRef="#br0" timeOffset="100830.63">1819 11944 655 0,'0'0'200'0,"6"-9"-12"16,-2 4-12-16,-1 0-13 0,4 1-4 0,-7 4 2 15,9-8 3-15,-5 3 0 16,-4 5 8-16,5-7 2 0,-5 7-8 0,0 0-20 15,6-5-12-15,-6 5 0 0,0 0 5 16,0 0 41-16,0 0 28 0,0 0 18 16,-19 26 7-16,-2-7 1 0,-4 4-2 0,-2-4-12 15,-9 8-17-15,8-7-18 0,1-2-15 16,-2 0-17-16,5-4-12 0,7-2-9 0,4-4 0 16,1-1 6-16,6-3 5 0,1-1 11 15,5-3-2-15,-8 7-10 0,8-7-15 16,0 0-19-16,-4 7-3 0,4-7-16 15,12 10-8-15,1 0-4 0,4 2-1 16,12 5-12-16,1 0-8 0,1 3-5 0,7 3 1 16,-6-6-10-16,-1 5-5 0,-3-5 3 15,-1 0-8-15,-2-5-4 0,-7 1-2 0,-2-4 0 16,-5-2-5-16,-1-1 0 0,-2 0-9 16,1-1 4-16,-2 0-14 0,2-2-29 15,-9-3-35-15,9 6-51 0,-4-5-47 0,-5-1-67 16,0 0-108-16,0 0-130 0,0 0-159 15,13-8-196-15,-12-1 62 0,1 0 88 0,6 0-487 16,1-2-623-16</inkml:trace>
  <inkml:trace contextRef="#ctx0" brushRef="#br0" timeOffset="101179.26">2863 11754 3514 0,'-5'-9'115'0,"5"9"-11"0,-2-5 6 0,2 5 3 0,0 0 6 15,0 0 3-15,0 0 4 0,0 0 22 16,0 0 22-16,0 0 6 0,34 7-16 0,0 1-11 16,9 2-27-16,12 3-16 15,3 1 3-15,0-1-22 0,-5 4-12 0,-8 1-4 16,-4 5-8-16,-10-4-8 0,-6 4-2 15,-9 1-8-15,-2 3 3 0,-10-2 17 0,-6-1 27 16,-2-3 46-16,-13 8 16 0,0 1 8 16,-6-3-3-16,-4-1-11 0,1-2-13 15,-1-2-16-15,0 0-10 0,3-1-6 0,1-1-17 16,5-7-13-16,5-3-23 0,1-1-57 16,3-3-53-16,2 2-69 0,-1-5-72 0,0 0-102 15,2 1-109-15,6-4-107 0,-12 2-109 16,12-2-137-16,-16 0 44 0,16 0-574 0,-19 0-754 15</inkml:trace>
  <inkml:trace contextRef="#ctx0" brushRef="#br0" timeOffset="101563.33">1869 12587 3804 0,'-25'2'40'0,"4"0"23"0,2 0 36 0,6 1 46 16,2-2 42-16,11-1 37 0,-16 0 24 15,16 0 17-15,-11 2-15 0,11-2-17 16,0 0-22-16,0 0-14 0,0 0-7 15,68-2-12-15,-1-2-16 0,13-3-19 0,33-5-17 16,6-2-10-16,8-1-15 0,-5-5-15 16,-11 3-20-16,-13 0-20 0,-26 3-18 0,-9 2-8 15,-7 0-12-15,-17 5 2 0,-6-1-8 16,-7 1 0-16,-6 2-4 0,-7 1-18 0,1 3-17 16,-5-3-25-16,-9 4-35 15,13-6-39-15,-8 4-47 0,-5 2-62 0,3-7-56 0,-3 7-78 16,0 0-93-16,-6-9-160 15,6 9-89-15,-11-7 72 0,11 7-478 0,-18-8-596 16</inkml:trace>
  <inkml:trace contextRef="#ctx0" brushRef="#br0" timeOffset="102180.54">1857 10831 3240 0,'-13'0'-33'0,"0"-2"17"0,3 4 14 0,10-2 20 0,0 0 29 16,-19-2 20-16,19 2 23 0,0 0 16 15,0 0 20-15,0 0 4 0,63-7 4 16,1-3-11-16,11 0-7 0,28-3-10 16,11 0-5-16,6-1-13 0,-5 1-7 0,3-1-15 15,-8 1-17-15,-6-1-27 0,-30 5-36 16,-10-1-29-16,-5 5-27 0,-20-2-13 0,-15 2-13 16,-6 1 1-16,-11 1 13 15,-7 3-1-15,0 0 8 0,0 0 11 0,-74 3 3 16,10 6 1-16,-9-2 9 0,-5 1 5 15,-2-1 5-15,1-2 11 0,9 1 25 16,9-1 26-16,17-2 27 0,8 2 15 0,10-3 9 16,6 0-4-16,4-1 3 0,7 1-10 15,9-2-12-15,-5 2 1 0,5-2 4 0,0 0-8 16,36 3-1-16,-9-1-7 0,12 0-7 16,4 1 1-16,4 1-11 0,-1-1-24 0,-1 0-43 15,-4-1-50-15,-3 4-53 0,-9-5-65 16,-8 0-82-16,-5 1-104 0,-2 1-178 15,-3-2 43-15,-5 0-184 0,-6-1-211 16</inkml:trace>
  <inkml:trace contextRef="#ctx0" brushRef="#br0" timeOffset="125091.28">7330 6498 1290 0,'9'-7'178'0,"-6"2"-18"0,3-2-1 16,-4 2-22-16,-2 5-8 0,1-10-9 0,-1 10-6 15,2-8-11-15,-2 8-1 16,-2-9-3-16,2 9-11 0,0 0-5 0,-3-10-10 16,3 10-3-16,-8-9-6 0,1 4-8 15,-1 0 1-15,-2 0-8 0,-1 0-1 0,-3 1-3 16,-2-1 6-16,-2 1-5 0,-1 3-9 15,-1-1-2-15,-2 1-4 0,-1 2 1 0,-4-1-5 16,2 3-3-16,-11 4-1 0,0 2-4 16,0 1 2-16,0 2-9 0,0 2 4 15,-2 6-5-15,-4 3-1 0,4 2 2 0,2 3 1 16,-1-1-6-16,1 2 3 0,2 3 2 16,3-1-5-16,1-1-5 0,7-1 7 0,-2 6-6 15,6-5 7-15,0 1-3 0,2 1 2 16,2 1 2-16,4 0 4 0,0 0-9 15,2-3-1-15,2 3 2 0,3-1-5 16,2-3 4-16,2-2-7 0,0-2 3 16,4 0 4-16,3 8 7 0,1 0-6 0,4-2 0 15,-1-2-5-15,5 0 2 0,0 0 0 16,0-1 6-16,0-3-2 0,0 1-6 0,-3 0-1 16,3 0-2-16,-5 0 16 0,0 1-5 15,-1-3 2-15,1 5 10 0,-3 3 14 0,-2-1 3 16,-2-3-12-16,0-3 9 0,-4 4 26 15,0 8-6-15,-6-1-6 0,-1 0-4 16,-2 5 21-16,-2 5-11 0,-5-1-4 0,0-1 2 16,-7 3 6-16,-2-1 2 15,-2-1-8-15,0 2-3 0,-1-4-7 0,-7 3 0 16,-1 3-10-16,-1 1 2 0,-12 9-8 16,6-10-3-16,-14 7 1 0,12-11-3 0,-2-2-2 15,-1-1-1-15,-13 8-11 0,18-11 7 16,-7-6-3-16,8-2 0 0,5-4 2 0,6-8-6 15,2-3 15-15,6-6 16 0,6-3 5 16,4-3-5-16,2-4-3 0,1-2-2 0,-2-3-2 16,7-5-3-16,0 0-3 15,3 0-2-15,4-1-2 0,7-5 0 0,0-1-5 16,0-1-2-16,7 5 1 0,-1-1-3 16,2 4-4-16,-4 3-4 0,6 3 1 15,-1 4 0-15,2 4-2 0,2 3 0 0,3 7 3 16,-2 6 0-16,-3 7-2 0,-1 2-5 15,-6 4 4-15,-1 19 2 0,-4 3 1 0,-5 1-3 16,3 5 6-16,-6 1 1 0,-6 6 0 16,1 5-1-16,1 3-2 0,-6 0 3 0,-1 21-3 15,-4-1 1-15,1 2-2 0,0 1 4 16,-8-2 0-16,3 2-2 0,2-2 0 0,-4-2 0 16,3-2 0-16,0-5-2 15,-1-2 4-15,2-15 14 0,-1-1 1 0,-7 19-1 16,7-2-1-16,-11 1 2 0,4-1-5 15,0 0 0-15,-5 2 1 0,3 4-1 16,-2 0 1-16,-1 2 3 0,0-3-7 0,-1 3 1 16,4-5-2-16,0-2-2 0,3-5 9 15,3-15 8-15,0-1 4 0,2-2 4 0,-2 0-4 16,0 2-6-16,-6 12 4 0,9-13-8 16,-4 1 0-16,-4 13-1 0,-3-2-11 15,0 2 3-15,-3 2 0 0,2-7-1 0,6-12-3 16,0-3 1-16,0-2-2 0,2 2-1 0,-1-4-2 15,3 2 2-15,-3-2 6 0,1 2-11 16,2 0 2-16,-1 0-2 0,1 3-2 16,0-3-1-16,3 2-1 0,-1 3 3 15,1-4-3-15,2 3 8 0,2-4-7 16,2 0-1-16,1-1-3 0,0-6 1 0,5-8-2 16,-1-1 2-16,0 0-1 0,2 1 0 15,0 0 0-15,-5 9 0 0,2 3-2 0,-3-4 1 16,2 2-2-16,-1 1 3 0,1-4 1 15,0 1-4-15,3-7 1 0,-5 5 4 0,2-7-6 16,4-3 2-16,-1-2 3 0,1 0-4 16,2-10 5-16,2-4 0 0,-1-4-6 15,1-4 7-15,0 0-10 0,0-1 7 16,0-2-4-16,0 0 2 0,0 0-1 0,1 1-3 16,-1-2 6-16,2-1-8 0,2 2 7 15,0-2-4-15,-3 1 3 0,5-3 0 16,0 2-4-16,2-1 6 0,1-1-1 0,1 1-2 15,1-2 2-15,4 1-1 0,3-6 1 16,1 1-1-16,1 1-5 0,5-2-2 0,2 1-7 16,0-3-8-16,3 3-2 0,-3-3-6 15,0 0 1-15,2 3-3 0,-4 0 2 0,-1-3 1 16,-1 0 2-16,-4 2-5 0,1-2 3 16,0 0 4-16,-4 0-1 0,0 0 1 15,-3-2 0-15,1 0-7 0,-3 1-13 0,1-2-15 16,-1-1-17-16,0 0-21 0,-1 0-28 15,-4 1-41-15,1 1-52 0,-1-2-63 16,-1-1-101-16,0-2-129 0,-1-1-136 16,-1 0 41-16,-3-5-371 0,2-3-458 0</inkml:trace>
  <inkml:trace contextRef="#ctx0" brushRef="#br0" timeOffset="129340.27">17360 12646 2700 0,'0'0'81'0,"0"0"-39"15,0 0-16-15,35 8-3 0,2 1-6 0,24 3-6 16,9 0 0-16,7 3-4 0,31 2-1 16,0-2 1-16,-1 1-1 0,-1 1-9 0,-1-7-14 15,-22 0-14-15,0-5-9 16,-10 1 1-16,-10-4 3 0,-18-2 9 0,-13 0 15 15,-11 0 15-15,-6-4 4 0,-7 0 10 16,-6 1 19-16,-2 3 19 0,-25-20 12 16,-9 3 19-16,-16-6 21 0,-5 3 21 0,-1-1 18 15,9 4 15-15,15 5 12 0,9 4 3 16,6 1 3-16,5 3-12 0,10 1-16 0,2 3-20 16,0 0-10-16,35-3-18 0,5 6-4 15,17 2-9-15,4 2-11 0,8 1-18 0,1 3-49 16,0-1-62-16,-2-1-67 0,-4-1-79 15,-6-3-59-15,-17 0-48 0,-8-3-31 0,-12 0-31 16,-6 0-20-16,-5-6-80 16,-5 2-26-16,-5 2-232 0,0 0-216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3:41:40.3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8329 5895 1682 0,'8'1'353'0,"-8"-1"-60"0,9 2-20 16,-9-2-20-16,0 0-18 0,0 0-11 15,0 0-4-15,0 0-14 0,0 0 5 0,15 2-5 16,-15-2-5-16,0 0-11 0,0 0-9 15,0 0-10-15,0 0-11 0,0 0-8 16,0 0-3-16,0 0 3 0,12-7-11 0,-12 7-5 16,0 0-8-16,-2-10-11 15,2 10-9-15,-10-12-15 0,5 5-5 0,-3 0-8 16,-1-1-12-16,-3 1-10 0,-1-2-2 16,-3 1-11-16,-2 3-4 0,0-1-8 0,-3 3-2 15,3 1 2-15,-5 4-10 0,-2 0 2 16,-11 5-4-16,1 1-6 0,5 4 1 0,-1 2 0 15,1 3-1-15,3 0-2 0,0 3-17 16,4 1 1-16,8-5-4 0,4-3-9 16,3-1 14-16,8 0-7 0,2-2 6 0,10 5 3 15,13-1 0-15,9 1 11 0,11 5-5 16,9-1-3-16,1-3-3 0,4 1 3 0,-1 0-5 16,-4 0 3-16,-2-3-1 15,-8 2-2-15,-9 0 2 0,-7-2-3 0,-9-2 7 16,-5-2 3-16,-7 2 5 0,-2-2 26 15,-5 3 49-15,-1-2 22 0,-7 5 22 0,-4-1 9 16,-10 8 0-16,-7-3-3 0,-1-1-5 16,-11 3-13-16,-2 1-11 0,7-8-10 0,0 0-54 15,3-3-44-15,-2-3 0 0,11-1 0 16,1-3 0-16,4-3 0 0,2-2 0 16,1 0 0-16,0-2 0 0,0-1 0 0,5 1 0 15,-1-3 0-15,1 0 0 0,0 0 0 16,3 0 0-16,-2 0 0 0,8 0-226 0,1-4-192 15,2 2-104-15,7-1-98 16,8-5-155-16,10-2-18 0,5 0 65 0,5 1-670 16,11 0-849-16</inkml:trace>
  <inkml:trace contextRef="#ctx0" brushRef="#br0" timeOffset="164.69">8600 6149 3575 0,'10'-12'-42'0,"-5"0"83"0,1 7 62 0,-1-2 27 0,-3 3 24 16,-2 4 6-16,0 0-12 0,6-7-16 15,-6 7-4-15,0 0-10 0,0 0-11 0,3 31-8 16,-6-12-8-16,-1 3-9 0,0 12-10 16,1 1-12-16,-3 0-23 0,1 0-63 0,-4 0-74 15,6-10-68-15,-5 8-60 16,5-11-67-16,-3-5-82 0,4-1-98 0,0-6-96 16,2-2 35-16,0-4-287 0,0-4-309 15</inkml:trace>
  <inkml:trace contextRef="#ctx0" brushRef="#br0" timeOffset="330.93">8693 5931 2099 0,'-8'-14'-23'0,"3"4"31"0,-1 1 2 16,1 4-5-16,-2 0-2 16,6 0-11-16,1 5-36 0,-10-7-66 0,10 7-85 15,0 0-399-15,-5-2-93 0</inkml:trace>
  <inkml:trace contextRef="#ctx0" brushRef="#br0" timeOffset="865.03">8813 6118 1694 0,'12'2'128'0,"-3"-1"22"0,-9-1 8 0,13 4-9 16,-8 0 28-16,-5-4 52 0,11 9 18 15,-6 0-4-15,1 0-15 0,0 1-21 16,0 3-17-16,1-1-6 0,-3 4-16 15,2-3-11-15,-3 3-13 0,-1 1-14 0,-2-2-13 16,0-1-9-16,0 1-9 0,0-1-11 0,-2-1-8 16,0-1-3-16,2-2 2 15,-1-2 14-15,-1-1 18 0,2-7 28 0,0 0-11 16,0 0-7-16,0 0-11 0,0 0-16 16,0 0-7-16,2-31-10 0,3 14-6 0,3-1-15 15,4-2-1-15,-3 4-4 0,1 0-3 16,-1 4-5-16,0 1-8 0,3 5-4 0,-2 0-6 15,-3 5-1-15,-7 1-4 0,23 0 1 16,-12 3-2-16,1 3-1 0,1 2-1 16,1 0-4-16,-3 3-4 0,-2 1 2 0,2-1 3 15,-4 1-9-15,-2-2 3 16,-1-1-1-16,0 1 0 0,1-2-1 0,-4-2 4 16,3 1-4-16,-2 1 5 0,-2-8 4 15,5 5 22-15,-5-5-4 0,0 0-5 0,0 0-6 16,18-20 1-16,-9 6-7 0,6-11 16 15,6-2-21-15,-1 1 4 0,-2 2-6 0,2 2-1 16,-4 5 2-16,-4 7-2 0,-1-1-1 16,-1 6-1-16,2 0-4 0,-5 3 5 0,-7 2-2 15,19 7-1-15,-8 3 3 16,-3 0-4-16,0 2 0 0,-1 4 2 0,-1 3 3 16,0-1-5-16,-3 3 7 0,2-4-9 15,-1 4-4-15,-4-2 3 0,0-1-24 16,0-3-34-16,1 2-45 0,-1-4-47 0,0-2-60 0,0-3-76 15,0-1-96-15,2-3-105 16,-2-4-155-16,0 0-64 0,0 0 50 0,0 0-522 16,0 0-643-16</inkml:trace>
  <inkml:trace contextRef="#ctx0" brushRef="#br0" timeOffset="1365.31">9791 5238 3108 0,'-14'-30'33'0,"-5"1"60"0,2 4 31 0,0 3 34 16,2 6 12-16,3 4 11 16,1 5-15-16,4 5-5 0,7 2 5 0,-23 19 17 15,3 14 4-15,4 19 3 0,-2 11 4 16,3 29-12-16,6 11-10 0,-1 7-17 0,4 10-10 16,4 7-5-16,2 4-17 0,0 1-11 15,4-1-6-15,2-3-14 0,-3-5-7 0,-1-12-8 16,-2-8-7-16,-4-22 11 0,1-6-13 15,-5-6-3-15,1-11-39 0,-5-6-31 0,6-18-17 16,-1-10-28-16,3-9-35 0,-1-6-32 16,2-8-33-16,3-1-22 0,0 0-27 15,-6-32-13-15,6 6-8 0,2-15-3 16,2-15 7-16,4-12 14 0,-2-3 14 0,3-26 18 16,3 22 17-16,-1 5 19 0,0 1 23 15,1 8 26-15,1 2 24 0,-4 8 37 16,2 10 25-16,-2 10 30 0,-2 5 20 0,5-3 21 15,-2 12 18-15,-1 3 12 0,-1 4 11 16,1 3 15-16,2 4 8 0,-11 3 11 0,20 5 3 16,-5 0-7-16,-3 5-17 0,-3 0-4 15,12 11-13-15,-10-4-8 0,-1 0-7 0,-4 0 7 16,-2 1-6-16,-4-1 2 16,-2 1-12-16,0 1-9 0,-2 2 0 0,-2-3-15 15,-4 2-2-15,1-3-6 0,-1-4-18 16,1 0-44-16,0-3-62 0,-1-5-70 0,2-4-96 15,8-1-75-15,-17-9-60 0,9-11-57 16,3-13-42-16,5-10-29 0,8-21-25 16,9-25 1-16,7-5-455 0,7-5-455 0</inkml:trace>
  <inkml:trace contextRef="#ctx0" brushRef="#br0" timeOffset="1565.75">9923 5622 2501 0,'23'-49'-66'0,"-7"13"62"0,-2 8 57 0,-3 3 48 0,-2 2 50 16,0 8 54-16,-4 3 29 0,-1 2 19 15,-2 2 14-15,2 3-7 0,-4 5-13 0,0 0 11 16,0 0 48-16,0 0 31 0,1 42 16 15,-2 1-3-15,-7 15-9 0,-1 5-14 16,1 4-17-16,-3 4-22 0,-7 19-26 0,5 2-21 16,4-22-28-16,-1 2-19 0,0-4-16 15,-1-1-147-15,-1-6-31 0,1-2 0 16,-1-6 0-16,5-3 0 0,-1-11 0 16,1-5 0-16,3-10 0 0,0-5-218 0,4-6-339 15,-2-5-190-15,7-4-140 0,-5-4 74 16,0 0-877-16,22-19-1125 0</inkml:trace>
  <inkml:trace contextRef="#ctx0" brushRef="#br0" timeOffset="2597.52">10265 6263 4369 0,'0'0'27'0,"0"0"76"0,0 0 41 0,0 0 37 15,0 0 42-15,0 0 34 0,0 0 17 16,0 0-9-16,0 0-8 0,0 0-6 15,0 0-12-15,0 0-12 0,0 0-16 0,0 0-29 16,0 0-14-16,12-2-20 0,-1-6-14 16,0 0-16-16,5-5-12 0,-3 1-12 15,1-6-8-15,-3 2-7 0,-4-1-31 16,2 2-48-16,-6-1 0 0,-1 3 0 0,-4 1 0 0,-1 1 0 16,-6 5 0-16,-2 2 0 15,-4 4 0-15,-6 4 0 0,-9 9 0 0,-1 3 0 16,-7 9 0-16,0 4 0 0,5 2 0 15,3 0 0-15,9-2 0 0,4 0 0 0,3-1 0 16,9-5 0-16,1-3 0 0,2-3 0 16,6-2 0-16,-1 1 0 0,4-5 0 0,0 0 0 15,4-4 0-15,5-2 0 0,-1-5 0 16,6-2 0-16,11-6 0 0,4-5 0 16,6-5 0-16,4-4 0 0,-2-4 0 0,-2-7 0 15,-2-5 0-15,-2-1 0 0,-3-4 0 16,1-1 0-16,-4-1 0 0,-3 3 0 0,-2 5 0 15,-11 14 0-15,-2 5 0 16,-5 6 0-16,-1 1 0 0,-5 8 0 0,1 2 0 0,-4 1 0 16,0 0 0-16,0 0 0 15,-4 21 0-15,3-9 0 0,-3 5 0 0,6 1 0 16,0-1 0-16,3 3 0 0,2 0 0 16,-2-1 0-16,4 0 0 0,2 1 0 0,3 4 0 15,-3-5 0-15,1-2 0 0,0 0 0 16,-5 0 0-16,3 0 0 0,-3-1 0 0,-1-3 0 15,-4 3 0-15,2-2 0 0,-4 1 0 16,-6 3 0-16,-1 1 0 0,-4-2 0 0,-3 7 0 16,-8-2 0-16,4-2 0 0,-5-1 0 15,2-4 0-15,0-3 0 0,6-3 0 16,-3-2 0-16,5-3 0 0,2-4 0 16,11 0 0-16,-18-8 0 0,11-2 0 0,5-2 0 15,2-5 0-15,8-5 0 0,7-10 0 16,9-11 0-16,10-3 0 0,20-10 0 15,5-2 0-15,11 0 0 0,3-2 0 0,3-2 0 16,6-4 0-16,2-5 0 0,-3-7 0 16,-4-1 0-16,-5-8 0 0,-4 0 0 0,-9-3 0 15,-12 3 0-15,-9 0 0 0,-7 0 0 16,-16 23 0-16,-6 6 0 0,-7 13 0 0,-5 4 0 16,-7 7 0-16,-3 5 0 15,-8 6-28-15,-4 5-12 0,0 11 14 0,0 7-3 16,-9 7 8-16,-7 13 1 0,-2 11 31 15,3 13 6-15,-8 23 19 0,9 7-1 0,6 10 18 16,7 7-41-16,5 6-12 0,11-1 0 16,8-17 0-16,2 3 0 0,9 13 0 0,2-19 0 15,0-5 0-15,3-3 0 0,-3-6 0 16,3-8 0-16,0-8 0 0,-1-8 0 0,-1-6 0 16,3-6 0-16,-3-6 0 0,-1-4 0 15,-2-6 0-15,3 1 0 0,-1-5 0 0,-3 0 0 16,-2-2 0-16,2-2-147 15,-8-2-7-15,0 0 7 0,0 0 16 0,0 0 17 16,0 0 11-16,5-14 13 0,-5 14 25 0,-11-10 36 16,11 10 16-16,-10-6 32 0,4 3 11 15,6 3 8-15,-7-6-9 0,7 6 4 16,-5-4-1-16,5 4-7 0,0 0-5 0,-7-4-2 16,7 4 5-16,0 0-6 0,0 0 0 15,0 0 2-15,0 0-47 0,0 0-58 0,0 0-89 16,12-8-115-16,-12 8-144 0,11-3-173 15,-11 3-189-15,12 3 62 0,-12-3 76 16,13 4-604-16,-6 4-722 0</inkml:trace>
  <inkml:trace contextRef="#ctx0" brushRef="#br0" timeOffset="2931.12">11900 6563 3852 0,'0'0'174'0,"0"0"4"0,-17-6-1 0,2 8 22 16,-13-2 39-16,-22 2 21 0,-28 0 11 15,-33 9 15-15,-13-3 9 0,-9 5 5 0,-17-4-12 16,-26 6-28-16,-75 2-23 16,-22 5-22-16,-26-1-19 0,-18 6-21 0,-6 0-6 15,2 2-9-15,9 0-16 0,16 0-16 16,28 0-123-16,25-3-4 0,76-5 0 0,19-2 0 15,18 0 0-15,23-7 0 0,37-4 0 16,13 1 0-16,15-4 0 0,15 0 0 16,6 0 0-16,5-4 0 0,9 5 0 0,1-2 0 15,6-4 0-15,2 7 0 0,-2-7 0 16,11 7 0-16,3-4 0 0,4 0 0 0,4 1-301 16,-1-1-391-16,6-3-201 0,5 0 34 15,-1 0 86-15,-1 0-816 0,2 0-1031 16</inkml:trace>
  <inkml:trace contextRef="#ctx0" brushRef="#br0" timeOffset="15779.08">8661 11872 1606 0,'-6'-3'139'15,"0"-3"-28"-15,-1 5-2 0,7 1 18 0,-23 1 18 16,7 5 22-16,-6 11 29 0,-3 3 0 16,-5 13 0-16,-1 7 4 0,3 3 2 15,-1 3-14-15,6 3-14 0,4-1-7 0,4 2-6 16,7-9-2-16,8 0-5 0,6-1-7 15,10 5-8-15,4-5-7 0,10-2-13 0,8-6-9 16,8-3-11-16,6-5-9 0,5-7-5 16,3-3-12-16,1-6-6 0,-11-6-6 0,11-8-6 15,-2-4-4-15,-7-6-7 0,-5-5-2 16,-2-6-3-16,-8-3-2 0,-8-3 3 0,-4-6-4 16,-12 3-5-16,-3-4-1 15,-6-3-6-15,-8-1-1 0,-4-15-1 0,-5 5-7 0,-5-3-1 16,-2 5-7-16,-3 9-2 15,-2 2-4-15,-2 10-15 0,2 7-15 0,-1 9-19 16,1 7-21-16,2 6-18 0,-3 5-27 16,-9 10-51-16,-1 3-62 0,2 13-82 0,0 5-110 15,5 1-161-15,12-8-54 0,-1 3 56 16,9 1-362-16,5-4-418 0</inkml:trace>
  <inkml:trace contextRef="#ctx0" brushRef="#br0" timeOffset="16295.73">9435 12160 2787 0,'-18'-3'31'0,"5"1"5"0,-1 0 13 15,5 2 27-15,9 0 14 0,0 0-12 0,-11-6-9 16,11 6-4-16,15-14-12 0,17 0-4 16,22-7-1-16,34-8-10 0,18 0 3 0,20 0-11 15,18-1 3-15,13 1-18 16,52-8-39-16,-3-1-30 0,0 2-9 0,2 0 4 16,-48 9 8-16,41-8 3 0,-53 10 9 15,-7 0 3-15,-16-4 5 0,-6 4 9 16,-18-3 3-16,-31 9 14 0,-5-2 24 0,-8 3 14 15,-10-2 17-15,-10 6-4 0,-4 0 16 16,-6 1 10-16,-11 1-9 0,-2 3-3 0,-3 2 0 16,-3 0-9-16,-5 1-17 0,4 2-31 15,-7 4-47-15,2-8-58 0,-2 8-77 0,-2-7-123 16,2 7-232-16,-7-7 28 0,7 7 62 16,0 0-93-16,-5-7-41 0</inkml:trace>
  <inkml:trace contextRef="#ctx0" brushRef="#br0" timeOffset="16646.68">12487 11182 1676 0,'-29'-2'238'0,"1"2"9"15,-10 8 2-15,-4 4 24 0,-4 7 0 16,1 5 7-16,5 5 12 0,3 3 10 15,10 8-3-15,5 1-10 0,14-4-13 0,6 2-4 16,10 0-26-16,11 7-19 0,6-3-25 16,11-2-19-16,6-3-20 0,7-5-14 15,9-6-22-15,1-4-4 0,0-3-21 16,6-6-7-16,-6-5-13 0,-8-5-9 0,-3-4-6 16,-4-4-15-16,-3-2-2 0,-6-6 2 15,-3-1-8-15,-5-5-7 0,-8-5-8 0,1-6-5 16,-9 0-4-16,-8-8 4 15,1-4-15-15,-4-5 5 0,-7-8-16 0,-4 0-17 0,-7-3-27 16,0 5-32-16,-4 8-40 0,-3 5-53 16,0 16-73-16,-3 4-97 0,-5 6-115 0,3 8-169 15,1 3-128-15,-10 6 77 16,1 4-559-16,3 3-697 0</inkml:trace>
  <inkml:trace contextRef="#ctx0" brushRef="#br0" timeOffset="17294.93">14300 11447 3021 0,'-25'-5'124'0,"4"-1"-4"0,0 4 43 0,-2-4 23 0,0 3 0 16,3-3 8-16,-2 3-1 0,5 1-11 0,2 0-20 15,1 0-8-15,3-1-14 0,2 3-13 16,9 0-15-16,-14-2-11 0,14 2-9 0,0 0-9 16,0 0-6-16,48 13-10 0,17-5-5 15,37 2-6-15,30 2-9 0,19 1-5 16,20-2-19-16,64 7-20 0,5-1-18 16,6 4-7-16,-3-6 2 0,-8-3 1 0,-54-5 7 15,0-2 3-15,-5-3 0 0,-15-4-1 16,-14-1 3-16,-17-1 2 0,-21-5 0 15,-32 1 3-15,-12 1 9 0,-10-1 3 0,-15-1 19 16,-11 4 9-16,-6-2 11 0,-6 2 4 16,-2 0-3-16,-1 0-6 0,-3 1-8 0,0 1-6 15,-2-2-15-15,-2 5-34 0,-7 0-58 16,13-4-73-16,-13 4-102 0,6-2-130 0,-6 2-167 16,0 0-150-16,0 0 68 15,0 0-452-15,0 0-554 0</inkml:trace>
  <inkml:trace contextRef="#ctx0" brushRef="#br0" timeOffset="17661.25">17492 11257 3247 0,'-25'1'117'15,"-1"3"26"-15,-11 7 34 0,-7 9 30 0,-5 4 21 16,1 6 16-16,2 4 19 0,7 4 0 15,3 2 0-15,5 1-7 0,12-2-23 0,9-1-14 16,10 0-19-16,11-2-18 0,14 6-14 16,10-1-19-16,8-6-15 0,7 1-10 15,5-7-12-15,6-3-13 0,0-6-19 16,0-6-27-16,-2-3-31 0,-7-10-20 0,-5-1-13 16,3-6-14-16,-1-7 3 0,-1-3-2 15,-14-2 3-15,0-9 2 0,-9-1 6 16,-5-11-6-16,-7-6 2 0,-8 3 0 15,-5-7-1-15,-3-9-14 0,-7-3-10 0,-5 2-11 16,-6 7-9-16,0 3-18 0,-4 8-23 0,-4 7-34 16,1 15-50-16,-6 3-72 15,-2 5-88-15,-4 10-105 0,-3 2-173 0,4 7-77 0,5 0 69 16,-2 6-478-16,1 1-579 16</inkml:trace>
  <inkml:trace contextRef="#ctx0" brushRef="#br0" timeOffset="18194.7">18777 11751 3289 0,'-23'-6'91'0,"-1"1"17"16,7 0 24-16,2 0 25 0,-1 0 28 0,5 2 33 0,-2-1 19 15,3 2-6-15,10 2-17 0,-11-6-18 16,11 6-22-16,0 0-14 0,0 0-18 0,34-9-15 16,16 5-10-16,32 4-14 0,41 0-9 15,21 6-12-15,15-4-14 0,17 5-3 0,57 3-24 16,-54-4-17-16,53 5-6 0,-59-3-5 15,-1-1 1-15,-12-2-4 0,-13-3 2 16,-21 0-2-16,-39-4-1 0,-11-2 0 16,-10 1 3-16,-21 0-1 0,-2-3-3 0,-13 3 0 15,-8 0-1-15,-2-1-18 0,-6 1-30 16,-2-1-37-16,-4 1-43 0,-3 0-58 16,-5 3-75-16,6-6-95 0,-6 6-116 0,0 0-172 15,0-6-34-15,0 6 69 0,5-7-414 16,-5 7-492-16</inkml:trace>
  <inkml:trace contextRef="#ctx0" brushRef="#br0" timeOffset="18544.66">21686 11596 3175 0,'-24'-3'209'0,"-3"3"29"15,-9 5 23-15,-5 3 18 0,-6 9 28 0,-1 2 10 16,0 3 5-16,7 4-5 0,1 2-24 15,4-1-25-15,4 6-27 0,10-4-19 16,8 2-24-16,9 3-20 0,5-5-16 0,7 3-17 16,13-1-14-16,8 4-24 0,12-6-39 15,4-3-59-15,2-4-55 0,4-1-53 16,-1-6-46-16,-11-5-32 0,4-1-22 0,-4-6 7 16,-10-3 21-16,-3-1 17 0,-5-3 27 15,-4-4 23-15,0-6 23 0,-5-5 20 0,-5-1 17 16,-6-4 14-16,-6-15 11 15,-7-12 8-15,-4 2 8 0,-8-5 3 0,-1 3 0 16,-6-1-1-16,-5 7 1 0,1 0-2 16,-2 10-2-16,0 10-2 0,4 9-10 0,-2 7-21 15,4 9-32-15,0 7-51 0,-2 5-97 16,5 2-118-16,4 3-143 0,10 0-194 0,10-1 42 16,5 0 79-16,5-1-349 0,14 8-382 15</inkml:trace>
  <inkml:trace contextRef="#ctx0" brushRef="#br0" timeOffset="18860.81">22075 11826 2911 0,'-33'-12'276'16,"10"2"17"-16,9 3 15 0,4 2 9 15,6-1-28-15,8 0-24 0,11 2-7 0,30 1-12 16,28-2-27-16,46 6-12 0,17 3-26 16,11 1-21-16,8 2-46 0,-1 0-50 0,-4-1-30 15,5 1-34-15,-12 0-34 0,-7-4-23 16,-14 1-20-16,-36-4 0 0,-9-2 3 0,-5 0 9 16,-9-3 8-16,-15 2 1 15,-5 0 12-15,-4-1 0 0,-10-2-14 0,-7 4-19 16,-4 0-36-16,-4 0-50 0,0-1-64 15,-1 3-69-15,-3-5-105 0,0 5-140 0,-3-4-71 16,0 1 63-16,2-1-308 0,-4 0-342 16</inkml:trace>
  <inkml:trace contextRef="#ctx0" brushRef="#br0" timeOffset="19327.45">24129 11461 2568 0,'-5'-10'84'0,"-2"6"-3"0,-2 2 15 15,9 2 48-15,-20 6 42 0,4 0 43 16,-9 15 31-16,-7 8 15 0,-2 4-1 16,-2 6-1-16,2 0-13 0,5 3-6 0,2 1 3 15,10 1-7-15,7-5-14 0,8 3-19 16,4-1-16-16,9 5-22 0,9-1-17 16,5-4-17-16,5-3-10 0,4-6-15 15,2-6-10-15,6-4-8 0,-7-7-10 0,5-2-11 16,0-7-5-16,0-4-12 0,4-4-5 15,-7-3-12-15,4-7-4 0,4-9-6 0,-3-4-5 16,-3-2 1-16,-5-8-8 0,-4-2-4 16,-5-7-2-16,-4 1-8 0,-4-11-5 0,-6-6-11 15,0 2-15-15,-10 1-7 0,-2 12-19 16,-10 4-16-16,-2 3-20 0,-4 9-22 16,-5 4-16-16,-9 8-19 0,-2 5-27 15,2 8-40-15,6 5-95 0,-14 6-99 0,1 4-120 16,6 4-169-16,-1 2-43 0,8 4 87 15,7-2-539-15,2-1-648 0</inkml:trace>
  <inkml:trace contextRef="#ctx0" brushRef="#br0" timeOffset="19695.66">24811 11809 3521 0,'-34'-15'109'0,"0"1"14"0,3 3 14 15,10 3 22-15,6 2 41 0,4 2 41 16,5 0-12-16,6 4-10 0,0 0-23 0,64-2-18 16,6 8-9-16,13 4-17 0,28 0 3 15,3 4-12-15,6-1-21 0,1-2-11 0,-1 1-10 16,-2-2-11-16,-6-1-9 0,-26-3-9 15,-6-1-5-15,-8-1-11 0,-1-1-6 16,-8 1-5-16,-18-4-4 0,1 1 5 0,-8-2-11 16,-5-1 1-16,-7 0 1 0,-7 1-11 15,0-1 2-15,-1-2-8 0,-7 1-16 16,0-1-40-16,-3 1-55 0,2-2-70 16,-7 2-86-16,-3 3-116 0,4-10-141 0,-4 10-192 0,-2-8-42 15,2 8 83-15,-4-8-538 16,4 8-658-16</inkml:trace>
  <inkml:trace contextRef="#ctx0" brushRef="#br0" timeOffset="20245">26319 11800 3286 0,'-25'2'-35'0,"0"1"50"16,-9 4 46-16,-2 4 38 0,4 4 32 0,-1 0 51 15,6 4 31-15,2 0 26 0,7 6 20 16,4 2 10-16,9-2 16 0,3 0-6 15,5 8-16-15,10 0-13 0,10 6-21 0,4-1-19 16,4-3-23-16,3-6-17 0,5 0-17 16,0-4-12-16,3-3-16 0,2-1-37 0,-8-8-24 15,0-1-18-15,2-6-16 0,-5 0-10 16,-7-8-6-16,-1 0-4 0,8-8-1 16,-5-5-9-16,-3-5 2 0,-2-1-1 15,-6-10-16-15,-1-4-15 0,-5-3-5 0,-6 0-15 16,-3 1-23-16,-4-2-24 0,-7 3-30 15,-2 2-43-15,-8 5-48 0,-6 5-79 0,-8 6-79 16,-3 4-105-16,6 5-152 0,-1 7-81 16,6 4 67-16,11 2-486 0,0 3-602 0</inkml:trace>
  <inkml:trace contextRef="#ctx0" brushRef="#br0" timeOffset="20610.98">27390 12489 3040 0,'-36'-29'30'0,"3"2"19"0,7 6 21 0,1 2 7 0,8 6 6 15,1 2 41-15,7 3 33 0,2 2 16 16,3 2 22-16,4 4 17 0,0 0-1 16,0 0-12-16,61 34-17 0,-12-7-13 15,8 7-17-15,22 7-19 0,4 5-13 16,3-3-14-16,2-2-14 0,-3-3-28 0,0 2-28 16,-8-6-33-16,-18-6-32 0,-1-1-34 15,-5-1-29-15,-6-6-34 0,-12-3-37 0,0-5-37 16,-7 5-29-16,-1-4-49 0,-9-5-78 15,0 0-142-15,-3-4-127 0,-3 2 68 0,-1-3-280 16,2-1-323-16</inkml:trace>
  <inkml:trace contextRef="#ctx0" brushRef="#br0" timeOffset="21060.12">28684 12800 2470 0,'-25'4'44'0,"-2"0"47"0,-11 6 39 16,-1 1 35-16,-11 5 29 0,2 3 23 0,1-1 15 16,4 5 5-16,3 4 0 0,8 4 6 15,2-1-7-15,10 0-10 0,5 2-14 0,10 2-13 16,7-5-20-16,1 8-13 0,10 1-19 16,10 3-16-16,4-4-13 0,6-3-9 0,1-3-14 15,6-7-8-15,-5-7-14 0,1-3-9 16,1-6-3-16,-6-7-6 0,-2-2-3 15,7-5-5-15,0-6 13 0,-3-5 10 16,3-9 1-16,-6-8 0 0,-3-4 0 0,-5-5-3 16,-4-4-3-16,-7 10-11 0,-4-1-9 15,-10 0-5-15,-5 4-6 0,-5 0-16 16,-8 7-64-16,-13-2-77 0,2 10-103 0,-16 2-136 16,8 10-171-16,-3 0-261 0,-2 7 25 15,4 2 81-15,0 4-551 0,5 10-701 0</inkml:trace>
  <inkml:trace contextRef="#ctx0" brushRef="#br0" timeOffset="29825.69">8388 14094 1472 0,'0'0'588'0,"-15"-1"-260"15,1 2-102-15,-6 10-27 0,-12 6-15 16,-13 10-10-16,2 4 8 0,2 5-7 16,3 0 8-16,6 3-3 0,3 3-7 0,6-1-8 15,12-7-12-15,8 2-12 0,3-7-11 16,9 4-13-16,8 0-8 0,12-2-12 0,7-1-9 0,7-4-6 16,2-7-8-16,-4-7-6 15,0-4-9-15,2-4-4 0,-3-4-2 0,1-4-7 16,-7-3-1-16,-2-4-1 0,-5-7-4 15,-5-2 7-15,-4-5 2 0,-7-4-8 16,-3-5-2-16,-6-2-6 0,-6-5 0 0,-6-9-1 16,-3 3-9-16,-2-1-2 0,-4 7-2 15,3 8-6-15,-2 5-14 0,0 6-30 0,1 6-29 16,0 8-37-16,0 6-38 0,-2 4-54 16,-2 8-73-16,-6 7-83 0,2 7-124 15,7 3-226-15,2 4 68 0,7 2 70 16,3 0-298-16,12 0-338 0</inkml:trace>
  <inkml:trace contextRef="#ctx0" brushRef="#br0" timeOffset="30225.78">8884 14463 2650 0,'-14'-6'142'0,"3"0"7"0,2 1-14 0,2 0 7 0,0 1 8 15,7 4 2-15,-11-5-11 0,11 5-11 16,0 0 2-16,0 0 26 0,0 0-4 16,-4 22-8-16,25-1-14 0,9 8-10 0,13 2-11 15,9 0-16-15,25 10-9 0,14 3-8 16,12 5-8-16,10 2-8 0,10 6-6 0,42 15-1 15,-2-4-8-15,-35-15-2 0,1-3-5 16,-2-1-4-16,-10-5 5 0,-10-5 13 0,-8-1 11 16,-11-7 6-16,-27-9-2 0,-6-5-2 15,-15-3 9-15,-8-4 19 0,-7 0 23 16,-3-5 27-16,-8-1 7 0,-2 2-2 16,-1-5-11-16,-3 2-17 0,-8-3-13 15,17 4-11-15,-11-2-19 0,-6-2-66 0,9 1-88 16,-9-1-117-16,10 3-161 0,-10-3-184 15,0 0-253-15,13 0 17 0,-13 0 85 0,0 0-561 16,0 0-709-16</inkml:trace>
  <inkml:trace contextRef="#ctx0" brushRef="#br0" timeOffset="30592.08">11445 15340 3772 0,'-36'-8'121'0,"4"8"24"16,-13 5 31-16,2 6 25 0,-9 3 35 15,-1 4 52-15,5 4 6 0,0 5 3 0,11 2-23 16,2 1-23-16,14 0-16 0,6-1-12 16,12 1-20-16,6 0-19 0,8 0-14 15,14 6-17-15,11-1-17 0,4-5-13 0,10-2-8 16,5-4-16-16,5-7-23 0,1-3-27 15,-2-2-27-15,-2-5-23 0,-10-4-18 0,-3-1 11 16,-6-6-8-16,-7 1 7 16,-10-2-1-16,-1-4-5 0,-6-2 3 0,-3-3 2 15,-7-3-1-15,-4-4 7 0,-7-13-6 16,-11-13-3-16,0-1 6 0,-11 0 1 0,-2 0-14 16,-1 4-21-16,-2 3-41 0,3 8-63 15,5 10-79-15,-5 3-117 0,4 5-131 0,2 9-155 16,2 3-208-16,3 3 89 0,2 3 72 15,-5 5-511-15,7 0-651 0</inkml:trace>
  <inkml:trace contextRef="#ctx0" brushRef="#br0" timeOffset="31058.21">12833 15582 3380 0,'-25'-12'52'0,"2"7"43"0,4-1 32 0,3 1 40 0,5 1 27 15,-1 2 10-15,3-1 9 0,9 3 1 16,0 0 4-16,0 0 9 0,0 0-9 0,68 12-21 16,13 0-23-16,48 7-11 0,33 4-21 15,71 7-15-15,12 6-40 0,21 2-20 0,17 3-23 16,9 2-24-16,4 1-7 0,-5 1-18 15,-13-2-22-15,-20-1-16 0,-24-7-18 16,-24-5-10-16,-66-10-23 0,-18-3-29 0,-15-7-32 16,-43-3-16-16,-18-4-1 15,-16-3 14-15,-9 0 8 0,-8-1 9 0,-4-3-9 16,-5 1-32-16,-3-1-40 0,-5 4-52 16,-1-10-70-16,-5 2-99 0,-3-1-152 0,1 0 53 15,0 0-213-15,4 1-246 0</inkml:trace>
  <inkml:trace contextRef="#ctx0" brushRef="#br0" timeOffset="31391.75">16826 15802 2462 0,'-26'3'249'0,"2"3"25"0,-12 6 44 15,2 3 24-15,-7 6 6 0,-1 1 29 0,3 5-1 16,11-6-11-16,-5 10-29 0,15-5-27 15,2 0-30-15,14 3-28 0,4-5-20 16,12 8-25-16,10 4-21 0,9 0-17 0,5-3-47 16,4-6-54-16,0-2-55 0,2-7-50 15,-6-3-35-15,-2-4-22 0,1-4-8 0,-12-4 4 16,-1-1 12-16,-7-5 12 0,0-3 7 16,-3-2 7-16,-5-4 8 0,-4-3 8 0,-3-9 13 15,-4 1 10-15,-1-17 3 0,-7 1 6 16,-3-9 6-16,-2 0-2 0,-1 2 1 15,3 11 0-15,0 6 1 0,-1 3-20 16,1 9-55-16,0 5-94 0,2 5-117 0,-3 4-152 16,1 3-194-16,0 3-89 0,1 2 79 15,1 4-479-15,5 5-595 0</inkml:trace>
  <inkml:trace contextRef="#ctx0" brushRef="#br0" timeOffset="31874.74">17497 16138 3286 0,'-26'-2'73'0,"1"-3"16"0,4 4 6 0,6-3 24 0,1 2 23 0,14 2 21 16,-19-1 7-16,19 1-6 15,0 0 0-15,0 0 11 0,0 0-7 0,96 3-9 16,21 1-15-16,30 2-15 0,27-1-17 16,66 9-12-16,17 0-7 0,10 5-20 0,6 4-24 15,5-3-6-15,1 3-16 0,-10 2-15 16,-13-3-11-16,-17 2-9 0,-68-6-5 0,-11-7-13 16,-17 0-9-16,-20-3-16 0,-39-3-15 15,-12-3 2-15,-25 0-11 0,-8-2-4 16,-6-4-5-16,-12 1-23 0,-5 0-32 15,-3-1-44-15,-2 1-57 0,-1-1-71 16,-3 2-99-16,4-1-190 0,0 0 1 0,2-1 72 16,2-1-199-16,4 2-217 0</inkml:trace>
  <inkml:trace contextRef="#ctx0" brushRef="#br0" timeOffset="32209.02">21555 16112 2117 0,'-25'-5'190'0,"0"4"21"0,-6 2 14 0,-7 4 35 16,-1 6 30-16,-9 4 27 16,4 6 13-16,2 2 16 0,4 6-3 0,6 1-23 15,5 4-28-15,10-1-24 0,12 0-28 16,2-2-24-16,11 4-18 0,7 2-23 0,12 1-16 16,5 3-33-16,6-8-52 0,4-2-50 15,-2-5-38-15,0-3-32 0,-10-8-28 16,5-1-10-16,-11-6-10 0,0-3 3 0,-9-1 17 15,0-4 5-15,-1-2 22 0,-5-3 15 16,-1-4 16-16,-1-3 19 0,-5-5 17 0,-4-7 10 16,-4-11 7-16,1-6 3 15,-3 0 2-15,-4-7-8 0,3 7-1 0,2 4-1 16,-2 4-7-16,0 8-9 0,6 6-27 16,-1 5-54-16,-3 5-72 0,-4 5-104 15,2 4-115-15,9 0-155 0,-29 11-233 0,15 1 40 16,-2 4 77-16,-2 6-392 0,2 2-494 15</inkml:trace>
  <inkml:trace contextRef="#ctx0" brushRef="#br0" timeOffset="32676.89">21881 16387 2700 0,'-27'5'36'16,"4"-2"36"-16,0 1 21 0,4-2 30 0,5-1 42 15,2 1 23-15,2-2 22 16,10 0-7-16,0 0-3 0,0 0 2 0,0 0-8 16,61 0-16-16,22-3-12 0,48-4-19 15,17 0-16-15,18 2-13 0,9 1-10 0,57-1-10 16,-49 0-11-16,5 0-10 0,-9 3-7 15,-6 0-7-15,-15 1-12 0,-23-1-28 16,-43-1-16-16,-16 3-1 0,-25-2-2 16,-4 2 2-16,-15-2-8 0,-7 0-19 15,-10 2-33-15,-6-2-33 0,-9 2-43 0,0 0-43 16,0 0-52-16,0 0-58 0,0 0-94 16,0 0-153-16,-42 13-130 0,28-6 73 0,2-2-296 15,0 2-367-15</inkml:trace>
  <inkml:trace contextRef="#ctx0" brushRef="#br0" timeOffset="33024.93">24135 16215 2870 0,'-15'-9'274'0,"1"3"-20"16,1 4 1-16,0 4 30 15,-4 4 28-15,-12 5 25 0,1 9 9 0,-1-1-20 0,-1 12-20 16,1 6-26-16,6-2-28 15,6-2-22-15,7 1-26 0,6 2-17 0,8 0-21 16,6-1-18-16,5-2-15 0,4-4-32 16,3-4-44-16,7-1-35 0,0-3-42 15,5-4-36-15,-1-4-18 0,0-2-21 0,-5-4-18 16,-6-4 7-16,-2-3 11 16,-3-1 13-16,-2-5 9 0,1-1 10 0,-7-3 12 0,-2-4 14 15,-1-5 16-15,-2-3 10 0,-6-2 4 16,0-13 3-16,-4-2-2 0,3-3 1 15,-1 2 2-15,2 4-3 0,2 9 4 0,-2 5-17 16,2 6-52-16,0 5-89 0,0 2-93 16,0 5-89-16,0 4-118 0,0 0-214 15,0 0-56-15,0 0 93 0,6 26-424 16,-8-10-531-16</inkml:trace>
  <inkml:trace contextRef="#ctx0" brushRef="#br0" timeOffset="33292">24617 16632 3412 0,'-25'-16'308'0,"9"5"0"0,2 1 39 16,3 1 2-16,5-1-34 0,10-2-32 0,14-9-24 15,27-3-30-15,14 3-19 0,13 2-30 0,30 1-22 16,13-1-79-16,0 1-74 0,1 3-42 15,0 1-26-15,4 1-39 0,-8-1-38 16,-12-3-38-16,-30 5-25 0,-7 2-6 0,-9-1 7 16,-16 3 9-16,-6-1 7 0,-9 3-13 15,-5-2-18-15,-6 4-30 0,-4 0-56 16,-4-1-77-16,-4 5-138 0,0-5-61 16,0 5 58-16,0 0-148 0,0 0-163 15</inkml:trace>
  <inkml:trace contextRef="#ctx0" brushRef="#br0" timeOffset="33659.62">26005 16078 2146 0,'-18'-8'183'0,"4"4"14"0,-2 4 33 0,-1 4 38 15,-10 8 18-15,-1 5 8 0,-3 3-1 16,1 8-12-16,-1 4-16 0,5 2-15 15,8-3-19-15,1 2-24 0,7 0-18 16,6 1-18-16,3-6-9 0,4-5-20 0,8 8-8 16,3-2-17-16,8-3-11 0,2-3-10 15,2-4-30-15,8-2-27 0,-4-8-31 0,4 2-18 16,-3-7-6-16,-4-2 1 0,-2-4 5 16,-2-4 2-16,6-4 1 0,-2-9-1 15,-4-2-1-15,-6-6 1 0,-2-4 6 0,-4-1-3 16,-3-6 1-16,-2-1 0 0,-2-1 4 15,-4 3 2-15,-2 8 4 0,0 5-2 0,0 4-3 16,-2 3-3-16,-2 4-6 0,-1 4-10 16,-2 4-42-16,-3 3-58 0,-1 2-84 15,-7 7-98-15,-7 8-122 0,2 8-205 16,0-2-101-16,3 5 85 0,3 1-425 0,8 2-540 16</inkml:trace>
  <inkml:trace contextRef="#ctx0" brushRef="#br0" timeOffset="33993.04">26267 16219 3337 0,'-30'-17'207'16,"9"5"32"-16,9 3 33 0,3 1 3 0,7 0-32 15,8-2-18-15,11 0-24 0,19 1-38 16,27-4-17-16,18 6-10 0,32 2-18 16,16 0-19-16,4 3-46 0,3 2-30 0,9 2 2 15,1-1-9-15,-3-1-10 0,-8 4-11 16,-10-3-8-16,-35-1-5 0,-12 0 4 0,-13-3 8 16,-20 1 0-16,-4-3 0 0,-10 2 11 15,-11-4 1-15,-4 3-3 0,-5-1-1 0,-1 0-3 16,-7 0-1-16,-3 0-8 0,0 5-38 15,-1-10-58-15,1 10-69 0,-12-5-94 16,12 5-104-16,-10-4-169 0,10 4-151 0,-3-5 73 16,3 5-364-16,0 0-461 15</inkml:trace>
  <inkml:trace contextRef="#ctx0" brushRef="#br0" timeOffset="34359.12">28194 15906 3035 0,'-23'-1'168'0,"0"1"24"15,1 3 36-15,-3 2 42 16,-11 9 31-16,1 0 33 0,-1 1-5 0,4 4-5 16,1 1-13-16,4 0-17 0,9 2-19 15,2 6-17-15,12-5-22 0,8 1-17 0,12 9-25 16,14 4-14-16,10 1-20 0,5-4-16 15,7-2-15-15,0-6-14 0,1-6-25 0,0-5-11 16,-10-6-7-16,0-6-7 0,1-4-1 16,-2-6-11-16,-2-5-5 0,-3-3-24 15,0-11-24-15,-4-6 0 0,-5-3 0 0,-9-5 0 16,-3-4 0-16,-9 4 0 0,-5-1 0 16,-6-1 0-16,-5 4 0 0,-11-4 0 0,-6 4 0 15,-9 9 0-15,-2 5 0 16,-13 7 0-16,-4 5 0 0,5 9-283 0,-14 5-132 15,1 6-150-15,-3 6-234 0,-3 7-89 16,7 3 99-16,0-1-725 0,9 4-960 0</inkml:trace>
  <inkml:trace contextRef="#ctx0" brushRef="#br0" timeOffset="37024.64">6405 12457 3832 0,'-12'-7'-198'0,"0"3"48"16,3-1 46-16,0 2 47 0,1-2 43 15,-2 1 38-15,1 1 31 0,-1-2 31 16,1 1 21-16,9 4 19 0,-20-6 5 15,13 4 5-15,7 2-2 0,-13-7-2 0,13 7-6 16,-10-4-4-16,10 4-6 0,0 0-9 16,0 0-5-16,0 0-6 0,0 0 0 0,0 0-1 15,84 11-6-15,-9-4-9 16,33 5-6-16,14 0-8 0,12-2-7 0,2 0-6 16,0 1-6-16,-5-1-3 0,-7-5-7 0,-11-2-14 15,-32-1-7-15,-10-1-1 0,-17-1-3 16,-9 2-3-16,-11-2 0 0,-9 0 3 0,-1 0-1 15,-12 0 0-15,0 0-2 0,-12 0-11 16,21-2-18-16,-21 2-27 0,0 0-40 16,0 0-49-16,5-3-70 0,-5 3-85 15,0 0-102-15,0 0-179 0,0 0-82 0,0 0 69 16,-39 7-362-16,29-5-425 0</inkml:trace>
  <inkml:trace contextRef="#ctx0" brushRef="#br0" timeOffset="40224.74">6492 12210 2333 0,'0'0'-143'0,"-14"-4"41"0,14 4 29 16,-12-2 29-16,12 2 28 0,-13-4 27 15,13 4 30-15,-11-4 23 0,11 4 18 0,-9-5 9 16,9 5 8-16,-9-4 0 16,9 4 0-16,0 0-5 0,0 0 3 15,-14-3 5-15,14 3-11 0,0 0 4 0,0 0-6 16,-5-3-3-16,5 3-6 0,0 0-6 16,0 0-5-16,0 0-11 0,0 0 12 0,34 8-2 15,5 1-9-15,13 1 4 0,13 4-14 16,6-1-5-16,26 4-2 0,7 1-2 0,0 1-6 15,-2-3 3-15,-1-1-12 0,-19-3-18 16,-8-2-8-16,-3-1-1 0,-8-1 3 16,-18-1-3-16,-4 0-2 0,-10-5-1 15,-9 1-2-15,-5-1 7 0,-1 0 4 16,-5-1 2-16,0-1 10 0,-11 0 2 0,20 2 12 16,-20-2-4-16,11 1-7 0,-11-1-1 15,0 0-2-15,12 2-3 0,-12-2-17 0,0 0-38 16,0 0-36-16,0 0-55 0,7 2-61 15,-7-2-98-15,0 0-150 0,0 0-114 0,0 0 64 16,0 0-164-16,0 0-151 0</inkml:trace>
  <inkml:trace contextRef="#ctx0" brushRef="#br0" timeOffset="40693.07">7534 12201 2017 0,'-9'-7'80'0,"5"0"17"15,-3 2 9-15,2 2 18 16,5 3 19-16,-5-7 38 0,5 7 14 0,-4-5 4 16,4 5-8-16,0 0-18 0,0 0-18 15,-2-7-14-15,2 7-13 0,0 0-13 0,0 0-11 16,47 15-17-16,-17-4 0 0,6 7-7 16,4 3-12-16,3 5-4 0,0-1-9 0,-5 4-4 15,-4 1-8-15,-7-6-1 0,-6 2-6 16,-3-2-4-16,0 0-3 0,-7-6-3 0,-5 0 0 15,-2-2-1-15,-6-3 4 0,0 3 11 16,-4-1 13-16,-3 1 4 0,-4 1 3 0,-8 3-1 16,-3-1-4-16,-1-2-8 15,-3-3-1-15,-1 1-4 0,3-1-8 0,5-4-1 16,3-1-18-16,2-2-29 0,2-1-48 16,5-1-59-16,0-1-91 0,0 1-93 15,2-1-120-15,3-1-176 0,4-3-26 0,-7 3 76 16,7-3-317-16,-4 5-352 0</inkml:trace>
  <inkml:trace contextRef="#ctx0" brushRef="#br0" timeOffset="41357.16">6584 14374 2681 0,'-16'0'169'0,"5"0"10"0,2-2 29 0,9 2 23 15,-12 0 25-15,12 0 20 0,0 0 13 16,0 0 5-16,0 0 9 0,0 0-8 0,0 0-32 16,76 4-24-16,-29-3-29 15,23-1-13-15,4 3-26 0,2-3-67 0,4 2-91 16,0 0-109-16,-8-2-137 0,-1 2-167 0,-6-4-197 15,-16-2-163-15,-5 3 82 16,-15-2-551-16,-9-1-692 0</inkml:trace>
  <inkml:trace contextRef="#ctx0" brushRef="#br0" timeOffset="41609.08">7224 14202 3677 0,'0'0'89'0,"4"-8"22"15,-4 8 20-15,14-7 21 0,-3 5 9 0,3 2 2 16,4 3-5-16,5 4-11 0,9 4-12 16,-3 2-13-16,2 5-10 0,-7 3-12 0,0 0-10 15,-4 7-7-15,-7-1-12 0,-3 4-5 16,-4-5-9-16,-8-2-2 0,-8 7-5 0,-2-2 2 16,-4 0 0-16,-5-1 3 0,-12 2-5 15,-1-3-6-15,-5 0-6 0,-1-3-6 0,-1-6-13 16,5-4-32-16,5-2-55 0,-1-2-81 15,3-4-119-15,5-3-129 0,0-3-161 16,3-2-154-16,5-1 68 0,-4-1-466 0,4 3-579 16</inkml:trace>
  <inkml:trace contextRef="#ctx0" brushRef="#br0" timeOffset="41840.19">6600 14804 3158 0,'-20'4'66'0,"6"0"35"0,3-1 34 16,2 0 47-16,9-3 40 0,-12 3 35 0,12-3 29 15,0 0 17-15,-4 5-3 0,4-5-3 16,0 0-22-16,50 3-27 0,-5-3-27 16,20 0-29-16,8 0-49 0,3-3-80 0,0-2-91 15,-4 5-111-15,-3-5-141 0,-4 1-140 16,-16 4-153-16,-1-4-179 0,-6 0 71 0,-10 2-535 15,-7 0-680-15</inkml:trace>
  <inkml:trace contextRef="#ctx0" brushRef="#br0" timeOffset="42610.21">8552 11188 3479 0,'0'-12'-64'0,"-3"4"31"0,-2 1 21 0,1 1 22 0,-5 2 34 0,-2 1 24 0,-3 3 19 16,-4 0 15-16,-7 5 2 0,-13 5 10 0,-1 3-3 15,-6 5 1-15,1 5-7 0,0 0-9 16,6 2-8-16,11-4-8 0,4 1-6 0,2-1 1 16,10-4 4-16,7 1 4 0,4-3 2 15,4-1-4-15,13 9-6 0,8 0-6 0,5-5-3 16,13 3-9-16,0-1-4 0,5-3-2 15,-3 1-5-15,-7-5 0 0,-3 1-2 16,-4-3 0-16,-9-3 3 0,-4-1 4 16,-6-1 7-16,0-2 6 0,-8 1 32 15,0 2 23-15,-4-7 11 0,-6 14 3 0,-6-6-6 16,-2 2-11-16,-6 0-6 0,-9 2-12 16,-1-1-9-16,-1-1-9 0,1 0-9 0,6 2-12 15,1-7-4-15,7 1-28 0,1 0-26 16,3-6-41-16,1 4-59 0,4-2-86 0,7-2-121 15,0 0-104-15,0 0-103 0,4-14-123 16,9 5-99-16,13-6 65 0,5-3-506 0,1 0-640 16</inkml:trace>
  <inkml:trace contextRef="#ctx0" brushRef="#br0" timeOffset="42791.18">8861 11447 3108 0,'17'-11'32'0,"-7"7"59"15,-5-3 30-15,1 4 25 0,-6 3 10 0,0 0 25 16,0 0 23-16,0 0 11 0,0 0 8 15,-13 20-2-15,1-5-8 0,3 2-15 0,-6 7-15 16,1 1-19-16,1 3-22 0,-1 0-7 16,5 1-17-16,0-2-15 0,0 2-11 0,2-3-55 15,3-2-67-15,-1 1-72 0,-1-3-96 16,0 10-112-16,-2 1-122 0,-1 3-199 0,0-4-64 16,-5 1 86-16,-1 2-437 0,-8 6-520 15</inkml:trace>
  <inkml:trace contextRef="#ctx0" brushRef="#br0" timeOffset="43807.66">7723 15161 2822 0,'8'-10'-35'0,"-2"-3"33"0,-3 4 28 0,1 0 41 0,0 4 33 16,-2-2 36-16,-1-1 39 0,-1 8 23 15,2-14 18-15,-2 7 14 0,0 7 2 16,-2-14 11-16,-1 7-8 0,-1 3-11 0,4 4-16 15,-15-10 1-15,-4 8-3 0,-2 4 1 16,-17 5 11-16,0 3 1 0,-3 2-4 16,-6 6-5-16,1 3-10 0,12-4-22 0,1 1-16 15,7-1-21-15,9-1-9 0,5-1-11 16,6-1-9-16,8-2-9 0,7 1-7 16,4 3-10-16,12-1-10 0,3 2-6 0,6-5-34 15,2-3-52-15,-1 0-63 0,-3-1-64 16,-3-1-43-16,-8 0-48 0,0 0-39 0,-4 0-39 15,-2-1-24-15,-4 0 5 16,0 0 22-16,-2 1 33 0,-4 0 26 0,-3 0 27 16,0-1 20-16,-2-6 24 0,4 7 16 15,-4-7 18-15,2 6 16 0,-2-6 20 0,5 6 12 16,-5-6 11-16,18-4 12 0,-5 0 21 16,2 0 12-16,8-5 18 0,8-2 18 15,-1 1 23-15,-6 2 34 0,0 0 14 0,-3 2 20 16,-5 2 12-16,2 1 9 0,1-1 13 15,-6 4 12-15,0 3 10 0,3 1 10 0,-3 3 18 16,-1 2 20-16,-5 4 25 0,-3 0 37 16,-6 1 26-16,-2 8 16 0,-7 7 13 15,-6-2 6-15,-3 0 3 0,-2-2-5 16,-3 2-8-16,2-2-6 0,4-8-122 0,4-1-175 16,4-6 0-16,4 1 0 0,2-5 0 15,1 4 0-15,6-4 0 0,-2-6 0 0,12 13 0 16,-1-5 0-16,9-1 0 0,-2-2 0 15,5-1 0-15,0 1 0 0,-1-1 0 16,1 0 0-16,2 0 0 0,0-1 0 0,-1-3 0 16,-4 1 0-16,3-2 0 0,2 1 0 15,3-3 0-15,-3-1 0 0,8-4 0 0,-1-3 0 16,4-1-147-16,-4-5-699 16,-1-2-132-16,-2-2 106 0,1 0-947 0,2 4-1246 15</inkml:trace>
  <inkml:trace contextRef="#ctx0" brushRef="#br0" timeOffset="45589.39">29185 12262 1084 0,'-11'17'467'0,"11"-17"-196"0,0 0-82 0,0 0-15 16,-2 10 10-16,2-10 6 0,0 0-5 0,5 10 6 16,-1-4 9-16,4-1-2 15,2 0-5-15,1 2-14 0,4-3-13 0,-2 2-15 16,5-3-14-16,-2 1-12 0,2-1-15 15,-3-1-7-15,1-2-11 0,3-2-7 16,-2-1-7-16,-2-2-11 0,4-4-7 0,-2-3-3 16,-2 0-5-16,1-4-7 0,-5-1-2 15,-4-1-5-15,2-2-4 0,-8 2-4 0,-1 4-3 16,-3-3-6-16,-7 1 0 16,-3 1-1-16,-9 5 3 0,-3 4 3 0,-11 1 15 15,-5 7 13-15,-4 5 16 0,-5 5 10 16,2 3 9-16,2 6 11 0,6 3 2 0,6 1 16 15,10 0 22-15,6 0 13 0,4 5 5 16,10-5 3-16,3 1 3 0,8 8-10 16,7 0-11-16,9 4-9 0,7 0-14 0,5-3-14 15,-1-4-12-15,2-2-9 0,-4-9-7 16,-1-1-7-16,-3-2-9 0,1-2-20 0,-8-4-23 16,-4-3-43-16,-3-1-42 0,-3-2-49 15,-2-1-61-15,-1-3-74 0,0 1-81 0,-8-2-80 16,11 3-87-16,-11-3-134 0,0 0-166 15,3 5 81-15,-3-5-588 0,0 0-762 16</inkml:trace>
  <inkml:trace contextRef="#ctx0" brushRef="#br0" timeOffset="45857.64">29835 12647 3778 0,'6'-8'65'0,"-3"3"27"0,3-1-1 0,-6 6 19 0,0 0 69 0,0 0 46 0,0 0 33 16,-11 21 26-16,2-6 6 0,-7 11-4 16,-1 0-9-16,3 4-25 0,-2 1-31 0,0 2-23 15,-2 2-19-15,7-1-17 0,-1 0-14 16,-2-3-18-16,3-4-11 0,0-5-10 0,2-1-12 16,2-4-9-16,-1-2-11 15,0-3-8-15,2 1-10 0,3-3-40 0,-3 0-55 16,1-3-79-16,1-1-79 0,0 2-91 15,0-2-134-15,-4 0-176 0,-1-1-277 0,0-1 83 16,-3 0 84-16,-5 2-605 0,-4 2-768 16</inkml:trace>
  <inkml:trace contextRef="#ctx0" brushRef="#br0" timeOffset="46506.75">28976 15311 3833 0,'4'-8'98'0,"-4"8"-2"0,2-7 3 0,-2 7 7 0,0 0 17 0,0 0 35 0,9-2 30 15,-9 2 7-15,0 0-3 0,21 0-12 0,-21 0-21 16,27 2-8-16,-12-2-17 0,4 0-21 16,-1-2-12-16,7 2-7 0,0-4-5 15,0 0-13-15,-2-3-7 0,8-3-7 16,-9 0-2-16,-3-1-3 0,-1-1-6 0,-5-1-11 15,0-3 3-15,-3 4 8 0,-4-1-3 16,-5 1 7-16,-1 0-8 0,-7-1-4 16,-7 5 12-16,-8 3 12 0,-15-1 23 0,-5 9 19 15,3 3 19-15,-2 6 15 0,0 9 8 16,10-1 5-16,4 5 8 0,6 7 1 0,8 0-13 16,4 2-152-16,0-1 0 0,9-4 0 15,2-2 0-15,3-3 0 0,2 6 0 0,4-2 0 16,3-5 0-16,1-2 0 0,-1-6 0 15,1-1 0-15,0 0 0 0,4-4 0 16,-2-1 0-16,4-2 0 0,-4-3-505 16,1 0-159-16,-3-4-191 0,-1 0-34 0,-5-2 96 15,-9 2-732-15,16-3-971 0</inkml:trace>
  <inkml:trace contextRef="#ctx0" brushRef="#br0" timeOffset="47355.76">29355 15584 4125 0,'0'0'-94'0,"0"0"20"0,-11-5 13 0,11 5 15 15,-12-7 17-15,12 7 4 0,-10-5 6 16,10 5 4-16,-7-5-6 0,7 5-19 0,0 0-18 16,0 0-19-16,0 0-13 0,0 0-7 15,0 0-5-15,0 0 11 0,0 0 8 16,0 0 10-16,0 0 13 0,0 0 39 0,0 0 42 15,0 0 51-15,0 0 53 0,0 0 45 16,0 0 47-16,0 0 38 0,0 0 31 0,0 0 26 16,0 0 25-16,38 7-2 15,-38-7 0-15,0 0-9 0,27-4-20 0,-9 6-13 16,9-2-28-16,0 2-23 0,13 1-25 16,-5 2-21-16,-7 1-19 0,-6 2-17 15,0-1-11-15,-5 3-13 0,0 5-7 0,-8 2-3 16,-2-3-71-16,-7 5-55 0,-13 8 0 15,-3 2 0-15,-16 1 0 0,-4 1 0 0,-7 0 0 16,1-5 0-16,-2-1 0 0,4 1 0 16,12-7 0-16,3-3 0 0,6-5 0 0,5-1 0 15,7 2 0-15,3-3 0 0,6-1 0 16,7 4 0-16,16 3 0 0,8-5 0 0,5-1 0 16,2-1 0-16,4-1 0 0,-5-4 0 15,6 1 0-15,-15-2 0 0,-3-1 0 0,-3 1 0 16,-5 0 0-16,1-1 0 15,-4 1 0-15,2-2-21 0,-9 0-1063 0,-9 0 105 16,18 0-1098-16,-18 0-1489 0</inkml:trace>
  <inkml:trace contextRef="#ctx0" brushRef="#br0" timeOffset="51721.09">12379 10568 5201 0,'2'-21'-380'0,"2"5"36"0,-4 3 37 0,-2 2 44 0,0 2 17 15,0 1 36-15,-2 1 32 0,1 0 22 0,-4 2 20 16,3 1 9-16,4 4 14 0,-12-3 10 16,12 3 12-16,-24 16 10 0,3 9 27 0,-6 19 20 15,-5 10 18-15,-13 27 21 16,-5 16 9-16,-9 16 16 0,-27 45 8 0,-6 12 3 15,-6 1 0-15,-10 5 1 0,-5 6 5 16,-2-4-1-16,7 4 7 0,1-4 9 16,8-14 11-16,4 1 13 0,5-6 12 0,4-2 22 15,2 5 7-15,2-5 8 0,1-9 0 16,-1 0-9-16,-1-6-3 0,4 1 0 0,16-31-4 16,-14 36-9-16,15-33-9 0,-21 29-7 15,24-36-7-15,-4-7-3 0,1 4-6 0,2-9-6 16,3-1-6-16,6-10-2 0,5-6-9 15,5-7-5-15,-2-4-2 0,11-17 1 0,1-5-4 16,4-4-2-16,4-6-3 0,3-8-6 16,5-4-4-16,1-5-6 0,5-3-1 15,2-5-1-15,-3 1-6 0,4-4 2 16,1 3-17-16,-1-4-15 0,2 0-19 16,3 0-16-16,-6-2-27 0,7-5-29 0,-4 8-28 15,4-8-20-15,-2 5-24 0,2-5-32 16,0 0-32-16,0 0-37 0,0 0-57 0,25-25-76 15,-5-2-147-15,10-14 48 0,5-6-177 16,1-5-180-16</inkml:trace>
  <inkml:trace contextRef="#ctx0" brushRef="#br0" timeOffset="52355.9">14258 10758 1766 0,'-4'-9'-48'16,"3"-1"3"-16,-4 1 16 0,3 1 19 0,0 1 10 15,0 2 4-15,2 5-4 0,-1-9 2 16,1 9-4-16,0 0 19 0,0 0 23 0,-29 39 22 16,11 6 17-16,-7 17 19 15,-16 35 19-15,-8 20 13 0,-26 53 5 0,-13 13-1 16,-11 11-7-16,-10 15-3 0,-10 14-17 16,-9 3-5-16,0 12 16 0,-3 8 38 0,0 4 13 15,1-4 5-15,4-10 1 0,10-6 2 16,-1-11 1-16,18-14-5 0,6-19-1 0,9-13-4 15,5-11-5-15,20-46-1 0,-1-2-17 16,1-7-11-16,6-4-23 0,-3-5-9 0,5-3-10 16,3-10-5-16,-2-7-8 0,5-7-11 15,4-4-5-15,6-17-11 0,0-4-3 0,7-6-4 16,7-14-13-16,0-1-20 0,8-8-33 16,-1-1-20-16,7-4-28 0,0-2-20 15,-2-2-28-15,4-1-33 0,1-2-48 16,-2-1-54-16,6-4-57 0,0 0-86 15,0 0-133-15,0 0-111 0,-13-12 63 0,13 3-302 16,0-3-362-16</inkml:trace>
  <inkml:trace contextRef="#ctx0" brushRef="#br0" timeOffset="53104.05">17800 10812 2194 0,'9'-12'-155'15,"-6"5"29"-15,-1-1 16 0,0 3 10 16,-2 5 16-16,0 0 21 0,0 0 30 15,-18 24 16-15,4 3 19 0,-11 13 6 0,-4 11 24 16,-11 20 25-16,-2 9 19 0,-4 11 20 16,-9 14 24-16,0 7 15 0,-29 43 16 0,-8 6 9 15,-9 11 18-15,-10 10 4 0,-8 14 5 16,-13 8 8-16,-6 16 6 0,-9 8 0 0,-6 3-11 16,-5 4-5-16,3 4-3 0,7-1-14 15,3-6-9-15,9-7-13 0,13-10-7 0,8-9-4 16,5-10-5-16,13-12-8 0,9-21-11 15,8-14-5-15,25-42-10 0,2-3-5 16,7-9-4-16,6-4-13 0,6-5-11 16,5-4-5-16,12-18-1 0,2-3-2 0,1-2-1 15,8-5-7-15,1-11-7 0,1-1-17 16,2-6-15-16,2-7-9 0,0-7-19 16,0-3-18-16,0-4-21 0,0 0-25 0,0-4-35 15,0-3-35-15,0 2-36 0,2-6-53 16,-2-4-55-16,0 0-60 0,0 0-75 0,13-24-170 15,-4-7-5-15,7-15 67 0,5-10-229 16,3-4-260-16</inkml:trace>
  <inkml:trace contextRef="#ctx0" brushRef="#br0" timeOffset="53587.83">19591 10708 1961 0,'7'-16'-118'0,"-3"6"12"0,-1 2 11 16,-1 2 12-16,-2 6 8 0,0 0 12 16,0 0 51-16,-7 42 30 0,-13 12 25 15,-16 35 28-15,-13 25 19 0,-36 58 7 0,-15 11 2 16,-17 17-2-16,-14 21 17 0,-12 19 48 16,-13 12 42-16,-8 11 18 0,-65 103 21 0,79-116-1 15,5 1 5-15,8-4 9 0,11-5 11 16,17-17 7-16,12-13 8 0,15-13 17 0,6-12 2 15,13-13-27-15,2-12-26 16,23-43-21-16,0-10-24 0,5-6-25 0,-1-10-15 0,6-9-19 16,4-22-10-16,2-8-16 15,5-5-11-15,-1-5-20 0,7-13-32 0,2-2-34 16,1-8-37-16,0-4-23 0,4-5-43 16,1-2-26-16,-3-1-34 0,4-1-28 0,-1-3-47 15,-4-1-63-15,7-4-69 0,0 0-82 16,-20-6-106-16,10-3-166 0,0-9 58 0,1-4-470 15,6-12-583-15</inkml:trace>
  <inkml:trace contextRef="#ctx0" brushRef="#br0" timeOffset="54321.06">21703 11337 2877 0,'10'-31'-166'0,"-5"-2"30"0,2 0 28 16,-5 7 32-16,-1 4 23 0,-1 1 27 15,0 3 17-15,0 1 20 0,-1 0 7 0,1 3 1 16,0 5-2-16,0 0-6 0,-2 3 1 16,2 6-3-16,0 0 37 0,-33 58 28 15,-2 24 22-15,-10 22 24 0,-29 61 7 0,-12 28 18 16,-7 32 10-16,-11 18-7 16,-6 18-2-16,-10 19-3 0,-2 11-6 0,0 8 13 15,-1 2 11-15,3-6 2 0,11-19-12 16,10-17 4-16,16-13 10 0,11-18-4 0,11-21-6 15,4-22-13-15,18-52-9 0,5-7-17 16,-4-6-11-16,10-8-7 0,-5-12-15 0,5-8-5 16,-3-13 0-16,10-19-13 0,1-6-7 15,0-7-11-15,7-14-20 0,-1-4-30 16,7-10-16-16,1-1-29 0,1-4-37 0,-2-5-53 16,4-6-70-16,3-3-78 0,0 0-63 0,-21-19-92 15,13-3-154-15,1-10-47 16,1-11 66-16,3-15-321 0,1-1-380 0</inkml:trace>
  <inkml:trace contextRef="#ctx0" brushRef="#br0" timeOffset="56203.46">12813 10227 1863 0,'9'-21'183'0,"0"3"38"16,-4 6-29-16,-3 2-37 0,4 1-41 15,-4 4-18-15,-2 5 64 0,0 0 14 0,0 0 24 16,-6 26 9-16,2-2 0 0,-5 10 2 15,3 6 3-15,-5 10 0 0,1-1-10 0,0 3-9 16,5-11-15-16,-5 9-15 0,1-12-17 16,1 3-16-16,0-6-11 0,-1 0-12 15,-1-3-4-15,1-3-14 0,1-5-8 16,1-5-10-16,1-1-7 0,-2-5-22 0,3 1-41 16,-1-4-43-16,2 0-44 0,1-4-77 15,-4-1-104-15,7-5-91 0,-11 0-105 0,11 0-149 16,-9-12-49-16,7 1 65 0,0-3-371 15,4-6-446-15</inkml:trace>
  <inkml:trace contextRef="#ctx0" brushRef="#br0" timeOffset="56388.63">12556 10536 2588 0,'-13'-1'34'0,"1"1"39"16,2-2 19-16,10 2 22 0,-11-2 27 0,11 2 23 15,0 0 15-15,0 0 15 0,0 0-5 16,0 0-11-16,0 0-17 0,43 5-15 0,-16-2-13 15,14 0-18-15,4 0-32 0,2 3-72 16,-4-4-96-16,1 1-111 0,-2-1-128 0,-2-2-204 16,0-2-75-16,-7 2 73 0,-8 0-262 15,-5-1-281-15</inkml:trace>
  <inkml:trace contextRef="#ctx0" brushRef="#br0" timeOffset="56621.14">13335 10462 2338 0,'0'0'83'0,"4"-5"13"16,-4 5 3-16,0 0 14 0,0 0 66 0,0 0 24 15,-6 19 10-15,-1-3-1 0,-4 10-6 16,-5 3-5-16,1 2-15 0,-8 8-12 16,-2 1-14-16,0-3-17 0,2 2-15 0,-1 3-10 15,-1-5-12-15,-1 4-10 0,-1-2-12 16,0-3-9-16,2-1-27 0,5-9-41 0,-2 0-44 15,1-2-68-15,1-3-74 0,2-6-58 16,5-5-55-16,0-2-74 0,1-5-85 0,5-2-140 16,7-1 35-16,0 0-279 0,-14-14-320 15</inkml:trace>
  <inkml:trace contextRef="#ctx0" brushRef="#br0" timeOffset="56787.94">13019 10640 2227 0,'4'-17'25'16,"1"3"47"-16,-3 2 25 0,0 3 8 15,2 1-5-15,-1 6-11 0,-3 2 13 0,0 0 10 16,0 0-12-16,0 0-3 0,26 15-9 16,-16-3-13-16,3 4-3 0,6 3-41 0,-1 4-53 15,0-2-82-15,0 3-94 0,-7-5-123 16,2-4-193-16,-3 1 38 0,-1-1-122 16,2 1-97-16</inkml:trace>
  <inkml:trace contextRef="#ctx0" brushRef="#br0" timeOffset="57640.05">13394 10827 1623 0,'4'6'42'0,"-4"-6"23"0,0 0 5 0,8 3 16 15,-8-3 20-15,0 0 15 0,0 0 6 16,23-9 5-16,-15 4-2 0,1 1 0 15,2-4 2-15,-1-4 10 0,3-1 12 0,-2-1 4 16,1-3-4-16,-2-2 0 0,-1-10-6 16,-1-3-6-16,1-2-12 0,-5 1-9 0,-2-4-7 15,-2 6-1-15,-2 4-2 0,-2-7 3 16,-1 3-8-16,-3 7-3 0,-2 5-13 16,1 1-7-16,-2 1-8 0,-3 3-7 0,3 7-7 15,-1 3-8-15,-1 3-6 0,0 4 1 16,-3 3-6-16,5-3-5 0,-1 5 2 0,7 1-3 15,-1 0 4-15,6-1 2 0,4 2-1 16,5 1 3-16,7-1-5 0,5 0 1 16,12 2-3-16,3-2-7 0,3-5 2 0,-1 5-5 15,1-6-2-15,-9 1-5 0,-7 0-1 16,0 1-4-16,-6-1-5 0,2 1 1 16,-4 6 6-16,-2-4-1 0,1 5 6 0,-5-1 1 15,-3 0-2-15,1 1 2 0,-2 4-5 16,1-3 4-16,-5 4-8 0,-1-5-1 15,0 3 2-15,0-2-33 0,-1 3-40 0,-1-2-59 16,0-3-74-16,-3 1-78 0,3 0-78 16,1-4-94-16,-1-1-127 0,4-1-94 0,-1-1 69 15,-1-6-366-15,14 4-437 16</inkml:trace>
  <inkml:trace contextRef="#ctx0" brushRef="#br0" timeOffset="57987.85">14088 10527 2606 0,'6'-11'17'0,"-3"0"28"0,-1 4 40 15,1 1 32-15,-3 1 38 0,0 5 11 0,4-7-4 16,-4 7-8-16,2-5-10 0,-2 5-8 16,1-6-8-16,-1 6-11 0,0 0-5 15,2-7-9-15,-2 7-3 0,0 0-4 0,0 0-5 16,13-3-5-16,-13 3-7 0,12-2-11 16,-3 1-2-16,-1-4-6 0,-8 5-2 15,17-7 8-15,-11 3 11 0,-1-1-1 16,-5 5 6-16,11-8-17 0,-11 8-2 0,0 0-7 15,0 0 3-15,-22-7 1 0,3 10 8 16,-13 6 5-16,-4 5 12 0,1-1 11 0,-9 9-2 16,6 2 8-16,11-2 5 0,2 2 18 15,7-3 15-15,4-2 10 0,7 0 10 0,5-3 6 16,2 2-4-16,5-1-10 0,3 1-12 16,9 6-17-16,5-4-14 0,-2-3-2 0,-1-3-12 15,6 1-19-15,-6-4-51 0,-2-1-56 16,-4-3-69-16,3-2-65 0,-5 0-73 15,-1 0-86-15,-1-1-109 0,-5-1-109 16,-4-3-131-16,6 3-119 0,-6-3 80 0,0 0-614 16,0 0-784-16</inkml:trace>
  <inkml:trace contextRef="#ctx0" brushRef="#br0" timeOffset="58936.95">17242 10415 3453 0,'8'-31'-76'0,"-5"2"52"0,2 6 42 0,-1 6 50 16,-3-1 25-16,-1 2 34 15,4 3 7-15,-2 1-18 0,0 7-16 0,-2 5 35 16,0 0 21-16,0 0-1 0,-4 30-1 15,-1 4 1-15,-4 6-3 0,0 11-3 0,2 0-12 16,-4 2-11-16,0-3-15 0,2-1-10 16,2-8-8-16,-3-2-10 0,0-1-8 15,-1-3-6-15,-1-1-20 0,-1-1-31 0,-1-1-45 16,0-5-51-16,-4-4-62 0,3-6-70 16,1 1-60-16,3-4-59 0,0-6-75 0,-1-2-86 15,7-5-139-15,5-1 38 0,0 0-348 16,-11-15-417-16</inkml:trace>
  <inkml:trace contextRef="#ctx0" brushRef="#br0" timeOffset="59154.83">17260 10514 2521 0,'13'-16'-16'15,"-2"5"46"-15,-3 2 32 0,-1 0 21 0,1 2 24 16,-1 1 18-16,2 2 15 0,-4 1 5 16,-5 3-8-16,15-2-7 0,-15 2-15 0,17 4-8 15,-17-4-9-15,11 6-7 0,-5-1-8 16,1 1-11-16,-6 1-6 0,1 1 4 15,-4 1-12-15,1 1-7 0,-8 2-2 0,2 0-9 16,-2-2-33-16,-7 3-40 0,3-6-44 16,-1 2-45-16,-1 0-39 0,1-3-37 15,3 0-47-15,4-4-61 0,0 0-81 16,7-2-140-16,0 0 37 0,-7-10-131 0,7 10-119 16</inkml:trace>
  <inkml:trace contextRef="#ctx0" brushRef="#br0" timeOffset="60169.99">17421 10495 1636 0,'13'-2'-12'0,"-1"1"30"15,-1 1 19-15,-11 0 22 0,16 3 25 0,-7-3 25 16,1 3 14-16,-5-1 12 0,5 2-1 16,0 2 2-16,-5 0 7 0,2 2 2 15,-2-1-3-15,-1 1-6 0,-2 2-5 0,-2-1-2 16,-2 1 2-16,-2 0-2 0,-1 0-12 16,-2-1-4-16,0 1-10 0,-2 0-11 0,-4-1-7 15,4-3-6-15,2 0-4 16,-2-4-7-16,2 1-6 0,7-3-5 0,0 0-8 15,-13-7-2-15,13-3-8 0,0 3-3 16,6-9-4-16,-3 3 0 0,7-1-4 0,-4 3-6 16,0 1-4-16,-1 2 3 0,4 0-7 15,-3 4-9-15,2 0 7 0,-8 4-5 0,13 2 3 16,-13-2 1-16,18 6 3 0,-9-2-1 16,0 2 2-16,3 0-3 0,-1 3 0 0,0-3 4 15,1 2-12-15,-2-1 12 0,-1-1-4 16,1 0 4-16,1-4-4 0,-2 2 6 15,3-2-5-15,0 0-1 0,-12-2 4 0,24-6-4 16,-12 2 1-16,0 1 12 16,-1 0 9-16,-4 0 2 0,1 1-2 0,-8 2-6 15,13-6-4-15,-13 6-3 0,12 2-6 16,-12-2 6-16,4 9-2 0,0-3-2 0,-2 2 1 16,-2 1 0-16,1 0-5 0,-1 0 2 15,2 3 2-15,4-1-3 0,-4-1 2 0,3 0 1 16,2-1-1-16,0-1 0 0,0-4 0 15,4 1 1-15,2-3 0 0,-1-2-4 0,2-4 0 16,5-1-1-16,-2-2 1 0,8-8-3 16,2-2-2-16,-1-2-2 0,-3-3 0 0,0 2 0 15,-2 0 0-15,-8 4 0 16,-2 7 1-16,1-1 0 0,-4 2-3 0,-5 1-4 16,1 5 1-16,-4 2 3 0,0 0 7 15,0 0 3-15,0 0-4 0,-13 31 0 0,8-14 1 16,-4 3 0-16,4 0-4 0,-3 2-1 15,5-1 3-15,3 1-1 0,0-1 0 16,2 1-3-16,1-1 3 0,5-2-3 0,4-2-5 16,-1-2-10-16,5-3-6 15,0-4-13-15,5-2-16 0,1-4-7 0,2-4-9 0,11-4 4 16,-3-7 3-16,0-4 1 16,8-7 1-16,-6-7 4 0,1-8 8 0,-1-3-3 15,-4-5 1-15,3-3 7 0,-5-5 2 16,1 2 4-16,-4-4 15 0,-6 5-3 0,0 2 1 15,-5 5 14-15,-3 10 21 0,-6 11 19 16,0 5-6-16,-2 4-2 0,-1 5-7 0,-4 5 5 16,2 5 2-16,0 0 3 0,0 0-3 15,-34 19-2-15,22-3-2 0,-3 10-2 0,0 5-1 16,4 6-1-16,-3 6-5 0,3 6-2 16,3-8 0-16,0 10 1 0,2-10-4 15,3 2 0-15,-5-3-12 0,3-1-15 0,-3-3-3 16,-4-1-3-16,-2-6 4 0,-6-2 1 15,1-5-2-15,-1-3 4 0,0-7 4 0,3-5 20 16,0-4 12-16,1-3 8 16,0-3 11-16,-6-6 3 0,8-3 5 0,-4-1 7 15,7-4-1-15,1 1-1 0,4 1-4 16,4 3 3-16,1 0-4 0,2 2-2 0,1 1-5 16,6 2 8-16,0 2 12 0,3 0 12 15,0 3 2-15,7-1-1 0,-5 3-1 0,2 0 2 16,7 0-6-16,-6 1-5 0,5 3-5 15,-2-2-6-15,0 0-7 0,1-1 0 0,-2 3-6 16,3-1-7-16,-5-2-1 0,1 1-34 16,-3 0-39-16,0 0-58 0,-1-1-69 15,-1 0-87-15,1 2-97 0,-3-1-92 16,-10-2-142-16,15 0-152 0,-15 0 67 0,0 0-529 16,0 0-662-16</inkml:trace>
  <inkml:trace contextRef="#ctx0" brushRef="#br0" timeOffset="61620.7">21126 10626 3105 0,'2'-16'-135'0,"0"3"51"0,0 1 44 0,-1 1 40 0,-1 1 47 16,2 1 40-16,0 3 29 0,0-4 32 15,-2 4 6-15,2 0-6 0,-2 6-10 16,0-8-17-16,0 8 27 0,0 0 24 16,0 0-2-16,-19 32-4 0,5-3 0 0,3 5-6 15,-2 0-7-15,1 2-17 0,1 2-7 16,-3 8 8-16,3-9-11 0,2-3-12 0,1 1-11 16,-1 0-12-16,1-4-8 0,3-6-9 15,-2-4-6-15,4-4-19 0,-1-2-32 0,0-3-30 16,2-2-27-16,0 0-36 0,2-4-79 15,0-6-90-15,-1 5-76 0,1-5-60 16,0 0-57-16,0 0-87 0,5-26-113 0,-1 12 53 16,-2-4-316-16,3-6-384 15</inkml:trace>
  <inkml:trace contextRef="#ctx0" brushRef="#br0" timeOffset="61855.96">21101 10560 2395 0,'7'-21'-23'15,"0"6"49"-15,-1 3 34 0,-3 2 29 16,3 3 16-16,-3 1 17 0,3 0 18 0,2 4 29 15,-8 2 22-15,24 9 13 0,-4 3 3 16,3 8 7-16,0 7 0 0,-3 2-10 0,5 7-13 16,-4 2-16-16,-4-4-10 0,-3-2-11 15,-7 2-6-15,-1-6-6 0,-6-4-5 0,-6 1-12 16,-1 5-10-16,-7-1-8 16,-1-2-8-16,-2-4-16 0,-2-1-2 0,4-7-12 15,2-1-6-15,-1-6-26 0,3 3-43 16,-3-4-54-16,5 0-57 0,-3-4-75 0,2-3-91 15,10 0-77-15,-16-4-96 0,10-6-113 16,2 2-101-16,3-3 67 0,2-4-381 16,1 0-460-16</inkml:trace>
  <inkml:trace contextRef="#ctx0" brushRef="#br0" timeOffset="62737.32">21528 10751 2681 0,'10'-2'-49'0,"-10"2"26"0,17 7 59 16,-8-2 61-16,-3 2 43 0,4 0 32 15,-3 5 22-15,0-1 5 0,4 7 0 16,-2-3-11-16,-2 5-11 0,2-3-12 16,-2 1-14-16,-3-1-12 0,-3-1-9 0,3-1-8 15,-4-1-13-15,0 1-8 0,-2-3-3 16,0 0-10-16,-3-3-4 0,-1 1-9 0,-4-1-6 16,3-3-5-16,-1-4-5 0,8-2-7 15,0 0-4-15,0 0-5 0,-25-13-8 16,25 0-17-16,2-3-14 0,6-7-4 0,7-7-11 15,9-10-5-15,0 3 6 0,0 2-1 16,-4 8 0-16,-4 5 3 0,0 4 0 0,-7 6 4 16,1 2-3-16,-4 1 4 15,2 2-1-15,-5 0 2 0,3 2-1 0,-3 2-2 0,-3 3 1 16,9-7 0-16,-9 7-1 16,0 0 1-16,0 0 1 0,0 0 1 0,0 0 2 15,0 0 1-15,4 14-2 0,-4-14 2 16,-9 12-2-16,7-5 1 0,-1 1 2 0,1 2-1 15,0-1 4-15,-2 2 6 0,4 0 7 16,2 3 10-16,0 1 5 0,3 7 2 0,2-5-2 16,2 12 9-16,2-3-1 0,-1 4-3 15,0-6-1-15,-5-4 5 0,1-1 8 0,-4-2 6 16,-1 1 5-16,-1 0 6 0,-1 0 5 16,-7-3 1-16,1 2 2 0,-3-2-2 15,-3 2-3-15,-5-4-10 0,3-1-4 0,0 0-4 16,0-3-6-16,-1 1-4 15,3-3 0-15,2 0-6 0,3-5-3 0,-1 4 4 16,1-5-8-16,8-1-22 0,0 0-21 16,0 0-13-16,0 0-13 0,11-25-21 0,14 2-26 15,13-5-32-15,10-7-33 0,6-3-31 16,14-11-36-16,4-6-31 0,7-3-15 0,-2-5-10 16,7-3 2-16,0-6 10 0,-3-3 29 15,-7-4 13-15,-4-2 18 0,-9-1 15 0,-9-1 22 16,-11 6 19-16,-16 19 36 0,-5 5 35 15,-11 3 17-15,-9 13 26 0,-8 4 22 16,-7 5 28-16,-9 6 22 0,-7 8 19 16,-6 4 19-16,-1 7 9 0,1 5 9 0,-1 7 2 15,-9 11 4-15,6 7 2 0,0 8 1 16,9 6 2-16,1 5 0 0,7 3-1 0,3 3-1 16,5 2-5-16,7 4-5 0,6-2-4 15,3-6-10-15,3 4-6 0,6-1-5 16,3-5-8-16,1-1-6 0,-1-12-5 0,-2-3-4 15,-1-8-3-15,-4-5-8 0,2-4-4 16,-2 1-2-16,1-4 1 0,-2-2-5 0,-1 0-1 16,-1-1-2-16,2-3 13 0,-2 1 8 15,1-2 7-15,-3-5-1 0,1 9-5 16,1-4-5-16,-2-5-3 0,2 10-3 16,-2-10-3-16,2 10-3 0,-2-10-1 0,0 10-4 15,0-8-1-15,0-2 1 0,2 11-2 0,0-5-1 16,-1-2-1-16,1 2-24 0,4-2-50 15,-1 0-72-15,6 2-115 0,-2-4-135 16,2-2-157-16,-11 0-173 0,23-2 69 0,-9 0-471 16,1-3-578-16</inkml:trace>
  <inkml:trace contextRef="#ctx0" brushRef="#br0" timeOffset="63002.37">22725 10800 3181 0,'-6'-3'-71'0,"6"3"12"0,0 0 38 0,0 0 55 16,0 0 38-16,0 0 10 0,0 0 2 15,0 0-5-15,21 13-12 0,-15-9-5 0,-3 0-4 16,-3-4-4-16,10 6-10 15,-10-6-36-15,8 3-40 0,-8-3-57 0,5 6-60 16,-5-6-69-16,0 0-86 0,0 0-187 16,0 0-7-16,0 0-146 0,0 0-141 0</inkml:trace>
  <inkml:trace contextRef="#ctx0" brushRef="#br0" timeOffset="65253.44">23986 10609 1848 0,'-2'-16'29'0,"1"3"29"0,-1 1 21 16,2 0 30-16,-4 5 23 0,2 0 35 16,2 0 19-16,-2-1 0 0,2 8-9 0,0-9-14 15,0 9-20-15,-1-8-16 0,1 8-13 16,0 0-2-16,0 0 11 0,0 0 8 15,0 0 1-15,-13 17-2 0,12-2-9 16,-3-2-12-16,-2 2 0 0,3 6-6 0,-5-2-4 16,2-1-12-16,-2 2-8 0,3-1-6 15,-2 0-11-15,0-6-3 0,1 1-7 16,1 0-3-16,-1-4-4 0,5 0-3 0,-3-1 2 16,0-3 27-16,2 0 17 0,2-6 5 15,0 7-8-15,0-7-10 0,0 0-8 0,0 0-6 16,11-17-9-16,0 1-2 15,9-5-9-15,-1-6-1 0,9-7-4 0,-7 6-8 16,4 3 2-16,-2 3-4 0,-1-1-3 16,-4 6-1-16,-4 5-4 0,-3 1-6 0,-4 5 1 15,1 0-6-15,-2 3-2 0,-6 3 1 16,0 0-2-16,13 12 3 0,-11-2-3 0,0 4 0 16,0-1 0-16,-2 5 0 0,0 1 3 15,0-2-5-15,-2-1 0 0,4 1 2 0,-4-3-3 16,2-2 2-16,0 0 3 0,2-4 0 15,-2 2-1-15,2-3 2 0,-1-2 1 0,8-3-2 16,-9-2 0-16,14 0-2 16,-14 0-2-16,24-7 3 0,-11 0-1 0,0 2-5 15,-2 0 3-15,1 0-1 0,-2 2-1 16,-5-1-3-16,3 1-2 0,-8 3-1 0,0 0 1 16,0 0 3-16,12 10-1 0,-12-2 2 15,-2-1-4-15,-1 5 6 0,-1 0-4 16,2 4 1-16,1-3-21 0,-3 4-40 0,0-1-38 15,1 1-55-15,-1-1-64 0,-2-1-62 16,2 1-55-16,0-1-62 0,-2-5-70 0,6 2-160 16,-1-5 13-16,1-1 68 0,0-6-288 15,3 8-322-15</inkml:trace>
  <inkml:trace contextRef="#ctx0" brushRef="#br0" timeOffset="66485.64">24284 10901 2216 0,'-9'6'-62'0,"5"-2"37"0,-3 0 21 0,7-4 27 0,-2 9 28 16,2-9 35-16,-1 6 25 0,1-6 16 15,0 0 10-15,14 6 1 0,-5-4-3 16,-9-2-8-16,21 0-5 0,-8-2-6 0,6-2-8 16,2 0-11-16,2-5-14 0,7-3-7 15,1-3-1-15,-1-3-10 0,1-1-12 0,-5-3 5 16,-1-1-11-16,0-4-9 15,-2 0 2-15,-6 3 1 0,1 2 2 0,-9 4 14 16,-2 5 2-16,1 2-6 0,-4 3-9 16,0 1-5-16,-4 4-2 0,0 3-3 0,0 0 3 15,0 0-5-15,-29 15 3 0,15-3 4 16,3 5-3-16,-4 6-3 0,4-1 1 0,1-3 2 16,5 1-5-16,-4 0 1 0,6 1-4 15,1-1 7-15,2-4 0 0,2 1 4 0,0-3 8 16,1-1 5-16,6-2 6 0,-2-4 1 15,2-2-5-15,5 1-6 0,5-6-6 0,-2 0-5 16,8-2 1-16,-3-3-6 16,3-2-3-16,6-4-1 0,-3 1-4 0,-6-1-1 0,-4 1 0 15,0 0-4-15,-5 3-2 16,-1 1 5-16,-3 0 0 0,0 2-3 0,-1 0-7 16,-2 2-1-16,-6 2 1 0,0 0-1 15,0 0-1-15,11 9 1 0,-11-2-4 0,2 1 0 16,-2 0 0-16,2 3-3 0,0-1 3 15,-1 1 1-15,2 1 0 0,1-2 0 0,0-3 1 16,-3-1 3-16,3 0 4 0,2-4-1 16,4 4-3-16,-3-6 0 0,-7 0 0 15,25-3 0-15,-10-1-5 0,3-3 2 16,0 1-2-16,1-5 2 0,-2 3-2 0,1-2-1 16,-6 1 0-16,2 1-3 0,-1 2 0 15,-3 0 2-15,0 3-4 0,-5-1-1 16,1 2-2-16,-6 2 0 0,0 0 1 0,0 0 0 15,0 0 2-15,10 15-3 0,-10-9 5 16,0 6-2-16,2-3-2 0,-2 0 2 0,0 3 3 16,2 2-1-16,-1-2-1 0,3-2 4 15,0 0-2-15,1-1 2 0,1 0 4 0,4-6-2 16,-1 1-1-16,5-3-2 0,1-2 2 16,1-3-2-16,0-1-1 0,6-4-1 0,-4 1 1 15,7-7-2-15,-4 3 1 0,-3 0 1 16,-2 1-2-16,-5 3 15 0,2-2 18 0,-4 4 2 15,0 1 2-15,-3-1-12 16,0 4-3-16,-6 2-1 0,0 0-2 0,0 0-1 16,0 0 3-16,0 0-6 0,0 0-2 15,0 17 1-15,-2-11-3 0,0 2 0 0,2 2-2 16,-2-3-1-16,2-1 2 0,0-6-1 16,0 12 1-16,-1-5-1 0,1-7-1 0,0 9 0 15,0-9 4-15,0 7-1 0,0-7 1 16,-2 6 11-16,2-6 2 0,0 0-1 15,0 0-1-15,-3 11 0 0,3-11-7 0,0 0 2 16,-7 7-2-16,-1-4-2 0,8-3-2 16,-16 5-1-16,9-2-5 0,2 1 0 0,-1-1 0 15,6-3-1-15,-12 6-2 16,6-2 5-16,6-4 2 0,0 0 0 0,-9 4-4 16,9-4 5-16,0 0-5 0,0 0-2 15,0 0 0-15,23-12 1 0,-12 7 0 0,2-2-6 16,5-2 5-16,5-8-8 0,2-1-3 15,-1-3-5-15,3-5-3 0,3-4-2 0,-5 7 0 16,-2-3 2-16,0 2-1 0,-4 2 1 16,-5 5 2-16,-3 3 1 0,-6 2-6 0,1 3 2 15,-6 3 0-15,0 6 4 0,-8-5 1 16,8 5-2-16,-16 0 2 0,16 0 0 0,-20 10 4 16,9-3-2-16,3 5 0 15,1-1 3-15,-1 3 0 0,5 3 4 0,-1 0 2 16,2 2-2-16,0 1-1 0,4-1 2 15,0 1-2-15,0-1 1 0,0 0-4 0,-1-1 8 16,-1 0-5-16,4-1-1 0,-2 0 1 16,0-5-2-16,-2 2 5 0,0-4-1 0,-2 2 9 15,-4 0 11-15,1 0 2 0,-7-2-4 16,-1-1-2-16,-6 0-4 0,-5-1 2 0,0-5-1 16,1 2 4-16,-3 1-4 0,-1-6-6 15,2 1-1-15,-2-2-23 0,1-1-37 0,-1-2-56 16,2 2-72-16,-1-4-100 15,-1 2-94-15,-9-3-86 0,-2 3-97 0,-5-4-161 16,4 3 62-16,-5 0-481 0,4 3-605 16</inkml:trace>
  <inkml:trace contextRef="#ctx0" brushRef="#br0" timeOffset="66801.62">24345 11071 2937 0,'-58'-13'-119'0,"-6"2"42"0,-5-1 37 16,-5-1 30-16,-4 1 30 0,-2 3 33 0,-1 1 34 16,13-1 19-16,5 2 1 15,20-1-7-15,4 6-10 0,8-2-11 0,13 4-9 16,6 2 3-16,6 0 0 0,6-2 0 16,25 12-6-16,23 3-7 0,19 2-5 0,30 4-7 15,9-2-3-15,9-1-4 0,3 0-5 16,4-7-3-16,-8 1-3 0,-22-10-6 0,-8 0 4 15,-10-2-5-15,-8-2 23 0,-18 0 18 16,-4-3 11-16,-5 0 0 0,-14 2 2 16,-1-1-4-16,-7 1-6 0,0 0-9 0,-5-1-6 15,-1 1-5-15,-2-1-24 0,-1 3-36 16,-2-3-60-16,-6 4-74 0,9-4-83 0,-5 1-110 16,-4 3-146-16,0 0-116 15,0 0 68-15,0 0-263 0,0 0-286 0</inkml:trace>
  <inkml:trace contextRef="#ctx0" brushRef="#br0" timeOffset="67769.97">26629 11042 2030 0,'6'-7'-110'0,"0"4"2"16,-2-2 26-16,-4 5-21 0,6-6-16 0,-6 6-16 15,0 0-14-15,0 0-268 0,0 0 74 16</inkml:trace>
  <inkml:trace contextRef="#ctx0" brushRef="#br0" timeOffset="68868">26315 11260 1122 0,'-14'9'16'0,"1"-1"33"0,4-1 29 0,4-2 37 0,-2-1 40 16,4-1 37-16,3-3 28 15,0 0 22-15,-8 5-19 0,8-5-7 0,0 0-10 16,0 0 1-16,40-17-14 0,-17 8-20 16,7-4-14-16,6-3-16 0,7-4-14 0,0-1-14 15,5-2-13-15,1-2-9 0,-1-2-6 16,1-3-12-16,1 1-7 0,-2 0-8 0,-1 2-5 15,-9 1-5-15,-4 5-5 16,-9 6-7-16,-5 1-1 0,-7 3-6 0,1 4-7 16,-7 1-7-16,-3 5 1 0,-4 1-3 15,0 0-3-15,0 0 1 0,-29 16-1 0,7 4-1 16,-7 2-2-16,-3 9 1 0,-3 1-1 16,1 1 0-16,3-3-1 0,11-3 1 0,2-5-2 15,5-5 0-15,5-1 3 0,4-3 17 16,3-3 13-16,4-3 10 0,4 0 6 15,4-1 11-15,2-1 3 0,1-4-1 0,0 1-4 16,2-2-4-16,-1 2-6 0,-1-2-7 16,-5 1-3-16,-9-1-6 0,19 0-8 15,-13 2-4-15,-6-2-2 0,5 4 2 16,-5-4-2-16,-5 13-6 0,-2-6 1 0,-4 2 0 16,2 3-4-16,0-1-1 0,0-5-3 15,2 2-1-15,2-1-2 0,-1-2 5 0,2 0 2 16,1 1 11-16,3-6 2 0,0 0-5 15,0 0 0-15,0 0-3 0,25-4-2 0,-5-4-3 16,9-5-2-16,1-2-2 0,1-2-1 16,-1 2 1-16,-3-2-2 0,-9 6-2 0,0 3 1 15,-7 1-3-15,1 0-6 0,-7 1-3 16,3 5 1-16,-8 1 0 0,0 0 6 0,0 0-3 16,0 0-1-16,-17 26 3 15,7-14-3-15,3 3 0 0,-3 0 0 0,7 1 2 16,-4 0 0-16,5-1 0 0,2 0 1 15,5 1 0-15,2 2 2 0,6-3-2 0,1-4 1 16,7 0 4-16,0-5-3 0,4-3-2 16,2-1 3-16,1-4-3 0,10-5 1 15,0-3-2-15,0-3 2 0,6-7-1 0,-2-3-1 16,-2-1-3-16,-4-5 1 0,-3-2 3 16,-3-1-4-16,-7 8 0 0,-4-2 4 0,-2 2-2 15,-6 7-2-15,-3 3-1 0,0 3 1 16,-2 3-2-16,-6 4-1 0,0 4-2 15,0 0 2-15,0 0 1 0,-20 19 0 16,7-5 3-16,1 2-2 0,-1 7-1 0,1-2 5 16,-2 3-4-16,3-1 1 0,2-6-1 15,2 1 2-15,5 0 1 0,-2-4 1 0,6-1-2 16,2-3 5-16,0 2-1 0,4-5-2 16,1 1 0-16,0-6-4 0,7 0-17 0,1-4-13 15,2 0-10-15,12-11-8 0,-1-1-4 16,1-5 4-16,5-6 0 0,-2-8-7 0,0-3-8 15,1-6 2-15,-3-4 2 0,4 0 3 16,-3-3-2-16,-1-1 2 0,-3 3 6 16,-4 5 4-16,-11 13 11 0,4 3-1 0,-9 7 1 15,-1 7 7-15,-7 3-6 0,-2 9 7 16,1 0 2-16,0 0 5 0,-35 23 5 16,10 0 1-16,-3 16-1 0,-3 4 6 15,-1 3 0-15,2 4 1 0,-3 0 2 0,6-3-10 16,3 0-17-16,1-3-3 0,9-10-4 15,5-4 6-15,4-6 2 0,-3-7 13 0,5-4 4 16,0-1 26-16,1-7 5 0,2-1 15 16,0-4 25-16,0 0 24 0,0 0 13 0,0 0 12 15,0 0 4-15,0 0 10 0,18-17 0 16,-18 17 2-16,5-6-7 0,-1 2-11 0,-4 4-14 16,3-6-8-16,-3 6-6 0,11-1-13 15,-11 1-4-15,0 0-21 0,25 3-36 0,-14 1-54 16,2 0-61-16,-1-2-79 0,0 4-96 15,6 0-89-15,-3-2-130 0,-1 3-201 16,-5-2 62-16,-4 2 70 0,-3-1-343 16,0 5-403-16</inkml:trace>
  <inkml:trace contextRef="#ctx0" brushRef="#br0" timeOffset="69817.56">30716 11993 2296 0,'-18'-29'-142'0,"0"0"27"0,-7-10 39 16,-4-2 25-16,-2-2 24 0,-3-5 26 16,-6 0 23-16,-20-12 12 0,-4 5 21 0,-8 5 22 15,-12 6 16-15,-8 11 22 0,-10 10 8 16,-13 14 23-16,-9 10 20 0,-7 19 9 0,-6 9 3 15,0 15-1-15,5 7 2 0,13 12-6 16,15 5-10-16,18 8-9 0,16 7-7 16,20 6-4-16,21 4-5 0,24 6-13 0,21 1-8 15,21-4-12-15,24-4-10 16,19-3-9-16,9-7-8 0,15-9-8 0,0-6-4 16,9-12-6-16,0-5-8 0,-3-15-3 15,-1-10-7-15,-3-13-2 0,-22-12-6 0,0-6-2 16,13-11-5-16,-7-12-1 0,-6-6-5 15,-9-12-2-15,-3-7-3 0,-8-16-1 0,-5-7-3 16,-10-4-1-16,-6-4-3 0,-9-8-3 16,-11 3-12-16,-6-2-14 0,-14 26-14 0,-10-1-16 15,-14 4-19-15,-6 6-6 0,-15 9-24 16,-20 1-30-16,1 22-27 0,-4 8-38 16,-3 10-47-16,-2 10-69 0,8 9-90 0,2 9-227 15,6 5 52-15,10 8 63 16,9 0-181-16,9 4-188 0</inkml:trace>
  <inkml:trace contextRef="#ctx0" brushRef="#br0" timeOffset="70017.77">30923 12787 2270 0,'0'0'255'0,"15"-4"0"0,-15 4-25 0,12-4-17 0,-12 4-26 0,9-2-20 15,-9 2-21-15,17-2-45 0,-17 2-54 16,21 4-69-16,-5 1-84 0,1 0-82 16,-2 0-103-16,6 2-159 0,-6-2-101 0,0 1 57 15,1 0-108-15,-5-3-101 0</inkml:trace>
  <inkml:trace contextRef="#ctx0" brushRef="#br0" timeOffset="73583.28">8371 11231 1703 0,'0'0'33'0,"-1"7"21"0,1-7 20 0,-4 5 24 16,4-5 22-16,0 7 14 0,0-7 29 15,0 8 33-15,0-8 18 0,7 10 15 0,-1-5 3 16,3 3-6-16,3-3 0 0,3 2-8 16,2-4-5-16,0 2-12 0,4-3-19 15,2-2-10-15,0 1-19 0,1-2-10 0,1-1-9 16,0-3-11-16,-2 2 8 0,1-4-18 16,-6-2-9-16,1 0-5 0,-4-1-8 15,1-2-10-15,-7 0-13 0,0 0 16 0,-4-1-8 16,-1 1-10-16,-6 0-4 0,-3-2-6 15,-2 0-6-15,-2 2-9 0,-11 0 0 16,0 4-11-16,-3 1-2 0,-11 1-5 0,-1 6-2 16,-9 4-1-16,-1 5 0 0,-9 2 1 15,-1 4-4-15,3 6 10 0,3 5-4 0,-3 5 4 16,9 4 6-16,6 1 2 0,5 4-4 16,3 3-4-16,9 0 6 0,2 0-7 0,9-7 0 15,7-1 6-15,4 0 3 0,7-1 0 16,11-3 7-16,5 4 8 0,7-5 10 15,4-7 1-15,-4-4 0 0,2-5 2 16,2-4 1-16,0-1 3 0,-9-4 9 0,-2-4-4 16,-4 1-6-16,-4-2 1 0,4 0-10 15,-3-2-5-15,-3-1-9 0,-1 0-3 16,-2 1-2-16,1-3-30 0,-1 3-30 0,-2-1-58 16,-3-1-52-16,1 1-60 0,-8 3-68 15,11-6-91-15,-5 2-92 0,-6 4-94 0,5-6-126 16,-5 6-113-16,0-8 80 0,0 8-600 15,-7-9-753-15</inkml:trace>
  <inkml:trace contextRef="#ctx0" brushRef="#br0" timeOffset="74867.66">8735 11562 3424 0,'0'0'-20'0,"-13"-12"54"0,13 2 41 0,0 1 9 0,3-7 23 16,6 1 29-16,3-11 23 0,8 0 6 16,3 0-5-16,8-6-12 0,1 3-12 0,-2 7-11 15,-1 4-14-15,1-2-10 0,-4 6-11 16,1 6-12-16,-6 4-9 0,-1 4-6 0,-4 2-8 15,2 3-6-15,-1 6-2 0,-4 0-4 16,-2 6-4-16,-5 1 5 0,1 1 4 16,-7 3 7-16,-3 2 3 0,-1 0-5 15,-3 9 1-15,-3-4-7 0,0-5 2 16,3-5-1-16,-1-2-2 0,3-3 15 0,-1-1 18 16,0-3 13-16,2-1 23 0,0-4 21 15,4-5-18-15,-1 5-9 0,1-5-10 0,0 0-9 16,7-20 0-16,3 3-23 0,5-12-8 15,4 0 3-15,0 1-17 0,2 0-2 0,-1 5-8 16,-8 3-2-16,-1 7-2 0,-2 1-7 16,-2 4-13-16,1 2-3 0,-3 1 6 0,-5 5-4 15,10 1 6-15,-10-1-8 0,11 11-1 16,-1-1 1-16,-2 1 0 0,-1 4-5 16,1 1 1-16,2 0 1 0,1 1-4 15,0 1 7-15,-1-4-4 0,0-1 0 0,-3-2 0 16,2-1 11-16,-1-3-7 0,0-2-3 0,-1-2-13 15,5-1-13-15,-12-2-16 16,26-9-13-16,1-4-13 0,2-8-13 0,3-6-11 16,0-6-9-16,3-5-14 0,3-5 0 15,-2-4 2-15,-2-6-1 0,6-18 28 0,3 0 5 16,-7 1 8-16,-6 14 7 0,-5-1 5 16,-2 4 7-16,-3 6 13 0,-6 10 21 0,-3 6 24 15,-5 9 7-15,2 5-3 16,-2 6-2-16,-4 1-3 0,-4 9 0 0,2 1 11 0,0 0-7 15,-25 23 4-15,5 5 2 16,0 11-6-16,-1 3-1 0,2 6 3 0,2 2-6 16,1 4 1-16,5 2-2 0,2-4 0 15,2-9 1-15,2-2-14 0,1-4-7 0,2 0-18 16,2-10-5-16,2-4-2 0,-2-6-8 16,0-2 5-16,2-3 7 0,-2-2 6 15,0-3 2-15,0-2 5 0,0-5 3 0,0 0 2 16,0 0 1-16,0 0 1 0,0 0 2 15,-15-16 2-15,9 7 11 0,-2-3 9 0,-1 2 19 16,2 3 8-16,-2-2 3 16,4 2-3-16,1 2-5 0,1 2-2 0,3 3-4 0,-6-9-1 15,6 9-3-15,0 0 2 16,0 0 14-16,0 0 1 0,9-8 4 0,-9 8-4 16,25-2-8-16,-4-2-1 0,3 1-3 15,11-4-1-15,2 0-2 0,-5-1-1 0,4-2-7 0,-4 1 2 16,-1-3 1-16,-8 2 0 15,-5-1-1-15,2 1-5 0,-6-2 7 0,-2 1 21 16,0 1 8-16,-4 3 4 0,-1 1-3 16,-1-1-10-16,-1 2-1 0,-5 5-3 0,0 0-5 15,0 0-5-15,0 0 3 0,0 0-2 16,0 0 4-16,18 13 4 0,-14-8-5 16,1 2 8-16,4 1 0 0,2-3-1 0,1 3 3 15,2-2-6-15,3 0-3 16,6 0-7-16,2 0-4 0,2-3-58 0,9 3-63 0,-2-1-55 15,0 0-76-15,-5-2-89 16,-2 3-95-16,-6-1-93 0,-3-2-118 0,0 0-127 16,-3 2 67-16,0 2-570 0,-2 0-719 15</inkml:trace>
  <inkml:trace contextRef="#ctx0" brushRef="#br0" timeOffset="84797.8">12899 11983 1700 0,'0'-7'123'0,"0"7"-11"0,0 0 7 0,0-6-17 16,0 6 2-16,0 0-3 0,2-6-4 15,-2 6-10-15,2-8 0 0,-2 8-14 0,0 0-6 16,7-5-5-16,-7 5-8 0,0 0-9 16,16 0-2-16,-16 0-4 0,18 9-4 0,-2 1 3 15,5 9-1-15,3 3-7 0,5 9 0 16,6 5-3-16,1 1 1 0,-2 5-5 16,4 1 3-16,0 4-2 0,1-1-1 15,10 16 3-15,1 0 40 0,2-3 21 16,-13-14 3-16,19 10 9 0,-3-1 7 0,-12-11-1 15,1-2-8-15,-2-1-9 0,-2-2-10 16,-4 3-9-16,1-2-5 0,-5 2 0 0,-3-1-12 16,0-3-5-16,-5 1-6 0,-5-8 1 15,6 8-5-15,-7-8-3 0,2 1-4 0,-1 0 2 16,0-1-5-16,6 6-3 0,-6-7-4 16,8 5 2-16,-7-3-4 0,1-4-1 0,3 2 0 15,-6 0-4-15,3-3 0 0,1 3-1 16,-4-2-1-16,1-2-3 0,3 3-3 0,-4 0-1 15,3-3 4-15,1 0-1 16,-4 0 2-16,5 1-3 0,0 1-1 0,2-1-1 0,-3-2-2 16,3 2 0-16,8 4 6 15,-7-4-4-15,-1-2-4 0,0 3 1 0,-2 1 1 16,1-3 2-16,-2-1-2 0,-1 0-2 16,-1 1 2-16,3 1-4 0,-1-3 3 0,-3 2-1 15,3-2 6-15,3-1-6 0,2 4-1 16,7 2 3-16,-2 1 0 0,6 0-1 15,5 0 2-15,-2 0-4 0,4 2 5 0,4 2-7 16,2-2 4-16,-1 0-1 16,1 0-1-16,1-2 4 0,-2 0-4 0,-3 0 2 15,-5 0 0-15,2-4-9 0,-4 3 0 16,-2 0-1-16,-5-8 3 0,3 7-5 0,0 1 7 16,-4-2-3-16,-1-3 7 0,-5 0-4 15,3-1 1-15,1 3-2 0,3 2 3 0,-5-5-1 16,-1 4 1-16,0-4 0 0,2-1 2 15,-2 3 0-15,-4-4-1 0,2 2 1 0,-7-6-3 16,-3-3 3-16,0-1-1 0,-2 1-2 16,-3-3 0-16,0 1-1 0,-3-5 3 0,1 3 0 15,-3 0 5-15,3-1 8 16,-2 1 13-16,1-3 12 0,1 2 5 0,2 1 11 16,-3-1 10-16,3 3 12 0,2 0 1 15,-1 0 7-15,2 3 6 0,0-3 6 16,0 4-2-16,1-1 5 0,-1-2-3 0,-3-4-7 15,1 1 7-15,-1-1-10 0,-5-1 10 16,4-3 8-16,-2 1 10 0,-2 0 3 0,-1-1 4 16,2 0-6-16,-6-4-8 0,4 4 1 15,-4-4-14-15,8 5-6 0,-8-5-11 0,3 6-6 16,-3-6-3-16,0 0-9 0,8 2-5 16,-8-2-4-16,0 0-3 0,3 6-6 0,-3-6-2 15,0 0 3-15,0 0-12 16,0 0 0-16,4 6 8 0,-4-6 19 0,0 0 4 0,0 0 6 15,0 0 3-15,7 3-2 16,-7-3-5-16,0 0-38 0,0 0-24 0,0 0 0 16,0 0 0-16,0 0 0 0,5 3 0 15,-5-3 0-15,0 0 0 0,0 0 0 16,0 0 0-16,0 0 0 0,0 0 0 0,0 0 0 16,0 0 0-16,6 6 0 0,-6-6 0 15,5 5 0-15,-1-1 0 0,-4-4 0 0,8 8 0 16,0 0 0-16,-3-2 0 0,3 0 0 15,-5-1 0-15,4-1 0 0,-4 2 0 0,3 0 0 16,-2-4 0-16,-4-2 0 0,5 8 0 16,-5-8 0-16,8 5 0 0,-8-5 0 15,2 5 0-15,-2-5 0 0,4 3 0 16,-4-3 0-16,0 0 0 0,6 6 0 0,-6-6 0 16,0 0 0-16,0 0 0 0,3 5 0 15,-3-5 0-15,0 0 0 0,0 0 0 0,0 0 0 16,0 0 0-16,11 3 0 0,-11-3 0 15,0 0 0-15,0 0 0 0,0 0 0 16,0 0 0-16,0 0 0 0,0 0 0 0,0 0 0 16,0 0 0-16,0 0 0 0,0 0 0 15,0 0 0-15,0 0 0 0,-20-12 0 0,6 9-526 16,-1 1-333-16,-6-1-76 16,0 3 107-16,-3-2-887 0,1 0-1149 0</inkml:trace>
  <inkml:trace contextRef="#ctx0" brushRef="#br0" timeOffset="85981.07">17678 12206 4761 0,'7'-10'-246'0,"-4"1"32"16,-3 4 22-16,4 0 25 0,-4 5 36 15,4-6 31-15,-4 6 31 0,2-6 17 16,-2 6 7-16,0 0 5 0,0 0 4 16,0 0 6-16,0 0 4 0,0 0 16 0,14 12 3 15,-3 2 3-15,5 9 6 0,5 2 0 16,12 9-2-16,1 6 4 0,8 2-4 16,9 15 3-16,8 3 2 0,1 3 6 0,2 3 26 15,3 1 12-15,1 5-2 0,-4 6 23 16,3 1 21-16,3 4 15 0,3-1 1 0,-4 1-7 15,3 1-11-15,-3-1-7 0,1 0-4 16,0-6-7-16,0-3 0 0,0-4 7 0,-1-2 3 16,-1-2-2-16,-2-3-4 15,-3-1-7-15,2-2-5 0,-4-4-4 0,-1-4-6 16,-12-11-2-16,1-2-3 0,-4 1-6 16,0-1-1-16,-2 0-7 0,-3-2 0 0,-4 1-7 15,-3-3 0-15,-3 2-4 0,-6-7-3 16,-4 1 0-16,1 0-4 0,-1-2 0 0,1 3-1 15,-2-3-2-15,2 2-2 0,-4 1-1 16,5-1-2-16,-6 1 2 0,10 8 1 0,-1-3-4 16,1 5-2-16,-1-2 4 0,4 0-5 15,-3 1-9-15,5 2-1 0,2 0 4 16,1 1-4-16,2 2 3 0,2 0 0 0,4 0 2 16,2 2-3-16,10 8 0 15,-8-10 2-15,-1 0 4 0,1-5-1 0,2 1 23 16,-6-4 12-16,4 0 15 0,-2-3 11 15,-2-4 6-15,-2-4 4 0,-11-6 1 0,-1-1 7 16,-3-4 9-16,-6-3 14 0,-1-1 7 16,-5-5 6-16,-4-1 12 0,3 1-2 0,-6-2 3 15,3-1 3-15,-3-1 1 0,2 1-3 16,-6-4-2-16,5 5-5 0,-5-5-8 0,7 5-4 16,-7-5-12-16,3 3-9 0,-3-3-10 15,0 0-7-15,8 5-10 0,-8-5-13 0,0 0-39 16,0 0-67-16,0 0-86 0,0 0-114 15,0 0-145-15,0 0-186 0,-8-20-259 16,7 3 8-16,-1-7 106 0,5-14-693 16,8-10-875-16</inkml:trace>
  <inkml:trace contextRef="#ctx0" brushRef="#br0" timeOffset="86813.49">22273 12475 3977 0,'-12'-15'-169'0,"1"3"35"0,0 4 30 0,5-1 35 0,-2 2 30 0,1 2 23 0,0-2 7 16,3 2 7-16,-3 0-5 0,7 5-1 16,-9-7 1-16,9 7-1 0,-3-3-1 0,3 3 7 15,0 0 12-15,0 0 12 0,-2 30 8 16,5-6 3-16,8 15 4 0,11 11 9 15,1 8 5-15,9 15-10 0,8 9-1 16,4 4 1-16,1 5 3 0,4 1-8 0,-1 9 1 16,4-1-4-16,0 3 16 0,-1-2 9 15,-1-1 1-15,-4-1 3 0,-3-2 11 16,1 0-1-16,-4-6-2 0,-2-2 1 0,-4-8 4 16,-1 4 5-16,1-5-1 0,-4-1-12 15,-5-15 3-15,2-4-6 0,0 0-6 0,-4 2-5 16,1-2-4-16,1 0-3 0,-2 2-9 15,-2 2-6-15,4-1 3 0,-3-2-4 0,3 1-4 16,-5-2-3-16,-2-2-5 16,2-2 1-16,-5 0-2 0,-2-5-2 0,-2-3-1 0,0-10-2 15,-2-3-2-15,-6-9 0 0,3-3 15 16,0-2 27-16,-2-3 19 0,4-1 13 16,-5 1 10-16,3-3-6 0,-1-1 7 15,2-1-5-15,-2 1 10 0,1-2-1 16,-1-2 0-16,1 1-4 0,0 0-5 0,-2-2-7 15,2 0 5-15,-3 0 31 0,1-3-16 16,0 4-12-16,-2-6-8 0,-1 1-10 0,-1-5 0 16,4 11-11-16,-4-11-6 15,2 7-8-15,-2-7-8 0,3 7-8 0,-3-7-21 0,0 4-23 16,0-4-57-16,-9 5-67 0,2-2-86 16,7-3-126-16,-19 3-167 0,19-3-226 15,-26-9-50-15,6 1 93 0,7-7-614 16,-2-10-770-16</inkml:trace>
  <inkml:trace contextRef="#ctx0" brushRef="#br0" timeOffset="87498.29">24754 12496 3445 0,'-7'-19'-167'0,"1"5"23"0,2 2 18 16,1 2 15-16,1 3 13 0,0 2 9 15,2 5 6-15,-2-7 12 0,2 7 27 16,0 0 30-16,0 0 20 0,8 41 23 0,-1 0 5 16,9 15 3-16,4 9 3 0,9 31 15 15,3 8-1-15,4 8-5 0,5 9-7 16,-2 3-2-16,6 3-5 0,-7 1-2 0,1 4 0 16,4 3 7-16,9 32 21 0,-13-41 8 15,-3 0 12-15,0-6 9 0,0-1 11 16,-2-11 7-16,1-8 3 0,-5-3 13 15,-1-12 3-15,-8-19-6 0,-2-4-10 0,0-4-11 16,-3 0-7-16,-3-6-9 0,0 0-8 16,0-3-5-16,-3 1-3 0,0-9-4 0,-1 7 0 15,-2-9 10-15,2 3-3 0,-4-3 6 16,4-2-1-16,-1 1 7 0,2-5-4 0,-3-2-4 16,-1-9-9-16,-1-3-1 0,-3-6-1 15,2-1 15-15,1 0 8 0,-3-3 0 16,-1-2-5-16,1 0-8 0,2-1-4 0,-4 0-10 15,0-6-17-15,0 0-47 16,0 0-63-16,0 0-78 0,0 0-114 0,0 0-124 16,0-33-153-16,-4 17-188 0,4-1 58 15,0-3-449-15,-2 1-583 0</inkml:trace>
  <inkml:trace contextRef="#ctx0" brushRef="#br0" timeOffset="89113.84">11590 15400 2739 0,'0'0'-187'16,"-4"9"37"-16,4-9 32 0,0 7 29 16,0-7 29-16,0 0 23 0,0 0 14 0,-6 8 13 15,6-8 11-15,0 0 6 16,0 0-3-16,0 0 9 0,0 0 0 0,0 0 4 0,0 0-2 16,0 0-1-16,0 0-3 15,0 0 0-15,42-15-1 0,-15 1-2 0,6-1 1 16,6-7 1-16,7-2-1 0,7-3-4 15,22-13 2-15,4-6-3 0,7-5 2 16,4 1-1-16,7-4 3 0,1 0 1 0,1-1-3 16,-4-2 1-16,-2 2 0 0,-5 0 0 15,0 4-3-15,-6-1 0 0,1 3 3 16,-4 0-2-16,-4 1 2 0,0 2-2 16,-1 0 0-16,1 4-2 0,1 0 0 15,0-1-2-15,-2-3 0 0,1 1 2 0,-3-1 1 16,3 0 2-16,-7 1-1 0,-10 10-2 15,-3 4-1-15,1-2 3 0,2 0-2 0,-7 4-1 16,3 0 0-16,0 1-1 0,-5 3 0 16,-1-1-4-16,1 2 2 0,0-1-9 15,3-1 1-15,6-3-2 0,1 1-1 0,15-10 0 16,-1 0 0-16,6-4 0 0,1-3 0 16,3 1 1-16,7-5 5 0,3 1-8 0,1 5 0 15,-5-5 2-15,3 9 2 0,-6 2-2 16,-2 3 2-16,-8-1 2 0,-15 10 2 0,-4-2 2 15,-6 7 0-15,-2-3 1 16,-6 1-2-16,1 2 4 0,-2-1-3 0,1-1 3 16,4-2-1-16,0 0 3 0,4-2 5 15,3 1 8-15,1-2 5 0,-1 2 8 16,-5 3 8-16,-5 1 11 0,-10 5 4 0,-5 1-5 16,-5 5-2-16,-6 1-4 0,-3 2-3 15,-4 2-4-15,1 0-1 0,-4 0-9 0,-1 2-1 16,-7 3-8-16,9-4-7 0,-9 4-17 15,0 0-19-15,0 0-29 0,0 0-37 0,0 0-70 16,0 0-87-16,-14 26-205 0,4-16-74 16,-2 2-34-16</inkml:trace>
  <inkml:trace contextRef="#ctx0" brushRef="#br0" timeOffset="89880.3">16985 15272 1452 0,'-4'5'62'0,"4"-5"3"16,0 0-9-16,0 0-4 0,0 0 6 0,6-22 9 16,3 12 2-16,6-5 3 0,12-4-3 15,14-8-4-15,4-2-1 0,7-2-5 0,3-4-5 16,25-8-3-16,4-3-2 0,7-4-5 15,8 0-6-15,6-3-6 0,5-6 3 0,3-2-12 16,30-28 4-16,-37 17-4 0,34-26-3 16,-39 18-7-16,22-38-8 0,-4 6-5 15,-32 21-9-15,26-26 0 0,-27 26 2 16,-3 3-3-16,-3 1 2 0,-1 7-2 0,-7 6 0 16,-4 8 3-16,-3 6 3 0,1 2-1 15,-2 0-5-15,3 7 5 0,-2 0-2 16,-3 0 1-16,-10 14 2 0,2-1-2 0,10-8 1 15,-9 10 1-15,0 2-4 0,3-1 5 16,-1 2 0-16,0 0-1 0,0 4 2 16,-6-1 1-16,5 3-2 0,-5 1-1 0,-3 4 0 15,0 0 4-15,-2 3 5 16,-14 4 10-16,0 1 6 0,-1 0 10 0,-11 4 14 0,1 0 9 16,-3-2 15-16,-5 5 11 15,1-3-3-15,-3 2 1 0,-4 0-7 0,5-2-7 0,-4 1-5 16,-3 3-8-16,3-2-4 15,-5 2-8-15,-3 6-18 0,11-9-29 0,-11 9-42 16,3-6-50-16,-3 6-64 0,0 0-88 16,0 0-148-16,0 0-94 0,0 0-127 0,0 0-119 15</inkml:trace>
  <inkml:trace contextRef="#ctx0" brushRef="#br0" timeOffset="90698.05">21298 15693 1857 0,'0'0'58'0,"0"0"-3"15,-18-10 1-15,18 10 6 0,0-8 4 16,0 8 4-16,13-17-4 15,5 1-1-15,7-1 5 0,11-10 4 0,3-2-3 0,2-2-5 16,4-2 0-16,3-2-6 16,1-2-8-16,17-13-4 0,1-1-3 0,1-5-5 15,6-7-3-15,2-5-9 0,7-7-4 16,2-7-16-16,4-6-16 0,30-33-12 0,-7-8-23 16,-9 0-23-16,-3-6-13 0,-7-3-2 15,-3 5-1-15,-24 28 8 0,1-5-1 16,-3 1 6-16,1 2 9 0,-4 8 4 0,-6 12 5 15,-5 10 15-15,-5 8 16 0,-10 17 4 16,0 6-4-16,-7 3 3 0,5 8 7 0,-13 6 3 16,1 6 2-16,-6 5 8 0,-3 3 4 15,-3 3 3-15,-1 2-1 0,-2 1 1 16,0 1-1-16,-3 2-1 0,1 1 0 16,-4 5-8-16,0 0-8 0,2-8-23 15,-2 8-27-15,0 0-53 0,0 0-51 0,0 0-87 16,-31 10-293-16,20-5-46 0</inkml:trace>
  <inkml:trace contextRef="#ctx0" brushRef="#br0" timeOffset="91498.27">24179 16275 1530 0,'6'-6'45'0,"-1"-3"13"0,3-1 6 0,-1-3 11 0,5-1 9 15,5-9 7-15,0-4-5 0,12-6 1 16,2-5-2-16,1-3-10 0,6-2-8 0,13-15-4 16,7-6-15-16,3-9-1 0,9-9-7 15,2-11-12-15,7-7-13 0,21-30-9 0,6-2-11 16,-2 0-3-16,-2 0-11 16,-4 1-4-16,1-1-8 0,0 2-2 0,1 1-6 15,-24 27-2-15,19-28 6 0,-29 33-2 0,4 5 6 16,-8 2 2-16,-1 7 3 15,-5 9 5-15,-9 7 1 0,-11 18 5 0,3 1 3 16,-7 1 0-16,0 6-1 0,-5 3 10 16,0 5 11-16,-7 6-2 0,0 2-1 0,-4 1-2 15,6-1 7-15,-5 1 5 0,0 2-2 16,-1 3 0-16,-7 2 0 0,2 2 0 0,-1-2 1 16,-1 1-3-16,0 4-1 0,-2 0-2 15,0 2 3-15,-1 0-2 0,-2 1 0 16,-1 2-5-16,1 0-1 0,-2 1-18 15,-2 6-10-15,0 0-14 0,3-8-29 16,-3 8-39-16,0 0-48 0,0 0-62 0,-31 12-359 16,17-4-77-16</inkml:trace>
  <inkml:trace contextRef="#ctx0" brushRef="#br0" timeOffset="92097.23">25937 15884 1706 0,'-1'-10'20'0,"-1"1"10"0,4-3 11 0,-1 2 10 0,4-2 11 0,4-3 6 16,13-11-4-16,2 1 0 0,11-10 3 15,6-4-6-15,22-12 0 0,4-5-5 16,7-2-6-16,8-4-5 0,5-2-5 16,10-7-5-16,7-4 0 0,23-26-4 0,-28 18-6 15,32-28-3-15,-9 1-2 0,-11-7-2 0,-21 27-3 16,-6-2-1-16,-4 3-3 15,-8 4-1-15,-7 9-1 0,-9 5 2 0,-19 22-5 16,-4 3 1-16,-5 3 1 0,-1 7-1 0,-7 5-1 16,-4 6 1-16,0-2 0 15,-1 3-3-15,-1 5 0 0,-5 4-1 0,0 1 2 16,1-1 0-16,-1 1-3 0,1 2 2 16,0 0-2-16,-1 1 1 0,0 0 2 0,1-1-5 15,2 2 2-15,-5 1-2 0,0 1-3 16,2 1-9-16,-4 0-31 0,1 2-47 15,-6 5-77-15,7-8-71 0,-7 8-126 0,0 0-287 16,0 0-146-16</inkml:trace>
  <inkml:trace contextRef="#ctx0" brushRef="#br0" timeOffset="108244.26">12897 11205 1800 0,'0'0'401'0,"-5"-8"-157"15,-2 3-46-15,7 5-6 0,-9-7 25 16,4 2 6-16,-3 1 0 0,0-1-15 0,0 2 15 16,5-2 8-16,-5 1 2 15,3-2 0-15,-4 0-5 0,9 6 6 0,-9-11-3 16,6 7 0-16,-5-3-2 0,3 0-3 16,-4-1-21-16,2 2-10 0,1-2-9 0,-3 1-16 15,-1-1-7-15,-1 2-10 0,-3-2-16 16,1 2-5-16,0-1-8 0,-3 0-9 0,4 2-5 15,-4-2-4-15,1 2-6 0,-1 0-4 16,5 2-5-16,-3 2-4 0,1-3-71 0,0 2-16 16,0 0 0-16,0 0 0 0,-3 1 0 15,3-1 0-15,13 2 0 0,-29 2 0 0,16-2 0 16,-6 1 0-16,5 1 0 0,1 2 0 16,-2-4 0-16,2 4 0 0,-5-3 0 0,3 2 0 15,0 1 0-15,0 0 0 16,-1 2 0-16,1-1 0 0,0 1 0 0,0 0 0 15,-5 2 0-15,1 1 0 0,4-2 0 16,0 3 0-16,2-3 0 0,-3 0 0 0,3 1 0 16,2 2 0-16,-1-4 0 0,3 5 0 15,-2-3 0-15,0 0 0 0,0 2 0 0,2 1 0 16,-1 1 0-16,3 0 0 0,-4 2 0 16,0 0 0-16,4-3 0 0,0 3 0 0,-6 1 0 15,8-1 0-15,-2 0 0 0,-1 0 0 16,5 1 0-16,-4 0 0 0,3 3 0 15,1-3 0-15,1 2 0 0,0 3 0 16,2-2 0-16,-2 1 0 0,2-1 0 0,2 3 0 16,-2 2 0-16,0-3 0 0,2 2 0 15,0-1 0-15,-1 1 0 0,3-1 0 0,5 1 0 16,-2-1 0-16,2-3 0 0,3 9 0 16,7-5 0-16,-5-4 0 0,4 3 0 0,3-2 0 15,2-2 0-15,1 0 0 0,3-1 0 16,0-1 0-16,2-3 0 0,-1 3 0 0,-5-6 0 15,0 0 0-15,0-2 0 0,-2-1 0 16,0 1 0-16,2-2 0 0,-1 0 0 16,-2-1 0-16,1-2 0 0,-3-1 0 15,4-2 0-15,-1-1 0 0,-1 0 0 0,5 0 0 16,-2 0 0-16,2-4 0 0,-3-1 0 16,2 3 0-16,-3-4 0 0,-2-1 0 0,1 2 0 15,-2-1 0-15,0-4 0 0,-4 2 0 0,-1 1 0 16,1-1 0-16,1-2 0 0,1 0 0 15,-3-1 0-15,-1 2 0 0,-1-1 0 16,2-2 0-16,-3 2 0 0,1-1 0 0,0-3 0 16,-1 1 0-16,-1 1 0 0,1-3 0 15,0-1 0-15,-3 1 0 0,2-3 0 0,0-1 0 16,-4 0 0-16,1 1 0 16,-1 2 0-16,3-3 0 0,-6 4 0 0,2 0 0 15,0 0 0-15,0 1 0 0,-3 1 0 0,3-1 0 16,-4 3 0-16,0-1 0 0,0 0 0 15,-2 3 0-15,0-3 0 0,1-1 0 16,-3-2 0-16,-3 3 0 0,0 2 0 0,1-5 0 16,-3 0 0-16,-1 2 0 0,1-2 0 15,0 0 0-15,-3 1 0 0,2-1 0 0,-3 2 0 16,1-1 0-16,-1 1 0 0,1 3 0 16,0-2 0-16,-1 3 0 0,-1 1 0 0,-1 2 0 15,-1 0 0-15,3 1 0 0,-2-1 0 16,-7 2 0-16,2-1 0 0,1 1 0 0,-3 3 0 15,4 0 0-15,-7-1 0 0,2-1 0 16,3 4 0-16,-5-1 0 0,2 0 0 0,-1 2 0 16,1 0 0-16,-3 0 0 15,3 0 0-15,-2 2 0 0,-1 0 0 0,1 3 0 16,1 0 0-16,-1 1 0 0,2 1 0 16,0 0 0-16,-1 0 0 0,4 3 0 0,-9 2 0 15,8-1 0-15,0-1 0 0,4 0 0 16,-4 1 0-16,-4 4 0 0,10 0 0 0,0-2 0 15,-2 0 0-15,1 1 0 0,5 3 0 16,-3-1 0-16,0 7 0 0,3-3 0 0,-5 3 0 16,7-2 0-16,-2 0 0 0,4-3 0 15,1 4 0-15,1 2 0 0,-1-3 0 16,5 4 0-16,1-1 0 0,0-1 0 16,0 1 0-16,1 1 0 0,1-2 0 0,6 8 0 15,-3-5 0-15,1-2 0 0,4 4 0 16,-3-5 0-16,2-3 0 0,2 0 0 0,3 5 0 15,2-2 0-15,1-1 0 0,0-1 0 16,2-4 0-16,-3-5 0 0,0 0 0 0,4-2 0 16,5 5 0-16,-4-2 0 0,-1-3 0 15,1-2 0-15,2-1 0 0,0 1 0 0,0-4 0 16,2 2 0-16,0-3 0 0,-7-2 0 16,5-1 0-16,-2 0 0 0,3 0 0 0,-2-1 0 15,3-2 0-15,0-1 0 0,-2 0 0 16,2-2 0-16,-3-1 0 0,-1 1 0 15,2-2 0-15,-3 0 0 0,7-5 0 16,-4 3 0-16,-1 0 0 0,3-6 0 0,-7 5 0 16,1-1 0-16,5-4 0 0,-2-2 0 15,1 2 0-15,-8 1 0 0,2 0 0 0,-3 2 0 16,6-8 0-16,-4 4 0 0,-3 1 0 16,-1-1 0-16,1 0 0 0,-4 0 0 0,1-2 0 15,-1 1 0-15,1 0 0 0,-2 0 0 16,-1-3 0-16,-3 2 0 0,0 4 0 15,-2-2 0-15,-2 0 0 0,0 0 0 0,0 5 0 16,-4-5 0-16,0 0 0 0,1 2 0 16,-8-4 0-16,2 2 0 0,-4-7 0 15,-2 0 0-15,-4 2 0 0,0 2 0 0,-4-4 0 16,-1 5 0-16,0-1 0 0,-2 4 0 16,-3-4 0-16,0 3 0 0,-3 2 0 0,2 1 0 15,-5 2 0-15,-2 2 0 0,0 0 0 16,2 3 0-16,-3 2 0 0,8 3 0 0,1 0 0 15,-8 6 0-15,-2 1 0 0,1 0 0 16,0 3 0-16,2-1 0 0,2 3 0 0,0-1 0 16,2 2 0-16,3 1 0 0,4-1 0 15,3 0 0-15,3-3 0 0,4 0 0 16,1 2 0-16,3-2 0 0,0 1 0 0,1-1 0 16,3 0 0-16,-1 0 0 0,0-3 0 15,0 2 0-15,5-2 0 0,-3 0 0 0,3-1 0 16,-1 1 0-16,4-5 0 0,-8 6 0 15,4-2 0-15,4-4 0 0,-6 7 0 0,6-7 0 16,-3 8 0-16,1-1 0 0,-2 2-1003 16,0-1 51-16,-2 6-1169 0,2 1-1530 15</inkml:trace>
  <inkml:trace contextRef="#ctx0" brushRef="#br0" timeOffset="110344.03">12920 11538 5553 0,'0'0'-236'0,"0"0"49"0,-12 2 61 16,12-2 72-16,0 0 56 0,0 0 42 15,0 0 39-15,-18-4 26 0,18 4 15 16,0 0-7-16,0 0 0 0,-5-10-14 0,5 10 0 16,9-12-1-16,-6 3 5 0,7-2-1 15,2 2 0-15,1-5 23 0,1 2-10 16,2-2-6-16,7-5-6 0,2 3-9 0,-3-4-8 16,1 3-7-16,2 2-6 0,0-3-4 15,-5 7-8-15,4-7 3 0,1 5-14 0,1-3-5 16,-1 1-3-16,6-1-6 15,-1 1-2-15,3 1-3 0,-1 1-10 0,6-2 2 16,2 3-3-16,-2 1-4 0,11-1-1 16,-6 1-6-16,0 2 3 0,2 2 0 0,5-7-7 15,-5 6-1-15,6-4 1 0,2 3 0 16,-9 1-17-16,0 2 1 0,-1-1 2 0,0-1 1 16,-2-2 10-16,0 0-7 0,-1 0 8 15,-2 5-7-15,-1-3-2 0,4-1 4 0,-5 0-4 16,6-1 0-16,0 0-1 0,-2-1-1 15,14 0 2-15,-4 0 5 0,4-1-5 0,1 0-6 16,3 1 8-16,-1 3 2 16,4-1-4-16,-6 0-3 0,0 0 4 0,-13 1 1 15,-2 4 4-15,3-3-8 0,-6 1-1 16,-1 2 4-16,4-4 0 0,-1 2 3 0,1 0-2 16,-4 1-1-16,-4-1-1 0,4 0 1 15,0-2 2-15,3-1-1 0,3 3 2 0,2-1-7 16,1 0 0-16,3 2 5 0,-3 1-1 15,-2 1 1-15,2 0-6 0,1-1 7 0,2 4-7 16,0 0 2-16,-1 0 3 16,1 4-5-16,1-1 2 0,10 0 3 0,-13 2 0 15,-3 1 2-15,7-1-4 0,8 2 6 16,-3 2-1-16,-1 0-2 0,4 2-1 0,-5 2-2 16,-13-3 0-16,3 2 5 0,-6-2-6 15,-2 0-1-15,-3-1 3 0,-5 1-2 0,-6-3 3 16,-4-1-1-16,2 2 4 0,-1-2-1 15,-4-1-4-15,0 1 3 0,-1-2 4 0,-2 0-4 16,3 0 12-16,-3 2 23 0,3 0 12 16,-3-1 6-16,0-2 2 0,1 0 4 0,1 1 7 15,-3-2 1-15,1 3 0 0,-3-4 0 16,-1 1-2-16,3 0-20 0,-10-2-45 16,13 3 0-16,-5-1 0 0,-8-2 0 0,14 3 0 15,-14-3 0-15,11 5 0 0,-6-4 0 16,-5-1 0-16,10 3 0 0,-10-3 0 15,10 3 0-15,-10-3 0 0,9 4 0 16,-9-4 0-16,6 1 0 0,-6-1 0 0,0 0 0 16,8 4 0-16,-8-4 0 0,0 0 0 15,0 0 0-15,0 0 0 0,0 0 0 0,11 2 0 16,-11-2 0-16,0 0 0 0,0 0 0 16,0 0 0-16,0 0 0 0,0 0 0 0,0 0 0 15,-9-18 0-15,-3 8 0 0,0 0 0 16,0-4 0-16,-8 2 0 0,-5-8 0 0,-2-1 0 15,1 1 0-15,0-1 0 16,-3 0 0-16,4 2 0 0,0 0 0 0,6 7 0 16,4-1 0-16,-1 2 0 0,3 2 0 15,4 1 0-15,-1 2 0 0,3-1 0 0,-3 1 0 16,7 1 0-16,3 5 0 0,-12-7 0 16,6 3 0-16,6 4 0 0,-5-6 0 0,5 6 0 15,0 0 0-15,-10-5 0 0,10 5 0 16,0 0 0-16,0 0 0 0,0 0 0 0,22 26 0 15,-2-14 0-15,7 6 0 0,1 5 0 16,8 2 0-16,0 0 0 0,-7-3 0 16,0 1 0-16,-6-6 0 0,-3 3 0 0,1-1 0 15,-7-2 0-15,-5-3 0 0,-1 0 0 16,-4-1 0-16,-3-1 0 0,-4 3 0 16,-3-3 0-16,-1 5 0 0,-9-3 0 0,1 0 0 15,-8 4 0-15,-4-4 0 0,1 1 0 16,-5-1 0-16,1-5 0 0,-3 0 0 0,6-2 0 15,5-3 0-15,5 0 0 0,-1 2 0 16,5-4 0-16,0 0 0 0,3 2 0 0,-1 0 0 16,11-4 0-16,-14 3 0 0,14-3 0 15,-11 4 0-15,11-4 0 0,-9 1 0 0,9-1 0 16,0 0 0-16,0 0 0 16,-16 2 0-16,16-2 0 0,0 0 0 0,0 0 0 0,-11 0 0 15,11 0 0-15,0 0 0 16,0 0 0-16,-7 1 0 0,7-1 0 0,0 0 0 15,0 0-839-15,0 0-136 0,-12 4 107 16,6 0-1006-16,2 1-1297 0</inkml:trace>
  <inkml:trace contextRef="#ctx0" brushRef="#br0" timeOffset="113843.25">15523 11311 4537 0,'8'-1'-369'0,"-8"1"51"0,0 0 54 0,0 0 44 0,0 0 41 16,8-4 37-16,-8 4 22 15,0 0 28-15,0 0 22 0,0 0 16 0,0 0 18 16,0 0 20-16,0 0 16 0,0 0 16 16,7-3 20-16,-7 3 11 0,0 0 13 0,0 0 10 15,0 0 13-15,0 0 6 0,0 0-4 16,0 0 20-16,0 0-12 0,0 0-5 0,0 0 4 15,9-3-6-15,-9 3-1 0,0 0-4 16,0 0-1-16,0 0-1 0,0 0-5 0,0 0-8 16,0 0 2-16,0 0-12 0,0 0-4 15,0 0-12-15,0 0-1 0,0 0-12 16,0 0-15-16,0 0-33 0,0 0-29 16,0 0-32-16,0 0-18 0,0 0-15 15,0 0-19-15,0 0-27 0,0 0-39 0,0 0-53 0,0 0-58 16,0 0-105-16,-26 10-79 15,16-9 52-15,10-1-96 0,-13 7-43 0</inkml:trace>
  <inkml:trace contextRef="#ctx0" brushRef="#br0" timeOffset="118043.54">16977 15754 1567 0,'0'0'89'0,"10"-5"27"0,-10 5 24 15,8-5 23-15,-8 5 23 0,0 0 18 16,3-7 23-16,-3 7 10 0,6-5 7 16,-6 5 3-16,4-7-3 0,-4 7-1 0,3-9-6 15,-3 9 5-15,5-7 2 16,-5 7 6-16,2-9 0 0,-2 9-8 0,2-7-3 15,-2 7-7-15,-2-13-10 0,-3 6-8 16,1 0-10-16,-1 1-6 0,-3-2-11 0,1 0-9 16,-3 0-15-16,-1-3-12 0,-2 3-13 15,-5-2-15-15,3-1-4 0,-4 3-13 0,2-1-7 16,0 2-11-16,-1 2-9 0,2 3-7 16,-2-4-65-16,1 2-7 0,4 3 0 15,-5-1 0-15,5 2 0 0,-3-2 0 16,2 2 0-16,14 0 0 0,-29 0 0 15,16 2 0-15,-1-2 0 0,1 3 0 0,0-1 0 16,0 2 0-16,-5-3 0 0,1 4 0 16,4-2 0-16,-4 3 0 0,-1 0 0 0,5-2 0 0,0 1 0 15,-2 3 0-15,-1 0 0 16,3-2 0-16,-1 4 0 0,3-1 0 0,-2 3 0 16,3 0 0-16,-1 2 0 0,2-1 0 15,-1 4 0-15,0-1 0 0,1 3 0 16,1-1 0-16,-1-1 0 0,1 5 0 0,3-1 0 15,-6 9 0-15,2 1 0 0,2 0 0 16,1-3 0-16,2 5 0 0,-2-1 0 0,2-5 0 16,3-3 0-16,1 0 0 15,-2 0 0-15,2 0 0 0,2 0 0 0,-1 0 0 16,3 1 0-16,0-2 0 0,2 1 0 16,-2-1 0-16,5 6 0 0,2-2 0 0,3-2 0 15,5 0 0-15,-2-5 0 0,5 1 0 16,-2-2 0-16,5-1 0 0,0-1 0 0,0 0 0 15,-2-5 0-15,5 2 0 0,-4-7 0 16,-2 2 0-16,1-4 0 0,-3 1 0 0,-1-1 0 16,3-2 0-16,-4-1 0 0,3-1 0 15,3-1 0-15,-3 0 0 0,-1 0 0 0,5-3 0 16,0 1 0-16,-2-2 0 0,-1-2 0 16,1-1 0-16,0 0 0 0,-1-2 0 15,-4 1 0-15,3-2 0 0,4-3 0 0,-4-2 0 16,-2-3 0-16,2-3 0 0,-2 0 0 15,-2-1 0-15,-2-4 0 0,3 1 0 16,-4-3 0-16,0-3 0 0,1 2 0 16,-1-1 0-16,-1 0 0 0,1-3 0 0,-5-2 0 15,2 2 0-15,-3 0 0 0,-4 6 0 16,4 5 0-16,-7-3 0 0,1 4 0 0,-4-4 0 16,1 3 0-16,-1 0 0 15,-6 0 0-15,5-1 0 0,-9-4 0 0,-3-1 0 0,1 3 0 16,1-1 0-16,-3 2 0 15,2-1 0-15,1 5 0 0,1 5 0 0,-1-2 0 0,-1 1 0 16,-1 0 0-16,-3 3 0 0,6-1 0 16,-8 3 0-16,3-2 0 0,-7-1 0 15,0 3 0-15,3 1 0 0,3 4 0 16,-5-2 0-16,0 3 0 0,-1 1 0 0,-1-2 0 16,3 4 0-16,-3-2 0 0,4 4 0 15,1 0 0-15,-3 0 0 0,-2 4 0 0,0-2 0 16,2 4 0-16,-1 1 0 0,2 0 0 15,1 0 0-15,1 3 0 0,-9 2 0 16,2 2 0-16,3 1 0 0,-1 2 0 0,3-2 0 16,0 2 0-16,1 1 0 0,1 3 0 15,4-1 0-15,0-1 0 0,1 4 0 16,-2 0 0-16,6-2 0 0,-1-2 0 16,2 0 0-16,-1 8 0 0,1 2 0 0,5-3 0 15,-1-2 0-15,2 1 0 0,4-2 0 16,0 0 0-16,0 6 0 0,8 3 0 0,-1 2 0 15,3-1 0-15,1-1 0 0,5-2 0 16,1 0 0-16,4-2 0 0,2-1 0 0,10 4 0 16,-10-5 0-16,4-2 0 0,4-2 0 15,1-3 0-15,1 1 0 0,-2-2 0 0,1-5 0 16,1 4 0-16,-5-6 0 16,-4-3 0-16,-1-1 0 0,0-4 0 0,1 3 0 0,-4-4 0 15,-1-2 0-15,2 0 0 16,3-2 0-16,1-2 0 0,-1-1 0 0,0 0 0 15,5-5 0-15,2-1 0 0,-3-2 0 16,1-1 0-16,0-3 0 0,-6 2 0 0,2-4 0 16,0-2 0-16,0 0 0 0,-3 0 0 15,-4 0 0-15,3-3 0 0,-3 1 0 0,-1 0 0 16,-6 1 0-16,1 5 0 0,-3-3 0 16,-2-1 0-16,2 1 0 0,-8-2 0 0,3-1 0 15,0 1 0-15,-4 3 0 0,-2-1 0 16,0 1 0-16,-2-4 0 0,1 4 0 0,-6-6 0 15,4 4 0-15,-3 0 0 16,-5-8 0-16,0 4 0 0,0-1 0 0,-5 2 0 16,2-1 0-16,-4 2 0 0,3 0 0 15,-7 3 0-15,2-1 0 0,-1 3 0 0,-2 1 0 16,-2-3 0-16,3 5 0 0,-2 1 0 16,3 3 0-16,1 2 0 0,-1 0 0 0,3 2 0 15,-3 3 0-15,-4 0 0 0,0 2 0 16,0 2 0-16,-1 0 0 0,-3 0 0 0,-8 6 0 15,-1-2 0-15,-1 2 0 16,3 2 0-16,0 1 0 0,2 1 0 0,4 0 0 16,2 4 0-16,-1-2 0 0,3 2 0 15,-3-2 0-15,4 3 0 0,2 3 0 0,6-5 0 16,-1 5 0-16,-4-2 0 0,5 5 0 16,4-4 0-16,-2 6 0 0,0 2 0 15,3 3 0-15,1 1 0 0,-1 2 0 0,5-1 0 16,4 5 0-16,-3 0 0 0,6-2 0 15,2-2 0-15,0 7 0 0,0 0 0 0,6 0 0 16,1 1 0-16,3-2 0 0,2 1 0 16,1-1 0-16,8 4 0 0,-1-4 0 0,1-8 0 15,4-1 0-15,8 2 0 0,1-5 0 16,-4-7 0-16,4 2 0 0,1-6 0 0,2-2 0 16,1 0 0-16,-1-4 0 15,1-1 0-15,1-5 0 0,1 2 0 0,-10-2 0 0,-3-4 0 16,2 1 0-16,-1-2 0 15,-1 1 0-15,0-4 0 0,7 0 0 0,-10-3 0 16,7-1 0-16,-6 2 0 0,1-5 0 16,1-3 0-16,-4-1 0 0,2-1 0 0,-3-7 0 15,1-2 0-15,2-9 0 0,0-3 0 16,-3-4 0-16,2-2 0 0,-5-5 0 0,-1-2 0 16,0-3 0-16,0 0 0 0,-9 0 0 15,-4 13 0-15,-3 1 0 0,-4 2 0 0,-3 1 0 16,-4 2 0-16,-9 4 0 0,-7-7 0 15,-4 7 0-15,-8 3 0 0,-7 5 0 0,-2 8 0 16,-6 3 0-16,9 6 0 16,-9 7 0-16,-13 5 0 0,-3 4 0 0,3 7 0 15,1 3 0-15,3 1 0 0,3 3 0 16,3-3-684-16,5-1-311 0,10 3 95 0,10-3 99 16,5-4-835-16,8 1-1075 0</inkml:trace>
  <inkml:trace contextRef="#ctx0" brushRef="#br0" timeOffset="119876.09">16491 17048 4132 0,'0'-6'-175'0,"0"-3"58"0,0 9 55 15,-2-14 53-15,4 8 49 0,2-3 42 16,0 0 32-16,-2 2 20 0,4-3 14 16,-2 0 11-16,1 1 9 0,1 1-2 0,-3 1-1 15,2 0-1-15,0 0-12 0,-5 7-16 16,4-10-15-16,-4 10-10 0,4-5-8 0,-4 5 24 15,0 0 27-15,0 0 7 0,-16 39 12 16,1-9 12-16,-8 9 9 0,0 3 2 0,1 1-5 16,-3 5 0-16,-2 1-7 0,4-1-5 15,0-2-8-15,3-3-8 0,-2-2-7 16,8-10-122-16,0-2-34 0,-1-3 0 0,3-5 0 16,5-4 0-16,-1-4 0 15,3-3 0-15,0-1 0 0,1 0 0 0,-1-1 0 0,1-3 0 16,4-5 0-16,-5 4 0 15,5-4 0-15,0 0 0 0,-10-16-360 0,8 6-86 16,0-9-82-16,2-6-90 0,4 2-111 16,-2-14-71-16,6-2 66 0,-1 2-618 15,2-3-808-15</inkml:trace>
  <inkml:trace contextRef="#ctx0" brushRef="#br0" timeOffset="120241.26">16548 16740 3617 0,'2'-9'-60'0,"-2"4"46"0,0 5 53 0,0 0 65 16,0 0 56-16,-36 19 35 0,13-2 18 16,-4 2 5-16,0 4 4 0,4-2 3 15,-8 3-2-15,4-1-9 0,0-2-4 16,2-2-12-16,6-7-25 0,4 5-11 0,4-9-17 16,-1 2-20-16,3-1-10 0,2-4-7 15,-2 2-15-15,6-3-7 0,3-4-18 16,0 0-34-16,0 0-27 0,0 0-33 0,17-28-23 15,4 8-23-15,2-4-4 0,1 1 7 16,3 3 7-16,2 0 8 0,0 4 3 0,-3 2 6 16,-1 6 5-16,-4 3 8 15,-4 3 14-15,4 4 12 0,2 3 8 0,-2 3 9 16,-4 0 6-16,7 12 15 0,-1-1-5 16,-1 2-7-16,-4 2 0 0,0-1 3 15,-3-5-3-15,-3 0-8 0,-3-3 0 0,-2-2-13 16,3 0-21-16,-4-5-30 0,-1 1-44 15,-3-1-57-15,4 0-78 0,-3-2-87 0,2 2-88 16,-1-4-116-16,-4-3-163 0,0 0 19 16,0 0-465-16,0 0-598 0</inkml:trace>
  <inkml:trace contextRef="#ctx0" brushRef="#br0" timeOffset="124674.04">12946 12016 2774 0,'3'-5'-201'15,"-3"5"49"-15,0-8 45 0,0 8 49 0,0-7 37 16,0 7 34-16,2-7 22 0,-2 7 17 15,2-9 10-15,-2 9 11 0,2-7 15 16,-2 7 14-16,1-7 9 0,-1 7 6 0,0 0 8 16,4-6 9-16,-4 6 0 0,0 0 1 15,0-8 3-15,0 8 0 0,0 0-6 0,0 0-2 16,0 0-4-16,2-6-6 16,-2 6-9-16,0 0 1 0,0 0-10 0,0 0-3 15,0 0-6-15,0 0-6 0,0 0-7 0,0 0-6 16,0 0-9-16,-2-7-5 0,2 7-6 15,0 0-6-15,0 0-4 0,0 0-8 16,0 0-2-16,0 0 1 0,0 0 7 16,0 0 25-16,9 21 0 0,-7-15-4 0,5 4 0 15,-2 1 9-15,3 1 2 0,-1 1-5 16,0 1-1-16,5 2-2 0,-1 1 8 0,2 0 1 16,-1 0 10-16,4 5-4 0,4 1-7 15,-4-6 0-15,-5-1-6 0,3-3-5 0,-1 3 16 16,0-2 5-16,3-1 0 0,-3-1-15 15,-1 0-5-15,-1-1 1 0,-2-1-7 16,3 0-13-16,-3-1 3 0,2 1 2 16,-1 0-7-16,3-1-1 0,-1 3 19 0,1 0-1 0,0 1-5 15,1 1-8-15,1-2-3 16,1 2-5-16,-2 0 0 0,0-1-7 0,-1 1 0 16,3-1-6-16,-1 1-6 0,-1 0 3 15,-3-2-4-15,3 2 0 0,-3-1-3 0,0 2-4 16,1-5 0-16,-3 3 3 0,0-1-2 15,1-1 1-15,1 3-2 0,2-2-3 0,1 3 5 16,-1-1 1-16,1-2 15 16,1 1 7-16,0 1 1 0,6 5-7 0,-5-6-2 15,-4 1-4-15,4 1-3 0,-3-1-1 16,-1 0-21-16,1-1 0 0,-1 3 0 0,-1-3 0 16,2 4 0-16,-3-3 0 0,1 2 0 15,0-3 0-15,1 3 0 0,-1 0 0 16,2-1 0-16,-2 2 0 0,3 8 0 0,6-3 0 15,-3 1 0-15,5 0 0 0,0 2 0 16,-3-2 0-16,3-1 0 0,1 1 0 0,-3 0 0 16,-2-1 0-16,2-2 0 0,-5-2 0 15,-2-2 0-15,-2 0 0 0,0-1 0 0,-2-3 0 16,0 0 0-16,1-2 0 0,-1 2 0 16,-3-2 0-16,3 1 0 0,1 1 0 15,-2-4 0-15,-1 1 0 0,2-3 0 16,-4 3 0-16,4 1 0 0,0 0 0 0,4-1 0 0,-2 2 0 15,-4 0 0-15,9 4 0 16,-7-6 0-16,5 6 0 0,-1-1 0 0,1-1 0 16,-1 3 0-16,-2-3 0 0,2 3 0 15,0-3 0-15,-2-1 0 0,0-2 0 0,0 4 0 16,1-4 0-16,-3 1 0 0,0-2 0 16,1 0 0-16,1 0 0 0,-3-2 0 0,2 1 0 15,-3-2 0-15,1 0 0 0,-1-1 0 16,2 3 0-16,-4-2 0 0,2 0 0 0,3 0 0 15,0 1 0-15,-1 1 0 16,4 4 0-16,-1-5 0 0,1 5 0 0,3 0 0 16,-2-1 0-16,2 1 0 0,1 0 0 15,-1 2 0-15,0-2 0 0,11 2 0 0,-4 4 0 16,2-2 0-16,2 1 0 0,-5-2 0 16,-3-3 0-16,8 5 0 0,-2-5 0 15,0 5 0-15,-7-5 0 0,0 1 0 0,-1-1 0 16,-2-1 0-16,-4-1 0 0,1-2 0 15,0 1 0-15,-1-1 0 0,-6 1 0 0,5-2 0 16,-2-1 0-16,-1 2 0 0,1-3 0 16,2 3 0-16,-1 1 0 0,0 1 0 15,3-2 0-15,1 4 0 0,3 1 0 16,-1 0 0-16,6 6 0 0,2-2 0 0,0 4 0 16,1-3 0-16,5 3 0 0,-3 0 0 15,1 0 0-15,4 0 0 0,-3 1 0 0,-3 1 0 16,2-2 0-16,-3-2 0 0,-1-1 0 15,-2 1 0-15,-4-3 0 0,-1-4 0 0,-3-2 0 16,-3 0 0-16,-1 0 0 0,0 1 0 16,3-2 0-16,-1 0 0 0,2 0 0 0,-4 0 0 15,-2-1 0-15,2 1 0 0,2 0 0 16,0 0 0-16,-4-1 0 0,5 1 0 0,-1 1 0 16,0-2 0-16,7 3 0 15,-3 2 0-15,0-2 0 0,3-2 0 0,-2 4 0 16,2-1 0-16,0-2 0 0,4 0 0 0,-5 1 0 15,2-1 0-15,-4 0 0 0,2-1 0 16,-3-1 0-16,-1-1 0 0,-1 2 0 16,-1-2 0-16,0 1 0 0,1-1 0 0,-1 1 0 15,0 1 0-15,3 0 0 0,1 1 0 16,2 3 0-16,-2-1 0 0,5 1 0 0,3 3 0 16,2 1 0-16,-5 0 0 0,3 1 0 15,-2 1 0-15,2-2 0 0,-6-3 0 0,-1-2 0 16,-2 0 0-16,-2-3 0 0,0 1 0 15,-3-2 0-15,0-1 0 0,-1-1 0 0,2 0 0 16,-5 1 0-16,5 0 0 16,-2 0 0-16,-3 0 0 0,6 3 0 0,-2-3 0 15,2 1 0-15,-2 3 0 0,3-2 0 16,3 0 0-16,-1 4 0 0,0-3 0 0,0 4 0 16,3-2 0-16,-1-1 0 0,-3 2 0 15,-2-1 0-15,1-4 0 0,-5 3 0 16,2-5 0-16,1 1 0 0,-2 0 0 0,-3-1 0 15,3-1 0-15,0 3 0 0,-2-3 0 16,-1 0 0-16,1-1 0 0,-3 1 0 16,4-3 0-16,-2 4 0 0,-1-2 0 0,-4-4 0 15,7 8 0-15,-3-3 0 0,-4-5 0 16,8 6 0-16,-4-4 0 0,-4-2 0 16,8 6 0-16,-8-6 0 0,3 7 0 0,1-3 0 15,-4-4 0-15,6 6 0 0,-5 0 0 16,-1-6 0-16,11 6 0 0,-8-1 0 0,3 1 0 15,-3-1 0-15,1 0 0 0,2 0 0 16,-2 1 0-16,0-1 0 0,2 2 0 0,-3-3 0 16,1 2 0-16,0-2 0 0,-4-4 0 15,5 8 0-15,-5-8 0 0,7 7 0 0,-7-7 0 16,3 4 0-16,-3-4 0 16,4 4 0-16,-4-4 0 0,0 0 0 0,0 0 0 15,0 0 0-15,0 0 0 0,0 0 0 16,6-15 0-16,-6 3 0 0,-4-7 0 0,-2-5 0 15,-2-11 0-15,1-1 0 0,-3-1 0 16,-1-1 0-16,-4-7 0 0,-3 0 0 0,0 4 0 16,0 7 0-16,1 3 0 0,0 0 0 15,-2 2 0-15,2 2 0 0,-3 3 0 0,8 7 0 16,0 4 0-16,2 1 0 0,5 3 0 16,-3 0 0-16,5 2 0 0,-4 0 0 0,3 2 0 15,3 1 0-15,1 4 0 0,-8-12 0 16,8 12 0-16,-2-5 0 0,2 5 0 15,-5-6 0-15,5 6 0 0,-4-4 0 0,4 4 0 16,0 0 0-16,0 0 0 0,-6-5 0 16,6 5 0-16,0 0 0 0,0 0 0 15,0 0 0-15,0 0 0 0,0 0 0 0,10 27 0 16,-5-16 0-16,3 4 0 0,-1 5 0 16,7 5 0-16,3 6 0 0,-2 1 0 0,0 2 0 15,6 6 0-15,2 1 0 0,-1-2 0 16,-8-7 0-16,2-2 0 0,-1 0 0 15,1-4 0-15,-7-2 0 0,-2-8 0 0,3-2 0 16,-6-2 0-16,4-2 0 0,-5 1 0 16,-1-5 0-16,4 1 0 0,-5 0 0 15,1 0 0-15,-2-2 0 0,0-5 0 16,2 10 0-16,-4-3 0 0,-1 2 0 0,-7-1 0 16,-1 1 0-16,-8 3 0 0,-10 2 0 15,-5 1 0-15,-2-1 0 0,-1 0 0 0,-10 1 0 16,9-1 0-16,-1 0 0 0,1-2 0 15,6 0 0-15,2-2 0 0,7 0 0 0,2-1 0 16,5-4 0-16,2 2 0 0,0 0 0 16,3-2 0-16,1 0 0 0,0-1 0 0,3 0 0 15,1-2 0-15,-2 1 0 0,8-3 0 16,-7 6 0-16,7-6 0 0,-9 3 0 0,9-3 0 16,-10 4 0-16,10-4 0 15,0 0 0-15,-8 3 0 0,8-3 0 0,0 0 0 16,-7 2 0-16,7-2 0 0,0 0 0 0,0 0 0 15,0 0 0-15,-10 3 0 0,10-3 0 16,0 0 0-16,0 0 0 0,0 0 0 16,0 0 0-16,0 0 0 0,0 0 0 0,-5 3 0 15,5-3 0-15,0 0 0 0,0 0 0 16,0 0 0-16,0 0 0 0,0 0 0 0,0 0 0 16,0 0 0-16,0 0 0 0,0 0 0 15,0 0 0-15,0 0 0 0,0 0 0 0,0 0 0 16,0 0 0-16,0 0 0 0,0 0 0 15,0 0 0-15,0 0 0 0,0 0 0 0,0 0 0 16,0 0 0-16,0 0 0 16,0 0 0-16,0 0 0 0,0 0 0 0,0 0 0 15,0 0 0-15,0 0 0 0,0 0 0 16,0 0 0-16,0 0 0 0,0 0 0 0,0 0 0 16,0 0 0-16,0 0 0 0,0 0 0 15,0 0 0-15,0 0 0 0,0 0 0 0,-18 0 0 16,18 0 0-16,0 0 0 0,0 0 0 15,0 0 0-15,0 0 0 0,0 0 0 16,0 0 0-16,0 0 0 0,0 0 0 0,0 0 0 16,0 0 0-16,0 0 0 0,0 0 0 15,0 0 0-15,0 0 0 0,0 0 0 16,0 0 0-16,0 0 0 0,0 0 0 16,0 0-860-16,0 0-126 0,0 0 114 0,0 0-989 15,0 0-1287-15</inkml:trace>
  <inkml:trace contextRef="#ctx0" brushRef="#br0" timeOffset="132272.07">17133 15547 4568 0,'0'0'-283'0,"0"0"62"0,0 0 40 16,0 0 40-16,0 0 37 0,0 0 30 15,0 0 25-15,0 0 20 0,0 0 10 0,32-4 5 16,-32 4 6-16,5-5 15 0,-5 5 4 16,6-5 8-16,-6 5 6 0,7-9 7 15,-1 6 5-15,-1-5 3 0,3 0 2 16,4 2 7-16,-1-3 3 0,1 1 5 15,1-1-3-15,0-3-9 0,2 0 5 0,3 1-15 0,-2-1-2 16,0 2-2-16,5-2-7 0,-6 1-3 16,5-3-1-16,4 0-7 0,-1-3 3 15,3 3-2-15,-1-1-1 0,0-3-5 16,-4 7 2-16,5-7 1 0,-1 3-2 16,-2-2 2-16,2 2-7 0,-1-3 10 0,1 1-7 15,-2-3-6-15,1 4 12 0,1-5-10 16,-3 0 5-16,3 0-5 0,-2-1 5 0,5-1 0 15,-3 0-4-15,4 1 3 16,0-2-5-16,-1 4-4 0,3-3 1 0,-1 5 0 0,1-1 0 16,-4-2 2-16,5 3-4 15,-4 1-3-15,-2-1-2 0,3 1 10 0,-2-1 1 16,-8 7 2-16,-2 0-7 0,0-1 2 16,-2 0 3-16,10-5-8 0,-2 0 8 15,2 0 4-15,4-2 1 0,-1-2 1 0,8-4-11 16,0-1 4-16,4-2 16 0,3-1 0 15,-4 2 0-15,-1-1-2 0,1 3 2 0,-1 1-4 16,-2-2-3-16,-6 4-3 0,-3 2 4 16,0-4-3-16,2 3 2 0,-1-1-3 0,-1-3-1 15,5-2-2-15,5-4-1 0,-1 2 0 16,1-5-4-16,2-2 1 0,3 2 8 16,-3-3-1-16,4 2-10 0,-1 0 6 0,-1 0-6 15,4 0 3-15,-8 0 0 16,3 1-2-16,-3 3-2 0,-3 2 3 0,-1 0 2 15,-1 0 3-15,-3 6-7 0,-3-1 0 16,10-5 1-16,-1 0 3 0,1 0-2 0,0-2 0 16,1 4-2-16,0-2 2 0,-1 2-4 15,0 2 6-15,2-2-2 0,-7 7-2 0,-3 0 2 16,1 3 2-16,0-2 2 0,-2 0-4 16,-2 2 5-16,-2 1 9 0,2-4-2 15,-3 2-1-15,-1 0-3 0,2-2 0 0,-1 1 1 16,1-3-3-16,2 2-3 15,-2-2-2-15,2 3-1 0,-3-3-1 0,2 3 2 16,-3 0-7-16,-5 4 4 0,0 3 0 16,-1 0 0-16,1 2 4 0,-3-2-4 0,0 3 0 15,0-1 2-15,-1 1 4 0,1-2-4 16,3-3-4-16,-1 2 8 0,2 0 0 0,4-7-11 16,-4 4 6-16,-2 1 3 0,6-5 0 15,2 0-4-15,0 1 0 0,0 0-2 0,0-1 5 16,-6 3-2-16,0 5 4 0,-1-3-2 15,-2 0-2-15,0 2 5 0,1-2-5 0,1 1 1 16,-1 1-2-16,0-2-2 0,0-1 4 16,1 3 6-16,-2-3-8 0,10-5 0 15,-3 2 3-15,-5 3-7 0,6-6 5 16,-8 7-5-16,2 1 5 0,-3 1 2 16,1 0-2-16,1 1 5 0,-3 2-8 0,-3-1 2 15,0-1 2-15,1 3 2 0,2-2 1 16,-5 3-3-16,0-3-1 0,2 1 10 0,-4 0-12 15,3 1 5-15,-1 0-1 0,-1-1 1 16,0-3 1-16,-1 2-1 0,1 5-3 0,0-4 2 16,-3 2 1-16,4-1 0 0,-5 3-5 15,1-1 6-15,-1 0-4 0,-2 6 3 0,6-9-3 16,-4 6 3-16,-2 3 1 16,3-8-7-16,-3 8 7 0,4-6-3 0,-4 6-1 15,2-7-2-15,-2 7 6 0,3-8-5 16,-3 8 4-16,0 0 0 0,0 0-2 0,1-10-2 15,-1 10 10-15,0 0-5 0,2-7-1 16,-2 7-4-16,2-8 1 0,-2 8-1 16,0 0 3-16,0 0-3 0,2-9-1 0,-2 9 6 15,0 0-3-15,0 0 0 0,0 0 1 16,0-8-3-16,0 8-1 0,0 0-4 0,0 0 2 16,0 0 1-16,-6-7 9 15,6 7-6-15,0 0-11 0,-26 1 26 0,8 4 8 0,-9-1 7 16,-7 6 4-16,-6-2 4 15,-11 3 14-15,-3 5 11 0,1-1-2 0,3 1 0 0,2 0 10 16,11-7-4-16,4 2 0 16,6-2-4-16,7-4-7 0,4 1-7 0,2 0 0 15,2-1-5-15,2-2-2 0,1 1-2 16,9-4 14-16,-14 5 16 0,14-5 8 0,0 0-11 16,0 0-7-16,0 0-9 0,0 0-2 15,0 0-7-15,54-7-2 0,-29 2 0 16,2 0-6-16,9-3-7 0,0 1-1 0,-8 5-3 15,-1-2-4-15,0 1-6 0,-5-1-1 16,-1 3 1-16,1 1-2 0,-8 0-4 0,6 0-2 16,-6 1 2-16,2 3 1 15,1 1 0-15,0 2-1 0,3 3-1 0,-4 0-4 16,9 5 3-16,-2 3 1 0,2-1-2 16,-1 0 0-16,-2 0 1 0,-5-3 1 0,0 0-6 15,-3-5 8-15,-1 3-5 0,-2-4 1 16,-1-2 0-16,-5 3-3 0,5-3 1 0,-7-2 1 15,6 2-2-15,-6-2-2 0,3 0-17 16,-6-4-28-16,5 5-41 0,-5-5-58 0,0 0-76 16,0 0-98-16,0 0-90 0,-16 8-112 15,16-8-182-15,-25-11 66 0,9 5-438 16,5-6-546-16</inkml:trace>
  <inkml:trace contextRef="#ctx0" brushRef="#br0" timeOffset="132874.13">21591 11455 2652 0,'-6'-12'-195'0,"4"3"29"0,-1 0 43 0,1-2 31 16,-4 4 33-16,4-1 25 0,-4 2 19 0,-1-2 12 16,-1 2 7-16,-3 0 10 0,-6 2 16 15,-5 2 9-15,-5 3 20 0,-12 4 16 16,-5 5 19-16,-7 6 5 0,-5 7 15 0,4 3 11 15,-4 6 15-15,4 7 7 0,-10 9 0 16,13-9-4-16,4 2 3 0,5 2-8 0,7 2-2 16,6 0-2-16,7 4 12 15,6 1-7-15,11-8-9 0,3 1-11 0,3-4-2 16,11 9-3-16,6-5-3 0,2-1-8 16,4-6-6-16,9 0-7 0,1-5-9 0,3-2-7 15,6-4-6-15,5-7-7 0,0-1-4 16,8-1-4-16,-3-9-2 0,-5-1-4 0,-1-4-5 15,1-2 7-15,-2-5 13 0,5-5 7 16,-2-6 2-16,-3-7 0 0,-1-3-4 0,-2-6-3 16,-5-9 0-16,-4-5-4 0,-6-5-6 15,-1-3-6-15,-6 2-9 0,-8 0-3 0,-5 2-6 16,-10 9-2-16,-7 2-6 16,-4 4 0-16,-10-4-1 0,-10 8-9 0,-5 4 0 15,2 10-2-15,-4 5-4 0,-4 3-2 0,-3 4-20 16,-2 5-34-16,0 4-59 0,-1 0-75 15,-3 6-89-15,2 5-98 0,-3-1-111 16,7 3-191-16,6-1-12 0,-3 5 78 16,2 3-386-16,10-3-470 0</inkml:trace>
  <inkml:trace contextRef="#ctx0" brushRef="#br0" timeOffset="134105.78">18508 16058 2584 0,'9'-9'-89'0,"-2"1"33"16,2 3 32-16,-5 1 20 0,-4 4 18 15,3-7 4-15,-3 7 7 16,0 0 22-16,0 0 29 0,0 0 26 0,-23 22 8 15,-2-1 22-15,-2 3 1 0,-7 5 0 16,-4 3 11-16,0 1 2 0,1-2-18 0,0 2-4 16,1-2-10-16,1 0-16 0,7-9-8 15,1 2-7-15,2-5-8 0,5-1-6 0,0-6-6 16,6 2-12-16,3-5-4 0,4-3-8 16,1-2-23-16,-2-4-40 0,8 0-35 15,0 0-42-15,-9-12-23 0,7-2-6 0,4-3 3 16,2-7 5-16,1-10 7 0,5-5 10 15,-1-1 11-15,4 5 20 0,-1 0 31 16,-2 4 28-16,-3 8 26 0,1 6 16 16,-4 4 6-16,2 2-3 0,-3 3 4 0,7 3 23 15,-2 3 14-15,-8 2 13 0,29 8-14 16,-6 8-1-16,4 3-11 0,7 10 3 0,2 1-10 16,-2 5-10-16,-2 0-10 0,0-1-17 15,-3-2-19-15,-6-6-30 0,-3-2-35 16,0-4-38-16,-5-2-43 0,-5-6-43 0,-3-4-62 15,-1 2-85-15,-1-8-175 0,-1 2 9 16,-4-4-144-16,0 0-148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3:44:03.3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1321 4946 1249 0,'0'-4'414'0,"0"4"-114"0,0 0-78 16,0 0-44-16,0 0-34 0,0 0-5 0,0 0 9 15,-47 29 21-15,26-4 21 0,-6 13 11 16,3 3-4-16,-1-2-5 0,10-4-10 0,4-2-20 16,5 1-9-16,8-7-9 0,9 4-3 15,12-3 2-15,19-1 1 0,19-3-8 16,34-5-14-16,16-13-10 0,7-4-5 0,11-7-15 15,9-9 2-15,2-2-11 16,2-11-6-16,1 2-8 0,-5-11-8 0,-5-2-6 16,-6 3-24-16,-5-2 3 0,-11 4-7 15,-16 2 0-15,-28 9-3 0,-10 3-4 16,-8 6-2-16,-17 2-3 0,-7 3-1 0,-6 3-7 16,-6 2-11-16,-1-1-16 15,-4 1-25-15,-8 3-34 0,17-4-58 0,-17 4-48 0,8-2-64 16,-8 2-76-16,0 0-91 15,3 14-155-15,-6-4-82 0,-1 8 75 0,-6 9-366 16,-5 7-423-16</inkml:trace>
  <inkml:trace contextRef="#ctx0" brushRef="#br0" timeOffset="499.67">1488 7496 2738 0,'-4'6'-15'0,"-3"-4"10"0,0 5 1 0,5 2 9 0,-1 2 16 16,1-1 16-16,2 2 15 0,5-2 29 15,7 4 21-15,17-1 20 0,9-1 12 16,21-8 18-16,11-7 2 0,11-11-6 0,25-14 8 15,8-4-9-15,-1-7-12 0,4-6-12 16,-6-1-14-16,0-1-7 0,-12 3-6 16,-9 1-9-16,-14 7-20 0,-29 14-7 0,-2-1-8 15,-17 10-3-15,-7 3-3 0,-6 1-5 16,-2 3-5-16,-1 1-6 0,-4 0-6 0,-1 1-11 16,1 1-26-16,-8 3-38 0,0 0-40 15,0 0-60-15,0 0-52 0,0 0-62 0,2 16-95 16,-10-2-176-16,-3 2-48 15,-5 11 66-15,1 2-272 0,-4 3-279 0</inkml:trace>
  <inkml:trace contextRef="#ctx0" brushRef="#br0" timeOffset="1067.98">1844 8892 2343 0,'0'15'62'0,"0"-1"23"0,0-5 11 0,6-3 21 16,-1 0 24-16,9 1 19 0,9-7 15 0,3-2-2 15,28-9-2-15,7-7-7 0,5-6-3 16,13-9-10-16,4 0-10 0,-3-2-12 0,-13 9-15 16,-8 2-12-16,-9 2-10 0,-14 6 0 15,-4 4 5-15,-9 2 8 0,-6 3 1 0,-1 2 0 16,-5-1-3-16,-1 2-12 0,-3 2-3 15,-7 2-13-15,13-3-5 0,-13 3-11 16,12-6-4-16,-12 6-26 0,8-1-33 16,-8 1-48-16,0 0-66 0,9-5-70 15,-9 5-84-15,8-2-90 0,-8 2-132 0,0 0-154 16,0 0 57-16,0 0-404 0,0 0-470 16</inkml:trace>
  <inkml:trace contextRef="#ctx0" brushRef="#br0" timeOffset="3648.31">3161 8950 2574 0,'-11'-10'-96'0,"1"0"64"0,0 1 21 0,3-1 18 16,0 2 20-16,-4-1 17 0,6 1 24 15,-2-2 24-15,-1 2 10 0,3 1 9 16,-2 1-6-16,3-2-12 0,1 4-6 0,-1 0-15 16,4 4-7-16,-4-8-6 0,4 8-5 15,0 0-7-15,0 0-4 0,0 0-3 0,0 0-4 16,0 0-3-16,0 0-4 0,36 14-8 16,-14-2 3-16,8-3-1 0,4 5-6 15,13 5 2-15,3-3 4 0,6 1-3 0,8 1-4 16,5 5 4-16,28-1-4 15,6 4-1-15,3-4-6 0,2 3 10 0,0-8-11 16,-1 4 8-16,-3 1-6 0,0-3 3 16,-7 1-4-16,-2-3-6 0,-18-2 7 0,-2-1-4 15,0 0 3-15,-3-1-6 0,-2 1 1 16,-3 0-2-16,-1-3 4 0,-4 3 1 0,-4-3 0 16,0-1-2-16,-1-2 1 0,0 1 2 15,-12-4-7-15,-2 2 2 0,2-2-1 16,-6 3-1-16,-1-4 2 0,-4 1-2 0,-5 0 0 15,-4 0 2-15,-2-1-2 0,0 2-3 16,1 0 1-16,1 0 3 0,11 0 9 0,3 2-5 16,2 1-5-16,3-1 8 0,11 4-5 15,1-1-8-15,3-1 12 0,2 1-3 16,2 1-10-16,1-2 0 0,3 2-6 16,0-3-4-16,-2 4-3 0,2-1-4 0,-5 0-6 15,-1-2-4-15,0 3 0 0,-2-3 5 16,2 2-2-16,0-3-2 0,2 0 1 15,0 0 3-15,0 0 6 0,0-1 1 0,-1 2 3 16,-1-3-3-16,5 3 0 0,1-2 4 16,-3-2-2-16,5-1 2 0,-1 2 5 0,1-4-1 15,1 3-7-15,-1 0 0 0,2-4-2 16,1 1 4-16,0 1-3 0,1-2-3 0,-1 0 4 16,3 0-3-16,-3 0 4 0,2 0 3 15,3 1 0-15,-5-2 3 0,2 1-1 16,0 2 4-16,-1-2-2 0,-4 2 4 15,-1-1-2-15,0 3 3 0,4-2 1 16,-6-1 3-16,1 0 1 0,-1 3-6 0,1-6 5 16,-6 6-3-16,2-2-1 0,-14-3-5 15,3 3-4-15,-3-2 2 0,5 1 1 0,7-2-3 16,-11 1 1-16,-1 2-3 0,10-1 7 16,-10 1-2-16,1-1 3 0,-1 1-3 0,3-3 0 15,2 1-2-15,7 0-5 16,0 2-6-16,-10 0-2 0,-2-2-5 0,14 1 3 15,-13-1 4-15,11 1-3 0,-11-1 4 16,1 0 0-16,-1 0 2 0,-2-1 3 16,2-1 1-16,-2 0 4 0,1-1 0 0,-1 1-1 15,0-2 3-15,0-2 0 0,-5 1 1 16,1 1 0-16,-4-3 0 0,3 0-7 0,-7 2-10 16,0-2-6-16,0-1-5 0,-6 3-4 15,6-2 0-15,-3-1-2 0,2 2 3 0,1-2 0 16,2 1 1-16,-2 2 2 0,1-2 3 15,0 1 4-15,3-2 4 0,2 2 5 16,0-2-4-16,3 2 6 0,4-1 0 0,6-2-3 16,2 0 9-16,-2-3 0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3:44:22.3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4624 10206 1319 0,'10'-4'191'0,"-10"4"-67"0,8-4-16 0,-8 4-5 0,9-5-1 0,-9 5 2 0,10-5-1 16,-4 2-3-16,-1-1 9 0,-5 4 11 0,6-5 9 16,-6 5 5-16,0 0 2 15,7-7-7-15,-7 7 1 0,0 0-12 0,0 0-7 16,0 0-9-16,0 0-4 0,0 0 1 15,0 0 4-15,-45 12-2 0,13 0 4 0,-13 11 2 16,-4 2 9-16,-12 6 3 0,-19 12 8 16,-11-1 7-16,-8 7 1 0,-5 1 1 0,-2 1 0 15,-3-2 3-15,5-2-1 16,3 0-2-16,3-5-1 0,6-2-6 0,9-1-11 16,22-10-13-16,4-2-4 0,5-1-18 15,9 1-4-15,0-6-8 0,11-1-8 16,3-3-6-16,4-3-5 0,7-1-4 0,2-3-5 15,3-3-8-15,1 3 0 0,3-6 12 16,2 3 9-16,-1-2 5 0,0-2 7 0,2 1-9 16,1-1-1-16,5-3-2 0,-11 5-8 15,11-5-3-15,-7 6-4 0,7-6-6 0,-7 1 7 16,7-1-50-16,0 0-49 0,0 0-52 16,-9 3-59-16,9-3-68 0,0 0-91 0,0 0-102 15,-6 6-117-15,6-6-208 0,-2 7 53 16,2-7 66-16,0 0-454 0,8 10-559 15</inkml:trace>
  <inkml:trace contextRef="#ctx0" brushRef="#br0" timeOffset="584.59">4882 10981 3033 0,'0'0'-7'0,"-16"-4"37"0,16 4 31 0,-34 7 26 0,5 5 47 0,-16 9 30 16,-5 6 41-16,-5 0 24 0,-21 12 11 0,-2 8 15 15,-8 1 17-15,-6 4 0 16,-3 1-1-16,-6 5 2 0,-1 2 0 0,0 2-9 16,7-2-12-16,0-4-7 0,7-2-17 15,6-4-18-15,10-3-16 0,18-11-24 0,7 0-18 16,5-2-13-16,4-3-14 0,4 0-13 16,9-6-10-16,3 1-14 0,0-6-6 0,7-4-46 15,2-3-36-15,2-1 0 0,2-3 0 16,2-1 0-16,-2-1 0 0,4 0 0 15,-1-4 0-15,3 2 0 0,3-5 0 16,0 0 0-16,-11 4 0 0,11-4-3 0,0 0-220 16,0 0-54-16,-11-16-68 0,11 9-84 15,0-3-102-15,7-3-129 0,-1-2-136 16,1-1 61-16,4-2-691 0,5 5-876 0</inkml:trace>
  <inkml:trace contextRef="#ctx0" brushRef="#br0" timeOffset="1984.75">6355 6909 3555 0,'3'-6'-163'0,"-3"6"61"0,0 0 52 0,3-5 42 0,-3 5 38 0,0 0 46 16,0 0 38-16,0 0 25 0,0 0 19 0,0 0 17 15,0 0 2-15,0 0 3 0,0 0 0 16,0 0 4-16,0 0 4 0,0 0 6 0,0 0 4 16,0 0 0-16,0 0 9 15,-8-12-3-15,8 12-1 0,0 0-4 0,0 0-6 0,0 0-7 16,0 0-4-16,0 0-9 15,0 0-4-15,0 0-7 0,0 0-10 0,0 0-20 16,0 0-10-16,0 0-15 0,-4-6-7 16,4 6-6-16,0 0-15 0,0 0-8 15,0 0-38-15,0 0-33 0,0 0 0 0,0 0-80 16,-2-12-123-16,2 12-76 0,-2-7-90 16,1 3-109-16,1 4-127 0,-4-5-241 0,4 5 56 15,0 0 93-15,0 0-610 0,0 0-766 16</inkml:trace>
  <inkml:trace contextRef="#ctx0" brushRef="#br0" timeOffset="2817.29">4792 13788 3829 0,'0'0'11'0,"0"0"24"0,0 0 25 0,-12 1 35 0,12-1 31 0,0 0 26 16,0 0 11-16,0 0 1 0,0 0-3 16,0 0-12-16,0 0-11 0,0 0-9 15,0 0-17-15,0 0-6 0,0 0-12 16,0 0-6-16,0 0-9 0,0 0-8 0,0 0-10 15,0 0-6-15,0 0-8 0,12-20-23 16,-12 20-36-16,8-7-45 0,-3 4-60 0,-5 3-92 16,7-8-110-16,-7 8-142 0,4-8-216 15,-4 8 15-15,1-6 72 0,-1 6-378 16,0 0-445-16</inkml:trace>
  <inkml:trace contextRef="#ctx0" brushRef="#br0" timeOffset="11135.02">11203 6385 2463 0,'0'0'-72'15,"-11"4"24"-15,11-4 32 0,-10 0 29 0,10 0 25 0,0 0 26 0,-11 3 28 0,11-3 10 16,0 0 15-16,-10 0 2 0,10 0 7 15,0 0 7-15,0 0 5 0,0 0-3 0,0 0-12 16,0 0-8-16,-6-7-12 0,6 7 2 16,0 0-14-16,8-14-2 0,0 8-10 0,-3-1-4 15,3-1-5-15,0 0-13 16,3-2-1-16,0 2-7 0,3-1-3 0,3-2-7 16,0 2-4-16,4-2-2 0,6-1-6 15,7-1-2-15,1 3-2 0,1-2-1 0,1 6-2 0,4-3-6 16,1 3 1-16,-3 0-1 15,6-1-1-15,-4 6-1 0,4-3-8 0,-2 2 7 16,-1 1-6-16,2-1-1 0,-10 2 3 16,10 0-2-16,-2 0 1 0,1 0-3 15,-2 0 2-15,-1 2 1 0,-8-2-2 0,1 0 4 16,-5 1-3-16,10 1-2 0,-6 0 0 16,-3 0-3-16,0 1 4 0,-3 0 1 0,1-1 2 15,0 2 19-15,-2-1 0 0,-1 0 1 16,-3-1-2-16,1 1 3 0,-8-3 3 0,0 2 2 15,-1 0 2-15,-4 0 0 16,3-1 3-16,-2-1-10 0,-10 0 1 0,13 2-4 16,-13-2-5-16,13 2 2 0,-13-2-5 15,10 1 1-15,-10-1-4 0,8 2 0 0,-8-2-6 16,0 0-20-16,9 4-12 0,-9-4-47 16,0 0-29-16,0 0-62 0,0 0-66 15,0 0-80-15,-16 8-94 0,16-8-192 0,-12 0-7 16,12 0 69-16,-13-5-255 0,13 5-276 15</inkml:trace>
  <inkml:trace contextRef="#ctx0" brushRef="#br0" timeOffset="11465.08">12632 6159 2308 0,'-9'-7'51'0,"3"2"21"0,-2 1 18 0,8 4 13 0,-7-5 16 0,7 5 20 16,0 0 4-16,-6-3-8 0,6 3-9 0,0 0-1 16,0 0-2-16,0 0-8 0,40 12-12 15,-24-3-6-15,2-1-8 0,1 4-5 0,6 5-3 16,-3 2-8-16,-8-2-5 0,-3-3-6 16,-2 2 6-16,-7-5 6 0,0 5 11 15,-8-1 6-15,-1 3 0 0,-4-1-8 0,-1-3 1 16,-12 7-10-16,-1 0-10 0,1-5-5 15,-3-1-4-15,5-3-7 0,2-2-6 16,1 2-5-16,0-3-24 0,4-3-30 0,2 1-35 16,-3 0-37-16,7-2-43 0,-1 0-54 15,-2 1-58-15,3-3-82 0,0-1-109 16,1-1-169-16,8-1 36 0,-13 0-324 0,13 0-373 16</inkml:trace>
  <inkml:trace contextRef="#ctx0" brushRef="#br0" timeOffset="13214.97">13023 7043 2351 0,'0'0'-41'0,"-6"-5"41"0,6 5 37 0,0 0 34 0,-5-3 38 0,5 3 32 0,-7-4 37 0,7 4 24 16,0 0 9-16,-3-8 10 0,3 8 10 15,0 0 8-15,-4-5 4 0,4 5-2 0,0 0-1 16,0 0-7-16,-4-10-4 0,4 10-3 15,0 0-8-15,0 0-18 0,0 0-12 0,0 0-14 16,0 0-26-16,0 0-13 16,0 0 4-16,0 0 0 0,0 0 4 0,-11 20-9 15,9-8-4-15,-4 5-4 0,0 3-5 16,3-6-2-16,-5 7-4 0,3-1-10 0,-4 1-6 16,6-1-4-16,-5-1-2 0,5-4-12 15,-3 2-4-15,2-2-27 0,3-4-50 0,-6 1 0 16,5-2 0-16,0-3 0 0,1 1 0 15,-3-1 0-15,2 1 0 0,2-8 0 0,-2 9 0 16,0-6 0-16,2-3 0 0,0 0 0 16,-2 11 0-16,2-11 0 0,0 0-84 15,-1 6-212-15,1-6-89 0,0 0-93 16,0 0-85-16,0 0-106 0,0 0-134 16,0 0 61-16,0 0-677 0,9-18-869 0</inkml:trace>
  <inkml:trace contextRef="#ctx0" brushRef="#br0" timeOffset="13614.74">13206 7165 3845 0,'0'0'-57'0,"0"0"45"0,0 0 36 0,0 0 47 0,0 0 38 16,-13-2 40-16,13 2 26 0,-16 10 19 15,5-2 5-15,1 1 9 0,-1 4 8 16,-2 3 3-16,1-4-5 0,1 3-1 16,-1-1-8-16,4 0-8 0,1 1-20 0,2-1-4 15,-1-1-19-15,1 2-3 0,5-6-4 16,0 1-12-16,0 1-11 0,5-1-8 0,2-2-10 16,4 2-10-16,3-4-8 15,-1-2-9-15,3 0-6 0,-1-4-5 0,1-3 2 0,-2 2 1 16,2-7 1-16,1 0-4 0,-4-4-14 15,0-3-54-15,-3-4 0 0,2-7 0 16,-5 2 0-16,-1 5 0 0,-5 1 0 0,-1 2 0 16,-3 1 0-16,-7 0 0 0,-2 3 0 15,-4 2 0-15,-5 2 0 0,-3 5-175 16,1-1-91-16,-4 2-73 0,0 4-97 0,0-2-93 16,2 6-106-16,0-4-178 0,9 1 70 15,-4 3 83-15,5 0-563 0,3-1-685 0</inkml:trace>
  <inkml:trace contextRef="#ctx0" brushRef="#br0" timeOffset="15516.72">10395 7254 3087 0,'0'0'-154'0,"0"0"39"0,0 8 31 0,0-8 21 0,0 0 20 0,0 0 23 0,0 6 19 15,0-6 24-15,0 0 19 0,0 0 17 16,0 0 12-16,0 0 16 0,0 0 12 0,0 0 13 15,0 0 4-15,0 0 1 0,0 0-4 16,0 0-7-16,0 0-5 0,0 0-14 0,0 0-2 16,0 0-11-16,0 0-11 0,0 0 1 15,0 0-13-15,0 0-7 0,0 0-4 0,0 9-20 16,0-9-25-16,0 0-38 0,0 0-26 16,0 0-26-16,0 0-22 0,-2 6-30 15,2-6-47-15,-2 6-59 0,2-6-99 0,-4 8-167 16,4-8 31-16,-2 7-158 15,2-7-143-15</inkml:trace>
  <inkml:trace contextRef="#ctx0" brushRef="#br0" timeOffset="17380.84">10706 9595 1816 0,'0'0'26'0,"0"0"28"0,0 0 31 0,-2-7 32 0,2 7 30 0,0 0 36 0,0 0 25 16,0 0 26-16,-2-7 13 0,2 7 2 15,0 0-1-15,0 0-1 0,0 0-6 0,0-6 2 16,0 6-12-16,0 0-13 0,0 0-8 16,0 0-17-16,0 0-15 0,0 0-7 15,2-9-19-15,-2 9-10 0,0 0-13 16,0 0-19-16,0 0-3 0,6-7-11 0,-6 7-13 15,0 0-5-15,5-9-9 0,-5 9-9 16,6-6-2-16,-6 6-9 0,7-9 10 0,0 6-8 16,-7 3-2-16,3-9 1 0,-3 9-4 15,6-8-5-15,-6 8-4 0,4-4-1 0,-4 4-4 16,0 0 2-16,7-7-3 0,-7 7-1 16,0 0-12-16,0 0-3 0,4-6-2 15,-4 6 2-15,0 0-4 0,0 0-2 0,0 0-5 16,0 0 0-16,0 0 3 0,0 0-5 15,0 0-2-15,0 0 3 0,0 0 1 16,0 0-7-16,0 0 4 0,0 0 5 16,-4 25-4-16,2-13-3 0,-2 5 1 0,3 6 9 15,-3-1-3-15,0 0 1 0,2 5 1 16,0-3-8-16,2 3 1 0,0 0 4 0,-1 0-3 16,-4-1 1-16,5-2 8 0,-4 0 16 15,2-2 0-15,1 0 12 0,-3-5 11 0,0 1 5 16,2-3 12-16,-1-3 11 0,-3 0 9 15,1-2 9-15,2-1 10 0,-3 1 7 0,-1-4-4 16,1-2-109-16,1 1 0 0,5-5 0 16,-16 7 0-16,7-4 0 0,9-3 0 0,-20 2 0 15,9 0 0-15,11-2 0 0,-23 4 0 16,14-2 0-16,9-2 0 0,-16 0 0 16,16 0 0-16,-13 2 0 0,13-2 0 15,0 0 0-15,0 0 0 0,0 0 0 0,-12 2 0 16,12-2 0-16,0 0 0 0,0 0 0 15,50 4 0-15,-25-3 0 0,11 5 0 0,0-2 0 16,2 1 0-16,1 0 0 0,-9-1 0 16,-3-1 0-16,-6-3 0 0,-2 1 0 0,-4 1 0 15,-1 0 0-15,-3-2 0 0,-4 0 0 16,-7 0 0-16,19 1 0 0,-19-1 0 0,14-1 0 16,-8-3 0-16,-1 0-191 0,-1-2-379 15,-4 6-122-15,-2-12-203 0,0 5 72 16,-3-1 96-16,-3-5-733 0,-4-3-909 15</inkml:trace>
  <inkml:trace contextRef="#ctx0" brushRef="#br0" timeOffset="17784.9">10523 9370 4113 0,'-29'0'-134'0,"-1"5"47"0,-6 5 43 0,-12 4 48 0,-2 13 39 0,-1 4 30 0,3 10 20 16,-9 11 8-16,17-5 8 0,2 2 0 15,6 4 0-15,5 5-6 0,10 0-5 0,5 5-3 16,9-5-8-16,8-3-6 0,12 2-3 16,10-4-7-16,9-2-6 0,19 7-4 0,8-10-7 15,8-7-7-15,5-6-6 0,-10-14-7 16,7 1-3-16,-1-10-5 0,9-7-2 15,0-9 1-15,1-5-2 0,15-11 0 0,-22 3 0 16,9-16 3-16,-8-4 21 0,-8-8 33 16,-9-6 38-16,-9-10 25 0,-17 5 8 0,-5-23-7 15,-13-10-11-15,-10 9-5 16,-14-22-19-16,-7 1-11 0,-9 6-12 0,-11 16-14 0,-7 8-9 16,0 27-17-16,-9 11-7 15,-11 9-6-15,-7 10-24 0,-7 8-55 0,0 12-69 16,-2 8-72-16,-18 10-97 0,6 10-108 15,3 2-139-15,14 9-231 0,7-1 47 0,20-5 83 16,2-4-538-16,7 1-636 0</inkml:trace>
  <inkml:trace contextRef="#ctx0" brushRef="#br0" timeOffset="19147.41">14949 14423 4389 0,'-13'-6'167'0,"13"6"25"0,-7-4 8 0,7 4-2 0,0 0-20 15,-10-3-24-15,10 3-27 0,0 0-28 0,0 0-18 16,0 0 2-16,0 0 21 0,-19 15-1 15,16-6-11-15,-3 3-2 0,1 1-1 16,2 1 8-16,-1 0-3 0,0-1-7 0,2 1-6 16,1-2-5-16,-1 1-5 0,0-3-7 15,2-1 5-15,-2-1 7 0,0-2 4 0,2-6 12 16,2 12 9-16,-2-12-5 0,7 7-12 16,-7-7-8-16,11 0-7 0,-11 0-8 0,24-7-2 15,-15 1-12-15,5 0-5 0,-5 0-2 16,0 1-2-16,1-1-8 0,0 1-3 15,-10 5-7-15,11-5-11 0,-11 5-5 16,6-2 0-16,-6 2 3 0,0 0-1 0,0 0 2 16,6 18-4-16,-6-9 0 0,-4 1 0 15,4 1-3-15,-2 3-3 0,0-3-9 16,0 3-15-16,2 1-12 0,0-3-24 0,-2 2-35 16,0-3-31-16,0 0-37 15,2-3-44-15,0 2-43 0,-2-2-54 0,2-2-55 0,0-6-57 16,2 7-67-16,-2-7-66 0,0 0-97 15,0 0-42-15,0 0-543 0,0 0-695 0</inkml:trace>
  <inkml:trace contextRef="#ctx0" brushRef="#br0" timeOffset="19466.64">15019 14291 3250 0,'-20'-7'-89'0,"1"6"65"0,-2 2 68 15,-5 4 70-15,-9 7 48 0,-11 7 31 16,5 8 26-16,1 3 17 0,1 6 9 0,5 5 4 15,5 0 1-15,6 5-12 0,5-3-7 16,10-5-11-16,6-1-16 0,6 2-20 16,7-3-18-16,5-4-9 0,10 6-23 0,7-7-6 15,-1-11-18-15,3-3-10 16,2-2-9-16,5-12-14 0,2-6-10 0,3 0-7 16,7-11-3-16,3-2-31 0,1-9 1 15,-7-4-4-15,0-6-8 0,-3-8 5 0,1-15-7 16,-12 5 0-16,5-15-5 0,-14 8-7 15,-6 0 0-15,-8-1-8 0,-3 3-4 0,-11 12-2 16,-7 5-10-16,-11 1-13 0,-11 5-14 16,-7 11-23-16,1 9-36 0,-9 6-35 0,-4 9-47 15,-2 0-49-15,-17 13-74 0,1 3-77 16,4 5-113-16,-3 3-178 0,0 2-18 16,8 5 78-16,3-1-436 0,5 2-530 0</inkml:trace>
  <inkml:trace contextRef="#ctx0" brushRef="#br0" timeOffset="26162.2">13347 7149 2703 0,'2'-6'-135'0,"-2"6"37"0,0-9 39 0,0 9 35 0,0-8 34 0,0 8 22 0,0-12 21 0,0 5 16 16,0-1 16-16,0 8 2 0,0-13-4 0,0 6-1 15,0 0-1-15,0 7 6 0,2-10-9 16,-2 4-6-16,0 6-4 0,0-11-7 0,0 11-5 16,-2-7-7-16,2 7-5 15,-2-10-2-15,2 10-9 0,-3-7-7 0,-4 2 3 16,2 2-2-16,-3-2-2 0,1 0-1 0,-2-1-5 15,0 1 2-15,0 0-4 0,-1-3-9 16,-3 2 6-16,0 0-3 0,-3-1 0 16,1 0 1-16,2 0-6 0,-4-3 2 15,1 5 1-15,2-2-3 0,-6-2 2 0,4 3 0 16,2 0-4-16,-6 1 0 0,5-3-4 16,0 4 1-16,0-2 0 0,-3 1 1 0,5 2 3 15,1-1-3-15,-2 1-2 0,1-1 0 16,-5 2 4-16,4 0-5 0,-2-2 7 0,-4 3-5 15,2-2-3-15,-2 3 4 0,-1-3-1 16,5 3 2-16,-6 0-5 0,3 3 3 16,0-3 1-16,0 0-3 0,2 4 3 15,0-2 0-15,0 4 0 0,0-4 5 0,1 3 1 16,-1 2-6-16,3-2 0 0,1 1-1 16,-1 0 0-16,0 2 9 0,1-1-5 0,-1 1 4 15,1-2 2-15,1 4 4 0,1-5 5 16,0 7-4-16,3-2 8 0,-2 0-5 15,-1 0 4-15,1 1-2 0,1-1 3 0,2 2-2 16,-1 2 3-16,-2-2-2 16,4 1-5-16,-1 1-1 0,3 0-2 0,-4 1 4 0,2-1-2 15,1 1-1-15,1 1 10 16,1-1 0-16,-3 1-6 0,4-1 5 0,-3 1-4 16,4 1 1-16,-3-2-2 0,2 1 0 15,2-1 1-15,0 0 1 0,0-1 3 0,0 2 3 16,0-1 12-16,2 1 2 0,2-1-1 15,-3 1 5-15,4-1 10 0,3 0 8 0,-3-3 2 16,2 5 4-16,7-1 5 0,-3 0-1 16,5-2 5-16,4 6-2 0,5-4 0 0,-2 2-2 15,4-2-6-15,2-3-1 0,0 1-2 16,-1-3-5-16,3 2 4 0,-1-1-2 0,-6-2-5 16,7 0-5-16,-6-1-1 15,-2-1-6-15,-2-4-3 0,1 1-4 0,-1 1-1 16,2-2 5-16,-4 0 12 0,0-1 3 15,-1 0 9-15,0 0 3 0,0 0-1 16,0-2 6-16,0-1-2 0,1 2 3 0,0-4-7 16,-2 2 0-16,2-1 0 0,0-1 2 15,1 1-5-15,-4-2-7 0,4 0-1 0,-4 0-5 16,4-3-10-16,-3 4 1 0,0-4-4 16,0 1-3-16,0 1-5 0,1-4 2 0,-4 3-12 15,2 0 7-15,-3-2 1 0,-1 1 0 16,1-2 2-16,-1 1 0 0,-1-2-5 0,0 1-1 15,1 0-4-15,-3-3 0 0,3-2-5 16,-2-1 1-16,-1-2-2 0,2-1-3 16,-1 0 0-16,-2-2-4 0,-3 4-7 15,2-2 2-15,0-4-3 0,-3 6 3 0,-2 1-4 16,-2-3 3-16,-2-1-7 0,-4 3 0 16,1-6 4-16,-2 6 0 0,-2-1 1 0,0 1-4 15,-2 3-1-15,0 2 4 0,-1 0-31 16,-1-5-31-16,2 7-59 0,-3 2-63 0,2-1-78 15,-4 3-117-15,1-2-109 0,1 6-136 16,-1-2-193-16,0 2 74 0,-2 0 76 16,1 2-512-16,2-2-644 0</inkml:trace>
  <inkml:trace contextRef="#ctx0" brushRef="#br0" timeOffset="37327.58">17486 14055 1103 0,'0'0'228'0,"0"0"-40"0,9-2-21 0,-9 2-9 0,0 0 3 0,9-3 0 0,-9 3-3 0,0 0 0 16,0 0 8-16,0 0 3 15,0 0-5-15,0 0-5 0,0 0-4 0,13-5-7 16,-13 5-8-16,0 0-3 0,0 0-21 16,0 0-2-16,0 0-11 0,0 0-5 0,0 0-6 15,0 0-4-15,0 0-9 0,0 0-5 16,3-5-7-16,-3 5-8 0,0 0-2 0,0 0-9 16,0 0-2-16,0 0-8 0,0 0-2 15,0 0-2-15,0 0-7 0,0 0-4 0,0 0-1 16,0 0-2-16,0 0-1 0,-30 0-4 15,30 0-2-15,-17 3 1 0,5-3 1 16,1 2-5-16,-1 0 3 0,-5 4-3 16,2 0 8-16,-6 2 3 0,-9 1-3 0,1 4 15 15,2 3 4-15,1-3 3 0,-1 3 4 16,0-1-1-16,10 1 1 0,-7 1-1 16,4-4 1-16,5 1-6 0,1-2 0 0,2 0 2 15,-1-2-2-15,6 2-2 0,0-1-7 16,-1-2 1-16,5-1 4 0,-2 2 4 0,5-2 2 15,0 2-1-15,7-3-1 16,-2 1 0-16,2-1-7 0,4 2-1 0,3-4-2 16,1-1-2-16,-1 0-2 0,-1 0-4 15,1-4 0-15,-1 0-3 0,-1 0 0 0,1-2 5 16,-4 0-1-16,-1-2-5 0,0 0 4 16,-3 0 0-16,1 1-4 0,-3-3-1 0,-3 6-4 15,2-12-2-15,-2 6-2 0,0 6 0 16,-2-11 1-16,-1 6-6 0,-3 0 1 0,2-1 0 15,-1 4-11-15,5 2-16 0,-14-9-22 16,9 6-23-16,-3 0-32 0,8 3-36 16,-12-4-50-16,12 4-60 0,-13-2-52 0,13 2-56 15,-13-2-77-15,13 2-137 0,-14-4-79 16,7 2 68-16,7 2-312 0,0 0-374 0</inkml:trace>
  <inkml:trace contextRef="#ctx0" brushRef="#br0" timeOffset="37827.51">17385 13818 2223 0,'-15'-5'-120'0,"-2"0"36"0,-1 2 41 0,4 3 41 0,-8 3 37 0,-2 4 37 0,-13 7 27 15,-11 8 25-15,1 7 18 0,-3 7 14 0,7 6 10 16,1 0 1-16,2 5 14 0,6 0-6 16,1 0-2-16,6 2-7 0,4 0-8 15,10-4-11-15,1-5-12 0,9 1-5 0,3-1-8 16,3-4-10-16,9 0-10 0,9 3-7 15,6-1-7-15,5-5-9 0,9-4-8 0,0-3-2 16,5-9-11-16,3 1-6 0,-4-9-3 16,4-6-4-16,-1-3-1 0,13-6-7 15,0-6 0-15,-4-8-5 0,-2-3-4 16,-6-8-3-16,-3-5-2 0,-6-9 1 0,-4-3-5 16,-5-3 0-16,-5-7-2 0,-1-4-2 15,-10-2 2-15,-1 2-3 0,-5 2-5 16,-7 2-1-16,-6 13 0 0,-1 5-5 0,-6 3-2 15,-7 8 0-15,-5 5-14 0,-4 7-12 16,-1 5-25-16,-3 7-39 0,3 5-49 0,-16 7-70 16,-8 7-69-16,5 1-96 0,-3 5-106 15,5 1-162-15,3-1 56 0,6 5-315 0,5-7-381 16</inkml:trace>
  <inkml:trace contextRef="#ctx0" brushRef="#br0" timeOffset="40976.32">15155 11405 2264 0,'0'0'-119'0,"-9"-2"42"0,9 2 21 0,0 0 22 0,0 0 23 15,0 0 23-15,-9-2 20 0,9 2 13 16,0 0 12-16,0 0 11 0,0 0 3 16,0 0 9-16,0 0 2 0,-10-4 3 15,10 4 1-15,0 0 6 0,0 0-1 16,0 0 1-16,0 0-10 0,0 0 4 0,0 0-4 16,-8-4 2-16,8 4-3 0,0 0 0 15,0 0-15-15,0 0 1 0,0 0-13 0,0 0 0 16,0 0-18-16,0 0 8 0,0 0-4 15,0 0-2-15,0 0-4 0,0 0-4 0,0 0-1 16,0 0 4-16,0 0 10 0,0 0 4 16,0 0 5-16,-4-4 8 0,4 4 5 15,0 0 3-15,0 0 7 0,0 0 4 16,0 0 7-16,0 0-4 0,0 0-2 0,0 0-5 16,0 0-4-16,0 0-4 0,0 0-5 15,0 0-4-15,0 0-3 0,0 0 1 16,0 0 0-16,0 0-3 0,0 0 1 0,0 0-2 15,0 0-1-15,0 0 6 0,0 0 0 16,0 0 0-16,0 0 3 0,0 0-3 0,0 0-6 16,0 0-3-16,0 0-7 0,0 0 2 15,0 0-13-15,0 0-4 0,0 0-6 0,0 0-1 16,0 0 4-16,0 0-7 0,-1 27 4 16,1-11-7-16,-2 3-2 0,0-1 2 0,0 6-3 15,0-2 3-15,0-1-2 16,2 1 1-16,-1-3-2 0,-4 0 1 0,3-2-2 15,0-1 1-15,0-3 0 0,2-1-1 16,0-2-2-16,0 1 2 0,-1-5-4 0,1 3 3 16,0-3 4-16,0-6 0 0,-2 12-4 15,2-12-13-15,2 6-27 0,-2-6-59 16,0 0-74-16,0 0-77 0,0 0-87 0,0 0-82 16,0 0-118-16,0 0-150 0,0 0 62 15,0 0-423-15,0 0-512 0</inkml:trace>
  <inkml:trace contextRef="#ctx0" brushRef="#br0" timeOffset="41393.16">15127 11210 2708 0,'-17'-1'-50'0,"-1"2"34"0,0 3 31 0,-13 5 38 0,-4 7 31 0,-4 7 34 0,-3 7 20 16,3 1 20-16,1 6 2 0,0 2 2 0,6 5-3 16,3 1 0-16,6-2-5 15,3-2-8-15,6-5-5 0,9-2-5 0,1 3-4 16,8-4-5-16,3 2-9 0,11-6-10 16,8 4-9-16,10-2-12 0,4-4-7 0,6-5-7 0,5-3-6 15,6-4-8-15,4-3-4 0,6-6-3 16,2-6 7-16,0-6-5 0,-7-6-7 15,-1-3-9-15,-1-4-2 0,-9-7-4 16,-4-4-5-16,-9-6-1 0,-1-6-2 16,-8-5-2-16,-7-7-2 0,-4-2-1 0,-7-6-4 15,-8-2-3-15,-5 2 0 0,-1 6-7 16,-6 0 1-16,-2 4-2 0,-3 17-3 16,-3 4-1-16,-2 6-15 0,-5 6-26 15,3 9-37-15,3 3-56 0,-2 6-68 0,-3 1-75 0,1 4-80 16,-3 2-102-16,6 2-203 15,2-1 36-15,3 1 70 0,5-2-306 0,3 0-346 16</inkml:trace>
  <inkml:trace contextRef="#ctx0" brushRef="#br0" timeOffset="45242.86">18648 5196 2162 0,'-16'13'-84'0,"16"-13"40"0,0 0 28 0,0 0 32 15,0 0 30-15,-11 2 29 0,11-2 22 16,0 0 15-16,0 0 3 0,0 0-6 15,0 0 5-15,0 0 9 0,0 0 13 16,0 0 2-16,39-12 2 0,-26 9 2 0,1 1-4 16,1 0-11-16,1 2-8 0,-4 0-18 15,1 2-9-15,3 0-4 0,-1 2-12 0,-3 0-3 16,1 3-9-16,-3 1-6 0,-3-2-9 16,1 4 7-16,-3 0-5 0,-1-1-3 0,-2 3 1 15,-2 0 0-15,0-2-8 0,-2 2 2 16,-2-2 2-16,2 2-7 0,-3-2-3 15,1 1-11-15,1-1 6 0,-1 0 0 16,-3-1-3-16,6-1-2 0,-3-1 3 0,0 1 3 16,4 1 8-16,0 1 6 0,0 0 3 15,4 2-2-15,-2-2 1 0,1 1 0 16,0 5-3-16,1-3-4 0,0 3-3 0,-4-4-3 16,1 2 1-16,-1-2 0 0,0 0 2 15,0 2 10-15,-1-2-7 0,-5-2 4 0,1 2 3 16,-2 0 3-16,-2-2 1 0,0-1-4 15,-2-3 0-15,4 2 0 0,-2-4-8 0,-1-2-3 16,-2 0-5-16,12-2-1 0,-23 0-2 16,12-4-3-16,0-2-13 0,-3-5-25 0,3 3-36 15,-3-6-43-15,3 0-50 16,-3 1-54-16,5-3-60 0,2 3-55 0,-2-4-59 16,0-1-64-16,6 3-96 0,1-1-99 15,2 3 54-15,3-5-301 0,8-1-358 16</inkml:trace>
  <inkml:trace contextRef="#ctx0" brushRef="#br0" timeOffset="45560.59">18763 5161 2360 0,'-6'-14'-30'0,"1"3"32"0,-4 1 29 0,-2 2 23 0,-3 4 29 0,-6 2 21 0,-5 4 28 0,-13 9 26 0,-10 6 16 16,-1 6 2-16,-1 2 5 0,2 4 1 15,-1 4-9-15,12 1-10 0,1 0-13 16,18-3-6-16,4 3-3 0,10 1 2 0,13 2-10 15,7 5-9-15,15-3-7 0,10-1-10 16,15-2-10-16,17 1-10 0,8-4-3 16,-10-11-11-16,1-5-8 0,5-2-4 0,1-9-7 15,-5-4-3-15,-9-5-3 16,-3-8-6-16,-3-4-2 0,-13-5-7 0,-6-9 2 0,-6-3-8 16,-16 1-3-16,-4-5-4 0,-10-2 0 15,-8-3-7-15,-15-9-9 0,-7 1-10 16,-7 5-16-16,-8 2-13 0,-7 8-24 0,-7 7-33 15,-5 10-38-15,-12 9-46 0,-4 10-65 16,-5 7-62-16,-19 6-88 0,2 11-174 16,8 3-81-16,6 9 79 0,9 6-333 0,6 4-383 15</inkml:trace>
  <inkml:trace contextRef="#ctx0" brushRef="#br0" timeOffset="77370.6">4960 8283 1768 0,'0'0'346'0,"0"0"-39"0,0 0-3 0,0 0-9 15,0 0-10-15,25 8-20 0,-25-8-18 0,0 0-17 16,0 0 6-16,0 0-1 15,0 0-4-15,7 8-7 0,-7-8-10 0,0 0-12 16,0 0-37-16,14 2-13 0,-14-2-19 16,0 0-10-16,0 0-6 0,21-6-8 0,-21 6-15 15,11-2-3-15,-11 2-9 0,9-4-1 16,-9 4-7-16,9-6-2 0,-9 6 1 16,3-9-9-16,-3 9-7 0,0-6-7 0,0 6-5 15,0 0-5-15,-12-12-5 0,7 9-3 16,5 3-3-16,-20-6-2 0,11 4 8 15,-2 2-3-15,11 0-4 0,-21-2 0 16,21 2-6-16,-17 0-6 0,17 0 1 0,-14 2 0 16,14-2-3-16,-11 6 11 0,11-6 8 15,-5 5 16-15,5-5 12 0,0 0 17 0,3 10 14 16,-3-10 15-16,8 8 16 0,-8-8 4 16,16 0 3-16,-3 2-107 0,-13-2-23 0,21-2 0 15,-21 2 0-15,22-2 0 0,-12 0 0 16,-1-2 0-16,-9 4 0 0,15-5 0 0,-7 4 0 15,-8 1 0-15,8-6 0 16,-8 6 0-16,0 0 0 0,9-5 0 0,-9 5 0 16,0 0 0-16,0 0 0 0,0 0 0 15,0 0 0-15,0 0 0 0,0 0 0 16,-29 8 0-16,24-4 0 0,5-4 0 0,-9 7 0 0,5-1 0 16,4-6 0-16,-7 6 0 15,7-6 0-15,-3 6 0 0,3-6 0 0,3 7 0 16,-3-7 0-16,0 0 0 0,0 0 0 15,12 8 0-15,-12-8 0 0,13 0 0 0,-13 0 0 16,0 0 0-16,0 0 0 0,18-10 0 16,-18 10 0-16,7-5 0 0,-7 5 0 15,8-6 0-15,-8 6 0 0,3-10 0 0,0 2 0 16,-3 3 0-16,0 5 0 0,2-10 0 0,-2 10 0 16,0-8 0-16,0 8 0 15,0 0-172-15,0 0-587 0,0 0-198 0,0 0 81 0,-32 15 96 16,22-5-800-16,-11 12-1023 15</inkml:trace>
  <inkml:trace contextRef="#ctx0" brushRef="#br0" timeOffset="78221.05">5450 11740 4080 0,'0'0'1'0,"0"0"73"0,0 0 38 0,0 0 47 0,0 0 39 0,0 0 39 0,0 0 38 16,0 0 21-16,0 0 8 0,0 0 0 16,0 0-8-16,0 0-6 0,0 0-7 0,0 0-6 15,0 0-13-15,-3-10-22 16,3 10-13-16,12-8-16 0,-12 8-156 0,13-8-57 0,-7 4 0 15,0-1 0-15,-6 5 0 0,8-12 0 16,-5 8 0-16,-3 4 0 0,2-9 0 16,-2 9 0-16,0 0 0 0,-3-12 0 15,3 12 0-15,-16-1 0 0,16 1 0 0,-19 3 0 16,7 0 0-16,3 0 0 0,0 2 0 16,0 1 0-16,0 0 0 0,4 0 0 15,-1 0 0-15,4-1 0 0,-3 1 0 0,5 0 0 16,0-6 0-16,-2 8 0 0,2-8 0 15,0 0 0-15,2 10 0 0,-2-10 0 0,0 0 0 16,5 7 0-16,-5-7 0 16,6 4 0-16,-6-4 0 0,0 0 0 0,0 0 0 0,2 6 0 15,-2-6 0-15,0 0 0 16,0 0 0-16,0 0 0 0,0 0-579 0,0 0-396 16,0 0 66-16,-11 6 103 0,11-6-868 15,0 0-1110-15</inkml:trace>
  <inkml:trace contextRef="#ctx0" brushRef="#br0" timeOffset="86733.9">7230 8594 4291 0,'0'0'-160'0,"0"0"61"16,0 0 57-16,0 0 54 0,0 0 59 0,0 0 44 0,0 0 31 16,0 0 17-16,0 0 19 0,0 0 8 0,0 0 14 15,0 0 12-15,0 0 21 0,0-10-3 16,0 10-8-16,0 0-9 0,0 0-11 0,0 0-12 15,0 0 3-15,0 0-8 0,3-8-5 16,-3 8-12-16,0 0-8 0,0 0-22 16,0 0-12-16,0 0-20 0,0 0-9 15,0 0-13-15,-27 10-5 0,16-4-55 0,2-1-28 16,-1 1 0-16,4 0 0 0,1 0 0 16,-1 0 0-16,6-6 0 0,-2 11 0 0,2-11 0 15,4 10 0-15,-4-10 0 0,11 7 0 16,-1-6 0-16,-10-1 0 0,15 2 0 0,-15-2 0 15,18-2 0-15,-18 2 0 0,16-3 0 16,-16 3 0-16,11-3 0 0,-11 3 0 16,3-9 0-16,-3 9 0 0,0-8 0 0,0 8 0 15,-2-9 0-15,2 9 0 0,-1-11 0 16,1 11 0-16,-7-4 0 0,7 4 0 0,0 0-53 16,0 0-666-16,-22 6-248 15,15 0 82-15,-2 0 99 0,-2 3-840 0,-5 3-1065 16</inkml:trace>
  <inkml:trace contextRef="#ctx0" brushRef="#br0" timeOffset="104797.33">7314 6788 2094 0,'0'0'435'0,"0"0"-55"0,0 0-31 0,0 0-55 0,0 0-35 15,0 0-23-15,0 0-17 0,0 0-17 0,0 0 9 16,0 0 14-16,0 0 15 0,19 11-7 16,-19-11 4-16,0 0 5 0,18-2-6 0,-18 2-8 15,14-2-10-15,-4-2-14 0,-1-1-14 16,3 0-13-16,-1-2-18 0,2-1-12 15,1-6-14-15,-1 0-14 0,1-1-8 16,-3-2-10-16,2-10-13 0,0 1-8 0,-3 2-5 16,-2 2-7-16,1-5-67 0,0 4-1 15,-5 2 0-15,3 0 0 0,-4 4 0 16,-1 2 0-16,0-1 0 0,0 5 0 0,1-2 0 16,-3 3 0-16,2 2 0 0,0 1 0 15,0 0 0-15,-2 7 0 0,2-12 0 0,-2 12 0 16,4-8 0-16,-4 8 0 0,0 0 0 15,0 0 0-15,0 0 0 0,0 0 0 0,6 38 0 16,-2-15 0-16,3 11 0 0,-1 0 0 16,3 3 0-16,-3-4 0 0,2 2 0 0,3-2 0 15,1 0 0-15,-1-6 0 0,-2-7 0 16,1-1 0-16,-4-7 0 0,1 0 0 16,-1-3 0-16,1-2 0 0,2-4 0 15,-9-3 0-15,12 2 0 0,-12-2 0 16,18-7-56-16,-5 0-160 0,-4 0-49 0,1-2-54 15,-4 1-79-15,-1 0-86 0,-5-1-113 16,0 2-184-16,-7-1 28 0,-2-1 83 0,-5-1-572 16,-1 3-704-16</inkml:trace>
  <inkml:trace contextRef="#ctx0" brushRef="#br0" timeOffset="105280.61">7654 6149 3293 0,'0'0'-38'0,"0"0"45"0,-5-6 45 0,5 6 56 0,0 0 36 15,-2-8 29-15,2 8 23 0,0 0 12 0,2-10 8 16,-2 10 4-16,0 0 6 0,-2-9 5 16,2 9 2-16,0 0 10 0,0 0 5 15,-2-8-6-15,2 8-6 0,0 0-14 16,0 0-20-16,0 0-16 0,0 0-21 0,-5-6-21 16,5 6-16-16,0 0-12 0,0 0-6 15,-10 18-1-15,6-13-10 0,2 3-8 0,-2 1-7 16,2-2-5-16,2 1-4 0,0 1 0 15,0-3-7-15,0-6-68 0,2 14 0 0,2-9 0 16,2 0 0-16,-6-5 0 0,12 9 0 16,-12-9 0-16,9 3 0 0,-9-3 0 15,0 0 0-15,0 0 0 0,21-12 0 16,-15 7 0-16,-5-5 0 0,1-2 0 0,0 2 0 16,-2-2 0-16,2 2 0 0,-4-2 0 15,-2 5 0-15,3 0 0 0,-3 4 0 0,-3-1 0 16,7 4 0-16,-18 0 0 0,7 5-365 15,-5 2-382-15,1 2-199 0,-2 4 94 16,2-2 88-16,-3 0-772 0,3 1-981 0</inkml:trace>
  <inkml:trace contextRef="#ctx0" brushRef="#br0" timeOffset="106447.4">7735 13305 4105 0,'0'0'-81'0,"0"0"63"0,0 0 54 0,0 0 26 0,0 0 28 0,-12-1 14 0,12 1 16 16,0 0 6-16,16-14 3 0,-9 9 0 16,2-2-7-16,1 0-5 0,1 0-1 0,3-1-8 15,-1 1-3-15,-2 0 0 16,1-1-2-16,-1 4-1 0,-3-1-6 0,0 0-6 16,0 2-13-16,-8 3 1 0,11-6-18 15,-11 6-7-15,0 0-8 0,0 0-1 0,19 9 12 16,-15 0 4-16,-1 1-2 0,-1 5 1 15,4 2 2-15,-2 6 12 0,4 9-5 0,-3 0-15 16,3 5 9-16,-3-2 2 0,0-1-15 16,0 0-14-16,-1-7 2 0,0-5-9 15,-2-3 5-15,0 0-9 0,-2-4 2 0,0-3 7 16,0-1 16-16,0-1 18 0,0-2 13 16,0 3 9-16,-2-5 6 0,2-6-4 0,-2 13-3 15,-2-9-2-15,4-4-9 16,-11 9-3-16,1-6-13 0,-1-1-4 0,-1 0-10 15,12-2-6-15,-26 2-9 0,12 0-30 16,-1-2-48-16,0-2-63 0,-5 0-82 0,5-2-95 16,-4 0-129-16,4-4-159 0,-1-3-232 15,-2-10-21-15,4 3 103 0,7-2-691 0,5 3-866 16</inkml:trace>
  <inkml:trace contextRef="#ctx0" brushRef="#br0" timeOffset="107029.83">8171 12862 4038 0,'0'0'-57'0,"0"0"47"0,0 0 42 0,0 0 44 0,0 0 37 0,0 0 32 15,-19 2 10-15,19-2-10 0,0 0-16 0,0-9-10 16,0 9-16-16,0 0-9 0,6-12-9 15,-2 6-9-15,-1 2-8 0,3-4-6 0,-1 4-4 16,-1-1-2-16,1-1-1 0,-2 0-3 16,-3 6 4-16,6-10 1 0,-4 7 1 0,-2 3-6 15,5-4-12-15,-5 4 1 0,0 0-7 16,0-8-1-16,0 8-5 0,0 0 1 16,0 0 2-16,-21 0-4 0,21 0 1 0,-15 5 0 15,10 0 5-15,-3 0 2 16,2 1 6-16,6-6 1 0,-7 12 10 0,7-6 15 15,0-6 11-15,1 12 22 0,1-5 7 16,2-1 16-16,4-2-2 0,3 2 6 0,-1-2 5 16,0-2 7-16,1 1 3 0,-11-3 2 15,21 0-5-15,-21 0-5 0,19-4-11 0,-9-1-11 16,-3-1-48-16,1 0-64 0,-5-2 0 16,-1 0 0-16,-2 8 0 0,-4-11 0 0,-3 5 0 15,-2 2 0-15,-9 1 0 0,-3 3-20 16,-6 3-305-16,-11 5-138 0,-3 10-173 15,-43 16-293-15,61-18 110 16,6-3 76-16,7 3-705 0,2-2-896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4:02:43.6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55 5352 0 0,'1'-54'8617'0'0,"-57"231"-4685"0"0,-55 119-2803 0 0,95-265-2231 0 0,16-29 368 0 0,1-9-6264 0 0,14-47 2120 0 0,-6 31 1416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4:02:43.8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114 114 7357 0 0,'-107'-34'2916'0'0,"105"33"-2279"0"0,2 1-597 0 0,1 0 1 0 0,-1 0-1 0 0,0 0 1 0 0,0 0-1 0 0,1-1 1 0 0,-1 1-1 0 0,0 0 0 0 0,0 0 1 0 0,0-1-1 0 0,1 1 1 0 0,-1 0-1 0 0,0 0 1 0 0,0 0-1 0 0,0-1 1 0 0,0 1-1 0 0,0 0 1 0 0,0-1-1 0 0,1 1 1 0 0,-1 0-1 0 0,0 0 1 0 0,0-1-1 0 0,0 1 1 0 0,0 0-1 0 0,0-1 1 0 0,0 1-1 0 0,0 0 0 0 0,0 0 1 0 0,0-1-1 0 0,0 1 1 0 0,0 0-1 0 0,0-1 1 0 0,-1 1-1 0 0,1 0 1 0 0,0 0-1 0 0,0-1 1 0 0,0 1-1 0 0,0 0 1 0 0,0 0-1 0 0,-1-1 1 0 0,1 1-1 0 0,0 0 1 0 0,0 0-1 0 0,0 0 0 0 0,0-1 1 0 0,-1 1-1 0 0,1 0 1 0 0,0 0-1 0 0,0 0 1 0 0,-1 0-1 0 0,1-1 1 0 0,0 1-1 0 0,0 0 1 0 0,-1 0-1 0 0,1 0 1 0 0,0 0-1 0 0,-1 0 1 0 0,1 0-1 0 0,0 0 1 0 0,0 0-1 0 0,-1 0 1 0 0,1 0-1 0 0,0 0 0 0 0,-1 0 1 0 0,1 0-1 0 0,-1 0 1 0 0,18-14 637 0 0,0 8-549 0 0,0 1-1 0 0,0 0 1 0 0,0 1 0 0 0,1 1-1 0 0,21-1 1 0 0,-6 0-257 0 0,-27 3 62 0 0,175-19-2773 0 0,-157 20 486 0 0,1 0 0 0 0,45 7 0 0 0,-47-2-730 0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4:02:45.0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190 53 6901 0 0,'15'-52'4159'0'0,"-11"82"-750"0"0,-4 25-2998 0 0,-8 24 406 0 0,-32 141 1 0 0,29-176-851 0 0,-3 0-1 0 0,-1-1 1 0 0,-3 0 0 0 0,-36 64-1 0 0,52-103-170 0 0,-22 30-953 0 0,4-20-3083 0 0,18-14 2419 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4:02:45.3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1 105 6397 0 0,'2'-6'83'0'0,"0"0"1"0"0,1 0-1 0 0,0 0 1 0 0,0 1 0 0 0,1-1-1 0 0,-1 1 1 0 0,1 0 0 0 0,1 0-1 0 0,-1 0 1 0 0,1 0-1 0 0,-1 1 1 0 0,1 0 0 0 0,0 0-1 0 0,1 0 1 0 0,-1 0-1 0 0,1 1 1 0 0,10-5 0 0 0,-7 5 14 0 0,1 0 1 0 0,0 1 0 0 0,0 0-1 0 0,0 0 1 0 0,0 1-1 0 0,0 1 1 0 0,0-1 0 0 0,0 2-1 0 0,1-1 1 0 0,15 4-1 0 0,-8 0 10 0 0,-1 0 0 0 0,0 1 0 0 0,0 0-1 0 0,-1 2 1 0 0,0 0 0 0 0,0 1 0 0 0,-1 0-1 0 0,1 1 1 0 0,-2 1 0 0 0,1 0 0 0 0,-2 2-1 0 0,1-1 1 0 0,11 15 0 0 0,-23-25-38 0 0,-1 1 0 0 0,0 0 1 0 0,1 0-1 0 0,-1-1 0 0 0,0 1 0 0 0,0 0 0 0 0,0 0 0 0 0,0 0 1 0 0,0 1-1 0 0,-1-1 0 0 0,1 0 0 0 0,-1 0 0 0 0,1 0 1 0 0,-1 0-1 0 0,0 1 0 0 0,0-1 0 0 0,0 0 0 0 0,0 0 0 0 0,0 1 1 0 0,0-1-1 0 0,-2 4 0 0 0,1-3 82 0 0,-1 1 0 0 0,1-1-1 0 0,-1 0 1 0 0,0 1 0 0 0,-1-1 0 0 0,1 0-1 0 0,0 0 1 0 0,-1 0 0 0 0,0-1 0 0 0,1 1-1 0 0,-7 3 1 0 0,-1 2 263 0 0,-1-1 0 0 0,-1-1 0 0 0,1 0 0 0 0,-1-1 0 0 0,-1 0 0 0 0,-15 4 1 0 0,16-6-237 0 0,0-1 0 0 0,0 0 1 0 0,-1-1-1 0 0,1 0 1 0 0,0-1-1 0 0,0-1 0 0 0,0 0 1 0 0,-1 0-1 0 0,-12-4 1 0 0,-17-10-2082 0 0,6-10-3294 0 0,15 21-1375 0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4:02:47.3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4 7205 0 0,'-1'-1'61'0'0,"1"1"0"0"0,0 0 0 0 0,-1-1 0 0 0,1 1 0 0 0,-1 0-1 0 0,1 0 1 0 0,-1-1 0 0 0,1 1 0 0 0,0 0 0 0 0,-1 0 0 0 0,1 0 0 0 0,-1 0 0 0 0,1 0 0 0 0,-1 0 0 0 0,1 0 0 0 0,-1-1 0 0 0,1 2 0 0 0,-1-1 0 0 0,1 0 0 0 0,-1 0 0 0 0,1 0 0 0 0,-1 0 0 0 0,1 0 0 0 0,-1 0 0 0 0,1 0 0 0 0,-1 1 0 0 0,1-1 0 0 0,-1 0 0 0 0,1 0 0 0 0,-1 0 0 0 0,1 1 0 0 0,0-1 0 0 0,-1 0 0 0 0,1 1 0 0 0,-1 0 0 0 0,-16 24 1090 0 0,-15 53-336 0 0,19-44-289 0 0,0-4-272 0 0,-4 9 316 0 0,-21 73 0 0 0,27-89-730 0 0,2-5-1822 0 0,6-4-4363 0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4:02:47.6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365 75 6617 0 0,'-6'-47'2836'0'0,"6"46"-2728"0"0,0 0 0 0 0,0 0 0 0 0,1 0 1 0 0,-1 0-1 0 0,0 0 0 0 0,1 0 0 0 0,-1 0 0 0 0,1 0 1 0 0,-1 0-1 0 0,1 0 0 0 0,-1 0 0 0 0,1 0 0 0 0,0 0 1 0 0,0 0-1 0 0,-1 0 0 0 0,1 0 0 0 0,0 1 0 0 0,0-1 0 0 0,0 0 1 0 0,0 1-1 0 0,0-1 0 0 0,0 1 0 0 0,0-1 0 0 0,0 1 1 0 0,0-1-1 0 0,0 1 0 0 0,2-1 0 0 0,2 0 55 0 0,-1 0 0 0 0,1 0 0 0 0,-1 0 0 0 0,1 1 0 0 0,-1 0 0 0 0,1 0 1 0 0,5 0-1 0 0,5 3-27 0 0,0 0 0 0 0,0 1 0 0 0,-1 0 0 0 0,1 1 0 0 0,-1 1 0 0 0,0 0 0 0 0,-1 1 0 0 0,0 0 0 0 0,0 1 0 0 0,0 1 0 0 0,-1 0 0 0 0,0 0 0 0 0,12 14 0 0 0,-10-8-3 0 0,-1-1-1 0 0,0 1 1 0 0,-1 1 0 0 0,-1 1-1 0 0,-1-1 1 0 0,0 1 0 0 0,-1 1-1 0 0,-1 0 1 0 0,-1 0 0 0 0,7 24-1 0 0,-12-32 17 0 0,0 0 0 0 0,-1-1-1 0 0,0 1 1 0 0,0 0 0 0 0,-1-1 0 0 0,0 1-1 0 0,-1 0 1 0 0,0 0 0 0 0,-1-1-1 0 0,0 1 1 0 0,0-1 0 0 0,-4 11 0 0 0,0-7 50 0 0,0 0 1 0 0,-1 0-1 0 0,0 0 1 0 0,-1-1-1 0 0,-1 0 1 0 0,0 0 0 0 0,-14 14-1 0 0,1-5 132 0 0,-1-1 0 0 0,-1-1 1 0 0,-1 0-1 0 0,-1-3 0 0 0,0 0 0 0 0,-55 24 0 0 0,53-28-124 0 0,-1-2 0 0 0,0-1 0 0 0,0-1-1 0 0,-40 5 1 0 0,50-11-583 0 0,1-1 0 0 0,0-1-1 0 0,-22-2 1 0 0,26 1-779 0 0,0-2 0 0 0,0 0 0 0 0,0 0 0 0 0,-22-10 0 0 0,-18-7-8088 0 0,44 16 3590 0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4:02:49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222 107 11909 0 0,'-1'-3'224'0'0,"-1"1"0"0"0,1-1 0 0 0,0 1 0 0 0,-1-1 0 0 0,0 1 0 0 0,1-1 0 0 0,-1 1 1 0 0,0 0-1 0 0,0 0 0 0 0,-4-3 0 0 0,5 5-179 0 0,0 0 0 0 0,-1 0 0 0 0,1 0 0 0 0,0 1 0 0 0,0-1 0 0 0,0 0 0 0 0,-1 1 0 0 0,1-1 0 0 0,0 0 0 0 0,0 1 0 0 0,0 0 0 0 0,0-1 0 0 0,0 1 0 0 0,0 0 0 0 0,0-1 0 0 0,0 1 0 0 0,0 0-1 0 0,0 0 1 0 0,0 0 0 0 0,0 0 0 0 0,1 0 0 0 0,-1 0 0 0 0,0 1 0 0 0,-12 13 245 0 0,1 0 0 0 0,1 1 0 0 0,1 1 0 0 0,-11 22-1 0 0,1-3 126 0 0,-67 137 3730 0 0,135-257-3546 0 0,-14 24-287 0 0,47-63 0 0 0,-65 100-166 0 0,-12 16-87 0 0,0 0-1 0 0,0 0 0 0 0,1 1 1 0 0,0-1-1 0 0,0 1 0 0 0,1 0 1 0 0,0 1-1 0 0,0-1 0 0 0,11-7 1 0 0,-15 13 16 0 0,3 1-50 0 0,0 1 0 0 0,0 0-1 0 0,0 0 1 0 0,0 0 0 0 0,0 1 0 0 0,-1-1-1 0 0,1 1 1 0 0,-1 0 0 0 0,0 1-1 0 0,0-1 1 0 0,0 1 0 0 0,3 4 0 0 0,21 14 89 0 0,-25-20-112 0 0,9 6 77 0 0,1 0 1 0 0,1-1 0 0 0,19 8 0 0 0,-27-13-42 0 0,-1-1 0 0 0,1 1 0 0 0,0-1 1 0 0,0-1-1 0 0,0 1 0 0 0,1-1 0 0 0,-1 0 1 0 0,0 0-1 0 0,0-1 0 0 0,0 0 0 0 0,9-2 1 0 0,5-4 19 0 0,-1 0 1 0 0,-1-1-1 0 0,0-1 1 0 0,0-1 0 0 0,0 0-1 0 0,18-16 1 0 0,40-23 108 0 0,-38 29-103 0 0,-36 20-37 0 0,3 3-1 0 0,0 1-18 0 0,0 0-1 0 0,-1 0 1 0 0,1 0-1 0 0,-1 1 1 0 0,0-1-1 0 0,0 1 1 0 0,0 0-1 0 0,-1 1 1 0 0,0-1-1 0 0,0 0 1 0 0,0 1-1 0 0,-1 0 0 0 0,3 9 1 0 0,4 13 15 0 0,6 50 1 0 0,1-1-235 0 0,-8-39-311 0 0,2 9-2153 0 0,3-21-5671 0 0,-3-20 3011 0 0,-9-5 4146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4:02:52.3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37 3884 0 0,'4'-23'2558'0'0,"0"10"-1237"0"0,-4 13-1270 0 0,0 0 0 0 0,0 0 1 0 0,0 0-1 0 0,0 0 0 0 0,0 0 0 0 0,0 1 0 0 0,0-1 0 0 0,0 0 0 0 0,0 0 0 0 0,0 0 0 0 0,0 0 1 0 0,0 0-1 0 0,0 0 0 0 0,0 0 0 0 0,0 0 0 0 0,0 0 0 0 0,1 0 0 0 0,-1 0 0 0 0,0 0 0 0 0,0 0 1 0 0,0 1-1 0 0,0-1 0 0 0,0 0 0 0 0,0 0 0 0 0,0 0 0 0 0,0 0 0 0 0,0 0 0 0 0,0 0 1 0 0,0 0-1 0 0,0 0 0 0 0,0 0 0 0 0,1 0 0 0 0,-1 0 0 0 0,0 0 0 0 0,0 0 0 0 0,0 0 0 0 0,0 0 1 0 0,0 0-1 0 0,0 0 0 0 0,0 0 0 0 0,0 0 0 0 0,0 0 0 0 0,0 0 0 0 0,1 0 0 0 0,-1 0 0 0 0,0 0 1 0 0,0 0-1 0 0,0 0 0 0 0,0 0 0 0 0,0 0 0 0 0,0-1 0 0 0,0 1 0 0 0,12 88 627 0 0,-5-1-1 0 0,-5 133 1 0 0,-2-132-334 0 0,-16 217 153 0 0,15-295-2548 0 0,-1-18-1770 0 0,-1-12 823 0 0,3 2 378 0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4:02:52.8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27 132 5881 0 0,'-19'0'153'0'0,"15"0"184"0"0,0-1 3612 0 0,11-4-1608 0 0,29-9-952 0 0,55-15-1029 0 0,268-27 1952 0 0,-169 32-2945 0 0,-187 24-46 0 0,2-1-1989 0 0,-1 0 671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4:02:53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6353 0 0,'12'84'-273'0'0,"4"112"0"0"0,-5-32 852 0 0,4 128 810 0 0,-13-253-1184 0 0,-1-29-293 0 0,0 1 1 0 0,-1-1-1 0 0,0 0 1 0 0,0 0-1 0 0,-1 0 0 0 0,-3 14 1 0 0,2-20-20 0 0,-1 2-3232 0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4:02:54.0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1 152 5749 0 0,'9'-26'139'0'0,"-6"14"121"0"0,1 1 0 0 0,0-1 0 0 0,1 1 0 0 0,1 0 1 0 0,0 0-1 0 0,8-12 0 0 0,-11 20-122 0 0,0 0 0 0 0,0 0-1 0 0,0 0 1 0 0,0 0 0 0 0,0 1 0 0 0,1 0 0 0 0,-1-1-1 0 0,1 1 1 0 0,-1 0 0 0 0,1 1 0 0 0,0-1-1 0 0,0 1 1 0 0,0 0 0 0 0,0 0 0 0 0,0 0 0 0 0,0 0-1 0 0,0 1 1 0 0,0-1 0 0 0,0 1 0 0 0,0 0 0 0 0,0 0-1 0 0,0 1 1 0 0,0-1 0 0 0,7 3 0 0 0,12 2 280 0 0,0 1 1 0 0,0 2-1 0 0,37 17 1 0 0,-47-19-91 0 0,0 1 0 0 0,0 1 0 0 0,-1 0 0 0 0,0 0 0 0 0,-1 1 0 0 0,0 1 0 0 0,0 0 0 0 0,10 13 0 0 0,-19-21-220 0 0,0 0 0 0 0,-1 1 1 0 0,1-1-1 0 0,-1 1 0 0 0,1-1 0 0 0,-1 1 0 0 0,0-1 0 0 0,0 1 0 0 0,0 0 0 0 0,0-1 1 0 0,0 1-1 0 0,-1 0 0 0 0,1 0 0 0 0,-1 0 0 0 0,0-1 0 0 0,0 1 0 0 0,0 0 0 0 0,0 0 1 0 0,0 0-1 0 0,-2 4 0 0 0,1-3 30 0 0,-1-1 0 0 0,0 1 0 0 0,0 0 0 0 0,0 0 0 0 0,0-1-1 0 0,-1 1 1 0 0,1-1 0 0 0,-1 0 0 0 0,0 0 0 0 0,0 0 0 0 0,0 0 0 0 0,-5 3 0 0 0,-3 2 10 0 0,0-1-1 0 0,0-1 1 0 0,-1 0-1 0 0,0 0 0 0 0,0-1 1 0 0,0-1-1 0 0,-21 5 1 0 0,-11-5-2033 0 0,37-4 548 0 0,1 0 0 0 0,-1 1 0 0 0,1 0 0 0 0,-1 0 0 0 0,-8 3 0 0 0,12-3-944 0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4:02:55.1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 58 8429 0 0,'-2'-7'594'0'0,"0"-1"-1"0"0,-1 1 1 0 0,0 0 0 0 0,0 0 0 0 0,0 0-1 0 0,-5-6 1 0 0,6 12 133 0 0,1 2-539 0 0,0 0 0 0 0,0 0 0 0 0,0 0 0 0 0,0 0 0 0 0,1 0 0 0 0,-1 1 0 0 0,0-1 0 0 0,0 0 0 0 0,1 1 0 0 0,-1-1 0 0 0,1 1 0 0 0,-1-1 0 0 0,1 1 0 0 0,0-1 0 0 0,-1 0 0 0 0,1 1 0 0 0,0 0 0 0 0,0 1-1 0 0,-7 51 385 0 0,3-23-54 0 0,-53 322 1087 0 0,47-318-1873 0 0,2-7-2196 0 0,6-10-5557 0 0,0-26 4959 0 0,-12-33-845 0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4:02:55.3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193 97 8509 0 0,'0'-5'-41'0'0,"-1"-1"212"0"0,1 1-1 0 0,0-1 1 0 0,0 0-1 0 0,0 0 1 0 0,1 1-1 0 0,-1-1 1 0 0,2 0-1 0 0,-1 1 1 0 0,0-1-1 0 0,1 1 1 0 0,0-1-1 0 0,1 1 0 0 0,4-8 1 0 0,-3 11-58 0 0,0 1-1 0 0,0 0 1 0 0,0 0-1 0 0,0 1 1 0 0,0-1-1 0 0,1 1 1 0 0,-1 0-1 0 0,0 0 1 0 0,0 1-1 0 0,0-1 1 0 0,1 1-1 0 0,3 1 1 0 0,-1-1 93 0 0,17 3 118 0 0,-1 1-1 0 0,0 2 0 0 0,0 0 0 0 0,0 1 0 0 0,-1 1 0 0 0,-1 1 1 0 0,1 2-1 0 0,31 21 0 0 0,-39-23-127 0 0,1 0 0 0 0,-2 2 0 0 0,0 0-1 0 0,0 0 1 0 0,-1 1 0 0 0,0 0 0 0 0,-1 1 0 0 0,-1 1 0 0 0,0 0 0 0 0,-1 0 0 0 0,-1 1 0 0 0,8 19 0 0 0,-13-25-56 0 0,-2 0 0 0 0,1-1 1 0 0,-1 1-1 0 0,0 0 0 0 0,-1 0 1 0 0,0-1-1 0 0,-1 1 0 0 0,0 0 1 0 0,0 0-1 0 0,-1-1 0 0 0,0 1 1 0 0,-1-1-1 0 0,0 1 0 0 0,-1-1 1 0 0,0 0-1 0 0,0 0 0 0 0,-1-1 1 0 0,-5 9-1 0 0,-5 5 112 0 0,0 0 1 0 0,-2-1-1 0 0,0-1 0 0 0,-1-1 1 0 0,-30 26-1 0 0,19-22 7 0 0,0-1 0 0 0,-1-2 0 0 0,-46 24 0 0 0,61-36-334 0 0,-1-1 1 0 0,0-1-1 0 0,0 0 1 0 0,-1-1-1 0 0,1-1 1 0 0,-1 0-1 0 0,0-2 1 0 0,0 0-1 0 0,-25 0 1 0 0,35-2-243 0 0,0-1 0 0 0,0 0 0 0 0,-1-1 0 0 0,1 1 0 0 0,0-1 0 0 0,1-1 0 0 0,-1 1 0 0 0,0-1 0 0 0,1 0 0 0 0,-1-1 0 0 0,1 0 0 0 0,0 0 0 0 0,0 0 1 0 0,1 0-1 0 0,-1-1 0 0 0,-8-10 0 0 0,10 10-421 0 0,1 0 0 0 0,-1 1 0 0 0,1-1 1 0 0,1-1-1 0 0,-1 1 0 0 0,1 0 0 0 0,0-1 1 0 0,0 1-1 0 0,0-1 0 0 0,1 1 0 0 0,0-1 0 0 0,0 0 1 0 0,0-11-1 0 0,1-5-4140 0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4:03:04.8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576 183 4280 0 0,'-120'-28'726'0'0,"-316"-85"2386"0"0,416 102-2673 0 0,32 4-102 0 0,47 0-45 0 0,-50 6-302 0 0,749-14-570 0 0,-566 15-78 0 0,-63 3 6 0 0,57-1-2357 0 0,-107-7 588 0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4:03:05.1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598 24 5793 0 0,'0'0'-226'0'0,"0"-1"47"0"0,0 1 176 0 0,0 0 1 0 0,-1-1-1 0 0,1 1 0 0 0,0 0 1 0 0,0-1-1 0 0,0 1 1 0 0,-1 0-1 0 0,1-1 0 0 0,0 1 1 0 0,0 0-1 0 0,0-1 0 0 0,0 1 1 0 0,0-1-1 0 0,0 1 1 0 0,0 0-1 0 0,0-1 0 0 0,0 1 1 0 0,0-1-1 0 0,0 1 1 0 0,0 0-1 0 0,0-1 0 0 0,0 1 1 0 0,0-1-1 0 0,0 1 0 0 0,0 0 1 0 0,0-1-1 0 0,1 1 1 0 0,-1 0-1 0 0,0-1 0 0 0,0 1 1 0 0,0 0-1 0 0,1-1 1 0 0,-1 1-1 0 0,0 0 0 0 0,0-1 1 0 0,1 1-1 0 0,-1 0 0 0 0,3-2 23 0 0,-1 1-1 0 0,1 0 1 0 0,0 0-1 0 0,-1 0 0 0 0,1 0 1 0 0,0 0-1 0 0,0 1 0 0 0,0-1 1 0 0,-1 1-1 0 0,1 0 0 0 0,0-1 1 0 0,0 1-1 0 0,0 1 1 0 0,0-1-1 0 0,-1 0 0 0 0,1 1 1 0 0,3 0-1 0 0,-4 0-7 0 0,-1 0 1 0 0,1 0-1 0 0,-1 0 0 0 0,0 0 1 0 0,1 0-1 0 0,-1 0 1 0 0,0 0-1 0 0,0 0 0 0 0,0 0 1 0 0,1 1-1 0 0,-1-1 1 0 0,-1 0-1 0 0,1 1 0 0 0,0-1 1 0 0,0 1-1 0 0,0-1 0 0 0,-1 1 1 0 0,1-1-1 0 0,-1 1 1 0 0,1 0-1 0 0,-1-1 0 0 0,0 1 1 0 0,1 0-1 0 0,-1-1 0 0 0,0 1 1 0 0,0 0-1 0 0,0-1 1 0 0,0 1-1 0 0,-1 0 0 0 0,1-1 1 0 0,0 1-1 0 0,-1-1 1 0 0,0 3-1 0 0,-2 4 41 0 0,1 1 0 0 0,-2-1 0 0 0,1 1-1 0 0,-1-1 1 0 0,-1 0 0 0 0,1-1 0 0 0,-1 1 0 0 0,-1-1 0 0 0,1 0 0 0 0,-1 0 0 0 0,-1-1-1 0 0,-12 11 1 0 0,-12 8 61 0 0,-56 32-1 0 0,53-35-27 0 0,-93 56 22 0 0,-59 39-744 0 0,73-28-2602 0 0,92-69 1802 0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4:03:05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0 277 4712 0 0,'0'0'72'0'0,"39"-32"-56"0"0,15 15-4 0 0,32-6-8 0 0,10-3 8 0 0,20 0-64 0 0,12-2-108 0 0,31-13-168 0 0,1 4-364 0 0,-38 14-532 0 0,-7 0 708 0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9T04:03:05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0 3440 0 0,'-10'6'96'0'0,"1"0"120"0"0,-4-4-48 0 0,3 7 32 0 0,1-3-524 0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3:45:24.86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6187 3630 5226 0,'-19'-2'308'0,"6"2"-99"0,13 0-50 0,-14-2-14 0,14 2-8 0,0 0-19 0,0 0-19 16,0 0-20-16,0 0-15 0,0 0-8 16,0 0-2-16,46 5-18 0,-10-1-36 15,4 2-35-15,5-2-48 0,-2 1-68 0,3 0-79 16,-1 2-93-16,0 1-110 15,-2-4-163-15,-7 2-156 0,-9 1 67 0,-8-1-472 16,-8 1-624-16</inkml:trace>
  <inkml:trace contextRef="#ctx0" brushRef="#br0" timeOffset="165.55">6259 3794 3198 0,'-18'2'33'0,"6"-2"53"0,12 0 37 15,-15 0 15-15,15 0 30 0,-12 4 16 16,12-4 0-16,0 0-11 0,0 0-20 0,0 0-11 15,0 0-17-15,0 0-18 0,52 0-51 16,-23 2-60-16,-1-4-84 0,17 2-121 16,5 0-127-16,0-2-208 0,-3-2-101 15,0-1 73-15,-4 0-269 0,-5 0-326 16</inkml:trace>
  <inkml:trace contextRef="#ctx0" brushRef="#br0" timeOffset="417.46">6711 3496 2312 0,'-15'-13'112'15,"3"1"64"-15,3 4 31 0,2 1 8 16,0 2 6-16,7 5-6 0,-7-6-19 0,7 6-17 16,0 0 37-16,0 0 33 0,-6 18-4 15,8-2-23-15,2 5-14 0,6 14-3 16,-1 5-9-16,-3-1-20 0,-1 2-15 0,-5-1-10 16,-1-1-8-16,-5-2-20 15,1-2 6-15,-8 0-11 0,1-5-12 0,-4-1-9 16,-1-3-5-16,0-2-6 0,2-7-14 15,1-3-4-15,-1-2-3 0,1-4-21 0,0 0-34 16,-4-4-55-16,3-1-62 0,0-3-87 16,0 0-120-16,1-6-133 0,3 1-158 0,0-4-181 15,2 1 70-15,4-2-577 0,3 2-751 16</inkml:trace>
  <inkml:trace contextRef="#ctx0" brushRef="#br0" timeOffset="1732.56">11441 4742 3746 0,'-15'-3'-5'0,"-2"0"41"0,5-1 46 0,5 3 44 0,7 1 41 0,-17-4 28 16,17 4 10-16,-12-5-12 0,12 5-12 0,0 0-8 15,0 0-19-15,0 0-15 16,0 0-13-16,0 0-13 0,52-4-9 0,-11 6-14 16,7 0-5-16,2 0-10 0,-1 1-9 15,-1-1-7-15,-3 0 2 0,-10-1-4 16,-9-1-5-16,-4 0-8 0,-3 2-2 0,-6-2 3 15,-2 0-9-15,-11 0-7 0,0 0-5 16,0 0 2-16,0 0-8 0,0 0 1 0,-34-10 1 16,7 6-8-16,-14 1 5 0,-6-1 1 15,2 3 1-15,-1 1 5 0,1-2-3 16,1 2-1-16,7 0 8 0,10 0 7 0,5 2-13 16,1-2 0-16,3 0 4 0,7 1-9 15,-1 1 1-15,12-2 4 0,-18 3 22 16,18-3 15-16,0 0 11 0,0 0-5 0,0 0-3 15,32 11-6-15,-5-9-5 0,15 1-8 16,0-1-5-16,5-1-1 0,1 1-2 16,-2-2-2-16,-4 0-7 0,-10 0 0 0,-5 0 1 15,-7 0 3-15,-4 0 4 0,-3 0-1 16,-13 0 2-16,18-2-4 0,-18 2-10 16,0 0-2-16,0 0 8 0,0 0-8 0,-48-6 1 15,19 4 1-15,-11-2 0 0,6 4 1 16,-6-1 0-16,6-1-2 0,7 2 4 15,2 0-1-15,6-2 0 0,1 2-8 16,2 0 2-16,3 0-2 0,13 0-3 0,-18 2 11 16,18-2 9-16,0 0 6 0,0 0-20 15,0 0-18-15,31 14 0 0,-4-9 0 0,9 2 0 16,3-1 0-16,2 0 0 0,-3 0 0 16,0-2 0-16,-10 1 0 0,-4-3 0 15,-10 1 0-15,0-1 0 0,-5-1 0 0,-9-1 0 16,14 2 0-16,-14-2 0 0,0 0 0 15,0 0 0-15,0 0 0 0,0 0 0 0,0 0 0 16,-53-5 0-16,35 3 0 16,0-1 0-16,-2 3 0 0,4-2 0 0,0 0 0 15,3 1 0-15,13 1 0 0,-18 0 0 16,18 0 0-16,-19-2 0 0,19 2 0 0,-11-2 0 16,11 2 0-16,0 0-104 0,-9-3-358 15,9 3-142-15,0 0-178 0,0 0-107 0,0 0 99 16,0 0-761-16,16-14-994 0</inkml:trace>
  <inkml:trace contextRef="#ctx0" brushRef="#br0" timeOffset="7164.57">14108 3393 749 0,'-11'-6'119'16,"8"3"1"-16,-3-1-7 0,2-2-6 0,-5 2-2 0,-1 0 5 0,1-3-3 16,-4 0-2-16,-1 0 8 0,-1 3 11 15,1-4 1-15,1 3-1 0,1 1 3 16,1-1-8-16,2 2 1 0,1 0-7 15,8 3-6-15,-11-6 0 0,11 6-8 16,0 0-7-16,0 0-6 0,0 0 5 0,38 6-11 16,0 2-1-16,10-3-20 0,12 4 6 15,5 1-9-15,4 0-5 0,-4 1-5 0,2 1 1 16,-6-2-8-16,-4-3 1 0,-16-1-9 16,-5 0 4-16,-11 0-11 0,-3-3 3 15,-8-2-16-15,-1 0-1 0,-13-1 10 16,7 2-4-16,-7-2 4 0,0 0 0 15,0 0-10-15,-57-2 9 0,19-3-8 0,-7 1 6 16,-11-4-8-16,12 3 7 0,2 0 1 16,1 2 14-16,16-1 6 0,2 4-2 0,3-3-1 15,7 2 4-15,1-1 9 0,12 2 3 16,-13 0-7-16,13 0-7 0,0 0-3 16,0 0 1-16,45 9-3 0,-2-5-7 0,12 5 3 15,2 0-8-15,-2 0 1 0,-7-2-4 16,-8 0-4-16,-4-1 3 0,-9-2-42 0,-8-1-13 15,-6-2-18-15,-1 1-27 0,-6 1-44 16,-6-3-51-16,0 0-69 0,0 0-114 0,-23 12-254 16,1-4 47-16,2 2 58 0,-10 0-104 15,-5 4-113-15</inkml:trace>
  <inkml:trace contextRef="#ctx0" brushRef="#br0" timeOffset="8297.68">6290 5262 1710 0,'-6'4'2'0,"1"-1"22"0,5-3 12 0,-6 4 3 0,6-4 30 15,0 0 38-15,0 0 20 0,0 0 12 0,11 10 7 16,2-7-8-16,5 0-8 0,11-3-13 15,8 6-10-15,8-3-12 0,0-1-12 16,1 1-21-16,-2 1-46 0,-5-1-44 0,-8-1-49 16,-6 1-68-16,-8-3-79 15,-6 2-77-15,-7-1-161 0,-4-1-188 0,0 0-146 0</inkml:trace>
  <inkml:trace contextRef="#ctx0" brushRef="#br0" timeOffset="8482.52">6361 5353 2054 0,'-12'1'177'0,"12"-1"12"16,0 0-5-16,-5 2-1 0,5-2-4 0,0 0-2 15,0 0-11-15,0 0-9 0,0 0-16 16,37-7-19-16,-13 6-5 0,2-1-20 0,3 2-51 16,0 0-88-16,-3 0-93 0,3 2-102 15,-3-2-128-15,3 0-198 16,-5 0 41-16,3-3-201 0,0-1-215 0</inkml:trace>
  <inkml:trace contextRef="#ctx0" brushRef="#br0" timeOffset="8732.2">6806 5099 2241 0,'-7'-10'156'16,"3"3"40"-16,2 0 17 0,2 7 7 15,-3-9-11-15,3 9-17 0,0 0-13 0,0 0-1 16,0 0-12-16,0 0-7 0,34 12-19 15,-21 5-5-15,4 4-11 0,-5 1-16 0,-5 7-6 16,-1-2-10-16,-4-4-7 0,-4 5-11 16,-8 5-3-16,-3 1-8 0,-2 0-5 15,-4-2-5-15,-2-6-6 0,0 4-11 16,-2-5-26-16,2 0-31 0,-2-5-33 16,5-1-36-16,-2-4-44 0,4-4-45 0,2-1-52 15,3-3-61-15,-1-4-87 0,2-1-113 16,5 0-105-16,5-2 63 0,0 0-250 0,0 0-272 15</inkml:trace>
  <inkml:trace contextRef="#ctx0" brushRef="#br0" timeOffset="10080.86">11275 6191 2061 0,'-13'-5'-31'0,"0"4"32"0,-1-3 36 0,0 1 28 0,-4-3 29 16,0 3 25-16,0-4 26 0,-3 1 23 0,8 0 26 15,-1 1 8-15,5 2 8 0,-2-1-6 16,0 1-4-16,11 3-9 0,-12-7-6 0,12 7-19 15,-13-3-13-15,13 3-11 0,-5-4-14 16,5 4-15-16,0 0-10 0,0 0-9 0,55 4-7 16,-7-4-10-16,13 10-8 15,4-5-5-15,3-2-12 0,3 3-1 0,-6-3-7 16,-2 2-2-16,-14-3-9 0,-1 1-2 16,-8 4-3-16,-12-7-3 0,-3 2-6 0,-8-2-3 15,-1 1-6-15,-5-1-5 0,-3 2-1 16,-8-2 0-16,0 0 0 0,0 0 0 15,0 0 2-15,0 0-2 0,0 0-2 0,-50-10 2 16,14 3-1-16,-6 0-2 0,-2 0 0 16,-11-3 5-16,11 2 2 0,-2 1 6 0,7 0 5 15,-1-2 4-15,3 3 10 0,8 1 9 16,11 1 2-16,0 1 2 0,5 1 1 0,1-1-4 16,7 3-3-16,5 0-4 15,0 0-5-15,0 0 1 0,0 0-6 0,32-4-1 16,9 6-3-16,2 0-3 0,7-2-4 15,7 8-1-15,-8-4-2 0,-1-1-4 0,-3-1-11 16,-4 2-4-16,-8-2-4 0,-11 2-1 16,-5-2-1-16,-4-1 1 0,-1 1 0 0,-12-2-1 15,9 2 5-15,-9-2 2 0,0 0 0 16,0 0 0-16,-39-5 4 0,10 1-2 16,-13 0 4-16,-6 0-3 0,0 0 3 0,3 4 7 15,-1-5-8-15,6-3 4 0,10 6 7 16,7-2 3-16,4 2 3 0,2 1 1 0,4-2-3 15,1 3-1-15,2 0-7 16,10 0 3-16,0 0 1 0,0 0-4 0,0 0-7 0,0 0-1 16,0 0-32-16,0 0-33 15,0 0-45-15,15 12-38 0,-15-12-55 0,12 6-48 16,-4-2-49-16,-1-1-61 0,-2 1-93 16,6 0-185-16,-4 0 28 0,4-2 72 0,1 0-311 15,-1-2-336-15</inkml:trace>
  <inkml:trace contextRef="#ctx0" brushRef="#br0" timeOffset="10997.44">14050 6282 2336 0,'-28'-7'-9'0,"3"0"33"0,-8-2 26 0,1-4 25 0,0 1 18 0,-1 2 25 0,1 0 11 0,7 3 18 16,8 2 13-16,2-1-9 0,1 3-1 0,5 1-3 15,-1-3-15-15,10 5-14 16,0 0-12-16,0 0-3 0,0 0-7 0,0 0-3 16,72 10-9-16,-11 2-8 0,11 0-6 15,3-1-2-15,24 4-9 0,3 0-4 16,-23-2-7-16,3-1-7 0,-3-3 0 0,-5 3-8 15,-8-4-1-15,-6-2-5 0,-21-2-3 16,-5-2-2-16,-12 1 5 0,-5-1-7 0,-4 0-2 16,-13-2-3-16,12-2-2 0,-12 2 4 15,0 0-11-15,-39-7 7 0,-4 3 3 0,-3-4-4 16,-23-1-1-16,-1 0 7 0,-5 0-4 16,-2-2-4-16,-4 2-1 0,6-4 4 15,2 5 8-15,8-1 8 0,18 2-1 16,8 3 8-16,10-1 2 0,9 2 2 0,4 2-1 15,9 1-9-15,7 0 12 0,0 0-1 16,0 0 1-16,67 8-2 0,-19-1-4 0,14 1-1 16,9 2-4-16,2 0-2 0,-5 1-5 15,4-3 0-15,-4 4-1 0,-8-7-5 16,-22 3-4-16,0-4-13 0,-9 0-13 0,-11 0-16 16,0-2-2-16,-9 0-15 0,-9-2-28 15,8 2-43-15,-8-2-45 0,0 0-63 0,0 0-69 16,0 0-102-16,-37 0-183 15,25 0-57-15,-8 0 78 0,0 3-343 0,-7-3-381 16</inkml:trace>
  <inkml:trace contextRef="#ctx0" brushRef="#br0" timeOffset="29395.72">9451 7693 467 0,'0'0'114'0,"-7"-7"13"0,7 7-22 16,-6-6-6-16,5 3-14 0,-5-3 11 0,6 6-1 0,-4-9 7 16,4 9 8-16,-6-6 0 0,4 0-2 0,2 6-3 15,-6-7 6-15,6 7 4 0,-1-10-2 16,1 10 2-16,-6-6-3 0,6 6-1 16,-2-9 2-16,2 9-2 0,-3-8-8 0,1 2 0 15,-3 1 6-15,1-2-4 0,3 2-2 16,1 5-7-16,-10-13 6 0,8 6-2 0,-3 1-1 15,-1-1-1-15,6 7-3 16,-8-13-6-16,4 5-7 0,3 4-8 0,-3-1 4 16,0 0-1-16,4 5-5 0,-5-8-2 15,5 8 0-15,-7-7-6 0,7 7-5 0,-4-6 0 16,4 6-2-16,-1-8-1 0,1 8-5 16,-4-4 4-16,4 4-2 0,0 0-2 0,-6-8-7 15,6 8-4-15,0 0-2 0,-5-4-6 16,5 4-3-16,-4-3-2 0,4 3-4 15,0 0-3-15,-10-6-2 0,10 6 1 0,-6-4-2 16,6 4-6-16,-11-3 0 0,11 3-3 16,-15-1-1-16,15 1 1 0,-19 0-1 0,11 0 5 15,8 0-5-15,-19-2-2 16,19 2 0-16,-15 0-2 0,15 0 1 0,-17 2-3 16,9-1 4-16,8-1-2 0,-15 3 3 15,8-3-4-15,7 0 2 0,-13 3 0 0,13-3-1 16,-11 0-3-16,11 0 4 0,0 0 3 15,-12 3-6-15,12-3 3 0,-11 0-2 0,11 0 1 16,0 0 0-16,0 0 0 0,0 0-3 16,-9 2 3-16,9-2 1 0,0 0-1 15,0 0-4-15,0 0 4 0,0 0 1 0,-9 2-1 16,9-2-2-16,0 0-1 0,0 0-5 16,0 0 2-16,0 0-1 0,-7 4 3 15,7-4 1-15,0 7 2 0,0-7-1 16,-1 13-3-16,-5-4 4 0,4 2 6 0,0 3 9 0,-1 2 4 15,-3 2 7-15,1 2 7 16,-2 3 5-16,-2 8-5 0,3-6 7 0,-1 6-2 16,-1-2-2-16,0 2 1 0,3 2 0 15,-1-9-3-15,2-1 1 0,-2 2-7 0,2-2 0 16,1 0 14-16,-1 1-2 0,2 0-4 16,-2-2-2-16,2-5-4 0,1 3-4 15,-1-3 1-15,0 0-5 0,-1-1-3 0,1 1-2 16,2-5 1-16,-2 2 1 0,2 1-5 15,-1 2 4-15,-1-3-3 0,-2 1 7 16,4-1 2-16,-4 1-2 0,4-1 0 16,-1 1-1-16,-1 2-2 0,0-1-3 0,0 2 0 15,2-3-3-15,-2 3 1 0,2-2-1 16,0-1-2-16,-2 4-1 0,2-2-1 0,0-1 1 16,-2 2-4-16,2 1 4 0,0-2-1 15,0-1-2-15,-2 1 2 0,2 0 0 0,0-1-6 16,0 0 4-16,0-3-2 0,0 5-3 15,0-3-2-15,0-1 4 0,0 1-3 0,2-1 1 16,-4 1-2-16,4 0 2 0,-2-1-1 16,2 0-1-16,-2-2 7 0,0-1-4 15,0 1-5-15,2 1 0 0,0-5 4 16,-2 2 1-16,2 1-7 0,-2-3 5 0,2 2-2 16,0-1-1-16,-2-1-2 0,1 4 4 15,-1-5-5-15,0 4 4 0,0-2 0 16,0 0 1-16,0 1 0 0,0-2-2 0,0 1 3 15,2-1-3-15,-2 0 1 0,0 2-1 16,0-10 3-16,0 12-3 0,2-7 3 0,-2-5 0 16,0 10-1-16,0-10 4 0,2 8-2 15,-2-8 1-15,5 7-2 0,-5-7 2 0,7 7-4 16,-7-7 5-16,9 5-2 0,-9-5 0 16,13 4-3-16,-3-1 3 0,-10-3-5 15,19 2 1-15,-5-1 8 0,-2 1-7 16,2 0-2-16,3 0 2 0,2 1-2 0,2 1 3 15,5-1 2-15,9 2-5 0,4 0 0 16,-2 0 1-16,1 0 0 0,0 1 3 0,1-1 0 16,-3 0-5-16,-6 0 5 0,-5-4-6 15,-6 1 7-15,0 2-4 0,1-3 0 16,-6-1 0-16,0 2 4 0,-1-2 0 0,-13 0 1 16,23 0-5-16,-12 0 1 0,-11 0-1 15,22 0 2-15,-9-2-2 0,0 2-1 0,-13 0-1 16,27 0 2-16,-8-1-1 0,0 1-1 15,2 1 0-15,-2 1 0 0,2-2 2 0,0 2-2 16,5 0 6-16,-5-1-3 16,3-1 0-16,1 4-1 0,1-1-4 0,-2-1 4 15,-1 1-5-15,2 1 3 0,-5-3-1 16,-4 1 5-16,4 1-2 0,-4-1 3 0,0 2-1 16,-3-4 3-16,-1 1-7 0,-1 1 5 15,-11-2 1-15,21 3-5 0,-11-3-1 0,-10 0-1 16,17 0 4-16,-17 0-5 0,19 4 6 15,-5-2-8-15,-2 0 9 0,10-1-2 0,1 2-1 16,-1 2-3-16,14 4 1 0,-1-2 3 16,5 3 2-16,0-1-3 0,-3 3 1 15,13 0-5-15,2-1 4 0,2 1-1 16,-4 0 1-16,-5-3-4 0,-4 1 6 0,-1 0-4 16,-1-3 3-16,-3 1-1 0,-4-1 0 15,-3 0 2-15,-4-4 1 0,-7 1 0 16,0-1-1-16,-2 0-1 0,-2 1 1 0,-3-4 0 15,1 2-2-15,-12-2 1 0,23 0-1 16,-13 0-2-16,-10 0 6 0,18 3-6 0,-4-1 0 16,1-2-1-16,4 1-3 0,3 3 2 15,3-2 3-15,2-1 1 0,10 3 0 0,1 1-2 16,0-2 1-16,2 1-2 0,-2-1 2 16,2 0-2-16,-2 3 3 0,-6-3 3 15,-5 1-5-15,0-1 2 0,-2 0-5 16,-4-1 3-16,-1 2-1 0,0-3 3 0,1 1-1 15,1-1-1-15,0-1 4 0,3 2-5 16,-2 0-1-16,-3 0 3 0,9-1-1 0,-4 1 1 16,1-2 0-16,1 4-3 0,4-4-1 15,-5 3-3-15,3-1-6 0,-3-1 0 16,1 3-1-16,-1-2-2 0,-1 1 3 0,-5 0-2 16,-2-3 6-16,2 2-1 0,-7 1 4 15,1-1-3-15,-2 0 4 0,0-2-1 0,-2 2 3 16,-1-1 1-16,-9-1 3 15,17 0-8-15,-5 2 7 0,-12-2-3 0,24-2 0 0,-8 4 1 16,5-2-1-16,3 3-1 16,3-3 7-16,-4 0-5 0,-1 0 2 0,-2 2-4 15,-1 0 0-15,-4 0 1 0,-1-2 2 16,-1 2 0-16,-4-2 6 0,1 1-5 0,-10-1 0 16,17 0-1-16,-17 0 1 0,16 3 1 15,-9-3 1-15,-7 0 3 0,19 0-3 0,-6 0 0 16,3 0-3-16,4 0 2 0,2 0-3 15,3 2 0-15,1 0 1 0,-2-1 1 0,1 3 4 16,2-2-9-16,0 0 5 0,0 2-1 16,0-2-1-16,-3 2 1 0,-1-1-10 15,-4 2-6-15,-1-5-1 0,-4 2 1 16,4 2 0-16,0-3 2 0,7 3 5 0,2 0 1 16,11 2-2-16,-2 0 0 0,3-1 2 15,-1 0-2-15,-2 2-6 0,0-3-1 16,-6 0-5-16,-3 0 5 0,2-2-4 0,-4 2 3 15,1 2 0-15,-1-4 1 0,-1 3 0 16,-1-3 0-16,-1 2 2 0,-8-2-1 0,2 0 6 16,-3 0 0-16,1-2 1 0,-1 3 1 15,3-2-1-15,-3 1 3 0,0-2 0 0,-1 2 0 16,-1-2 0-16,1 0 3 16,-1 2-1-16,-11-2 2 0,17 0 3 0,-7 0 0 15,-10 0-1-15,12 0 2 0,-12 0-2 16,12 0-2-16,-12 0-10 0,0 0-34 0,13-2-53 0,-13 2-71 15,0 0-83-15,6-8-79 16,-6 8-110-16,0 0-168 0,-7-10-36 0,7 10 71 16,-12-7-355-16,5 1-411 0</inkml:trace>
  <inkml:trace contextRef="#ctx0" brushRef="#br0" timeOffset="39207.55">19966 10084 2416 0,'-11'-3'-99'0,"2"-4"35"0,2 2 32 0,1 1 36 0,0 0 35 0,6 4 30 15,-9-6 24-15,3 2 21 0,6 4 9 0,-5-5 8 16,5 5 12-16,-6-3-3 0,6 3-5 15,-5-5-3-15,5 5-7 0,0 0-5 0,0 0 4 16,0 0 7-16,0 0 10 16,0 0-1-16,0 0-5 0,36 17-7 0,-18-11-10 15,12 8-8-15,6 1-11 0,11 5-12 16,3-2-5-16,0 3-10 0,2-1-7 0,0 3-8 16,-3-5-5-16,-1-1 0 0,-7 3-9 15,-5-5-6-15,1-3 0 0,-4 0-6 16,-5-1-2-16,-2-3-1 0,-5 1-4 0,3-1-3 15,-1-2 2-15,-1 2-5 0,1-1 0 16,2 0-3-16,0-2 0 0,5 5-2 0,-3-1 0 16,-5-4-3-16,1 2 0 15,2-3 0-15,0 4-2 0,-2-3 2 0,1 2 0 16,-1 0-4-16,2-3 0 0,-3 3-1 16,-2 0 1-16,-1-2-1 0,-4-1 1 0,3-1 0 15,-3 2 1-15,0 0-6 0,3 0 5 16,-3 0-4-16,-2-3 2 0,0 2 3 0,0-1 2 15,1 1 11-15,1-1 3 0,1 1 1 16,-2-1 1-16,0 0 1 0,3 1-4 0,0-1-2 16,-4-1 4-16,3 1-3 0,4 2-4 15,-6-5-2-15,4 2 1 0,-2 2-2 0,0-1-1 16,1 0 0-16,-1-1-3 0,-2 1-2 16,4-1-1-16,-2 2 0 0,-2-1 3 15,-1 0-6-15,1-3 2 0,1 3 3 16,-1-2-5-16,-1-1 2 0,2 2-2 0,-4 0 0 15,4 0 0-15,-1-2 0 0,1 2-1 16,1-2 2-16,-2 4-2 0,0-4 2 0,1 1-1 16,3 1 2-16,-4 0-1 0,8 0-1 15,-7 0 0-15,4-1 0 0,-2-1 2 0,0 3-3 16,1-3 4-16,-2 2 0 0,2-2 0 16,-4 0-3-16,0 2 0 0,-1-2-2 15,5 2 7-15,-5 0 5 0,2-2 2 0,-2 0 0 16,1-2 3-16,1 2-2 0,1 0-4 15,-1-2 2-15,-2 2-1 0,0-2 0 0,-1 0 2 16,1-1-1-16,0 2-1 16,-1-3 0-16,-1 2 1 0,1-1 0 0,-1 1-3 15,-3 0-3-15,4-2 1 0,-1 0-1 16,0 3-3-16,-1-2 1 0,1-1-1 0,0 0 0 16,3 0-3-16,-3 1-5 15,3-2 6-15,1 4 2 0,-1-5-3 0,-5 1 3 0,6 0-4 16,-1 0 5-16,-1 0-1 0,0-2 5 15,-3 0 2-15,4 0 3 0,-3 0-2 0,2 0-2 16,-1 1-2-16,-1-1 1 0,0 0-3 16,-1 2 0-16,3-2 2 0,-1 2-4 0,-1-2 0 15,2 0 3-15,-1 0-4 16,1 2 3-16,-1-2-2 0,1 1-1 0,0-3 0 16,-1 2 1-16,-3-3-2 0,3 3 1 15,-3-1 2-15,0-2 6 0,3 0-5 0,-2 0-2 16,-3 3 4-16,0-3 9 0,4-1-7 15,-2 1 1-15,-4 2-2 0,7 0-3 0,-4-3-2 16,-1 2 3-16,1 2-2 0,0-1-1 16,-1 1-1-16,2 0 6 0,-1-2-7 0,-2 3 4 15,2-1-5-15,-1 0-1 0,1 0 5 16,0 2-7-16,-3-2 2 0,1 0 6 16,-1 1-2-16,3-3 4 0,-2 4-4 15,0-4-3-15,-1 3-2 0,1-3 0 0,-1 0 0 16,2 0-4-16,-1 1 4 0,-1 0 6 15,1-3-6-15,-1 3-1 0,-1-3 3 16,2 3-3-16,-4-2 0 0,4 0 2 0,-4 3-2 16,-1-3 4-16,3 2 0 0,-2-1 1 15,0 1-3-15,-2 2 1 0,2-6-9 0,-1 4 4 16,-1-1-1-16,-1-1 0 0,-1-2 1 16,0 2 1-16,-2 0 2 0,1-1-1 0,-1 1-4 15,-3-2 1-15,-2 0 6 0,4 0-5 16,-3 0 6-16,1 2-3 0,-2-2-2 0,4 0-1 15,-4 0-2-15,1 2 3 16,0-2 3-16,1 5-4 0,-3-6 0 0,0 4-1 16,3 0 5-16,-4-2-2 0,-1-1-2 15,2 2-2-15,-1 0 2 0,-2-4-2 0,0 2 4 16,-3 0-4-16,1 0 8 0,1 0-7 16,1 1-1-16,0-2 7 0,1 3-2 0,-1 0-4 15,1-1 8-15,1 1-3 0,0-2 1 16,-3 4-7-16,3-3 4 0,-1 1-2 0,1 0 0 15,-2-1 0-15,-1-1 3 0,0 1 0 16,2 1-10-16,-1 2 0 0,-1-1 8 0,3 0 0 16,-2 0 1-16,1 1-2 15,-1-1 0-15,1 1 4 0,1-2-3 0,-2 2 1 16,1-1-3-16,-1 3-7 0,1-2 6 16,-1-4 4-16,2 4 0 0,-1-1-3 0,-1 1 5 15,-3-3-3-15,5 3 0 0,-3 0 2 16,1 1-2-16,2-2 1 0,-3 2 0 0,3 1 5 15,-4-3-6-15,2 2 1 0,-1 0-4 16,3-1 0-16,0 3-2 0,-1-3 4 0,1 4 1 16,0-2 2-16,-3 0 1 0,1 1 0 15,-1-1-4-15,3 3-3 0,-3-2 4 16,1 1-3-16,-3 0 8 0,1-3-6 0,3 5-3 16,-4-4 3-16,0 2 2 0,3 0 3 15,2 2-5-15,-5-4 7 0,5 0-2 16,-3 1-3-16,3 2 2 0,-2 0 2 15,1-1-9-15,0 0 1 0,-1 0 3 0,2 2-2 16,-6-4 5-16,0 2-2 0,1-1 2 16,0 3-2-16,-4-4-2 0,-1 0-1 0,3 0-1 15,-2 2 3-15,4 1 1 0,-4 1-1 16,3 0-3-16,-4-2 6 0,4 2-2 0,-2 0 1 16,0-2-1-16,3 4 3 15,0-3-6-15,-2 0 1 0,3 1 0 0,1 0 5 16,0 0-1-16,0 2-1 0,3-1-4 0,-2-1 2 15,-1 2 6-15,3-2-3 0,-3 1-4 16,1-1 5-16,-1 2 2 0,3-2-4 0,-2 2-2 16,1-1 1-16,12 1-6 0,-25-2 6 0,10 0-2 15,4 0 3-15,-4 1-3 16,-2-3 7-16,1 3-5 0,2-3-4 0,0 2 4 16,-1 1 4-16,1-3-4 0,1 2 1 15,-1-1-2-15,3 1-1 0,-1-1-1 0,1 1 6 16,11 2-1-16,-18-3-1 0,7 1 0 15,11 2 0-15,-23-3 1 0,12 1 0 0,4-1-5 16,7 3 2-16,-20-2 1 0,9-2 1 16,-1 3-3-16,12 1 1 0,-24-4 0 0,12 3 2 15,-1-1 0-15,1 0-2 16,0-1 7-16,-1 1-4 0,-3 1-3 0,5-3 2 16,-5 2 0-16,1-1 0 0,0-1-4 15,2 1 5-15,-1 0-2 0,-3 1-2 0,3-2 1 16,1 1 3-16,-1 0-6 0,3 1 6 15,-1 0-7-15,-2 1-1 0,1-3 6 0,-1 2 0 16,1 0 1-16,-3 1 1 0,1-2 1 16,2 1-2-16,0 2-3 0,-1-2 1 15,-1 0-5-15,2 0 4 0,-3 2 2 0,3-1 0 16,-2-2 4-16,0 3-1 0,-3 0-8 16,4 0 5-16,-2 0 4 0,1 0-7 15,1 3 1-15,0-3-4 0,0 1 7 16,-1 1-3-16,-1 0 3 0,0 0-6 0,2 0 5 15,3-2 2-15,-3 4-1 0,3 0 2 16,-2 0-7-16,1-1 3 0,1-1-2 0,-3 2 3 16,4 2-6-16,-1-4 2 0,-1 3 9 15,-1 0-6-15,3 0-3 0,1-1 7 0,-2 0 0 16,1 2 0-16,-1-1-3 0,1 0-1 16,-2 0 3-16,3 0-5 0,0 0 1 0,-1 0 2 15,1 2-1-15,1-2 4 0,3 2 2 16,-6 0-3-16,2-2-5 0,4 2-1 0,-4 0 1 15,0 1 1-15,4-2 2 0,-1 0 1 16,1-1-3-16,-3 3 3 0,2-2 0 0,-2 0 1 16,3 0-1-16,-3 1-1 15,2-2 0-15,-2 2 0 0,-1 1 1 0,6-3 2 16,-1 0 3-16,-3 2-10 0,7-7 8 16,-11 14-7-16,8-10 1 0,-3 2 5 0,2-1-7 15,3 1 2-15,-6 2 3 0,3-2-4 16,1 1 4-16,-5 1-2 0,5 0 2 0,-3 2-2 15,0-3 1-15,2 1 5 0,-2 1-4 16,3-2 1-16,-3 1-3 0,1 1 2 0,-2-1 2 16,3-1-4-16,-1 0 4 0,-1 2-2 15,3-3-3-15,-1 3-2 0,-1-2 3 16,2 0 1-16,1-1 1 0,-4 3-2 16,4-1 3-16,1 0-1 0,-3 1 5 0,0-1-6 15,2 2 1-15,0 0 0 0,-2 3-2 16,2-1 4-16,0 0-3 0,-2 1 0 0,4 1 4 15,-1-3-1-15,-1 3-4 0,0 0-1 16,2 0 5-16,-2-2 2 0,2 2-5 16,-2-2 2-16,2-2-1 0,0 0-6 0,0 0 8 15,-2 2 3-15,2 0-7 0,0-3 7 16,0-1-6-16,0 4 1 0,-2-3 2 0,2 1-2 16,0 0 5-16,2 3-6 15,0-1 2-15,-2-2-12 0,2 1 15 0,0-1-13 16,2 2 11-16,-3-1-2 0,3-1 0 15,0 2 4-15,0 1 0 0,0-3-2 0,2 2-1 16,-3-1 4-16,1-1 3 0,2 0-3 16,-3 1-2-16,4 0-2 0,-4 0 2 0,1-1-15 15,2-2 14-15,-3 1 1 0,3 2 4 16,-1-3-2-16,-2 2-6 0,3-1 3 0,-3-1-1 16,-1 2-1-16,4 1 2 15,-2 1 3-15,-3-1 18 0,6-2-5 0,-3 4 0 0,-1-4 5 16,3 6 0-16,-1-3-7 0,4 1 8 15,-6 0-10-15,5 0 4 0,-3 1 3 0,3 0-7 16,-2-1-4-16,3-1 0 16,-5-1 4-16,2-1-3 0,-3 0-12 0,3-1 16 15,-1-1-2-15,-2-3 15 0,1 2 19 16,0-2-3-16,-3 2 9 0,1-2 11 0,-2-5 7 16,6 9 2-16,-6-9 6 0,2 5 2 15,-2-5 8-15,3 7 4 0,-3-7 5 0,0 0-1 16,3 6-24-16,-3-6-74 0,0 0 0 15,0 0 0-15,4 4 0 0,-4-4 0 0,0 0 0 16,0 0 0-16,0 0 0 0,0 0 0 16,0 0 0-16,4 8 0 0,-4-8 0 0,0 0 0 15,0 0 0-15,0 0 0 16,0 0 0-16,0 0 0 0,0 0 0 0,0 0-441 16,0 0-246-16,0 0-233 0,0 0 50 15,0 0 94-15,-2-20-753 0,2 20-975 16</inkml:trace>
  <inkml:trace contextRef="#ctx0" brushRef="#br0" timeOffset="50424.53">10952 12176 984 0,'7'-11'361'0,"-1"3"-153"0,-3 2-89 0,-3 6-34 0,0 0 6 0,0 0 53 0,0 0 20 0,-24 20 18 15,-1 0 25-15,-9 7 6 0,-3 5 6 16,1 0 5-16,0 3 1 0,6 2-9 16,-1 1-2-16,8-1-1 0,8-6 12 15,7 0 14-15,8-4 10 0,8 6 0 16,9-2 4-16,12 4-27 0,7-5-16 0,4-2-19 15,7-5-18-15,1-2-18 0,-2-4-17 16,-9-7-27-16,-3-1-53 0,-6-4-89 0,-1-2-107 16,-5-3-139-16,2 0-127 0,-5-3-144 15,1-2-218-15,0-4 60 0,-6-3 82 0,-3 2-414 16,-2-2-512-16</inkml:trace>
  <inkml:trace contextRef="#ctx0" brushRef="#br0" timeOffset="50690.81">11260 12440 2933 0,'0'0'19'0,"-2"-11"8"0,2 11 2 16,0 0 30-16,0 0 64 0,0 0 36 0,0 0 24 15,0 0 10-15,15 24-3 0,-1 2 4 16,-1 3-12-16,1 4-15 0,-1 0-13 0,1 1-12 16,-9 0-8-16,1 0-8 0,-4-5 6 15,-8-6 11-15,1 1 3 0,-8 5-2 0,-3-4-2 16,-5-2-8-16,-1-2-11 0,0-5 8 15,-5 0-5-15,-1-2-19 0,-3-5-3 0,-1 3-18 16,3-7-11-16,4-2-30 16,-1 0-57-16,-1 1-78 0,5-2-90 0,2-2-114 15,1 3-141-15,4-3-195 0,-1 2-130 0,3-2 76 16,1 3-529-16,3 4-677 16</inkml:trace>
  <inkml:trace contextRef="#ctx0" brushRef="#br0" timeOffset="51372.04">10395 15715 3241 0,'4'-15'45'0,"-2"1"46"0,-2 5 0 0,0 2-1 0,0 7 33 0,0 0 69 0,0 0 46 0,-30 10 33 16,1 10 3-16,-12 10 17 0,-4 6 1 0,3 7-16 16,-11 14 4-16,14-11-22 0,7 4-14 15,6 0-13-15,6-1-20 0,8-1-20 16,11-5-15-16,2-1-18 0,6-5-11 16,6-2-11-16,6-1-19 0,2-5-10 0,0-4-13 15,2-4-35-15,2-4-56 0,-5-8-107 16,1-4-114-16,-1-5-135 0,0-2-162 15,15-7-172-15,-7-4-188 0,1-3 75 0,-4-1-688 16,-4-2-935-16</inkml:trace>
  <inkml:trace contextRef="#ctx0" brushRef="#br0" timeOffset="51639.23">10401 16070 4288 0,'0'0'60'0,"0"0"28"16,2-9 38-16,-2 9 47 0,0 0 53 15,30 5 18-15,-13 4 16 0,14 8 10 16,-5 3-11-16,8 9-18 0,1 7-20 0,-7 4-19 16,-5 1-18-16,-3 2-15 0,-11-7-2 15,-3 0 10-15,-10 0 3 0,-9-1 1 16,-3-2 5-16,-11 1-1 0,-5-2-81 0,-2-3-104 16,-4-6 0-16,-3 2 0 0,7-8 0 15,-2-3 0-15,0-4 0 0,-2 1 0 16,-1-5 0-16,5-1 0 0,6-1 0 0,7-3 0 15,-2-2-147-15,4-1-500 0,2-6-239 16,3-4-43-16,5 1 96 0,4 0-782 16,1 0-1055-16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3:46:24.8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4432 7277 867 0,'-16'1'513'0,"16"-1"-86"0,-9-1-42 0,9 1-20 0,0 0-33 0,0 0-26 16,-13-2-25-16,13 2-20 0,0 0 9 0,0 0 6 16,0 0 9-16,0 0 8 0,-14-3 4 15,14 3-5-15,0 0-6 0,0 0-7 16,0 0-8-16,0 0-20 0,0 0-16 16,0 0-15-16,-16 0-10 0,16 0-22 0,0 0-8 15,0 0-9-15,0 0-7 0,0 0-5 16,0 0-32-16,0 0-127 0,0 0 0 0,-9-5 0 15,9 5 0-15,0 0 0 0,0 0 0 16,0 0 0-16,0 0 0 0,0 0 0 0,0 0 0 16,-5-7 0-16,5 7 0 0,0 0 0 15,0 0 0-15,0 0 0 0,-4-7 0 16,4 7 0-16,0 0 0 0,0 0 0 0,-2-7 0 16,2 7 0-16,0 0 0 0,0 0 0 15,0 0 0-15,0 0 0 0,0-10 0 0,0 10 0 16,0 0 0-16,0 0 0 15,0-9 0-15,0 9 0 0,0 0 0 0,4-10 0 16,-4 10 0-16,6-7 0 0,-6 7 0 16,8-8 0-16,-3 4 0 0,-5 4 0 0,6-10 0 15,0 4 0-15,-6 6 0 0,8-8 0 16,-4 5 0-16,-4 3 0 0,7-8 0 0,-3 4 0 16,-4 4 0-16,7-10 0 0,-1 6 0 15,-6 4 0-15,6-7 0 0,-6 7 0 16,7-6 0-16,-7 6 0 0,4-6 0 15,-4 6 0-15,6-6 0 0,-6 6 0 0,0 0 0 0,5-5 0 16,-5 5 0-16,0 0 0 0,0 0 0 16,12-5 0-16,-12 5 0 0,0 0 0 15,9-3 0-15,-9 3 0 0,0 0 0 16,12-4 0-16,-12 4 0 0,0 0 0 0,13 0 0 16,-13 0 0-16,0 0 0 0,15 0 0 15,-15 0 0-15,12 0 0 0,-12 0 0 0,11-3 0 16,-11 3 0-16,0 0 0 0,18-1 0 15,-18 1 0-15,11 0 0 0,-11 0 0 0,14 4 0 16,-14-4 0-16,9 0 0 16,-9 0 0-16,0 0 0 0,13 0 0 0,-13 0 0 15,8 3 0-15,-8-3 0 0,0 0 0 16,11 2 0-16,-11-2 0 0,0 0 0 0,8 4 0 16,-8-4 0-16,0 0 0 0,9 2 0 15,-9-2 0-15,0 0 0 0,8 3 0 0,-8-3 0 16,6 3 0-16,-6-3 0 0,0 0 0 15,0 0 0-15,7 6 0 0,-7-6 0 16,0 0 0-16,4 6 0 0,-4-6 0 0,2 4 0 16,-2-4 0-16,3 7 0 0,-3-7 0 15,3 6 0-15,-3-6 0 0,2 4 0 0,-2-4 0 16,2 8 0-16,-2-8 0 16,4 4 0-16,-4-4 0 0,1 8 0 0,-1-8 0 0,0 0 0 15,2 8 0-15,-2-8 0 16,0 7 0-16,0-7 0 0,0 7 0 0,0-7 0 15,0 7 0-15,0-7 0 0,0 8 0 16,0-8 0-16,0 9 0 0,0-9 0 0,-2 6 0 16,2-6 0-16,0 9 0 0,0-9 0 15,-1 8 0-15,1-8 0 0,-2 7 0 0,2-7 0 16,-2 9 0-16,0-4 0 0,2-5 0 16,-5 9 0-16,5-9 0 0,-5 7 0 0,5-1 0 15,0-6 0-15,-6 11 0 0,5-8 0 16,1-3 0-16,-6 9 0 0,4-3 0 15,2-6 0-15,-4 9 0 0,1-4 0 0,3-5 0 16,-5 9 0-16,1-4 0 0,4-5 0 16,-3 8 0-16,-1-2 0 0,2-2 0 15,2-4 0-15,-7 10 0 0,3-6 0 0,-1 1 0 16,4 1 0-16,-5-1 0 0,2 0 0 16,1 0 0-16,-1 1 0 0,0-2 0 0,-1 1 0 15,5-5 0-15,-9 11 0 0,6-8 0 16,-1 3 0-16,0-1 0 0,1 0 0 0,3-5 0 15,-11 10 0-15,8-4 0 0,-1-3 0 16,0 2 0-16,-1 0 0 0,1-1 0 16,4-4 0-16,-10 10 0 0,4-6 0 0,6-4 0 15,-9 11 0-15,4-6 0 0,1 0 0 16,4-5 0-16,-10 8 0 0,6-2 0 16,4-6 0-16,-7 9 0 0,3-4 0 0,-1 0 0 15,5-5 0-15,-9 8 0 0,5-2 0 16,4-6 0-16,-9 8 0 0,6-2 0 15,-3-1 0-15,6-5 0 0,-10 10 0 0,2-5 0 16,3 0 0-16,-1 0 0 0,6-5 0 16,-12 10 0-16,9-4 0 0,-3 1 0 0,1-3 0 15,-1 0 0-15,1 1 0 0,0 0 0 16,1 0 0-16,4-5 0 0,-9 10 0 0,3-8 0 16,3 4 0-16,3-6 0 15,-9 6 0-15,6 0 0 0,-1-3 0 0,4-3 0 16,-6 7 0-16,6-7 0 0,-7 5 0 15,5-1 0-15,2-4 0 0,-8 7 0 0,8-7 0 16,-4 7 0-16,4-7 0 0,-5 7 0 16,1-5 0-16,4-2 0 0,-6 7 0 0,3-4 0 15,3-3 0-15,-7 8 0 0,7-8 0 16,-5 6 0-16,5-6 0 0,-4 6 0 0,4-6 0 16,-4 3 0-16,4-3 0 0,0 0 0 15,-5 6 0-15,5-6 0 0,0 0 0 0,-6 6 0 16,6-6 0-16,0 0 0 0,0 0 0 15,0 0 0-15,-3 7 0 0,3-7 0 16,0 0 0-16,0 0 0 0,0 0 0 16,0 0 0-16,0 0 0 0,0 0 0 0,0 0 0 15,0 0 0-15,0 0 0 0,0 0 0 16,0 0 0-16,0 0 0 0,0 0 0 0,0 0 0 16,0 0 0-16,37-7 0 0,-27 4 0 15,1 0 0-15,1 0 0 0,-12 3 0 0,25-3 0 16,-11 0 0-16,-2 0 0 0,0 3 0 15,-12 0 0-15,18-4 0 0,-6 4 0 0,-12 0 0 16,20-1 0-16,-11-1 0 16,0 0 0-16,-9 2 0 0,18-2 0 0,-11 2 0 15,-7 0 0-15,17-2 0 0,-17 2 0 0,15 0 0 16,-15 0 0-16,15-1 0 0,-15 1 0 16,16-3 0-16,-16 3 0 0,17 0 0 15,-7 0 0-15,-10 0 0 0,14 0 0 16,-4 3 0-16,-10-3 0 0,17 0 0 0,-7 0 0 15,-10 0 0-15,19 0 0 0,-10 1 0 16,-9-1 0-16,18 0 0 0,-9 2 0 0,-9-2 0 16,15 0 0-16,-15 0 0 0,13 2 0 15,-13-2 0-15,14 0 0 0,-14 0 0 0,9 2 0 16,-9-2 0-16,0 0 0 16,13 0 0-16,-13 0 0 0,0 0 0 0,12 0 0 0,-12 0 0 15,0 0 0-15,0 0 0 16,0 0 0-16,13 0 0 0,-13 0 0 0,0 0 0 15,0 0 0-15,0 0 0 0,0 0 0 16,0 0 0-16,0 0 0 0,11 2 0 0,-11-2 0 16,0 0 0-16,0 0 0 0,0 0 0 15,0 0 0-15,0 0 0 0,0 0 0 0,0 0 0 16,0 0 0-16,0 0-257 0,0 0-778 16,-39-2-1311-16,39 2-1743 0</inkml:trace>
  <inkml:trace contextRef="#ctx0" brushRef="#br0" timeOffset="2652.44">4362 10689 5738 0,'2'-8'-428'0,"-2"2"70"0,0 6 71 0,2-8 55 0,-1 2 63 15,-1 6 54-15,6-11 55 0,-4 4 58 16,2 0 49-16,-1-3 35 0,-1 1 33 0,3 1 24 16,-2 0 27-16,1 0 17 0,-2 0 12 15,0 3 17-15,-2 5 20 0,3-15 6 16,-1 10 8-16,-2 5 3 0,2-9-9 16,-2 9-6-16,4-6-15 0,-4 6-18 0,0 0-16 15,4-9-24-15,-4 9-18 0,0 0-12 16,0 0-10-16,0 0-2 0,0 0 11 15,0 0-14-15,0 0-116 0,1 26 0 0,-1-10 0 16,-1 3 0-16,-3 7 0 0,0 8 0 16,0 3 0-16,-3 2 0 0,2 3 0 0,-4 9 0 15,6-6 0-15,-5-2 0 0,4-2 0 16,1-3 0-16,-3-1 0 0,2-3 0 0,0-5 0 16,0-4 0-16,0-4 0 15,-1-5 0-15,3 0 0 0,-2-2 0 0,3-2 0 0,-1-2 0 16,-1-2 0-16,1-1 0 0,0 0 0 15,0-2 0-15,2-5 0 0,0 6 0 0,0-6 0 16,0 0 0-16,-3 6 0 0,3-6 0 16,0 0 0-16,0 0 0 0,0 0 0 15,0 0 0-15,0 0 0 0,0 0 0 16,0 0 0-16,0 0 0 0,-6-17 0 0,4 9 0 16,2-2-301-16,-2-1-424 0,2-3-108 15,0-4-30-15,6-5 78 0,-2 0-808 0,3-10-1034 16</inkml:trace>
  <inkml:trace contextRef="#ctx0" brushRef="#br0" timeOffset="2736.26">4486 10623 4216 0</inkml:trace>
  <inkml:trace contextRef="#ctx0" brushRef="#br0" timeOffset="3166.26">4495 10593 3820 0,'0'-8'-58'0,"0"-1"65"0,2 3 60 0,-2 0 47 0,0 6 39 0,-2-11 28 15,2 11 12-15,0 0 16 0,2-11-5 0,-2 11 6 16,0-7-8-16,0 7-3 0,0 0-3 15,-2-13-7-15,2 13-6 0,0 0-11 16,-2-6-14-16,2 6-13 0,0 0 1 0,0 0-3 16,0 0 8-16,0 0 11 0,-32 23 6 15,10-4 8-15,-1 3 4 0,-2 1 14 0,-8 4 4 16,-4 6-69-16,3-4-129 16,-2-3 0-16,0 2 0 0,9-6 0 0,0-3 0 15,2 1 0-15,9-5 0 0,0-2 0 16,5-3 0-16,-1-2 0 0,5 1 0 0,-1-3 0 15,1 2 0-15,3-2 0 0,0 0 0 16,4-6 0-16,-2 9 0 0,2-9 0 16,3 13 0-16,6-8 0 0,2 1 0 0,6-3 0 15,10 1 0-15,15 0 0 0,3 0 0 16,7-2 0-16,9 0 0 0,2-2 0 0,-3 4 0 16,-10-4 0-16,-3 0 0 0,-6 0 0 15,-7 0 0-15,-11 2 0 0,-2-4 0 0,-2 4 0 16,-4-2 0-16,1 0 0 15,-7 0 0-15,-9 0 0 0,19 0 0 0,-9 0 0 0,-10 0 0 16,13 2 0-16,-13-2 0 16,11 0 0-16,-11 0 0 0,0 0 0 0,13 2 0 15,-13-2 0-15,7 2 0 0,-7-2 0 16,0 0 0-16,0 0 0 0,5 5 0 0,-5-5 0 16,0 0 0-16,0 0 0 0,0 0 0 15,0 0 0-15,0 0-459 0,0 0-541 0,-23 5 97 16,12 0-1079-16,-1-3-1401 15</inkml:trace>
  <inkml:trace contextRef="#ctx0" brushRef="#br0" timeOffset="6549.38">4500 5951 4757 0,'-11'4'-420'0,"11"-4"63"0,0 0 48 0,0 0 59 0,-11 1 53 15,11-1 53-15,0 0 47 0,0 0 47 0,-12 5 42 16,12-5 46-16,0 0 41 0,-9 5 53 15,9-5 39-15,-7 4 34 0,7-4 35 16,-11 8 28-16,11-8 22 0,-7 4-6 0,7-4 16 16,-9 4 9-16,9-4 7 0,0 0-3 15,0 0 1-15,-7 5 0 0,7-5-7 0,0 0-9 16,0 0-9-16,0 0-13 0,0 0-23 16,0 0-20-16,0 0-196 0,37-3-37 0,-24-1 0 15,3 2 0-15,2-2 0 16,0 0 0-16,-1 0 0 0,0 0 0 0,1-2 0 15,-3 2 0-15,-3-1 0 0,2 3 0 16,-3-2 0-16,1-2 0 0,-4 3 0 0,1-4 0 16,-2 3 0-16,2-1 0 0,-2 1 0 15,1-2 0-15,-3-1 0 0,3 2 0 16,0-2 0-16,-3 1 0 0,1-1 0 0,-1-2 0 16,2 2 0-16,-2-1 0 0,-3 3 0 15,2-2 0-15,0 0 0 0,-1 0 0 16,-3 7 0-16,2-14 0 0,-2 8 0 0,0 6 0 15,-2-16 0-15,2 9 0 0,-1 1 0 16,-3-3 0-16,0 2 0 0,0-1 0 16,1 1 0-16,-3-3 0 0,0 4 0 0,0-2 0 15,1 1 0-15,-5-1 0 0,2 2 0 16,-1-2 0-16,-2 2 0 0,1-1 0 0,0 3 0 16,-3 0 0-16,1-2 0 0,3 4 0 15,-4-3 0-15,1 2 0 0,-1 1 0 0,13 2 0 16,-23-3 0-16,14 1 0 0,9 2 0 15,-23 0 0-15,23 0 0 0,-23 2 0 16,6-1 0-16,1 5 0 0,0 0 0 16,-2-2 0-16,3 4 0 0,-6 3 0 0,4-1 0 15,-10 6 0-15,8-5 0 0,-4 9 0 16,0-3 0-16,2 4 0 0,1-1 0 16,-2 1 0-16,6 1 0 0,-2 2 0 0,2 0 0 15,2 3 0-15,1 0 0 0,1 4 0 16,1 0 0-16,3 0 0 0,2-3 0 0,4-2 0 15,2-1 0-15,2 1 0 0,6 8 0 16,1-1 0-16,8-1 0 0,4 0 0 0,8 1 0 16,5-3 0-16,4-4 0 0,3-1 0 15,-7-8 0-15,2-3 0 0,-2-2 0 0,-2-4 0 16,-5-1 0-16,-4-1 0 0,-5-3 0 16,0-1 0-16,-2-1 0 0,-3 1 0 15,1-2 0-15,-1 2 0 0,-13-2 0 16,19 0 0-16,-19 0 0 0,20 0 0 0,-20 0 0 15,12 1 0-15,-12-1 0 0,0 0 0 16,19 0 0-16,-19 0 0 0,0 0 0 16,14 0 0-16,-14 0 0 0,0 0 0 0,0 0 0 15,13 0 0-15,-13 0 0 0,0 0 0 16,0 0 0-16,9 0 0 0,-9 0 0 0,0 0 0 16,0 0 0-16,0 0 0 15,0 0 0-15,6-6 0 0,-6 6 0 0,0-7-44 0,0 7-1017 16,0 0 112-16,-8-19-1138 0,8 12-1499 15</inkml:trace>
  <inkml:trace contextRef="#ctx0" brushRef="#br0" timeOffset="7499.6">4983 6007 5113 0,'2'-6'-289'0,"-2"6"99"0,0 0 91 0,0-10 91 0,0 10 65 0,0 0 52 15,0-11 52-15,0 11 32 0,1-8 49 16,-1 8 23-16,0 0 26 0,0-11 15 0,0 11 9 16,0-6-4-16,0 6-7 15,0 0-7-15,2-9-19 0,-2 9-9 0,0 0-27 16,2-7-218-16,-2 7-24 0,0 0 0 15,0 0 0-15,2-7 0 0,-2 7 0 16,0 0 0-16,0 0 0 0,0 0 0 0,0 0 0 16,0 0 0-16,0 28 0 0,-2-10 0 15,0 5 0-15,0 2 0 0,-1 12 0 0,-1 2 0 16,0-3 0-16,-1 4 0 0,1-4 0 16,-1-1 0-16,2-4 0 0,-1-4 0 0,0-4 0 15,4 0 0-15,-3-5 0 0,1-2 0 16,-2-1 0-16,2-3 0 0,0-1 0 0,1-3 0 15,-1 1 0-15,-1-2 0 16,3-7 0-16,-2 7 0 0,2-7 0 0,0 0 0 16,0 0 0-16,0 0 0 0,0 0 0 15,8-28 0-15,-2 8 0 0,1-1 0 0,1-16 0 16,0-2 0-16,3-12 0 0,-2 11 0 16,0-2 0-16,-4 4 0 0,-1 4 0 0,2 7 0 15,-6 4 0-15,1 3 0 0,-1 3 0 16,0 2 0-16,2 2 0 0,-2 0 0 15,0 3 0-15,0 2 0 0,0-1 0 0,0 3 0 16,0 6 0-16,-2-6 0 0,2 6 0 16,0 0 0-16,0 0 0 0,-16 35 0 15,9-14 0-15,0 10 0 0,0 6 0 16,-3-1 0-16,4-2 0 0,0 0 0 0,3-1 0 16,-1-6 0-16,0-5 0 0,2 1 0 15,0-5 0-15,-1-4 0 0,3-1 0 0,-5-2 0 16,5-1 0-16,-2-2 0 0,2-1 0 15,0-7 0-15,0 10 0 0,0-10 0 0,0 0 0 16,0 0 0-16,0 0 0 0,0 0 0 16,16-19 0-16,-12 11 0 0,-4 8 0 0,5-9 0 15,-5 9 0-15,4-6 0 16,-4 6 0-16,2-6 0 0,-2 6 0 0,0 0 0 0,0 0 0 16,0 0 0-16,0 0 0 0,-8 23 0 15,8-13 0-15,-1-2 0 0,-1-1 0 16,2-7 0-16,-2 16 0 0,2-11 0 15,0-5 0-15,0 10 0 0,0-10 0 0,0 8 0 16,0-8 0-16,0 0 0 0,0 0 0 16,0 0 0-16,0 0 0 0,0 0 0 0,0 0 0 15,0 0 0-15,0 0-765 0,-29-10-226 16,20 7 109-16,9 3-1007 0,-29 0-1311 16</inkml:trace>
  <inkml:trace contextRef="#ctx0" brushRef="#br0" timeOffset="23312.51">8524 4048 1559 0,'-16'-2'198'0,"5"1"-28"0,2-2-9 0,0 0-5 0,0 2 2 0,9 1 1 15,0 0-1-15,-23-6-6 0,23 6 13 16,-11 0 20-16,11 0-2 0,-11-2 16 16,11 2 5-16,0 0 7 0,0 0 10 0,-12-5 3 15,12 5 9-15,0 0 0 0,0 0 4 16,0 0-4-16,0 0 6 0,0 0-19 15,0 0-1-15,0 0-10 0,0 0-2 0,0 0-10 16,0 0-5-16,0 0-8 0,0 0-19 16,0 0-8-16,38 5-13 0,-21-3-11 15,1 2-5-15,6-2-14 0,6-1-11 16,7 2-11-16,5-3-6 0,1 4-83 0,-2-4-3 16,1 2 0-16,-10 0 0 0,-3 0 0 15,-4 0 0-15,-6-1 0 0,-1 1 0 0,-4 0 0 16,-1-1 0-16,-2 1 0 0,-11-2 0 15,22 1 0-15,-22-1 0 0,13 2 0 16,-5 0 0-16,-8-2 0 0,15 1 0 0,-15-1 0 16,13 3 0-16,-13-3 0 0,13 4 0 15,-13-4 0-15,12 2 0 0,-12-2 0 0,13 4 0 16,-13-4 0-16,10 3 0 0,-10-3 0 16,0 0 0-16,13 1 0 0,-13-1 0 0,0 0 0 15,0 0 0-15,10 3 0 16,-10-3 0-16,0 0 0 0,0 0 0 0,0 0 0 15,9 3 0-15,-9-3 0 0,0 0 0 16,0 0 0-16,0 0 0 0,0 0 0 16,0 0 0-16,0 0 0 0,10 3 0 0,-10-3 0 15,0 0 0-15,0 0 0 0,0 0 0 16,0 0 0-16,0 0 0 0,-5 12 0 0,5-12 0 16,-9 12 0-16,4-5 0 0,-3 2 0 15,1 3 0-15,-3 4 0 0,-1 0 0 0,-7 8 0 16,3 2 0-16,1 1 0 15,-2 0 0-15,2-2 0 0,-3 2 0 0,2-1 0 16,0 2 0-16,-1-2 0 0,3 2 0 0,-3 0 0 16,5-7 0-16,-1 4 0 15,-1-3 0-15,1 5 0 0,-1-6 0 0,6 0 0 16,-2-3 0-16,-3-1 0 0,4 3 0 16,-1-3 0-16,2 0 0 0,0-3 0 0,-2 0 0 15,5-1 0-15,-3-2 0 0,3-1 0 16,-2 0 0-16,2-1 0 0,0-3 0 0,3 3 0 15,-3-4 0-15,4-5 0 0,-6 10 0 16,6-10 0-16,-1 9 0 0,1-9 0 0,-7 5 0 16,7-5 0-16,0 0 0 15,-2 9 0-15,2-9 0 0,0 0 0 0,-2 8 0 16,2-8 0-16,0 0 0 0,0 0 0 16,0 0 0-16,-7 3 0 0,7-3 0 0,0 0 0 15,0 0 0-15,0 0 0 0,0 0 0 16,-9-17 0-16,5 9-357 0,2 1-613 15,-1-1 27-15,-4-2 101 0,5-3-885 0,0 3-1161 16</inkml:trace>
  <inkml:trace contextRef="#ctx0" brushRef="#br0" timeOffset="23931.18">8730 4424 4243 0,'0'0'-267'0,"-16"-2"68"0,16 2 54 0,-15-2 56 0,7 0 57 0,8 2 50 0,-17-4 45 15,7 4 30-15,1-1 28 0,9 1 24 0,-17-3 13 16,5 1 16-16,3 2 8 0,9 0 8 16,-19-2 0-16,19 2 7 0,-19 0 4 15,19 0 0-15,0 0 0 0,-21 0-8 16,21 0 0-16,0 0-4 0,-14 0-4 16,14 0-8-16,0 0-9 0,0 0-1 0,0 0 0 15,0 0 2-15,0 0 1 0,0 0-4 16,0 0-15-16,0 0-13 0,35 12-14 15,-11-8-11-15,13-1-37 0,1 4-76 0,4-2 0 16,-2 0 0-16,2-1 0 0,1 1 0 0,0 0 0 16,-3 0 0-16,-12 0 0 15,-3-3 0-15,-4 0 0 0,-8-1 0 0,2 1 0 16,-1 0 0-16,-3-2 0 0,-11 0 0 16,19 2 0-16,-19-2 0 0,15 1 0 15,-15-1 0-15,14 0 0 0,-14 0 0 0,11 2 0 16,-11-2 0-16,0 0 0 0,18 2 0 15,-18-2 0-15,11 1 0 0,-11-1 0 0,0 0 0 16,16 4 0-16,-16-4 0 0,0 0 0 16,11 2 0-16,-11-2 0 0,0 0 0 0,0 0 0 15,9 2 0-15,-9-2 0 0,0 0 0 16,0 0 0-16,0 0 0 0,0 0 0 16,0 0 0-16,0 0 0 0,0 0 0 0,0 0 0 15,8-8 0-15,-8 8-335 16,0 0-315-16,0 0-188 0,-27-10-61 0,15 5 101 0,1 3-791 15,-2-6-1029-15</inkml:trace>
  <inkml:trace contextRef="#ctx0" brushRef="#br0" timeOffset="24663.66">8689 4074 4017 0,'-15'-3'-209'0,"2"3"58"0,-4 0 61 0,5 0 62 0,-1 0 70 0,2-4 50 16,-1 2 39-16,5 0 35 0,7 2 15 0,-18 0 15 15,18 0 21-15,0 0 14 16,-17-3 9-16,17 3 5 0,0 0-3 0,-14-1 1 16,14 1-18-16,0 0-12 0,0 0-19 15,0 0-15-15,0 0-19 0,0 0-16 0,0 0-17 16,49 4-7-16,-25 0-15 0,5 0-12 15,9-1-10-15,4 4-6 0,-2-4-7 0,0 2-9 16,1-3-5-16,-10 1-7 0,-4-1 0 16,-2 0-5-16,-6 0-6 0,0-2-4 15,-6 0-3-15,0 3 1 0,1-1-8 0,-14-2 0 16,19 1-2-16,-19-1-5 0,15 0-2 16,-15 0-8-16,13 2 7 0,-13-2-3 15,12 2-2-15,-12-2-2 0,0 0-7 16,11 2 7-16,-11-2-2 0,0 0 0 0,8 5-2 15,-8-5-1-15,4 8 3 0,-3-1 0 16,-1 2 4-16,-3 1 4 0,-3 7 9 0,2 4-6 16,-7 8-16-16,1 2 0 0,-1 4 0 15,-3 0 0-15,-1 6 0 0,-6 2 0 16,5 0 0-16,0-9 0 0,-1 0 0 0,2 1 0 16,0-6 0-16,1-2 0 15,3-4 0-15,3-5 0 0,0-4 0 0,3 0 0 0,-1 0 0 16,1-2 0-16,-1-4 0 0,1 1 0 15,2-1 0-15,-1-2 0 0,4-6 0 16,-4 11 0-16,2-7 0 0,2-4 0 16,-3 8 0-16,3-8 0 0,-4 7 0 0,4-7 0 15,0 0 0-15,0 0 0 0,-2 7 0 16,2-7 0-16,0 0 0 0,0 0 0 0,0 0 0 16,0 0 0-16,0 0-276 0,0 0-325 15,-2-22-118-15,1 13-184 0,-6-1 65 16,5-2 99-16,-2-1-661 0,-3-1-851 0</inkml:trace>
  <inkml:trace contextRef="#ctx0" brushRef="#br0" timeOffset="25096.54">8659 4386 3602 0,'-13'-5'-88'0,"5"1"53"0,-4-2 44 0,5 2 56 0,1 1 47 0,6 3 51 0,-12-5 36 16,12 5 21-16,-9-4 0 0,9 4 9 16,0 0 2-16,-9-5 2 0,9 5 0 0,0 0 4 15,0 0-9-15,-8-4-12 0,8 4-3 16,0 0-2-16,0 0 3 0,0 0-5 16,0 0-12-16,0 0-20 0,40 13-18 15,-13-10-12-15,9 2-15 0,4-1-15 16,4 4-11-16,0-4-11 0,-3 2-7 0,0-2-36 0,-3-1-52 15,-10 1 0-15,-5-4 0 16,-4 3 0-16,-2-1 0 0,-4-1 0 0,-1 1 0 16,-12-2 0-16,15 2 0 0,-15-2 0 15,16 2 0-15,-16-2 0 0,11 1 0 0,-11-1 0 16,0 0 0-16,14 1 0 0,-14-1 0 16,0 0 0-16,11 3 0 0,-11-3 0 15,0 0 0-15,0 0 0 0,9 3 0 16,-9-3 0-16,0 0 0 0,0 0 0 15,0 0 0-15,0 0 0 0,0 0 0 0,0 0 0 16,0 0 0-16,0 0-307 0,0 0-207 0,0 0-158 16,0 0-209-16,-32 0 32 0,23 2 97 15,9-2-682-15,-18 3-884 0</inkml:trace>
  <inkml:trace contextRef="#ctx0" brushRef="#br0" timeOffset="29248.07">12394 3146 3579 0,'0'0'-218'0,"0"0"55"0,0 0 44 0,0 0 47 0,8 5 37 0,-8-5 38 0,0 0 33 16,0 0 20-16,0 0 32 15,0 0 18-15,0 0 23 0,0 0 20 0,0 0 9 16,0 0 16-16,0 0 4 0,0 0-14 16,0 0-5-16,0 0-8 0,0 0-16 15,19-7-13-15,-19 7-5 0,0 0-18 0,3-6-9 16,-3 6-1-16,6-8-7 0,-6 8-18 15,6-12-1-15,-4 7-9 0,0-1-1 0,-2 6-2 16,4-12 7-16,-2 5-4 0,-2 7-13 16,1-12 0-16,-1 12 6 15,0-12-13-15,-1 5-1 0,1 7-3 0,-6-12-4 16,2 7-2-16,4 5-3 0,-10-10-5 16,5 6 2-16,5 4-6 0,-22-3 1 0,9 3 1 15,13 0-4-15,-32 5 9 0,13 4 1 16,-2-1-1-16,-4 6 1 0,0 5 3 0,2-1-2 15,1 3 2-15,5 0-3 0,6-4 4 16,0-1 4-16,4 1 1 0,3-5 9 16,3 2 5-16,1-1 4 0,1 1 9 0,1-3 14 15,4 0 4-15,1-2 12 0,3-1-7 16,3 0-12-16,3-2 9 0,-1-3-10 0,2 2-16 16,2-5-4-16,-2 0-6 0,0-1-1 15,0-1 8-15,1-2 8 0,-1-2 6 16,-3 4 1-16,-3-2 1 0,0 3-4 15,-11 1-5-15,15-5-12 0,-5 3-10 16,-10 2 0-16,0 0-12 0,0 0 1 0,0 0 2 16,0 0-5-16,12 8-4 0,-12-8 2 15,-9 14-2-15,7-5 0 0,-1 1 0 0,-1 0-6 16,0 1 7-16,3 1 1 0,-5 3 1 16,4-3 3-16,-1 1-5 0,3 3 1 0,-2-3 4 15,2 1-4-15,0 0 4 0,0-1-5 16,0-1 3-16,0 1 1 0,0-3 4 15,0-2 8-15,0 2 9 0,0-10 16 16,0 13-48-16,0-8-8 0,0-5 0 16,0 11 0-16,0-11 0 0,-3 8 0 0,3-8 0 15,-4 7 0-15,4-7 0 0,-9 3 0 16,9-3 0-16,-20 1 0 0,8-1 0 0,12 0 0 16,-31-1 0-16,15 0 0 0,2 1 0 15,-4 0 0-15,5-2 0 0,-1 2 0 0,14 0 0 16,-22-2 0-16,22 2 0 0,-17-1 0 15,17 1 0-15,-13 0 0 0,13 0 0 16,0 0 0-16,-16-4 0 0,16 4 0 0,-9 0 0 16,9 0 0-16,0 0 0 0,-11-3 0 15,11 3 0-15,0 0-572 0,0 0-456 16,11-12 101-16,-11 12 100 0,5-11-818 16,1 5-1083-16</inkml:trace>
  <inkml:trace contextRef="#ctx0" brushRef="#br0" timeOffset="29748.13">12356 2921 4127 0,'-9'-7'-250'0,"-1"3"34"0,-2 0 30 0,3 3 43 0,9 1 37 0,-21-3 35 0,3 7 35 16,2 1 32-16,-7 1 23 0,-10 6 26 15,3 7 30-15,-10 5 16 0,4 1 20 0,-1 4 23 16,3 4 7-16,0 3 7 0,1-1 0 16,1 6 1-16,5 1-3 0,4 1-2 15,7-2-3-15,5-3-6 0,6 1-10 16,5 0 0-16,5 1 0 0,6-1-8 0,7 6-3 15,5-5-26-15,8-4-8 0,1-2-5 16,4-5-5-16,5-5-10 0,-7-7-5 16,2-4-3-16,4-1-4 0,-2-4-4 0,4-3-6 15,4-5-3-15,-2-1 0 0,1-5 2 16,8-3 6-16,-1-6 11 0,-2-2 13 16,-3-6 6-16,-1-4 12 0,-2-6 0 0,-4-3 7 15,-3-3 13-15,-7-5-9 0,-1-2-4 16,-11-3-10-16,-2 5-8 0,-11 4-10 0,-5 3-4 15,-9 6-10-15,-5-2-12 0,-5 4-3 16,-14 0-7-16,-6 6-8 0,-6 3-5 0,-4 6-42 16,-6 2-50-16,-2 5-51 15,12 5-63-15,-4 0-96 0,2 3-103 0,-3 2-137 16,2 1-197-16,3 2-52 0,4 2 90 16,-2 0-508-16,9 5-658 0</inkml:trace>
  <inkml:trace contextRef="#ctx0" brushRef="#br0" timeOffset="36928.01">9709 6902 3107 0,'0'0'-94'0,"0"0"51"0,-9-2 35 0,9 2 38 0,0 0 30 0,0 0 39 16,-14-2 20-16,14 2 11 0,0 0 13 0,0 0 11 16,-7-2 6-16,7 2 10 0,0 0 9 15,0 0 5-15,0 0 6 0,0 0 4 16,0 0 10-16,0 0 3 0,0 0 2 0,-14-4 17 15,14 4-1-15,0 0 1 0,0 0-2 16,0 0-3-16,0 0-13 0,0 0-19 0,-8-4-12 16,8 4-13-16,0 0-5 15,-1-10-12-15,1 10-15 0,-4-6-3 0,4 6-10 0,-2-9-9 16,2 9-8-16,0 0-63 0,-2-10-39 16,2 10 0-16,0-8 0 0,0 8 0 0,2-9 0 15,-2 9 0-15,6-12 0 16,-3 8 0-16,1-2 0 0,-4 6 0 0,12-12 0 15,-6 7 0-15,-1-2 0 0,2 2 0 16,0-1 0-16,-7 6 0 0,15-7 0 0,-6 2 0 16,1 4 0-16,1-3 0 0,-2 1 0 15,3 1 0-15,1 1 0 0,3-1 0 0,-1 0 0 16,-1 0 0-16,0 2 0 0,0-1 0 16,1 1 0-16,-15 0 0 0,27-2 0 15,-18 2 0-15,-9 0 0 0,21 0 0 0,-21 0 0 16,15 2 0-16,-15-2 0 0,14 1 0 15,-14-1 0-15,13 4 0 0,-13-4 0 16,12 5 0-16,-12-5 0 0,7 5 0 16,-7-5 0-16,8 5 0 0,-8-5 0 0,5 8 0 15,-5-8 0-15,2 8 0 0,-2-8 0 16,3 8 0-16,-3-8 0 0,0 10 0 0,0-10 0 16,-3 12 0-16,1-7 0 0,2-5 0 15,-2 12 0-15,1-7 0 0,1-5 0 0,-8 12 0 16,6-8 0-16,1 4 0 0,-3-4 0 15,0 1 0-15,4-5 0 0,-8 10 0 0,4-6 0 16,4-4 0-16,-7 12 0 0,1-5 0 16,3-3 0-16,-4 4 0 0,1-2 0 0,1 2 0 15,-1-1 0-15,-1-1 0 16,0 2 0-16,0 0 0 0,0 1 0 0,-1-3 0 16,-2 3 0-16,3 0 0 0,-2 2 0 15,-1-5 0-15,0 4 0 0,3-3 0 0,-1 1 0 16,-2-1 0-16,1 2 0 0,3-1 0 15,-3-1 0-15,-1-1 0 0,4 2 0 0,-3-1 0 16,2-1 0-16,-1 2 0 0,-2-1 0 16,3-1 0-16,-1 2 0 0,0 0 0 0,-1-4 0 15,0 5 0-15,0-1 0 16,0-4 0-16,2 4 0 0,-1-4 0 0,-2 2 0 0,3 1 0 16,-1-3 0-16,0 4 0 0,-1-3 0 15,3 0 0-15,-3 2 0 0,-1-3 0 16,3 2 0-16,-1 1 0 0,-1-2 0 15,2 0 0-15,-2 1 0 0,0 0 0 0,2 1 0 16,-2-2 0-16,2 0 0 0,0 0 0 16,-4 2 0-16,6-4 0 0,-3 2 0 0,1 1 0 15,2-1 0-15,-6 0 0 0,2 0 0 16,4 2 0-16,-6-2 0 0,2 0 0 0,4 2 0 16,-5-2 0-16,2 1 0 0,2-2 0 15,1 0 0-15,5-4 0 0,-11 7 0 0,6-5 0 16,5-2 0-16,-7 5 0 15,7-5 0-15,-6 3 0 0,6-3 0 0,-3 6 0 16,3-6 0-16,0 0 0 0,-8 4 0 16,8-4 0-16,0 0 0 0,0 0 0 0,0 0 0 15,0 0 0-15,-2 4 0 0,2-4 0 16,0 0 0-16,0 0 0 0,15 3 0 0,-15-3 0 16,20 2 0-16,-9-2 0 0,0 2 0 15,3-2 0-15,0 1 0 0,2-1 0 0,5 3 0 16,-4-3 0-16,4 0 0 0,-1 1 0 15,4-1 0-15,-3 1 0 0,6-1 0 0,-1 2 0 16,-1-2 0-16,1 2 0 16,3-2 0-16,-4 0 0 0,-2 2 0 0,-2-2 0 0,0 0 0 15,-2 0 0-15,-1 2 0 16,-4-2 0-16,1 1 0 0,-3-1 0 0,-1 0 0 16,-11 0 0-16,21 3 0 0,-11-3 0 15,-10 0 0-15,15 0 0 0,-15 0 0 0,11 0 0 16,-11 0 0-16,11 0 0 0,-11 0 0 15,11 3 0-15,-11-3 0 0,0 0 0 0,0 0 0 16,14 0 0-16,-14 0 0 0,0 0 0 16,0 0 0-16,12 0 0 0,-12 0 0 0,0 0 0 15,0 0 0-15,0 0 0 0,0 0 0 16,0 0 0-16,12-3 0 0,-12 3 0 0,0 0 0 16,0 0 0-16,0 0 0 0,0 0 0 15,0 0 0-15,0 0 0 0,0 0 0 16,0 0 0-16,0 0-213 0,0 0-817 15,-38 0 103-15,38 0-1121 0,-27 11-1461 0</inkml:trace>
  <inkml:trace contextRef="#ctx0" brushRef="#br0" timeOffset="39527.36">12436 11836 5006 0,'0'0'-379'0,"0"0"67"0,-1 7 65 0,1-7 58 0,0 0 57 15,0 0 47-15,0 0 40 0,0 0 34 0,0 0 28 16,0 0 29-16,12 7 33 0,-12-7 19 15,0 0 13-15,0 0 7 0,0 0 1 0,13 1-3 16,-13-1-7-16,0 0 1 0,0 0 0 16,0 0-6-16,0 0-12 0,0 0-2 0,0 0-8 15,0 0-8-15,0 0-6 0,12 2-4 16,-12-2 3-16,0 0-3 0,0 0 1 0,0 0-4 16,0 0-4-16,0 0 2 15,0 0-4-15,0 0 0 0,0 0-2 0,0 0 1 16,0 0-4-16,0 0-5 0,0 0-4 15,0 0 3-15,0 0-6 0,0 0 0 16,0 0-9-16,0 0 3 0,-50-5 1 0,39 5 1 0,-10-4 0 16,6 3 0-16,-6-1-1 15,2-1 1-15,0 1-7 0,0-1 5 0,-1 1 4 16,2 0-3-16,0-1-4 0,4-1-3 16,-2 3-7-16,3-1 22 0,-1 0-3 0,3 0 0 15,11 2-7-15,-19-1 0 0,19 1 8 16,-17-2 0-16,17 2 14 0,-16-3-5 15,16 3-1-15,-7-2 9 0,7 2 3 16,0 0-1-16,-11-3 5 0,11 3-6 0,0 0 1 16,0 0-3-16,0 0-8 0,-12-4 2 15,12 4-9-15,0 0-7 0,0 0-3 0,0 0-2 16,0 0-3-16,0 0-6 0,0 0 3 16,-9-3-1-16,9 3-5 0,0 0-1 15,0 0-2-15,0 0 1 0,0 0-1 0,0 0 1 16,0 0-4-16,0 0 3 0,0 0 7 15,0 0 9-15,0 0 4 0,0 0 11 0,0 0-6 16,0 0 3-16,-11-3-4 0,11 3 0 16,0 0 5-16,0 0 2 0,0 0-3 0,0 0-13 15,0 0-28-15,0 0 0 16,0 0 0-16,0 0 0 0,0 0 0 0,0 0 0 16,0 0 0-16,0 0 0 0,0 0 0 15,0 0 0-15,0 0 0 0,0 0 0 0,0 0 0 16,0 0 0-16,0 0 0 0,0 0 0 15,0 0 0-15,0 0 0 0,0 0 0 0,0 0 0 16,0 0 0-16,0 0 0 0,0 0 0 16,0 0 0-16,0 0 0 0,0 0 0 0,12 20 0 15,-10-13 0-15,2 3 0 0,0 3 0 16,-3 3 0-16,1 1 0 0,3 0 0 0,-1 0 0 16,-2 2 0-16,-1 1 0 15,1-2 0-15,-2-5 0 0,2 5 0 0,0-1 0 16,-2-5 0-16,0 2 0 0,2-2 0 15,0-2 0-15,-2-1 0 0,1-2 0 0,-1 3 0 16,2-3 0-16,-2-7 0 0,2 12 0 16,-2-12 0-16,0 10 0 0,0-10 0 0,2 7 0 15,-2-7 0-15,0 0 0 0,5 10 0 16,-5-10 0-16,0 0 0 0,1 7 0 0,-1-7 0 16,0 0 0-16,10 4 0 15,-10-4 0-15,5 3 0 0,-5-3 0 0,11 0 0 0,-11 0 0 16,14 1 0-16,-5-1 0 0,-9 0 0 15,18 0 0-15,-9 0 0 0,-9 0 0 16,21 0 0-16,-11 2 0 0,-1-2 0 16,1 2 0-16,-1 0 0 0,-9-2 0 0,18 1 0 15,-9 3 0-15,0-3 0 0,0 1 0 16,-4 2 0-16,3-1 0 0,-1 2 0 0,0 0 0 16,2 0 0-16,-2 2 0 0,0 0 0 15,-1 0 0-15,2 0 0 0,0 0 0 0,-3 0 0 16,3-1 0-16,-5 2 0 0,6 0 0 15,-4-1 0-15,-1-1 0 0,1 0 0 16,-1 0 0-16,-2-2 0 0,5 1 0 0,-7-5 0 16,3 8 0-16,-1-2 0 0,-2-6 0 15,4 6 0-15,-2 0 0 0,-2-6 0 16,0 7 0-16,0-7 0 0,0 8 0 0,0-8 0 16,-6 9 0-16,2-4 0 0,-2-1 0 15,-2-1 0-15,1 1 0 0,-2 0 0 16,-3 0 0-16,-1 0 0 0,-3-1 0 0,0 0 0 15,-6-1 0-15,3 0 0 0,-3 0 0 16,-5-1 0-16,0-1 0 0,0-1 0 0,1 1 0 16,2 0 0-16,2 0 0 0,1 0 0 15,3-2 0-15,4 2 0 0,-2 0 0 0,3 0 0 16,4-2 0-16,9 2 0 0,-20 0 0 16,20 0 0-16,-14-2 0 0,14 2 0 0,-12 0 0 15,12 0 0-15,-11-1 0 16,11 1 0-16,0 0 0 0,-14-2 0 0,14 2 0 15,0 0 0-15,0 0 0 0,-11 0 0 16,11 0 0-16,0 0 0 0,0 0 0 0,0 0 0 16,0 0 0-16,-13-2 0 0,13 2 0 15,0 0 0-15,0 0 0 0,0 0 0 0,0 0 0 16,0 0 0-16,0 0 0 0,-12 4 0 16,12-4 0-16,0 0 0 0,-4 7 0 0,0-2-742 15,4-5-251-15,-2 6 110 0,2-6-1012 16,-5 12-1319-16</inkml:trace>
  <inkml:trace contextRef="#ctx0" brushRef="#br0" timeOffset="45291.11">11334 4280 4653 0,'7'-8'-318'0,"-4"3"73"0,-1 1 60 0,-2 4 58 0,0 0 54 16,6-8 49-16,-6 8 38 0,0 0 28 16,3-12 34-16,-3 12 16 0,0 0 22 15,2-7 18-15,-2 7 22 0,0 0 10 0,0 0 10 16,4-7 12-16,-4 7 10 0,0 0 4 15,0 0 14-15,0 0-7 0,0 0-6 0,0 0-8 16,0 0-5-16,0 0-25 0,0 0-5 16,0 0-21-16,0 0-12 0,0 0-15 15,0 0-8-15,0 0-11 0,0 0-9 16,0 0-9-16,0 0-10 0,0 0-4 0,0 0-2 16,0 0-7-16,0 0-5 0,0 0-7 15,0 0 1-15,0 0 3 0,0 0-8 16,0 0 6-16,0 0-4 0,0 0 1 0,0 0-2 15,0 0-8-15,0 0 0 0,0 0-4 16,0 0-4-16,-11-4 2 0,11 4-4 0,0 0 5 16,0 0 6-16,0 0 0 0,0 0 5 15,0 0 9-15,0 0 2 0,0 0-28 0,0 0-16 16,0 0 0-16,0 0 0 0,0 0 0 16,0 0 0-16,0 0 0 0,0 0 0 15,0 0 0-15,0 0 0 0,0 0 0 0,0 0 0 16,0 0 0-16,0 0 0 15,0 0 0-15,0 0 0 0,0 0 0 0,0 0 0 16,0 0 0-16,0 0 0 0,0 0 0 16,0 0 0-16,0 0 0 0,0 0 0 0,0 0 0 15,0 0 0-15,-21 8 0 0,21-8 0 16,0 0 0-16,0 0 0 0,-8 9 0 0,8-9 0 16,-3 5 0-16,-3 1 0 0,6-6 0 15,-14 10 0-15,5-3 0 0,2-1 0 16,-6 2 0-16,2 4 0 0,-4 3 0 0,0-3 0 15,-6 7 0-15,-2-1 0 16,0 1 0-16,0 0 0 0,0 1 0 0,2-1 0 16,-3 0 0-16,-1 2 0 0,2-1 0 15,-2 1 0-15,5-4 0 0,-3 3 0 0,3-4 0 16,5-3 0-16,0-1 0 0,0 1 0 16,-1-1 0-16,5-3 0 0,-1-1 0 0,3 0 0 15,1 1 0-15,1-4 0 0,1 2 0 16,-2-3 0-16,5 2 0 0,3-6 0 0,-10 7 0 15,10-7 0-15,-7 5 0 0,7-5 0 16,-5 6 0-16,5-6 0 0,0 0 0 0,0 0 0 16,-9 5 0-16,9-5 0 15,0 0 0-15,0 0 0 0,0 0 0 0,0 0 0 16,0 0 0-16,0 0 0 0,0 0 0 16,0 0 0-16,0 0 0 0,0 0 0 0,0 0 0 15,0 0 0-15,0 0-164 0,0 0-721 16,0 0-92-16,14-19 105 0,-14 19-928 15,9-7-1229-15</inkml:trace>
  <inkml:trace contextRef="#ctx0" brushRef="#br0" timeOffset="45824.75">11011 4360 4501 0,'0'-6'-199'0,"0"6"68"0,-4-12 62 0,2 4 54 0,2 8 65 0,-4-9 50 0,4 9 38 0,-4-12 26 15,4 12 24-15,-4-6 13 0,4 6 24 16,-2-7 28-16,2 7-2 0,0 0 17 0,0 0 7 16,0-8 5-16,0 8-3 0,0 0 4 15,0 0-3-15,0-8-8 0,0 8 0 0,0 0-7 16,0 0-191-16,0 0-72 0,4-10 0 15,-4 10 0-15,0 0 0 0,0 0 0 16,0 0 0-16,0 0 0 0,27 10 0 16,-18-2 0-16,1 1 0 0,1 6 0 0,3-1 0 15,3 11 0-15,2 4 0 0,0 1 0 16,0 2 0-16,2 7 0 0,0 0 0 0,-2-8 0 16,-3-2 0-16,0 3 0 0,-3-6 0 15,-1-2 0-15,-4-6 0 0,-3-4 0 0,2 0 0 16,-2-2 0-16,-1-4 0 0,2 2 0 15,-5-3 0-15,1 2 0 0,2-1 0 0,0-4 0 16,-4-4 0-16,3 12 0 0,0-9 0 16,-3-3 0-16,4 10 0 0,-4-10 0 15,4 6 0-15,-4-6 0 0,0 0 0 0,1 6 0 16,-1-6 0-16,0 0 0 0,0 0 0 16,2 7 0-16,-2-7 0 0,0 0 0 15,0 0 0-15,0 0 0 0,0 0 0 16,0 0 0-16,0 0 0 0,0 0 0 0,0 0 0 15,0 0 0-15,0 0-617 0,-14-25-386 16,3 21-1232-16,0 1-1637 0</inkml:trace>
  <inkml:trace contextRef="#ctx0" brushRef="#br0" timeOffset="54906.11">16450 11381 5392 0,'0'0'-458'0,"0"0"30"0,0 0 49 0,0 0 48 0,0 0 61 0,0 0 65 16,0 0 32-16,0 0 35 15,0 0 26-15,0 0 34 0,0 0 24 0,0 0 29 16,0 0 15-16,0 0 16 0,0 0 9 16,0 0 2-16,-14 12 11 0,14-12 17 0,0 0 9 15,-11 4 10-15,11-4 4 0,-10 4 3 16,10-4-1-16,-14 3 11 0,9-2 22 0,5-1-9 16,-15 5-1-16,9-1 2 15,-4-2-1-15,3 1-4 0,0 0-4 0,-5 0 13 16,2 0-7-16,-1 1-6 0,-1-1-2 0,1-2-4 15,-1 2 4-15,-1 1 2 0,0-2-3 16,-1 1-9-16,3 0-6 0,-2 0-5 16,0 0-4-16,-1 1 0 0,1-1 14 15,0 2-4-15,-1-2-3 0,3 1-9 0,-3 0-4 16,3 1-4-16,-3 2 11 0,1-2 7 16,0 2-4-16,-1-2-1 0,3 0-8 0,-3 2-2 15,3-2-7-15,0 0-4 0,-3 2-1 16,3-2-2-16,-1 0 1 0,-1 0-4 0,2 0 1 15,1 1-3-15,-1-1-2 16,2-1-3-16,-1 2 0 0,0-1 0 0,-1 0-5 0,1-1-5 16,3 1 3-16,-2 2-1 15,-2-3-1-15,2 2 4 0,2 1 15 0,-3-2-3 16,0 1-2-16,3 0-4 0,0 1-1 16,-4-2-3-16,2 2-1 0,2-1 0 0,-1 2-1 15,-2-1-7-15,5-1 1 0,-5 2 0 16,5-2-5-16,-2 0-2 0,0-1 6 15,2 3-6-15,-1-4 4 0,0 2-3 0,2 0 2 16,-2 0 6-16,3 1 17 0,-3-3-5 16,2 2 0-16,1 1-5 0,-4-2-2 15,3 2-1-15,1-3-2 0,-1 4 1 16,0-3-6-16,1 2 1 0,3-7 2 0,-8 10-6 16,4-3-3-16,0-1 5 0,4-6-2 15,-6 11-3-15,3-4 4 0,-1-2-5 0,4-5 3 16,-4 12-2-16,1-7-4 0,3-5 3 15,-7 13-4-15,5-9 6 0,2-4-2 0,-3 13 18 16,1-6 9-16,-2-2-8 0,4-5 3 16,-4 13-4-16,3-6-2 0,-1 1 1 0,2-8-7 15,-6 14 7-15,6-5-5 0,-2-1-3 16,2 1-2-16,-1-1 0 0,1 4-1 16,-3-2-6-16,3-2 5 0,-4 0-1 15,4 1-6-15,0-2 11 0,0 4-6 0,0-3-2 16,0 1 29-16,0-1 7 0,2-1-4 15,0 3 1-15,1-1-6 0,-2 1-1 0,3 0-3 16,0 1-2-16,-1-1-2 0,3 0 1 16,-1 0-7-16,2-1 2 0,-1 1 0 15,-1 0-2-15,2-1 1 0,3 3 23 0,-2-2 13 16,3-1-5-16,0 1-3 0,7 0-6 16,-3 1-34-16,2-1-12 0,1-2 0 0,-2-1 0 15,6 3 0-15,-6-2 0 0,2-4 0 16,-3 4 0-16,2-3 0 0,1-1 0 0,-4 0 0 15,2 0 0-15,-1 1 0 0,-1-1 0 16,-1-1 0-16,2 1 0 0,-2-2 0 16,0 1 0-16,1-3 0 0,1 4 0 15,-1-2 0-15,-3 0 0 0,-1-2 0 0,1 2 0 16,0-2 0-16,-11 0 0 0,21 0 0 16,-8-2 0-16,-1 2 0 0,-1-2 0 0,1-1 0 15,1 0 0-15,-3 3 0 0,2-5 0 16,-1 1 0-16,-2 1 0 0,1-2 0 0,-1 1 0 15,1-1 0-15,0 0 0 0,-1-2 0 16,-2 2 0-16,3-2 0 0,0-1 0 0,-1 2 0 16,0-1 0-16,1-1 0 0,1 0 0 15,-1-2 0-15,2 1 0 0,-3-1 0 0,-2 0 0 16,5 0 0-16,-2 0 0 0,1-1 0 16,-5 3 0-16,2 1 0 0,-3-1 0 15,2-1 0-15,-3 0 0 0,3 3 0 16,-4 0 0-16,1-1 0 0,-4 7 0 0,6-13 0 15,-5 7 0-15,-1 6 0 0,2-11 0 16,-2 1 0-16,0 10 0 0,-2-14 0 16,2 7 0-16,0 7 0 0,-3-14 0 0,-1 6 0 15,2 3 0-15,0-4 0 0,-3 2 0 16,-2-1 0-16,4 0 0 0,-5 2 0 0,5-1 0 16,-7-1 0-16,4 0 0 15,-3 2 0-15,-1-1 0 0,-2-1 0 0,1 2 0 16,-2-1 0-16,1 0 0 0,1-2 0 15,-3 4 0-15,1-3 0 0,0 1 0 0,1 2 0 16,1 0 0-16,-2-2 0 0,0 2 0 16,1-1 0-16,2 3 0 0,-1-2 0 0,-1 3 0 15,3 0 0-15,-2-1 0 0,1 2 0 16,10 1 0-16,-22-2 0 0,8 0 0 0,-1 2 0 16,1 2 0-16,1-2 0 0,-3 0 0 15,5 2 0-15,-4-2 0 0,0 1 0 0,2-1 0 16,-3 3 0-16,3-2 0 15,-1 2 0-15,2-2 0 0,0 1 0 0,-1 2 0 16,2-3 0-16,-3 3 0 0,3-2 0 16,-1 1 0-16,0 1 0 0,3-3 0 0,-3 3 0 15,1-1 0-15,4 0 0 0,-5 1 0 16,3-1 0-16,-1 1 0 0,0-3 0 0,3 5 0 16,-3-5 0-16,0 4 0 0,1-1 0 15,0 0 0-15,-1-1 0 0,0 2 0 0,-1-2 0 16,1 3 0-16,3-2 0 0,-2 0 0 15,1 0 0-15,8-4 0 0,-16 7 0 0,11-5 0 16,5-2 0-16,-13 8 0 0,6-4 0 16,7-4 0-16,-7 4 0 0,7-4 0 15,-7 8 0-15,7-8 0 0,-8 3 0 16,8-3 0-16,-8 4 0 0,8-4 0 0,0 0 0 16,0 0 0-16,-7 6 0 0,7-6 0 15,0 0 0-15,0 0 0 0,0 0 0 16,0 0 0-16,0 0 0 0,0 0 0 0,0 0 0 15,0 0 0-15,0 0 0 0,0 0 0 16,0 0 0-16,14-25 0 0,-5 12 0 0,-2 1 0 16,7-2 0-16,-3-1 0 0,2-1 0 15,3 1 0-15,-3 1 0 0,1 0 0 0,-2 1 0 16,4-1 0-16,-1 1 0 16,2 1 0-16,-2-1 0 0,5 2 0 0,-6-1 0 15,4 0 0-15,1 1 0 0,-2-1 0 16,2 2 0-16,0 0 0 0,0-2 0 0,-1 1 0 15,-3 2 0-15,2 0 0 0,-4 0 0 16,1 2 0-16,1 0 0 0,-2-2 0 0,2 3 0 16,-2-1 0-16,1 0 0 0,1 2 0 15,1-1 0-15,-2 0 0 0,0 0 0 0,1-2 0 16,1 3 0-16,-3 1 0 0,1-4 0 16,-1 1 0-16,-4 2 0 0,3 0 0 0,-5-1 0 15,2 4 0-15,2-4 0 0,-11 6 0 16,12-7 0-16,-6 4 0 0,2-1 0 0,-8 4 0 15,19-7 0-15,-12 3 0 16,5 2 0-16,1 0 0 0,1-1 0 0,1 1 0 16,-3-1 0-16,1 1 0 0,-2-2 0 15,3 3 0-15,-1-3 0 0,-1 1 0 0,-3 0 0 16,-2 2 0-16,2 0 0 0,-9 1 0 16,13-4 0-16,-13 4 0 0,11-3 0 0,-11 3 0 15,10-2 0-15,-10 2 0 0,7-3 0 16,-7 3 0-16,0 0 0 0,9-3 0 0,-9 3 0 15,0 0 0-15,10-2 0 0,-10 2 0 16,0 0 0-16,0 0 0 0,6-4 0 16,-6 4 0-16,0 0 0 0,0 0 0 0,0 0 0 15,0 0 0-15,-17-10 0 0,7 8 0 16,10 2 0-16,-21-4 0 0,6 3 0 16,0 1 0-16,-7 0 0 0,6 1 0 15,-6 1 0-15,-1 2 0 0,3 1 0 0,-5 0 0 16,-7 4 0-16,-1-1 0 0,1 2 0 15,2 3 0-15,-1-3 0 0,1 2 0 0,-1 0 0 16,3 1 0-16,4-2 0 0,1-1 0 16,7 0 0-16,-6 1 0 0,5-3 0 15,0 2 0-15,0 1 0 0,0-1 0 0,1 1 0 16,3-2 0-16,1 0 0 0,-1 2 0 0,2-2 0 16,-1-2 0-16,1 3 0 15,-1 0 0-15,3-2 0 0,0 0 0 0,1 1 0 16,-2-1 0-16,5 0 0 0,-5-1 0 15,2 1 0-15,1 1 0 0,-1-1 0 0,1-1 0 16,1 2 0-16,-2-1 0 0,3 1 0 16,-3-1 0-16,1 1 0 0,0-1 0 0,0 1 0 15,1-1 0-15,-1 1 0 0,2 0 0 16,-4-1 0-16,4 2 0 0,-3-1 0 0,3-1 0 16,-4 2 0-16,4-2 0 0,-3 3 0 15,5-3 0-15,-5 2 0 0,4-1 0 0,-4 1 0 16,6-1 0-16,-3-1 0 15,-1 2 0-15,3-1 0 0,-4 2 0 0,4-3 0 16,-1 1 0-16,0-3 0 0,2 3 0 16,0-1 0-16,1-1 0 0,-1 2 0 0,-2 0 0 15,4-3 0-15,-2 3 0 0,2-1 0 16,0 1 0-16,0-2 0 0,2 3 0 0,2-3 0 16,-1 2 0-16,1 1 0 0,2-2 0 15,2 3 0-15,1-1 0 0,0 0 0 0,4 2 0 16,-2-2 0-16,3 1 0 0,4 3 0 15,0-3 0-15,7 3 0 0,0 2 0 0,2-3 0 16,-4-2 0-16,-2-2 0 0,2-1 0 16,-4-1 0-16,4 0 0 0,-3-2 0 15,3-2 0-15,-1 1 0 0,-4-2 0 16,3-1 0-16,-3-1 0 0,0-1 0 0,4-3 0 16,1-1 0-16,-3-2 0 0,9-8 0 15,-1 1 0-15,-3-3 0 0,2-6 0 0,-4 2 0 16,-2-4 0-16,0 1 0 0,-4 2 0 15,-6 3 0-15,-3 2 0 0,-2-1 0 16,-4 1 0-16,0 2 0 0,-2 1 0 0,-2-1 0 16,-2 0 0-16,-8-3 0 0,1 3 0 15,-1 1 0-15,-4 0 0 0,-2 1 0 0,2 3 0 16,-6-1 0-16,5 1 0 0,-5 2 0 16,0 0 0-16,1 1 0 0,-1 3-296 0,-1 0-414 15,0 0-248-15,1 2 73 16,4-1 105-16,0 8-772 0,4-3-994 0</inkml:trace>
  <inkml:trace contextRef="#ctx0" brushRef="#br0" timeOffset="57623.57">14106 9428 4028 0,'5'0'-167'0,"-5"0"41"0,0 0 45 0,9-6 50 16,-9 6 47-16,0 0 32 0,2-6 29 15,-2 6 19-15,0 0 11 0,0 0 8 0,4-5 10 16,-4 5 9-16,0 0 5 0,0 0 3 16,0 0 4-16,7-5-2 0,-7 5-3 0,0 0-1 15,0 0-6-15,0 0-8 16,0 0-9-16,-11-7-6 0,11 7-1 0,0 0 0 0,-13-5-3 16,6 4-7-16,7 1 3 15,-14-4-1-15,7 2-2 0,7 2-11 0,-18-2 3 16,9-2-8-16,2 2-7 0,7 2-3 15,-20-4-4-15,11 2-10 0,2 1 0 0,-4-1-5 16,0 0-10-16,2 2 2 0,-3-3-7 16,12 3-3-16,-18-1-4 0,6 1-1 0,12 0-5 15,-22-2 3-15,11 2-1 0,11 0-6 16,-16 2-2-16,5-2 2 0,0 1-5 0,2 2 0 16,9-3-8-16,-21 2 4 0,9 0-3 15,1 1 0-15,2 3 4 0,-3-5 3 0,-1 2 1 16,2 3 6-16,-2-3 3 0,2 2 0 15,-1 1-2-15,-1-1 0 0,2 1-8 16,1 2 7-16,-1-4-3 0,2 6-2 0,-1-5-5 16,1 1 4-16,-1 2-6 0,0 0-1 15,3 1 0-15,-3 1-2 0,-2-2 4 16,5 3-4-16,-2-1-5 0,1 0 8 0,-4 0 1 16,5 1-3-16,-2 1 5 0,0-2 2 15,0 2-2-15,0-2 1 0,2 0 2 16,-2 2-2-16,0-1 0 0,5-3-6 0,-5 2 7 15,3 1-11-15,0-3-1 0,1 2 6 16,-3-2-5-16,5 1 2 0,-4 0-1 0,1 2 2 16,3-2 0-16,-5 3-2 15,5 0-4-15,-3-1-4 0,2 0 0 0,-2 3 0 16,0-2 0-16,1 1 0 0,-1 1 0 16,3-4 0-16,-2 2 0 0,1-1 0 0,2 0 0 15,-1 0 0-15,1 2 0 0,2-2 0 16,-2 1 0-16,2-2 0 0,0 2 0 0,0 1 0 15,-2 1 0-15,4 1 0 0,-2-1 0 16,0 1 0-16,2-1 0 0,0-1 0 0,0-1 0 16,-1 1 0-16,-1 1 0 0,4-2 0 15,-2 2 0-15,3-2 0 0,-3 0 0 16,1 2 0-16,3-1 0 0,-1-1 0 0,1-2 0 16,-1 3 0-16,4-2 0 0,-4 1 0 15,4 0 0-15,2 0 0 0,-4 1 0 16,2-3 0-16,0 1 0 0,4 1 0 0,-2 0 0 15,1-5 0-15,-1 3 0 0,2 0 0 16,2-3 0-16,0-1 0 0,6 0 0 0,2-2 0 16,2 2 0-16,1-2 0 0,1-1 0 15,4-2 0-15,-3 1 0 0,3-2 0 0,-3 0 0 16,-1-2 0-16,0 1 0 0,-2-2 0 16,-7 3 0-16,4-4 0 0,-7 2 0 0,0-2 0 15,-1 0 0-15,-3 2 0 0,-2-2 0 16,1-1 0-16,1 0 0 0,-1-2 0 0,-2-2 0 15,1 0 0-15,1-2 0 16,-5 1 0-16,3-3 0 0,-2 3 0 0,-1 2 0 0,-3 1 0 16,2-3 0-16,-4 4 0 15,-2-4-403-15,0 3-510 0,-1 2-13 0,3 5 100 16,-14-7-916-16,6 7-1175 0</inkml:trace>
  <inkml:trace contextRef="#ctx0" brushRef="#br0" timeOffset="63188.74">5662 6781 4319 0,'-7'2'-288'0,"7"-2"53"0,-7 5 56 0,7-5 50 0,-11 3 52 15,7 1 42-15,4-4 34 0,-12 5 35 16,12-5 16-16,-9 5 26 0,9-5 7 15,-7 3 8-15,7-3 17 0,-13 6 14 16,8-5 7-16,5-1 8 0,0 0 11 0,-9 5 3 16,9-5 8-16,0 0 7 0,0 0 4 15,-11 4 1-15,11-4 7 0,0 0-17 0,0 0 9 16,0 0 13-16,0 0 8 0,0 0 9 16,0 0 0-16,0 0-4 0,0 0-7 0,31-14-14 15,-17 6-14-15,-1 1-11 0,4-3-10 16,3-1-14-16,7-4-10 0,-2 1-12 15,4 1-9-15,-2-3-5 0,3 0-10 0,1 1-7 16,-1 0-30-16,1-2-43 0,-1 0 0 16,1 0 0-16,-1 1 0 0,-1 1 0 0,0-1 0 15,-5 3 0-15,0 0 0 16,-6 3 0-16,1 2 0 0,-2-3 0 0,2 2 0 16,-3-1 0-16,-3 3 0 0,0-1 0 15,1 1 0-15,-1-2 0 0,3 1 0 0,-2 1 0 16,4-2 0-16,-2 1 0 0,0 0 0 15,1-1 0-15,2-1 0 0,-1-2 0 0,0 5 0 16,2-3 0-16,-1-2 0 0,1 3 0 16,-2-1 0-16,0 0 0 0,-4 2 0 15,3-1 0-15,0 1 0 0,1-2 0 16,-5 2 0-16,0-1 0 0,4-2 0 0,1 2 0 16,-3-4 0-16,2 1 0 0,-2 2 0 15,5-1 0-15,0-6 0 0,-3 5 0 0,7-8 0 16,-4 3 0-16,-3 3 0 0,1 2 0 15,-1-2 0-15,-2 2 0 0,0 1 0 16,3-1 0-16,-4-2 0 0,4 2 0 0,-1 0 0 16,7-5 0-16,-2-3 0 0,3 5 0 15,-7 1 0-15,7-1 0 0,0 0 0 16,-4 2 0-16,-4 1 0 0,2 0 0 16,-2 2 0-16,2 0 0 0,-1 0 0 0,0-1 0 15,-2-2 0-15,1 4 0 0,0-1 0 16,-2 0 0-16,3-1 0 0,-2-1 0 0,0 0 0 15,2 1 0-15,-4-1 0 0,2-2 0 16,-1 3 0-16,1 1 0 0,-4-2 0 0,3-1 0 16,-1 3 0-16,-3 0 0 0,1 1 0 15,-1 1 0-15,3-2 0 0,-5 1 0 0,2 1 0 16,1-1 0-16,0-1 0 0,0-2 0 16,4 0 0-16,-3 1 0 0,1 1 0 15,-3 0 0-15,3 1 0 0,-3 1 0 0,-2-1 0 16,3 1 0-16,-1-2 0 0,-1 6 0 15,-4-3 0-15,1 2 0 0,3-2 0 16,-5 1 0-16,5 4 0 0,-4-6 0 16,1 4 0-16,2-3 0 0,0 2 0 0,-2-2 0 15,2 1 0-15,1-1 0 0,2 1 0 16,-3 0 0-16,0 0 0 0,1-2 0 0,1 2 0 16,-3 1 0-16,2 1 0 0,-3-2 0 15,-1 0 0-15,1 1 0 0,2 4 0 0,-9 1 0 16,9-8 0-16,-5 5 0 0,-4 3 0 15,7-5 0-15,-7 5 0 0,6-3 0 16,-6 3 0-16,0 0 0 0,8-4 0 0,-8 4 0 16,0 0 0-16,5-2 0 0,-5 2 0 15,0 0 0-15,0 0 0 0,6-5 0 16,-6 5 0-16,0 0 0 0,0 0 0 16,0 0 0-16,0 0 0 0,0 0 0 0,7-3 0 15,-7 3 0-15,0 0 0 0,0 0 0 16,0 0 0-16,0 0 0 0,0 0 0 0,0 0 0 15,0 0 0-15,0 0 0 0,0 0 0 16,0 0 0-16,0 0 0 0,0 0 0 0,0 0 0 16,0 0 0-16,0 0 0 0,0 0 0 15,0 0 0-15,0 0 0 0,0 0 0 0,0 0 0 16,0 0 0-16,0 0 0 0,0 0 0 16,0 0 0-16,0 0 0 0,0 0 0 15,0 0 0-15,0 0 0 0,0 0 0 16,0 0 0-16,0 0 0 0,0 0 0 15,0 0 0-15,0 0 0 0,0 0 0 0,0 0 0 16,0 0 0-16,0 0 0 0,0 0 0 16,0 0 0-16,0 0 0 0,0 0 0 0,0 0 0 15,0 0 0-15,0 0 0 0,0 0 0 16,0 0 0-16,0 0 0 0,0 0 0 0,0 0 0 16,0 0 0-16,0 0 0 0,0 0 0 15,0 0 0-15,0 0 0 0,0 0 0 0,16-4 0 16,-16 4 0-16,0 0 0 15,15-5 0-15,-7 4 0 0,-8 1 0 0,20-3 0 16,-8 1 0-16,1-2 0 0,1 2 0 16,3-3 0-16,0 2 0 0,2-1 0 0,0 1 0 15,-1-1 0-15,-2 1 0 0,2 0 0 16,-5 1 0-16,-1-1 0 0,1-1 0 16,-2 3 0-16,3-3 0 0,-1 2 0 0,-1-1 0 15,1 1 0-15,-4-1 0 0,3 1 0 16,-12 2 0-16,18-3 0 0,-7 1 0 0,-11 2 0 15,16-3 0-15,-6 1 0 0,-10 2 0 16,15-2 0-16,-15 2 0 0,20 0 0 0,-20 0 0 16,16-1 0-16,-16 1 0 0,20-2 0 15,-20 2 0-15,14 0 0 0,-14 0 0 16,16 0 0-16,-16 0 0 0,15 0 0 16,-15 0 0-16,17 0 0 0,-17 0 0 0,20 2 0 15,-11-1 0-15,-9-1 0 0,21 2 0 16,-8 0 0-16,0-2 0 0,3 3 0 0,3-1 0 15,-2 1 0-15,0-1 0 0,-4-1 0 16,1 3 0-16,-1-2 0 0,0 1 0 16,-1-1 0-16,-3 0 0 0,3 1 0 0,-12-3 0 15,17 5 0-15,-10-2 0 0,4 1 0 16,-2-1 0-16,-2 1 0 0,3 1 0 16,0 0 0-16,-3 2 0 0,0-2 0 0,4 0 0 15,-6 2 0-15,4 1 0 0,-1-4 0 16,2 4 0-16,-3-1 0 0,2 3 0 15,0-2 0-15,-2 0 0 0,1 1 0 0,-1-1 0 16,1 2 0-16,2 1 0 0,-3-3 0 16,2 2 0-16,0 0 0 0,-2-3 0 0,-2 1 0 15,5 0 0-15,-6 0 0 0,4 0 0 16,-3 1 0-16,-1-3 0 0,1 3 0 0,-1 0 0 16,3-4 0-16,-4 7 0 0,3-4 0 15,-2 1 0-15,-1 1 0 0,3 0 0 0,-2 1 0 16,2-1 0-16,-2 0 0 15,-1-1 0-15,1 1 0 0,2 0 0 0,-5-1 0 16,1 1 0-16,3-1 0 0,-1 1 0 0,-3-2 0 16,3 3 0-16,-2-1 0 0,4 1 0 15,-5-2 0-15,1-2 0 0,0 3 0 16,0 0 0-16,2-2 0 0,-2 1 0 16,0-3 0-16,0 3 0 0,2-4 0 0,-4-5 0 15,3 11 0-15,-3-5 0 0,0-6 0 16,4 11 0-16,-4-11 0 0,4 8 0 0,-4-8 0 15,4 9 0-15,-4-4 0 0,0-5 0 16,3 8 0-16,-3-8 0 0,2 11 0 0,-2-11 0 16,7 10 0-16,-6-5 0 15,-1-5 0-15,0 7 0 0,0-7 0 0,4 9 0 16,-4-9 0-16,4 8 0 0,-4-8 0 16,3 9 0-16,-3-9 0 0,0 8 0 0,0-8 0 15,2 10 0-15,-2-10 0 0,4 11 0 0,-2-5 0 16,-2-6 0-16,5 9 0 0,-5-2 0 15,0-7 0-15,1 13 0 0,-1-13 0 16,0 8 0-16,0-8 0 0,2 10 0 0,-2-10 0 16,2 8 0-16,-2-8 0 0,2 7 0 15,-2-7 0-15,2 8 0 0,-2-8 0 0,2 10 0 16,-2-10 0-16,1 10 0 16,-1-5 0-16,0-5 0 0,0 12 0 0,2-6 0 15,-2-6 0-15,2 12 0 0,-2-12 0 16,2 9 0-16,-2-9 0 0,0 9 0 0,0-9 0 15,0 7 0-15,0-7 0 0,0 0 0 16,4 9 0-16,-4-9 0 0,0 0 0 0,2 6 0 16,-2-6 0-16,0 0 0 0,0 0 0 15,0 9 0-15,0-9 0 0,0 0 0 0,0 0 0 16,0 0 0-16,1 7 0 0,-1-7 0 16,0 0 0-16,0 0 0 0,0 0 0 15,0 0 0-15,0 0 0 0,0 0 0 0,2 9 0 16,-2-9 0-16,0 0 0 0,0 0 0 15,0 0 0-15,0 0 0 0,0 0 0 16,0 0 0-16,0 0 0 0,0 0 0 0,2 6 0 16,-2-6 0-16,0 0 0 0,0 0 0 0,0 0 0 15,0 0 0-15,0 0 0 16,0 0 0-16,0 0 0 0,0 0 0 0,0 0 0 16,0 0 0-16,0 0 0 0,0 0 0 15,0 9 0-15,0-9 0 0,0 0 0 0,0 0 0 16,-9 1 0-16,9-1 0 0,-9 4 0 15,9-4 0-15,-10 2-1064 0,10-2 116 0,0 0-1153 16,0 0-1513-16</inkml:trace>
  <inkml:trace contextRef="#ctx0" brushRef="#br0" timeOffset="65121.92">10466 7916 5334 0,'0'0'-280'0,"0"0"58"0,0 0 63 0,0 0 65 0,0 0 67 0,0 0 47 0,0 0 44 15,0 0 35-15,0 0 22 0,0 0 13 0,0 0 10 16,0 0 5-16,0 0 11 0,0 0 13 16,0 0 18-16,0 0 11 0,0 0 8 0,0 0 8 15,0 0 14-15,0 0 15 0,0 0 9 16,0 0 1-16,0 0-6 0,0 0-27 0,9 11-8 16,-2-5-145-16,0 1-71 15,2 2 0-15,0 2 0 0,1-3 0 0,0 2 0 0,-1 1 0 16,0 0 0-16,1 2 0 15,0-4 0-15,-3 4 0 0,3-1 0 0,-1 2 0 16,2 0 0-16,2 1 0 0,-4 2 0 16,0-3 0-16,3 1 0 0,-1 0 0 0,2 1 0 15,3-1 0-15,-3 2 0 0,6 2 0 16,-1 0 0-16,-5-5 0 0,6 7 0 0,-1-4 0 16,-6-3 0-16,1 3 0 0,1-5 0 15,-1 3 0-15,-4-1 0 0,5-1 0 0,-5-1 0 16,-1 0 0-16,0-2 0 0,0-1 0 15,-5 1 0-15,5 2 0 0,-5-1 0 0,6-3 0 16,-2 2 0-16,-1 1 0 16,-1-3 0-16,3 4 0 0,-2 0 0 0,1 3 0 15,-1-4 0-15,1 1 0 0,2 0 0 16,-4 1 0-16,3-1 0 0,-3 1 0 0,2-1 0 16,0 2 0-16,0-3 0 0,-1 2 0 15,-1-1 0-15,6 3 0 0,-8-1 0 0,3-1 0 16,1 3 0-16,1-3 0 0,0 1 0 15,-1-2 0-15,-1 2 0 0,-1-1 0 0,1-1 0 16,2 1 0-16,0 1 0 0,-1-3 0 16,0 1 0-16,-2-2 0 0,1 2 0 15,-3 1 0-15,3-3 0 0,-1 4 0 16,-1-5 0-16,3 3 0 0,-4 1 0 0,5-1 0 0,-5 0 0 16,3 0 0-16,-1 2 0 15,0-1 0-15,2-1 0 0,-3 4 0 0,-2-6 0 16,4 2 0-16,-3-1 0 0,2 2 0 15,0-3 0-15,-3 2 0 0,6 3 0 0,-7-1 0 16,3-3 0-16,4 5 0 0,-4-2 0 16,0-1 0-16,1 3 0 0,1-3 0 0,-1 1 0 15,-1-1 0-15,3 1 0 0,-4 0 0 16,3-1 0-16,-1 1 0 0,-1-2 0 0,2 2 0 16,0 0 0-16,0-3 0 15,1 3 0-15,-1 0 0 0,-1-1 0 0,4 1 0 16,-6 1 0-16,5-1 0 0,-3-2 0 15,1 3 0-15,-2-1 0 0,4 1 0 0,-6-3 0 16,1 0 0-16,1-1 0 0,0 0 0 16,-3 1 0-16,1 0 0 0,0-2 0 0,3 2 0 15,-2-2 0-15,-1 2 0 0,2 0 0 16,0-1 0-16,-1 3 0 0,3-3 0 0,-1 3 0 16,4 0 0-16,-2-1 0 0,1 1 0 15,-1-1 0-15,3 4 0 0,-1-1 0 0,1 0 0 16,0 0 0-16,-1-1 0 15,-2-1 0-15,5 3 0 0,-6-3 0 0,1-1 0 16,3 3 0-16,-4-3 0 0,1 1 0 16,-1 1 0-16,0-1 0 0,-1 1 0 0,3 2 0 15,0 1 0-15,-1-1 0 0,2 1 0 16,0-1 0-16,0 1 0 0,0-1 0 0,1-1 0 16,-2-1 0-16,-1 1 0 0,2 1 0 15,-2-5 0-15,0 2 0 0,1-3 0 0,-1 2 0 16,1 0 0-16,-4 1 0 0,3-2 0 15,1 1 0-15,2 3 0 0,-3-3 0 0,1 1 0 16,-1 1 0-16,1-3 0 0,0 2 0 16,-1 1 0-16,1-1 0 0,-2-1 0 15,2 1 0-15,-3-2 0 0,1-1 0 0,-3 2 0 16,1-3 0-16,2 2 0 0,-2-2 0 16,2 1 0-16,-1 0 0 0,-1 0 0 0,1 2 0 15,2 1 0-15,0-2 0 0,-1 3 0 16,1-4 0-16,3 3 0 0,-2-1 0 0,-1 1 0 15,2 0 0-15,0-1 0 0,0 3 0 16,0 1 0-16,0-3 0 0,-2-1 0 0,-2 1 0 16,1 0 0-16,1 0 0 0,-2 0 0 15,2-1 0-15,-3-1 0 0,2 2 0 0,-5-2 0 16,3 0 0-16,3-2 0 16,-4 0 0-16,1 2 0 0,-2-2 0 0,3 3 0 0,-1-3 0 15,0 2 0-15,-1-4 0 16,-1 5 0-16,5-3 0 0,-3-1 0 0,-3 4 0 15,3-2 0-15,-2 0 0 0,-2 0 0 16,4 1 0-16,-3 0 0 0,-1 0 0 0,2-2 0 16,2 0 0-16,1 1 0 0,-3 1 0 15,1 1 0-15,3-2 0 0,-3-1 0 0,5 2 0 16,-3-2 0-16,2-1 0 0,-2 0 0 16,-1-3 0-16,2 2 0 0,-5-2 0 0,1 0 0 15,2 0 0-15,1-1 0 16,-5-5 0-16,3 6 0 0,-3-6 0 0,4 8 0 0,-4-8 0 15,4 6 0-15,-4-6 0 16,0 0 0-16,2 6 0 0,-2-6 0 0,0 0 0 0,0 0 0 16,0 0 0-16,0 0 0 0,0 0 0 15,0 0-481-15,-25-24-499 0,15 11 93 16,5 1 89-16,-5-5-918 0,-1-9-1149 16</inkml:trace>
  <inkml:trace contextRef="#ctx0" brushRef="#br0" timeOffset="66470.22">12943 10886 475 0,'-6'6'225'0,"1"-4"-58"0,-1 1-25 0,0 3-19 0,6-6-2 0,-10 6-8 15,10-6-5-15,-9 5-7 0,5-2 6 0,4-3 6 16,-9 5 3-16,4-1 12 16,5-4 6-16,-9 4 8 0,9-4 9 0,-9 8 15 15,9-8 15-15,0 0 9 0,-10 5 9 16,6-4 4-16,4-1 3 0,0 0 2 0,-5 8-1 16,5-8 3-16,0 0-4 0,0 0 6 15,0 0-4-15,0 0-6 0,0 0-9 0,0 0-12 16,0 0-2-16,0 0-11 0,0 0-18 15,0 0-17-15,26-24-4 0,-6 11-17 0,8-8-16 16,1 1-7-16,9-7-12 0,2-1 1 16,2 2-12-16,0-5-7 0,-1 2-10 15,2-1 1-15,-2-4-6 0,-1 4-2 16,-1 2-5-16,-3 2-4 0,-2-3-8 0,-5 9 5 16,-2 0 4-16,-2-1-4 0,-3 2 1 15,1 2-3-15,-2 0-5 0,-1 2-2 16,-2 3-5-16,3-7 3 0,-1 5-1 0,2-3-7 15,-3 2 3-15,-2 3-4 0,4-7 0 16,-2 5-4-16,-4 2 2 0,1 0 3 0,-1-1-6 16,-3 3 4-16,-1 3-6 0,-2-3 5 15,-2 5 7-15,4 0 11 0,-6 0 2 0,1 0-10 16,-1 0 4-16,2 1-5 16,-7 4 3-16,7-6-4 0,-3 4 4 0,-4 2-8 15,3-6 4-15,-3 6-5 0,0 0 2 16,10-5-8-16,-10 5 3 0,0 0-7 0,3-7 0 15,-3 7-25-15,0 0-36 0,5-3-50 16,-5 3-64-16,0 0-91 0,0 0-130 0,6-7-133 16,-6 7-156-16,0-8-85 0,1 1 69 15,1-5-640-15,7-7-795 0</inkml:trace>
  <inkml:trace contextRef="#ctx0" brushRef="#br0" timeOffset="68121.63">14458 9143 3352 0,'-6'4'-198'0,"2"2"49"0,4-6 39 0,-7 7 41 0,7-7 37 0,-4 5 35 0,4-5 29 0,-8 4 25 0,8-4 18 0,-4 5 19 16,4-5 18-16,-1 6 7 0,1-6 15 16,0 0 12-16,0 0 19 0,-4 6 3 0,4-6 0 15,0 0 5-15,0 0 4 0,0 0 1 16,0 0-13-16,0 0-12 0,23-12-19 15,-12 5-12-15,3-7-10 0,1 1-8 16,8-7-14-16,0-1-7 0,1 1-10 0,-1-3-6 16,2 3-8-16,0-2-4 0,0 0-8 15,2-1-4-15,-3-2-5 0,-1 0-4 0,2 2-5 16,-4-5-5-16,1 3 1 0,-1-3-3 16,1 2 0-16,-2 0-6 0,1-3 0 0,0 2-4 15,0-1 4-15,-2 1-6 0,1 0 0 16,-2 1 0-16,0-1-5 0,-2 2 3 15,5 0-3-15,-5-3 0 0,4 2-3 16,-2 1 1-16,0 1 0 0,-4 1 1 0,6 1-2 16,-7 5 0-16,-2 2 0 0,-3 3-2 15,1 0 0-15,1 0 2 0,0 1 1 0,-3-1-1 16,0 3 1-16,1-4-1 0,2 3 2 16,-3-2-5-16,1-1 1 0,-1 1 0 15,3-3-1-15,1 1 4 0,2-3 0 0,-2 2-5 16,0 1 4-16,1 0-2 0,-1 3 0 15,0-1-4-15,-1 0 4 0,-3 0 0 0,4 1 0 16,0-1-4-16,0 1 4 0,-2-1 0 16,1-2-2-16,1-1 0 0,-2 1-1 15,3-1-3-15,0-2 1 0,-3 3 5 16,3-4 1-16,-5 7-4 0,2-6 1 0,2 5 1 16,-4 1 0-16,0-2-2 0,1 5 0 15,-2-2 3-15,3-2-2 0,-1 1 3 0,-3 1-1 16,6-2 0-16,-6 0-2 0,4-1 1 15,3-2-1-15,-2 1 2 0,1-4-1 0,3-5-3 16,0-2 5-16,-2 4-4 0,-1 7-1 16,-1-2 3-16,-2-1-3 0,1-1 4 0,0 5 2 15,-3 1-3-15,0-2 0 0,2 2 2 16,-3-2 0-16,3 0-2 0,-1 1 0 0,1-1 0 16,-2 1-2-16,3-5 2 15,1 1 2-15,0-1-2 0,-1-2-3 0,0 1 2 16,9-5 1-16,-7 4 1 0,-1 4 1 15,5-8-1-15,-1 5 3 0,-5 4-5 0,0 0-1 16,3-2-1-16,-1-1 3 0,0 3 1 16,1-2-2-16,-3 1-1 0,4 0 2 0,-2-1-2 15,0-3 2-15,-1 1 2 0,-1 3-1 16,6-11 0-16,-3 8 0 0,-3-1-3 0,7-6-1 16,-1 3 1-16,-4 1 1 0,1 6 2 15,-3-1-2-15,0 0 0 0,3 1 1 0,-3 1 1 16,3-1-2-16,-4 2 1 0,-1 0 0 15,2 2 2-15,0-1 0 0,-2 0-4 16,2-3 1-16,3 0 1 0,-2-1-1 16,-3 2 2-16,2-2-1 0,1 0-1 0,0-2 2 15,1-3-2-15,-3 5 0 0,3-3 0 16,2-3 4-16,3-4-8 0,-7 8 5 0,3 2 3 16,-3 0-3-16,0 2 1 0,2-2-1 15,-6 3 0-15,4-3 0 0,1 5 0 16,-2-2 2-16,1 1-1 0,0 2-1 0,0-3-2 15,-2 1 1-15,2-4 2 0,2 0-2 16,2-3-1-16,-4 4 2 0,1-6-3 0,3-3 4 16,0-2 0-16,-1 6-4 0,-5 4 3 15,2-2 0-15,2 0 1 0,-2 1-2 0,-2-2 5 16,3 4-5-16,0-1 2 16,-3 3 2-16,0-1-6 0,4 1 4 0,-6 3-1 15,2-1-3-15,1 0 0 0,-2 1 4 0,2 1-1 16,-3 0-1-16,3 1 1 0,-5-3 1 15,6 4 0-15,-4-1 13 0,3-4 7 16,-5 4-4-16,5-1 8 0,-4 0 7 0,0 3 1 16,2-2-4-16,-3 1 8 0,3 1-9 15,-3 2 2-15,-1-2-3 0,2 1 1 16,3 0 2-16,-6 1 5 0,3 0-8 0,0 0 9 16,-4 5-1-16,7-12 15 0,-3 10 4 0,-1-4 8 15,-3 6 6-15,7-6 11 16,-7 6-2-16,6-7-2 0,-6 7 3 0,1-5-4 15,-1 5 2-15,0 0 0 0,4-7-5 16,-4 7-2-16,0 0-1 0,2-8 1 0,-2 8-1 16,0 0 7-16,0 0 7 0,4-5 2 15,-4 5 8-15,0 0 7 0,0 0 3 0,0 0-82 16,0 0-19-16,1-4 0 0,-1 4 0 16,0 0 0-16,0 0 0 0,0 0 0 0,0 0 0 15,0 0 0-15,4-5 0 0,-4 5 0 16,0 0 0-16,0 0 0 0,0 0 0 0,0 0 0 15,0 0 0-15,0 0 0 0,0 0 0 16,0 0 0-16,0 0 0 0,0 0 0 16,0 0 0-16,0 0 0 0,0 0-485 15,0 0-174-15,0 0-183 0,-15 14-35 16,1-4 97-16,-2 0-767 0,-2 0-990 0</inkml:trace>
  <inkml:trace contextRef="#ctx0" brushRef="#br0" timeOffset="70339.39">21191 4042 4093 0</inkml:trace>
  <inkml:trace contextRef="#ctx0" brushRef="#br0" timeOffset="71219.58">21183 4046 3391 0,'0'0'-274'0,"0"0"42"0,0 0 46 0,0 0 43 0,-17 0 45 0,17 0 45 16,0 0 32-16,0 0 32 0,0 0 26 16,0 0 23-16,0 0 17 0,-21-4 19 15,21 4 4-15,0 0 14 0,-12 0 3 16,12 0 3-16,0 0 6 0,-14-4 1 15,14 4-6-15,0 0 5 0,-18-2-10 0,18 2-9 16,0 0 1-16,-13 0-2 0,13 0 4 16,0 0-6-16,0 0-1 0,0 0-5 0,0 0-3 15,-16-2 5-15,16 2 6 0,0 0 6 16,0 0 5-16,0 0 3 0,0 0-1 0,0 0 0 16,0 0-8-16,0 0-8 0,0 0-7 15,0 0-11-15,0 0-6 0,49 5-10 16,-37-5-7-16,2 3-2 0,3-3-9 0,0 3-3 15,-4-3-5-15,1 1-7 16,-3 1-5-16,2 0-2 0,-13-2-1 0,20 2-1 16,-20-2-7-16,15 2 0 0,-15-2 1 15,11 1-7-15,-11-1 2 0,0 0-4 0,20 2-1 16,-20-2 2-16,13 0-1 0,-13 0-1 16,16 2-6-16,-16-2 4 0,12-2-4 15,-12 2 2-15,0 0 0 0,22 0 0 0,-22 0 7 16,0 0 4-16,14 0-2 0,-14 0 0 15,0 0-4-15,13 0 4 0,-13 0-4 0,0 0-2 16,0 0-2-16,0 0 1 0,0 0 3 16,18 0-6-16,-18 0 2 0,0 0-5 0,0 0 5 15,0 0-4-15,0 0 2 0,0 0 3 16,14 0 2-16,-14 0 5 0,0 0-2 16,0 0-4-16,0 0 1 0,0 0-2 15,0 0-1-15,0 0 6 0,15 0 1 0,-15 0-1 16,0 0-2-16,0 0 2 0,0 0-2 15,0 0-5-15,15 2 3 0,-15-2 0 16,0 0 0-16,0 0 0 0,0 0-4 0,11 1 4 16,-11-1-4-16,0 0 2 0,0 0-3 15,0 0 2-15,0 0 2 0,0 0-6 0,0 0 2 16,0 0 2-16,0 0-5 16,0 0 10-16,0 0 9 0,0 0 1 0,10 2 2 15,-10-2 0-15,0 0 0 0,0 0-3 16,0 0-4-16,0 0 1 0,0 0 15 15,0 0 3-15,0 0 1 0,-21 19 7 0,11-9-24 16,-3 4 3-16,-1-1 5 0,-4 8 5 16,-3 2 4-16,-1-2-4 0,0 3 12 0,3-2 14 15,-2 4-2-15,0-5 0 0,4 3 0 16,-3-1 7-16,4-1 7 0,2-5-3 0,1-2-1 16,2 1 4-16,-1-3 8 0,3-1-56 15,-1 1-23-15,2-3 0 0,-1 0 0 0,1-1 0 16,3-1 0-16,-2 1 0 0,2-3 0 15,-1 2 0-15,4-3 0 0,2-5 0 16,-7 10 0-16,3-5 0 0,4-5 0 0,-6 7 0 16,6-7 0-16,-6 8 0 15,6-8 0-15,-3 6 0 0,3-6 0 0,0 0 0 16,-4 6 0-16,4-6 0 0,0 0 0 16,-6 7 0-16,6-7 0 0,0 0 0 0,0 0 0 15,0 0 0-15,0 0 0 0,-3 8 0 16,3-8 0-16,0 0 0 0,0 0 0 0,0 0 0 15,0 0 0-15,0 0 0 0,0 0-337 16,0 0-320-16,0 0-206 0,-7-23-40 0,12 17 107 16,-1-4-780-16,-1 0-1019 0</inkml:trace>
  <inkml:trace contextRef="#ctx0" brushRef="#br0" timeOffset="71688.42">21171 4350 3988 0,'-13'-2'-208'0,"13"2"59"0,0 0 54 0,-11-2 57 0,11 2 45 16,0 0 41-16,-14-1 21 0,14 1 30 0,0 0 15 16,0 0 9-16,-14-3 12 0,14 3 8 15,0 0 4-15,0 0 1 0,-14-3-5 16,14 3-3-16,0 0 6 0,0 0 2 0,0 0 1 16,0 0-2-16,0 0 6 15,0 0 6-15,0 0 7 0,0 0 1 0,0 0-12 0,42 13-18 16,-15-8-10-16,11 0-9 0,4 0-20 15,-3-1-2-15,2 2-16 0,-3-2-4 16,-10-1-11-16,-4-1-5 0,-6 1 8 0,-2-3 1 16,-3 4 8-16,-1-4 3 0,-12 0 3 15,16 2 0-15,-16-2-8 0,14 1-7 16,-14-1-1-16,0 0-11 0,13 2-1 16,-13-2-7-16,0 0-13 0,0 0-13 0,0 0-28 15,0 0-55-15,0 0-68 0,0 0-64 16,0 0-85-16,0 0-115 0,0 0-140 0,0 0-182 15,-36-9-111-15,25 6 83 0,-1 1-641 16,-1-1-838-16</inkml:trace>
  <inkml:trace contextRef="#ctx0" brushRef="#br0" timeOffset="74070.09">18134 6520 3554 0,'-8'2'-168'0,"8"-2"52"0,-13 4 51 0,8-1 47 0,5-3 44 0,-14 3 32 0,14-3 40 15,-9 5 20-15,9-5 10 0,0 0 22 0,-10 4 12 16,10-4 15-16,0 0 13 15,-10 5 12-15,10-5 9 0,0 0 6 0,0 0 10 16,0 0 21-16,0 0 3 0,0 0-7 16,0 0-9-16,0 0-11 0,0 0-14 0,0 0-14 15,33-14-13-15,-23 10-17 0,-1-4-14 16,0-2-14-16,2 2-16 0,1-1-9 0,-1-1-10 16,2 1-8-16,-4 1-8 0,-4 1-3 15,4 0-10-15,0 2-8 0,-4 0-17 16,1 0-49-16,-6 5 0 0,9-9 0 0,-2 6 0 15,-7 3 0-15,5-5 0 16,-5 5 0-16,8-6 0 0,-8 6 0 0,0 0 0 16,0 0 0-16,0 0 0 0,0 0 0 15,0 0 0-15,9 17 0 0,-11-5 0 0,0 6 0 16,0 6 0-16,2 1 0 0,-2 2 0 16,2 11 0-16,0 0 0 0,0 2 0 0,0-2 0 15,2-4 0-15,-2-3 0 0,0-8 0 16,2 3 0-16,-2-5 0 0,0-4 0 0,2-1 0 15,-2-3 0-15,0 1 0 0,2-4 0 16,-2-2 0-16,0 1 0 0,0-1 0 0,0-8 0 16,0 15 0-16,0-11 0 0,0-4 0 15,0 13 0-15,0-13 0 0,2 7 0 0,-2-7 0 16,0 0 0-16,0 10 0 16,0-10 0-16,0 0 0 0,0 8 0 0,0-8 0 15,0 0 0-15,0 0 0 0,-8 7 0 16,8-7 0-16,0 0 0 0,-13 2 0 0,1-2 0 15,-1 0 0-15,-2-2 0 0,-4 4 0 16,0-2 0-16,-2-2 0 0,-2 2 0 0,2-1 0 16,2 1 0-16,2 0 0 0,1 0 0 15,3-2 0-15,13 2 0 0,-21 0 0 0,21 0 0 16,-16 0 0-16,16 0 0 0,0 0 0 16,-18 0 0-16,18 0 0 0,0 0 0 0,0 0 0 15,0 0 0-15,29 10 0 16,-4-8 0-16,12 6 0 0,10-4 0 0,-4 3 0 15,3-4 0-15,0 2 0 0,-5 2 0 16,2-3 0-16,-13-1 0 0,-5 0 0 0,-5-1 0 16,-4 0 0-16,-1-1 0 0,-1 1 0 15,-3 0 0-15,-11-2 0 0,17 2 0 0,-17-2 0 16,13 1 0-16,-13-1 0 0,11 2 0 16,-11-2 0-16,0 0 0 0,12 0 0 0,-12 0 0 15,0 0 0-15,0 0 0 0,0 0 0 16,0 0 0-16,0 0 0 0,0 0 0 0,0 0 0 15,0 0-255-15,0 0-779 0,-36 2 110 16,19 0-1109-16,-6 4-1448 0</inkml:trace>
  <inkml:trace contextRef="#ctx0" brushRef="#br0" timeOffset="75818.17">20572 11371 653 0,'0'0'282'0,"0"0"-81"0,0 0-25 0,0 0-24 0,0 0 1 0,0 0 1 0,0 0-9 0,0 0 4 16,0 0 17-16,0 0 23 0,2-21 9 16,-2 21 8-16,0-8 14 0,0 8 7 15,1-5 9-15,-1 5 6 0,0 0-3 16,2-10-5-16,-2 10-5 0,0 0-9 15,2-6-14-15,-2 6 4 0,0 0-19 0,0 0-22 0,0 0-6 16,4-10-24-16,-4 10-15 16,0 0-14-16,0 0-9 0,0 0-14 0,0 0-3 15,0 0 3-15,0 0-4 0,-8 24 9 16,7-8 13-16,-5 4-1 0,-2 13 7 0,-2 5-3 16,-2 8 8-16,-8 4-3 0,3 1 2 15,-4 4-4-15,-2 2-9 0,0-1-7 0,2 2-8 16,-1-2-3-16,-3-2 1 0,3-3 11 15,2-2 1-15,1-6-8 0,5-9-33 0,-1-3-56 16,4-4 0-16,1-6 0 0,2-4 0 16,1-3 0-16,3-4 0 0,1 1 0 15,-4-3 0-15,5 1 0 0,0-3 0 16,1 2 0-16,-3-4 0 0,2 4 0 0,2-8 0 16,-4 7 0-16,4-7 0 0,-1 8 0 15,1-8 0-15,-4 6 0 0,4-6 0 0,0 0 0 16,-5 8 0-16,5-8 0 0,-2 3-121 15,2-3-376-15,0 0-130 0,0 0-120 0,0 0-112 16,0 0 82-16,-5-19-775 0,7 10-995 16</inkml:trace>
  <inkml:trace contextRef="#ctx0" brushRef="#br0" timeOffset="76237.5">20623 11432 4104 0,'1'-10'-154'15,"1"6"31"-15,1-2 25 0,-3 6 38 0,0-7 32 0,0 7 37 0,0 0 25 0,-14-2 23 16,14 2 26-16,-27 7 13 0,9-1 18 0,-14 8 24 16,-13 7 13-16,-2 0 11 0,-5 5 8 15,2 2 4-15,0-1 1 0,0 2 7 0,2-2 12 16,4-1 15-16,6-3-2 15,12-2 12-15,-1-4 2 0,7-3 2 0,9 1 4 0,-1-5 3 16,7 2 15-16,5-2 9 16,2 1-6-16,12 1-21 0,12 5-22 0,12-4-109 15,19 3-96-15,8-2 0 0,3-1 0 16,7-1 0-16,-4 2 0 0,-5-2 0 0,-1-2 0 16,-6-1 0-16,-17-3 0 0,-6 1 0 15,-7-3 0-15,-11-1 0 0,2 2 0 0,-7-5 0 16,-1 2 0-16,-5 0 0 0,2 0 0 15,-9-2 0-15,12 2 0 0,-12-2 0 0,10 1 0 16,-10-1 0-16,0 0 0 0,0 0 0 16,0 0-516-16,0 0-153 0,0 0-220 15,-23 8 33-15,10-6 91 0,-5 2-764 16,2-2-974-16</inkml:trace>
  <inkml:trace contextRef="#ctx0" brushRef="#br0" timeOffset="81234.77">16539 6085 3788 0,'0'0'-246'0,"0"0"32"0,0 0 42 0,0 0 40 0,0 0 34 0,0 0 45 15,0 0 26-15,0 0 24 0,9-18 16 16,-9 18 13-16,8-11 8 0,-4 5 18 16,4-3 7-16,-3 2 11 0,5-1 15 0,0-1 11 15,1 1-3-15,0 0 3 0,6-2 2 16,-2-1 4-16,6 1-2 0,4-4-5 0,4 3 0 16,-4 0-3-16,4-1 3 0,1 2-3 15,2 0-4-15,-1-1 5 0,-4 3-8 0,3-3-3 16,-4 5-3-16,-3 0-8 0,0 0-3 15,0 2-4-15,2 1-9 0,-3-1-7 16,0 4-3-16,-1 2-5 0,-1 0-3 16,3 1-2-16,2 1-6 0,-2 1-1 0,-2 2-1 15,-2-2-2-15,2 3-5 0,-4-1-2 16,2 3-2-16,-6-1-1 0,1 0-3 16,-3 1-2-16,1 0 0 0,-2 5 4 0,-7-4-3 15,5 4 1-15,-5-1 2 0,-1 1 2 16,0 2-3-16,-2 0 2 0,-2 1 2 0,2 1-2 15,-2-2 1-15,-1 5-2 0,1 1 0 16,-4-3 6-16,4 2-4 0,-3 1 2 16,-1-1-2-16,4-1 0 0,-6 0 0 15,4 1-1-15,1-3-2 0,-3 2 1 0,3 1 3 16,-6-2 6-16,6 1 31 0,-1-4-6 16,-2 3-3-16,3-1-2 0,-3-2-6 0,1 4 1 15,-2-1 7-15,3-3 7 0,3 0-7 0,-3 5-2 16,0-5-3-16,0 1-2 0,4-1-1 15,-3-1 1-15,1 3-2 0,-1-2-2 16,1 2 25-16,2-1-4 0,0 0-7 0,0-1 0 16,0 2 2-16,0-3-15 0,0-2 3 15,2 3-10-15,-2 0 4 0,3-3 0 16,1 4-7-16,-3-7-2 0,-1 4-4 0,2-3 4 16,0 1-10-16,2-1 3 0,0 2 0 15,-3-3-1-15,1 2-4 0,4 2 5 16,-3-1-5-16,2 0-1 0,2 1 1 15,-1-3-1-15,1 3 1 0,2-1 1 0,-4 2-8 16,3-3 12-16,-1 1 1 0,1-2 3 16,2 1 6-16,-1-1 1 0,-4-3-7 0,4-1 5 15,-2 4-8-15,0-2-7 0,-1-3 0 16,0 3 13-16,0-2-12 0,0 0-1 0,-1 1 2 16,2-1 7-16,4 3 30 15,0 1 5-15,0-2 3 0,3 3 6 0,0-2 1 0,0 2 1 16,3 0-7-16,1-1-3 15,-4 3-9-15,2-6-5 0,-3 5-1 0,-1-4-7 0,-1 0-3 16,0 1-2-16,-1-1 0 16,1 1-5-16,-1-3-3 0,-2 2 3 0,-3-2-3 15,7 4-4-15,-2-3 2 0,-3 3-6 16,2-2 1-16,1 3-2 0,2 2 0 0,-1-1 3 16,3 1-13-16,-3 1-1 0,2-3 0 15,-1 3 0-15,0-3 0 0,2 5 0 0,-3-5 0 16,0 1 0-16,2-2 0 0,-4-2 0 15,-2 3 0-15,3-3 0 0,0-1 0 16,-3-1 0-16,1 2 0 0,3-2 0 0,-3 1 0 16,4-1 0-16,-1 2 0 0,-2-3 0 15,3 1 0-15,-1 0 0 0,2 1 0 16,-1-1 0-16,-1 0 0 0,3 0 0 16,-3-2 0-16,0 4 0 0,-1-5 0 0,-2 0 0 15,-1 2 0-15,1-5 0 0,-2 4 0 16,1-2 0-16,-3 1 0 0,2-3 0 0,-6-2 0 15,12 8 0-15,-7-5 0 0,-5-3 0 16,13 7 0-16,-4-1 0 0,2-1 0 0,0-2 0 16,1 2 0-16,-1 0 0 0,-2 0 0 15,5 2 0-15,-1-1 0 0,-1 0 0 16,-3-1 0-16,2 2 0 0,-1-2 0 0,1 1 0 16,-1 0 0-16,2-2 0 0,-1-1 0 0,-4 2 0 15,5 0 0-15,-1-1 0 16,0 2 0-16,5-1 0 0,-1 0 0 0,-1-1 0 15,-1 1 0-15,0 1 0 0,-2 0 0 16,1-3 0-16,-2 0 0 0,-1 3 0 0,-2-3 0 16,-7-3 0-16,14 6 0 0,-6-4 0 15,-8-2 0-15,14 6 0 0,-3 0 0 0,-4-2 0 16,9 3 0-16,-2 1 0 0,8 0 0 16,8 6 0-16,1 3 0 0,3 1 0 0,7 1 0 15,-8-1 0-15,-3-1 0 16,-1 1 0-16,-2-3 0 0,-4 2 0 0,-4-3 0 15,-6-3 0-15,-2 0 0 0,-1-1 0 16,-2 0 0-16,-1-2 0 0,-1 0 0 0,-3 1 0 16,4-1 0-16,-2 0 0 0,-1 1 0 15,0-1 0-15,-1 4 0 0,1-4 0 0,3 1 0 16,-4 4 0-16,3 1 0 0,-1 0 0 16,-1 1 0-16,2 0 0 0,-3 4 0 15,6 2 0-15,-6 1 0 0,3-1 0 0,-2 1 0 16,-1-2 0-16,1-1 0 0,1-1 0 15,-4 1 0-15,1 0 0 0,4-2 0 0,-2-2 0 16,-3 2 0-16,5-2 0 0,-1 1 0 16,2-1 0-16,-2-1 0 0,1 1 0 15,1 1 0-15,2-3 0 0,-4 1 0 16,3 1 0-16,-5-3 0 0,3-1 0 0,-1-1 0 16,-2 3 0-16,3-1 0 0,-4 0 0 0,-1 0 0 15,3-2 0-15,0 2 0 0,-4-2 0 16,2 4 0-16,0-4 0 0,-1 4 0 15,1 1 0-15,5 1 0 0,-4 1 0 0,3 3 0 16,-1 2 0-16,3-5 0 0,0 4 0 16,0 1 0-16,-3 1 0 0,2-2 0 0,-1 1 0 15,2-1 0-15,-4-1 0 0,2 1 0 16,-5-2 0-16,1-3 0 0,2 0 0 0,0-1 0 16,-3 1 0-16,1-3 0 0,1 1 0 15,1 1 0-15,0-4 0 0,-3 1 0 16,3 0 0-16,2 3 0 0,-5 1 0 15,5-1 0-15,-1-1 0 0,-2 1 0 0,3-1 0 16,-1 0 0-16,-3-1 0 0,2 0 0 16,0-1 0-16,-3 1 0 0,4 1 0 0,1 0 0 15,-3-1 0-15,1 3 0 0,2 1 0 16,-3-2 0-16,6 7 0 0,-4-5 0 0,3 5 0 16,-3-1 0-16,2 0 0 0,2-1 0 15,-2 10 0-15,2-4 0 0,-5-5 0 0,4 1 0 16,-2-4 0-16,0 6 0 0,-3-5 0 15,3 2 0-15,-1-3 0 0,0 3 0 16,-1-5 0-16,-1 1 0 0,1 1 0 16,2 2 0-16,1-1 0 0,-1 1 0 0,2 0 0 15,-3 3 0-15,3-3 0 0,-2 1 0 16,3 0 0-16,-1-1 0 0,-3 1 0 0,1-2 0 16,0 2 0-16,-2-7 0 0,3 2 0 15,-5-3 0-15,2-1 0 0,0 1 0 0,-2-1 0 16,-1-2 0-16,4 1 0 0,-3-3 0 15,2 4 0-15,-3-1 0 0,1-3 0 0,0 4 0 16,2-2 0-16,-1 2 0 0,-1-2 0 16,2 2 0-16,3 0 0 0,-6-1 0 0,5-1 0 15,-2 0 0-15,-3-1 0 0,-1-3 0 16,2 4 0-16,0-6 0 0,0 3 0 16,-2-7 0-16,2 8 0 0,-2-8 0 15,3 8 0-15,-3-8 0 0,0 4 0 0,0-4 0 16,0 0 0-16,0 8 0 0,0-8 0 15,0 0 0-15,0 0 0 0,0 0 0 0,0 0 0 16,0 0 0-16,0-23 0 0,-1 14 0 16,-1-2 0-16,0-1 0 0,-2-3 0 0,2-5 0 15,-1 0 0-15,-3-2 0 0,3-1 0 16,-2 1 0-16,-3-2 0 0,5 0 0 0,-5-7 0 16,3 8 0-16,1 1 0 15,0 5 0-15,2 3 0 0,-2-3 0 0,2 4 0 0,0 1 0 16,0 4 0-16,2-1 0 15,-1 0 0-15,-1 2 0 0,2 2 0 0,0 5 0 16,-2-12 0-16,2 12 0 0,-2-8 0 16,2 3 0-16,0 5 0 0,-2-7 0 0,2 7 0 15,0 0 0-15,0-11 0 0,0 11 0 16,-2-5 0-16,2 5 0 0,0 0 0 0,0 0 0 16,0 0 0-16,0 0 0 0,0 0 0 15,2-7 0-15,-2 7 0 0,0 0 0 0,0 0 0 16,0 0 0-16,0 0 0 15,11 25 0-15,-7-15 0 0,0 0 0 0,-1 5 0 16,4 1 0-16,-5 1 0 0,1 5 0 16,1 0 0-16,0 1 0 0,-1 1 0 0,1 1 0 15,0 0 0-15,1 1 0 0,-4-1 0 16,1-3 0-16,2 1 0 0,-2-5 0 0,0 0 0 16,-1-5 0-16,-1-1 0 0,0 0 0 15,2-1 0-15,-2-3 0 0,0 0 0 0,2-1 0 16,-2 0 0-16,0-7 0 0,0 11 0 15,0-7 0-15,0-4 0 0,2 11 0 0,-2-11 0 16,2 8 0-16,-2-8 0 0,0 10 0 16,0-10 0-16,0 6 0 0,0-6 0 0,2 6 0 15,-2-6 0-15,0 0 0 16,0 7 0-16,0-7 0 0,0 0 0 0,0 0 0 16,0 8 0-16,0-8 0 0,0 0 0 15,0 0 0-15,0 0 0 0,1 7 0 0,-1-7 0 0,0 0 0 16,0 0 0-16,0 0 0 15,0 0 0-15,2 5 0 0,-2-5 0 0,0 0 0 16,0 0 0-16,0 0 0 0,0 0 0 16,0 0 0-16,0 0 0 0,5 5 0 0,-5-5 0 15,0 0 0-15,0 0 0 0,0 0 0 16,0 0 0-16,0 0 0 0,0 0 0 0,0 0 0 16,0 0 0-16,0 0 0 0,0 0 0 15,0 0 0-15,0 0 0 0,0 0 0 0,0 0 0 16,0 0 0-16,0 0 0 0,0 0 0 15,0 0 0-15,-21-23 0 0,13 12 0 16,-7-5 0-16,-7-7 0 0,-2-1 0 16,-1 3 0-16,-1-2 0 0,-1 3 0 0,2 1 0 15,3 2 0-15,1 3 0 0,5 4 0 16,5 3 0-16,1 0 0 0,0 0 0 0,3 2 0 16,1 2 0-16,1-2 0 0,5 5 0 15,-10-6 0-15,6 3 0 0,4 3 0 0,-6-5 0 16,6 5 0-16,-5-3 0 0,5 3 0 15,0 0 0-15,-7-6 0 0,7 6 0 16,0 0 0-16,-9-3 0 0,9 3 0 0,0 0 0 16,-5-5 0-16,5 5 0 0,0 0 0 15,0 0 0-15,-8-4 0 0,8 4 0 0,0 0 0 16,0 0 0-16,0 0 0 0,0 0 0 16,0 0 0-16,0 0 0 0,0 0 0 0,0 0 0 15,0 0 0-15,0 0 0 0,0 0 0 16,0 0 0-16,-7 11 0 0,7-11 0 0,0 0 0 15,0 0 0-15,0 0 0 0,0 0 0 16,0 0 0-16,0 0 0 0,0 0 0 16,0 0 0-16,0 0 0 0,0 0 0 15,2-19 0-15,-2 10-182 0,2-5-848 0,-2 1-1343 16,1 1-1769-16</inkml:trace>
  <inkml:trace contextRef="#ctx0" brushRef="#br0" timeOffset="87268.42">24278 11250 5712 0,'13'0'-483'0,"-13"0"73"0,0 0 60 0,0 0 55 0,0 0 44 0,12 1 36 0,-12-1 32 0,0 0 27 15,11 2 29-15,-11-2 18 16,9 2 22-16,-9-2 14 0,11 2 16 0,-11-2 12 0,0 0 19 15,11 1 18-15,-11-1 18 16,0 0 17-16,0 0 12 0,9 2 9 0,-9-2 10 16,0 0 11-16,0 0 4 0,0 0 0 15,0 0 8-15,0 0-1 0,0 0-3 16,0 0-3-16,0 0-5 0,0 0 2 0,0 0 6 16,0 0-1-16,0 0-4 0,0 0 9 15,0 0 0-15,-32-5-7 0,19 1-4 0,-3 4 0 16,-2-3-3-16,-4-1 2 0,-1-1 5 15,-2 2-6-15,7 1-3 0,-2-1-5 16,4 1-8-16,0 1-2 0,3-1-6 16,-1-1-3-16,5 2-4 0,-2 0 0 0,11 1-1 15,-16-2 6-15,16 2 11 0,-11-2 3 16,11 2 12-16,-10 0 6 0,10 0 4 0,-9-2 6 16,9 2 4-16,0 0 8 0,0 0-6 15,0 0 3-15,-16-5-5 0,16 5-2 0,0 0-8 16,0 0-5-16,0 0-4 0,-11-3-3 15,11 3-7-15,0 0-9 0,0 0-3 16,0 0-6-16,0 0 1 0,0 0-10 0,0 0-1 16,-9-4-6-16,9 4 4 0,0 0-9 15,0 0 4-15,0 0-4 0,0 0-6 16,0 0 2-16,0 0-1 0,0 0-4 0,0 0-1 16,0 0-2-16,0 0-2 0,0 0 1 15,0 0-5-15,0 0 5 0,0 0-1 0,0 0 1 16,0 0-2-16,0 0-2 0,0 0 0 15,0 0-2-15,0 0 4 0,0 0 1 0,0 0-2 16,0 0-4-16,0 0 4 0,0 0-1 16,0 0-1-16,0 0 0 0,0 0 20 15,0 0 6-15,0 0 8 0,0 0 9 0,0 0-1 16,0 0 7-16,0 0-6 0,0 0 3 16,0 0-10-16,0 0-3 0,0 0 3 0,0 0-11 15,0 0 0-15,0 0-6 16,0 0-1-16,18-9 1 0,-18 9-9 0,0 0-2 15,0 0 4-15,0 0-2 0,0 0 2 16,8-4-5-16,-8 4-7 0,0 0 3 0,0 0-4 16,0 0 1-16,0 0-1 0,0 0 1 15,0 0 0-15,0 0-4 0,-24 13 5 0,14-9-1 16,0 0 2-16,1 2-6 0,0-1 6 16,-2-1-1-16,2 1-4 0,2-2 1 0,-2 1 3 15,6-2-5-15,3-2 3 0,-11 8 1 16,5-5 4-16,6-3-5 0,-5 4-2 15,5-4 5-15,-9 3 1 0,9-3-1 0,0 0 2 16,0 0 0-16,-5 4 9 0,5-4 0 16,0 0 9-16,0 0 1 0,-8 3-5 15,8-3 7-15,0 0 4 0,0 0 5 0,0 0-1 16,0 0 2-16,0 0 2 0,0 0-7 16,-1 7 4-16,1-7-7 0,0 0-3 0,0 0-1 15,0 0-3-15,0 0-6 0,0 0 0 16,0 0-3-16,0 0-6 0,-2 7 3 0,2-7 1 15,-2 7-3-15,0 1 4 0,0 2-3 16,-2 3 2-16,2 2 1 0,-2 3 2 16,-3 0-2-16,3 3-1 0,0 0 2 15,-1 1 2-15,5-3-2 0,-2-2-13 0,-3 0 0 16,3-4 0-16,1-1 0 0,-1 0 0 16,2-1 0-16,0-4 0 0,-2 3 0 0,2-3 0 15,0 0 0-15,0-7 0 0,0 11 0 16,-2-6 0-16,2-5 0 0,2 7 0 0,-2-7 0 15,4 7 0-15,-4-7 0 0,5 4 0 16,-5-4 0-16,10 6 0 0,-10-6 0 16,13 2 0-16,-5 0 0 0,2-1 0 0,1 3 0 15,-2-2 0-15,5 0 0 0,-3 2 0 16,5-2 0-16,-3 2 0 0,-1-1 0 0,1 2 0 16,-1-3 0-16,1 3 0 0,-2-1 0 15,1 1 0-15,-1 0 0 0,0 3 0 16,-1-4 0-16,-1 3 0 0,0-1 0 15,3 3 0-15,-4 0 0 0,3 0 0 0,-3-1 0 16,1 1 0-16,1 1 0 0,-5-2 0 16,5 0 0-16,-2 2 0 0,-3-2 0 0,3 1 0 15,-2-1 0-15,2-1 0 0,-5 0 0 16,3 2 0-16,-2-4 0 0,-3 2 0 0,6-2 0 16,-5 2 0-16,0 0 0 15,-1-3 0-15,-1-4 0 0,0 13 0 0,0-7 0 0,0-6 0 16,-1 14 0-16,-3-7 0 15,-3 0 0-15,0 2 0 0,-4-4 0 0,-5 1 0 16,-2 1 0-16,-5-2 0 0,0-1 0 16,-2-1 0-16,0 0 0 0,2-1 0 0,-1-2 0 15,0 0 0-15,8 0 0 0,-4 2 0 16,5-2 0-16,2 0 0 0,2 2 0 0,11-2 0 16,-20 0 0-16,20 0 0 0,-15 0 0 15,15 0 0-15,-13 0 0 0,13 0 0 0,0 0 0 16,-15-2 0-16,15 2 0 0,0 0 0 15,-12 2 0-15,12-2 0 0,0 0 0 0,0 0 0 16,0 0 0-16,-13 0 0 0,13 0 0 16,0 0 0-16,0 0 0 0,0 0 0 15,-10 2 0-15,10-2 0 0,0 0 0 16,0 0 0-16,0 0 0 0,0 0 0 0,0 0 0 16,0 0 0-16,-10 2-391 0,10-2-632 15,0 0 97-15,0 0-1064 0,0 0-1407 0</inkml:trace>
  <inkml:trace contextRef="#ctx0" brushRef="#br0" timeOffset="91266.74">21711 8863 842 0,'0'0'207'0,"0"0"-43"0,-8-2-4 0,8 2-14 0,0 0-8 16,-5-4 7-16,5 4 5 0,0 0 1 0,0 0 10 15,0 0 9-15,-6-6 12 0,6 6 0 16,0 0 0-16,0 0-5 0,0 0-1 16,0 0 7-16,-8-2 3 0,8 2 7 15,0 0 3-15,0 0 2 0,0 0 2 0,0 0 1 16,0 0 1-16,0 0-2 0,0 0 8 15,0 0 6-15,0 0-18 0,-4-10-10 16,4 10-14-16,0 0-12 0,2-11-15 0,-2 11 1 16,6-12-9-16,-3 6-2 0,-2-3-6 15,3 1-7-15,2 0-3 0,-3-4-4 0,3 4-8 16,-3-1-8-16,6-1-9 0,-4 2-6 16,5-4-5-16,-1 1-6 0,3 3-8 0,-1-3-5 15,1 3-2-15,1 1-6 16,-2 0-3-16,1 2-6 0,-1 0-4 0,-2 2-22 0,3 1-17 15,-12 2 0-15,22-2 0 16,-13 1 0-16,-9 1 0 0,18 1 0 0,-18-1 0 0,20 2 0 16,-20-2 0-16,17 2 0 15,-8-2 0-15,-9 0 0 0,20 3 0 0,-20-3 0 16,15 3 0-16,-10 1 0 0,-5-4 0 16,16 7 0-16,-11-4 0 0,1 1 0 0,0 1 0 15,2 1 0-15,-4 1 0 0,1 0 0 16,1 2 0-16,-3-2 0 0,3 1 0 0,-1 1 0 15,-4-1 0-15,3-1 0 0,-2 0 0 16,0 1 0-16,0 1 0 0,-2-9 0 0,1 15 0 16,-1-11 0-16,0-4 0 15,0 13 0-15,2-7 0 0,-2 2 0 0,0-8 0 16,-2 11 0-16,1-3 0 0,-1 0 0 16,-2 0 0-16,0 1 0 0,0-1 0 0,-2 2 0 15,2 1 0-15,-1-3 0 0,-1 1 0 16,-1 0 0-16,1-1 0 0,-2 1 0 0,4-1 0 15,-1-1 0-15,-1 1 0 0,0-1 0 16,0 0 0-16,1-2 0 0,-1 2 0 0,3 0 0 16,-6 0 0-16,4 0 0 0,-3 0 0 15,3-1 0-15,-1 0 0 0,0-1 0 0,-2 0 0 16,3 2 0-16,-3-1 0 0,-2 0 0 16,5 0 0-16,-1-2 0 0,6-4 0 15,-13 13 0-15,5-9 0 0,1 4 0 16,-3-3 0-16,0 1 0 0,1 2 0 0,0 0 0 15,-1 2 0-15,-2-1 0 0,1 1 0 16,-3-2 0-16,3 0 0 0,0 3 0 0,-3-2 0 16,3 1 0-16,1-2 0 0,-1 0 0 15,4 0 0-15,-1-3 0 0,0 2 0 0,2 0 0 16,1-5 0-16,-1 3 0 0,1-2 0 16,5-3 0-16,-8 9 0 0,8-9 0 0,-8 5 0 15,8-5 0-15,-4 3 0 16,4-3 0-16,-3 5 0 0,3-5 0 0,0 0 0 0,-6 5 0 15,6-5 0-15,0 0 0 16,0 0 0-16,0 0 0 0,0 0 0 0,0 0 0 0,22 6 0 16,-4-10 0-16,7 2 0 15,11-1 0-15,5 0 0 0,8-1 0 0,-4 1 0 16,-1 0 0-16,1 1 0 0,-4 2 0 16,-9-2 0-16,-5 0 0 0,-7 1 0 0,-2-1 0 15,-3 0 0-15,-1 2 0 0,-3 0 0 16,-11 0 0-16,17-2 0 0,-9 2 0 0,-8 0 0 15,13 0 0-15,-13 0 0 0,0 0 0 16,15-1 0-16,-15 1 0 0,0 0 0 0,10 0 0 16,-10 0 0-16,0 0 0 15,0 0 0-15,0 0 0 0,0 0 0 0,0 0 0 16,0 0 0-16,-21-12 0 0,17 3-457 16,0-1-544-16,0-5 98 0,4-6-1080 0,2-4-1400 15</inkml:trace>
  <inkml:trace contextRef="#ctx0" brushRef="#br0" timeOffset="93582.92">23520 7313 4959 0,'2'-7'-321'0,"-2"7"52"0,1-10 51 0,-1 10 48 0,2-7 51 0,2 1 37 0,-4 6 35 0,4-6 29 16,-3 1 14-16,-1 5 18 0,4-7 13 15,-4 7 13-15,5-5 3 0,-5 5-4 16,0 0 25-16,5-4 14 0,-5 4 11 16,0 0 5-16,0 0 6 0,6 18 4 0,-8-9 4 15,0 2-3-15,2 1-11 0,-2 0-6 16,1 1-8-16,-3-1-9 0,-3 5-7 0,5-6-6 16,1 1-3-16,-3 0-6 15,0-1-7-15,2-3-2 0,1 0-4 0,-1-1-6 0,0 0-9 16,2 1-15-16,0-8-32 15,-4 9-47-15,2-5-59 0,2-4-77 0,0 0-89 16,-2 7-106-16,2-7-143 0,0 0-62 16,0 0 68-16,0 0-313 0,0 0-339 0</inkml:trace>
  <inkml:trace contextRef="#ctx0" brushRef="#br0" timeOffset="93933.74">23762 7297 2329 0,'0'0'18'0,"0"0"9"0,0 0 20 0,0 0 26 16,0 0 33-16,0 0 27 15,0 0 20-15,-23 14 9 0,15-9-7 0,3 2 2 16,-2 1-2-16,4-2-9 0,-1 0 2 16,0 1-4-16,2 0-7 0,2 0-5 0,0 0-8 15,2 1-14-15,2-2-8 0,1-1-9 16,2 0-8-16,0-1-7 0,3-3-10 0,1 2-4 15,-1-3-6-15,-10 0-7 0,16 0-4 16,-5-4-5-16,-2 0-4 0,-4-1-5 0,3 0-4 16,-4-2-4-16,2 0-1 0,-4-3-3 15,0-1-4-15,-1 3-3 0,-2-1 0 0,-1 1-5 16,-2 1-5-16,-2 2-4 16,-2 0-32-16,-1 3-51 0,-7-1-59 0,3 3-68 0,-2-1-64 15,-6 1-70-15,2 0-78 0,-1 1-146 16,6-1-13-16,-1-1 74 0,1-2-245 15,1 1-241-15</inkml:trace>
  <inkml:trace contextRef="#ctx0" brushRef="#br0" timeOffset="94315.04">23649 6975 2133 0,'-23'0'-4'0,"1"3"9"16,-1 4 22-16,-10 4 28 0,-1 6 30 0,-6 10 22 15,0 5 7-15,0 4 3 16,1 5-3-16,7 2 7 0,0 3-3 0,7 3 5 16,4 1-11-16,6-2-4 0,7-7 0 15,6 0-5-15,6-4-8 0,3 2 2 0,9-5-14 16,9 0-9-16,7 0-5 0,5-5-7 15,4-10-2-15,7-1-4 0,1-5-13 16,-5-8 0-16,3-2-7 0,0-7 3 0,-4-4-11 16,5-12-1-16,-2 0-3 0,-4-6 0 15,-12-7-4-15,1-1 1 0,-12 1-5 16,-2-8-2-16,-6 6-2 0,-3-5-4 16,-6-3 4-16,-4-2-13 0,-1-8-6 0,-6 12-21 15,-4 4-22-15,-10-1-32 0,-2 12-51 16,-3 5-52-16,-8 7-64 0,-4 4-81 0,-3 3-117 15,4 7-93-15,-3 3 54 0,1 1-185 16,2 3-165-16</inkml:trace>
  <inkml:trace contextRef="#ctx0" brushRef="#br0" timeOffset="97548.58">21488 11435 851 0,'-19'-3'271'16,"0"-3"-91"-16,4 2-27 0,4 0 3 0,-3 0-4 0,3 0-4 0,1-1 10 0,0 4 0 16,3-2 7-16,7 3-3 0,-13-4-5 15,6 3-8-15,7 1 2 0,-11-3 3 16,11 3-3-16,0 0 4 0,-7-6 1 16,7 6-3-16,0 0-14 0,0 0-2 0,0 0-9 15,30-2-11-15,-13 2-11 0,6 0-7 16,8 0-8-16,10 2-10 0,5 0-8 15,4-1-6-15,15 2-4 0,3 0-9 0,2 0-6 16,4 2-2-16,-1 1-4 0,0 0-6 16,-1 0-1-16,-1-2-3 0,-7 0-5 0,-3 0-7 15,-13-2 3-15,-4 1-1 0,-9-3-3 16,-9 0-5-16,-3 0 0 0,0 0 1 0,-2 0-3 16,-1 0-3-16,5 0 2 15,0 0-3-15,6 0 2 0,-2 0-4 0,8 3-2 16,3-2 0-16,1 1 3 0,-3 1-2 15,-10 0-1-15,-3 0-1 0,-3-2 1 0,-4 1-1 16,-2 0 1-16,-3 0-3 0,-2 0 3 16,1-2-2-16,-12 0 4 0,14 1 6 0,-14-1 5 15,14 1 5-15,-14-1 6 0,0 0 2 16,0 0-3-16,13-1-3 0,-13 1-4 16,0 0 2-16,0 0-4 0,-32-9 12 0,9 5 0 15,-15 0-2-15,-7-1 3 0,-16-2-4 16,-9 2-1-16,-2 0 4 0,-6-4 10 15,0 3-6-15,0-3 1 0,-4 1 15 16,0 0-5-16,2 2 1 0,2-2 5 0,3 1 4 16,7 3-2-16,3-2-3 0,4 2-5 15,15 1-5-15,5 2-6 0,6-1-3 0,9 0-2 16,1 2-5-16,3-2-1 0,6 2-2 16,0 0 1-16,16 0 0 0,-22-1-1 0,22 1 13 15,-18 0 10-15,18 0 3 0,0 0 1 16,0 0 1-16,0 0-6 0,0 0 0 0,77 5-3 15,-14 1-11-15,13-2 6 0,11 3-4 16,32 5-8-16,4 2-4 0,7 2 2 0,-5-1-1 16,-5 1-11-16,-9-5 5 15,-28-1-1-15,-15-2-1 0,-5-3 1 0,-17-4 1 16,-6 2 1-16,-12-1 1 0,-5-2 0 16,-8-2 3-16,1 1-8 0,-9-1 3 0,-7 2-4 15,0 0 3-15,-2-10 2 0,2 10-1 16,-38-11-4-16,0 5-3 0,-7-1 0 15,-15 0 7-15,-6 1-10 0,-3 2 7 0,-2 0-5 16,7 0 4-16,12 4-1 0,5-3-3 16,3 6 0-16,11-3-7 0,8 0 4 0,7 0 3 15,2 0-2-15,3 0 8 0,7 4 5 16,6-4 15-16,0 0-6 0,17 11-3 0,17-4-6 16,11 0 4-16,16 1-7 15,2-1-2-15,-1 0-3 0,-1-3 2 0,-2 2 3 0,-11-3 4 16,-8 1-4-16,-7-4-2 15,-8 2-2-15,-7-2-3 0,-2 0 1 0,-3-2 0 16,1-2 1-16,-14 4-3 0,12-6 0 16,-6 2-3-16,-6 4-1 0,0-9 0 0,0 9 3 15,-11-12 2-15,1 8-3 0,-1-1-2 16,-4-1 3-16,-3 3-1 0,4 0-13 0,0 0-27 16,-4 2-49-16,3 1-61 15,2 1-75-15,-2 2-112 0,0-3-124 0,-3 4-148 0,5 0-236 16,1 0 76-16,5-3 88 0,1 3-561 15,6-4-699-15</inkml:trace>
  <inkml:trace contextRef="#ctx0" brushRef="#br0" timeOffset="100280.62">27207 11228 3101 0,'-8'-6'-144'0,"1"5"24"0,7 1 25 0,-16-6 25 0,11 5 33 16,5 1 30-16,-9-5 30 0,9 5 26 0,-11-2 16 16,11 2 16-16,0 0 7 0,-5-6 19 15,5 6 22-15,0 0 12 0,0 0 1 16,0 0-5-16,0 0-9 0,30 0-13 0,-10 2-15 16,7-2-7-16,16 2-8 0,-1-2-8 15,2 2-7-15,-3 0-10 0,-5-2-5 0,-9 0-6 16,2 0-2-16,-8 0-3 15,0-2 8-15,1 0 4 0,-6-2 1 0,-2 4-1 16,-1-1-6-16,-2-2-5 0,-3 3-5 16,2-4 0-16,-3 3-6 0,-7 1-5 0,14-4-5 15,-14 4-1-15,9-2-2 0,-9 2-2 16,9-1-3-16,-9 1-1 0,8-3-6 0,-8 3 2 16,0 0 0-16,0 0 1 0,0 0-6 15,0 0 2-15,10 6 7 0,-10-6 16 0,-10 13 11 16,2 0 15-16,-3 2 7 15,-1 2 11-15,-4 9 7 0,-6 3 10 0,-6 9-1 16,-3 2 4-16,3 0 14 0,-5 2-3 16,1 2-6-16,0-1 6 0,-3-4 8 0,5 1 5 15,1-3 0-15,1-2-5 0,6-9 11 16,4-3 3-16,-1 0-13 0,6-4-3 16,1-7-4-16,2-2 4 0,3-1 1 0,2-1 1 15,-2-1 0-15,1 0-7 0,3-2 0 16,-1 0-16-16,4-5-4 0,-7 9-10 0,7-9-74 15,-6 9-3-15,6-9 0 0,-5 5 0 16,5-5 0-16,0 0 0 0,-5 8 0 0,5-8 0 16,0 0 0-16,-6 5 0 15,6-5 0-15,0 0 0 0,0 0 0 0,0 0 0 16,0 0 0-16,-1 5 0 0,1-5 0 16,0 0-226-16,0 0-190 0,0 0-119 0,0 0-141 15,7-19-203-15,-9 9 79 0,0 2 92 16,2-3-636-16,2-1-799 0</inkml:trace>
  <inkml:trace contextRef="#ctx0" brushRef="#br0" timeOffset="100697.24">27126 11569 3611 0,'-16'-5'-70'0,"1"-1"31"0,3 3 37 0,3-1 49 0,0 1 53 0,9 3 36 0,-14-5 24 0,14 5 8 0,-11-4-6 0,11 4-2 16,0 0-1-16,-11-3 3 0,11 3 11 0,0 0 3 16,0 0 1-16,0 0-17 0,39 12-13 15,-3-3-14-15,6 1-14 0,13 3-8 16,4 0-8-16,1-1-13 0,-3-2 4 15,-14-2-21-15,-2-2-1 0,-5 0-10 16,-9-1 4-16,-5-1 19 0,-6-2 12 0,-4-1 19 16,2 2-4-16,-4-2-6 0,-10-1-8 15,15 1-9-15,-15-1 0 0,13 2-8 0,-13-2-13 16,0 0-8-16,0 0-1 0,16 2-10 16,-16-2-5-16,0 0-7 0,0 0-3 0,0 0-5 15,0 0-9-15,0 0-30 0,0 0-32 16,0 0-65-16,0 0-71 0,0 0-91 0,0 0-119 15,0 0-127-15,0 0-168 0,0 0-132 16,-44-10 85-16,27 4-646 0,-1 1-830 16</inkml:trace>
  <inkml:trace contextRef="#ctx0" brushRef="#br0" timeOffset="102948.24">25406 8907 3525 0,'0'0'-190'0,"0"0"32"0,-7-4 29 0,7 4 25 16,0 0 37-16,0 0 24 0,0 0 30 0,-9-2 25 16,9 2 24-16,0 0 26 0,0 0 13 15,0 0 18-15,0 0 30 0,0 0 18 16,0 0 9-16,0 0 14 0,0 0 10 16,0 0 6-16,0 0-1 0,0 0-19 0,0 0-11 15,0 0-17-15,0 0-9 0,13-15-16 16,-8 11-10-16,2-2-6 0,2-1-9 15,-4 1-4-15,5-2-4 0,-3 0-9 0,-2 0-6 16,4 0 5-16,-4-1-3 0,1 2 0 16,-1 0-5-16,-1 0 3 0,-2 3-4 0,3 0-1 15,-5 4-5-15,3-8-7 0,-3 8-3 16,8-6-5-16,-8 6-5 0,3-6-5 16,-3 6-2-16,0 0 2 0,0 0 20 15,0 0 11-15,0 0 2 0,0 0 13 0,-13 33 13 0,7-17 2 16,-3 1 19-16,1 4-8 0,-3 8-13 15,3 1 5-15,-1 5 5 0,-1-4-13 16,4-1 7-16,0-2-15 0,3-3 1 0,-3-6 10 16,4-2-1-16,-1 1-3 0,1-4-8 0,0-3-2 15,-3-1 12-15,3 2 11 16,1-5 17-16,-1 3 2 0,2-4 6 0,0-6-90 16,-4 11-27-16,2-5 0 0,2-6 0 15,-2 9 0-15,2-9 0 0,-1 7 0 0,1-7 0 16,0 0 0-16,-4 7 0 0,4-7 0 15,0 0 0-15,-14 1 0 0,14-1 0 0,-18-1 0 16,18 1 0-16,-27-2 0 0,13 0 0 16,1 2 0-16,0-1 0 0,13 1 0 15,-25-2 0-15,15 0 0 0,10 2 0 16,-17 0 0-16,17 0 0 0,-14-2 0 0,14 2 0 16,-9 0 0-16,9 0 0 0,0 0 0 15,0 0 0-15,0 0 0 0,31 7 0 0,-6 0 0 16,12 0 0-16,8 1 0 0,7 1 0 15,4 0 0-15,-1 1 0 0,-8-5 0 0,-6 2 0 16,-1-2 0-16,-6 2 0 0,-5-4 0 16,-8-1 0-16,-3 1 0 0,-6-3 0 0,-1 2 0 15,2 0 0-15,-13-2 0 0,16-2 0 16,-16 2 0-16,16-2 0 0,-16 2 0 0,7-3 0 16,-7 3 0-16,9-2 0 15,-9 2 0-15,0 0 0 0,7-5 0 0,-7 5 0 16,0 0 0-16,0 0 0 0,0 0 0 0,-25-7 0 15,11 7-805-15,-1-1-188 0,-4-1 107 16,2 0-987-16,-2 2-1297 0</inkml:trace>
  <inkml:trace contextRef="#ctx0" brushRef="#br0" timeOffset="104380.29">28157 4062 4475 0,'0'0'-420'0,"1"-8"53"0,-1 8 54 0,4-6 60 0,-4 6 40 0,0 0 39 0,2-9 37 0,-2 9 38 15,4-7 23-15,-3 3 32 0,-1 4 24 0,2-11 30 16,0 4 16-16,0 0 24 15,0 0 15-15,0 1 16 0,0 0 19 0,-1-2 7 0,1-1 15 16,-2 9 5-16,5-14-3 16,-3 4 4-16,-2 4 5 0,2-3-3 0,-2 2 6 15,1 0 5-15,-1 7-5 0,2-12 4 16,0 9-8-16,-2 3-5 0,2-10-2 0,-2 10-8 16,2-7-5-16,-2 7-10 0,2-7-10 15,-2 7-10-15,0 0-11 0,0-7-8 16,0 7-5-16,0 0-2 0,0 0 20 0,0 0 12 15,0 0 7-15,-6 38 3 0,1-18 5 16,-6 13 8-16,0 4 3 0,-2 12 6 16,-1 0-6-16,2 0 1 0,-2 3-7 0,3-2 2 15,-3-2 16-15,3 1-11 0,0-12 2 16,0 1-5-16,4-2-10 0,-2-4-6 16,1-3-3-16,0-5-6 0,3-5-1 0,-1-4-8 15,0-1-5-15,5-4-4 0,-3 1-12 16,2-2-1-16,-3 0-9 0,5-3-1 0,0-6-4 15,-3 11 5-15,3-11-11 0,-2 8-3 16,2-8-3-16,-2 9-2 0,2-9-13 16,0 0-26-16,0 0-53 0,0 0-58 0,0 0-76 15,0 0-81-15,0 0-106 0,-15-17-115 16,12 8-137-16,-6-5-216 0,6-2 72 16,-1-1 93-16,0-2-529 0,2-5-679 0</inkml:trace>
  <inkml:trace contextRef="#ctx0" brushRef="#br0" timeOffset="104814.65">28352 3868 3441 0,'6'-10'-102'0,"-1"0"14"0,-1 3 26 0,-1 0 32 0,-1 0 26 0,-2 7 16 0,0-10 4 0,0 10 7 15,-5-5 9-15,5 5 15 0,0 0 17 16,-32 5 31-16,-1 5 9 0,3 5 18 16,-6-1 13-16,-9 8 10 0,-3 0 8 0,2 4 3 15,6-2 7-15,2 2-10 0,0 1 0 16,9-5 3-16,6 1 6 0,2 0-5 0,3-1 7 16,5-2-17-16,4-3-2 0,6-1-3 15,1-4 0-15,2 1 18 0,7 1-12 0,9 1-6 16,11 3-10-16,9-1-10 0,11 1-16 15,8-5-1-15,2-1-22 0,4-2-5 16,0-2-9-16,0-1-28 0,-13 1 0 0,-4-6 2 16,-3 2-15-16,-4 0-4 0,-11-2 0 15,-5 0-1-15,-3-2 5 0,-5 3-5 0,-1-3 5 16,-12 0 7-16,17 2-7 16,-17-2-18-16,15 0 0 0,-15 0-12 0,13 2-20 15,-13-2-44-15,8 2-60 0,-8-2-73 16,0 0-98-16,1 8-121 0,-1-8-144 0,-18 13-268 15,-1-4 62-15,-10 6 95 0,-13 9-521 16,-9 7-659-16</inkml:trace>
  <inkml:trace contextRef="#ctx0" brushRef="#br0" timeOffset="105747.53">24465 10157 3146 0,'0'0'-25'0,"-8"4"36"0,8-4 17 0,-6 3 28 0,6-3 28 16,0 0 33-16,-9 5 10 0,9-5-2 0,0 0-5 16,-8 2-8-16,8-2 4 0,0 0 3 15,0 0 7-15,0 0 6 0,0 0-1 16,-5 4 3-16,5-4-1 0,0 0 6 16,0 0 3-16,0 0 2 0,0 0-1 0,0 0-2 15,0 0-9-15,0 0-4 0,0 0-14 16,0 0-12-16,0 0-8 0,0 0-8 0,0 0-15 15,0 0-21-15,0 0-36 0,0 0-49 16,0 0-58-16,0 0-62 0,0 0-71 0,0 0-70 16,0 0-61-16,0 0-72 15,11 10-89-15,-11-10-111 0,0 5 45 0,0-5-426 16,0 0-486-16</inkml:trace>
  <inkml:trace contextRef="#ctx0" brushRef="#br0" timeOffset="107315">24282 10444 2702 0,'-4'5'26'0,"4"-5"34"0,0 0 29 15,-2 7 33-15,2-7 34 0,0 0 30 0,0 0 13 16,0 0-1-16,-3 5 3 0,3-5-6 15,0 0-2-15,0 0-1 0,0 0 8 0,0 0 2 16,0 0-5-16,0 0 1 0,22-15-2 16,-19 11 0-16,8-3-5 0,-6 0-12 0,3-1-10 15,2-2-13-15,-1-1-12 0,2-2-12 16,3-1-13-16,-5-3-9 0,11-10-16 16,-4 2-2-16,5-2-13 0,-2-2-7 0,6-8-9 15,0-2-4-15,2 1-7 0,-2 4-7 16,0-2-6-16,-5 7-1 0,-3 4-3 0,3-3-1 15,-4 3-7-15,4-2-1 0,-4 2-2 0,-2 2 8 16,3-2 0-16,-3-1 0 16,1 2-5-16,-2-3 2 0,2-1-9 0,1-1-1 15,-1 0 4-15,0-6-4 0,4-8-6 16,2 1 7-16,0-3-8 0,0 1 0 0,2 0-4 16,-4 3 2-16,-2 12-5 0,0-2 4 15,-6 4-4-15,3 0 3 0,-4 6-6 0,-1 6 2 16,1-2-1-16,-3 0-2 0,1 1 2 15,1-1 6-15,-3-2-9 0,2-1 2 0,-3 1 3 16,5-1-4-16,-2 1-1 0,-1-2 2 16,1 0 0-16,-1 2 1 0,1-2-2 15,2 3 1-15,-5-1-4 0,4-3-2 16,3-3 4-16,0 5 8 0,-2 1-11 0,1 0 3 16,-2 2-2-16,1-1 1 0,5-11 1 15,3 4-2-15,-4-3 0 0,2 1 0 0,-1 0-2 16,2-2-1-16,0 3 0 0,2 2-1 15,1-1 0-15,-4 3 4 0,6 3 2 0,-8-4 0 16,0 7-4-16,-3 4 1 0,3 0 0 16,1-3 0-16,-2 1 4 0,-1 0 6 0,3-1-10 15,-1-1 3-15,-1 1-2 0,2 1-2 16,4-4 1-16,-4 1-2 0,2 3 9 0,-1-1-15 16,-1 3 7-16,0-2 3 15,2 1-3-15,-1 1 4 0,-2-1-1 0,0-1 1 0,3 2-1 16,-1-2-2-16,-2 0 1 0,4 2 6 15,-2-3-1-15,6-5 2 0,-1-3-10 16,2-1-2-16,0 0 4 0,-1-2-4 16,9-7 4-16,-8 8-3 0,-2-2-5 0,4-1 3 15,-3 2-2-15,1-1 0 0,2 3 2 16,0 2-2-16,-4 0 4 0,0-1-3 0,-4 0 7 16,4-1-6-16,0 1 4 15,-2 0-1-15,2-3 6 0,2-1-7 0,-2 2 6 16,-1-3-6-16,5 1 1 0,4-5-1 0,0-3 0 15,-3 1 5-15,-1 7 2 0,2-6-7 16,0-2 2-16,-5 8-2 0,-1-2-1 16,2 2 8-16,-2-1-6 0,-4 3 4 0,5-2-13 15,-2 0 3-15,-3 0 3 0,5 2-4 16,-6 1-1-16,4 2-11 0,-4-2 4 0,6 2-4 16,-5 0-1-16,2 0 2 0,0-1 7 15,1-1 0-15,-2 2 0 0,0-1 6 0,0-3-2 16,1 1 0-16,1-2 0 0,-4 0 6 15,2-1-7-15,0-1 4 0,0 1 3 16,0 1-12-16,-4 2 11 0,4-1-7 0,-3 1 11 16,-1 4-9-16,-5 6 3 0,0-1 3 15,3-2-2-15,-1 1-3 0,0 1 6 16,-1-1-3-16,1 0 2 0,0 0-4 0,3-7-6 16,3-1 1-16,-3 1 6 0,1-2-2 15,0 2-4-15,-2 3 3 0,5-4-2 16,-5 5 4-16,1 5 4 0,-3-1-7 0,3 1 2 15,2-7 5-15,0 7-5 0,-3 2 4 16,0 0 2-16,2 1-4 0,-2-2 6 0,-1 2-3 16,1-1 7-16,5-1-5 0,-3-1 6 15,4-5-4-15,1-3 3 0,-2 4-4 0,1-3 6 16,-2 1-6-16,2-2 2 0,-1 1-5 16,-1 0 2-16,-2-2 2 0,0 5-2 0,-3 2 1 15,-1-1-2-15,6-3 3 16,-1-3 0-16,-4 3-1 0,4-4-1 0,-1 0 1 15,1-1-1-15,-2 2 4 0,0-3-2 16,3-2-4-16,-1 1-1 0,-2-1 3 0,2-2-3 16,-1 4-1-16,-1 0 4 0,-1 0 1 15,-1 7-5-15,-3 1 1 0,-2 2 1 0,3-2 2 16,-2 5-2-16,-3 1-11 16,5 1 18-16,-5-2-5 0,4 2-2 0,-4 0 2 0,1 0 1 15,-1 2 1-15,3-2-12 0,0-2 14 16,-1 1-2-16,1 1-2 0,2-2 6 0,-3-1-3 15,2-2-10-15,2 3 2 16,-2-1 11-16,-4 1 2 0,3 1-6 0,0 1-1 16,-1 0 1-16,-1 2 6 0,0-1-4 15,-1 1 3-15,2 2 4 0,-2-1-7 0,1 1 3 16,-3-1-1-16,5 0 5 0,-5 3-11 16,6-3 18-16,-6 2-1 0,3 0 8 0,-1 0 4 15,1 3 11-15,-2-2 4 0,0 1 2 16,0 0 5-16,0 0-2 0,-4 5-1 0,3-10-2 15,-3 10-5-15,2-4 1 0,-2 4-7 16,4-5-3-16,-4 5-8 0,0 0 4 16,4-8-10-16,-4 8 0 0,0 0-2 15,3-4 3-15,-3 4-4 0,0 0 3 0,0 0-7 16,2-8 7-16,-2 8-7 0,0 0 0 16,0 0-4-16,0 0-20 0,5-4-29 0,-5 4-40 15,0 0-57-15,0 0-70 0,0 0-97 16,0 0-123-16,0 0-95 0,0 0-165 15,0 0-100-15,0 0 92 0,0 0-572 0,0 0-734 16</inkml:trace>
  <inkml:trace contextRef="#ctx0" brushRef="#br0" timeOffset="108694.78">28630 5320 3223 0,'-5'-7'-179'0,"-1"2"47"0,3 0 40 0,-1-2 38 0,-3 2 42 0,7 5 41 16,-5-8 30-16,1 3 25 0,4 5 26 0,-5-9 14 16,5 9 11-16,-4-9 7 0,4 9 13 15,-4-6-1-15,4 6 7 0,-6-6-12 0,6 6 1 16,0 0-13-16,-6-6-10 0,6 6-9 16,0 0-14-16,-5-5-10 0,5 5-9 0,0 0-8 15,0 0-6-15,-8-6-11 16,8 6-3-16,0 0-7 0,0 0-3 0,0 0-5 15,0 0 5-15,0 0 12 0,0 0 6 16,0 0-1-16,-3-6 3 0,3 6-2 0,0 0-5 16,0 0-1-16,0 0-5 0,0 0-6 15,0 0-2-15,0 0-5 0,0 0-1 16,0 0-5-16,0 0 4 0,0 0 14 0,0 0 1 16,0 0-16-16,-11-6-3 15,11 6 5-15,0 0 6 0,0 0 5 0,0 0 5 0,0 0 0 16,0 0 1-16,0 0-2 15,0 0 2-15,-1-6-10 0,1 6-6 0,0 0-5 16,0 0-5-16,0 0 0 0,0 0-3 0,0 0 0 16,0 0-4-16,0 0 3 0,0 0 22 15,0 0 21-15,14 18 8 0,-2-4 18 16,10 8-1-16,5 2 0 0,9 7-5 0,5 3-8 16,3 1-6-16,0 2-6 0,4 2-5 15,-3-4-4-15,0 0-12 0,-6-5-4 16,-8-9-1-16,-6-1-9 0,-4-3 1 0,-6-5-7 15,-2 0 10-15,-1-5-7 16,-5 0-32-16,0-2 0 0,2 1 0 0,-6-2 0 0,-3-4 0 16,12 7 0-16,-9-3 0 15,-3-4 0-15,9 6 0 0,-9-6 0 0,0 0 0 16,7 6 0-16,-7-6 0 0,0 0 0 16,5 6 0-16,-5-6 0 0,0 0 0 0,0 0 0 15,8 4 0-15,-8-4 0 0,0 0 0 16,0 0 0-16,0 0 0 0,0 0 0 0,4 6 0 15,-4-6 0-15,0 0 0 0,0 0 0 16,0 0 0-16,0 0 0 0,0 0 0 16,0 0 0-16,-35-13 0 0,26 8 0 0,2 1 0 15,-3-4 0-15,0-1 0 0,1-3 0 16,-1-1-92-16,1-3-81 0,-2 1 14 0,0-2 16 16,0 0 17-16,4-2 10 15,-3 2 12-15,1 2 8 0,1-1 12 0,3 3 9 16,-4 1 15-16,4 0 14 0,-3 3 11 0,5-1 17 15,-3 0 14-15,3 5 16 0,0-1 12 16,3 6 19-16,-6-12-7 0,6 12 6 16,-5-11 1-16,3 8-1 0,2 3 0 0,-6-7-8 15,6 7-7-15,0 0-1 0,0 0 2 16,0 0 33-16,0 0 13 0,0 0-7 0,8 30-5 16,1-12 4-16,8 11-3 0,3 2 0 15,4 7-4-15,1-4-8 0,-8-5-5 16,2 0-5-16,-3-4-4 0,-5-4 3 0,-3-5-11 15,-3-3 1-15,-3-1-6 16,-2-2 6-16,-3-1-4 0,-8 3 1 0,-1-4 0 0,-8 1-18 16,-2-3-9-16,-3 0 0 15,0 0 0-15,0-2 0 0,-2-1 0 0,0 1 0 16,5-3 0-16,3 1 0 0,1 0 0 16,5 0 0-16,1-2 0 0,12 0 0 0,-24 1 0 15,24-1-70-15,-15 0-114 0,15 0-62 16,-11 4-68-16,11-4-86 0,-8 0-90 0,8 0-111 15,0 0-202-15,0 0 42 0,0 0 82 16,0 0-560-16,0 0-701 0</inkml:trace>
  <inkml:trace contextRef="#ctx0" brushRef="#br0" timeOffset="109428.43">29374 5980 3229 0,'-16'-5'-86'0,"5"-2"42"0,-3 2 45 0,2 2 43 0,1-4 45 0,-2 0 50 0,6 4 42 0,-2-1 16 0,0 1 18 15,4-1-1-15,5 4-6 0,-9-7-1 16,9 7-2-16,-6-5-26 0,6 5-15 0,0 0-23 16,15-10-11-16,-3 7-13 15,3-1-13-15,2 3-14 0,2-1-9 0,0 2-8 16,2 0-7-16,0 2-5 0,-2 1-11 16,0 2-4-16,-2-1-3 0,-4 2-9 0,-3-1-2 15,0 2-5-15,-3 2 3 0,-5-1-7 16,-2-1 6-16,-2 3 1 0,0-1-4 0,-5 2 2 15,-3-2 5-15,-3 3-6 0,-2 2-15 16,-1 1-1-16,1-1 5 0,1-3-6 16,3-1 2-16,2 1 0 0,-1-1 5 0,1 0 0 15,1 2 0-15,3-1 7 0,-2 1 15 16,5-2 0-16,1 2 2 0,1 1 6 16,1 0-7-16,1 2-1 0,3 2-2 15,1 2-1-15,-1 2-6 0,1 0-2 0,-1-4 2 16,1 5-7-16,-4-5 19 0,4-1 3 15,-4 0 11-15,0-3 10 0,-2 0 3 0,0-1 15 16,0-3 12-16,-2 3 10 0,2-4 2 16,-4-1 4-16,0 2 1 0,-2-2-13 0,0-1-8 15,1-1-30-15,-4-1-62 0,-2 1 0 16,4-3 0-16,7-2 0 0,-23 5 0 0,14-3 0 16,9-2 0-16,-23 0-107 0,23 0-158 15,-19-2-67-15,9 2-80 0,10 0-76 16,-15-2-90-16,15 2-137 0,0 0-68 15,0 0 84-15,0 0-598 0,0 0-754 16</inkml:trace>
  <inkml:trace contextRef="#ctx0" brushRef="#br0" timeOffset="152387.69">4674 10974 942 0,'0'0'171'0,"0"0"-58"0,0 0-29 0,0 0-24 0,0 0-10 0,0 0-14 16,0 0-8-16,0 0-4 0,0 0-4 0,0 0-1 16,0 0-3-16,0 0-4 0,0 0-6 15,0 0-3-15,0 0-4 0,0 0-14 0,6-17-29 16,-6 17-25-16,0 0-44 16,0 0-59-16,0 0-226 0,0 0 90 0</inkml:trace>
  <inkml:trace contextRef="#ctx0" brushRef="#br0" timeOffset="155419.76">6037 4439 1398 0,'0'0'185'0,"0"0"39"0,11 3 31 0,-11-3 18 16,0 0 26-16,0 0 21 0,0 0 15 15,0 0 8-15,0 0 3 0,0 0 0 0,0 0-15 16,0 0-12-16,0 0-23 0,0 0-24 16,0 0-23-16,0 0-22 0,0 0-14 0,12 1-13 15,-12-1-11-15,0 0-13 0,0 0-16 16,0 0-14-16,7-11-13 0,-5 6-13 0,0-2-9 16,0-3-12-16,0-2-8 0,0-2-8 15,-4-3-7-15,-2-2-5 0,0 1-9 16,-3-1-8-16,-3-8-1 0,-3 0-8 15,-1 8-4-15,3 2-7 0,-2 3-18 16,-3 2-16-16,3 6 0 0,-4 0 0 0,0 5 0 16,-2 4 0-16,-4 4 0 0,-8 7 0 15,4 1 0-15,1 5 0 0,3 0 0 0,0 1 0 16,6 2 0-16,8-3 0 0,-1 0 0 16,7-3 0-16,1 2 0 0,2 0 0 0,3-2 0 15,3 1 0-15,3-2 0 0,3-1 0 16,1-3 0-16,-2-1 0 0,5-4 0 15,-1-3 0-15,0 2 0 0,0-5 0 0,1-1 0 16,-1 0 0-16,0-1 0 0,-4-3 0 16,3 2 0-16,-14 2 0 0,22-3 0 0,-13 3 0 15,-9 0 0-15,13 2 0 16,-4 3 0-16,3 3 0 0,-3 4 0 0,0 0 0 16,5 7 0-16,-3-4 0 0,0 3 0 15,-2-1 0-15,0 1 0 0,-2-3 0 16,-2 1 0-16,-1-3 0 0,-1-1 0 0,-3 0 0 15,0 0 0-15,-5 0 0 0,-2 0 0 16,-2-2 0-16,-4 2 0 0,-4 2 0 0,0-2 0 16,0-2 0-16,-12 2 0 0,8-2 0 15,2-1 0-15,2 0 0 0,0-4 0 0,1 1 0 16,2-4 0-16,-6 1 0 0,4 1 0 16,2-4 0-16,-4 2 0 0,5-4 0 15,-4 0 0-15,2 0 0 0,-3-3-771 16,5-5-226-16,-1-4 84 0,3-1 101 0,2-2-786 15,-1-5-1038-15</inkml:trace>
  <inkml:trace contextRef="#ctx0" brushRef="#br0" timeOffset="155787.12">5574 3806 4596 0,'-48'25'-61'0,"3"8"27"0,-14 19 49 0,3 4 36 16,6 8 47-16,7 5 42 0,11 8 17 0,3 5 6 0,17-12-3 16,8 2-13-16,11 2-10 15,7-5-16-15,19 12-7 0,12-8-12 0,12-8 7 16,13-9-8-16,5-13-15 0,11-6-13 16,9-11-4-16,-14-14-12 0,2-12-8 15,1-7-8-15,18-12-3 0,-11-7 2 0,-4-9-9 16,-5-9 2-16,-9-6 2 15,-6-5 35-15,-12-6 35 0,-13-4 15 0,-16 6 7 0,-13-4 0 16,-7-6-12-16,-10-7-24 16,-16-17-14-16,-9-2-7 0,-10 4-11 0,-10 6-4 0,-8 9-14 15,-7 9-12-15,-8 15-24 16,-2 11-33-16,8 21-56 0,-2 15-54 0,-4 12-66 16,-3 8-84-16,-15 17-110 0,4 5-138 15,4 4-222-15,10 3-42 0,20-8 91 16,5 1-589-16,5-2-756 0</inkml:trace>
  <inkml:trace contextRef="#ctx0" brushRef="#br0" timeOffset="-204107.07">6483 11209 1777 0,'11'-12'495'0,"-3"1"-127"0,-3 5-83 0,2-2-35 0,-4 4-39 0,-3 4-27 16,0 0 22-16,0 0 19 0,0 0 13 15,8 22-8-15,-10-5-5 0,-2 7-3 16,0 0-16-16,-2 10-10 0,2 0-20 15,1 1-13-15,-1-3-10 0,-2 3-15 0,4-9-20 16,-3-3-10-16,0 1-12 0,3-1-12 16,-3-4-10-16,1 1-38 0,2-5-51 0,1-1-65 15,-3-2-64-15,2-2-55 0,2 0-69 16,0-6-97-16,0-4-84 0,0 0-72 0,0 0-78 16,27-8-27-16,-11-5-462 15,11-9-558-15</inkml:trace>
  <inkml:trace contextRef="#ctx0" brushRef="#br0" timeOffset="-203888.9">6780 11407 2900 0,'15'-11'-5'0,"-2"2"64"0,-3 3 47 0,2 1 36 16,-7 2 21-16,1 1 14 0,-6 2 23 16,10-2 15-16,-10 2 3 0,0 0 6 0,0 0 6 15,3 20 10-15,-6-10 0 0,-4 1-5 16,0 4-7-16,-2-1-4 0,-1 1-23 16,2-1-21-16,1-2-19 0,-1 0-11 15,3 1-7-15,3-3-24 0,-3 3-5 0,5-3-13 16,3 0-8-16,1 0-6 0,-1-1-23 0,7-1-41 15,-1-1-58-15,7-2-63 16,-2 0-58-16,10-4-63 0,-5-1-77 0,10-4-96 16,7-6-110-16,1-5-141 0,1-9-89 15,1-5 78-15,-5-2-538 0,1-10-657 0</inkml:trace>
  <inkml:trace contextRef="#ctx0" brushRef="#br0" timeOffset="-203588.84">6951 10800 3039 0,'-49'-3'-100'0,"-18"6"60"0,-9 7 60 0,-24 13 68 16,0 5 68-16,3 8 44 0,-2 15 35 16,9 2 19-16,14 10 23 0,13 1 6 15,18 5 8-15,21-11 0 0,12 4-4 16,21 0-8-16,13-2-10 0,24 12-28 0,15-4-20 16,9-8-23-16,11-9-19 0,6-6-4 15,3-11-18-15,-4-6-19 0,-16-16-12 0,0-6-11 16,-7-4-15-16,2-9-18 0,-8-5-10 15,-5-8-13-15,0-4-7 0,-9-12-6 0,-7-6-11 16,-4-7-6-16,-5-6-16 0,-6-3-24 16,-8-9-40-16,-4-7-46 0,-9-3-35 15,-9-21-38-15,-9 7-35 0,-7 7-13 0,-11 13-8 16,-2 22-18-16,-8 8-23 16,-10 14-29-16,-10 10-14 0,-6 11-22 0,-7 8-27 0,-5 8-52 15,-15 9-99-15,8 12-131 16,9 6 56-16,13 5-368 0,19-3-432 0</inkml:trace>
  <inkml:trace contextRef="#ctx0" brushRef="#br0" timeOffset="-199857.05">8825 12134 2854 0,'-16'-3'47'0,"3"-2"16"0,1 1 33 0,1 1 47 0,4-1 33 15,0 0 30-15,-2-2 13 0,4 5-1 0,5 1-8 16,-11-7-12-16,7 3-8 0,4 4-5 16,-7-5-4-16,7 5-14 0,-7-3-16 15,7 3-14-15,0 0-12 0,0 0-10 0,30-2-7 16,-10 4-3-16,18 3-2 0,3-2 1 15,20 2-8-15,7 2-4 0,7 2-6 16,11-2-8-16,27 1-4 0,5 1-12 0,4 0-10 16,10-3-4-16,-3 1-4 0,5 0-4 15,-3-2 0-15,-4 0-9 0,-6-1 5 0,-30-3-11 16,-5 3-3-16,-6-6-3 0,-11 2 0 16,-19 0 3-16,-7-2-3 0,-9 2 1 0,-7-1 3 15,-6-1 27-15,-2 2 18 0,-4-2-3 16,-2 2 1-16,1-1 0 0,-5 1-4 15,-9 0-3-15,17 0-10 0,-17 0-2 16,14-1-9-16,-14 1-2 0,11 0-1 0,-11 0-9 16,0 0-15-16,0 0-29 0,18 0-47 15,-18 0-58-15,0 0-76 0,0 0-111 0,0 0-127 16,0 0-164-16,0 0-216 0,0 0 55 16,0 0 92-16,0 0-597 0,0 0-727 0</inkml:trace>
  <inkml:trace contextRef="#ctx0" brushRef="#br0" timeOffset="-199556.31">10950 11906 3445 0,'-6'-2'121'0,"0"-4"15"0,6 6 14 0,-8-5 36 0,8 5 37 0,0 0 25 0,0 0-1 16,0 0 1-16,0 0-11 0,0 0-15 15,29 11-26-15,-9-2-20 0,3 8-18 0,2 0-15 16,0 4-9-16,-3 2-21 0,-6 5-7 16,0 1-12-16,-7-4 5 0,-5-4-4 0,-2 4 3 15,-6 2 2-15,-3 3 7 0,-9-1 4 16,-1 1-6-16,-2-5-8 0,-6 0-11 0,1 0-6 16,-3-5-5-16,-1 1-10 0,-5-1-11 15,5-1-22-15,-3-4-46 0,1 1-74 16,-1-1-89-16,8-5-108 0,4-1-140 15,-2-4-154-15,7-2-198 0,2-1-11 0,-1-2 88 16,4 0-645-16,9 0-800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3:48:34.3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5738 7677 2890 0,'1'-23'157'0,"1"4"-21"0,2 4 16 0,-2 3 48 0,-2 0 2 0,3 3 4 16,-3 1-1-16,0 1-16 0,0 2-25 0,0 5-12 16,0-9-13-16,0 9 12 15,0 0 32-15,-16 44 25 0,-2-1 16 0,-2 15 12 0,-11 21 8 16,-1 16 16-16,-9 11-18 15,4 9-6-15,-5 7-23 0,1 2-15 0,0 5 15 16,1 1 5-16,-1 3 2 0,5-4-4 16,2-9-79-16,4-6-137 0,-1-6 0 0,4-10 0 15,2-12 0-15,9-22 0 0,-2-11 0 16,5-5 0-16,1-14 0 0,1-2 0 0,0-4 0 16,3-8 0-16,2-5 0 0,3-1 0 15,-1-4 0-15,0-5 0 0,-1 1 0 0,5-6 0 16,0 0 0-16,0 0 0 15,-25-19 0-15,16 3 0 0,2-1 0 0,-2-10 0 16,-2-4 0-16,2-4-589 0,4-3-186 16,-1-5-140-16,5-13 83 0,1-7-896 15,1 2-1160-15</inkml:trace>
  <inkml:trace contextRef="#ctx0" brushRef="#br0" timeOffset="4132.78">5906 7490 4410 0,'-12'-6'-135'0,"2"-3"50"0,-2 5 19 0,5-2 24 0,-2 2 24 0,3 0 54 0,6 4 30 15,-10-5 19-15,10 5-5 0,-4-3-2 16,4 3-16-16,0 0-1 0,0 0-7 16,0 0-4-16,0 0-8 0,35 3 6 0,0 2-8 15,6-1-9-15,6 2 2 0,17 0 0 16,1 2-5-16,7-1-10 0,6 0 5 0,4-2-1 16,29-1-2-16,-1 3-2 15,6-1-2-15,0-2-1 0,2-1 0 0,-1 0-2 16,-22-1-3-16,20 0 0 0,-24-1 0 0,1-2-3 15,-5 1 3-15,-3-2-2 0,-4 0-1 16,-5-1 1-16,-7 3-2 0,-5-4 0 16,-17 1 2-16,-3 1-2 0,-12-2-11 0,7 3 11 15,-10-2 0-15,-1-2-2 0,9-1 0 16,2 0-1-16,5 0-2 0,-2 0-3 16,5 1 4-16,2-1-2 0,12 0 1 0,1 3 1 15,4 0-1-15,1 1 0 0,-2 1-1 16,-10 2-1-16,14-1 1 0,-1 0 0 15,1 4-1-15,3-3-2 0,1 2-2 16,-1-3 5-16,-2 3 1 0,-1-3-5 0,-1 1 6 16,-1 1-4-16,1-2 0 0,-3 2 0 15,4-2 1-15,-5 2 2 0,0 0-1 0,-12-2-4 16,2 0 5-16,-3 0 2 0,2 0-5 16,-2 0 1-16,0-2 0 0,0 2 3 0,-3-4 1 15,-2 4-4-15,-4-2 0 0,3-2-2 16,-4 4 3-16,-2-6 3 0,0 3-7 0,-7-3-1 15,1 0 3-15,5 1 5 0,-3-4-3 16,2 3-4-16,0-2 5 0,0 2-5 16,2 0 3-16,-8 3-4 0,-3-1 2 15,12 0-5-15,-3 0 5 0,8 0 3 16,-4 1 4-16,5 3-4 0,2-1-2 0,-2 2 1 16,7-1 0-16,1 0 0 0,12 0-1 15,1 3-7-15,5 1 1 0,-3 0 1 0,3-3 5 16,1 4-3-16,-2-1-1 0,3 0-3 15,1 2 1-15,-3-3 6 0,-2 2-3 0,-5 0-5 16,1 1 6-16,-6 1 3 0,-9-4-1 16,-5 1-1-16,-2 0 4 0,-3-1-1 0,-12 1 0 15,-5 0 8-15,-2-3 20 16,-4 2 22-16,-4-3 29 0,-13 0 22 0,21 0 21 16,-11 0 24-16,-10 0 26 0,15 0 33 15,-15 0 33-15,0 0 31 0,17 0 27 0,-17 0 27 16,0 0 20-16,8-6 16 0,-8 6 15 15,0 0-331-15,-1-6-43 0,1 6 0 16,-13-9 0-16,2 4 0 0,-3-1 0 0,-6-1 0 16,-3 2 0-16,0-2 0 0,-2 3 0 15,1-3 0-15,-1 1 0 0,4 2 0 0,1-2 0 16,6 2 0-16,1 2 0 0,1-1 0 16,3 0 0-16,-4-2 0 0,8 3 0 0,5 2 0 15,-11-3 0-15,11 3 0 0,-8-4 0 16,8 4 0-16,-10-3 0 0,10 3 0 0,-7-5 0 15,7 5 0-15,-6-4 0 16,6 4 0-16,-9-5 0 0,4 0 0 0,5-2 0 16,-1-1 0-16,1-4 0 0,1 1 0 15,-1-1 0-15,5-1 0 0,-1-3 0 0,1 2 0 16,-1 1 0-16,2-1 0 0,-3 3 0 16,4 2 0-16,-2-2 0 0,5 5 0 0,-3-1 0 15,5 1 0-15,1 4 0 0,4 2 0 16,2 4 0-16,8 0 0 0,9 3 0 0,1 3 0 15,1 0 0-15,-2-1 0 0,1 1 0 16,-1-2 0-16,1 1 0 0,1-1 0 0,0-1 0 16,2-2 0-16,-1 1 0 0,0-1 0 15,3-2 0-15,4 1 0 0,4-1 0 16,11 1 0-16,6 0 0 0,1 0 0 16,0 0 0-16,5-1 0 0,-2 0 0 0,-5-1 0 15,2 2 0-15,-2-3 0 0,-13 1 0 16,-5 0 0-16,-5-2 0 0,0 0 0 0,-7 0 0 15,-8 0 0-15,14 0 0 0,2 0 0 16,1 0 0-16,5 3 0 0,2-1 0 0,15-1 0 16,1 3 0-16,4 1 0 0,5 0 0 15,-2-2 0-15,8 1 0 0,-3 3 0 0,1-4 0 16,2 1 0-16,-9 1 0 0,0-3 0 16,-2-1 0-16,-6-1 0 0,-1-1 0 0,-15 1 0 15,-1-4 0-15,0 2 0 0,12-3 0 16,-1 0 0-16,-12 0 0 0,2 2 0 15,-3-1 0-15,2 1-106 0,-4-1-2 16,-3 4-5-16,2-3-4 0,-5 1-4 0,-9 0 2 16,-2 1 8-16,-7 1 14 0,-2-5 7 15,2 5 11-15,-2-4 8 0,0 3 7 0,6-5 6 16,10-2 8-16,-1-2 2 0,4 3 2 16,1-2 6-16,6 0 5 0,10 1 1 0,2 1 7 15,2 0 0-15,-8 4 7 0,-1 1-3 16,1 0 3-16,-5 6 5 0,-1-6 3 0,-2 6-2 15,-1-3 2-15,-4 5-2 0,0-4 3 16,0 0 8-16,6 4-5 0,-2-4 2 16,19 4-2-16,6 1 4 0,5-2 3 15,4 4-4-15,7 1 1 0,19 0 0 0,2 7-1 16,2 0 4-16,-4 1-4 0,2 3 3 16,-2-1 1-16,-5 2-6 0,-2-2 1 0,-18-6-5 15,17 5 5-15,-21-2-3 0,-1-3 2 16,-2 0 4-16,-2-4-3 0,3-1 2 0,-2-2 0 15,-1-4 4-15,0 1 0 0,2-4 0 16,2-2-2-16,-2 2 2 0,3 0-2 0,1 0 0 16,1-3-2-16,-1 3 5 15,-1 1-4-15,-1-1 2 0,-4 4 0 0,-2-4-3 16,0 3 7-16,-1-1-4 0,-1 0 2 16,-1 6-1-16,2-1 5 0,1 2-5 0,-3-4 1 15,7 5 2-15,0-3-4 0,4 3 0 16,4-2 1-16,3-2 2 0,-4 2-5 0,4-1 1 15,-4 1 2-15,4-1 0 0,-8 0 0 16,4 4 0-16,-3-1-3 0,1 1 3 0,-1 0-2 16,-1 2 3-16,-1 0-2 15,3 1 0-15,0-2 3 0,-3 0-2 0,1-2 1 16,-1-3-2-16,-3-2 2 0,-4-1-2 0,0 1-3 16,-9-5 7-16,-8-2 0 0,2-3-4 15,-6-1 7-15,-2-2-9 0,-4-1 3 16,-2 1 3-16,-2 3-3 0,-7-2 1 0,-2 2 0 0,-2 0 0 15,-1-1 1-15,0-1-1 16,1 3-2-16,0-3 3 0,-3 2-5 0,7-1 4 16,-4-1 4-16,0 0-3 0,1 2-2 15,-1-2 0-15,0 1 2 0,0-1 0 0,-4 2 7 16,-2-1-4-16,-2 1 8 0,-1 3-3 16,-3-2 6-16,1 0-8 0,-1 1 2 0,0-1 0 15,1 1-3-15,-2-1 1 0,1 1-1 16,1-1-3-16,-1 1 0 0,1 0 0 0,1-1 1 15,-2 3-1-15,1-3-3 16,-1 2-2-16,3-1-1 0,-5 3 3 0,-2-2-1 16,3 0-1-16,-10 2-2 0,15 0 5 15,-15 0-3-15,20 2-4 0,-9 2 5 0,-2-1-2 16,1 1 3-16,1-1-4 0,0 1 1 16,1 0-2-16,1 2 3 0,-1 1-3 0,-1 1 2 15,1 2 4-15,-2 1-1 0,-1 7-2 16,-2 3 6-16,4 10 5 0,-6 4 6 0,2 8 11 15,-1 13 2-15,-2 7 20 0,-2 5 3 16,-1 5-7-16,3 6-1 0,-1 23 2 0,-3 0 6 16,2-20 0-16,-4 4-8 15,-3 14-3-15,-2 4-3 0,-2-7 9 0,-5 0 0 16,-1-5 4-16,1-20 25 0,-1-2-8 16,0 1-4-16,-6-3 0 0,4-4 28 0,-4 0 4 15,4-6-3-15,-3-5-12 0,4-3 3 16,-4-4-3-16,6-2-1 0,-2-8-15 0,1-3 2 15,3 0-59-15,-1-2-8 0,1-2 0 16,3 3 0-16,-2-13 0 0,4-4 0 0,-6 4 0 16,8-4 0-16,-2-1 0 15,-2 1 0-15,4-3 0 0,-3 0 0 0,1-5 0 0,0 3 0 16,-2 2 0-16,2-5 0 16,-2 3 0-16,-3-4 0 0,0 5 0 0,1-3 0 0,-1-3 0 15,-1 4 0-15,0-2 0 16,0-2 0-16,-1 2 0 0,-1-5 0 0,-3 2 0 15,2-2 0-15,-4 0 0 0,-5-2 0 16,-1 0 0-16,-5-2 0 0,-7-1 0 0,-3-2 0 16,-4-2 0-16,-2 2 0 0,1-2 0 15,-13-3 0-15,-2 1 0 0,-4-1 0 0,-5-2 0 16,2 2 0-16,-3-5 0 0,-1 5 0 16,-3-1 0-16,-3-3 0 0,-23-2 0 0,23 3 0 15,-23-1 0-15,21 3 0 0,-2-1 0 16,-2 2 0-16,0 0 0 0,6 1 0 0,2 2 0 15,5 1 0-15,4-1 0 0,1 0 0 16,3 2 0-16,0-4 0 0,2 0 0 16,-1 0 0-16,1-2 0 0,-4 1 0 15,2-2 0-15,-3 0 0 0,2-4 0 0,-5 3 0 16,1-3 0-16,0 1 0 0,-2 1 0 16,0 0 0-16,2 1 0 0,-2-1 0 0,6 0 0 15,-3-1 0-15,1 1 0 0,1-1 0 16,1 1 0-16,-2 0 0 0,1 0 0 0,4-1 0 15,-2-1 0-15,-1 1 0 0,-6 0 0 16,-5-5 0-16,-19-2 0 0,5 1 0 0,17 1 0 16,2 3 0-16,-2 1 0 0,8 1 0 15,-1 1 0-15,6 1 0 0,2 1 0 16,-3 0 0-16,8 3 0 0,-2-1 0 16,8 3 0-16,3 0 0 0,-13-3 0 0,8 5 0 15,-8-4 0-15,-5 1 0 0,-3 1 0 16,1-1 0-16,0-1 0 0,1 0 0 0,-1 1 0 15,2 1 0-15,-2 3 0 0,2-2 0 16,0 0 0-16,2 2 0 0,0-1 0 0,0 1 0 16,-2-1 0-16,0 2 0 0,7 1 0 15,-9-2 0-15,1 4 0 0,-5-2 0 16,2 0 0-16,3 2 0 0,-5-2 0 16,13 4 0-16,-7 0 0 0,12-2 0 0,-12 6 0 15,12-4 0-15,1 1 0 0,-12 4 0 0,15-5 0 16,-16 3 0-16,15-1 0 0,-1 2 0 15,-10 0 0-15,-2 3 0 0,10-7 0 16,-13 3 0-16,-3-2 0 0,0 3 0 16,3-6 0-16,1 4 0 0,1 2 0 0,12-3 0 15,1 2 0-15,1-1 0 0,1 1 0 16,0-3 0-16,2 4 0 0,2 0 0 0,2 1 0 16,-5-1 0-16,0-1 0 0,0 0 0 15,2 1 0-15,-1 1 0 0,-4-2 0 0,6 2 0 16,-3-1 0-16,-2 1 0 15,3 0 0-15,0-2 0 0,0 2 0 0,-2 0 0 0,4 0 0 16,-1-1 0-16,-2 3 0 16,2-1 0-16,-2 1 0 0,2 0 0 0,1-1 0 15,0 1 0-15,0-3 0 0,1 4 0 16,-3-3 0-16,6 0 0 0,-3-2 0 0,-1 5 0 16,3-6 0-16,2 4 0 0,-2-1 0 15,3-1 0-15,1 2 0 0,0 0 0 0,2-1 0 16,-3 0 0-16,-1 3 0 0,0-1 0 15,-1-1 0-15,1 1 0 0,-1 3 0 0,-1-2 0 16,-3-1 0-16,-1-1 0 0,3-1 0 16,-4 0 0-16,2 0 0 0,1-1 0 0,-3-1 0 15,4 1 0-15,-3-5 0 16,3 3 0-16,0-3 0 0,-3 1 0 0,1 2 0 16,-2-2 0-16,0-1 0 0,4 2 0 15,-5-3 0-15,2 0 0 0,0 2 0 0,1 0 0 16,-4-1 0-16,2 1 0 0,-1-2 0 15,-2 0 0-15,0 0 0 0,-1 0 0 0,-1 0 0 16,3-2 0-16,-2-1 0 0,-1 1 0 16,3-1 0-16,-1 2 0 0,3-3 0 0,-3 2 0 15,2-1 0-15,-1 1 0 0,-2 0 0 16,-1 2 0-16,3-1 0 0,4-1 0 0,-7 0 0 16,2 2 0-16,2 0 0 0,1-2 0 15,-2 2 0-15,5-3 0 0,-6 3 0 0,3-2 0 16,-2-1 0-16,0 3 0 15,-1-1 0-15,1 1 0 0,-1 0 0 0,-2 0 0 16,2 1 0-16,3-1 0 0,-2 3 0 16,4-1 0-16,1 0 0 0,-1 1 0 0,2-1 0 15,-1 1 0-15,2 1 0 0,10-1 0 16,-13 3 0-16,10-2 0 0,6-2 0 0,0 3 0 16,-4-1 0-16,4-1 0 0,-4 0 0 15,4 3 0-15,0 0 0 0,-3-2 0 16,1 0 0-16,1-1 0 0,-1 0 0 15,1 0 0-15,-3-1 0 0,-11 4 0 0,1-2 0 0,-8-2 0 16,1 4 0-16,1 0 0 16,-5-3 0-16,-9 3 0 0,0 0 0 0,1 0 0 15,-1 2 0-15,0-1 0 0,3 3 0 16,-1-2 0-16,1 1 0 0,10-3 0 0,-9 4 0 16,11-4 0-16,4 1 0 0,0-2 0 15,0 0 0-15,0 3 0 0,2-2 0 0,0 0 0 16,0 1 0-16,0-3 0 0,-3 2 0 15,1-2 0-15,-3 1 0 0,1-2 0 0,0 3 0 16,-1 1 0-16,-4-1 0 0,6-1 0 16,-4 2 0-16,0-2 0 0,3 1 0 0,2 0 0 15,-2-1 0-15,0 1 0 16,0-1 0-16,3 0 0 0,-2-1 0 0,-1 0 0 16,6-2 0-16,-4 4 0 0,2-3 0 15,5-2 0-15,5 1 0 0,-1 1 0 0,2-1 0 16,-12 0 0-16,6 0 0 0,-5 1 0 15,5 0 0-15,6-3 0 0,-14-4 0 0,1 2 0 16,0 2 0-16,5-2 0 0,5 2 0 16,-1 0 0-16,-10 0 0 0,1 0 0 0,-1 2 0 15,0 0 0-15,8-1 0 0,3-1 0 16,-10 3 0-16,0-3 0 0,5 2 0 16,9-2 0-16,-5 2 0 0,4-2 0 15,-3-2 0-15,-1 2 0 0,4 0 0 0,-4 2 0 16,-8 0 0-16,5 0 0 0,-6 2 0 15,0 1 0-15,0 1 0 0,0 0 0 0,-2-2 0 16,0 6 0-16,3-3 0 0,-2 1 0 16,3 4 0-16,0-10 0 0,4 7 0 0,5-3 0 15,4-1 0-15,0 0 0 0,0-1 0 16,2 2 0-16,-1 0 0 0,1-1 0 0,2 1 0 16,-1 3 0-16,1 0 0 0,-1-1 0 15,-8 6 0-15,8-4 0 0,2-1 0 16,-1 1 0-16,3 0 0 0,-2 0 0 0,3-1 0 15,2-2 0-15,-1 0 0 0,1-1 0 16,1 0 0-16,3-3 0 0,4 0 0 16,7-3 0-16,-18-4 0 0,7-2 0 0,2-4 0 15,-3-6 0-15,-1-11 0 0,-1-4 0 16,1-3 0-16,6-7 0 0,-11-15 0 16,4-6 0-16,0-9 0 0,-1-21 0 0,1-1 0 15,7 21 0-15,-2 5 0 0,-3 7 0 16,8 16 0-16,-4 7 0 0,3 3 0 0,-2 8 0 15,6 6 0-15,-1 8 0 0,0 3-198 16,-2 4-204-16,4 5-78 0,0 0-92 0,0 0-105 16,0 0-142-16,2 24 75 15,5-10-718-15,5-1-911 0</inkml:trace>
  <inkml:trace contextRef="#ctx0" brushRef="#br0" timeOffset="5131.12">4253 6996 4077 0,'-4'-17'-30'0,"2"3"53"0,1-1 44 0,-1 1 28 0,0 5 35 16,0 1 32-16,2-2 17 0,0 3 2 15,0 7-14-15,0-12-7 0,0 12-7 16,0 0 26-16,0 0 28 0,18 35 1 16,-4 0-6-16,7 13 4 0,5 5-7 0,1 3-11 0,14 15-13 15,6 1 0-15,3 0-6 16,9-4-11-16,0-4-10 0,9-4-5 0,-3-7-18 16,-4-3-11-16,-13-16-10 0,-4-4-11 15,-7-3-59-15,-8-7-34 0,-6-1 0 0,-2-5 0 16,-9-4 0-16,-3-1 0 0,-1-1 0 15,-4-3 0-15,-4 0-52 0,0-5-241 16,-10 9-104-16,-1-6-127 0,-7 2-130 0,0-3-189 16,-9 0 59-16,0-2 87 15,0-4-645-15,-5-2-799 0</inkml:trace>
  <inkml:trace contextRef="#ctx0" brushRef="#br0" timeOffset="5381.95">4861 7496 3685 0,'5'-8'135'0,"-1"1"43"0,3 1 3 16,-6 4-13-16,-1 2-1 0,0 0 38 16,0 0 64-16,15 11 42 0,-1 5 16 0,1 9 1 15,2 8-8-15,0 11-26 0,1-1-23 16,-9-7-23-16,-2 3-19 0,0 2-23 0,-7 0-17 16,-2-4-18-16,-5 3-18 0,0-3-16 15,0 1-118-15,-6-3-19 0,1-4 0 0,0-4 0 16,-3-1 0-16,4-9 0 15,-1-3 0-15,-1-3 0 0,2-2-31 0,-3-2-299 16,-1-2-109-16,3-3-106 0,-3-2-133 16,-1-6-170-16,0 1 71 0,-4-5 86 0,1 0-619 15,-5-7-768-15</inkml:trace>
  <inkml:trace contextRef="#ctx0" brushRef="#br0" timeOffset="6263.87">2831 6989 3718 0,'6'5'-96'0,"-4"0"46"0,-2-5 37 0,6 5 43 0,-6-5 31 0,7 7 26 0,-3-4 16 0,2 1 1 15,-3 1 15-15,-3-5 9 0,16 4 6 0,-16-4 6 16,15 4-10-16,-15-4-2 0,19-3-4 16,-19 3-10-16,21-3-5 0,-11-2-9 0,-1-2-3 15,3 2-7-15,-3-1-1 0,0-2-6 16,3-1-3-16,-6 1 0 0,-1-1-4 15,1-1-2-15,1 1-6 0,-4 0 1 16,-1-2-11-16,0 2 3 0,-2 0 2 16,0 0-1-16,-2-3 11 0,-2 2 3 0,3 0-2 15,-6 1-4-15,1 3-8 0,-1-3-8 16,0 4-2-16,-3 0-15 0,-2 1 0 0,1 4-3 16,11 0-7-16,-28 2-2 0,10 1-4 15,-1 9 5-15,-7 0-4 0,-1 7 1 0,4 3 11 16,2 5-3-16,2 2-2 0,5 7-1 15,2 1 3-15,3-2-4 16,5 2 5-16,8-1 22 0,5-1 0 0,2-2 10 0,6 0 14 16,3-3 18-16,9 3 11 0,-4-9 9 15,6-4 18-15,-3-3 13 0,4-2 11 16,-1-3-120-16,-4-4-38 0,-2-4 0 16,-5-4 0-16,-1 3 0 0,3-2 0 0,-4-2 0 15,3-2 0-15,-5 3 0 0,-1-3 0 16,-1 2 0-16,-3-1 0 0,0 0 0 0,-11 2 0 15,19-4 0-15,-19 4 0 0,15-1 0 16,-15 1 0-16,10 0 0 0,-10 0 0 16,0 0 0-16,0 0 0 0,0 0-631 0,0 0-364 15,0 0 88-15,0 0 102 0,0 0-846 16,0 0-1087-16</inkml:trace>
  <inkml:trace contextRef="#ctx0" brushRef="#br0" timeOffset="6547.66">3437 7153 4656 0,'0'-8'233'0,"0"2"0"0,0 6 17 0,0-7 19 0,0 7-4 0,0 0 12 0,0 0 13 0,0 0 1 0,4 25-21 15,-2-8-22-15,-1 7-20 0,2-1-21 16,-1 4-19-16,0 8-21 0,4 3-48 15,-5-3-119-15,1 0 0 0,0-6 0 16,-2-4 0-16,0 1 0 0,-2-2 0 0,2-6 0 16,-2 1 0-16,-1-1 0 0,-1-1 0 15,2-1 0-15,-3-3 0 0,5-3-219 0,-5 0-269 16,1-5-125-16,4-5-150 0,-13 2-91 16,13-2 80-16,-15-15-750 0,5-4-968 0</inkml:trace>
  <inkml:trace contextRef="#ctx0" brushRef="#br0" timeOffset="6913.81">2957 6437 4215 0,'-40'0'-58'0,"-19"10"27"0,-6 15 21 16,-17 18 49-16,-4 14 46 15,3 7 34-15,1 14 34 0,1 13 27 0,-14 37 25 16,25-23 4-16,9 10 9 0,9 4 11 15,16-5-15-15,13 0-7 0,21-6-12 16,18-1-3-16,14-8-6 0,21-7-9 0,17-12-11 16,17-11-12-16,15-12-16 0,8-13-9 15,8-11-14-15,8-12-8 0,3-17-7 0,2-15-18 16,-5-11-7-16,-3-16-1 0,-7-10 25 16,-3-12 10-16,-12-7 6 0,-10-12-111 15,-10-8-4-15,-13-12 0 0,-12-2 0 0,-16-13 0 16,-15-4 0-16,-14-3 0 0,-18 0 0 15,-20-3 0-15,-17 6 0 0,-13 9 0 16,-13 16 0-16,-12 16 0 0,-8 25 0 16,-5 21 0-16,11 24 0 0,-22 21-57 0,1 16-251 15,-4 13-59-15,1 15-67 0,1 13-74 16,-24 32-120-16,38-20-204 0,9 4 65 0,6 0 92 16,2 6-555-16,9-1-691 15</inkml:trace>
  <inkml:trace contextRef="#ctx0" brushRef="#br0" timeOffset="7731">14698 10754 2347 0,'-4'-21'154'0,"-1"6"-60"0,-6 7 19 0,-3 4 51 0,-8 8 57 0,-15 8 17 0,-17 10 8 0,-3 10-18 16,-19 18-13-16,4 4 1 0,6 9 12 0,7 0-4 16,16 2 4-16,20-10 15 15,13-1 1-15,18 4 2 0,13-2-4 0,22 8-13 0,18-8-17 16,12-5-23-16,7-5-12 16,10-7-20-16,-1-10-21 0,1-3-12 0,-21-13-12 15,-1-4-12-15,-1-3-40 0,-13-6-49 16,-6-3-78-16,-1-2-67 0,-8-3-79 0,-4-4-97 15,-7 0-105-15,-3-8-102 0,-4 2-119 16,-10-1-118-16,-7 0 69 0,-4 4-562 0,-4-1-709 16</inkml:trace>
  <inkml:trace contextRef="#ctx0" brushRef="#br0" timeOffset="7981.3">15013 11311 3587 0,'0'0'-68'0,"26"16"28"0,-20-11 56 15,4 7 72-15,2 4 51 0,8 9 33 16,7 12 24-16,1 2 9 0,3 2 1 16,-4 3-9-16,-2 2-5 0,-3-3-10 0,-3 3-11 15,-8-9-2-15,-5-4 1 0,-6-4-2 16,-4-2 1-16,-5 4-10 0,-6 0-9 0,-6-4-19 16,-10 2-11-16,-5-2-18 0,-8-3-2 15,-3-3-39-15,-10-2-68 0,-4 0-85 16,-6-3-105-16,-6-6-140 0,-1-2-141 15,-3-2-189-15,-5-8-81 0,3-5 82 0,-3-4-541 16,-17-7-672-16</inkml:trace>
  <inkml:trace contextRef="#ctx0" brushRef="#br0" timeOffset="8446.95">12238 11330 3598 0,'0'0'31'16,"3"5"0"-16,-3-5-2 0,0 7 39 0,0-7 31 15,0 8 27-15,0-8 13 0,4 10 0 16,1-2-5-16,0-1 0 0,3 1 1 15,-3 2 2-15,4-4-1 0,2 0 1 0,2-1-3 16,-1-1-8-16,0-4-13 0,1 2-12 16,5-6-6-16,1 2-7 0,-2-3-10 0,1-1-11 15,-4 0-1-15,2-7-6 16,-5 4-4-16,-4 2-6 0,-2-1-9 0,-3 2-4 0,-4-2-4 16,2 8-6-16,-16-5-1 0,4 7-5 15,-15 3-1-15,-7 7 2 0,-15 5-1 0,6 3 8 16,2 9-1-16,0 4 1 15,3 2 0-15,9 1 10 0,6 0 7 0,9-4-4 16,7 1 19-16,7-6 11 0,5 6 7 16,9 2-3-16,15 0-8 0,11 0-3 0,8-4-10 15,4-1-8-15,9-6-5 0,5-3-9 16,1-3-19-16,-5-4-42 0,-1-5-47 0,-14-4-47 16,-6-3-50-16,-9-2-85 0,-7-3-100 15,-4-5-101-15,-7 2-106 0,-9-7-194 0,-3 2 64 16,-4-5 74-16,-7-13-436 0,-7 2-528 15</inkml:trace>
  <inkml:trace contextRef="#ctx0" brushRef="#br0" timeOffset="8714.69">12349 11228 2877 0,'0'-13'16'0,"1"3"34"15,5 2 14-15,3 3 22 16,5 1 51-16,4 2 44 0,11 6 26 0,16 3 3 0,8 5 0 15,2 5-9-15,-4 5-10 0,-3-1-22 16,-2 3-10-16,-16-6-16 0,-5 0 7 0,-4 0 8 16,-10-1 17-16,-5-1 5 15,-8-3-11-15,-3 1-8 0,-11 1-18 0,-10 2-13 16,-4-1-12-16,-7 0-10 0,-11 1-12 16,11-3-15-16,-4-2-8 0,3-3-29 0,2 1-42 15,4-4-67-15,5-1-64 0,6-1-84 16,2-2-111-16,5-2-110 0,1-4-116 0,1-2-196 15,3 2 69-15,5-1 68 0,4 5-392 16,-1-8-476-16</inkml:trace>
  <inkml:trace contextRef="#ctx0" brushRef="#br0" timeOffset="8998.83">12699 11725 2985 0,'12'5'52'0,"1"-1"22"0,-1 1 53 0,1-1 24 16,-2 4 23-16,4-2 15 15,-4 2-2-15,7 3 1 0,-5 1-5 0,3 4 0 16,-5-1 3-16,0 2 1 0,-1 0 14 16,-1 1-11-16,0-2 10 0,0 3 0 0,-4-4-8 15,3-1 4-15,-3 1 0 0,5-3 1 16,-6-2-11-16,2-1-9 0,-1-1-15 0,1-1-15 16,-3 0-10-16,8-2-14 15,-4-2-13-15,4 0-13 0,3-3-44 0,-14 0-48 16,30 0-59-16,-11-2-71 0,6 1-72 15,7-5-80-15,5-3-98 0,-1-4-88 0,0 0-91 16,9-6-126-16,2-3-67 0,-6-6 80 16,4-4-522-16,-6-3-654 0</inkml:trace>
  <inkml:trace contextRef="#ctx0" brushRef="#br0" timeOffset="9346.59">13030 10851 3154 0,'-79'-12'-100'0,"0"8"48"0,-14 4 60 15,-33 12 45-15,-9 9 51 0,-8 14 46 16,-48 27 24-16,3 13 23 0,3 17 2 16,7 12 2-16,11 12-5 0,13 4-6 15,20 2 0-15,30 0-12 0,46-26-2 16,24 3 8-16,31 0 20 0,26-2 16 0,33-4-1 16,30-4-11-16,52 14-22 0,20-16-16 15,17-13-18-15,14-14 10 0,4-14-3 0,14-12-14 16,-50-18-14-16,12-13-9 0,-8-10-12 15,-6-10-11-15,-12-12-10 0,-12-12-8 0,-9-13-10 16,-13-9-4-16,-12-12-7 0,-15-16-8 16,-12-9-7-16,-18-13-2 0,-8-10-10 0,-20-11-21 15,-12-5-26-15,-22-3-23 16,-16 5-13-16,-32-29-33 0,-3 50-21 0,-11 18-18 0,-17 15-11 16,-19 21-25-16,-19 22-27 15,-15 20-32-15,-14 17-53 0,-14 15-56 0,-48 20-47 0,11 23-63 16,2 16-73-16,15 10-203 15,11 2 22-15,28 6 83 0,51-13-419 0,3 5-500 16</inkml:trace>
  <inkml:trace contextRef="#ctx0" brushRef="#br0" timeOffset="30161.14">26956 3655 1005 0,'0'0'281'0,"-12"-5"-35"0,12 5-23 0,-10-1-26 0,10 1-3 0,0 0-9 16,-11-4-2-16,11 4-5 0,0 0 8 0,0 0 12 16,-11-3 9-16,11 3 3 0,0 0 6 15,0 0-4-15,0 0-12 0,0 0-24 16,0 0-16-16,0 0-17 0,0 0-13 0,0 0-12 15,15-18-10-15,-10 15-12 0,1-2 0 16,2-2-11-16,0 2 2 0,-1 0-18 0,0-2-3 16,5-1-13-16,-2-1-1 15,-3 2 5-15,1-1-9 0,0 2 9 0,-3 0-1 16,5 0-4-16,-4-1 2 0,0 2 3 16,-1 0 7-16,-5 5 1 0,7-8 9 0,-1 4-1 15,-6 4 10-15,8-7 1 0,-8 7 3 16,8-6-6-16,-8 6 0 0,3-6-8 15,-3 6-9-15,0 0-11 0,0 0-4 0,8-6-12 16,-8 6-7-16,0 0-1 0,0 0-1 16,0 0 1-16,2 24-4 0,-4-13-6 0,0 7 1 15,-4 1 1-15,5 6 23 0,-5 8 7 16,-1-1 35-16,-2-1-1 0,4-3 6 16,-3 2 4-16,1-4 5 0,2-6-7 15,-2-3-7-15,1-1-9 0,3 0-2 16,-1-2-4-16,0-4 12 0,3 0-39 0,-4-3-44 15,3 0 0-15,0 0 0 0,2-7 0 16,-3 11 0-16,3-11 0 0,-4 7 0 0,4-7 0 16,-4 7 0-16,4-7 0 0,-4 7 0 15,4-7 0-15,0 0 0 0,-10 4 0 0,10-4 0 16,0 0 0-16,-22 0 0 0,8-1 0 16,-2-2 0-16,-6 2 0 0,-4-3 0 0,-1 2 0 15,2 0 0-15,-1-1 0 0,7 3 0 16,-3-2 0-16,9 1 0 0,0 1 0 0,13 0 0 15,-21-2 0-15,21 2 0 0,-14 0 0 16,14 0 0-16,0 0 0 0,0 0 0 16,0 0 0-16,45 17 0 0,-6-7 0 15,15 2 0-15,1 0 0 0,2 3 0 16,0-1 0-16,-3-2 0 0,-1 2 0 0,-13-3 0 16,-4-2 0-16,-6-3 0 0,-5 0 0 15,-5-2 0-15,-5-2 0 0,-2 2 0 0,-3-2 0 16,-10-2 0-16,17 3 0 0,-17-3 0 15,15 2 0-15,-15-2 0 0,9 3 0 0,-9-3 0 16,0 0 0-16,0 0 0 0,0 0 0 16,0 0 0-16,0 0 0 0,0 0 0 15,-41-10 0-15,16 6 0 0,-4 2-860 16,-12-2-139-16,-8 1 111 0,2 3-963 0,-3 0-1278 0</inkml:trace>
  <inkml:trace contextRef="#ctx0" brushRef="#br0" timeOffset="44008.14">12827 5150 2063 0,'-10'-7'282'0,"10"7"-43"0,-7-2-23 0,7 2-10 15,-10-5 2-15,7 1-6 0,3 4-20 16,-11-6-3-16,11 6 2 0,-7-1-12 16,7 1-15-16,0 0-14 0,0 0-14 0,-7-5-11 15,7 5-6-15,0 0 3 0,-4-6-2 16,4 6 6-16,0 0 12 0,0 0 15 0,0 0 0 15,0 0 19-15,0 0 8 0,0 0 4 16,-7-5 4-16,7 5-1 0,0 0-7 0,0 0-6 16,0 0-10-16,0 0-8 15,0 0-13-15,0 0-8 0,-1-10-11 0,1 10-10 16,0 0-8-16,0 0 3 0,0 0 3 16,0 0 5-16,0 0 10 0,0 0 7 0,0 0-72 15,0 0-52-15,0 0 0 0,0 0 0 16,0 0 0-16,0 0 0 0,0-8 0 15,0 8 0-15,0 0 0 0,0 0 0 0,0 0 0 16,0 0 0-16,0 0 0 0,0 0 0 16,0 0 0-16,0 0 0 0,0 0 0 0,0 0 0 15,0 0 0-15,0 0 0 16,0 0 0-16,0 0 0 0,0 0 0 0,0 0 0 0,0 0 0 16,0 0 0-16,0 0 0 15,0 0 0-15,0 0 0 0,0 0 0 0,0 0 0 16,0 0 0-16,-6 27 0 0,6-19 0 15,0 4 0-15,0-1 0 0,0 1 0 0,0 2 0 16,-2-1 0-16,2 3 0 0,0-1 0 16,0 3 0-16,-2-3 0 0,2-1 0 0,0 3 0 15,2 0 0-15,-2-2 0 16,2-1 0-16,-2 0 0 0,2 1 0 0,-2-1 0 0,4 3 0 16,-4-3 0-16,1 1 0 0,-1 1 0 15,0 0 0-15,0 1 0 0,0 0 0 0,0 3 0 16,0-3 0-16,0 0 0 0,0-3 0 15,0 1 0-15,0-1 0 0,-1 0 0 16,1 1 0-16,0-1 0 0,0-1 0 16,0-1 0-16,-2 2 0 0,2 1 0 0,-2-1 0 15,0 3 0-15</inkml:trace>
  <inkml:trace contextRef="#ctx0" brushRef="#br0" timeOffset="44207.3">12804 5850 464 0</inkml:trace>
  <inkml:trace contextRef="#ctx0" brushRef="#br0" timeOffset="45924.9">13674 5070 118 0,'3'-7'404'0,"-3"7"-36"0,0 0-30 0,0 0-29 0,4-7 2 0,-4 7-3 0,0 0-14 0,3-8-7 0,-3 8-4 16,0 0-14-16,4-7-12 0,-4 7-18 16,0 0-17-16,0 0-13 0,0 0-19 15,2-7-10-15,-2 7-12 0,0 0-7 0,0 0-9 16,0 0-6-16,0 0-1 15,0 0-6-15,0 0 1 0,0 0 5 0,0 0-4 16,0 0-15-16,0 0 9 0,0 0 2 16,0 0-1-16,0 0 0 0,0 0 4 0,0 0-9 15,-29 17 8-15,22-10-5 0,0 1-3 16,-2-2-7-16,0 0-3 0,3 3-8 0,-6 1-5 16,5 0-4-16,0-1-1 0,-3 1-1 15,-2 2-1-15,3-3-54 0,-2 3-47 0,-1-1 0 16,5-3 0-16,-4 2 0 0,-1 1 0 15,2-1 0-15,-2 0 0 0,1 0 0 16,2 1 0-16,-3-1 0 0,3 0 0 16,0-1 0-16,-2 1 0 0,2 0 0 15,0 1 0-15,2-1 0 0,-4 0 0 0,4 1 0 16,1-1 0-16,-1 0 0 0,-1 0 0 16,0-1 0-16,1 1 0 0,1-1 0 0,0-1 0 15,0 2 0-15,-3-3 0 0,5 3 0 16,-3 0 0-16,-1 0 0 0,-1-1 0 0,1 1 0 15,4 0 0-15,-4 1 0 16,1 1 0-16,-1-2 0 0,1 1 0 0,0 1 0 0,0 2 0 16,2-3 0-16,-1 6 0 15,0-4 0-15,5-1 0 0,-8 2 0 0,7-2 0 16,-1 0 0-16,3 0 0 0,-4 2 0 16,2-2 0-16,2 0 0 0,0-1 0 0,0 1 0 15,2 1 0-15,2-1 0 0,-1 0 0 16,1-1 0-16,4 1 0 0,-2 0 0 0,1-5 0 15,3 1 0-15,0-3 0 0,5 0 0 16,-3-1 0-16,2-4 0 0,4 0 0 0,0-4 0 16,5-4 0-16,1 2 0 0,4-5 0 15,3-3 0-15,-3-1 0 0,-1-1 0 0,-3-1 0 16,-1-3 0-16,-1 1 0 16,-8 2 0-16,-2 2 0 0,-2-2 0 0,-7 4 0 15,3-3 0-15,-6 2 0 0,0 2 0 16,-6-3 0-16,-1 3 0 0,-5-4 0 0,-1 4 0 15,-2 2 0-15,-2 1 0 0,-5 1 0 16,2 0 0-16,1 3 0 0,-3 3 0 0,-3-2 0 16,5 2 0-16,1 1 0 0,-4-2 0 15,2 3 0-15,0 0 0 0,2 0 0 16,0 0 0-16,2 0 0 0,2-2-180 0,-1 0-674 16,5-4-102-16,4 2 92 0,-4-3-951 15,10-1-1243-15</inkml:trace>
  <inkml:trace contextRef="#ctx0" brushRef="#br0" timeOffset="46942.26">12659 3856 4423 0,'7'-5'-318'0,"-7"5"59"0,0 0 61 0,0 0 53 0,2-5 46 0,-2 5 44 0,0 0 37 15,0 0 37-15,0 0 26 0,7-11 31 0,-7 11 37 16,3-6 24-16,-3 6 23 0,4-11 20 16,-4 11 11-16,4-10 6 0,-1 4-1 15,-3 6 9-15,2-10-1 0,0 6-4 0,-2 4-1 16,6-11-5-16,-6 11-9 15,2-9-4-15,-2 9-10 0,1-6-2 0,-1 6-16 0,5-7 3 16,-5 7-2-16,4-7 3 16,-4 7 2-16,0 0-5 0,3-6-3 0,-3 6-3 0,0 0-8 15,0 0-9-15,2-10-10 16,-2 10-10-16,0 0-11 0,0 0-97 0,0 0-3 16,0 0 0-16,2-7 0 0,-2 7 0 15,0 0 0-15,0 0 0 0,0 0 0 16,0 0 0-16,0 0 0 0,0 0 0 0,0 0 0 15,0 0 0-15,-2 30 0 0,2-17 0 16,-2 4 0-16,1 6 0 0,-1-1 0 0,-2 4 0 16,-1-2 0-16,4 3 0 0,-1 7 0 15,-2 1 0-15,2-4 0 0,0-6 0 16,0 0 0-16,1-3 0 0,-1-3 0 16,0 0 0-16,0-2 0 0,2-3 0 0,-2 0 0 15,2-3 0-15,-2 1 0 0,2-2 0 16,0-3 0-16,-1 2 0 0,1 0 0 15,0-9 0-15,-2 11 0 0,2-11 0 0,0 11 0 16,0-11 0-16,0 8 0 0,0-8 0 16,0 7 0-16,0-7 0 0,0 0 0 0,0 7 0 15,0-7 0-15,0 0 0 0,0 0 0 16,0 0 0-16,0 0 0 0,0 0 0 0,0 0 0 16,0 0 0-16,-3-26-74 0,3 19-830 15,3 1-80-15,-1-1 103 0,3-4-938 0,2 1-1246 16</inkml:trace>
  <inkml:trace contextRef="#ctx0" brushRef="#br0" timeOffset="48155.67">13172 3904 4415 0,'0'0'-329'0,"0"0"77"0,0 0 56 0,0 0 49 0,0 0 45 0,0 0 41 0,0 0 34 16,0 0 35-16,0 0 28 0,0 0 22 16,0 0 17-16,0 0 20 0,0 0 7 0,0 0 9 15,0 0 21-15,0 0 14 16,-8 8 10-16,8-8 1 0,-10 4 5 0,10-4 0 0,-9 8-2 16,3-7 0-16,6-1 0 0,-9 6 3 15,9-6 7-15,-10 4 4 0,10-4 4 0,-9 6 4 16,9-6-3-16,-14 0 0 15,14 0-1-15,0 0-5 0,-20-3-8 0,20 3-9 16,-14-1-6-16,14 1-11 0,-15-7-7 0,9 3-12 16,-2 2-8-16,8 2-9 15,-13-10-5-15,9 5-6 0,-3 0-6 0,7 5-5 16,-8-12-81-16,0 5 0 0,6 0 0 16,-1 0 0-16,-1-1 0 0,2 0 0 0,0-4 0 15,2 0 0-15,0 3 0 0,0-5 0 16,2 2 0-16,-2 0 0 0,2-1 0 0,2 1 0 15,-1 1 0-15,-1-1 0 0,2 0 0 16,2 1 0-16,-5 1 0 0,4 2 0 16,1 0 0-16,-3-1 0 0,3 1 0 15,1 0 0-15,2 1 0 0,-2 1 0 16,4-1 0-16,1 2 0 0,3-2 0 0,1 1 0 16,-2 3 0-16,4 0 0 0,-3 1 0 15,4 0 0-15,-1 2 0 0,-2 0 0 0,-1 2 0 16,4 0 0-16,-3 0 0 0,1-1 0 15,-3 1 0-15,-1 1 0 0,-1 2 0 0,0-1 0 16,0 2 0-16,1 0 0 0,-2-1 0 16,-1 0 0-16,0 0 0 0,-3 0 0 15,1 2 0-15,-1-1 0 0,0 1 0 0,-4-3 0 16,1 4 0-16,1-4 0 0,-3 3 0 16,-2-7 0-16,2 14 0 0,-2-8 0 15,0-6 0-15,-2 16 0 0,0-8 0 16,-1 1 0-16,-1-1 0 0,0 4 0 0,-2-4 0 15,0 1 0-15,1-1 0 0,-3 2 0 16,3-1 0-16,-2-1 0 0,0 3 0 0,-2-1 0 16,1 0 0-16,-2 1 0 0,1-1 0 15,-2 5 0-15,1-1 0 0,-1 1 0 0,-5 1 0 16,5 1 0-16,-9 6 0 0,2 0 0 16,0 1 0-16,2 2 0 0,-2-2 0 15,5-2 0-15,1-3 0 0,5-3 0 0,1-1 0 16,1-1 0-16,1-4 0 15,-1 2 0-15,5-4 0 0,0 1 0 0,0 0 0 16,5-2 0-16,4-3 0 0,1 0 0 16,2-1 0-16,-12-3 0 0,25-3 0 0,-9-1 0 15,1 0 0-15,-1-1 0 0,-4-4 0 16,6-3 0-16,-5-4 0 0,5-5 0 0,-7-2 0 16,-5 2 0-16,0-3 0 0,-5 1 0 15,1-2 0-15,-4 2 0 0,2 0 0 0,-3 4 0 16,-1 2 0-16,-2 2 0 0,-2 1 0 15,1 3 0-15,-1-1 0 0,-2 2 0 0,1 5 0 16,0 1 0-16,-1 2 0 16,-1 2 0-16,11 0 0 0,-13 6 0 0,2-1-221 15,8 5-667-15,-1-1-94 0,2 5 116 16,0 6-914-16,1 3-1210 0</inkml:trace>
  <inkml:trace contextRef="#ctx0" brushRef="#br0" timeOffset="48622.08">11965 5213 4595 0,'-4'4'-78'0,"-1"0"93"0,5-4 67 0,-6 4 48 16,6-4 44-16,0 0 42 0,0 0 26 0,0 0 32 16,17-19-6-16,-3 9-14 0,2-2-20 15,11-2-23-15,0-2-22 0,4 3-23 16,-3-3-15-16,3 2-23 0,-3 2-52 0,-3 2-64 15,-4 3-80-15,2 0-85 0,-6 2-86 16,0 1-107-16,-1-1-95 0,-3 4-81 0,-3 1-126 16,-10 0-89-16,14 6 71 15,-14 0-531-15,0 4-661 0</inkml:trace>
  <inkml:trace contextRef="#ctx0" brushRef="#br0" timeOffset="48855.52">11940 5438 3481 0,'-13'8'171'0,"-1"-1"55"15,7-1 37-15,1-2 50 0,1 0 65 16,5-4 24-16,0 0 14 0,-7 4 4 16,7-4 3-16,0 0-14 0,0 0-29 0,0 0-32 15,39-8-37-15,-14 0-61 0,13 1-250 16,-2-3 0-16,2 0 0 0,-1 2 0 0,-3 1 0 16,-9 1 0-16,-5-2 0 0,-6 4 0 15,-1 1 0-15,-4 2 0 0,2-3 0 16,-11 4 0-16,11-2-100 0,-11 2-301 15,0 0-89-15,0 0-95 0,0 0-121 0,0 0-130 16,0 0 78-16,0 0-710 0,0 0-915 16</inkml:trace>
  <inkml:trace contextRef="#ctx0" brushRef="#br0" timeOffset="52504.79">28383 3750 3816 0,'0'0'-132'0,"-9"-2"50"0,9 2 40 0,0 0 31 0,0 0 34 15,0 0 19-15,-12-3 38 0,12 3 22 0,0 0 23 16,0 0 18-16,0 0 17 0,0 0 17 15,0 0 12-15,0 0 17 0,-11-3 7 16,11 3 5-16,0 0-5 0,0 0 0 0,0 0-4 16,-6-10-1-16,6 10-5 0,0 0-4 15,-2-8-9-15,2 8-12 0,0 0-9 0,2-11-6 16,-2 11-15-16,2-8-8 0,-2 8-5 16,4-14-10-16,-3 7-8 0,5-1-5 15,-1-2-7-15,4 1-8 0,-4-3-57 16,5 0-40-16,2 0 0 0,-3 3 0 0,2-2 0 15,-1-1 0-15,-1 3 0 0,2-1 0 16,1 0 0-16,-1-1 0 0,-1 3 0 0,2-3 0 16,-1 2 0-16,0 2 0 0,1 3 0 15,-1-6 0-15,-2 6 0 0,1-1 0 16,1-2 0-16,2 4 0 0,-4-3 0 16,0 2 0-16,3 4 0 0,-12 0 0 0,15-6 0 15,-6 4 0-15,-9 2 0 0,14-1 0 0,-14 1 0 16,15-3 0-16,-15 3 0 0,0 0 0 15,23 3 0-15,-23-3 0 0,14 5 0 0,-7-1 0 16,0-2 0-16,1 4 0 0,-1-1 0 16,1-1 0-16,-2 0 0 0,1 4 0 15,-1-2 0-15,0 0 0 0,-2-1 0 16,0 1 0-16,-1 1 0 0,1 0 0 16,0-1 0-16,-4-6 0 0,2 15 0 0,0-7 0 15,-1-1 0-15,-1 2 0 0,0-9 0 16,2 13 0-16,0-7 0 0,-2-6 0 0,0 13 0 15,-2-7 0-15,2-6 0 0,-2 13 0 16,1-5 0-16,-1 0 0 0,-2-2 0 0,-2 5 0 16,1-3 0-16,-2 2 0 15,-4 2 0-15,0 1 0 0,-3-1 0 0,3-1 0 16,-2 3 0-16,-2-1 0 0,0-1 0 16,1 1 0-16,-3-1 0 0,4 2 0 0,-4-2 0 15,3 0 0-15,-1 2 0 0,0-3 0 16,0 1 0-16,-1 1 0 0,1-4 0 15,1 2 0-15,3-2 0 0,-1 2 0 0,7-5 0 16,-4 2 0-16,-1-1 0 0,4 1 0 16,0-4 0-16,1 1 0 0,-1 0 0 0,6-5 0 15,-7 7 0-15,0-1 0 0,7-6 0 16,-3 8 0-16,3-8 0 0,0 0 0 16,2 11 0-16,-2-11 0 0,19 8 0 15,-1-2 0-15,6-2 0 0,0 4 0 0,11-3 0 0,1 1 0 16,-8-3 0-16,9 4 0 15,-8-3 0-15,-5 1 0 0,-1-1 0 0,-4-1 0 16,-2 0 0-16,-3-1 0 0,-3 2 0 16,3-4 0-16,-5 3 0 0,-9-3 0 0,15 7 0 15,-7-5 0-15,-8-2 0 0,11 1 0 16,-11-1 0-16,11 1 0 0,-11-1 0 0,0 0 0 16,12 3 0-16,-12-3 0 0,0 0 0 15,0 0 0-15,11 3 0 0,-11-3 0 16,0 0 0-16,0 0 0 0,10 2 0 0,-10-2 0 15,0 0 0-15,0 0 0 16,0 7 0-16,0-7 0 0,0 0 0 0,-26 14-984 16,8 1 12-16,-8 4 93 0,-11 10-943 15,-4 3-1248-15</inkml:trace>
  <inkml:trace contextRef="#ctx0" brushRef="#br0" timeOffset="54823.56">28385 4880 4613 0,'0'0'-140'0,"0"0"62"0,-18 2 42 0,18-2 38 0,0 0 42 0,0 0 47 15,-16-6 44-15,16 6 29 16,0 0 9-16,-10-5 10 0,10 5-2 0,0 0 1 16,0 0-2-16,0 0-3 0,-6-6-11 15,6 6 4-15,0 0-4 0,6-12-8 0,-6 12-6 16,10-12 1-16,-5 9-7 0,1-5-3 15,2 2-6-15,-3-2-5 0,5 3 1 0,-1-1-8 16,1 0-8-16,3-1-5 0,-6 0-7 16,7 0-6-16,1-1-13 0,3-1-66 0,3 2-20 15,-3-4 0-15,4 4 0 16,-1-2 0-16,-5 2 0 0,2 0 0 0,-1 2 0 16,-2 2 0-16,-2-2 0 0,3 1 0 0,-5 1 0 15,0 1 0-15,-11 2 0 0,23-2 0 16,-13 2 0-16,2 0 0 0,0 2 0 15,0-2 0-15,1 4 0 0,-1-3 0 16,-1 3 0-16,2-2 0 0,-1 2 0 0,0 0 0 16,0 1 0-16,-1 0 0 0,-2 0 0 15,3 1 0-15,-3-1 0 0,-2 0 0 0,3 2 0 16,-2-1 0-16,-2 1 0 0,-1 0 0 16,-1 2 0-16,-1-3 0 0,-1 3 0 0,3 0 0 15,-5-1 0-15,0 1 0 0,-3 1 0 16,-1 0 0-16,3 2 0 0,-5 1 0 0,1 0 0 15,-3 1 0-15,0-2 0 0,-1 2 0 16,-2 0 0-16,-1 1 0 0,-3-1 0 16,-1 0 0-16,-4 4 0 0,0-2 0 15,6-3 0-15,-10 3 0 0,0 2 0 0,4-4 0 16,-2 1 0-16,3-3 0 0,3 0 0 16,3-5 0-16,2 3 0 0,-1-6 0 0,4 4 0 15,1-3 0-15,2-3 0 0,-4 2 0 16,9-4 0-16,-9 7 0 0,9-7 0 15,-7 7 0-15,7-7 0 0,0 6 0 0,0-6 0 16,11 6 0-16,3-2 0 0,0 1 0 16,9 1 0-16,0-2 0 0,1 0 0 15,9 4 0-15,-5-1 0 0,-1-2 0 0,-4-2 0 16,0 1 0-16,-4-2 0 0,-2 2 0 16,-2-2 0-16,1 0 0 0,-5 2 0 15,1-3 0-15,-5 1 0 0,3-2 0 0,-10 0 0 16,15 2 0-16,-15-2 0 0,11 1 0 15,-11-1 0-15,10 3 0 0,-10-3 0 0,10 0 0 16,-10 0 0-16,0 0 0 0,9 2 0 16,-9-2 0-16,0 0 0 0,0 0 0 0,0 0 0 15,9 2 0-15,-9-2 0 0,0 0 0 16,0 0 0-16,0 0 0 0,0 0 0 0,0 0 0 16,0 0 0-16,0 0 0 15,0 0 0-15,0 0 0 0,-39 4 0 0,17-4-729 16,-2 0-263-16,-1 6-1208 0,0 0-1606 15</inkml:trace>
  <inkml:trace contextRef="#ctx0" brushRef="#br0" timeOffset="74717.14">11056 4187 1013 0,'-11'-2'218'0,"11"2"-18"0,0 0-12 15,0 0 6-15,0 0-8 0,0 0 4 0,0 0 4 0,0 0-4 16,-6-7 10-16,6 7 4 0,0 0-1 16,0 0 5-16,0 0-6 0,0 0-3 0,-8-5-9 15,8 5-11-15,0 0-8 0,0 0-15 16,0 0-10-16,0 0-7 0,0 0-16 0,0 0-6 15,0 0-9-15,0 0-3 0,0 0 9 16,0 0 6-16,0 0 3 0,0 0 7 16,0 0-7-16,0 0-6 0,0 0-3 0,31 16 8 15,-23-10-4-15,1-2 12 16,0 1-5-16,3 2-1 0,0 0-2 0,0 1 16 0,4 2-3 16,-1 1-11-16,3-1-14 15,-1 0-5-15,0 3-9 0,2-3-5 0,0 1 7 16,5 5-4-16,1-1-6 0,-1 1-7 15,1 0-8-15,-7-3-4 0,1-1-10 0,-2-1-34 16,1 3-25-16,3 4 0 0,1-2 0 16,-3-1 0-16,-1-3 0 0,-3 2 0 0,0-3 0 15,0 1 0-15,1 1 0 0,-1-2 0 16,-3 0 0-16,-1-3 0 0,2 4 0 16,-3-5 0-16,1 3 0 0,0-1 0 0,-3-1 0 15,3 2 0-15,-1-4 0 16,-2 2 0-16,-1-2 0 0,3-1 0 0,-3 4 0 0,3-4 0 15,-1 2 0-15,2 0 0 16,0 0 0-16,-2-3 0 0,0 4 0 0,1-3 0 16,0 2 0-16,-1-2 0 0,-1 1 0 15,1 0 0-15,1-1 0 0,-5 0 0 0,3 2 0 16,2-4 0-16,-3 2 0 0,0 0 0 16,0 1 0-16,0-1 0 0,3 0 0 15,-5 0 0-15,3 0 0 0,0 0 0 0,-1-1 0 16,1 1 0-16,0 0 0 0,-1 0 0 15,1 0 0-15,-1 1 0 0,3-2 0 16,-2 0 0-16,-8-4 0 0,14 9 0 16,-2-4 0-16,-2-2 0 0,-3 1 0 0,1 2 0 15,2-3 0-15,-10-3 0 0,11 8 0 16,-3-7 0-16,-8-1 0 0,11 7 0 0,-4-3 0 16,2 0 0-16,-9-4 0 0,13 6 0 15,-8-3 0-15,-5-3 0 0,14 6 0 0,-6-4 0 16,-8-2 0-16,12 6 0 0,-12-6 0 15,12 6 0-15,-6-4 0 0,-6-2 0 16,13 4 0-16,-13-4 0 0,12 6 0 0,-5-3 0 16,-7-3 0-16,11 4 0 15,-11-4 0-15,12 6 0 0,-12-6 0 0,10 6 0 16,-5-3 0-16,-5-3 0 0,12 3 0 16,-12-3 0-16,11 6 0 0,-11-6 0 0,11 5 0 15,-5-5 0-15,-6 0 0 0,16 8 0 16,-13-6 0-16,-3-2 0 0,11 5 0 0,-11-5 0 15,12 3 0-15,-12-3 0 0,10 6 0 16,-10-6 0-16,9 3 0 0,-9-3 0 0,8 5 0 16,-8-5 0-16,11 5 0 0,-5-1 0 15,-6-4 0-15,10 3 0 0,-10-3 0 16,11 7 0-16,-5-4 0 0,-6-3 0 0,14 7 0 16,-9-3 0-16,2-1 0 0,-7-3 0 15,11 7 0-15,-4-4 0 0,-7-3 0 16,11 7 0-16,-5-3 0 0,-6-4 0 15,9 5 0-15,-9-5 0 0,8 5 0 0,-8-5 0 16,8 3 0-16,-8-3 0 0,0 0 0 16,11 7 0-16,-11-7 0 0,3 5 0 0,-3-5 0 15,0 0 0-15,11 5 0 0,-11-5 0 16,0 0 0-16,7 5 0 0,-7-5 0 0,0 0 0 16,5 6 0-16,-5-6 0 0,0 0 0 15,0 0 0-15,11 5 0 0,-11-5 0 16,0 0 0-16,0 0 0 0,5 3 0 15,-5-3 0-15,0 0 0 0,8 3 0 0,-8-3 0 16,0 0 0-16,0 0 0 0,9 6 0 16,-9-6 0-16,0 0 0 0,0 0 0 0,0 0 0 15,10 3 0-15,-10-3 0 0,0 0 0 16,0 0 0-16,0 0 0 0,7 3 0 16,-7-3 0-16,0 0 0 0,0 0 0 0,0 0 0 15,0 0 0-15,0 0 0 0,0 0 0 16,0 0 0-16,0 0 0 0,0 0 0 0,10 4 0 15,-10-4 0-15,0 0 0 0,0 0 0 16,0 0 0-16,0 0 0 0,0 0 0 0,0 0 0 16,0 0 0-16,0 0 0 15,0 0 0-15,0 0 0 0,0 0 0 0,0 0 0 16,0 0 0-16,0 0 0 0,0 0 0 16,0 0 0-16,0 0 0 0,0 0 0 0,0 0 0 15,0 0 0-15,0 0 0 0,-27-17 0 16,18 10 0-16,-1 2 0 0,-30-43-492 15,27 29-529-15,4 2 103 0,-2 2-1041 16,4-2-1378-16</inkml:trace>
  <inkml:trace contextRef="#ctx0" brushRef="#br0" timeOffset="75802.49">13539 5020 4854 0,'0'0'-302'0,"0"0"64"0,0 0 60 0,0 0 57 0,0 0 51 0,0 0 39 0,0 0 32 16,0 0 26-16,0 0 18 0,0 0 17 16,0 0 10-16,0 0 7 0,0 0 9 0,-19 9 9 15,19-9 6-15,0 0 9 0,0 0 11 16,0 0 9-16,0 0 7 0,0 0 13 0,0 0 2 16,0 0 6-16,0 0-1 15,0 0-14-15,0 0-10 0,23-17-14 0,-9 8-9 0,4-1-15 16,7-6-8-16,2-1-3 15,2 2-10-15,1-5-10 0,3 2-12 0,-5-1-3 16,3-2 1-16,-3 3-12 0,-1-5 0 16,2 2-3-16,-2-1 15 0,-3 0 11 15,-1 2-7-15,-2 1 7 0,-4 3 1 0,-2 3 2 16,0-1-1-16,-1 1 0 0,1 1-1 16,-1-2-5-16,0-1-4 0,0 3-5 0,-1-2-2 15,5-1-6-15,-4 2 2 0,2-1-5 16,6-7-8-16,-4 6-1 0,3-2-8 15,-2 2 0-15,-4 1-4 0,-2 2 2 16,1 0 2-16,1 0 3 0,-3 2-1 0,-3-1 4 16,0 1 2-16,3 0-5 0,0 3 1 15,-5-1-4-15,0 0 6 0,3 1-7 0,-2 1 4 16,-1-2 5-16,3 0-3 0,-4 0-27 16,1 0 0-16,3-1 0 0,0 1 0 15,-3 0 0-15,4-1 0 0,-1-1 0 0,1 2 0 16,1 0 0-16,-2-1 0 0,-1 1 0 15,0-2 0-15,1 2 0 0,0 1 0 0,-3 0 0 16,0 0 0-16,2 0 0 16,-4 0 0-16,3 2 0 0,-3-1 0 0,1 0 0 0,-6 6 0 15,8-8 0-15,-8 8 0 0,7-7 0 16,-7 7 0-16,8-6 0 0,-8 6 0 16,5-6 0-16,-5 6 0 0,0 0 0 15,9-7 0-15,-9 7 0 0,0 0 0 0,3-6 0 16,-3 6 0-16,0 0 0 0,0 0 0 15,0 0 0-15,0 0 0 0,4-6 0 16,-4 6 0-16,0 0 0 0,0 0 0 0,0 0 0 16,0 0 0-16,0 0 0 15,0 0 0-15,0 0 0 0,2-7 0 0,-2 7 0 0,0 0 0 16,0 0 0-16,0 0 0 0,-27 11-570 16,18-10-459-16,-7 0 98 0,1 2 107 15,2 2-821-15,-2 0-1083 0</inkml:trace>
  <inkml:trace contextRef="#ctx0" brushRef="#br0" timeOffset="76950.49">16076 4377 4114 0,'0'0'-218'0,"-12"-3"52"0,12 3 57 0,-13-3 64 0,13 3 56 0,-12-7 52 0,9 3 48 0,3 4 22 16,-10-6 18-16,10 6 13 0,-7-4 5 16,7 4 3-16,0 0 4 0,-5-5-3 0,5 5-2 15,0 0-2-15,0 0-7 16,0 0-5-16,-11-6-8 0,11 6-5 0,0 0 1 15,0 0 11-15,0 0 4 0,0 0 0 16,0 0-1-16,0 0-5 0,0 0-6 0,0 0-3 16,0 0-6-16,0 0-6 0,0 0-4 15,0 0-3-15,27 18 0 0,-20-13-3 0,4 0-7 16,-4-1-6-16,2 4-6 0,1-1-97 16,0 0-7-16,-1 0 0 0,-2-1 0 15,3 0 0-15,2 0 0 0,-5 0 0 0,1-1 0 16,0 0 0-16,-3 0 0 0,-5-5 0 15,11 7 0-15,-4-4 0 0,-7-3 0 0,5 5 0 16,-5-5 0-16,8 6 0 16,-8-6 0-16,0 0 0 0,7 3 0 0,-7-3 0 0,0 0 0 15,0 0 0-15,10 5 0 16,-10-5 0-16,0 0 0 0,0 0 0 0,0 0 0 16,8 3 0-16,-8-3 0 0,0 0 0 15,0 0 0-15,0 0 0 0,0 0 0 16,0 0 0-16,0 0 0 0,0 0 0 0,0 0 0 15,0 0 0-15,0 0 0 0,0 0 0 16,0 0 0-16,7 6 0 0,-7-6 0 0,0 0 0 16,0 0 0-16,0 0 0 0,0 0 0 15,0 0 0-15,0 0 0 0,0 0 0 0,0 0 0 16,0 0 0-16,0 0 0 0,0 0 0 16,0 0 0-16,0 0 0 0,0 0 0 15,0 0 0-15,0 0 0 0,0 0 0 16,0 0 0-16,0 0 0 0,0 0 0 15,0 0 0-15,0 0 0 0,0 0 0 0,0 0 0 16,0 0 0-16,0 0 0 0,0 0 0 16,0 0 0-16,0 0 0 0,0 0 0 0,0 0 0 15,0 0 0-15,0 0 0 0,0 0 0 16,0 0 0-16,0 0 0 0,0 0 0 0,0 0 0 16,0 0 0-16,0 0 0 0,0 0-24 15,0 0-624-15,0 0-197 0,-29-19-97 16,18 12 100-16,-3 2-821 0,2-2-1100 0</inkml:trace>
  <inkml:trace contextRef="#ctx0" brushRef="#br0" timeOffset="78802.09">16068 4345 4014 0,'0'0'-333'0,"-6"7"55"0,6-7 45 0,0 0 42 0,0 0 43 15,-11 2 48-15,11-2 32 0,0 0 30 0,-14 3 26 16,14-3 24-16,0 0 23 0,-12 2 16 16,12-2 16-16,-11 1 13 0,11-1 11 15,-13 2 2-15,13-2 9 0,0 0 5 0,-14 2 2 16,14-2 11-16,0 0-6 0,0 0-3 15,-14 1-4-15,14-1-1 0,0 0-6 0,0 0 7 16,-11 2-7-16,11-2-2 0,0 0 5 16,0 0-8-16,0 0-6 0,0 0-2 0,-12 4-8 15,12-4-5-15,0 0-4 0,0 0-6 16,0 0-7-16,0 0 4 16,0 0 3-16,0 0-3 0,0 0-2 0,0 0 10 15,0 0 0-15,0 0 5 0,0 0 8 16,0 0 14-16,0 0 16 0,0 0 22 0,0 0 20 15,0 0 2-15,0 0-6 0,46-9-10 16,-27 6-17-16,3-2-11 0,15-3-4 0,-2 1-14 16,1 0-12-16,0 3 1 0,0-3-12 15,-2 2-29-15,0 0-3 0,-5-1-1 16,-4 2 2-16,1 2-9 0,-2-1 1 0,-8-1 5 16,5 0-7-16,1 0 7 0,-8 4-6 15,4-4 4-15,-5 2-2 0,1 0-2 0,-3 0-9 16,-11 2 1-16,21-2-5 15,-12 1-1-15,-9 1-3 0,16-4 4 0,-16 4-6 16,15 0 3-16,-15 0-6 0,12-1 1 16,-12 1 1-16,0 0 4 0,13-3 1 0,-13 3-2 15,0 0 2-15,0 0-1 0,0 0 2 16,0 0 0-16,0 0-2 0,0 0-1 0,0 0-5 16,0 0 0-16,-61 8 2 0,21-7 0 15,-1 3-4-15,-4 0 3 0,1 0-2 16,-1-2 8-16,0 2-3 0,5-1 4 0,1 0-2 15,6 1 6-15,7-4 1 0,1 3 3 16,3-1 4-16,4 0-20 0,4-2-9 16,1 2 0-16,-1 0 0 0,5-2 0 15,9 0 0-15,-15 2 0 0,15-2 0 0,0 0 0 16,0 0 0-16,0 0 0 0,0 0 0 16,0 0 0-16,0 0 0 0,65-8 0 0,-22 4 0 15,5-1 0-15,17 1 0 0,2-2 0 16,-1 4 0-16,2-4 0 0,-4 2 0 0,-5 1 0 15,-10 2 0-15,-2-3 0 0,-6 2 0 16,-9 2 0-16,-7 0 0 0,-1-1 0 0,-8 1 0 16,0 0 0-16,-1 0 0 0,-15 0 0 15,19-2 0-15,-19 2 0 0,18 0 0 16,-18 0 0-16,12-2 0 0,-12 2 0 16,0 0 0-16,15 0 0 0,-15 0 0 15,0 0 0-15,0 0 0 0,0 0 0 0,0 0 0 16,0 0 0-16,0 0 0 15,-52 7 0-15,21-6 0 0,-13 2 0 0,-1 1 0 0,-16 0 0 16,-2 2 0-16,2-4 0 0,7 0 0 16,6 0 0-16,1 1 0 0,4 0 0 0,7 0 0 15,10-3 0-15,-1 1 0 16,8 0 0-16,2-1 0 0,2 2 0 0,1-2 0 0,14 0 0 16,-18 2 0-16,18-2 0 0,-16 0 0 15,16 0 0-15,0 0 0 0,0 0 0 16,0 0 0-16,0 0 0 0,55-6 0 0,-7 3 0 15,11-1 0-15,3-2 0 0,6 4 0 16,0 0 0-16,-5-2 0 0,-7 2 0 16,-7 0 0-16,-5 2 0 0,-8 0 0 15,-9 0 0-15,-4-2 0 0,-7 2 0 0,0 0 0 16,-1 0 0-16,-3 0 0 0,-3-1 0 16,-9 1 0-16,18 1 0 0,-18-1 0 0,0 0 0 15,0 0 0-15,0 0 0 0,0 0 0 16,0 0 0-16,-46 2 0 0,17 0 0 0,-11 2 0 15,-2-2 0-15,-4 0 0 16,-2 2 0-16,1-2 0 0,-1 1 0 0,7 0 0 16,-2-3 0-16,11 3 0 0,8-3 0 15,3 1 0-15,-1-1 0 0,8 0 0 0,-2 1 0 16,5-1 0-16,-1 0 0 0,12 0 0 16,-17-1 0-16,17 1 0 0,0 0 0 0,0 0 0 15,0 0 0-15,0 0 0 0,32-10 0 16,8 4 0-16,6 0 0 0,1 0 0 0,2 0 0 15,-2 3 0-15,-5-1 0 0,-10 2 0 16,-5 0 0-16,-2 0 0 0,-6-1 0 0,-4 3 0 16,-2-1 0-16,-4 1 0 0,4-2 0 15,-13 2 0-15,14 0 0 0,-14 0 0 16,11-2 0-16,-11 2 0 0,0 0 0 16,0 0 0-16,0 0 0 0,-29 10 0 0,11-6 0 15,5 1 0-15,-1-2 0 0,2 0 0 16,-2-1 0-16,3 2 0 0,0 0 0 0,0-2 0 15,4 0 0-15,7-2 0 0,-15 0 0 16,15 0 0-16,-12 4 0 0,12-4 0 16,-7 2 0-16,7-2 0 0,0 0 0 15,-11 0 0-15,11 0 0 0,0 0 0 0,0 0 0 16,0 0 0-16,-14-6 0 0,14 6 0 0,-4-10-784 16,4 6-226-16,0 4 108 15,0 0-967-15,9-21-1293 0</inkml:trace>
  <inkml:trace contextRef="#ctx0" brushRef="#br0" timeOffset="80401.6">17850 4330 4670 0,'-7'-5'-267'0,"7"5"60"0,-8-2 62 0,8 2 58 0,0 0 68 16,-10-10 54-16,10 10 41 0,0 0 28 0,-5-4 16 15,5 4 17-15,0 0 10 0,-10-4 5 16,10 4 4-16,0 0 1 0,0 0 1 0,0 0-2 16,-8-5-7-16,8 5 0 0,0 0-7 15,0 0 5-15,0 0 0 0,0 0 0 16,0 0-3-16,0 0 1 0,0 0 15 0,0 0 8 16,0 0 6-16,0 0 3 15,0 0 3-15,19 19 6 0,-8-13-1 0,3 3-2 16,1 3-7-16,5-1-87 0,-3 0-89 15,3 0 0-15,5 5 0 0,-3-5 0 0,3 5 0 16,-9-3 0-16,4 0 0 0,-2-3 0 16,1 2 0-16,6 3 0 0,-1 0 0 0,-8-1 0 15,2-2 0-15,-2 0 0 0,2 0 0 16,-2-1 0-16,0 0 0 0,-1 1 0 0,1 0 0 16,-2-1 0-16,-1-1 0 0,-1-2 0 15,0 3 0-15,0-2 0 0,-1 0 0 16,-1 1 0-16,1 0 0 0,-4-1 0 0,5 1 0 15,-3-1 0-15,1-1 0 0,2 2 0 16,-5-1 0-16,4-1 0 0,-1 1 0 16,1-2 0-16,-1 1 0 0,-2-1 0 15,1 0 0-15,0-2 0 0,4 4 0 0,-4-3 0 16,2-2 0-16,-3 3 0 0,3-1 0 16,-2 3 0-16,5-2 0 0,-3 1 0 0,2-3 0 15,-1 3 0-15,1-2 0 0,-1 0 0 16,-1 0 0-16,0-2 0 0,0 1 0 0,-2 1 0 15,0-2 0-15,1 0 0 0,0 2 0 16,-3-3 0-16,-7-3 0 0,16 5 0 0,-11-2 0 16,-5-3 0-16,9 4 0 0,-9-4 0 15,11 2 0-15,-11-2 0 0,0 0 0 16,9 4 0-16,-9-4 0 0,0 0 0 16,0 0 0-16,7 6 0 0,-7-6 0 0,0 0 0 15,0 0 0-15,0 0 0 0,0 0 0 16,0 0 0-16,0 0 0 0,0 0 0 0,0 0 0 15,0 0 0-15,0 0 0 0,0 0 0 16,-27-19 0-16,14 11 0 0,0 2 0 0,-2 0 0 16,-5-2 0-16,2-1 0 15,-1-1 0-15,-3 3 0 0,4-2 0 0,0 6 0 0,5-3 0 16,-2 0 0-16,5 1 0 0,-2 2 0 16,5-1 0-16,0 2 0 0,7 2 0 15,-13-5 0-15,4 3 0 0,9 2 0 0,-9-4 0 16,9 4 0-16,-5-4 0 0,5 4 0 15,0 0 0-15,-11-2 0 0,11 2 0 16,0 0 0-16,-5-4 0 0,5 4 0 16,0 0 0-16,0 0 0 0,-6-6 0 0,6 6 0 15,0 0 0-15,0 0-521 0,0-7-507 16,0 7 117-16,10-10-1038 0,-2 3-1369 0</inkml:trace>
  <inkml:trace contextRef="#ctx0" brushRef="#br0" timeOffset="81532.37">19537 4805 4885 0,'-2'2'-283'0,"2"-2"61"0,-6 7 61 0,6-7 59 0,0 0 59 0,0 0 61 0,0 0 41 0,-8 7 34 16,8-7 25-16,0 0 26 0,0 0 21 0,0 0 28 16,0 0 27-16,0 0 44 0,0 0-5 15,0 0-7-15,0 0-18 0,0 0-11 0,0 0-13 16,0 0-10-16,23-24-12 15,-12 14-13-15,2-4-18 0,-1 1-14 0,8-11-14 16,0 1-6-16,3-4-18 0,10-7-8 16,-3-2-11-16,1-2-11 0,1 2-6 0,0-2-10 15,2 0-7-15,-5 6-45 0,-4 6-7 16,-2 1 0-16,-2 2 0 0,-2 1 0 0,-3 5 0 16,-4 3 0-16,1 3 0 0,-1-1 0 15,-2-1 0-15,0 3 0 0,-3-1 0 16,2 4 0-16,-1-3 0 0,0 2 0 0,1-3 0 15,-1 3 0-15,0-1 0 0,-1 3 0 16,1-3 0-16,-3 2 0 0,3 0 0 16,-2 1 0-16,2-2 0 0,-5 3 0 15,3-1 0-15,-6 6 0 0,10-8 0 0,-3 3 0 16,-7 5 0-16,10-10 0 0,-7 4 0 16,8 2 0-16,-6-3 0 0,4 0 0 0,1 0 0 15,2-1 0-15,-3 1 0 0,0 0 0 16,-1 2 0-16,3 0 0 0,-3 0 0 0,-3 1 0 15,4-2 0-15,-9 6 0 0,9-6 0 16,-9 6 0-16,7-6 0 0,-7 6 0 0,11-5 0 16,-11 5 0-16,3-2 0 0,-3 2 0 15,0 0 0-15,9-6 0 0,-9 6 0 16,0 0 0-16,6-4 0 0,-6 4 0 0,0 0 0 16,0 0 0-16,0 0 0 15,7-6 0-15,-7 6 0 0,0 0 0 0,0 0 0 0,0 0 0 16,0 0 0-16,0 0 0 15,0 0 0-15,0 0 0 0,0 0 0 0,7-6 0 16,-7 6 0-16,0 0 0 0,0 0 0 16,0 0 0-16,0 0 0 0,0 0 0 0,0 0 0 15,0 0 0-15,0 0 0 0,0 0 0 16,0 0 0-16,0 0 0 0,0 0 0 0,0 0 0 16,0 0 0-16,0 0 0 0,0 0 0 15,0 0 0-15,0 0 0 0,0 0 0 0,0 0 0 16,0 0 0-16,0 0 0 0,0 0 0 15,0 0 0-15,0 0 0 0,0 0 0 16,0 0 0-16,0 0 0 0,0 0 0 16,0 0 0-16,0 0 0 0,0 0 0 0,0 0 0 15,0 0 0-15,0 0 0 0,0 0-264 16,0 0-553-16,0 0-168 0,0 0 103 16,-21-5-901-16,21 5-1213 0</inkml:trace>
  <inkml:trace contextRef="#ctx0" brushRef="#br0" timeOffset="85615.71">27271 6358 4129 0,'-7'7'266'0,"2"-5"-47"0,1 2 4 0,4-4-24 0,0 0-24 0,0 0-2 0,18-17-7 16,11-1-24-16,10-3 0 0,10-3-16 0,4-1-6 15,6 2-21-15,2-3-9 0,4 0-13 16,14-6-30-16,-17 8-52 0,3 0-61 0,-4 0-69 15,-5 0-74-15,-6 5-87 0,-5 1-78 16,-15 5-99-16,-9 4-122 0,-10 4-76 16,-5 3 67-16,-6 2-405 0,0 0-483 0</inkml:trace>
  <inkml:trace contextRef="#ctx0" brushRef="#br0" timeOffset="85782.09">27429 6379 3151 0,'-18'6'218'15,"5"0"-2"-15,3-3-1 0,2-1 27 16,8-2 35-16,-11 4 46 0,11-4 33 0,0 0-6 15,0 0-14-15,0 0-31 0,0 0-26 16,0 0-28-16,61-15-26 0,-23 7-18 16,16-4-41-16,0-3-61 0,7-3-91 0,9 1-101 15,0-3-111-15,12-9-135 0,-3-5-137 16,0-5-167-16,-11-4-148 0,-12 7 73 16,-8-3-653-16,-8 0-820 0</inkml:trace>
  <inkml:trace contextRef="#ctx0" brushRef="#br0" timeOffset="86049.24">27977 5682 3676 0,'-17'-8'94'0,"4"0"39"16,1 2 25-16,4 0 8 0,5 1 5 15,3 5 20-15,0 0 25 0,0 0 24 0,39-3 12 16,-1 10 0-16,16 8 1 0,3 8-12 16,2 7-25-16,11 16-17 0,-2 7-22 0,-10 5-13 15,-8 1-13-15,-19-7 7 0,-8 3-5 16,-12-3 5-16,-11-5-2 0,-13 5-3 0,-10-1-2 15,-12-2-11-15,-18 6-7 16,-8-6-94-16,-7-3-39 0,-3-5 0 0,10-12 0 16,0-1 0-16,0-5 0 0,0-1 0 15,8-3 0-15,15-7 0 0,1-2 0 0,7 1 0 16,7-5-311-16,6-3-153 0,2-4-113 16,5-3-110-16,3-4-153 0,1 1 62 0,4-3-764 15,2-2-986-15</inkml:trace>
  <inkml:trace contextRef="#ctx0" brushRef="#br0" timeOffset="111077.37">25042 2317 1766 0,'-2'-8'153'0,"-1"4"-20"0,-5-5-39 0,-4-2-20 0,-2-1-7 0,-11-2 2 15,-4 1 9-15,-7-1 2 16,-1 4 10-16,-5 0 0 0,-8-4 7 0,2 0-10 16,3 7-4-16,4 0-3 0,-3-1-2 0,2 5-10 15,2-1-6-15,4 4-2 16,-7 0-3-16,6 5-3 0,-3 2-4 0,1 2-1 15,-1 4 2-15,-9 6 13 0,1-1-17 16,5 0 13-16,-3 8-1 0,-10 4 12 0,4-3-2 16,-4 6-7-16,3 2 4 0,-18 9-1 15,6 1 3-15,10-7-6 0,-9 9 5 16,16-11-9-16,-1 3 3 0,2-2 0 0,-1 1 1 16,5 0 10-16,-1 0-1 15,2-1 2-15,-1 2-22 0,0 0 15 0,2-1 4 0,0 6-3 16,-1 1-2-16,4-3-5 0,-4 1-2 15,4 0 8-15,0 0 1 0,0-1-2 0,1 3-2 16,3-2-2-16,-2 0 0 16,2 1-4-16,0 2-2 0,0-3 8 0,3-1 0 15,1 1-7-15,3-4 0 0,2 3-6 16,5-3-5-16,4-4 10 0,-4 7-2 16,8-7 4-16,-1 2 2 0,-1 13 6 0,0-1 8 15,3 1 2-15,0 1 2 0,-1 1-8 16,2-1-3-16,-1-1 8 0,-1 0-5 0,3 2-8 15,0-4 3-15,1 3 7 0,-2 0-6 16,5-8-6-16,-4 8-3 0,2-11-2 0,0 12-5 16,1-11-6-16,2 0 2 0,1 0 0 15,-4 1-9-15,5-3-2 0,1 4 9 16,-1-3 6-16,4 0-4 0,-2-1-2 16,1 2-3-16,-1-3 2 0,7 1 4 0,-2 2-7 15,3-2 0-15,-3-2 0 0,6 5-6 16,0 5-1-16,0-1 9 0,3 3 2 15,-2-1-5-15,8-2-4 0,-4 0-16 0,8-3-18 16,-3 2 0-16,-3-2 0 0,5-5 0 16,2 3 0-16,0-2 0 0,2-1 0 0,0 3 0 15,1-4 0-15,-2 2 0 0,3-3 0 16,2-1 0-16,1 2 0 0,-2-4 0 0,7 0 0 16,-1 0 0-16,4-1 0 15,0 0 0-15,0-1 0 0,2-2 0 0,2 0 0 16,2 0 0-16,0-2 0 0,-1 0 0 15,3-1 0-15,1 0 0 0,1-1 0 0,2-1 0 16,-1-1 0-16,4 0 0 0,0-2 0 16,-1 0 0-16,3-1 0 0,0 0 0 0,4-3 0 15,0 3 0-15,2-1 0 0,4-2 0 16,-3 2 0-16,3 0 0 0,0 1 0 0,-3-1 0 16,6-1 0-16,0 0 0 0,-2 1 0 15,0 0 0-15,2-1 0 0,-4-1 0 0,1-3 0 16,3-1 0-16,-3-1 0 15,2-2 0-15,-1 1 0 0,0-1 0 0,5 3 0 16,0-6 0-16,-2 4 0 0,3 1 0 16,-1 1 0-16,2-2 0 0,-3 3 0 0,1-5 0 15,-2 3 0-15,-1 0 0 0,1 2 0 16,-5-2 0-16,3 0 0 0,-3 0 0 0,4-2 0 16,-6 1 0-16,5-1 0 0,-1 1 0 15,-2 1 0-15,8-2 0 0,-2 0 0 0,2-1 0 16,2 1 0-16,3-2 0 15,-4 1 0-15,4 0 0 0,-3-2 0 0,-1 6 0 0,-3-1 0 16,1-2 0-16,-5 1 0 0,-3-1 0 16,-1 0 0-16,-3-1 0 0,2-1 0 0,0 1 0 15,0 1 0-15,0 0 0 16,4-1 0-16,1 1 0 0,-1 0 0 0,5-1 0 0,1 4 0 16,1-3 0-16,4-1 0 15,-2-3 0-15,4 1 0 0,1 1 0 0,-2 0 0 16,2 0 0-16,-2-3 0 0,0 2 0 15,-4 0 0-15,-3-3 0 0,0 4 0 0,-3-6 0 16,-3 3 0-16,3-3 0 0,1 1 0 16,-1-3 0-16,0 0 0 0,-1-2 0 0,-3-4 0 15,-1 2 0-15,8-5 0 0,0 0 0 16,-2 1 0-16,1 0 0 0,-5-5 0 16,1 2 0-16,-2 1 0 0,-3-2 0 15,-2-1 0-15,-3 1 0 0,-4 2 0 0,-7 3 0 16,-4 0 0-16,0 0 0 0,-3 3 0 15,0-4 0-15,1 1 0 0,-2-1 0 0,-4 2 0 16,5-4 0-16,-1-1 0 0,0-3 0 16,10-3 0-16,-1 0 0 0,3-2 0 0,0-5 0 15,2 1 0-15,0 0 0 0,0-4 0 16,-2 5 0-16,2 1 0 0,-2-1 0 0,-5-2 0 16,3 2 0-16,-2 1 0 15,0-2 0-15,-3 0 0 0,4-3 0 0,0 1 0 0,1-1 0 16,0-2 0-16,1-3 0 0,1-1 0 15,3-4 0-15,2 0 0 0,7-12 0 16,-8 10 0-16,-4 3 0 0,-1-3 0 16,1 1 0-16,-4 2 0 0,-3 0 0 0,2 1 0 15,-2-2 0-15,-1 0 0 0,-3 1 0 16,-2 2 0-16,-1-4 0 0,0 0 0 0,5 1 0 16,1-2 0-16,1 2 0 0,1-1 0 15,2-2 0-15,-2 3 0 0,-1 3 0 0,0 0 0 16,-3 2 0-16,-4 0 0 0,-2 0 0 15,-4 0 0-15,-3 6 0 0,2-8 0 0,-6 6 0 16,4-6 0-16,-7 4 0 0,5-9 0 16,-2 0 0-16,-2 1 0 0,0-3 0 15,0-3 0-15,0-1 0 0,-2 1 0 16,0 0 0-16,-1 0 0 0,-5 6 0 0,-1-6 0 16,2 7 0-16,-3 4 0 0,0-3 0 15,0 2 0-15,-4 2 0 0,0-1 0 16,4 3 0-16,-2-3 0 0,-2 2 0 0,2-2 0 15,-4 1 0-15,2-1 0 0,1 0 0 16,-3-1 0-16,0 6 0 0,-3 1 0 0,0 0 0 16,-2 1 0-16,0-2 0 0,-2-10 0 15,-3 4 0-15,0-2 0 0,-3 2 0 0,1 0 0 16,0 1 0-16,-4 1 0 16,0-3 0-16,2 2 0 0,-5-3 0 0,1 0 0 15,-4-7 0-15,-5 0 0 0,2 5 0 16,-3-2 0-16,-2-1 0 0,-4-2 0 0,3 3 0 15,-7 0 0-15,-1 0 0 0,2 1-4 16,-2 0 8-16,-2 2-6 0,-2-2 4 0,-1 2-7 16,1 0-3-16,0 3 2 0,-1-2 0 15,0 2 2-15,-1-1 0 0,-4 0-2 16,0 0 3-16,-4-1-4 0,-1 0 0 0,-3 0 7 16,-3 0-4-16,-12-9 0 0,12 8 0 15,0 2 3-15,2-2-1 0,-2 1 1 0,1 2 0 16,0 1-3-16,4 1-2 0,-4 0 8 15,2 1-4-15,-1 0 10 0,2 2-9 0,-3 2-3 16,-1-2 0-16,-1 2 1 0,-1 1-1 16,-4-5 0-16,0 1 0 0,-15-7-2 15,14 7 4-15,-15-5-2 0,16 3 11 16,-2 4-10-16,4-5-1 0,-2 3 0 0,4-2-2 16,-2 4 3-16,-1 0 0 0,8 1 1 15,-2 2-2-15,2 0 1 0,5 4 1 16,-3-3 1-16,5 1-3 0,-5 2 0 0,0-1-1 15,3 2 4-15,-6-2 2 0,-5 1-6 16,-1-3 4-16,2 1-5 0,-4 2 7 0,0-4-7 16,-4 5 3-16,4 0 2 15,-1-1-3-15,-1 3 5 0,2-3-5 0,-2 2 1 16,2 1 2-16,-4 0-2 0,4-3 1 16,0 3 0-16,0 1-1 0,-1-1 3 0,1 0-3 15,-2 0-2-15,4 2 1 0,-2-2-1 16,-5 0 0-16,1 1 1 0,4-1 10 0,-3 2-11 15,-5-1 2-15,7 1 0 0,-1-1 2 16,4 3-2-16,1-1 2 0,1 2-2 16,4-1-2-16,2 1 1 0,6 4 0 0,-10-1 3 15,-2-1 6-15,-1 0-8 0,-2 0 2 16,1 1 0-16,-2 2-2 0,-2-1 3 16,1 1-1-16,-2 0 2 0,-3 2 1 15,3 0-4-15,1 0 0 0,0 3-1 0,2 0 0 16,-4-1 2-16,1 3-4 0,-6 0 4 15,4-2-2-15,-8 4 5 0,-5-2-1 0,2-2-1 16,-3 0-5-16,-5 2 8 0,1 0-9 16,-1 0 12-16,1 2-5 0,4 0 3 0,-4 1-6 15,3 2 0-15,-2 1 2 0,5-1-2 16,-2 2 3-16,6 1-4 0,3 1-2 16,3-1 3-16,1 2 1 0,5-1 1 0,-4 1 0 15,5 0 6-15,-2-5-3 0,4 3-7 16,12-4 4-16,-10 4 2 0,15-4-5 0,3-2 3 15,11 4 3-15,4-5-2 16,4 3 1-16,3-3 0 0,2 2-3 0,-1-3-2 0,3 0 10 16,6 2-9-16,-3 0 9 15,10-2-3-15,-17 2-2 0,17-2-3 0,-14 0-17 16,14 0-24-16,-11 2-34 0,11-2-44 16,-9 2-43-16,9-2-48 0,-10 2-72 15,10-2-66-15,0 0-88 0,0 0-117 0,-8 5-173 16,8-5-54-16,0 0 88 15,0 0-492-15,0 0-650 0</inkml:trace>
  <inkml:trace contextRef="#ctx0" brushRef="#br0" timeOffset="160601.76">22723 5310 2933 0,'0'0'229'0,"2"7"66"0,-2-7 10 0,0 0 1 0,8 5 2 0,-8-5-14 0,7 3-12 0,-7-3-14 15,0 0-5-15,19-1-5 0,-19 1-2 16,25-6-10-16,-12 0-13 0,3-1-14 15,1-3-15-15,8-6-17 0,-2-3-18 16,3-1-20-16,0-12-15 0,-3 2-12 0,4-7-13 16,0-5-14-16,-6-6-10 0,0-3-12 15,-2-4-8-15,-4-2-9 0,-3 3-8 0,-7 2-48 16,-5 9 0-16,0 7 0 0,-3 1 0 16,-5 12 0-16,-2 3 0 0,-1 6 0 0,-7-1 0 15,0 9 0-15,-1 4 0 0,-6 6 0 16,-8 9 0-16,1 5 0 0,-4 9 0 15,0 4 0-15,7 6 0 0,4 5 0 16,6 1 0-16,10-5 0 0,7 5 0 0,5 11 0 16,10-1 0-16,5 0 0 0,9-2 0 15,9-4 0-15,2-1 0 0,2-5 0 0,4-3 0 16,-6-7 0-16,-1-2 0 0,-9-8 0 16,-4-3 0-16,-3-4 0 0,-5-5 0 0,-3-3 0 15,-2-6 0-15,-1 2-205 0,0-2-119 16,-10 0-101-16,9-6-104 0,-7 0-122 0,-1-1-181 15,-2-1 60-15,-3-2 95 0,-3-4-607 16,-3-1-744-16</inkml:trace>
  <inkml:trace contextRef="#ctx0" brushRef="#br0" timeOffset="161001.1">23337 4182 3493 0,'-20'-14'-58'0,"-8"2"38"0,-6 5 40 0,-6 6 38 16,-6 6 55-16,-15 10 38 0,-4 9 29 0,-21 15 20 15,-2 8 4-15,-1 9 10 0,-3 10 5 16,9 4 3-16,6 2 3 0,5-1-5 16,17 4 13-16,9 0-4 0,20-14 6 0,12 1 15 15,12 6 10-15,18-5-4 16,20 12-15-16,13-6-12 0,12-7-23 0,12-6-15 15,4-10-18-15,6-5-12 0,1-12-75 16,-9-13-86-16,2-7 0 0,3-8 0 0,2-8 0 16,15-12 0-16,-1-10 0 0,-9-10 0 15,-9-10 0-15,-8-16 0 0,-9-5 0 0,-12-10 0 16,-12-12 0-16,-12-12 0 0,-12-3 0 16,-8-5 0-16,-17 6 0 0,-13 10 0 0,-13 15 0 15,-14 12 0-15,-11 22 0 0,-12 11 0 16,2 18 0-16,-9 10 0 0,-7 12 0 15,-22 12 0-15,3 13-177 0,3 5-217 16,4 9-116-16,9 3-100 0,14 0-136 0,11 0-80 16,21-6 80-16,12 1-676 0,7-1-874 15</inkml:trace>
  <inkml:trace contextRef="#ctx0" brushRef="#br0" timeOffset="161303.59">22597 5800 4426 0,'-13'0'262'0,"4"-1"-9"0,9 1 1 0,-2-9 42 0,2 9 23 0,16-15-2 0,15 1-27 0,9 1-29 16,15-7-23-16,14 1-28 0,23-5-16 0,3 0-40 16,-2 2-63-16,1 1-89 0,-22 5-92 15,-1 0-89-15,-8 3-78 0,-11-1-94 0,-9 4-67 16,-9 1-27-16,-13 2-6 0,-10 2-12 16,-7 2 12-16,-4 3 35 0,0 0 30 0,-59 8 25 15,3 2 26-15,-8 6 29 0</inkml:trace>
  <inkml:trace contextRef="#ctx0" brushRef="#br0" timeOffset="161450.26">23108 5608 2272 0,'-78'14'-71'0,"15"0"85"15,0-1 72-15,4-2 63 0,9 1 53 16,14-4 20-16,8-1 6 0,6 1 34 0,11-4 32 16,6 4 27-16,5-4 17 0,0-4 4 15,22 7-17-15,14-1-32 0,7-4-32 16,8-2-10-16,18 0-34 0,-3-2-56 0,4-4-87 16,3-1-116-16,-6-3-107 15,-6-2-128-15,-6 1-112 0,-17-1-122 0,-4 2-154 0,-11 0 9 16,-6 1 61-16,-5 4-411 15,-5-2-481-15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3:51:26.2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5264 2443 3276 0,'-11'-10'299'0,"11"10"-67"0,0 0-13 0,0 0 13 0,-34 17 4 0,13 3-3 0,-2 5-2 0,-8 14-17 16,-3 0-22-16,0 5 3 0,2-1-2 16,1-1-11-16,3-3-8 0,4-1-17 0,6-7-12 15,0-3-11-15,6-3-15 16,-1-6-10-16,6-3-5 0,0-4-11 0,1-3-12 16,3-1-2-16,-1-1-7 0,-1 0-6 15,5-7-16-15,-9 5-51 0,9-5-69 0,0 0-58 16,-18-2-58-16,18 2-64 0,-13-13-64 15,4 1-65-15,2-1-61 0,-2-5-66 16,0-1-72-16,0-11-97 0,3-1 20 0,0 4-411 16,4 3-539-16</inkml:trace>
  <inkml:trace contextRef="#ctx0" brushRef="#br0" timeOffset="682.73">4794 2460 2751 0,'2'-22'-20'16,"0"5"69"-16,0 2 56 0,1 6 55 15,-1-1 46-15,-2 3 31 0,0 7 5 0,4-11-15 16,-4 11-25-16,7-5-7 15,-7 5 42-15,0 0-1 0,20 13-20 0,-3-1-14 16,7 13-21-16,4 6-18 0,4 3-7 16,3 4-16-16,-1 4-8 0,2-5-10 15,-2 2-16-15,-2-4-3 0,-3 1-22 0,-8-11-6 16,-1-1-8-16,-6 0-4 0,-1-7-14 16,-2-3-14-16,-4-4-5 0,-2-3-11 15,1 2-10-15,1-3-16 0,-7-6-30 0,3 5-36 16,-3-5-37-16,0 0-34 0,0 0-42 15,0 0-31-15,-5-27-24 0,-2 5-15 0,-2-10-8 16,2-8 12-16,1-3 18 0,-1-11 27 16,0-4 36-16,3 0 28 0,-1 2 41 15,1 3 47-15,2 9 44 0,1 1 57 16,-6 8 58-16,5 6 45 0,-2 6 42 16,4 5 42-16,-3 1 33 0,1 3 10 0,0 2-16 15,0 2-24-15,0 3-38 0,2 7-14 16,0 0 10-16,0 0-7 0,0 0-7 0,-7 39-14 15,9-3-11-15,0 5 8 0,1 2-10 16,1 10-11-16,3 2-18 0,6-2-9 16,-6-3-10-16,0-11-8 0,2 1-9 0,2-4-11 15,-4-1-41-15,2-6-36 16,-2-7 0-16,-2-5 0 0,-3-2 0 0,2-3 0 0,-2-2 0 16,1-1 0-16,-3-2 0 15,0-7 0-15,2 7 0 0,-2-7 0 0,0 0-141 16,0 0-116-16,0 0-34 0,-13-23-25 15,3 12-18-15,1-2 2 0,-4 0-1 16,-1 4 17-16,-1 2 31 0,-4 1 27 0,0 2 43 16,-5-1 62-16,-1 2 53 0,-2 3 85 15,6 0 74-15,-3 0 80 0,6 0 77 0,2 0 79 16,3 0 33-16,-1 0 18 0,14 0 5 16,-18-5-2-16,9 5-12 0,9 0-12 15,0 0-6-15,-12-6-37 0,12 6-282 16,0 0 0-16,34-18 0 0,-2 5 0 15,7 0 0-15,6-7 0 0,3 6 0 0,-1-3 0 16,-11 1 0-16,-2 3 0 0,-7 1 0 16,-2 4 0-16,-7 1 0 0,-5 2 0 0,1 2 0 15,-7 1 0-15,2-2 0 0,0 1 0 16,-9 3-502-16,0 0-89 0,0 0-93 0,0 0-173 16,0 0 38-16,3 14 83 0,-3-14-625 15,-19 15-816-15</inkml:trace>
  <inkml:trace contextRef="#ctx0" brushRef="#br0" timeOffset="1216.42">5280 1901 3624 0,'-30'-13'-98'0,"-6"-1"24"0,-7 7 29 0,-4 4 32 0,-14 3 40 0,-4 8 21 0,-2 11 40 0,2 5 18 16,-18 17 23-16,6 16 13 0,-3 11 33 0,4 8 12 15,6 9 12-15,6 7 1 16,3 4 2-16,12 0 16 0,13 3-4 16,10-5 0-16,14 0-25 0,13-19 3 0,17 17-16 15,18-12-9-15,16-8-9 0,12-10-17 16,13-12-7-16,8-11-16 0,11-8-13 0,-1-14-17 16,-15-11-8-16,2-8-18 0,-2-7-8 15,17-16-9-15,-5-13 5 0,-6-6-11 0,-9-6-3 16,-4-6-5-16,-8-10 3 0,-9-6-6 15,-11-9 3-15,-9-5 5 0,-8-6 8 16,-10-10-1-16,-11 0-6 0,-12-4-2 16,-13 5-5-16,-12-1-9 0,-17 5-6 15,-7 8-10-15,-9 11-9 0,-9 20-12 0,-4 20-31 16,0 19-35-16,-6 16-33 0,-26 17-50 16,-3 13-38-16,0 12-40 0,2 13-56 0,6 12-58 15,8 8-74-15,5 3-119 0,14 0-226 16,9 0 50-16,15-4 84 0,18-18-416 0,12-2-531 15</inkml:trace>
  <inkml:trace contextRef="#ctx0" brushRef="#br0" timeOffset="1683.45">5289 3650 3594 0,'-20'5'476'0,"6"0"-6"0,5-1 16 0,4-2 18 0,5-2-2 0,-13 1-26 0,13-1-37 0,0 0-38 0,0 0-41 0,0 0-40 0,50-25-157 16,-6 6-163-16,13-3 0 15,0-2 0-15,4 1 0 0,0 0 0 0,0-2 0 16,-2 2 0-16,-5-4-52 0,1 9-559 16,-11-2-203-16,-14 7-117 0,-8 3 92 15,-10 4-842-15,-8 6-1118 0</inkml:trace>
  <inkml:trace contextRef="#ctx0" brushRef="#br0" timeOffset="1884.48">5252 3856 5059 0,'-15'14'178'15,"5"-2"15"-15,2-3 55 0,3-1 56 0,1-1 58 16,2 0 34-16,2-7 38 16,0 8 10-16,0-8-11 0,19 7-293 0,0-7-140 15,10 0 0-15,14-4 0 0,14-6 0 16,4-4 0-16,-2 1 0 0,2-4 0 0,-7-2 0 15,-2-1 0-15,-7 3 0 0,-11 5 0 16,-5 1 0-16,-8 1 0 0,-8 0-382 0,-1 4-611 16,-5 0 59-16,-3 1 103 15,0 1-887-15,-4 4-1151 0</inkml:trace>
  <inkml:trace contextRef="#ctx0" brushRef="#br0" timeOffset="4001.01">15548 2646 5023 0,'-6'2'52'0,"6"-2"59"0,0 0 47 0,-11 4 64 0,11-4 31 16,0 0 18-16,0 0-15 0,0 0-19 0,0 0-17 15,-15-12-21-15,13 7-19 0,2 5-19 16,-2-16-18-16,4 6-14 0,-2-1-12 0,3-7-15 16,1-3-11-16,6-11-8 0,-1-4-12 15,11-8-6-15,-2-8-18 0,5-3-47 16,4-1 0-16,7 2 0 0,10-9 0 16,-4 15 0-16,0 2 0 0,2 7 0 15,-2 2 0-15,2 6 0 0,1 4 0 0,-6 5 0 16,9 3 0-16,-10 5 0 0,-1 2 0 15,1 4 0-15,-4 1 0 0,-3 2 0 0,-4 1 0 16,-1 3 0-16,1 1 0 0,-2 0 0 16,-4 1 0-16,5 1 0 0,-3 0 0 0,-1 1 0 15,-4 1 0-15,-2-1 0 16,1-1 0-16,-3 3 0 0,-1-4 0 0,-2 3 0 16,0-2 0-16,-2 1 0 0,-7-3 0 15,11 4 0-15,-3-3 0 0,-8-1 0 16,10 2 0-16,-10-2 0 0,7 2 0 0,-7-2 0 15,0 0-207-15,0 0-159 0,9 3-102 16,-9-3-135-16,0 0-184 0,0 0-69 0,0 0 86 16,0 0-636-16,-36 7-858 0</inkml:trace>
  <inkml:trace contextRef="#ctx0" brushRef="#br0" timeOffset="4415.91">16362 1635 4053 0,'-6'-10'-15'0,"3"3"71"0,-1 2 57 0,4 5 43 0,-5-8 36 0,5 8 18 0,0 0 4 0,-2-7-7 0,2 7 8 15,0 0-3-15,0 0-9 0,0 0-8 16,33 10-14-16,-19-1-12 0,0 2-22 15,6 2-4-15,1 7-20 0,-1 1-6 0,2 2-1 16,-5 0 7-16,-6-3 3 16,-2-1 16-16,0 1 3 0,-6-1 7 0,-1-2 14 0,-4 1 31 15,2 0-64-15,-3 2-133 16,-6-1 0-16,2-4 0 0,0 2 0 0,-3 0 0 16,-2-1 0-16,1-1 0 0,-1-1 0 15,3-4 0-15,0 1 0 0,0-3 0 0,0 0 0 16,4-3 0-16,-3-1 0 0,3 2 0 15,-4-4 0-15,9-2 0 0,-11 2 0 16,11-2 0-16,-7 4 0 0,7-4 0 0,0 0 0 16,0 0 0-16,0 0-416 15,-19-6-188-15,19 6-113 0,-2-6-188 0,2 6 78 0,3-9 85 16,-3 9-612-16,0 0-808 0</inkml:trace>
  <inkml:trace contextRef="#ctx0" brushRef="#br0" timeOffset="6267.08">18237 1327 3753 0,'0'-9'51'0,"0"1"64"0,0 8 56 0,0-12 57 0,0 12 60 0,2-11 38 0,-2 11 3 0,0-6-12 16,0 6-31-16,0 0-35 0,0 0-28 15,0 0-21-15,0 0-4 0,0 0-7 0,0 0-15 16,4 39-17-16,-4-18-12 0,2 4-13 16,-2 11-14-16,0-4-11 0,1-6-9 15,-1 3-10-15,0-2-10 0,-1-4-6 0,1 0-8 16,-2-2-59-16,2-3-7 0,-2-1 0 15,0-1 0-15,-2-3-50 0,2-1-135 0,1-1-64 16,-1-5-72-16,-3 2-94 0,1-4-84 16,4-4-84-16,0 0-96 15,0 0-101-15,0 0 65 0,-9-25-549 0,11 8-723 0</inkml:trace>
  <inkml:trace contextRef="#ctx0" brushRef="#br0" timeOffset="6549.04">18264 1250 3359 0,'2'-19'-30'0,"-2"4"68"0,2 1 76 15,-2 4 54-15,2 1 36 0,-1 3 14 0,-1 6-7 16,4-10-1-16,-4 10 5 16,18-2 10-16,-18 2-7 0,32 15-8 0,-5 1-5 15,0 7-17-15,10 8-3 0,-2 2-11 0,-1 1-20 16,-6 2 5-16,-3-1-5 16,-10-4 4-16,1 2 7 0,-7 0-5 0,-2-6 9 15,-5-4 1-15,-4 0 5 0,-1 0 1 0,-5 8-10 16,-6-4-14-16,0-3-31 0,-6 1-121 15,2-4 0-15,-7 0 0 0,2-3 0 16,-2-3 0-16,3-1 0 0,0-6 0 16,1-1 0-16,5-3 0 0,-4-2 0 0,4-4 0 15,4-2-282-15,-1-1-105 0,1-5-81 16,4-2-86-16,6 3-104 0,2-7-156 0,4 1 33 16,7-3-663-16,9-4-895 0</inkml:trace>
  <inkml:trace contextRef="#ctx0" brushRef="#br0" timeOffset="6801.68">19131 1475 4048 0,'7'-8'103'0,"-1"5"77"15,-4-4 62-15,-2 7 61 0,6-6 17 16,-6 6-2-16,0 0-29 0,0 0-7 0,0 0 5 16,0 0-1-16,-34 34-13 0,12-5-16 15,-3 12-11-15,-3 0-30 0,-3 4-16 0,-3 2-19 16,4-1-21-16,-1-3-160 0,4 1 0 15,0-3 0-15,5-4 0 0,5-6 0 16,-3 0 0-16,6-4 0 0,3-8 0 0,-1-1 0 16,4-5 0-16,3-5 0 15,-1 2 0-15,1-3 0 0,4-7-345 0,1 0-117 16,0 0-78-16,0 0-77 0,1-25-106 16,4 8-89-16,2-14 69 0,3-4-600 0,2-14-799 15</inkml:trace>
  <inkml:trace contextRef="#ctx0" brushRef="#br0" timeOffset="6981.88">18840 1477 3500 0,'0'-17'-31'16,"-2"5"77"-16,-1 2 88 0,3 3 59 16,0 7 39-16,0-12 26 0,0 12-5 0,0-8-14 15,0 8-20-15,0 0-35 16,0 0-12-16,0 0 26 0,0 0-10 16,0 0-17-16,6 25-20 0,-6-9-16 0,4 1-16 15,2 3-62-15,-3 3-91 0,3 0-103 16,-3-2-121-16,11 11-116 0,-3-7-138 0,3-4-214 15,-1-8 22-15,7-2 74 0,-4-1-405 16,6-5-509-16</inkml:trace>
  <inkml:trace contextRef="#ctx0" brushRef="#br0" timeOffset="7381.99">19373 1392 3040 0,'1'-7'164'0,"1"4"51"0,-2 3 41 16,0 0 29-16,7-11 13 0,-7 11-17 0,0 0-16 15,0 0 19-15,0 0 7 16,0 0-16-16,2 22-21 0,-1-8-26 0,-1 3-18 16,0 1-20-16,0 0-24 0,-1 2-13 15,2-2-14-15,-1 2-13 0,0-3-13 16,0-2-9-16,0-3-10 0,0 0-9 0,-1-3-4 16,2-1-8-16,-1-8 8 0,-1 14 13 15,1-14 10-15,1 8 1 0,-1-8-12 0,0 0-49 16,0 0-44-16,0 0 0 0,12-30 0 15,-3 11 0-15,6-7 0 0,0-2 0 16,5 3 0-16,-3 0 0 0,-6 5 0 0,2 6 0 16,-3 2 0-16,0 0 0 15,-1 3 0-15,1 4 0 0,-3 1 0 0,3 2 0 0,-10 2 0 16,0 0 0-16,25 13 0 16,-18-3 0-16,0 4 0 0,2-2 0 0,-6 5 0 15,5 0 0-15,-5 1 0 0,-1-1 0 16,2-1 0-16,1 1 0 0,-3-3 0 15,-2-3 0-15,1 1-96 0,1-3-212 0,-2 0-92 16,4-3-101-16,-4-6-145 0,4 5-207 16,-4-5 38-16,0 0 89 0,14-10-582 0,-2 4-766 15</inkml:trace>
  <inkml:trace contextRef="#ctx0" brushRef="#br0" timeOffset="7781.76">19980 1296 3408 0,'2'-7'33'0,"-2"7"86"15,0 0 40-15,2-6 34 0,-2 6 18 16,0 0 6-16,0 0 53 0,0 0 44 16,0 0 10-16,9 22-10 0,-9-10-17 0,1 1-18 15,-1 4-15-15,0 0-22 0,0 1-12 16,0 1-10-16,0-1-5 0,-1 1-6 0,-4-2-16 16,1 1-9-16,0-2-23 0,-5 4-26 15,2-3-135-15,-13 5 0 0,8-6 0 16,-4-3 0-16,-1-1 0 0,0-3 0 0,4-2 0 15,-7-4 0-15,6-5 0 16,14 2 0-16,-25-13 0 0,11-3 0 0,4-3 0 16,7-6 0-16,6-14 0 0,7 4 0 15,4-2 0-15,0 7 0 0,6 1 0 0,-4 7 0 16,0 6 0-16,-3 4 0 0,1 5 0 16,-1 4 0-16,-2 3 0 0,-11 0 0 15,23 9 0-15,-9-3 0 0,-3 4 0 0,0 6 0 16,-1-1 0-16,1 4 0 0,-2 0 0 15,0 3 0-15,-2-5 0 0,-1-1 0 0,-1 3 0 16,1-3 0-16,-2-1 0 0,0 1 0 16,0-1-359-16,0-1-144 0,-3-3-118 15,1-2-133-15,2-2-97 0,-2-2 65 16,-2-5-682-16,5 4-917 0</inkml:trace>
  <inkml:trace contextRef="#ctx0" brushRef="#br0" timeOffset="8314.74">20319 1332 3919 0,'9'-12'-1'15,"-4"4"85"-15,-3 2 70 0,4 1 51 0,-6 5 24 16,2-7 26-16,-2 7-8 0,0 0 19 16,0 0 41-16,0 0 17 0,0 0 5 0,0 0-4 15,-2 26-23-15,-2-14-30 0,2 0-26 16,0 2-22-16,1 4-25 16,-1-4-20-16,0 1-53 0,2-1-126 0,-2 1 0 15,0-3 0-15,-1-3 0 0,3 0 0 16,0 0 0-16,0-1 0 0,0-8 0 0,-2 13 0 15,2-13 0-15,0 10 0 0,0-10 0 16,0 0 0-16,0 0 0 0,0 0 0 16,22-27 0-16,-13 10 0 0,9-5 0 0,-6 3 0 15,2 5 0-15,-3 2 0 0,-3 3 0 16,0 1 0-16,0 2 0 0,-5-1 0 0,3 3 0 16,-6 4 0-16,12-3 0 0,-12 3 0 15,0 0 0-15,15 8 0 0,-12-1 0 16,6 2 0-16,-8-1 0 0,5 1 0 15,0 1 0-15,-3 0 0 0,3-1 0 16,-3-1 0-16,2 0 0 0,-1-2 0 0,-4-6 0 16,5 9 0-16,-5-9 0 0,8 6 0 15,-8-6 0-15,11 1 0 0,-11-1 0 0,17-10 0 16,-4 2 0-16,5-2 0 0,-1-4 0 16,-2 3 0-16,5-1 0 0,-8 1 0 15,6 1 0-15,-3 2 0 0,-10 2 0 0,6 0 0 16,-6 2 0-16,-5 4 0 0,0 0 0 15,0 0 0-15,21 7 0 0,-15 0 0 0,-2 3 0 16,-3 4 0-16,1 1 0 0,-2 2 0 16,2 3 0-16,-2-1 0 0,-2-1 0 0,4 1 0 15,-4 0 0-15,2 0 0 16,0-4 0-16,-2-1-366 0,2-2-136 16,-1-2-63-16,-1-3-91 0,2-7-122 0,2 5-22 15,-2-5 78-15,0 0-571 0,0 0-752 16</inkml:trace>
  <inkml:trace contextRef="#ctx0" brushRef="#br0" timeOffset="8481.67">20875 1356 3325 0,'9'-28'-38'0,"0"8"86"0,1 1 81 0,-2 6 76 0,-3 1 69 0,1-2 43 15,-1 5 36-15,-3 1-11 0,1 1-20 16,1 0-24-16,-4 7-31 0,3-13-35 0,-3 13-24 16,2-6-38-16,-2 6-63 15,0 0-88-15,0 0-110 0,0 0-122 0,0 0-124 16,0 0-132-16,8 23-146 0,-5-8-129 15,8 2 60-15,1 11-481 0,1 1-631 16</inkml:trace>
  <inkml:trace contextRef="#ctx0" brushRef="#br0" timeOffset="8700.04">21341 1337 3495 0,'-2'-12'185'0,"-3"4"62"15,-5-1 66-15,2 4 62 0,1 0 14 0,-2 0-4 16,-3 3-16-16,12 2-22 0,-27 5-15 15,8 5-18-15,-6 6-24 16,1 3-38-16,0 3-27 0,6 3-20 0,0 1-23 16,6 4-17-16,-1-1-44 0,4 2-121 15,7-8 0-15,4 0 0 0,2-3 0 0,1-1 0 16,6 0 0-16,0-3 0 0,3-5-199 16,-1-4-188-16,4 2-112 0,2-5-123 0,2-3-170 15,0-1-40-15,3-5 85 0,8-4-652 16,4-1-851-16</inkml:trace>
  <inkml:trace contextRef="#ctx0" brushRef="#br0" timeOffset="9515.83">21006 1434 3658 0,'0'0'-131'0,"0"0"52"0,0 0 39 0,0 0 42 0,0 0 33 0,0 0 30 0,-18-15 22 16,18 15 3-16,0 0 18 16,0 0 51-16,0 0 25 0,0 0 6 0,0 32-10 0,-1-19-14 15,-1 4-15-15,0 2-15 16,-2 0-10-16,2-3-19 0,0 2-4 0,1-1-28 15,-1 1-50-15,-2-5-68 0,2-1-94 16,0-1-83-16,2-1-84 0,-1-3-113 16,2-1-182-16,-1-6-32 0,0 0 66 0,0 0-279 15,0 0-329-15</inkml:trace>
  <inkml:trace contextRef="#ctx0" brushRef="#br0" timeOffset="9999.17">22422 1422 2838 0,'-30'-3'429'0,"1"-3"26"0,4 2 22 0,4 0 31 0,2 0 14 0,4-2-3 0,0 3-7 16,5-1-37-16,2 0-49 15,8 4-41-15,0 0-41 0,25-8-43 0,19 3-301 16,19 2 0-16,11 1 0 0,4 2 0 15,4-2 0-15,6 2-147 0,-4-3-402 16,-6 0-223-16,-7-1-167 0,-8 1 89 0,-18-1-828 16,-7-1-1114-16</inkml:trace>
  <inkml:trace contextRef="#ctx0" brushRef="#br0" timeOffset="10248.91">22853 1202 5033 0,'-6'-4'108'15,"6"4"20"-15,0 0 66 0,0 0 73 0,31 11 35 16,-11-4 16-16,12 10 4 16,5-2 0-16,5 7-29 0,-1 2-23 0,-12-3-15 15,-2-1-9-15,-8 1-113 0,-2 3-133 16,-5-5 0-16,-7-4 0 0,-5 2 0 16,-5 3 0-16,-5-6 0 0,-7 8 0 0,-6 1 0 15,-2-4 0-15,0-1 0 0,1-1 0 16,3-5 0-16,1-4 0 0,8 1 0 0,-4-3 0 15,5-2-514-15,-2-2-372 0,3 1-46 16,0-1 81-16,10-2-852 0,-17 0-1138 16</inkml:trace>
  <inkml:trace contextRef="#ctx0" brushRef="#br0" timeOffset="11197.95">24128 1337 4470 0,'0'0'-130'0,"-8"-12"55"0,8 12 63 0,-6-3 72 0,6 3 58 0,0 0 39 0,0 0 39 0,-26 6 27 15,14 3 26-15,-5 1 13 0,3 2-1 16,-7 9-6-16,3 1-3 0,2 2-15 16,1 1-7-16,5-3-14 0,4-1-9 0,1-1-8 15,3-1-14-15,2 0-25 0,4-1-8 16,1-2-11-16,7-1-10 0,1 1-84 0,5-5-47 16,2-2 0-16,7-5 0 0,-4-4 0 15,4-6 0-15,9-2 0 0,-2-6 0 16,-2-1 0-16,1-4 0 0,-8-4 0 0,-2-2 0 15,-6 0 0-15,-4-4 0 16,-5 3 0-16,-7 6 0 0,-1-4 0 0,-1 2 0 16,-3 1 0-16,-3 3 0 0,-6 2 0 15,-1 4 0-15,-4 2 0 0,3 5 0 0,-2 1 0 16,-2 3 0-16,0 4 0 0,-4 2 0 16,-8 6-373-16,6 2-141 0,0 8-112 15,1-4-155-15,1 3-68 0,10-3 76 0,1-3-681 16,7 1-903-16</inkml:trace>
  <inkml:trace contextRef="#ctx0" brushRef="#br0" timeOffset="11483.07">24718 890 4309 0,'-4'-19'105'16,"1"3"69"-16,1 3 57 0,-2 5 29 15,2-2-19-15,0 5-21 0,2 5-22 0,0 0 3 16,0 0 7-16,-5 40-20 0,2 1-9 16,-3 15 0-16,5 11-16 0,1 5-8 0,-4 8-21 15,-2 21-12-15,1-1-22 0,-7-7-45 16,1-19-43-16,-2-4-55 0,-5-7-44 16,5-3-33-16,-2-4-26 0,2-9-32 15,1-12-38-15,1-4-47 0,0-9-39 16,8-5-21-16,1-6-36 0,0-5-38 0,2-4-67 15,0-2-79-15,0 0-92 0,0 0 40 16,6-22-345-16,-5 5-419 0</inkml:trace>
  <inkml:trace contextRef="#ctx0" brushRef="#br0" timeOffset="11730.93">24687 1264 2482 0,'9'-16'-32'0,"-4"3"40"15,3 4 38-15,-1 2 30 0,0 4 25 16,6 1 20-16,-13 2 20 0,23 0 9 0,-9 5 7 15,6 3 8-15,5 8 4 16,-1-1 3-16,-3 4 11 0,-5-2 18 0,-5-1 25 16,-6-1 35-16,1 2 30 0,-6-1 10 15,-2 2-6-15,-4-1-9 0,-3 1-21 16,-3 1-28-16,-3-3-19 0,-2 3-24 0,-2-4-18 16,4-6-26-16,0 0-37 0,-1-1-54 15,3-8-78-15,-1 3-81 0,2-6-76 0,-6 1-84 16,5-8-71-16,4-3-72 0,0-5-65 15,0-14-85-15,11-7-120 0,4-4-17 16,9-10-514-16,7 0-667 0</inkml:trace>
  <inkml:trace contextRef="#ctx0" brushRef="#br0" timeOffset="12247.53">25347 701 3101 0,'18'-12'-15'15,"-9"1"92"-15,-2 5 85 0,1 1 57 0,-5 0 29 0,-3 5 18 16,9-4 0-16,-9 4 30 15,0 0 21-15,-11 35 13 0,6-3 0 16,-2 7-14-16,-4 16-4 0,-2 3-15 0,2 3-24 16,-2 0-36-16,0-1-22 0,3 3-20 15,2-2-18-15,1-1-20 0,-1-7-16 0,5-10-14 16,-5-6-14-16,5 0-79 16,0-10-34-16,-1-7 0 0,2-3 0 0,0-2 0 15,2-3 0-15,0-4 0 0,0-1 0 0,0-7 0 16,0 0 0-16,0 0-5 15,0 0-108-15,0 0-6 0,0 0-1 0,-3-30 6 16,-5 16 4-16,0-6 15 0,-1 3 6 16,-2 1 12-16,-1 1 8 0,-3 1 14 0,4 5 15 15,-7-2 13-15,2 6 22 0,5 1 9 16,0 1 1-16,-1 1 4 0,12 2 1 16,-13-1-2-16,13 1 9 0,0 0-1 15,0 0 7-15,0 0 10 0,0 0-3 16,25-14-4-16,8 4 5 0,1-4-9 0,4 0-2 0,0 2 3 15,-1 3-4-15,-3 0 2 16,-7 0 11-16,-7 4 15 0,-3 1 13 0,3 2 17 0,-5 2 14 16,-3 0 13-16,2 4 6 15,-3 0-1-15,1 8-18 0,-2-3-91 16,-3 7 0-16,0 3 0 0,2 0 0 0,-6 1 0 16,3 1 0-16,-2 1 0 0,-2-3 0 15,-1 4 0-15,1-7 0 0,0 1 0 0,0-5 0 16,-2 3-96-16,3-5-232 0,-6-1-88 15,3-1-87-15,0-8-115 0,-4 7-140 0,4-7-40 16,0 0 67-16,0 0-610 0,0 0-797 16</inkml:trace>
  <inkml:trace contextRef="#ctx0" brushRef="#br0" timeOffset="12398.91">25629 1138 3510 0,'-2'-16'-3'0,"2"5"71"0,-4 2 60 0,4 0 40 0,0 3 12 0,0 6-7 0,-2-11-23 15,2 11-19-15,-1-6-37 0,1 6-68 0,0 0-87 16,0 0-82-16,0 0-92 0,0 0-123 16,0 0-200-16,0 0-52 0,0 0 64 15,23 29-173-15,-10-13-212 0</inkml:trace>
  <inkml:trace contextRef="#ctx0" brushRef="#br0" timeOffset="12915.55">25974 1315 2109 0,'0'0'301'0,"8"3"52"0,-8-3 15 16,0 0 16-16,0 0 24 0,0 0-4 16,0 0-25-16,5 7-18 0,-5-7-17 0,4 12-23 15,-4-3-28-15,2 1-25 0,-2 2-25 16,2 2-22-16,0-1-19 0,-4 5-17 16,2-1-20-16,-2 1-13 0,-2 1-13 0,0 3-16 15,1-5-11-15,-3-2-10 0,3-1-9 16,-2-2-6-16,-1-3-13 0,5-3-74 0,1-6 0 15,0 0 0-15,0 0 0 16,0 0 0-16,0 0 0 0,5-41 0 16,5 9 0-16,5 2 0 0,3 2 0 0,-2 2 0 15,0 1 0-15,-3 6 0 0,-1 5 0 16,-5 4 0-16,2 1 0 0,2 4 0 0,-4 4 0 16,-7 1 0-16,18 0 0 0,-7 6 0 15,0 3 0-15,-2 1 0 0,5 2 0 16,-3 5 0-16,-4-5 0 0,4-1 0 0,-4 1 0 15,0-1 0-15,2-2 0 0,-6-2 0 16,3 1 0-16,-2-3 0 0,1-1 0 0,-5-4 0 16,7 8 0-16,-7-8 0 15,0 0 0-15,24-9 0 0,-9-1 0 0,7-8 0 16,2 1 0-16,0 0 0 0,1 1 0 16,-6 3 0-16,-2 1 0 0,-6 5 0 15,3 0 0-15,-4 2 0 0,-1 3 0 0,-9 2 0 16,17 2 0-16,-17-2 0 0,18 10 0 15,-11 1 0-15,-1 0 0 0,-1 3 0 0,1 1 0 16,-1 1 0-16,-4 3 0 0,5-3 0 16,-6 0 0-16,2 4 0 0,2-4-80 15,-3 2-437-15,3-1-81 0,2 0-123 16,-5-5-150-16,4-2 68 0,-1-3-762 0,-2 0-1007 16</inkml:trace>
  <inkml:trace contextRef="#ctx0" brushRef="#br0" timeOffset="13450.83">26726 1448 4677 0,'5'-6'165'0,"-3"0"61"0,-2 6 68 0,0 0 31 0,2-8 13 0,-2 8-11 0,0 0-27 0,0 0-27 15,0 0-17-15,0 0-24 0,0 0-19 16,0 0-23-16,0 0-21 0,0 0-15 16,0 0-102-16,-10 29-52 0,6-22 0 0,0 2 0 15,0-1 0-15,-1 0 0 0,-2-1 0 16,-4 3 0-16,-2-2 0 0,-2-3 0 0,0-1 0 15,3-1 0-15,-1-3 0 0,13 0-123 16,-25-12-15-16,16 2 2 0,1-5 13 16,4 3 9-16,2-6 9 0,4 3 16 15,2-3 0-15,4 1 10 0,1 1 10 16,0 5 3-16,1 0 10 0,3 3 6 0,-1 3 8 16,1 1 14-16,-2 3 8 0,5-1 0 15,-1 2 2-15,2 0 4 0,1 2 4 0,2-2-3 16,5 1 5-16,-2-1-7 0,4-1-9 15,0-1-10-15,-1-3-21 0,9-6-21 16,-5-1-19-16,-1-3-10 0,-3-8 0 0,1 0 5 16,1-12 7-16,-3-4 7 0,0-3 2 15,-2-11 13-15,-4-1 4 0,-5-4 12 16,-5 0 31-16,-5 17 30 0,-4 5 25 16,-2 7 8-16,0 9 5 0,-4 6 16 0,-1 7 21 15,-1 4 25-15,8 3 41 0,-27 15 29 16,8 11 16-16,6 6 15 0,0 16 11 15,3 3-1-15,9 5-3 0,2 7-8 0,9 1 14 16,9 2-3-16,-1 0-99 0,18 11-118 16,3-7 0-16,7-6 0 0,3-4 0 0,-7-17 0 15,-8-4 0-15,0-5 0 0,-11-10 0 16,-5-7 0-16,-5-3 0 0,-6-5-282 16,2-1-201-16,-6-4-111 0,-1 1-150 15,-2-5-123-15,-9 8 78 0,-1-6-718 16,-9 4-954-16</inkml:trace>
  <inkml:trace contextRef="#ctx0" brushRef="#br0" timeOffset="14699.04">18666 2501 4370 0,'0'-10'28'0,"2"1"52"0,-2 9 61 0,3-13 46 0,-3 8 37 15,0 5 30-15,-3-16 10 0,1 7 3 0,-4 1 5 16,4-2-16-16,-6 1-13 0,3-2-9 16,-3-1-15-16,1 0-7 0,-3 1-16 15,-3-3-14-15,-5 2-22 0,2 3-16 16,-2 5-17-16,-9 2-13 0,0 4-97 0,-14 7-17 16,-11 9 0-16,-1 8 0 0,0 0 0 15,-1 7 0-15,5 7 0 0,5-2 0 16,6 4 0-16,8 0 0 0,3 1 0 0,7 0 0 15,11-7 0-15,7 0 0 0,8-2 0 16,5 0 0-16,10 4 0 0,8-3 0 0,5-6 0 16,7-6 0-16,-5-5 0 0,0-5 0 15,2-2 0-15,-2-3 0 0,1-3 0 0,-12 0 0 16,-1-5 0-16,-7 0 0 0,2-5 0 16,-4 0 0-16,-2 0 0 0,1-4 0 15,-5 1 0-15,-1-4 0 0,-5 2 0 16,0-2 0-16,-3 0 0 0,-3-3 0 0,3 2 0 15,-3 1 0-15,-3 0 0 0,2 1 0 16,1 3 0-16,-5 0 0 0,5 0 0 16,-6 3 0-16,6 1 0 0,3 4 0 0,-10-8 0 15,10 8 0-15,-7-10 0 0,7 10 0 16,0-7 0-16,0 7 0 0,0 0 0 0,18-10 0 16,-4 5 0-16,5 0 0 0,-2 1 0 15,8-1 0-15,-6 3 0 0,-2 1 0 0,-2-1 0 16,1 2 0-16,-3 0 0 0,-13 0 0 15,23 3 0-15,-14 4 0 0,1-1 0 0,1 2 0 16,-7 1 0-16,3 1 0 16,-2 2 0-16,1 0 0 0,-5-2 0 0,1 3 0 15,4-2 0-15,-6 3 0 0,4-3 0 16,-3-2 0-16,1 2 0 0,5-1 0 16,-5-1-299-16,1-3-414 0,1 2-148 0,1-3-26 15,-1-2 88-15,-4-3-776 0,12 4-1018 16</inkml:trace>
  <inkml:trace contextRef="#ctx0" brushRef="#br0" timeOffset="15131.09">18904 2884 4034 0,'0'0'-32'0,"0"0"75"0,0 0 44 0,0 0 49 0,0 0 49 0,0 0 41 16,0 0 19-16,0 0-2 0,0 0-3 15,0 0-32-15,0 0-19 0,0 0-23 0,0 0-8 16,0 0-14-16,0 0-15 0,13-6-10 15,-13 6-11-15,0 0-11 0,14-5-5 0,-14 5-2 16,7-4-9-16,-3-2-1 0,-4 6 5 16,7-12-1-16,-7 5 0 0,0-1 0 15,0-1-10-15,0 9-6 0,-3-17-10 0,-1 7-7 16,-1 1-8-16,-3 0-3 0,2 3-6 16,-4-1-5-16,1 2-6 0,-1 0-6 15,1 1 1-15,-2 2-4 0,11 2-4 16,-18-3-1-16,18 3-4 0,-13-2-2 0,13 2 1 15,-8-3-3-15,8 3 0 0,0 0 4 16,0 0 4-16,21-12-3 0,-3 7 0 16,2-2-1-16,3 4-6 0,-2-1 2 0,-1 0-2 15,-4 0 12-15,-3 4 13 0,-1-2 9 16,-12 2 7-16,23 2 10 0,-11 2 3 0,-3 2-10 16,1 2-43-16,-1 1 0 15,0 1 0-15,-3 2 0 0,0 0 0 0,2 2 0 0,-5-4 0 16,1 0 0-16,0 2-93 15,0-1-118-15,-3-1-55 0,2 0-67 16,1-3-74-16,0 1-80 0,-3-2-101 0,3 0-134 16,-4-6-30-16,8 5 68 0,-8-5-557 15,15-1-702-15</inkml:trace>
  <inkml:trace contextRef="#ctx0" brushRef="#br0" timeOffset="15497.45">19579 2664 3542 0,'0'0'112'0,"-13"17"36"0,13-17 44 0,-7 6 46 0,7-6 44 0,0 0 30 0,0 0-1 0,-7 5-14 0,7-5-19 15,0 0-15-15,0 0-28 0,0 0-18 16,0 0-21-16,0 0-17 16,0 0-16-16,0 0-17 0,27 2-16 0,-27-2-16 15,12-9-27-15,-1 4-21 0,-6-3-17 16,3 0-9-16,-3-2-7 0,-1 0-6 0,1 0-4 15,-5 1-10-15,0 1-8 0,0 8-3 16,-5-15-8-16,-3 13-7 0,-1 0 8 0,-5 2-8 16,0 3 4-16,-6 5-4 0,-7 8 3 15,2 5 2-15,-2-1 5 0,4 3-1 16,1 2-7-16,6-1 8 0,-2 0-1 16,9-5 6-16,2-2 2 0,0-2 0 15,5-3 1-15,4 1-7 0,3-2-2 0,2-1-18 16,4 0-76-16,5-6-85 0,2-1-92 15,4-3-110-15,3-3-119 0,12-3-159 0,-1-2-131 16,0-7 78-16,2 1-633 0,-6-4-805 16</inkml:trace>
  <inkml:trace contextRef="#ctx0" brushRef="#br0" timeOffset="15846.91">20034 2681 3827 0,'0'0'113'0,"0"0"51"0,-18 20 40 0,18-20 44 15,0 0 42-15,0 0-6 0,-9 1-4 16,9-1-21-16,0 0-23 16,0 0-21-16,0 0-24 0,0 0-14 0,0 0-22 15,0 0-9-15,0 0-15 0,0 0-11 16,0 0-12-16,0 0-14 0,23-22-3 0,-15 12-16 16,-3-2-11-16,4 0-5 0,-6-3-16 15,1 5-13-15,-2 0-9 0,0 0 0 0,-2 3-17 16,0 7-5-16,-10-10 0 15,-2 8 0-15,12 2-1 0,-37 8-8 0,8 7 9 16,-2 1-6-16,3 3-2 0,-3 1 0 0,8 7 6 16,8 0-2-16,0 0 18 15,4-4-12-15,5-5 5 0,2 1-8 0,4-5-1 16,2 3 4-16,4-2 2 0,1-3-18 16,9 2-44-16,2-2-52 0,9 1-64 0,2-6-75 15,-2-6-74-15,3-1-89 0,13-6-77 16,11-6-96-16,-2-5-113 0,-5-5-2 0,3-2-590 15,-7-8-751-15</inkml:trace>
  <inkml:trace contextRef="#ctx0" brushRef="#br0" timeOffset="16230.09">20602 2157 3397 0,'6'-33'-11'16,"-4"7"69"-16,-2 5 64 0,1 7 62 0,-1 2 48 0,0 1 41 16,0 5 18-16,0 6 12 15,-9-7 10-15,9 7 13 0,0 0 6 16,-28 25 1-16,6 3 13 0,-4 15-10 0,-1 4-6 0,2 9-11 15,3 2-23-15,0 0-32 16,8 6-117-16,-2-3-147 0,3-1 0 0,3-3 0 16,2-4 0-16,5-15 0 0,-1 1 0 15,2-10 0-15,2-5 0 0,0-5 0 0,0-4 0 16,0-1 0-16,0-4 0 0,0 1 0 16,2-5 0-16,-2-6 0 0,0 0 0 15,0 0 0-15,0 0 0 0,0 0 0 16,0 0 0-16,6-32 0 0,-10 15 0 0,-2 1 0 15,0-1 0-15,-2 5 0 0,3 1 0 16,-2 4 0-16,-6 3 0 0,4 4 0 16,9 0 0-16,-25 11 0 0,14-3 0 0,-1 2 0 15,1 4 0-15,4-1 0 0,-1 1 0 16,2 0 0-16,2-2 0 0,2 2 0 0,2-3 0 16,2 1 0-16,5 0-104 0,2-1-145 15,8 1-50-15,4-4-58 0,15 3-67 0,5-5-67 16,4-4-91-16,6 0-93 0,14-4-72 15,0-5 64-15,-2-5-535 0,-2-2-680 16</inkml:trace>
  <inkml:trace contextRef="#ctx0" brushRef="#br0" timeOffset="16430.12">21011 2670 3202 0,'4'-24'50'0,"-4"1"91"0,0 7 68 16,-2 3 46-16,2 3 44 0,-2-1 32 16,-1 3-4-16,-3 4-7 0,6 4 0 0,0 0 2 15,-34 17-1-15,7 7-6 0,-7 13-19 16,2 4-17-16,-1 7-22 0,1 1-23 15,-1 4-25-15,0-1-22 0,5 1-18 0,0-1-21 16,3-1-148-16,2-7 0 0,6-1 0 16,2-13 0-16,1-3-31 0,6-4-176 0,1-7-57 15,3-2-50-15,1-3-52 0,-1-7-55 16,1-2-63-16,3-2-57 0,0 0-34 16,0-18-37-16,0 3-29 0,5-8-629 15,-3-14-731-15</inkml:trace>
  <inkml:trace contextRef="#ctx0" brushRef="#br0" timeOffset="16584.58">20623 2752 3356 0,'3'-36'-63'0,"4"9"67"0,-5 4 57 16,-1 5 43-16,-1 5 29 0,0 5 8 0,0 2 22 16,0 6 20-16,0 0 10 0,0 0-1 15,0 0-15-15,-5 31-19 0,0-13-12 0,5 1-23 16,5-2-13-16,-3 7-47 0,3-2-68 16,6 3-86-16,5-1-97 0,2-1-123 0,7-5-159 15,-1-5-198-15,-5-5 67 16,1 0-389-16,2-6-466 0</inkml:trace>
  <inkml:trace contextRef="#ctx0" brushRef="#br0" timeOffset="16764.49">21352 2694 3313 0,'-3'-9'444'15,"3"9"-28"-15,-2-8-11 0,2 8-6 0,0 0-14 16,4-11-35-16,4 5-38 0,3 2-34 15,4 0-52-15,4-2-84 0,2 2-114 16,4 1-120-16,1-1-119 0,3-1-116 0,4 0-123 16,3-3-156-16,-5 2-146 15,-9 0 70-15,3 2-535 0,-4-1-680 0</inkml:trace>
  <inkml:trace contextRef="#ctx0" brushRef="#br0" timeOffset="17014.57">21641 2397 3784 0,'-4'-5'269'16,"4"5"17"-16,-6-5 33 0,6 5 25 16,0 0 37-16,0 0 11 0,0 0-6 0,19 25-23 15,-7-9-19-15,3 8-28 0,0 3-29 16,-2 2-38-16,-2 1-10 0,0 3-17 16,-8-2-212-16,1-2-10 0,-8-2 0 15,-1 7 0-15,-6-3 0 0,0-1 0 0,0-2 0 16,-4 1 0-16,-5-5 0 0,2 1 0 15,-2-4 0-15,2-1 0 0,-2-6 0 0,3-1 0 16,2-6 0-16,-1-2-330 0,4-1-243 16,0-4-106-16,12 0-147 0,-21-12-5 15,16 0 79-15,-4-1-676 0,9-5-880 0</inkml:trace>
  <inkml:trace contextRef="#ctx0" brushRef="#br0" timeOffset="17646.68">22982 2155 3738 0,'7'-5'-100'0,"0"0"36"0,0-1 25 0,1 2 37 0,-5-1 39 0,5-1 41 0,-4 3 33 16,0-4 29-16,0 3 14 0,-4 4 9 16,5-8 11-16,-5 8 1 0,6-7 2 0,-6 7-12 15,0 0-11-15,-8-6-13 0,8 6-11 16,-19 3-15-16,4 2-8 0,-4 2-6 16,-12 5-10-16,3 5-10 0,-5 2-6 15,-1 8-7-15,0 2-1 0,9-5-14 16,6-1-7-16,2 0-9 0,10 0 1 0,2-5-7 15,10-1 1-15,4 3-3 0,10 4-2 16,10-2-2-16,9 2-3 0,2 0-2 0,1-2 5 16,-8-6 2-16,0 1 8 0,-7 0 28 15,-7-5 29-15,-3-2 48 0,-5 1 41 0,-4-1 31 16,-1 1 19-16,-4 1 3 0,-4 0-6 16,-6-1-9-16,-3 5-112 0,-3-1-107 15,-6 3 0-15,-3-3 0 0,-2 5 0 0,-2-6 0 16,0 1 0-16,7-6 0 0,3-1 0 15,2-2 0-15,1-1 0 0,-1-4 0 16,5-1 0-16,10 0-259 0,-20-6-306 0,11-3-117 16,4 1-148-16,5-3-14 0,2 1 76 0,1 0-675 15,6 0-893-15</inkml:trace>
  <inkml:trace contextRef="#ctx0" brushRef="#br0" timeOffset="18414.33">23170 2627 4062 0,'14'-6'98'0,"-14"6"60"15,10-2 56-15,-10 2 68 0,0 0 33 16,0 0 19-16,7-6-8 0,-7 6-19 16,4-8-31-16,-4 8-24 0,6-11-25 15,0 1-26-15,-1-3-20 0,6 1-18 0,3-5-17 0,-1 2-18 16,7-6-11-16,-1 1-16 16,-4 4-12-16,0 3-16 0,-3-1-12 0,-3 4-8 15,1 0-26-15,-3 3-27 0,1 0 0 16,-5 2 0-16,3 0 0 0,-6 5 0 0,0 0 0 15,0 0 0-15,0 0 0 0,0 0 0 16,2 22 0-16,-6-8 0 0,0 3 0 0,1 0 0 16,-1 2 0-16,0-1 0 0,2 2 0 15,2-4 0-15,0 1 0 0,0-5 0 16,2-1-19-16,4-1-11 0,-1-1-5 0,5-3-8 16,2-2-2-16,1-4-9 15,-13 0 3-15,30-6 3 0,-11-1 3 0,8-7-3 16,2-1 6-16,-4-5 8 0,-1 1 0 15,-1-5 8-15,-4 2 7 0,-4 5-1 0,-3 3 1 16,-3 2 2-16,-1 2 6 0,-1 2-5 16,0 3-1-16,-4 1 1 0,-3 4-4 0,0 0 12 15,0 0-7-15,0 0 2 0,0 0 3 16,0 21 4-16,-2-9 2 0,1 0-25 16,-1-1-17-16,0 1-8 0,2 1-7 0,0-3-7 15,2-2-7-15,1 1 4 0,-1-4-19 16,8 0-12-16,-3-3-13 0,3-2-9 15,-10 0-11-15,29-4-13 0,-13-6-9 16,11-4-10-16,0-3-10 0,2-6-2 0,3-10 11 16,-2 1 14-16,3-9 15 0,-5-2 13 15,-1-1 16-15,2-2 12 0,-4-2 19 0,-5 0 19 16,-1 2 17-16,-7 12 23 0,0 2 17 16,-7 10 26-16,1 5 28 0,-4 3 5 0,-2 7 19 15,-4 3 16-15,4 4 24 0,0 0 19 16,0 0 14-16,-34 21 0 0,14 2-10 15,4 9-8-15,-6 10-12 0,5 1-7 0,6-4-14 16,0-1-8-16,2-1-14 0,7 1 0 16,2-5-12-16,2-7-6 0,7 5 3 0,2 0-11 15,3-8-7-15,2-5 0 0,-1-7-8 16,4-2 1-16,-3-2 0 0,3-5-1 16,-4-2-5-16,4 0 9 0,-4-6 46 15,0 3 37-15,-1-4 27 0,-7 2 17 0,1-2 1 16,-4 0-9-16,-2 1-11 0,-2 6-10 15,-4-12-18-15,-4 7-13 0,-3 1-80 16,-1 1-25-16,-3 1 0 0,2-1 0 0,-2 3-30 16,-3 3-183-16,2 0-89 0,-4 1-102 15,5-1-100-15,0 1-119 0,0 2-192 0,5-4 24 16,1 0 77-16,9-2-577 0,0 0-749 16</inkml:trace>
  <inkml:trace contextRef="#ctx0" brushRef="#br0" timeOffset="18596.34">24600 2493 4219 0,'0'0'439'0,"0"0"7"0,0 0 4 0,0 0-21 0,0 0-45 0,0 0-39 0,6-17-42 0,5 11-67 16,11-2-84-16,-2-1-117 0,10-3-139 15,4 1-133-15,0-5-122 0,0 3-113 0,-4 1-126 16,3-2-185-16,-1-1 35 0,-1 1 73 15,1-1-503-15,2 5-642 0</inkml:trace>
  <inkml:trace contextRef="#ctx0" brushRef="#br0" timeOffset="18896.48">25137 2285 3511 0,'-13'9'121'0,"0"-2"48"0,0 1 56 15,-5 2 44-15,1 5 40 0,4-3 5 16,-2 0-9-16,1 1-15 0,-1 1-24 15,5 0-29-15,3-1-20 0,1-2-25 0,4 1-20 16,0-2-14-16,4 0-18 0,4-3-14 16,-3 1-13-16,8-2-22 0,-2-1-26 15,2-4-16-15,3 1-26 0,-14-2-13 16,27-3-3-16,-13-1-7 0,0-3 3 0,1 1 5 16,-6-1-4-16,3-3 14 0,-1-2 9 15,-7 5 10-15,2-5 3 0,-6-2 1 0,0 1-7 16,-2-1 1-16,-2-1-11 0,0 1-5 15,-3-1-9-15,-2 5-19 0,0 3-34 0,-2 4-57 16,-3 1-60-16,2 4-70 0,-8 1-78 16,2 8-104-16,-11 0-112 0,2 5-168 15,2-2-87-15,9-3 69 0,2 1-553 0,6-7-722 16</inkml:trace>
  <inkml:trace contextRef="#ctx0" brushRef="#br0" timeOffset="19398.99">25738 1802 3933 0,'-12'-15'265'0,"3"3"42"0,-1 4 37 16,1 4 22-16,1 4 10 0,8 0 4 0,-25 20 2 16,5 6-28-16,-5 17 7 0,3 6-29 15,6 11-28-15,-6 10-19 0,1 15-83 0,1 5-202 16,-1 6 0-16,-1-1 0 0,4-3 0 15,-5-5 0-15,0-3 0 0,3-21 0 0,2-2 0 16,-3-3 0-16,-1-2 0 16,2-8 0-16,-1-5 0 0,1-11 0 0,7-5 0 15,1-8 0-15,1-7 0 0,6-4-131 16,-1-7-134-16,6-1-15 0,0 0-12 0,0 0-3 16,10-38-8-16,3 6 5 0,2-11 29 15,6-9 29-15,4-6 34 0,2-4 40 16,7-13 56-16,-7 15 47 0,-1 3 53 0,1 7 42 15,-4 9 44-15,-6 12 42 0,-2 5 40 16,-6 5 38-16,0 4 10 0,0 3 19 0,-2 3 4 16,2 3-1-16,-4 4-7 0,4 0-8 15,-9 2-3-15,0 0-7 0,25 8-10 16,-15 0-13-16,-3-2-12 0,1 5-96 16,0 1-72-16,-3 0 0 0,1-2 0 0,-4 2 0 15,0 0 0-15,-4 0 0 0,-2 1 0 16,-3-1 0-16,-3 2 0 0,-2 1 0 0,-4-3 0 15,-2-3 0-15,0-1 0 0,2-4 0 16,-2 0-86-16,4-2-359 0,1-6-93 0,-1-5-87 16,5 0-119-16,1-12-89 0,12-4 73 15,7-24-655-15,14-8-866 0</inkml:trace>
  <inkml:trace contextRef="#ctx0" brushRef="#br0" timeOffset="19879.08">26057 1843 4109 0,'13'-12'78'0,"-2"5"93"0,-6 2 75 0,2-2 57 0,-4 4 35 15,-3 3 20-15,0 0 23 0,0 0-2 0,0 0 4 16,-3 29 28-16,-8 2-15 0,4 3-26 16,-2 5-102-16,-5 16-268 0,1 6 0 0,-5 2 0 15,2-2 0-15,-4 3 0 0,6-1 0 16,-6 1 0-16,1-6 0 0,0 0 0 16,2-5 0-16,0-5 0 0,3-9 0 0,3-8 0 15,3-8 0-15,1-4 0 0,3-3 0 16,-2-4 0-16,3-4 0 0,1-3 0 0,2-5 0 15,0 0 0-15,0 0 0 16,0 0-64-16,-10-29-215 0,10 9 27 0,-2-4 27 16,0-12 26-16,-4-2 34 0,3 3 42 15,-3 10 45-15,2 6 45 0,3 3 31 0,-1 3 22 16,-3 2 24-16,1 1 35 0,3 5 37 16,-3 2 38-16,4 3 19 0,0 0 8 0,-4-7 3 15,4 7 3-15,0 0-4 0,11-4-84 16,1 1-99-16,5-3 0 0,6 0 0 0,9-6 0 15,4-3 0-15,11-2 0 0,0-4 0 16,-1 4 0-16,-1 0 0 0,-8 6 0 16,-5 1 0-16,-8 4 0 0,-4 4 0 15,-6 2 0-15,-1 0 0 0,-4 4 0 0,-2 4 0 16,0 0 0-16,-4 1 0 0,-3 3 0 16,2 2 0-16,-2 2 0 0,-2 2 0 15,-1-2 0-15,-1 2 0 0,-1-3 0 0,4 1 0 16,-1-3 0-16,0-1 0 0,0-1 0 15,0-3 0-15,0-3 0 0,2-5-725 0,-1 7-201 16,1-7 16-16,0 0 91 0,0 0-817 16,0 0-1075-16</inkml:trace>
  <inkml:trace contextRef="#ctx0" brushRef="#br0" timeOffset="20001.87">26382 2360 4571 0,'-9'-14'68'0,"9"14"47"0,-11-2 19 0,11 2 1 0,-9-6-10 0,9 6-12 0,-11-4-40 0,11 4-73 15,-10-3-127-15,10 3-142 16,-6-4-180-16,6 4-253 0,-1-8 68 0,1 8 74 16,-4-8-322-16,4 8-365 0</inkml:trace>
  <inkml:trace contextRef="#ctx0" brushRef="#br0" timeOffset="21080.1">26656 2569 2876 0,'-4'-8'310'0,"1"3"-13"0,3 5 4 0,0 0 29 0,-6-7 24 0,6 7 18 16,0 0 6-16,0 0 1 0,-5 24-15 0,2-9-28 16,-1 2-33-16,2 3-27 0,1 3-26 15,1 1-23-15,-2-1-25 0,0-4-20 16,0 0-17-16,0-2-15 0,0-1-20 0,0-3-121 15,2-3-9-15,0 1 0 0,0-3 0 16,0-1 0-16,0-7 0 0,6 7 0 0,-6-7 0 16,0 0 0-16,19-21 0 0,2 1 0 15,0-9 0-15,8-5 0 0,-3-1 0 16,-1 12 0-16,-6 0 0 0,-2 7 0 16,-6 4 0-16,0 3 0 0,-4 1 0 0,-1 4 0 15,-6 4 0-15,12 0 0 0,-12 0 0 16,16 12 0-16,-8-5 0 0,-1 3 0 0,3 3 0 15,-1-3 0-15,2 2 0 0,0-1 0 16,0-2 0-16,-2-4 0 0,1 1 0 16,1-2 0-16,0-2 0 0,3-2 0 0,-14 0 0 15,29-9 0-15,-14 2 0 0,4-2 0 16,-1-3 0-16,4-5 0 0,4-1 0 0,-2 2 0 16,-5 0 0-16,-6 4 0 15,-4 6 0-15,0-2 0 0,0 0 0 0,-2 3 0 16,-7 5 0-16,9-4 0 0,-9 4 0 15,0 0 0-15,0 0 0 0,22 13 0 0,-19-5 0 16,6 0 0-16,-2-3 0 0,0 4 0 16,1 0 0-16,4-1 0 0,-1 1 0 0,2-3 0 15,4-4 0-15,1 2 0 0,0-2 0 16,-4 0 0-16,3-2-31 0,-1 0-145 16,-4 0-65-16,2 2-62 0,-3-1-71 0,1-1-76 15,-12 0-97-15,17 1-138 0,-10 2-111 16,-7-3 77-16,14 0-597 0,-14 0-773 0</inkml:trace>
  <inkml:trace contextRef="#ctx0" brushRef="#br0" timeOffset="21397.2">28284 2687 4072 0,'-39'-2'250'0,"-2"2"13"0,-1 0 29 0,10 0 48 0,5-2 62 0,4 2 53 15,8 0 0-15,-3-2-21 0,7 4-39 0,11-2-32 16,-8 6-23-16,8-6-210 0,0 0-130 15,39 13 0-15,1-5 0 0,13 1 0 0,8-2 0 16,6 0 0-16,-3-3 0 0,1-1 0 16,2-3 0-16,-7-3-345 0,1-4-554 0,-12 1-54 15,2-6 91-15,-9 2-883 0,-6-5-1178 16</inkml:trace>
  <inkml:trace contextRef="#ctx0" brushRef="#br0" timeOffset="21647.13">28777 2401 5183 0,'0'0'114'0,"0"0"26"16,0 0 67-16,0 0 67 0,0 0 40 15,0 0 17-15,13 29 20 0,3-4 4 0,-3 4 0 16,1 5-14-16,2 11-115 0,-5-6-226 16,-6 3 0-16,1-3 0 0,-5 1 0 15,-4 1 0-15,-5-2 0 0,-2 0 0 0,-5 3 0 16,0-9 0-16,-2-4 0 15,-2 2 0-15,-2-7 0 0,0-2 0 0,4-8 0 16,2-1 0-16,-5-3 0 0,8-3 0 16,-4-3 0-16,3-3-93 0,-3-2-600 0,0-1-158 15,-2-5-54-15,5 0 90 0,-1 0-829 16,1 1-1082-16</inkml:trace>
  <inkml:trace contextRef="#ctx0" brushRef="#br0" timeOffset="22496.19">29665 2539 4680 0,'2'-19'82'0,"2"5"52"0,-1 3 52 0,-3 2 56 0,0 0 42 0,1 2 26 0,-1 7 7 16,-1-10 7-16,1 10-17 15,0 0-20-15,0 0 10 0,0 0 42 0,-7 28-2 16,-2 8-272-16,-4 13-65 0,-5 12 0 15,-5 0 0-15,-7 20 0 0,-3-4 0 0,10-17 0 16,5 0 0-16,-2-3 0 0,11-6 0 16,2-10 0-16,0-4 0 0,5-8 0 0,2-5 0 15,7-1 0-15,-2-4 0 16,8-3 0-16,1-3 0 0,3-1 0 0,6-5 0 0,0-2 0 16,-3-3 0-16,2 1 0 15,-1-3 0-15,-3-3 0 0,2 3 0 0,-3-3 0 16,-2-1 0-16,-4 1 0 0,3-1 0 15,-3 3 0-15,-1-1 0 0,0-1 0 0,-10 3-801 16,12-1-179-16,-12 1 88 0,0 0-985 16,18 1-1300-16</inkml:trace>
  <inkml:trace contextRef="#ctx0" brushRef="#br0" timeOffset="22829.8">29938 3043 5146 0,'-6'-6'32'0,"1"-1"56"16,-1 3 49-16,6 4 65 0,-12-3 39 16,12 3 37-16,0 0 13 0,-17 8-1 0,17-8-12 15,-8 17-16-15,4-6-18 0,1 1-23 16,-1 4-21-16,4-2-20 0,0 1-79 0,0-1-101 16,4 3 0-16,-1-2 0 0,6-4 0 15,-2 1 0-15,0-1 0 0,5-5 0 16,1 0 0-16,-1-4 0 0,0 1 0 0,0-3 0 15,-12 0 0-15,25-1 0 0,-14-3 0 16,0-2 0-16,-4 0 0 0,0-5 0 16,-3 1 0-16,0-3 0 0,-2 0 0 15,-4-2 0-15,-2 1 0 0,0-1 0 0,-3 3 0 0,-5-3 0 16,-3 4 0-16,1 3 0 16,-8 1 0-16,3 5-194 0,4 2-183 0,-4 0-80 15,-1 2-99-15,5 3-125 0,-2 2-150 16,6 0 64-16,3-2-705 0,7-2-920 0</inkml:trace>
  <inkml:trace contextRef="#ctx0" brushRef="#br0" timeOffset="23064.41">30439 2939 4166 0,'-5'-10'102'0,"2"0"52"0,-3 5 42 0,6 5 32 16,-5-6 18-16,5 6-17 0,0 0-22 15,0 0-20-15,-9-2-19 0,9 2-20 16,0 0-15-16,-18 24-10 0,11-10-5 0,-1 5-44 16,0-1-49-16,2 5-59 0,3-3-60 15,1 3-68-15,0-4-75 0,2-1-64 0,4-1-59 16,-1-1-59-16,6-3-64 0,-2-4-64 16,2-2-60-16,1-2 16 0,0-1-317 0,-3-3-389 15</inkml:trace>
  <inkml:trace contextRef="#ctx0" brushRef="#br0" timeOffset="23579.1">30540 3096 2454 0,'6'-5'63'0,"-3"2"64"16,-3 3 55-16,0 0 22 0,10-6 32 16,-10 6 29-16,0 0 15 0,0 0 8 15,19 9 8-15,-13-4-20 0,-6-5-3 16,10 13-9-16,-5-6-18 0,-1-1-17 0,0 2-19 16,-1 0-15-16,-1-2-14 0,1 1-14 15,-3-7-14-15,-3 16-16 0,-1-10-11 16,1 1-9-16,-3-2-15 0,-1 2-20 0,7-7-31 15,-20 4-41-15,20-4-39 0,-14-2-32 16,3-4-44-16,2-3-23 0,2-5-18 0,3 0-12 16,-1-1 0-16,5 3-12 0,3-3 15 15,-1 2 18-15,0 4 18 0,2 0 20 0,-1 2 19 16,3 3 20-16,-1 1 23 16,-5 3 15-16,14-2 10 0,-14 2 6 0,17 0 1 15,-7 4 0-15,3 1 4 0,-2-2-2 16,8 1-1-16,1-1-5 0,-2-3-16 0,11-2-14 15,-2 1-15-15,0-3-15 0,9-3-6 16,-4-1-6-16,-2-6 1 0,-1-1-4 16,-4-6 2-16,0 0-6 0,0-17-10 0,2 2-12 15,-3-7-17-15,-3-8-12 0,-2-5 2 16,2-6 0-16,-6-6 7 0,-5-7 24 0,-5 5 26 16,-5 11 31-16,-5 5 32 15,-5 18 17-15,-3 9 24 0,0 10 18 0,0 6 19 16,-1 10 25-16,-1 5 18 0,-1 9 25 15,0 15 18-15,2 6 22 0,6 7 8 0,5 15 14 16,3 4 8-16,7 0-1 0,2 0 8 16,5-1 6-16,3 1 6 0,6 1 21 15,2-3-20-15,5 1-18 0,-1-7-20 0,3-1-18 16,-3-4-16-16,0-4-51 0,-9-6-85 16,-2-8-136-16,-6-2-119 0,-3-4-120 0,-2-6-153 15,-3-2-199-15,-4-4-54 0,0-1 65 16,-2 0-546-16,-4-3-711 0</inkml:trace>
  <inkml:trace contextRef="#ctx0" brushRef="#br0" timeOffset="24379.05">31293 3304 3696 0,'2'-9'358'16,"-2"2"-15"-16,0 7-6 0,2-8 4 0,-2 8-11 0,0 0-21 0,0 0-13 15,5-5-16-15,-5 5-18 0,0 0-23 0,16 17-20 16,-11-8-24-16,3 3-15 0,-4-4-23 15,-1 4-9-15,4-2-12 0,-5 0-16 0,-1 3-10 16,-1-3-11-16,-1 1-63 0,1 0-36 16,-2-2 0-16,0 0 0 0,-1-3 0 0,3-6 0 15,-7 12 0-15,7-12 0 0,-4 5 0 16,4-5 0-16,0 0 0 0,0 0 0 16,0 0-43-16,25-32-7 0,-7 9 10 15,-2 6 8-15,-3 2 20 0,1 4 18 16,-3 0 27-16,-1 4 16 0,-2-2 1 0,-1 2-11 15,-2 1-39-15,4 4 0 0,-9 2 0 16,0 0 0-16,0 0 0 0,22 7 0 0,-17 0 0 16,2-1 0-16,-1 3 0 0,1 4 0 15,0-4 0-15,0 0 0 0,-2 2 0 0,3-3 0 16,-3-2 0-16,1 1 0 0,-3-2 0 16,4 0 0-16,-7-5 0 0,13 4 0 15,-13-4-23-15,0 0-69 0,21-10 13 0,-10 2-3 16,1-3 14-16,1-5 2 15,0 3 8-15,1-3 14 0,-5 1 8 0,0 3 5 16,2 3 24-16,-4 1 7 0,-1 1 16 16,-3 2-2-16,-3 5 3 0,10-5 7 0,-10 5 13 15,0 0 2-15,0 0-4 0,10 17-4 16,-7-7 3-16,1 2-5 0,-2 2-5 0,0-4-5 16,1 4 1-16,4 1-12 0,-2-5-10 15,3 2-15-15,-1-5-11 0,2 2-25 16,0-4 0-16,2-1-19 0,1-3-9 0,-12-1-10 15,25-3-4-15,-9-1 5 0,4-4 5 16,-4-3 12-16,9-6 6 0,-5 3 20 0,-5 2 13 16,0-3 22-16,-2 5 34 0,-4 1 34 15,2 3 19-15,-4-1 16 0,-1 1-12 16,-6 6-11-16,10-3-8 0,-10 3-2 16,0 0-7-16,0 0-3 0,9 16-9 0,-7-8-13 15,0 2-23-15,0 2-28 0,1-1-38 16,3 0-36-16,-4 2-38 0,6-1-45 15,-3 1-52-15,1-3-54 0,0-1-66 0,1-1-67 16,-1-1-104-16,4-2-137 0,-5-1-68 16,1 1 75-16,-6-5-486 0,10 9-607 0</inkml:trace>
  <inkml:trace contextRef="#ctx0" brushRef="#br0" timeOffset="24647.21">30449 3930 3789 0,'-24'1'458'0,"10"1"-13"0,2 0-13 0,2 0-4 0,10-2 23 0,0 0 8 0,0 0 15 0,49 20-26 16,8-11-37-16,13-1-42 0,12-1-342 16,10-4-27-16,1-3 0 0,21-3 0 15,-28-2 0-15,-6 0 0 0,-10 0 0 0,-9-1 0 16,-17 3 0-16,-8 1 0 0,-7-3 0 0,-10 4 0 15,-2 1 0-15,-6 1-183 16,-2-1-181-16,-9 0-71 0,7 5-73 0,-7-5-96 16,-6 9-163-16,1-2-14 0,-5 3 81 15,-1-1-609-15,-7 2-767 0</inkml:trace>
  <inkml:trace contextRef="#ctx0" brushRef="#br0" timeOffset="44843.07">16754 3424 2739 0,'6'-6'95'0,"-6"6"-8"0,0 0 24 0,5-5 20 0,-5 5 17 0,0 0 2 0,2-8-16 16,-2 8-27-16,0 0-18 0,0 0 4 15,0 0-17-15,4-7-2 0,-4 7-11 16,0 0-4-16,0 0-7 0,0 0-6 0,0 0-5 15,0 0-1-15,0 0-9 0,0 0 12 16,0 0 2-16,-42 12-1 0,30-9-2 0,-2 4 5 16,-3-2-6-16,1 2-6 15,2 0-3-15,-6 2-4 0,3-1-3 0,-2 3-6 16,3-5 0-16,2 5-3 0,0-3-4 16,1 0-2-16,0 2-8 0,-1 0 4 15,5-1 17-15,1-3-7 0,-4 5-1 0,7-3 7 16,-3 4 1-16,0-1 3 0,3-1 3 15,-1 2-1-15,1 2 1 0,-1-3 3 0,2 2 0 16,1 2 0-16,2-3 2 0,-1 2 6 16,2-3 2-16,-4 3 2 0,4 0 3 15,-2-1 0-15,2-1-1 0,0 2-2 0,0 1-1 16,0-2-2-16,2 1-2 0,2-2 4 16,-4 0 0-16,2 1 1 0,-2 0-4 15,1-3-1-15,-1 3-1 0,3-2-6 16,-1 0 3-16,0 2 16 0,0 1 7 0,2-3 1 15,-4 1 5-15,1 0 1 0,-2 3 8 16,1-1-3-16,0-2-25 0,-4 1 1 0,2-1 2 16,0 1-1-16,0-1-12 0,-1 2 5 15,2-3 4-15,-3 2 8 0,2-1-6 16,-2 0-4-16,3 2-1 0,-5-1 2 0,2 3-6 16,-1-3-4-16,-2 3 0 0,2-1 2 15,-4 1 12-15,-1 1-2 0,-2-2 3 0,3 3-7 16,-3-3-1-16,1-1-7 0,2-1-2 15,1-3-4-15,-2 2 1 0,5-5-4 0,-1 3 0 16,2-4 10-16,-1 0 0 16,0 0 6-16,5-6 0 0,-5 8 9 0,5-2 3 15,0-6 15-15,0 0 5 0,0 0 3 16,5 14 8-16,2-11-6 0,-7-3 4 0,13 9-9 16,-6-1-72-16,1 1 0 0,2-1 0 15,-5 4 0-15,6 4 0 0,-2 2 0 16,-4 3 0-16,4 11 0 0,-1-1 0 0,-8 6 0 15,0 2 0-15,-4 1 0 0,-2 1 0 16,-5 13 0-16,-4 0 0 0,-2 0 0 0,-1 2 0 16,2 0 0-16,-4-1 0 15,-1-1 0-15,3-2 0 0,-4 0 0 0,1-5 0 16,3 2 0-16,-3-5 0 0,5-8 0 16,3-2 0-16,0-5 0 0,1 3 0 0,5-10 0 15,-3-3 0-15,4-1 0 0,0-4 0 16,1 2 0-16,1-4 0 0,0 0 0 0,3 0 0 15,-1 0 0-15,0-2 0 0,0 2 0 16,-1 0 0-16,3 0 0 0,0 1 0 0,0-1 0 16,0 2 0-16,0 5 0 0,0 0 0 15,-2 4 0-15,0 3 0 0,2-1 0 0,-1 11 0 16,-5 3 0-16,2 2 0 0,1 2 0 16,-3-2 0-16,3 1 0 0,-4 3 0 15,0 4 0-15,1-6 0 0,1-4 0 16,-4 2 0-16,4 0 0 0,-3 1 0 0,-1 7 0 15,1-9 0-15,0-1 0 0,1 1 0 16,0-3 0-16,-2 0 0 0,2-1 0 0,-1 0 0 16,-1-4 0-16,1 1 0 0,0-2 0 15,-1-1 0-15,2 1 0 0,0-5 0 0,2-4 0 16,-1 1 0-16,1-2 0 0,-3 3 0 16,2-4 0-16,0 2 0 0,-1 11 0 0,1-8 0 15,3-2 0-15,-2 0 0 16,1 1 0-16,-1-1 0 0,-1 10 0 0,-1-2 0 0,1 4 0 15,-4 0 0-15,1-3 0 16,0 4 0-16,-1-2 0 0,0 4 0 0,-1-3 0 16,-1-1 0-16,5 0 0 0,0 1 0 15,-6-3 0-15,8 0 0 0,-1-6 0 0,3-2 0 16,-3 1 0-16,0 7 0 0,2 3 0 16,2-6 0-16,0-4 0 0,0 10 0 0,1 0 0 15,-1 1 0-15,0 3 0 0,0-2 0 16,0 1 0-16,2-9 0 0,-2-3 0 0,4-3 0 15,-4-2 0-15,2-2 0 0,2-2 0 16,-2-3 0-16,0-2 0 0,0-1 0 0,2 0 0 16,0-2 0-16,0-3 0 15,1 1 0-15,1-4 0 0,5 3 0 0,-9-6 0 16,12 0 0-16,-12 0 0 0,18-4 0 16,-5-2 0-16,-2-2 0 0,-1-5 0 0,7-9 0 15,-2-9 0-15,-3-3-64 0,3-11-954 16,4-9 80-16,2-10 96 0,8-27-970 0,7-8-1241 15</inkml:trace>
  <inkml:trace contextRef="#ctx0" brushRef="#br0" timeOffset="46174.56">16715 4280 4702 0,'-12'4'-185'0,"12"-4"46"0,-11 0 48 0,11 0 47 0,0 0 48 0,-12 0 36 0,12 0 27 15,0 0 8-15,0 0 8 16,-12 0-3-16,12 0-1 0,0 0-8 0,0 0-5 15,0 0-5-15,0 0 1 0,0 0 3 16,0 0 2-16,0 0 4 0,40 0 4 0,-19 0-2 16,8-2-2-16,13 2 0 0,-2-2-4 15,7 2-8-15,-2-2-4 0,2 2-3 0,3 2-5 16,0-2-7-16,0 0-4 0,0 0-5 16,0 0 2-16,1 0-5 0,1-2-1 0,0 0-2 15,-4 0-6-15,2-1-1 0,-3-1 0 16,5 1-2-16,9 0-3 0,-2-3 0 15,4 1-1-15,2 2-4 0,-2-1 4 0,-1-1 0 16,-8 5-2-16,0-2-2 16,7 1 0-16,-11-1-3 0,-3 2 3 0,1-2 3 15,-7 0-5-15,4 1 0 0,-6-1-1 16,-1 1-1-16,5 1 2 0,-4-1 0 0,-4 1-4 16,4-3 0-16,-5 3 2 0,9-1-2 15,-1 1 0-15,2-2 2 0,-1 2-3 0,7 0 4 16,-1-2-1-16,1 2-2 0,2 0 1 15,-3 0-2-15,-1 0 2 0,-7-2-2 16,-5 2 0-16,-7 0-2 0,-2 0 4 0,-6 0-3 16,-1 0 2-16,-6 0-3 15,4 0 1-15,-5 0 3 0,-13 0-3 0,27-1 2 16,-16 1-1-16,3-2 3 0,0 0-3 16,4 2-2-16,7-3 0 0,2 3 3 0,1-2-2 15,14 0-1-15,-1 2-2 0,6-2 7 16,-6 2-4-16,-7 0 2 0,7 2-4 0,-9-2 2 15,-5 0-1-15,-1 2 3 0,-3-2-3 16,-2 2-1-16,1-2 2 0,-4 1-1 16,1-1 2-16,5 0-1 0,-4-1 1 0,8 1 0 15,1-2 1-15,15 0 0 0,0 2 2 16,2 0 1-16,1 0 2 0,1 2-2 16,-3-2 2-16,0 3-3 0,-4-3-2 15,-8 2-2-15,-5 0 4 0,-3 0-5 0,-2-1 0 16,-2-1 1-16,-4 2 0 0,2 0 0 15,-4-2 0-15,3 2 0 0,-1-1 2 0,4-1 0 16,6 0 2-16,11 4-2 0,7-3 3 16,3 1-2-16,15-1-3 0,1 5 0 0,3 0 3 15,2-2-1-15,1 4-3 0,-1-4-1 16,-5 5 0-16,-4-3-10 0,-16-2-5 16,-4 2-5-16,-8-4 5 0,-7 0 2 0,-6 0 2 15,2 0 4-15,-4 0 1 16,0-2 8-16,-1 0 8 0,-4 0 4 0,-12 0 14 15,22 0 15-15,-22 0 1 0,19 0 3 16,-19 0-5-16,17 0-5 0,-17 0-7 0,14 0 3 16,-14 0-15-16,0 0-24 0,0 0-36 15,14 0-54-15,-14 0-77 0,0 0-101 0,0 0-120 16,0 0-147-16,0 0-168 0,0 0 25 16,0 0 92-16,0 0-405 0,-38 4-475 0</inkml:trace>
  <inkml:trace contextRef="#ctx0" brushRef="#br0" timeOffset="47707.27">16704 5221 2742 0,'-14'2'-23'0,"4"0"22"0,-2-2 25 0,1 3 29 0,1-2 27 0,10-1 32 0,-18 2 18 0,10 0 11 0,-2 0-2 15,10-2-7-15,-15 2-3 0,15-2-11 16,-8 3-9-16,8-3 2 0,-4 3 11 0,4-3 3 16,0 0 4-16,0 0 1 0,20 11 1 15,-7-6-2-15,2-2 0 0,10 2-2 16,11-1-5-16,8 1-7 0,2-2-8 16,15 2-15-16,2 0-4 0,1-1-13 0,-1-2-4 15,6-1-5-15,-2-2-1 0,5 1 4 16,-2 0 2-16,0 0-1 0,-2 0-6 0,0-2-13 15,-3-2 0-15,0 1 1 0,-1 1-9 16,2 1-1-16,-13-1-9 0,-3 0-1 0,1 1-3 16,-2-1-1-16,-1 2-6 0,2 2 1 15,-5-2 3-15,-5 0-2 0,5 0-4 0,0 0-4 16,-13 0 5-16,-1 1-2 16,-1-1-8-16,-1 0 7 0,11 2-4 0,-4-2 4 15,2 3-5-15,5-3 2 0,-3 2 2 16,-3 1-8-16,8-3 0 0,-6 0 3 15,5 2-1-15,-2 0-5 0,5-2 2 0,3 0 0 16,-1 2-3-16,3-2 15 0,0 1-22 16,0 1-5-16,-5 0 8 0,1 0-13 0,-5 1 10 15,2 0 2-15,-6-1-4 0,-1 1-2 16,-7-1 7-16,-5 0-1 0,1-2 4 0,2 0-5 16,-1 1-2-16,12 1 0 0,5-2 3 15,-4 0 2-15,4 2-5 0,0-4 1 0,0 4 3 16,-1-2-3-16,2 0 0 0,-4 0-5 15,1 2-4-15,-2-2-1 0,-7 0-3 16,-7 1-5-16,-3 1 8 0,3-2 0 16,-6 2-1-16,0 0 2 0,2-1 3 0,-2-1 1 15,4 2-2-15,2 0-1 0,10 1 6 16,1-1 3-16,5 2-3 0,-2-1 7 0,3 0-13 16,0 0 9-16,1-1 0 0,0 2-2 15,-6-3 3-15,1 1-5 0,3-2 12 0,-2 3-12 16,-7-3 5-16,-7 0-6 15,4 2-1-15,-4-2-1 0,-2 2 1 0,-4 0 5 16,1-2-3-16,-3 0 0 0,4 2-5 0,-2-1 10 16,7 2 1-16,-1-3 8 0,14 4-12 15,-1-1 5-15,5-1-2 0,1 2-3 16,-1 0 3-16,0-2 2 0,-2 4-5 16,0-2-1-16,-4-2 2 0,-1 2 0 0,-9-3-9 15,-4 1-1-15,-8 0-4 0,0 0 4 16,-1-2-1-16,-2 0 0 0,4 0 2 0,0 0 0 15,4-2 3-15,-3 2 1 0,1 0-1 16,7-2 4-16,2 2-5 0,-1-2 1 0,3 1 5 16,9-1-1-16,-5 2 2 0,6-2-3 15,1 2 2-15,0 0-11 0,-11 0-4 0,-4 0-5 16,0-2 2-16,-7 2-4 16,3-3 7-16,-2 3 0 0,1-3-1 0,5 1 1 15,-2 0 2-15,2 0 2 0,9-2 0 16,2-2-1-16,-1 3 5 0,1-1 1 0,-1 0 0 15,6 0-1-15,-1 0 1 0,-3 1-7 16,4 0-3-16,-3-1 3 0,-1 2 2 0,4 2 1 16,-4-1 2-16,-3 1-2 0,9-2-1 15,-5 2 1-15,-6 0-3 0,-6 0-1 16,5 0 3-16,6-2 4 0,-4 1-3 0,-2 1 3 16,5-2 1-16,1 1-1 0,6-1 2 15,-4 0 0-15,6 2 2 0,2 2 0 0,0-2-1 16,0 2-12-16,1 1-4 15,2-2 0-15,7 4 2 0,-10-1-1 0,3-2 9 0,-4 4-7 16,-7-4-4-16,-3 2 2 16,-7-2 7-16,-6-1 0 0,-8-1 5 0,-2 0 2 15,1 0 5-15,-5 0-2 0,2-1 1 16,-3 1 2-16,-10 0-4 0,17-4-10 0,-10 2-27 16,-7 2-47-16,10-5-61 0,-10 5-73 15,4-7-79-15,-4 7-93 0,0 0-126 0,-9-10-80 16,-2 5 38-16,0 1-350 0,-4 3-394 15</inkml:trace>
  <inkml:trace contextRef="#ctx0" brushRef="#br0" timeOffset="49074.24">16747 6108 2472 0,'0'0'28'0,"0"0"22"0,-8 3 16 0,8-3 19 0,-10 3 27 0,10-3 20 16,-9 4 34-16,9-4 15 0,-10 2-2 15,10-2-8-15,-6 3-17 0,6-3-12 0,0 0-10 16,-9 2-10-16,9-2-4 0,0 0-12 15,0 0 1-15,0 0 1 0,0 0-1 0,0 0-2 16,15 10-4-16,-3-8-3 0,3-2-6 16,4 3-5-16,6-3-5 0,2 0-11 0,15-2-4 15,-1 2-6-15,7-1-10 0,0-1-5 16,5 4-3-16,0-2-3 0,12 0-4 0,3 0-3 16,5 1 1-16,-1-2 8 15,0 1 3-15,-2 0 6 0,0-6 6 0,3 4-1 0,-1 2-1 16,0 2-3-16,-1 2-8 15,-2-4-1-15,-5 0-7 0,-12-2 0 0,0 2 0 16,-3 2-11-16,-1-4 5 0,-3 2-5 16,-1 0-3-16,2 0-4 0,-2 2 0 0,-1-4-2 15,6 0 0-15,-4 0 2 0,-1 1-4 16,3 1-4-16,-1 1 0 0,2-2 1 16,0 4-6-16,-1-1 1 0,3 2-1 0,-2-3 3 15,-1-2-1-15,3 2-4 0,-1 1 0 16,-1 1 0-16,-3 1-1 0,-1-2-1 0,1-1 0 15,-2 1 1-15,0-2 0 0,-2 2 2 16,-1-4-2-16,0 4-1 0,2-2 4 16,-2 0-5-16,-1 0 3 0,4-2 0 15,-9 2-2-15,6-2-1 0,-8 2 4 0,-1 0-2 16,-1 2-1-16,8 0 0 0,-6 0-2 16,-1-2-1-16,-2 1-1 0,-3 1 2 0,5-1-1 15,-4-1-3-15,-1 4 2 0,3-2-3 16,0-2 1-16,-1 0-5 0,14 0 9 0,-10 0-6 15,9 3 3-15,-11-3 3 0,1 0-2 16,-4 0-2-16,0 2 1 0,0-1 4 0,2 1-2 16,-2 0-3-16,-1 0 4 15,1 1-2-15,2-1 0 0,7 3 1 0,-4-2-7 16,8 1 4-16,-1-1 0 0,0 1 1 16,-3 1-1-16,5-2-3 0,-9 1 1 0,4-1 2 15,-3 0-9-15,-6-3-3 0,-1 2 1 16,-2 0-9-16,-2-1-1 0,1 1-1 0,-5-2 2 15,3 2 4-15,3 0 3 0,-3-2-2 16,3 0 0-16,3 1-9 0,-1-1-6 0,15 2-8 16,1 0-1-16,-1-1-11 0,2-1-7 15,-2 2-8-15,6 2-5 0,-2-2-3 0,-2 2-2 16,3-4 3-16,1 4 2 0,-6 0 17 16,3-1 0-16,-2 0 8 0,0 0 5 15,-3 1 3-15,2 0 5 0,1 0 1 16,-3 0 8-16,6 0 1 0,-2 0 7 0,5 1 0 0,-1-1-4 15,1 1-8-15,2-2-10 16,-5 5-8-16,3-2 0 0,-4-2 2 0,-6 1 5 16,-10-1 0-16,-3-2 6 0,-5-2 3 15,-6 2 11-15,-1 1-1 0,-2-2 1 0,-2-1 5 16,-9 0-7-16,10 0-29 0,-10 0-49 16,0 0-58-16,0 0-70 0,0 0-101 0,0 0-145 15,0 0-67-15,-21-15 41 0,8 12-254 16,-1 0-247-16</inkml:trace>
  <inkml:trace contextRef="#ctx0" brushRef="#br0" timeOffset="50290.12">16039 6975 2133 0,'0'0'40'0,"0"0"26"0,-7-5 26 0,7 5 24 0,0 0 18 0,-6-3 9 16,6 3 20-16,0 0 1 0,0 0 7 16,0 0 3-16,0 0 9 0,0 0-5 15,33 1-2-15,-16 1-11 0,9-2-13 0,3 1-12 16,13 1-11-16,4-2-15 0,5-2-9 16,12 1-9-16,5-1 0 0,7 2-3 0,5-3-3 15,9 1-1-15,24 1-7 0,3-3-2 16,3 4-1-16,-1 0-3 0,2-4-1 0,0 0 0 15,-4 3-3-15,-2-2 0 0,-20 3-7 16,18-6-5-16,-24 2-6 0,0 1-8 0,-5-1-5 16,-5-1-4-16,-1 0-7 15,-3-3-1-15,-2 4-1 0,-4 0-4 0,-6-1 0 16,-15 2-4-16,3-2-1 0,-3 3 1 16,2-2-1-16,-1 0-6 0,-3 2-1 0,1-2 4 15,3 2-3-15,1 0 1 0,2 0-2 16,-3-1-4-16,0 1 0 0,3 0-1 0,-3 0-4 15,-1 2 3-15,-3-2-6 0,5 0-10 16,-6-1-11-16,0 0-8 0,1 0-6 0,-2 2 4 16,2-1-3-16,1-2 0 0,3 1 5 15,-1 1 1-15,-1 0 0 0,3 2 2 0,-2 0 6 16,1 0 4-16,-1 0 1 0,4 0 2 16,-5-3-1-16,3 3 1 0,-1 0 5 0,1-1-4 15,0-1 2-15,-1 2 3 16,1 0-1-16,0-2 1 0,0 4 1 0,-2 0 0 15,3-1 2-15,3 2-3 0,7-1 1 16,-11 1 5-16,0-1-2 0,-1 4 1 0,-3-2-1 16,-3 2 1-16,3 0 1 0,-4-2 0 15,0 3 1-15,-4-1-1 0,0-2 1 0,-5 0 0 16,-7 0-4-16,-3-2 6 0,1 2 2 16,-2-2 5-16,-5 0 2 0,2 0 2 15,-2-1 3-15,2 3 4 0,-5-4 3 0,0 2-1 16,-2 0 1-16,-1-2 1 0,2 2 3 15,-13-2 0-15,16 0 7 0,-8 2 2 16,-8-2 6-16,13 2 9 0,-13-2 11 0,10 0 6 16,-10 0 7-16,0 0 6 0,14 0 4 0,-14 0 1 15,0 0-7-15,7 3-6 16,-7-3-5-16,0 0-5 0,0 0 0 0,13 0 1 16,-13 0-1-16,0 0 0 0,0 0 0 15,0 0-12-15,0 0-5 0,14 1 5 0,-14-1-8 16,0 0 1-16,0 0 3 0,0 0 0 15,5 4-6-15,-5-4-4 0,0 0-1 0,0 0-9 16,0 0-17-16,0 0-34 0,4 6-45 16,-4-6-58-16,0 0-75 0,0 0-93 15,0 0-119-15,0 0-141 0,0 0-159 16,0 0-49-16,0 0 60 0,0 0-657 0,0-18-816 16</inkml:trace>
  <inkml:trace contextRef="#ctx0" brushRef="#br0" timeOffset="51472.89">28991 6940 3658 0,'-11'2'186'0,"0"-2"57"0,11 0 10 0,0 0-11 0,-1-11-4 16,1 11 3-16,26-20 10 0,7 5-21 0,3-1-20 15,12-3-20-15,7 1-25 0,4-1-25 16,2 0-27-16,4 0-31 0,-2 0-13 0,-2 1-23 16,-2 1-16-16,-5-1-18 0,-17 4-2 15,-1 1-3-15,-7 3 0 0,-4-2 2 0,-8 3 2 16,-3 2 0-16,-2 2-3 0,-1-3-11 16,-2 6-17-16,-4-5-30 0,1 1-44 15,0 4-65-15,-6 2-94 0,0 0-101 16,0 0-98-16,-2-10-159 0,2 10-68 0,0 0 49 15,0 0-512-15,0 0-609 0</inkml:trace>
  <inkml:trace contextRef="#ctx0" brushRef="#br0" timeOffset="51906.49">29088 7009 3178 0,'-11'-3'167'15,"1"-1"36"-15,4-2 13 0,0 4 5 0,6 2 10 16,0 0 46-16,-7-5 44 0,7 5 31 15,0 0 20-15,0 0 8 0,0 0-3 0,43 24-15 16,-6-6-20-16,9 10-26 0,5 1-32 16,9 3-21-16,13 3-48 0,-12-4-101 0,-1-2-114 15,-5-2 0-15,-1-1 0 16,-7-2 0-16,-3-2 0 0,-12-4 0 0,-1-5 0 16,-8-1 0-16,-6-5 0 0,-4 0 0 15,0-1 0-15,-3-2 0 0,-2 0 0 0,-1 1 0 16,1-4 0-16,-3 3 0 0,-5-4 0 15,10 2 0-15,-10-2 0 0,0 0 0 0,0 0 0 16,0 0 0-16,11-7 0 0,-11 7-66 16,2-9-526-16,2 2-160 0,-2 1-141 15,0-2 74-15,1-2 94 0,4 0-752 0,-3 1-926 16</inkml:trace>
  <inkml:trace contextRef="#ctx0" brushRef="#br0" timeOffset="53206.34">30546 6272 4053 0,'0'-13'27'0,"1"0"51"0,3 3 23 0,-1 3 23 0,1 2 29 0,-4 5 34 16,5-7 37-16,-5 7 33 0,0 0 9 16,0 0 21-16,17 28 13 0,-13-7 4 0,2 14-3 15,-1 5-8-15,-5 4-15 0,0 2-21 16,0 2-24-16,-1 7-21 0,-3-9-16 0,0-2-136 15,0-3-60-15,0 0 0 0,2-5 0 16,-2-6 0-16,3-5 0 0,-1-2 0 16,-2-2 0-16,0-3 0 0,2-3 0 15,1 1 0-15,-3-4 0 0,1-1 0 0,3-3 0 16,-2 0 0-16,2-8 0 0,-2 9 0 16,2-9 0-16,0 0 0 0,0 0 0 15,0 0 0-15,0 0 0 0,0-25 0 0,0 15 0 16,0-1 0-16,-1 1 0 0,-1-2 0 15,-6 3 0-15,1 0 0 0,-5 2 0 0,-7 5 0 16,-4 0 0-16,-3 6 0 0,-14 3 0 16,4 2 0-16,-1 4 0 0,6 1 0 15,7 2 0-15,1 5 0 0,9-6 0 16,7-1 0-16,1 0 0 0,6-3 0 0,0 2 0 16,10 1 0-16,4 0 0 0,0-1 0 15,13-1 0-15,5 0 0 0,1-5 0 0,-1-3 0 16,-1-4 0-16,13 0 0 0,3-4 0 15,10-4 0-15,-1-6 0 0,5-1 0 0,0-4 0 16,0-2 0-16,-2-3-49 0,-6 1-144 16,3-2 22-16,-5 2 13 0,-3 3 16 0,-12 5 15 15,-8 1 19-15,-3 3 21 0,-8 5 23 16,-3 2 21-16,-3 2 22 0,-4-3 16 0,0 5 26 16,-7 0 29-16,0 0 33 0,3 9 24 15,-3-9 15-15,-1 15-3 0,-1-2-4 16,-5 0-5-16,2 4-10 0,-1 3-12 15,1-3-8-15,-6 0-9 0,8 0-8 0,-5 0-24 16,1-2-39-16,2-1 0 0,-2 1 0 16,1-4 0-16,3-1 0 0,-3 0-92 0,3-1-50 15,-1 1-27-15,0-3-19 0,-1 0-15 16,2-2-9-16,-1 0 9 0,4-5 1 0,-5 3 13 16,5-3 11-16,0 0 17 0,0 0 23 15,3-21 17-15,5 8 22 0,2-1 28 16,1 2 19-16,3-1 25 0,-3 3 25 0,0 1 24 15,-1 4 34-15,-1 0 30 0,1 3 31 16,-3 0 29-16,-7 2 12 0,0 0 14 16,18 7 3-16,-13-3-10 0,-1 2-15 0,-1 0-17 15,2 0-11-15,-1 1-16 0,-1 3-22 16,-1-3-32-16,2 0-56 0,0 0-60 0,-2 2-63 16,1-2-70-16,4-1-76 0,-4-1-96 15,3 1-101-15,-2-3-105 0,-4-3-175 16,9 2 47-16,-9-2 71 0,0 0-498 0,0 0-598 15</inkml:trace>
  <inkml:trace contextRef="#ctx0" brushRef="#br0" timeOffset="54856.1">16003 7925 3218 0,'-25'12'18'0,"3"-2"1"0,-5 4 4 0,-1-1 13 0,-3-1 27 0,3 5 26 16,-3-5 13-16,12-3 23 0,0-1 10 15,5 2-8-15,1-3-13 0,1-1-4 0,1 0-13 16,4 2 0-16,1 2 7 16,4-1-2-16,0-1 1 0,2 3-5 0,2-1 5 15,4 2 0-15,7 2 7 0,3-3 7 16,10 5 1-16,0 0 8 0,11-3 4 0,10 4-7 16,3-2 2-16,6-1-2 0,7-2-5 15,1 1 0-15,7-5-20 0,-1 4-6 0,5-7-8 16,-2 3-9-16,6-5-6 0,1 0-23 15,4-3 15-15,1 0-11 0,1-2-17 0,0-2 8 16,0 0-4-16,22-4-5 0,3 3-7 16,4-3 9-16,-4 0-6 0,8 0-2 0,-5 6-4 15,3-2-2-15,-6 2-1 0,4 1-3 16,1 1 0-16,-20 1-7 0,-5 1 5 16,2-1 2-16,16 6-7 0,-23-3 1 0,-3 2-4 15,3-2 1-15,-5 1 0 0,-4-2 1 16,-4 2-4-16,-1-1-3 0,-5 0 0 15,-1 0 5-15,-4-4-2 0,-13 3-3 0,1-3 8 16,2 0-10-16,1 0 0 0,-4-3 8 16,14 1-2-16,-9 0-5 0,7 0-2 15,2-2 12-15,1 1-12 0,3 3 4 0,2 0 2 16,1-1 0-16,-1 2-4 0,-1-1-3 16,1 0 1-16,0 1-1 0,-5-1-4 0,1 2 8 15,-9-2-8-15,10-2-11 16,1 1-2-16,0 1 4 0,1-1 0 0,-1-5-4 15,-1 3-2-15,6-3 4 0,-2 2-5 16,2-2 6-16,1-1 0 0,1 1-2 0,1 0 2 0,2 1 6 16,2 4-2-16,-2-1 0 15,4 2 3-15,-1 2 0 0,-2-1 3 0,-4 4 0 16,-2-3 2-16,-3 2-1 0,-5 1 3 16,4-1 4-16,-3-2-1 0,-3 4-4 0,-1-2 8 15,0-2 0-15,2-2 6 0,0 6 7 16,0 0 5-16,-2-3 5 0,2-1-2 0,-1 2 0 15,-2 2 13-15,-10-1-4 0,-2 0 13 16,-1-1 1-16,-8 1-6 0,-1-2 0 0,-9 0 0 16,-8-3 10-16,-3 2 10 0,-4 0 1 15,-4-2 2-15,0 2-4 0,-1-2 1 16,-9 0 1-16,18 0-6 0,-18 0-3 16,11 3-4-16,-11-3-9 0,0 0-7 0,13-3-23 15,-13 3-56-15,0 0-80 0,0 0-95 16,0 0-113-16,-8-11-141 0,8 11-159 0,-18-8-183 15,0 1 52-15,1 2 87 0,-5-5-663 16,-13 2-795-16</inkml:trace>
  <inkml:trace contextRef="#ctx0" brushRef="#br0" timeOffset="66607.35">4478 9151 1348 0,'4'-8'433'0,"-2"-1"-117"0,2-3-18 0,-3 1 1 0,3 1 10 0,0-4-7 0,-1 2 2 0,1 1-2 15,-2-2 41-15,1 3 46 16,-1 2 19-16,0 1 12 0,-2-2-1 0,0 9-13 16,1-10-15-16,-1 10-32 0,0 0-25 15,0 0-15-15,0 0-51 0,-38 39-44 16,12-3-224-16,-5 8 0 0,3 4 0 0,-3 1 0 16,2 2 0-16,3 2 0 0,-1-1 0 15,2-3 0-15,5-3 0 0,4-12 0 16,2-5 0-16,5-5 0 0,1-7 0 0,3-3 0 15,-1-4 0-15,3-2 0 0,-2-1 0 16,1-5 0-16,4-2 0 0,0 0 0 16,-7-17 0-16,7 3 0 0,-2-6 0 0,2-6 0 15,0-13 0-15,2-3 0 0,-2-3 0 16,-2-1 0-16,0 0 0 0,-1 0 0 0,3 1 0 16,-2 6 0-16,-5 2 0 0,5 8 0 15,0 7 0-15,-1 5 0 0,3 3 0 0,-2 3 0 16,2 0 0-16,2 2 0 0,1 6 0 15,-3 3 0-15,0 0 0 0,27 17 0 0,-5 6 0 16,2 2 0-16,5 9 0 0,3 0 0 16,3 3 0-16,1-1 0 0,-6-2 0 15,1 0 0-15,-6-8 0 0,-4-2 0 16,-3 0 0-16,-2-7 0 0,-5-3 0 0,-4-3 0 16,2-2 0-16,-4-2 0 0,1-1 0 15,-4-2 0-15,0 2 0 0,-2-6 0 0,0 0 0 16,-8 6 0-16,8-6 0 0,0 0 0 15,-25-16 0-15,6-6 0 0,2-6 0 0,0-5 0 16,-5-10 0-16,6 2 0 0,5 9 0 16,2 3 0-16,2 7 0 0,1 5 0 0,3 5 0 15,-1 3 0-15,4 1 0 0,0 8 0 16,0 0 0-16,0 0 0 0,0 0 0 16,0 0 0-16,7 32 0 0,-7-20 0 0,0 2 0 15,0 1 0-15,0-1 0 0,-1 3 0 16,-1-4 0-16,0-1 0 0,2-1 0 15,-2-1 0-15,0-2 0 0,-1-1 0 0,3-3 0 16,0-4 0-16,0 0 0 0,0 0 0 16,0 0 0-16,0 0 0 0,0 0 0 0,0 0 0 15,0 0 0-15,0 0 0 0,18-16 0 16,-18 16 0-16,18 4 0 0,-9-1 0 0,4 4 0 16,-1 0 0-16,2 1 0 0,0 3 0 15,-1-3 0-15,1 2 0 0,-1-3-147 16,0-1-536-16,5-2-183 0,-6-4-12 0,2 0 81 15,3-4-842-15,-3 2-1078 16</inkml:trace>
  <inkml:trace contextRef="#ctx0" brushRef="#br0" timeOffset="68537.48">5101 10938 4358 0,'-18'-2'-136'0,"2"0"43"0,-2 2 31 16,5 0 53-16,2-2 54 0,-1 2 48 0,12 0 28 16,-18-2 16-16,9 2 6 0,9 0-10 15,-11-2-4-15,11 2-13 0,0 0-13 0,0 0-10 16,0 0-5-16,0 0-11 0,35-11-6 15,2 5-6-15,21 0-5 0,6-2-9 16,11 4 2-16,9-1-6 0,22-3-6 0,11 4-3 16,3 0-1-16,7-3-9 15,1 3 1-15,4-4-3 0,-3 0-3 0,6-2 2 16,-1 1-1-16,1-1-2 0,-6-1-5 16,-5 2-1-16,-4-4 1 0,-11-1-2 0,-26 5-2 15,-6 0-3-15,-4-2 2 0,-4 3-4 16,-8-1 0-16,-16 3-2 0,1 0 0 0,-6 1 1 15,-4 0-2-15,-8 0 2 0,1 1-2 16,-4 1 0-16,11-2 2 0,1 0 12 0,-1 0 10 16,7-2-1-16,0 0-3 0,4 4-1 15,16-4-1-15,0 0-2 0,1 0 0 16,4-1-5-16,-2 4 3 0,1-3-16 0,-1 4 7 16,1-2-1-16,-2-1-2 0,-4 0-2 15,0 2 4-15,-14 1-6 0,-2-1 8 16,-4 0-3-16,3 2-3 0,-2-2-4 15,-4 0 12-15,0 0-9 0,-6 1-3 0,7 0 2 16,-1-1-1-16,0 1-1 0,-2-1-5 16,3 0 5-16,-3 0 2 0,2 0-3 0,0 0 0 15,-6 0 0-15,7 0 0 0,-1 3 0 16,-1-3 4-16,0 4-2 0,-9 0-2 0,4 0 0 16,-3-3 5-16,2 2-5 0,-1 2-2 15,13-1 0-15,-4-1 4 0,-4 1-1 16,2 0 0-16,0-2 0 0,1 0-2 15,2 0 2-15,0 0-1 0,-1-1 3 0,-2 0-2 16,-6 1-3-16,-3 0 0 0,-3 2 6 16,2-2-6-16,2 1 5 0,-3-1-4 15,2 2-2-15,-3-2 3 0,6 2 0 0,-3-1-1 16,1 1 3-16,13 0-4 0,-2-2 2 16,2 2 10-16,-8-1-11 0,9 1 0 0,-6-2-1 15,-2 2 1-15,-5 0 2 0,1-2 2 16,-1 2-6-16,2 0 3 0,-1 0-2 0,9 0 0 15,-3 2 5-15,-9-2-6 0,3 0 2 16,7 3 2-16,-1-1 1 0,1-1-7 0,-4 3 8 16,-7-3-5-16,4 3-4 15,9-2 6-15,-2 1-6 0,2 0 3 0,-1 1-3 16,-1 0 2-16,-8 0 2 0,-1-4-6 16,0 2 5-16,-6 1 6 0,4-3-6 0,2 4-2 15,-2-2-2-15,0 0 5 0,-1-1-1 16,-3-1-3-16,-4 3 4 0,4-3 2 15,2 3-4-15,2-3 4 0,1 3 0 0,-1-1-1 16,13 0-2-16,-8 0 2 0,-3 0-2 16,7 0-2-16,-4 1 4 0,-1-1 5 0,-5 0-7 15,1 0 4-15,-2-1 1 0,0 2 3 16,-5-3-3-16,2 2 1 0,-3 0-1 0,1-2 0 16,-6 0 1-16,3 2-1 15,-1-2 2-15,-3 0 7 0,0 0-1 0,-13 0 16 16,21 2 15-16,-21-2 11 0,17-2 1 0,-17 2-2 15,13 0 21-15,-13 0-12 0,14-2-6 16,-14 2-6-16,0 0-12 0,13-4-52 16,-13 4-69-16,0 0-104 0,0 0-147 0,0 0-177 15,0 0-235-15,0 0 6 0,-36-4 81 16,23 2-578-16,-3 0-700 0</inkml:trace>
  <inkml:trace contextRef="#ctx0" brushRef="#br0" timeOffset="70186.42">12058 10849 2872 0,'-18'-6'81'0,"2"2"26"0,3 1 19 0,-1-2 14 0,3 1 32 0,-1 1 7 16,1 1-1-16,2-2-15 0,4 0-23 16,-4 0-13-16,9 4-13 0,-5-5-12 15,5 5-9-15,0 0-12 0,26-9-3 0,10 2-10 16,13 1-3-16,17 1-9 0,14 0-6 16,10 1-7-16,27 2-3 0,5-3-6 0,9 4-4 15,2 1 0-15,2-1-1 0,4-1-6 16,6 2-1-16,-4 0-5 0,-6 0 0 0,-4 0-6 15,-9 2 1-15,-7-2-4 0,-25 1 4 16,-5-2-5-16,-9-1 2 0,-5 0-1 0,-4-2-2 16,-15 4 1-16,-3-5 0 0,0 2-2 15,0-2-2-15,7-1 1 0,-6 1 4 16,7-1-4-16,-7 1 1 0,-1 1-2 16,1 2 1-16,2 1-1 0,-4-1 1 0,4 0 0 15,0 2-4-15,13 2 0 0,-3 0 1 16,5-2 2-16,-1 3 0 0,1 2-3 15,0-1 1-15,4-1 1 0,-5 0 0 0,3 2-1 16,0-3 1-16,-3 2 0 0,-3-1-1 16,-2 1-1-16,-12-3 0 0,1-1 2 0,-6 5-4 15,0-5 4-15,-10 2-2 0,-5-2 0 16,-1 0 1-16,3 0-2 0,-4 0-1 0,-4 0 4 16,-1-2-2-16,-1 4-1 15,0-4 2-15,2 2-1 0,3-1 0 0,1 1 2 16,0-2-1-16,1 2 0 0,3-2 1 15,9 4 1-15,0-2 0 0,4 0-3 0,0 0-4 16,1 0 4-16,5 0-1 0,1 3-2 16,1-1 3-16,0 0-1 0,-4 0 0 0,2 2-1 15,-2-2 1-15,-2 2 2 0,-2 1 0 16,-1-3-2-16,2 1 0 0,-4-3-2 0,-5 3 4 16,-1 1-4-16,-9-2 1 0,5-2 3 15,-3 2 0-15,5-2 0 0,7 1-1 0,2 2 4 16,1-3-2-16,2 0-3 15,-4 0 1-15,1 0 3 0,0 0-2 0,0 0-1 16,2 0 0-16,-4 3-2 0,3-3 1 16,-2 1 4-16,1 0-4 0,-10 1 0 0,-3-2 2 15,-6 0-2-15,-4 2-1 0,3-2 6 16,-2 0-5-16,-1 0 2 0,1-2-1 0,0 0 2 16,1 1-1-16,-1 0 1 0,2-2 0 15,-5 0-4-15,4 2 1 0,-4-1 3 16,2 0 1-16,-2 0-5 0,4-1 3 0,-4 1-3 15,4 0 0-15,1 1 2 0,0 1-4 16,-3-2 4-16,2 2-1 0,-6-2 0 0,3 0 0 16,-4 2 4-16,0 0-1 0,-3-1 2 15,2 0 0-15,-2-2 0 0,-2 1-2 0,0 1 2 16,1 0 0-16,1-3-3 16,0 0 0-16,0 3 1 0,0-4 0 0,1 1 0 15,-1-1-2-15,2-2 1 0,1 0-1 16,-2 1 1-16,4-5-3 0,1 1 1 0,-2-2 4 15,7-9 0-15,-6-2-1 0,4-3-1 16,-4-6-1-16,4-8 0 0,-1-4-1 0,0-3-2 16,-2-1 3-16,2-7-4 0,-2 0 2 15,3-2 0-15,-4 6 0 0,2 5 0 0,-3 1 3 16,-3 12 2-16,-1 3 5 0,0 2 11 16,-1 6 9-16,-3 5 7 0,1 1 3 15,-3 3 1-15,4 0-4 0,-6 1 8 16,3 4 2-16,-1-2 6 0,-3 3-4 0,2 3-6 15,0-4-4-15,-4 8-6 0,6-9-2 16,-4 6-7-16,-2 3 1 0,0 0 19 0,0 0 22 16,0 0 20-16,-2 34 28 0,-6-3 17 15,-5 17 10-15,-5 2 14 0,0 5 8 0,-5 5 2 16,0-1 8-16,-4 1-1 0,0 1-3 16,1-3 2-16,-1-3-3 0,4-6-5 15,4-3-55-15,-1-3-106 0,6-10 0 0,1-6 0 16,-1 1 0-16,5-7 0 0,1-6 0 15,3-1 0-15,0-4 0 0,1 0 0 16,1-1 0-16,-3-2 0 0,4 0 0 0,-1 0 0 16,1-3 0-16,2-4 0 0,-9 9 0 15,9-9 0-15,0 0 0 0,0 0 0 0,-7 0-444 16,7 0-218-16,0 0-169 0,-17-11-35 16,7 3 88-16,-3 2-790 0,-8-1-1010 15</inkml:trace>
  <inkml:trace contextRef="#ctx0" brushRef="#br0" timeOffset="75854.42">19712 9968 782 0,'6'-3'180'0,"-6"3"-21"0,11-3-29 0,-11 3-16 0,8-4-11 15,-8 4 14-15,0 0 8 0,0 0 1 0,9-2 0 16,-9 2-2-16,4-5 2 0,-4 5-3 15,0 0-8-15,4-6-4 0,-4 6 0 16,0 0-5-16,4-6-15 0,-4 6-11 0,0 0-9 16,0 0-8-16,0 0-4 0,0 0 8 15,0 0 13-15,0 0 2 0,-29 11 7 16,15-5 4-16,-2 6 9 0,-6 0-7 16,-3 2 10-16,0 6 2 0,-2 0-10 0,2 1-9 15,-2-1-3-15,2 3-3 0,7-2-4 16,-4 2 0-16,5-1 0 0,2-3-9 0,5 0-3 15,1-2 0-15,1 3 4 0,3-3-2 16,1 1-2-16,-1-1-3 0,4 1-4 0,-1-1 5 16,2 1 1-16,-2 1 0 0,2-1-5 15,0-1-6-15,0 2-2 0,0-3-4 0,0 3-2 16,0-2-7-16,0 1-2 0,2-1-2 16,-2-3-5-16,0-1 1 0,2 1-4 0,-1-3-2 15,1 1 2-15,1 0 4 16,1-1 7-16,-1-1 3 0,1-1 3 0,4 2-2 0,-1-6-4 15,1 5-1-15,1-2-3 16,4 1 0-16,1-2 2 0,3 0-5 0,0 1-4 16,7-1 3-16,-4-2-9 0,1 0 3 15,4 1-2-15,2-1 0 0,0-2-3 0,1 1-1 16,1-3-2-16,9 3-5 0,-8-2 5 16,1-1-5-16,7 3-1 0,-8-3-2 0,-1 1-2 15,-1-2 1-15,1 2 3 16,2-2-6-16,-3-2-1 0,5 2 1 0,4-2 1 15,4 1 0-15,1 0 1 0,-5-3-2 16,1 2 0-16,1-2-3 0,1 1 2 0,-2 1 1 16,1-1-3-16,-5 1 0 0,4 0 4 15,-6 1-4-15,-3-1 1 0,1 2 3 0,2 0-3 16,10-2-1-16,2 0 1 0,-2 4 1 16,2-2 2-16,-2 0-5 0,1 0 1 0,2 2 2 15,-6-2-2-15,4 0 0 0,-7 0 2 16,-6 0-1-16,-1 0-2 0,2 0 3 0,-3 0-4 15,4-2 1-15,-3 2 3 0,13-2-3 16,-8 2 1-16,7-3-1 0,-4 0-3 0,-4 1-1 16,6 0 7-16,1 2-1 0,3-1-4 15,0 1 3-15,1-2-2 0,4 2 1 16,0-2 2-16,-1 0 1 0,1 1-7 16,0 1 4-16,-3 1-3 0,-1-1 6 0,-2 0-2 15,-8 0 1-15,-2 2-1 0,-3 0-2 16,0 0-3-16,-1-2 6 0,1 1 0 0,0 1-1 15,-1 0-1-15,12-1 0 0,0 1 1 16,-1 1 0-16,0-1 0 0,1 2 1 0,3-1-1 16,-4 0 1-16,5 1 2 0,-4-2-2 15,4 1-1-15,-4 1-1 0,2 0-5 0,-4-2 4 16,-6 0 1-16,11 1 5 0,-4 1-6 16,-1-3 6-16,-4-1-8 0,-3 2 6 15,10-2-1-15,-7 2 3 0,-4-2-6 16,3 0 0-16,6 2 2 0,1-2 2 0,-5 1-4 15,7-1 0-15,-6 0 2 0,-8 2-3 16,5-2 0-16,-5 0 5 0,3 2-5 0,-4-2 1 16,-1 2-2-16,-2-2 4 0,-2 0 0 15,-1 0 0-15,0 0-1 0,8 0 2 16,0 0-2-16,1-2 4 0,12 2-6 0,-3 0-2 16,-2 0 4-16,5-2 0 0,-1 4-4 15,-4-2 8-15,7 0-4 0,1 2-1 0,-1-2-2 16,-2 1 3-16,0 1-1 0,0 0-3 15,0-1 3-15,-2 3 1 0,2 0-2 16,-3-4 0-16,0 2-2 0,3 0-1 16,-1 2 2-16,0-3-2 0,3-1-2 0,-2 0 2 15,0 2 1-15,-3-2-2 0,4 0 3 16,-2 2-3-16,-1 0 1 0,3-1 3 0,-7-1-5 16,3 2 4-16,-4-2-5 0,-5 0 6 15,-1 2-6-15,-1-2 2 0,13 1-1 0,-5-1 3 16,-5 2-4-16,-1-2 0 0,10 2 4 15,-6-2 0-15,7 2-3 0,-7 0 5 0,-6-2-4 16,12 1 1-16,-6 2 5 0,-3-3-3 16,-3 3 2-16,3-3-3 0,-1 1 2 15,1-1-3-15,7 1 0 0,-10 3 7 16,-1-2-4-16,-6-1 0 0,1-2 3 0,-4 2-1 16,0-1 0-16,-4 0 1 0,4 0 1 15,-3-1-5-15,6 1-1 0,0 0 0 0,3-2 2 16,8 4 1-16,7-2 0 0,-1 1-2 15,4 1 4-15,-1 1-1 0,-2-1 0 0,6 2-1 16,-2-2 2-16,0 2-1 0,2-2 1 16,-4 1-3-16,2-1 2 0,-5 2-1 15,-8-4-2-15,-3 2 5 0,-7-2-3 0,2 0-3 16,-7 0 7-16,2 0-2 0,-1 0-1 16,-2 0-1-16,0 0 2 0,1 0-1 15,-3-2 0-15,-1 2-1 0,-11 0 1 0,21 0-1 16,-9 0-2-16,-12 0 3 0,21 0-2 15,-12 0 2-15,-9 0 2 0,18-2-1 0,-9 2-2 16,-9 0 2-16,15 0-4 0,-15 0 5 16,17 0-3-16,-17 0-2 0,18 0 6 0,-9 0-4 15,4 0 2-15,4 0-2 0,5 0-3 16,3 2 0-16,6 0 5 0,10-1-2 0,-2 2 1 16,1 1 0-16,1 0-2 0,-2 0-1 15,3 0 2-15,-3-2-1 0,-9 2 0 16,-6-3 2-16,-2 1-1 0,-3-2 5 15,-1 0-2-15,0 1 1 0,-5-1-3 0,3 0 0 16,-3 0 7-16,-1 0-10 0,-3-1 7 16,-9 1-3-16,19-2-2 0,-9 2 1 0,-1-1-2 15,-9 1 0-15,19-2-1 0,-10 2 4 16,-9 0-3-16,22-2 2 0,-13 2 2 0,-9 0 2 16,19 0 2-16,-10 0 4 0,-9 0 0 15,20 0-1-15,-20 0 8 0,15-2 17 0,-15 2 5 16,12 0 9-16,-12 0 9 0,9-2 4 15,-9 2 2-15,0 0 2 0,13 0 13 16,-13 0-12-16,0 0-5 0,12-2-4 0,-12 2 2 16,0 0 1-16,0 0 5 0,13 0-7 15,-13 0-1-15,0 0-16 0,0 0 11 16,0 0-3-16,14 0-5 0,-14 0-2 0,0 0-5 16,0 0-7-16,0 0-3 0,0 0-4 15,7-2-15-15,-7 2-9 0,0 0-80 16,0 0-87-16,0 0-113 0,0 0-153 0,0 0-189 15,0 0-249-15,0 0 96 0,0 0 79 16,0 0-584-16,-41-4-741 0</inkml:trace>
  <inkml:trace contextRef="#ctx0" brushRef="#br0" timeOffset="78151.37">4655 11714 1151 0,'-8'2'158'0,"8"-2"-39"0,-9 3-9 0,9-3 2 15,0 0 7-15,-10 3 12 0,10-3-4 16,0 0-1-16,0 0-1 0,0 0-2 16,0 0 1-16,0 0 3 0,0 0-1 0,0 0-3 15,33 3-2-15,-12-3-14 0,5 0-8 16,5 1-3-16,10 1-11 0,6 2-10 16,-1 1-9-16,1 0-8 0,1 0-5 0,-1-1-5 15,1 2 3-15,-3 0-9 0,0-4 2 16,0 2-13-16,-4 0 3 0,-2-1-1 0,1-1-7 15,4-2 21-15,-2-2 16 16,6 2-5-16,-1-1-5 0,14-3-4 0,-2 1-1 16,-5 0 0-16,11 2-6 0,1 0 0 15,1 1-10-15,-16 0-1 0,12 0-3 0,-11 1-4 16,0 0 1-16,-3-1-5 0,-5 4-2 16,-3-2-2-16,-10-2 3 0,-6 2-1 15,-4-2-7-15,-1 2 3 0,0-1-3 0,1-2 5 16,-2 1-4-16,-4 0 0 0,4 0-5 15,0-2 3-15,1 2-1 0,-2-2 3 0,1-1-7 16,8 0-1-16,11 2-3 0,4 0 5 16,4-1-6-16,-1 2 1 0,3 0 3 0,-3 0-2 15,0 2 6-15,-2-2-10 16,-2 0 2-16,-7 1-3 0,-7-1 5 0,-5 0-3 16,-3 1 5-16,1-1-2 0,-4-1 0 15,-2 2 1-15,-1-2-4 0,1 0 7 0,-1 1-3 16,0-2 0-16,-13 2 1 0,21-2-3 15,-10 0-2-15,-11 2 5 0,22-3-5 16,-10 0 0-16,-12 3 5 0,16 0-3 0,-7-3-1 16,-9 3 0-16,24-3 4 0,-11 1-7 15,4 2 0-15,4-1 0 0,8-1 1 0,1 1 2 16,10-1-4-16,0 0 0 0,2 1-2 16,0-1 0-16,0 0 0 0,2 0 5 0,-3 0 0 15,0 2-3-15,-7-1-1 0,-5-2 1 16,-9 3-3-16,1 0 0 0,-5 0 1 15,1 0-4-15,-3 0 5 0,-1 0 5 16,-13 0 1-16,21 0-6 0,-21 0 3 16,21 0-1-16,-12-3-2 0,-9 3 6 0,17 0-1 15,-17 0-3-15,17 0-1 0,-17 0 3 16,18 0-2-16,-18 0 1 0,19 0 1 0,-19 0-5 16,15 0-6-16,-15 0 2 0,17 0-7 15,-17 0-9-15,17-1 7 0,-17 1-10 0,17 0 14 16,-5 1-2-16,-12-1 1 0,36-1-3 15,-5 1 3-15,12 1 6 0,5 2-2 16,-3-3-3-16,1 0 1 0,-2 3 4 16,-2-2 0-16,-11-1 3 0,-2 2-2 0,-11-2 8 15,1 0-4-15,-1 2 3 0,-5-2-7 16,-13 0 2-16,23 0 4 0,-14 0 1 16,-9 0-2-16,21 0 1 0,-21 0 4 0,19-2-12 15,-7 2-2-15,-12 0-9 0,22-2 1 16,-8 2-3-16,-14 0-2 0,27 0 6 0,-7-1 0 15,5 2-2-15,14 1-4 0,2 0-16 16,1 2-8-16,4-1-6 0,-2-1 0 0,0 2 3 16,-1 0 0-16,0-3 7 15,-5 2 3-15,-10 0-3 0,-3-2 10 0,-4-1 4 16,-6 0 1-16,2-1 0 0,-1 1 6 16,-2-3 2-16,0 3 2 0,-1 0 2 15,1-3 7-15,-3 2-5 0,2-1-1 0,1 2 5 16,-3-2 0-16,3 1 2 0,-3-1 3 15,7 2-3-15,0 0 5 0,3-1-2 0,6 2 2 16,0-1-2-16,3 2 4 0,8-1-3 16,-4 3 6-16,-5-3-4 0,9 2 1 0,4 0-1 15,-4-2 6-15,2 3-5 0,-8-2 0 16,-1-2 3-16,-1 0-2 0,11 2 1 16,-7-2 3-16,8 0-4 0,0 0 5 15,4-2-2-15,0 0 0 0,1 0-4 16,5 0 0-16,-1 1 4 0,12-2-8 0,-8 3 3 15,7 0-10-15,-8 0-6 0,1 0-3 16,8 0 1-16,0 3 4 0,-13-2 4 0,-1 1 3 16,-3 0-3-16,-6 0 3 0,-10-2 1 15,-5 2 5-15,-3-2 2 0,-6-2 6 0,0 2 1 16,1 0 6-16,-2-2 5 0,-2 0 7 16,3 0 2-16,-1 2 4 0,-1-1-2 15,-2-2 9-15,2 3 2 0,-1-3 3 16,-1 2-1-16,-12 1 3 0,22-2-1 0,-11 0-12 15,-11 2 4-15,16-1-1 0,-16 1-20 16,12-2-29-16,-12 2-48 0,9 0-66 16,-9 0-117-16,0 0-223 0,0 0-68 0,0 0 71 15,0 0-97-15,0 0-67 0</inkml:trace>
  <inkml:trace contextRef="#ctx0" brushRef="#br0" timeOffset="79386.07">10633 11771 1685 0,'0'0'77'0,"0"0"33"0,0 0 10 0,0 0 5 0,0 0 12 0,0 0 11 0,0 0 6 16,0 0 4-16,0 0-7 0,0 0-16 0,0 0-8 15,0 0-11-15,0 0-3 0,19-10-7 16,-4 10 2-16,6 2-7 0,6-2-9 0,18-2-2 16,7 2-12-16,18-4-7 15,13 2 4-15,6-2-7 0,33 1-8 0,2-2-6 0,3 2-5 16,2 0-10-16,0 0-4 15,-3-5 1-15,-4 4-1 0,-6 1-4 0,-3 0-5 16,-23-1-1-16,-4 2-6 0,-2 0-1 16,-9-1 0-16,-3 3-3 0,-9-2 0 0,-15 2 1 15,-3-2-5-15,-4 0-1 0,-7 0-2 16,-7 2-2-16,4-1 2 0,-4-2 0 0,20 0 5 16,2 2 8-16,14-3-3 0,-2 2-3 15,4 0-3-15,0 2 4 0,-3 0-4 16,5 0-3-16,4 2 1 0,-3-2-2 0,3 4 0 15,-3-1-3-15,-1 0 5 16,0 1-5-16,-4 2-5 0,-13-4 4 0,0 1 4 16,-2-3-1-16,1 2-3 0,3-2 1 15,-4 0-9-15,-1 0 9 0,1 2-2 0,-2-4-3 16,2 2 3-16,-3 0-3 0,-1-2 1 16,0 2 1-16,-10 0-3 0,-4 0 4 0,-3 0-2 15,-2 0 4-15,0-3-5 0,-4 3-3 16,1 0-4-16,-2 0 9 0,1 0 2 0,-2 0-7 15,2 0 6-15,2 0-3 0,7 0 1 16,10 0-1-16,10 3 2 0,-1-1 2 16,16-2-5-16,-2 4 1 0,4 0 4 15,-2-3 0-15,-3 2-12 0,-12 0 12 16,1-2-13-16,-7 1 10 0,-4-2 0 0,-7 2 4 16,-10-2 3-16,-7 0 25 0,0 2 19 15,-1-2 11-15,-3 0 5 0,-3 0 8 0,-9 0-4 16,18-2-7-16,-18 2-4 0,12 0-7 15,-12 0-8-15,13-2-11 0,-13 2-54 0,0 0-86 16,0 0-133-16,0 0-173 0,0 0-326 16,0 0 82-16,0 0 79 15,0 0-373-15,-43 7-429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3:52:53.4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13880 9849 736 0,'0'0'232'0,"0"0"-57"0,-11-2-17 0,11 2-7 0,0 0 2 16,-11-1 2-16,11 1-3 0,0 0-1 0,-10-2 10 16,10 2 18-16,0 0 11 0,-7-4 8 15,7 4 4-15,0 0-1 0,0 0-4 16,-11-3-5-16,11 3-10 0,0 0-12 0,0 0-12 15,-9-2-15-15,9 2-9 0,0 0-11 16,0 0-5-16,0 0-8 0,0 0-5 16,0 0-4-16,0 0-8 0,0 0-4 0,0 0-2 15,0 0-4-15,0 0-3 16,-5-5-8-16,5 5-1 0,0 0-7 0,0 0-5 0,0 0-8 16,0 0-3-16,0 0-4 15,0 0-1-15,0 0-9 0,0 0-3 0,0 0-2 0,0 0-2 16,0 0-2-16,0 0-4 15,0 0 2-15,0 0-7 0,0 0-4 0,0 0 4 16,0 0-5-16,0 0 0 0,0 0 0 16,0 0-5-16,0 0 4 0,0 0 0 0,0 0-4 15,0 0 1-15,0 0 0 0,0 0 0 16,0 0-3-16,0 0 2 0,0 0-5 0,0 0 4 16,0 0 0-16,0 0-1 15,0 0 0-15,0 0-1 0,-17 3 1 0,17-3 2 16,0 0-5-16,0 0 0 0,0 0-1 15,0 0 1-15,0 0 2 0,0 0 4 0,0 0-5 16,0 0 0-16,0 0-4 0,0 0 3 16,0 0 0-16,0 0-1 0,0 0-3 15,0 0 0-15,0 0-29 0,0 0-52 0,0 0-72 16,0 0-100-16,0 0-127 0,0 0-136 16,0 0-191-16,-12-1 61 0,12 1 72 0,0 0-382 15,-17-5-436-15</inkml:trace>
  <inkml:trace contextRef="#ctx0" brushRef="#br0" timeOffset="2283.17">2921 8627 4250 0,'-8'-14'360'0,"3"2"-6"0,-1 1-43 0,4 5-68 0,-4-2-45 0,6 8-39 15,-4-6-26-15,4 6-13 0,0 0 50 0,0 0 29 16,4 29 2-16,2 2-6 0,4 6 1 15,-1 11-10-15,5 4-10 0,-3 1-11 0,0 1-11 16,-1 4-12-16,1-2-16 0,-2-5-11 16,-2-5-77-16,-2-5-38 0,-1 0 0 15,-2-2 0-15,0-8 0 0,-2-5 0 16,0-3 0-16,0-2 0 0,0-4-48 0,0-2-192 16,-2-3-43-16,0-3-85 0,0-4-65 15,2-5-58-15,0 0-39 0,0 0-23 16,-14-17-46-16,9-4-49 0,-1-16-7 0,-3-16-482 15,1-8-605-15</inkml:trace>
  <inkml:trace contextRef="#ctx0" brushRef="#br0" timeOffset="2633.32">2915 8799 2889 0,'-4'-53'-92'0,"1"7"61"16,-3 3 51-16,4 1 40 0,-2 1 32 15,2 6 35-15,0 6 23 0,4 4 1 16,4 0 4-16,2 4 1 0,3-6-2 0,3 8-9 16,2 7-1-16,4 2-5 0,3 3-10 15,3 4-10-15,4 3-8 0,13 4-10 0,-5 7-9 16,-1 3-10-16,-1 4-3 15,1 6 4-15,-12 2 24 0,-4 3 9 0,-6 4 10 16,-9 2-3-16,-6 4-8 0,-6-1 0 16,-9 9-5-16,-4-4-11 0,-2-2-7 15,3-11 6-15,0-3-3 0,0-4 4 0,5-9-3 16,1-2 3-16,3-3-5 0,0-1-12 16,2-5-8-16,0 0-9 0,7-3-1 0,-9 7-14 15,9-7-8-15,-6 4-5 0,6-4-8 16,0 0 3-16,0 12 9 0,6-2 5 0,1-3-2 15,5 5-5-15,1 3-21 0,3 0 11 16,6 4-17-16,-1 2-8 0,1-2 8 0,-6-4 0 16,-2-1-7-16,-1-1-4 0,-4-3-31 15,1 4-45-15,0-5-43 0,-1 1-56 16,-1 0-57-16,-2-4-69 0,-3-3-81 16,1 0-94-16,-4-3-134 0,0 0-139 15,0 0 64-15,-2-18-524 0,0 6-672 0</inkml:trace>
  <inkml:trace contextRef="#ctx0" brushRef="#br0" timeOffset="3016.06">3508 8811 3428 0,'8'5'87'0,"-8"-5"42"0,0 0 28 0,5 8 28 0,-5-8 19 0,0 0 1 0,0 0-3 0,8 4 7 15,-8-4 11-15,8 3-9 0,-8-3-13 16,17 0-12-16,-17 0-20 0,24-3-5 0,-4 1-25 0,-2-2-9 15,2-3-12-15,0 0-13 16,1 0-10-16,-1-1-6 0,-6 0-10 0,-1 2 0 16,-4-1-8-16,-4-2-6 0,-1 2-3 15,-4 7-8-15,-2-12-3 0,2 12-12 16,-13-6-4-16,3 4-9 0,10 2-6 0,-36 8 3 16,7 6 1-16,-1 3-10 0,1 5 0 15,2-1 16-15,3 4 9 0,1 0 1 0,2-1 2 16,6 2-9-16,3 0 16 0,5-3 13 15,5-4 1-15,2-2 9 0,2 1 3 16,3-3 0-16,-1-1-4 0,8 1-3 16,-1-5-7-16,7 0-6 0,2-4-6 0,5-3-8 15,4-4-46-15,7-5-83 0,3 0-88 16,-2-2-91-16,-1-3-112 0,0-1-116 0,-5-2-137 16,-6 5-195-16,0-8 55 0,-4 7 89 15,-4-2-585-15,-2 0-731 0</inkml:trace>
  <inkml:trace contextRef="#ctx0" brushRef="#br0" timeOffset="3233.24">4081 8615 3769 0,'-17'-4'147'16,"-2"4"44"-16,-1 4 40 0,-2 2 51 0,-12 8 57 16,4 3 21-16,-4 7 9 15,-2 7-6-15,4-2-16 0,12 0-25 0,0 3-31 0,8-1-22 16,-1 2-28-16,6-2-23 15,5-2-18-15,2-3-20 0,4 0-108 0,3 3-72 16,5 0 0-16,-1-9 0 0,0-3 0 16,3-4 0-16,-3 0 0 0,5-3-80 15,-1-3-280-15,-1-4-117 0,2-3-132 0,0-3-171 16,1-2-54-16,-2 0 91 0,0-3-722 16,-1 0-914-16</inkml:trace>
  <inkml:trace contextRef="#ctx0" brushRef="#br0" timeOffset="3750.04">4169 9043 3840 0,'-6'5'64'0,"-1"0"78"0,7-5 46 0,-7 3 35 16,7-3 47-16,0 0 47 0,-11 6-4 16,11-6-10-16,0 0-29 0,0 0-23 0,0 0-28 15,0 0-19-15,4-28-20 0,3 15-19 16,-2-1-10-16,4-7-18 0,0-4-7 15,2-6 12-15,-4 0-7 0,0-3-10 0,-3-3-11 16,1 0-7-16,-3-1-10 16,-2 7-9-16,1 5-88 0,-1 3 0 0,-1 2 0 15,1 5 0-15,-2 3 0 0,2 1 0 16,-3 0 0-16,1 5 0 0,0 4 0 0,2 3 0 16,0 0 0-16,-9 17 0 0,7-2 0 15,-1 6 0-15,1 2 0 0,0 4 0 0,4-2 0 16,1 9 0-16,3 0 0 0,3-3 0 15,1-3 0-15,3-3 0 0,-1-4 0 0,1-5 0 16,0-7 0-16,3 3 0 0,0-7 0 16,0-2 0-16,-1-3 0 0,2-3 0 15,1-2 0-15,1-7 0 0,5-4 0 16,-4-5 0-16,-2-2 0 0,0-4 0 0,-5-4 0 16,1 1 0-16,-3-1 0 0,-2 2 0 15,-1 8 0-15,-2 4 0 0,-1 5 0 16,-3 2 0-16,0 3 0 0,0 5 0 0,-2 2 0 15,0 0 0-15,0 0 0 0,5 26 0 16,-5-12 0-16,0 4 0 0,3 1 0 0,-3 2 0 16,2-1 0-16,-4-1 0 15,4 3 0-15,4 1 0 0,-3-3 0 0,3 1-337 0,-1-6-277 16,-1 3-140-16,3-6-135 0,-2-3 84 16,3-3-825-16,1-2-1068 0</inkml:trace>
  <inkml:trace contextRef="#ctx0" brushRef="#br0" timeOffset="4233.72">4868 8880 4763 0,'0'0'33'0,"-15"6"48"0,15-6 46 0,-9 3 45 0,9-3 43 0,0 0-14 0,-12 3-1 16,12-3-25-16,0 0-18 0,0 0-18 15,-2-18-9-15,2 18-20 0,10-21-11 0,-2 5-7 16,1-5-8-16,0-8-3 15,3-2 1-15,-6-8 1 0,-1-2 7 0,1-3-4 16,-4 1 1-16,-2-1-1 0,-2-4 2 16,-2 7-3-16,-1 0-1 0,-4 4 1 15,-4 4-8-15,2 3-5 0,-1 10-10 0,1 5-10 16,-2 7-5-16,-1 4-7 0,0 2-5 16,-6 8-3-16,-1 2-6 0,-8 9-1 0,2 4-17 15,2 3-8-15,2-1 0 0,3 2 0 16,7-5 0-16,6-5 0 0,3-2 0 0,6-3 0 15,4-2 0-15,5-7 0 0,8-2 0 16,17-9 0-16,14-5 0 0,1-6 0 16,2 1 0-16,-1 3 0 0,-7 1 0 15,-12 4 0-15,-6 3 0 0,-6 5 0 0,-2 0 0 16,-4 4 0-16,1 2 0 0,-2 4 0 16,2 5 0-16,-3 3 0 0,-2 4 0 15,3 8 0-15,-3 2 0 0,-2 2 0 0,0 3 0 16,-4-7 0-16,1 5 0 0,-1-6 0 15,-1-2 0-15,1-3 0 0,-2-1 0 0,-3-2 0 16,2-3 0-16,0 0 0 0,0-3 0 16,-2-2 0-16,2 0 0 0,1-2 0 0,-3-2-478 15,0-5-390-15,0 0-59 0,0 0 96 16,18-14-899-16,-9-3-1163 0</inkml:trace>
  <inkml:trace contextRef="#ctx0" brushRef="#br0" timeOffset="4752.24">5574 8214 4386 0,'2'-20'-117'0,"-4"3"96"0,2 3 74 0,-7 2 55 0,4 2 41 0,-1 1 40 0,0 1 28 16,-3 3 8-16,2 1 27 0,5 4-7 15,-20-1 3-15,20 1 0 0,-32 17-3 0,11 2-6 16,-4 4-1-16,2 3-13 0,0 1-14 16,2 3-16-16,4 0-18 0,0-1-15 0,4 1-20 15,6-6-11-15,4-5-87 0,3-5-44 16,8-1 0-16,3-1 0 0,10-1 0 0,10-1 0 15,5 0 0-15,0-1 0 0,-2-1 0 16,-2 2 0-16,-5-2 0 0,-4 0 0 16,4 5 0-16,-7-1 0 0,-6-1 0 15,-1 1 0-15,-1 0 0 0,-4 1 0 0,-3 3 0 16,-3 0 0-16,-2-1 0 0,0 2 0 16,-4 4 0-16,-3-1 0 0,1 1 0 15,-9 6 0-15,0-1 0 0,-4 0 0 0,-5-4 0 16,-1-1 0-16,-3 0 0 0,4-3 0 15,-3-3 0-15,6-2 0 0,1-6 0 0,7-2 0 16,1-5 0-16,0-3 0 0,0-9 0 16,0-6 0-16,5-17 0 0,5-5 0 0,2-9 0 15,9-9 0-15,7 0 0 16,-5 4 0-16,10 6 0 0,1 4 0 0,-4 12-13 16,0 4-147-16,-2 4 19 0,2 4 31 15,-2 6 38-15,-5 4 48 0,2 3 25 0,-3 4 34 16,3 1 32-16,1 4 26 0,-1 3 17 15,1 3 5-15,2 4-16 0,-3 5-99 0,5 7 0 16,-4 5 0-16,2 2 0 0,-5 1 0 16,3 3 0-16,-5 0 0 0,0-1 0 0,-2-2 0 15,-2 3 0-15,-1-8 0 0,0-3-9 16,-2 0-318-16,-2-5-102 0,0-1-88 0,-2-4-99 16,0-2-124-16,2-3-57 15,-2-3 83-15,2-6-661 0,0 0-828 0</inkml:trace>
  <inkml:trace contextRef="#ctx0" brushRef="#br0" timeOffset="4916.87">5781 8163 3622 0,'0'-31'14'0,"-4"3"79"0,1 9 41 0,-5-2 49 0,1 4 35 0,-2 2 21 0,2 3-3 16,0 1-19-16,-1 2-28 0,3 4-14 16,-2 3-32-16,7 2-39 0,-11 0-53 0,11 0-56 15,-4 13-67-15,4-4-77 0,0 4-72 16,2 6-66-16,2 3-61 0,-2-1-72 0,3 4-57 15,-1-2 1-15,3-1 59 0</inkml:trace>
  <inkml:trace contextRef="#ctx0" brushRef="#br0" timeOffset="5349.87">5745 8214 2411 0,'10'12'22'0,"-3"-5"93"16,-3-7 71-16,-4 0 55 0,0 0 42 15,0 0 37-15,21-11 43 0,-21 11 41 0,6-7 3 16,-6 7-10-16,7-4-7 0,-7 4 6 16,0 0 7-16,23 9 8 0,-13-3-11 15,2 7-21-15,-1 1-29 0,5 9-37 0,0 2-313 16,-1 0 0-16,2-1 0 0,-6-3 0 15,-2-4 0-15,0 0 0 0,-2-3 0 0,-1-1 0 16,2-2 0-16,-4-3 0 16,2 1 0-16,-3-2 0 0,3-2 0 0,-6-5 0 0,8 1 0 15,-8-1 0-15,20-13 0 16,-6-4 0-16,5-7 0 0,0-5 0 0,4-9 0 0,-4 7 0 16,-2 5 0-16,-4 5 0 15,-3 8 0-15,-2-1 0 0,-1 6 0 0,-3 0 0 16,4 3 0-16,-8 5 0 0,0 0 0 15,0 0 0-15,20 13 0 0,-14-5 0 0,1 5 0 16,-2-1 0-16,-1-2 0 0,3 1 0 16,1-1 0-16,0 0 0 0,-3-2 0 0,5-3 0 15,-1-1 0-15,3-4 0 16,-12 0 0-16,34-10 0 0,-9-7 0 0,0 0 0 0,1-9 0 16,-1-1 0-16,3-7 0 15,1-2 0-15,-2 0 0 0,-8 11 0 0,2 4 0 16,-8 1 0-16,-3 11 0 0,-3-1 0 15,1 3 0-15,-4 4 0 0,-4 3 0 0,0 0 0 16,7 21 0-16,-5-5 0 0,2 8 0 16,-2 10 0-16,3 7 0 0,2 1-24 0,0 1-736 15,2 7-166-15,5 1 38 0,3-5 102 16,-5-10-849-16,1-2-1073 0</inkml:trace>
  <inkml:trace contextRef="#ctx0" brushRef="#br0" timeOffset="5616.29">6736 8607 4820 0,'0'0'104'0,"0"0"63"0,0 0 80 0,-44-12 64 0,24 9 41 0,-23 6 30 0,-16 5 12 16,-15 4 10-16,-39 15-13 15,-16 7-24-15,-12 9-115 0,-69 27-252 0,-16 9 0 16,-34 17 0-16,-18 12 0 0,-13 10 0 16,-8 9 0-16,8-1 0 0,15-3 0 0,27-10 0 15,28-6 0-15,30-10 0 0,29-15 0 16,60-29 0-16,17-8 0 0,26-12 0 0,16-8 0 15,4-2 0-15,14-5 0 0,9-4 0 16,3-4 0-16,6 1 0 0,3-4 0 0,4-1 0 16,0-6 0-16,8 8 0 0,-8-8 0 15,19 1 0-15,-6-2 0 0,3-5-503 0,3 4-243 16,2-10-173-16,0 6 58 16,-2-1 99-16,-2 3-734 0,0-1-944 0</inkml:trace>
  <inkml:trace contextRef="#ctx0" brushRef="#br0" timeOffset="13566.29">14400 15288 1183 0,'7'-14'174'0,"-5"-1"-44"0,-6-1-17 0,-1 1-1 0,0-2-11 0,-8-11-9 16,-5 0-2-16,-7-9-4 0,-7-2 7 15,-4-4-4-15,-2 3 3 0,-6-2-3 16,-15-13-8-16,-8-1-17 0,-7 0-1 0,-8-2-5 15,-9-6-8-15,-14 0-6 0,-4 2-7 16,-9-2-4-16,-38-13 0 0,-8 7 1 0,-9 2 3 16,-5 5-3-16,-3 7 4 0,-5 4-6 15,-13 5-3-15,-4 6 1 0,-13 8-3 16,-3 4-3-16,-4 6 14 0,-5 9 4 16,-9 6-4-16,51 8-3 0,-58 6 4 15,16 6 10-15,9 9 2 0,8 6-1 0,12 12 8 16,53-8 0-16,1 6-6 0,9 7 14 15,9 4-2-15,9 5 3 0,6 5 18 0,5 2-4 16,8 10 2-16,7 0 6 0,8 5 5 16,6 4 0-16,6 9-2 0,7 6-6 0,6 4-4 15,7 6-7-15,5 4-5 0,6 2-7 16,0 0-3-16,10-5-2 0,10 2-7 16,5-1-4-16,5 1-4 0,4-2-4 0,3-2-5 15,4 0-2-15,4-2-4 0,2-20-3 16,0-3-15-16,5 16 2 0,0-20-3 0,7 19 3 15,-2-4 4-15,2-19 3 16,7 15-3-16,4-5 5 0,1 0 17 0,10-3 11 0,6 1 1 16,8-3 1-16,7-3 9 15,11-4 2-15,7-4 9 0,14-4 12 0,14-5 7 16,15-6 1-16,13 0 2 0,48 2-7 16,-30-18-1-16,53 5 10 0,7-7-12 15,13-8-11-15,0-4-11 0,9-3-2 0,7-3-1 16,5-4-9-16,4-2-3 0,-3-1 0 15,2-6-13-15,5-4-3 0,-5-4-3 0,-4-5 6 16,-3-3-12-16,-1-6 6 0,-7-7-9 16,-2-5 8-16,-10-7-7 0,-8-9 2 0,-5-8 6 15,-14-9-11-15,-9-11-3 16,-10-7-4-16,-17-8 7 0,-13-6-4 0,-16-6 3 16,-37 18-5-16,11-35-8 0,-37 20 14 15,-9-7-7-15,-8-5 3 0,-14-7-3 16,-10 0-6-16,-12-3 12 0,-15-5-3 0,-15-5-3 15,-12-7 4-15,-32-35-14 0,-18 9 1 16,-23 8 0-16,-28 9-14 0,-19 6-9 0,-21 10 5 16,-15 7-1-16,-16 16 2 15,-18 7 3-15,-11 14-5 0,-6 11-3 0,-10 8 33 0,-9 11-5 16,1 0 0-16,-4 11-5 0,9 5 2 16,-4 3-2-16,1 10 2 0,3 4 1 15,8 8-8-15,3 9 2 0,-5 8-4 16,5 10 2-16,3 9-8 0,9 6 6 0,-7 14-3 15,4 6-13-15,10 8-8 0,9 6-9 16,10 7 2-16,11 6-7 0,6 7-3 0,12 1 3 16,8 1 0-16,44-15 2 0,-30 21 3 15,40-16 3-15,2 6 8 0,-27 21-1 16,35-17 3-16,6 7-14 0,-26 32 3 0,4-4 6 16,29-27 0-16,3 4 2 15,9 2 7-15,4-4-3 0,9 2 6 0,7 0-1 16,14-4 1-16,10 1 15 0,12-15 0 0,10 2 0 15,10 1-1-15,14 18 2 0,7-1-7 16,11 1-4-16,3 2 8 0,11-2-1 0,7 0-1 16,4 1 5-16,2 0-1 0,9-4 0 15,5-6 3-15,8-4 2 0,13-8 13 16,12-7-1-16,52 6 2 0,-25-26-4 0,52 0 1 16,-35-20-1-16,21-12 1 0,60-10-4 15,5-19 0-15,1-9-6 0,4-15-6 16,5-12-12-16,-5-12-3 0,-10-8-6 0,-12-7-32 15,-21-5-53-15,-19 4-81 0,-27-1-99 16,-47 17-124-16,-16 2-157 0,-19 3-165 0,-16 0 70 16,-30 12-481-16,-19 9-614 15</inkml:trace>
  <inkml:trace contextRef="#ctx0" brushRef="#br0" timeOffset="14179.92">6539 16837 3305 0,'-34'-2'-39'0,"7"0"15"0,3 2 7 0,3-2 9 0,5 0 13 16,5 0 11-16,4 2 21 0,7 0 15 0,0 0 3 16,0 0 7-16,63-21-11 0,3 5 1 15,33-5-6-15,14 2-5 0,13 0-6 0,-3 1-27 16,3 2-65-16,-4 1-72 0,-9 3-69 15,-33 3-96-15,-12-1-168 0,-20 5-71 16,-22 3 67-16,-10 1-57 0,-12 1-28 0</inkml:trace>
  <inkml:trace contextRef="#ctx0" brushRef="#br0" timeOffset="14347.03">6539 16817 1611 0,'-37'2'84'15,"-5"2"4"-15,4-2 9 0,11 2-2 16,4-2-1-16,7 0 2 0,4 0-10 15,1 0-10-15,0-2-8 0,11 0-1 0,-5 6-9 16,5-6-4-16,16 9-8 0,-2-7-52 16,20 8-68-16,2-5-106 0,5 0-161 0,3 0-132 15,-12-5-53-15,-4-1-30 0</inkml:trace>
  <inkml:trace contextRef="#ctx0" brushRef="#br0" timeOffset="14581.45">7351 16370 1583 0,'25'-17'52'16,"-5"7"-3"-16,-4 3 3 0,2 3 5 0,-1 4 11 16,-2 4 9-16,2 3 5 0,1 3 9 15,-4 2 8-15,4 11 13 0,-11-2 13 16,-3 3 17-16,-6 2 30 0,-3 6-6 0,-17 12-2 16,-4-1 2-16,-11-1-14 0,-4 3-18 15,-20 8-12-15,-4-6-11 0,-1 4-15 0,-4-9-11 16,18-11-4-16,-2 0-26 0,6-7-49 15,3-5-46-15,11-5-57 0,1-4-55 16,8-3-68-16,4-6-95 0,2-1-110 0,6-3-121 16,0-1 38-16,1 0-103 0,1-5-110 15</inkml:trace>
  <inkml:trace contextRef="#ctx0" brushRef="#br0" timeOffset="16898">4504 16824 2049 0,'-4'11'235'0,"3"-3"-25"0,2 3 11 0,5-1 14 16,8-2 22-16,5 3 19 0,14-3 22 16,8-4 9-16,9-6-10 0,20-8-24 0,4-4-26 15,26-10-23-15,3-5-23 0,-1-3-22 16,5-2-21-16,-4-3-48 0,-5-4-60 0,-3-2-78 16,-7 1-83-16,-9-2-92 0,-8 1-97 15,-20 5-101-15,-7 4-115 0,-8 1-172 16,-14 10 51-16,-11 5-364 0,-6 8-477 15</inkml:trace>
  <inkml:trace contextRef="#ctx0" brushRef="#br0" timeOffset="17083.65">5149 17083 3135 0,'-12'11'228'0,"5"-1"2"0,1-6 1 16,2-1-8-16,4-3 10 0,0 0 14 15,23-23 1-15,0 0-8 0,16-12-24 0,8-3-16 16,15-10-21-16,7 2-21 0,2 4-17 15,1 0-28-15,-13 10-59 0,0 3-66 0,-2 4-73 16,-1 3-84-16,-3 1-99 0,-5 4-107 16,-12 7-120-16,-4-1-217 0,-5 5 44 15,-4-1 79-15,-7 3-331 0,0 3-399 0</inkml:trace>
  <inkml:trace contextRef="#ctx0" brushRef="#br0" timeOffset="18880.29">19193 15911 2648 0,'-72'-20'-25'0,"4"10"17"0,-11 5 13 0,-8 10 23 0,-30 16 31 0,-3 14 36 0,-6 11 18 15,6 12 30-15,-27 27 20 0,47-5 14 16,10 5 4-16,22 2 8 0,14 9 1 0,26 4-6 16,18-1-15-16,27 2-15 0,27-3-15 15,23-2-13-15,19-5-13 0,50 20-12 0,25-11-2 16,18-12-2-16,19-11 8 16,10-13-10-16,5-8-10 0,6-14-2 0,-2-6-7 15,-47-21-7-15,-4-9-6 0,-9-12 1 16,-17-11-7-16,-12-13-14 0,-19-16-25 15,-20-16-15-15,-17-11-2 0,-16-14 1 0,-14-9 1 16,-13-8 0-16,-10-8-3 0,-18-4 1 16,-10-10-2-16,-18 3-5 0,-9 4-10 0,-12 8-29 15,-15 12-37-15,-14 12-48 0,-19 12-58 16,-12 9-77-16,-7 14-91 0,-7 13-160 0,0 4-174 16,2 8 65-16,7 4-392 0,5 0-493 15</inkml:trace>
  <inkml:trace contextRef="#ctx0" brushRef="#br0" timeOffset="19979.08">12853 8511 2008 0,'-36'-10'180'0,"5"2"7"0,8 1-37 0,9 0-42 0,8 0-38 0,10 2-14 0,9-4-21 15,26-1-8-15,21 0 3 0,16-1 5 16,35 3 4-16,18 1 1 0,16 5-8 16,6 4-1-16,5 3-3 0,-2-1-4 15,-1 0 4-15,-8 3-6 0,-8-1-1 0,-15-1 0 16,-35-2-6-16,-14 1-11 0,-24-3-20 15,-16 1 1-15,-18 1 0 0,-13-1 2 0,-2-2 0 16,-34 3 5-16,-16 1 0 0,-26-2 3 16,-15-2-1-16,-38 0 6 0,-9-4-3 0,-7 1-2 15,-4-4 1-15,-1 0-3 0,-5 0 6 16,1-1 3-16,2 2 5 0,6 2 7 0,23 0 4 16,40 1 7-16,15 1 6 15,21 0 10-15,17 0-2 0,16 2 0 0,16 0-4 16,-2 0-2-16,62 0-6 0,19 2-6 15,37-2-2-15,22 4 1 0,21-1-5 0,4 4-1 16,9-2 1-16,4-1-1 0,-8 2 0 16,-7-1-4-16,-10-3 2 0,-30 0-5 0,-39 0 2 15,-19-2 1-15,-27-2-1 0,-23-3-2 16,-15 1-2-16,0 4-4 0,-65-20-1 16,-5 4 1-16,-35-4 9 0,-16-2 3 0,-17 5 1 15,-5-3 0-15,-3 3-1 0,6 1 16 16,18 1 19-16,40 3 19 0,15 4 14 0,21 1-1 15,19 3-13-15,9 2-5 16,16-1-7-16,2 3-6 0,0 0-1 0,72 5-9 16,-1 4-20-16,14-1-43 0,26 6-74 15,0 3-73-15,-1 5-88 0,-5-2-105 0,-6 1-201 16,-27-4 25-16,-4-2 69 0,-11 0-142 16,-17-1-112-16</inkml:trace>
  <inkml:trace contextRef="#ctx0" brushRef="#br0" timeOffset="20445.9">12192 9782 1905 0,'-64'-19'120'0,"7"3"5"0,-1 0-4 0,1 1-3 0,3 6 1 0,15-1 23 0,6 4 34 16,8 0 20-16,11 0-4 0,7 3-18 16,13-3-19-16,15 1-13 0,38 0-18 0,29 1-7 15,50 4-12-15,30 0-14 0,15 2-10 16,67 2-5-16,-1 10-8 0,2-1-5 15,-13 3-8-15,-12-3-7 0,-56 0-20 16,-15-1-29-16,-19-4-39 0,-19 1-23 0,-45-4-38 16,-26-1 2-16,-19-1 8 0,-20-3 11 15,-14 0 8-15,7 0 9 0,-93-11 21 0,-17-1 16 16,-21 1 15-16,-17-1 5 0,-12 0 8 16,-12-3 16-16,-47-2 15 0,51 5-3 0,6 2 5 15,19 1 3-15,26 1 0 0,40 4-7 16,12 1-6-16,23 2-1 0,13 2-29 0,12 2-43 15,16-1-57-15,1-2-66 16,38 15-83-16,15-3-90 0,14-1-209 0,11-5 37 0,32 3 62 16,6-6-114-16,6-3-70 15</inkml:trace>
  <inkml:trace contextRef="#ctx0" brushRef="#br0" timeOffset="21579.48">14361 9910 1516 0,'5'-4'-25'0,"-3"-2"6"0,-2 6 3 0,0-8 1 0,0 8-2 0,-11-9 10 16,2 4 20-16,-5-2 15 0,-3 0 9 15,-15-3 8-15,-7 0 17 0,-15-2 4 0,-16-1 3 16,-7 2 7-16,-32-3-5 0,-17 0 6 16,-12 3 6-16,-16-5 10 0,-63-3-3 0,-18 1 8 15,-9-1 3-15,-9 7 0 0,-15-5 14 16,-11 5 5-16,1-1-1 0,-3 5-5 0,-4 2 6 15,7 6-3-15,11 2-21 16,16 0 4-16,14 6 2 0,60-1-6 0,6 3-3 16,17 0-12-16,10 1-8 0,17 1-9 15,14 0-7-15,31-4-3 0,14 1-1 0,1-3-16 16,21 0 0-16,6-2 0 0,12 0-9 16,4-1-7-16,8-1 0 0,0 0 5 0,5 0-4 15,0 0-6-15,3 0 1 0,-2 0-2 16,10-2-2-16,-12 6-14 0,3-2-37 0,4 0-31 15,-3 1-22-15,5 1-29 0,-3 0-37 16,1 2-40-16,3-1-36 0,1 2-41 16,1-1-49-16,5 4-135 0,7-3-29 15,7-1-174-15,7-5-157 0</inkml:trace>
  <inkml:trace contextRef="#ctx0" brushRef="#br0" timeOffset="22012.41">13711 9965 1746 0,'-63'-15'-49'0,"-35"-9"34"0,-11-2 27 0,-22 1 25 0,-15-1 14 0,-62-5 11 0,-10 5 5 0,-21 6 9 16,-20 1 18-16,-18 2 3 0,-4 3 16 15,-13 3 20-15,-6-3 6 0,11 10 6 0,15 0-3 16,16 2 2-16,72 2-9 0,4 2-15 15,21 3-13-15,18 2-15 0,19 1-12 0,17-3-2 16,31 3-7-16,11-2-14 16,8 4-1-16,15-4-4 0,4 1-7 0,3 3-4 15,10-2-3-15,5 2-44 0,3 1-34 16,0 2-34-16,3 2-49 0,5 0-41 0,3 4-40 16,4 0-48-16,8 3-68 0,11 7-185 15,15 2 39-15,12-8-151 0,12-5-114 0</inkml:trace>
  <inkml:trace contextRef="#ctx0" brushRef="#br0" timeOffset="22262.7">12125 9985 1793 0,'-4'-13'-14'15,"-5"3"2"-15,-9-1 8 0,-16-4 3 0,-18-2 13 16,-18 0 17-16,-30-4 18 0,-17-6 14 15,-10 1 8-15,-16-1 10 0,-17 0 8 16,-68-7-1-16,-7 5-8 0,-9 3-9 0,-5 6 2 16,-5 5-11-16,-1 6-7 0,16 9-10 15,62 5-5-15,11 5-4 0,20 2-1 0,17 5-9 16,23-1-15-16,34 1-36 16,13 5-31-16,9-1-40 0,19 0-35 0,6 1-46 15,12-1-44-15,12-2-115 0,2-4-236 16,11 2-76-16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  <inkml:channel name="T" type="integer" max="2.14748E9" units="dev"/>
        </inkml:traceFormat>
        <inkml:channelProperties>
          <inkml:channelProperty channel="X" name="resolution" value="1842.91333" units="1/cm"/>
          <inkml:channelProperty channel="Y" name="resolution" value="2949.3249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11-29T03:53:24.32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26181 4888 798 0,'-24'-21'77'0,"-10"-12"1"0,-7-2 3 0,-4-3-19 0,-19-8-8 16,-6 2-15-16,-2-2 1 0,-5 3 2 0,-6-5 3 16,-6-1 10-16,-6-1 2 0,-7-1 7 15,-4 3 4-15,-5-2-1 0,-9 2 7 0,0 1 3 16,-4 4-4-16,-2 0-4 0,-1 6-2 15,-7 5-4-15,-3 1 2 0,-8 7-7 16,-7 2-1-16,-3 4-5 0,3 1-1 0,-4 6-1 16,0 2 3-16,1 4 4 0,-2 8 3 15,3 7 0-15,3 2 8 0,5 7 1 16,3 9-11-16,9 14 7 0,5 10 0 16,-25 24 2-16,43-6-12 0,-22 32-3 0,14 10 0 15,42-23 2-15,8 4-4 0,20 5-1 16,18 0-2-16,26 1-2 0,23-6-1 0,25-1-6 15,21 0 9-15,21-2-8 0,55 16-9 16,20-8 13-16,21-14-8 0,12-7-1 16,12-8 0-16,17-5-7 0,16-6 2 0,6 0-13 15,5-14 7-15,6-5-3 0,9-8 5 16,-8-4-5-16,-5-15-2 0,-16-6 5 0,-50-10 7 16,40-10 7-16,-13-13-1 15,-63-4 1-15,-13-10-8 0,-8-12 0 0,-15-15-1 16,-18-12-4-16,-18-8-9 0,-18-10 0 15,-20-16-6-15,-14 0 2 0,-25-10-9 0,-17-6-14 16,-34-42-21-16,-28 15-13 0,-21 6-13 16,-20 16-2-16,-12 11-11 0,-9 16-9 0,-8 12-12 15,-9 15-20-15,33 27-32 0,-11 7-47 16,-1 5-77-16,3 4-94 0,1 5-178 16,13 9 33-16,7-2-60 0,11 8-68 0</inkml:trace>
  <inkml:trace contextRef="#ctx0" brushRef="#br0" timeOffset="2616.71">21522 6904 900 0,'-48'-22'280'0,"7"1"-86"0,7 3-52 0,1-1-36 0,6 2-16 0,2 1-18 0,11 3 1 0,2 2-10 15,6 0-9-15,12 0-2 0,17-6-4 16,27 0 2-16,18 0-3 0,43 2-3 0,20 1 2 15,22 7 1-15,18 2-10 16,6 2-4-16,4 3 2 0,2 3-3 0,-10 2-5 16,-4 0-2-16,-15 2-3 0,-16-2-2 15,-17-1-9-15,-34 2-17 0,-16-4-20 16,-10 2-24-16,-21-3-27 0,-9-1-32 0,-8 0-48 16,-10 0-50-16,-8 0-110 0,-5 0-228 15,0 0-47-15</inkml:trace>
  <inkml:trace contextRef="#ctx0" brushRef="#br0" timeOffset="2898.97">20859 7674 1748 0,'-17'9'152'0,"7"-6"-19"15,10 0-12-15,0-3-15 0,36-3-5 0,28-3 16 16,40-6 21-16,22-4 19 0,17-1 10 16,17-2-2-16,53-3 0 0,-35 7-17 0,-1 8-13 15,-3 3-14-15,-11 3-7 0,-10 1-21 16,-14 3-37-16,-18-3-44 0,-38 4-40 0,-12-3-53 16,-22 1-47-16,-9 3-34 0,-14-2-36 15,-10 2-67-15,-11-1-56 0,-3-1-151 16,-2-3-10-16,0 0-135 0,-28 5-114 15</inkml:trace>
  <inkml:trace contextRef="#ctx0" brushRef="#br0" timeOffset="5015.54">27477 4789 2026 0,'11'2'223'0,"-11"-2"-18"0,0 0-14 0,0 0 13 0,0 0 34 0,0 0 28 0,0 0 8 0,0 0-3 0,7 4-14 16,-7-4-21-16,0 0-18 0,0 0-14 16,0 0-18-16,0 0-6 0,7 1-10 15,-7-1-9-15,0 0-8 0,0 0-17 16,0 0-2-16,0 0 3 0,0 0-5 0,0 0-6 16,13-9-15-16,-6 4-8 0,-3 0-7 15,1-4-8-15,1-1-12 0,-3 1 10 16,6 1 5-16,-8 1 4 0,5 2-5 0,-2-2-15 15,-1 2-13-15,-3 5-11 0,0 0 12 16,0 0 25-16,0 0 5 0,-11 36 7 0,-4-7-10 16,-7 13 6-16,-2 1 16 0,-2 1 2 15,-1 5-31-15,0 1-83 0,2-4 0 0,4 1 0 16,0-7 0-16,8-5 0 0,2-4 0 16,-1 0 0-16,4-9 0 0,3-3 0 0,-1-4 0 15,2-1 0-15,2-4 0 16,-1 1 0-16,3-3 0 0,-2-1 0 0,2-7 0 15,4 14 0-15,-1-8 0 0,7 0 0 16,-1 0 0-16,5-2 0 0,5 1 0 0,-2 0 0 16,6 0 0-16,0-1 0 0,1-1 0 15,1 2 0-15,-2-5 0 0,-4 0 0 0,3-5 0 16,3 2 0-16,-3-6 0 0,6-1 0 16,1-4 0-16,-4-5 0 0,-1-1-657 15,-3-6-232-15,0-1-27 0,-8-4 103 0,3 3-859 16,-9 5-1108-16</inkml:trace>
  <inkml:trace contextRef="#ctx0" brushRef="#br0" timeOffset="5216.01">27635 4710 4692 0,'-24'-8'-1'0,"1"1"36"0,6 0 31 0,0 3 43 0,1-1 64 15,5 1 42-15,-1 0 22 0,5 1-21 0,7 3-18 16,-9-6-20-16,9 6-16 0,0 0-20 15,25-10-15-15,-3 4-26 0,6 2-61 16,11 4-86-16,5 0-84 0,-5 4-94 16,6-2-115-16,-7 4-121 0,-2 0-173 15,-11 2-115-15,-6 1 90 0,-12 2-516 0,-3-1-640 16</inkml:trace>
  <inkml:trace contextRef="#ctx0" brushRef="#br0" timeOffset="5381.38">27415 4977 3471 0,'-13'6'84'0,"3"-1"23"0,-2-2 37 16,7 1 42-16,5-4 35 0,-10 3 17 16,10-3-3-16,0 0-21 0,0 0-23 0,0 0-16 15,0 0-41-15,0 0-42 0,33 5-61 16,-13-3-90-16,5 0-112 0,6-1-122 16,7 3-143-16,2 1-205 0,2 0-9 15,-1 0 75-15,2 2-343 0,-5-4-398 0</inkml:trace>
  <inkml:trace contextRef="#ctx0" brushRef="#br0" timeOffset="6332.04">27963 5072 2886 0,'0'0'209'0,"0"0"-5"0,0 0 7 16,0 0 16-16,0 0 50 0,-16 8 29 16,16-8 5-16,2 12-18 0,0-3-8 0,-2 2-18 15,1 2-15-15,-1 0-10 0,0-2-9 16,0 3-8-16,-1 1-8 0,-3 1-14 0,-6 1-16 15,-1 0-18-15,-11 5-18 0,2-1-12 16,-5 1-13-16,-2-3-14 0,0-4-9 16,4-5-5-16,5-2-14 0,2-5-6 15,3-3-4-15,13 0-52 0,-23-12-22 0,18 0 0 16,1 0 0-16,4-2 0 0,4 0 0 16,3-1 0-16,0 5 0 0,5-3 0 15,5 4 0-15,2 0 0 0,0 4 0 0,6-1 0 16,0 2 0-16,13 0 0 0,-6 4 0 15,9-3 0-15,-2 1 0 0,1-3 0 0,1-2 0 16,-2-1 0-16,-3-5 0 16,13-5 0-16,-13 3 0 0,1-9 0 0,1-1 0 15,-1-3 0-15,-3-4 0 0,1-2 0 16,-7-1 0-16,1 0 0 0,-11 10 0 0,0-1 0 16,-5 7 0-16,-7 5 0 0,0 3 0 15,-4 2 0-15,-4 4 0 0,2 5 0 0,0 0 0 16,-29 5 0-16,15 4 0 0,1-1 0 15,2 1 0-15,-1 3 0 0,7 1 0 0,3 1 0 16,2 4 0-16,6-3 0 0,3 6 0 16,8 5 0-16,6 4 0 0,4 3 0 15,-5-6 0-15,3 0 0 0,-2 1 0 0,-3-3 0 16,-2 0 0-16,0-2 0 0,-9-5 0 16,-2-3 0-16,0 1 0 0,-5-3 0 15,0 0 0-15,-4 1 0 0,-3-1 0 16,-2 1 0-16,-4-1 0 0,-3-1 0 0,-3 2 0 15,-10 0 0-15,-3-1 0 0,-1-1 0 16,5-5 0-16,3-1 0 0,0-2 0 0,4 0 0 16,0-4 0-16,2-2 0 0,-1-4 0 15,5-3 0-15,8-5 0 0,2-1 0 0,11-7 0 16,19-14 0-16,11-5 0 0,16 8-426 16,21-9-69-16,11 10 29 0,8 1 26 0,6 6 38 15,0 0 39-15,-8 3 65 16,-20 7 72-16,-8-2 68 0,-5-2 86 0,-5 0 93 0,-11-1 75 15,-10 3 72-15,-6-3 81 0,-2 3 40 16,-8 3 37-16,-4 4 18 0,-4 1-4 0,0 1-28 16,-6 4-28-16,-3 4-14 15,0 0 0-15,0 0-12 0,-42 29-139 0,8-2-119 16,-6 4 0-16,-6 6 0 0,2 2 0 16,1 4 0-16,-1-1 0 0,2 2 0 15,1-1 0-15,2 2 0 0,-1-4 0 0,4-2 0 16,-1-3 0-16,4-5 0 0,10-4 0 15,5-8 0-15,0-5 0 0,7-3-179 16,4-7-140-16,1-6 5 0,6 2 20 16,-6-13 26-16,4-5 29 0,4-7 29 0,4-14 46 15,7-13 55-15,9-2 42 0,0 8 52 16,4 5 45-16,-4 12 29 0,-5 3 11 0,-6 9 3 16,0 2 11-16,0 9 30 0,-4 4 31 15,0 0-3-15,-7 2-13 0,18 12-12 0,-11-2-14 16,3 7-6-16,2-1-9 0,-3 1-49 15,2 2-86-15,5 6-100 0,-2 2-113 0,2 2-136 16,-3-4-144-16,1 3-162 0,-1-1-79 16,1-1 94-16,2 1-586 0,0 2-733 0</inkml:trace>
  <inkml:trace contextRef="#ctx0" brushRef="#br0" timeOffset="6716.6">30468 4406 3677 0,'-30'-76'-33'0,"-17"-7"17"0,-12-2 24 0,-13-2 27 0,-14-1 18 0,-36-22 13 15,-19 7 7-15,-15 9-5 0,-25 11-11 0,-27 16-4 16,-22 20-11-16,-16 19 8 0,-30 21-12 16,-16 21 12-16,-22 24-5 0,-26 25 11 15,-14 19 27-15,-3 23 9 0,-121 66 6 0,158-32 12 16,23 19 28-16,28 3 0 0,46-5 6 15,57-2 0-15,63-2 27 0,75-34 6 16,47 0 6-16,74 30-9 0,75-13 9 16,49-13-21-16,44-15-20 0,40-14-2 0,24-12-15 15,19-13-7-15,17-16-22 0,1-10-7 16,-2-14-6-16,-3-23-30 0,-16-7-29 0,-20-18-26 16,-24-25-33-16,-24-21-24 0,-38-25-30 15,-40-21-34-15,-37-16 2 0,-36-8 13 0,-32-13 8 16,-47 23 7-16,-25-7 0 0,-29-1 9 15,-50-27 1-15,-43 17 7 0,-34 21 3 16,-34 19-6-16,-40 20-29 0,-31 19-37 0,-34 21-63 16,-18 16-38-16,-19 19-69 15,-11 15-93-15,15 13-143 0,0 10-112 0,21 6 69 16,25 5-336-16,37 3-409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D4160-A831-13A3-F98D-CA56A0147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1B6E67-4ED4-325D-0B77-1D0CCD67EE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77FD1-E7D9-F2AA-A018-AB7225BF8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9E2BB-F51F-9F11-5F3A-BF031C242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DFD587-2983-773A-9076-62C9A1F3A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4964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C482-33E5-7551-CF34-F2369A2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ABEC8-EA17-FB07-09A2-10A46F0AD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3603B-D0EC-CFDB-075F-BDD89B9EF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8B8C70-B100-8826-DE08-AC0A48E35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1227BE-4D1D-C5FD-0287-BD09A7426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424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F3874-A132-C147-FE04-0DB820352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FD521F-AB16-E7AC-0DCB-E20BA90DEF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49675C-F0E8-7F97-5569-8C77F5B85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2B0F8-D415-BFDD-8143-C7DA5AAB81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FC38F-E0AE-C59C-E3E9-D9F2C88D8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3153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3B71E-5B23-46C1-4DD2-368D4791F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6A4077-C9D9-CB3F-5CFD-097AFE0F4D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CBC54A-BA25-D553-7F35-6C76327D3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44E35B-8FB4-FE6E-8E3B-6DB01DFE0C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62D637-B64D-0B71-E121-F43CED78C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6FA3A-6BBC-A1B2-3A39-22A7E3CA17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5415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236A4-76CA-5958-0469-F71D257A0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0B9E4A-A0B1-BF20-5784-B36C68A122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219D47-D566-E65D-A4FD-823C3FB69D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1EA1CA-FC11-D865-83AF-1B3B781D4F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4D2046-96FF-DB0C-7361-F518E49D70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598822-7764-92E0-8627-39A978AD99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25CDC5-1E08-B25B-286F-920F24F5C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C3A1DE-638F-2354-ADEF-9E16D1F3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961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0F58B-7733-91CB-5F2E-6A293B87A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77EE8B-533C-04CD-833A-C76C79B6B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AD946-AC69-FD3F-54A1-526479CB6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2FB49-9319-798D-955F-9FE6C825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055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C0B8AC8-1E71-6B42-051E-B72C3A400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380300-83BF-32AC-2A89-A0C0089CF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3DB06-D25D-D5CE-2284-EE2B6ECC4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608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443B1-FC57-3267-74C0-4326D8C8D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13A9A9-E1FB-BA8F-5375-827374174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0D2490-EE11-F1E8-9B44-06429A196C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3B7F2-4FF2-3217-4C5B-D759EB806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F9F02-97D4-33BD-ED1B-B315A482F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17AA60-932F-8E34-FE0F-FA513CC6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85960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B12E7-2DF5-6D91-ACFB-CCB38D2E6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43B560-074A-5557-702B-42D2D1D1C3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0DB99-CFE1-E46E-78CE-F98E7D4E68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647956-3DB8-0C6A-7351-9C136CB4B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37CEED-781F-747D-F0AC-C01EBFEB8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D4B60E-C28A-E092-05AC-55074FE2F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413138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86AF0-DB33-5693-1549-ED111B6F0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B113C9-EFE9-4F0E-165C-416A22C07B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243A4-4DA4-D6B1-C02A-DEA93C98C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C290A-2546-AE04-A07F-78DAE2275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E04EAD-C91E-E8BD-8404-85B96E6A6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41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43B330-843E-312A-3BAC-E7CE5DE3FE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257D3A-DBBE-26CC-1A4A-FA307D53B5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55140-151A-83A0-414A-32100D821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1940A-B8DD-D050-44A9-8A940BFF7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B8467E-AC6D-EFAB-630C-FD153527F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2782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4FBA5D-C013-A12C-8A24-ED9748BA0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459A4-52AB-D3AF-3EB2-BCFD4A9471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2DA92-C26C-4C88-803A-F4E4A782CA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98E78-8985-A9C5-3529-44DFFE3C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5CCB7B-953B-EA87-B8E2-2A9EE466CB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6668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customXml" Target="../ink/ink8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5.png"/><Relationship Id="rId21" Type="http://schemas.openxmlformats.org/officeDocument/2006/relationships/customXml" Target="../ink/ink18.xml"/><Relationship Id="rId42" Type="http://schemas.openxmlformats.org/officeDocument/2006/relationships/customXml" Target="../ink/ink29.xml"/><Relationship Id="rId63" Type="http://schemas.openxmlformats.org/officeDocument/2006/relationships/customXml" Target="../ink/ink41.xml"/><Relationship Id="rId84" Type="http://schemas.openxmlformats.org/officeDocument/2006/relationships/customXml" Target="../ink/ink53.xml"/><Relationship Id="rId138" Type="http://schemas.openxmlformats.org/officeDocument/2006/relationships/customXml" Target="../ink/ink80.xml"/><Relationship Id="rId107" Type="http://schemas.openxmlformats.org/officeDocument/2006/relationships/image" Target="../media/image70.png"/><Relationship Id="rId11" Type="http://schemas.openxmlformats.org/officeDocument/2006/relationships/customXml" Target="../ink/ink13.xml"/><Relationship Id="rId32" Type="http://schemas.openxmlformats.org/officeDocument/2006/relationships/image" Target="../media/image36.png"/><Relationship Id="rId53" Type="http://schemas.openxmlformats.org/officeDocument/2006/relationships/image" Target="../media/image45.png"/><Relationship Id="rId74" Type="http://schemas.openxmlformats.org/officeDocument/2006/relationships/image" Target="../media/image55.png"/><Relationship Id="rId128" Type="http://schemas.openxmlformats.org/officeDocument/2006/relationships/customXml" Target="../ink/ink75.xml"/><Relationship Id="rId5" Type="http://schemas.openxmlformats.org/officeDocument/2006/relationships/customXml" Target="../ink/ink10.xml"/><Relationship Id="rId90" Type="http://schemas.openxmlformats.org/officeDocument/2006/relationships/customXml" Target="../ink/ink56.xml"/><Relationship Id="rId95" Type="http://schemas.openxmlformats.org/officeDocument/2006/relationships/image" Target="../media/image64.png"/><Relationship Id="rId22" Type="http://schemas.openxmlformats.org/officeDocument/2006/relationships/image" Target="../media/image31.png"/><Relationship Id="rId27" Type="http://schemas.openxmlformats.org/officeDocument/2006/relationships/customXml" Target="../ink/ink21.xml"/><Relationship Id="rId43" Type="http://schemas.openxmlformats.org/officeDocument/2006/relationships/image" Target="../media/image41.png"/><Relationship Id="rId48" Type="http://schemas.openxmlformats.org/officeDocument/2006/relationships/customXml" Target="../ink/ink32.xml"/><Relationship Id="rId64" Type="http://schemas.openxmlformats.org/officeDocument/2006/relationships/image" Target="../media/image50.png"/><Relationship Id="rId69" Type="http://schemas.openxmlformats.org/officeDocument/2006/relationships/customXml" Target="../ink/ink44.xml"/><Relationship Id="rId113" Type="http://schemas.openxmlformats.org/officeDocument/2006/relationships/image" Target="../media/image73.png"/><Relationship Id="rId118" Type="http://schemas.openxmlformats.org/officeDocument/2006/relationships/customXml" Target="../ink/ink70.xml"/><Relationship Id="rId134" Type="http://schemas.openxmlformats.org/officeDocument/2006/relationships/customXml" Target="../ink/ink78.xml"/><Relationship Id="rId139" Type="http://schemas.openxmlformats.org/officeDocument/2006/relationships/image" Target="../media/image86.png"/><Relationship Id="rId80" Type="http://schemas.openxmlformats.org/officeDocument/2006/relationships/customXml" Target="../ink/ink50.xml"/><Relationship Id="rId85" Type="http://schemas.openxmlformats.org/officeDocument/2006/relationships/image" Target="../media/image59.png"/><Relationship Id="rId12" Type="http://schemas.openxmlformats.org/officeDocument/2006/relationships/image" Target="../media/image26.png"/><Relationship Id="rId17" Type="http://schemas.openxmlformats.org/officeDocument/2006/relationships/customXml" Target="../ink/ink16.xml"/><Relationship Id="rId33" Type="http://schemas.openxmlformats.org/officeDocument/2006/relationships/customXml" Target="../ink/ink24.xml"/><Relationship Id="rId38" Type="http://schemas.openxmlformats.org/officeDocument/2006/relationships/image" Target="../media/image39.png"/><Relationship Id="rId59" Type="http://schemas.openxmlformats.org/officeDocument/2006/relationships/customXml" Target="../ink/ink39.xml"/><Relationship Id="rId103" Type="http://schemas.openxmlformats.org/officeDocument/2006/relationships/image" Target="../media/image68.png"/><Relationship Id="rId108" Type="http://schemas.openxmlformats.org/officeDocument/2006/relationships/customXml" Target="../ink/ink65.xml"/><Relationship Id="rId124" Type="http://schemas.openxmlformats.org/officeDocument/2006/relationships/customXml" Target="../ink/ink73.xml"/><Relationship Id="rId129" Type="http://schemas.openxmlformats.org/officeDocument/2006/relationships/image" Target="../media/image81.png"/><Relationship Id="rId54" Type="http://schemas.openxmlformats.org/officeDocument/2006/relationships/customXml" Target="../ink/ink36.xml"/><Relationship Id="rId70" Type="http://schemas.openxmlformats.org/officeDocument/2006/relationships/image" Target="../media/image53.png"/><Relationship Id="rId75" Type="http://schemas.openxmlformats.org/officeDocument/2006/relationships/customXml" Target="../ink/ink47.xml"/><Relationship Id="rId91" Type="http://schemas.openxmlformats.org/officeDocument/2006/relationships/image" Target="../media/image62.png"/><Relationship Id="rId96" Type="http://schemas.openxmlformats.org/officeDocument/2006/relationships/customXml" Target="../ink/ink59.xml"/><Relationship Id="rId140" Type="http://schemas.openxmlformats.org/officeDocument/2006/relationships/customXml" Target="../ink/ink81.xml"/><Relationship Id="rId145" Type="http://schemas.openxmlformats.org/officeDocument/2006/relationships/image" Target="../media/image8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23" Type="http://schemas.openxmlformats.org/officeDocument/2006/relationships/customXml" Target="../ink/ink19.xml"/><Relationship Id="rId28" Type="http://schemas.openxmlformats.org/officeDocument/2006/relationships/image" Target="../media/image34.png"/><Relationship Id="rId49" Type="http://schemas.openxmlformats.org/officeDocument/2006/relationships/customXml" Target="../ink/ink33.xml"/><Relationship Id="rId114" Type="http://schemas.openxmlformats.org/officeDocument/2006/relationships/customXml" Target="../ink/ink68.xml"/><Relationship Id="rId119" Type="http://schemas.openxmlformats.org/officeDocument/2006/relationships/image" Target="../media/image76.png"/><Relationship Id="rId44" Type="http://schemas.openxmlformats.org/officeDocument/2006/relationships/customXml" Target="../ink/ink30.xml"/><Relationship Id="rId60" Type="http://schemas.openxmlformats.org/officeDocument/2006/relationships/image" Target="../media/image48.png"/><Relationship Id="rId65" Type="http://schemas.openxmlformats.org/officeDocument/2006/relationships/customXml" Target="../ink/ink42.xml"/><Relationship Id="rId81" Type="http://schemas.openxmlformats.org/officeDocument/2006/relationships/customXml" Target="../ink/ink51.xml"/><Relationship Id="rId86" Type="http://schemas.openxmlformats.org/officeDocument/2006/relationships/customXml" Target="../ink/ink54.xml"/><Relationship Id="rId130" Type="http://schemas.openxmlformats.org/officeDocument/2006/relationships/customXml" Target="../ink/ink76.xml"/><Relationship Id="rId135" Type="http://schemas.openxmlformats.org/officeDocument/2006/relationships/image" Target="../media/image84.png"/><Relationship Id="rId13" Type="http://schemas.openxmlformats.org/officeDocument/2006/relationships/customXml" Target="../ink/ink14.xml"/><Relationship Id="rId18" Type="http://schemas.openxmlformats.org/officeDocument/2006/relationships/image" Target="../media/image29.png"/><Relationship Id="rId39" Type="http://schemas.openxmlformats.org/officeDocument/2006/relationships/customXml" Target="../ink/ink27.xml"/><Relationship Id="rId109" Type="http://schemas.openxmlformats.org/officeDocument/2006/relationships/image" Target="../media/image71.png"/><Relationship Id="rId34" Type="http://schemas.openxmlformats.org/officeDocument/2006/relationships/image" Target="../media/image37.png"/><Relationship Id="rId50" Type="http://schemas.openxmlformats.org/officeDocument/2006/relationships/customXml" Target="../ink/ink34.xml"/><Relationship Id="rId55" Type="http://schemas.openxmlformats.org/officeDocument/2006/relationships/image" Target="../media/image46.png"/><Relationship Id="rId76" Type="http://schemas.openxmlformats.org/officeDocument/2006/relationships/image" Target="../media/image56.png"/><Relationship Id="rId97" Type="http://schemas.openxmlformats.org/officeDocument/2006/relationships/image" Target="../media/image65.png"/><Relationship Id="rId104" Type="http://schemas.openxmlformats.org/officeDocument/2006/relationships/customXml" Target="../ink/ink63.xml"/><Relationship Id="rId120" Type="http://schemas.openxmlformats.org/officeDocument/2006/relationships/customXml" Target="../ink/ink71.xml"/><Relationship Id="rId125" Type="http://schemas.openxmlformats.org/officeDocument/2006/relationships/image" Target="../media/image79.png"/><Relationship Id="rId141" Type="http://schemas.openxmlformats.org/officeDocument/2006/relationships/image" Target="../media/image87.png"/><Relationship Id="rId146" Type="http://schemas.openxmlformats.org/officeDocument/2006/relationships/customXml" Target="../ink/ink84.xml"/><Relationship Id="rId7" Type="http://schemas.openxmlformats.org/officeDocument/2006/relationships/customXml" Target="../ink/ink11.xml"/><Relationship Id="rId71" Type="http://schemas.openxmlformats.org/officeDocument/2006/relationships/customXml" Target="../ink/ink45.xml"/><Relationship Id="rId92" Type="http://schemas.openxmlformats.org/officeDocument/2006/relationships/customXml" Target="../ink/ink57.xml"/><Relationship Id="rId2" Type="http://schemas.openxmlformats.org/officeDocument/2006/relationships/image" Target="../media/image21.jpg"/><Relationship Id="rId29" Type="http://schemas.openxmlformats.org/officeDocument/2006/relationships/customXml" Target="../ink/ink22.xml"/><Relationship Id="rId24" Type="http://schemas.openxmlformats.org/officeDocument/2006/relationships/image" Target="../media/image32.png"/><Relationship Id="rId40" Type="http://schemas.openxmlformats.org/officeDocument/2006/relationships/image" Target="../media/image40.png"/><Relationship Id="rId45" Type="http://schemas.openxmlformats.org/officeDocument/2006/relationships/image" Target="../media/image42.png"/><Relationship Id="rId66" Type="http://schemas.openxmlformats.org/officeDocument/2006/relationships/image" Target="../media/image51.png"/><Relationship Id="rId87" Type="http://schemas.openxmlformats.org/officeDocument/2006/relationships/image" Target="../media/image60.png"/><Relationship Id="rId110" Type="http://schemas.openxmlformats.org/officeDocument/2006/relationships/customXml" Target="../ink/ink66.xml"/><Relationship Id="rId115" Type="http://schemas.openxmlformats.org/officeDocument/2006/relationships/image" Target="../media/image74.png"/><Relationship Id="rId131" Type="http://schemas.openxmlformats.org/officeDocument/2006/relationships/image" Target="../media/image82.png"/><Relationship Id="rId136" Type="http://schemas.openxmlformats.org/officeDocument/2006/relationships/customXml" Target="../ink/ink79.xml"/><Relationship Id="rId61" Type="http://schemas.openxmlformats.org/officeDocument/2006/relationships/customXml" Target="../ink/ink40.xml"/><Relationship Id="rId82" Type="http://schemas.openxmlformats.org/officeDocument/2006/relationships/customXml" Target="../ink/ink52.xml"/><Relationship Id="rId19" Type="http://schemas.openxmlformats.org/officeDocument/2006/relationships/customXml" Target="../ink/ink17.xml"/><Relationship Id="rId14" Type="http://schemas.openxmlformats.org/officeDocument/2006/relationships/image" Target="../media/image27.png"/><Relationship Id="rId30" Type="http://schemas.openxmlformats.org/officeDocument/2006/relationships/image" Target="../media/image35.png"/><Relationship Id="rId35" Type="http://schemas.openxmlformats.org/officeDocument/2006/relationships/customXml" Target="../ink/ink25.xml"/><Relationship Id="rId56" Type="http://schemas.openxmlformats.org/officeDocument/2006/relationships/customXml" Target="../ink/ink37.xml"/><Relationship Id="rId77" Type="http://schemas.openxmlformats.org/officeDocument/2006/relationships/customXml" Target="../ink/ink48.xml"/><Relationship Id="rId100" Type="http://schemas.openxmlformats.org/officeDocument/2006/relationships/customXml" Target="../ink/ink61.xml"/><Relationship Id="rId105" Type="http://schemas.openxmlformats.org/officeDocument/2006/relationships/image" Target="../media/image69.png"/><Relationship Id="rId126" Type="http://schemas.openxmlformats.org/officeDocument/2006/relationships/customXml" Target="../ink/ink74.xml"/><Relationship Id="rId147" Type="http://schemas.openxmlformats.org/officeDocument/2006/relationships/image" Target="../media/image90.png"/><Relationship Id="rId8" Type="http://schemas.openxmlformats.org/officeDocument/2006/relationships/image" Target="../media/image24.png"/><Relationship Id="rId51" Type="http://schemas.openxmlformats.org/officeDocument/2006/relationships/image" Target="../media/image44.png"/><Relationship Id="rId72" Type="http://schemas.openxmlformats.org/officeDocument/2006/relationships/image" Target="../media/image54.png"/><Relationship Id="rId93" Type="http://schemas.openxmlformats.org/officeDocument/2006/relationships/image" Target="../media/image63.png"/><Relationship Id="rId98" Type="http://schemas.openxmlformats.org/officeDocument/2006/relationships/customXml" Target="../ink/ink60.xml"/><Relationship Id="rId121" Type="http://schemas.openxmlformats.org/officeDocument/2006/relationships/image" Target="../media/image77.png"/><Relationship Id="rId142" Type="http://schemas.openxmlformats.org/officeDocument/2006/relationships/customXml" Target="../ink/ink82.xml"/><Relationship Id="rId3" Type="http://schemas.openxmlformats.org/officeDocument/2006/relationships/customXml" Target="../ink/ink9.xml"/><Relationship Id="rId25" Type="http://schemas.openxmlformats.org/officeDocument/2006/relationships/customXml" Target="../ink/ink20.xml"/><Relationship Id="rId46" Type="http://schemas.openxmlformats.org/officeDocument/2006/relationships/customXml" Target="../ink/ink31.xml"/><Relationship Id="rId67" Type="http://schemas.openxmlformats.org/officeDocument/2006/relationships/customXml" Target="../ink/ink43.xml"/><Relationship Id="rId116" Type="http://schemas.openxmlformats.org/officeDocument/2006/relationships/customXml" Target="../ink/ink69.xml"/><Relationship Id="rId137" Type="http://schemas.openxmlformats.org/officeDocument/2006/relationships/image" Target="../media/image85.png"/><Relationship Id="rId20" Type="http://schemas.openxmlformats.org/officeDocument/2006/relationships/image" Target="../media/image30.png"/><Relationship Id="rId41" Type="http://schemas.openxmlformats.org/officeDocument/2006/relationships/customXml" Target="../ink/ink28.xml"/><Relationship Id="rId62" Type="http://schemas.openxmlformats.org/officeDocument/2006/relationships/image" Target="../media/image49.png"/><Relationship Id="rId83" Type="http://schemas.openxmlformats.org/officeDocument/2006/relationships/image" Target="../media/image58.png"/><Relationship Id="rId88" Type="http://schemas.openxmlformats.org/officeDocument/2006/relationships/customXml" Target="../ink/ink55.xml"/><Relationship Id="rId111" Type="http://schemas.openxmlformats.org/officeDocument/2006/relationships/image" Target="../media/image72.png"/><Relationship Id="rId132" Type="http://schemas.openxmlformats.org/officeDocument/2006/relationships/customXml" Target="../ink/ink77.xml"/><Relationship Id="rId15" Type="http://schemas.openxmlformats.org/officeDocument/2006/relationships/customXml" Target="../ink/ink15.xml"/><Relationship Id="rId36" Type="http://schemas.openxmlformats.org/officeDocument/2006/relationships/image" Target="../media/image38.png"/><Relationship Id="rId57" Type="http://schemas.openxmlformats.org/officeDocument/2006/relationships/image" Target="../media/image47.png"/><Relationship Id="rId106" Type="http://schemas.openxmlformats.org/officeDocument/2006/relationships/customXml" Target="../ink/ink64.xml"/><Relationship Id="rId127" Type="http://schemas.openxmlformats.org/officeDocument/2006/relationships/image" Target="../media/image80.png"/><Relationship Id="rId10" Type="http://schemas.openxmlformats.org/officeDocument/2006/relationships/image" Target="../media/image25.png"/><Relationship Id="rId31" Type="http://schemas.openxmlformats.org/officeDocument/2006/relationships/customXml" Target="../ink/ink23.xml"/><Relationship Id="rId52" Type="http://schemas.openxmlformats.org/officeDocument/2006/relationships/customXml" Target="../ink/ink35.xml"/><Relationship Id="rId73" Type="http://schemas.openxmlformats.org/officeDocument/2006/relationships/customXml" Target="../ink/ink46.xml"/><Relationship Id="rId78" Type="http://schemas.openxmlformats.org/officeDocument/2006/relationships/image" Target="../media/image57.png"/><Relationship Id="rId94" Type="http://schemas.openxmlformats.org/officeDocument/2006/relationships/customXml" Target="../ink/ink58.xml"/><Relationship Id="rId99" Type="http://schemas.openxmlformats.org/officeDocument/2006/relationships/image" Target="../media/image66.png"/><Relationship Id="rId101" Type="http://schemas.openxmlformats.org/officeDocument/2006/relationships/image" Target="../media/image67.png"/><Relationship Id="rId122" Type="http://schemas.openxmlformats.org/officeDocument/2006/relationships/customXml" Target="../ink/ink72.xml"/><Relationship Id="rId143" Type="http://schemas.openxmlformats.org/officeDocument/2006/relationships/image" Target="../media/image88.png"/><Relationship Id="rId4" Type="http://schemas.openxmlformats.org/officeDocument/2006/relationships/image" Target="../media/image22.png"/><Relationship Id="rId9" Type="http://schemas.openxmlformats.org/officeDocument/2006/relationships/customXml" Target="../ink/ink12.xml"/><Relationship Id="rId26" Type="http://schemas.openxmlformats.org/officeDocument/2006/relationships/image" Target="../media/image33.png"/><Relationship Id="rId47" Type="http://schemas.openxmlformats.org/officeDocument/2006/relationships/image" Target="../media/image43.png"/><Relationship Id="rId68" Type="http://schemas.openxmlformats.org/officeDocument/2006/relationships/image" Target="../media/image52.png"/><Relationship Id="rId89" Type="http://schemas.openxmlformats.org/officeDocument/2006/relationships/image" Target="../media/image61.png"/><Relationship Id="rId112" Type="http://schemas.openxmlformats.org/officeDocument/2006/relationships/customXml" Target="../ink/ink67.xml"/><Relationship Id="rId133" Type="http://schemas.openxmlformats.org/officeDocument/2006/relationships/image" Target="../media/image83.png"/><Relationship Id="rId16" Type="http://schemas.openxmlformats.org/officeDocument/2006/relationships/image" Target="../media/image28.png"/><Relationship Id="rId37" Type="http://schemas.openxmlformats.org/officeDocument/2006/relationships/customXml" Target="../ink/ink26.xml"/><Relationship Id="rId58" Type="http://schemas.openxmlformats.org/officeDocument/2006/relationships/customXml" Target="../ink/ink38.xml"/><Relationship Id="rId79" Type="http://schemas.openxmlformats.org/officeDocument/2006/relationships/customXml" Target="../ink/ink49.xml"/><Relationship Id="rId102" Type="http://schemas.openxmlformats.org/officeDocument/2006/relationships/customXml" Target="../ink/ink62.xml"/><Relationship Id="rId123" Type="http://schemas.openxmlformats.org/officeDocument/2006/relationships/image" Target="../media/image78.png"/><Relationship Id="rId144" Type="http://schemas.openxmlformats.org/officeDocument/2006/relationships/customXml" Target="../ink/ink8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85.xml"/><Relationship Id="rId2" Type="http://schemas.openxmlformats.org/officeDocument/2006/relationships/image" Target="../media/image91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2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86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customXml" Target="../ink/ink8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3" Type="http://schemas.openxmlformats.org/officeDocument/2006/relationships/customXml" Target="../ink/ink93.xml"/><Relationship Id="rId18" Type="http://schemas.openxmlformats.org/officeDocument/2006/relationships/image" Target="../media/image110.png"/><Relationship Id="rId26" Type="http://schemas.openxmlformats.org/officeDocument/2006/relationships/image" Target="../media/image114.png"/><Relationship Id="rId21" Type="http://schemas.openxmlformats.org/officeDocument/2006/relationships/customXml" Target="../ink/ink97.xml"/><Relationship Id="rId34" Type="http://schemas.openxmlformats.org/officeDocument/2006/relationships/image" Target="../media/image118.png"/><Relationship Id="rId7" Type="http://schemas.openxmlformats.org/officeDocument/2006/relationships/customXml" Target="../ink/ink90.xml"/><Relationship Id="rId12" Type="http://schemas.openxmlformats.org/officeDocument/2006/relationships/image" Target="../media/image107.png"/><Relationship Id="rId17" Type="http://schemas.openxmlformats.org/officeDocument/2006/relationships/customXml" Target="../ink/ink95.xml"/><Relationship Id="rId25" Type="http://schemas.openxmlformats.org/officeDocument/2006/relationships/customXml" Target="../ink/ink99.xml"/><Relationship Id="rId33" Type="http://schemas.openxmlformats.org/officeDocument/2006/relationships/customXml" Target="../ink/ink103.xml"/><Relationship Id="rId38" Type="http://schemas.openxmlformats.org/officeDocument/2006/relationships/image" Target="../media/image51.png"/><Relationship Id="rId2" Type="http://schemas.openxmlformats.org/officeDocument/2006/relationships/image" Target="../media/image102.jpg"/><Relationship Id="rId16" Type="http://schemas.openxmlformats.org/officeDocument/2006/relationships/image" Target="../media/image109.png"/><Relationship Id="rId20" Type="http://schemas.openxmlformats.org/officeDocument/2006/relationships/image" Target="../media/image111.png"/><Relationship Id="rId29" Type="http://schemas.openxmlformats.org/officeDocument/2006/relationships/customXml" Target="../ink/ink10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4.png"/><Relationship Id="rId11" Type="http://schemas.openxmlformats.org/officeDocument/2006/relationships/customXml" Target="../ink/ink92.xml"/><Relationship Id="rId24" Type="http://schemas.openxmlformats.org/officeDocument/2006/relationships/image" Target="../media/image113.png"/><Relationship Id="rId32" Type="http://schemas.openxmlformats.org/officeDocument/2006/relationships/image" Target="../media/image117.png"/><Relationship Id="rId37" Type="http://schemas.openxmlformats.org/officeDocument/2006/relationships/customXml" Target="../ink/ink105.xml"/><Relationship Id="rId5" Type="http://schemas.openxmlformats.org/officeDocument/2006/relationships/customXml" Target="../ink/ink89.xml"/><Relationship Id="rId15" Type="http://schemas.openxmlformats.org/officeDocument/2006/relationships/customXml" Target="../ink/ink94.xml"/><Relationship Id="rId23" Type="http://schemas.openxmlformats.org/officeDocument/2006/relationships/customXml" Target="../ink/ink98.xml"/><Relationship Id="rId28" Type="http://schemas.openxmlformats.org/officeDocument/2006/relationships/image" Target="../media/image115.png"/><Relationship Id="rId36" Type="http://schemas.openxmlformats.org/officeDocument/2006/relationships/image" Target="../media/image119.png"/><Relationship Id="rId10" Type="http://schemas.openxmlformats.org/officeDocument/2006/relationships/image" Target="../media/image106.png"/><Relationship Id="rId19" Type="http://schemas.openxmlformats.org/officeDocument/2006/relationships/customXml" Target="../ink/ink96.xml"/><Relationship Id="rId31" Type="http://schemas.openxmlformats.org/officeDocument/2006/relationships/customXml" Target="../ink/ink102.xml"/><Relationship Id="rId4" Type="http://schemas.openxmlformats.org/officeDocument/2006/relationships/image" Target="../media/image103.png"/><Relationship Id="rId9" Type="http://schemas.openxmlformats.org/officeDocument/2006/relationships/customXml" Target="../ink/ink91.xml"/><Relationship Id="rId14" Type="http://schemas.openxmlformats.org/officeDocument/2006/relationships/image" Target="../media/image108.png"/><Relationship Id="rId22" Type="http://schemas.openxmlformats.org/officeDocument/2006/relationships/image" Target="../media/image112.png"/><Relationship Id="rId27" Type="http://schemas.openxmlformats.org/officeDocument/2006/relationships/customXml" Target="../ink/ink100.xml"/><Relationship Id="rId30" Type="http://schemas.openxmlformats.org/officeDocument/2006/relationships/image" Target="../media/image116.png"/><Relationship Id="rId35" Type="http://schemas.openxmlformats.org/officeDocument/2006/relationships/customXml" Target="../ink/ink104.xml"/><Relationship Id="rId8" Type="http://schemas.openxmlformats.org/officeDocument/2006/relationships/image" Target="../media/image105.png"/><Relationship Id="rId3" Type="http://schemas.openxmlformats.org/officeDocument/2006/relationships/customXml" Target="../ink/ink8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6.xml"/><Relationship Id="rId2" Type="http://schemas.openxmlformats.org/officeDocument/2006/relationships/image" Target="../media/image120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7.xml"/><Relationship Id="rId2" Type="http://schemas.openxmlformats.org/officeDocument/2006/relationships/image" Target="../media/image123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8.xml"/><Relationship Id="rId2" Type="http://schemas.openxmlformats.org/officeDocument/2006/relationships/image" Target="../media/image12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6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jp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jp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jp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jp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jp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jp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9.xml"/><Relationship Id="rId2" Type="http://schemas.openxmlformats.org/officeDocument/2006/relationships/image" Target="../media/image13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0.xml"/><Relationship Id="rId2" Type="http://schemas.openxmlformats.org/officeDocument/2006/relationships/image" Target="../media/image13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1.xml"/><Relationship Id="rId2" Type="http://schemas.openxmlformats.org/officeDocument/2006/relationships/image" Target="../media/image138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9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jp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What is the Longest Common Subsequence?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dirty="0"/>
              <a:t>The Longest Common Subsequence (LCS) problem is to find the longest subsequence common to two sequences.</a:t>
            </a:r>
            <a:endParaRPr lang="en-US" dirty="0"/>
          </a:p>
          <a:p>
            <a:pPr algn="just"/>
            <a:endParaRPr dirty="0"/>
          </a:p>
          <a:p>
            <a:pPr algn="just"/>
            <a:r>
              <a:rPr dirty="0"/>
              <a:t>A subsequence is a sequence derived by deleting some or none of the characters without changing the order of the remaining characters.</a:t>
            </a:r>
            <a:endParaRPr lang="en-US" dirty="0"/>
          </a:p>
          <a:p>
            <a:pPr algn="just"/>
            <a:endParaRPr dirty="0"/>
          </a:p>
          <a:p>
            <a:pPr algn="just"/>
            <a:r>
              <a:rPr dirty="0"/>
              <a:t>The LCS problem has applications in file comparison, bioinformatics, and DNA sequencing.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5F83D0A-1CC0-0F80-D128-F385085C326A}"/>
                  </a:ext>
                </a:extLst>
              </p14:cNvPr>
              <p14:cNvContentPartPr/>
              <p14:nvPr/>
            </p14:nvContentPartPr>
            <p14:xfrm>
              <a:off x="5114160" y="1189440"/>
              <a:ext cx="5617080" cy="3349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5F83D0A-1CC0-0F80-D128-F385085C32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04800" y="1180080"/>
                <a:ext cx="5635800" cy="3368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7773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of LCS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dirty="0"/>
              <a:t> Sequence 1: ABCDGH</a:t>
            </a:r>
            <a:endParaRPr lang="en-US" dirty="0"/>
          </a:p>
          <a:p>
            <a:pPr marL="0" indent="0">
              <a:buNone/>
            </a:pPr>
            <a:r>
              <a:rPr lang="en-IN" dirty="0"/>
              <a:t> </a:t>
            </a:r>
            <a:br>
              <a:rPr dirty="0"/>
            </a:br>
            <a:r>
              <a:rPr lang="en-US" dirty="0"/>
              <a:t>   </a:t>
            </a:r>
            <a:r>
              <a:rPr dirty="0"/>
              <a:t>Sequence 2: AEDFHR</a:t>
            </a:r>
            <a:br>
              <a:rPr dirty="0"/>
            </a:br>
            <a:endParaRPr dirty="0"/>
          </a:p>
          <a:p>
            <a:r>
              <a:rPr dirty="0"/>
              <a:t> LCS: ADH (The longest common subsequence is ADH)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E9AE03B-0541-0174-9C7A-549843245FB8}"/>
                  </a:ext>
                </a:extLst>
              </p14:cNvPr>
              <p14:cNvContentPartPr/>
              <p14:nvPr/>
            </p14:nvContentPartPr>
            <p14:xfrm>
              <a:off x="1389600" y="1436400"/>
              <a:ext cx="9470160" cy="2597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E9AE03B-0541-0174-9C7A-549843245FB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80240" y="1427040"/>
                <a:ext cx="9488880" cy="261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4359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LCS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Bioinformatics: DNA sequence alignment</a:t>
            </a:r>
          </a:p>
          <a:p>
            <a:endParaRPr dirty="0"/>
          </a:p>
          <a:p>
            <a:r>
              <a:rPr dirty="0"/>
              <a:t>2. File comparison: Identify similarities and differences between files</a:t>
            </a:r>
            <a:endParaRPr lang="en-US" dirty="0"/>
          </a:p>
          <a:p>
            <a:endParaRPr dirty="0"/>
          </a:p>
          <a:p>
            <a:r>
              <a:rPr dirty="0"/>
              <a:t>3. Data deduplication: Detect common data in different versions of files</a:t>
            </a:r>
          </a:p>
        </p:txBody>
      </p:sp>
    </p:spTree>
    <p:extLst>
      <p:ext uri="{BB962C8B-B14F-4D97-AF65-F5344CB8AC3E}">
        <p14:creationId xmlns:p14="http://schemas.microsoft.com/office/powerpoint/2010/main" val="3588244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69137" y="98253"/>
            <a:ext cx="10515600" cy="1367374"/>
          </a:xfrm>
          <a:prstGeom prst="rect">
            <a:avLst/>
          </a:prstGeom>
        </p:spPr>
        <p:txBody>
          <a:bodyPr vert="horz" wrap="square" lIns="0" tIns="68359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Subsequences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109272" y="1708530"/>
            <a:ext cx="10643017" cy="39036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6375" algn="just">
              <a:spcBef>
                <a:spcPts val="100"/>
              </a:spcBef>
            </a:pP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4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subsequence</a:t>
            </a:r>
            <a:r>
              <a:rPr sz="2400" spc="-4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5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subcollection</a:t>
            </a:r>
            <a:r>
              <a:rPr sz="2400" spc="-4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6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4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sz="2400" spc="-4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5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sequence,</a:t>
            </a:r>
            <a:r>
              <a:rPr sz="2400" spc="-3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taken</a:t>
            </a:r>
            <a:r>
              <a:rPr sz="2400" spc="-2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3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4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</a:t>
            </a:r>
            <a:r>
              <a:rPr sz="2400" spc="-5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they</a:t>
            </a:r>
            <a:r>
              <a:rPr sz="2400" spc="-3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appear</a:t>
            </a:r>
            <a:r>
              <a:rPr sz="2400" spc="-4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3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3384" marR="698500" indent="-287020" algn="just">
              <a:spcBef>
                <a:spcPts val="484"/>
              </a:spcBef>
              <a:buSzPct val="60000"/>
              <a:buFont typeface="Wingdings"/>
              <a:buChar char=""/>
              <a:tabLst>
                <a:tab pos="413384" algn="l"/>
              </a:tabLst>
            </a:pP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400" spc="-2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instance,</a:t>
            </a:r>
            <a:r>
              <a:rPr sz="2400" spc="-5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400" spc="-1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3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sz="2400" spc="-5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1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ABCDEA,</a:t>
            </a:r>
            <a:r>
              <a:rPr sz="24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sz="2400" spc="-3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ACDA</a:t>
            </a:r>
            <a:r>
              <a:rPr sz="2400" spc="-1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subsequence</a:t>
            </a:r>
            <a:r>
              <a:rPr sz="2400" spc="-6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40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sz="240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CD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40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</a:t>
            </a:r>
            <a:r>
              <a:rPr sz="2400" spc="-4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sz="2400" spc="-2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AEC</a:t>
            </a:r>
            <a:r>
              <a:rPr sz="24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2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not.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3384" indent="-286385" algn="just">
              <a:lnSpc>
                <a:spcPts val="2230"/>
              </a:lnSpc>
              <a:spcBef>
                <a:spcPts val="480"/>
              </a:spcBef>
              <a:buSzPct val="60000"/>
              <a:buFont typeface="Wingdings"/>
              <a:buChar char=""/>
              <a:tabLst>
                <a:tab pos="413384" algn="l"/>
              </a:tabLst>
            </a:pP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</a:t>
            </a:r>
            <a:r>
              <a:rPr sz="2400" spc="-3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4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sz="24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think</a:t>
            </a:r>
            <a:r>
              <a:rPr sz="2400" spc="-1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1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subsequence</a:t>
            </a:r>
            <a:r>
              <a:rPr sz="2400" spc="-6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4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original</a:t>
            </a:r>
            <a:r>
              <a:rPr sz="2400" spc="-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3384" algn="just">
              <a:lnSpc>
                <a:spcPts val="2710"/>
              </a:lnSpc>
            </a:pPr>
            <a:r>
              <a:rPr sz="3600" baseline="1388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3600" spc="-30" baseline="1388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aseline="1388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</a:t>
            </a:r>
            <a:r>
              <a:rPr sz="3600" spc="-75" baseline="1388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aseline="1388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elements</a:t>
            </a:r>
            <a:r>
              <a:rPr sz="3600" spc="-52" baseline="1388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aseline="1388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crossed</a:t>
            </a:r>
            <a:r>
              <a:rPr sz="3600" spc="-75" baseline="1388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600" baseline="1388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out: </a:t>
            </a:r>
            <a:r>
              <a:rPr sz="3600" spc="179" baseline="1388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3600" spc="-1245" baseline="1388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IN" sz="3600" spc="17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sz="3600" spc="172" baseline="1388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3600" spc="195" baseline="1388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3600" spc="-1139" baseline="1388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3600" spc="1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</a:t>
            </a:r>
            <a:r>
              <a:rPr sz="3600" spc="195" baseline="1388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sz="3600" baseline="138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894"/>
              </a:spcBef>
            </a:pP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algn="just"/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400" spc="-3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4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easiest</a:t>
            </a:r>
            <a:r>
              <a:rPr sz="2400" spc="-2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5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think</a:t>
            </a:r>
            <a:r>
              <a:rPr sz="2400" spc="-4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3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4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sequences</a:t>
            </a:r>
            <a:r>
              <a:rPr sz="2400" spc="-4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400" spc="-3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strings,</a:t>
            </a:r>
            <a:r>
              <a:rPr sz="2400" spc="-2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sz="2400" spc="-4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reality,</a:t>
            </a:r>
            <a:r>
              <a:rPr sz="2400" spc="-3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</a:t>
            </a:r>
            <a:r>
              <a:rPr sz="2400" spc="-3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sequences</a:t>
            </a:r>
            <a:r>
              <a:rPr sz="2400" spc="-3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400" spc="-3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400" spc="-3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used,</a:t>
            </a:r>
            <a:r>
              <a:rPr sz="2400" spc="-3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</a:t>
            </a:r>
            <a:r>
              <a:rPr sz="2400" spc="-3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400" spc="-2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sequences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4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integers</a:t>
            </a:r>
            <a:r>
              <a:rPr sz="2400" spc="-3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-2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</a:t>
            </a:r>
            <a:r>
              <a:rPr sz="2400" spc="-3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  <a:r>
              <a:rPr sz="2400" spc="-3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spc="-4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customer</a:t>
            </a:r>
            <a:r>
              <a:rPr sz="2400" spc="-3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records.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12750" indent="-285750" algn="just">
              <a:spcBef>
                <a:spcPts val="489"/>
              </a:spcBef>
              <a:buSzPct val="60000"/>
              <a:buFont typeface="Wingdings"/>
              <a:buChar char=""/>
              <a:tabLst>
                <a:tab pos="412750" algn="l"/>
              </a:tabLst>
            </a:pP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sz="24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r>
              <a:rPr sz="2400" spc="-2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sz="2400" spc="-25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r>
            <a:r>
              <a:rPr sz="24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sz="2400" spc="-2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r>
              <a:rPr sz="24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sz="2400" spc="-5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r>
              <a:rPr sz="2400" spc="-2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</a:t>
            </a:r>
            <a:r>
              <a:rPr sz="2400" spc="-2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400" spc="-1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subsequence</a:t>
            </a:r>
            <a:r>
              <a:rPr sz="2400" spc="-5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r>
              <a:rPr sz="2400" spc="-1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sz="24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sz="2400" spc="-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660654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Longest</a:t>
            </a:r>
            <a:r>
              <a:rPr spc="-55" dirty="0"/>
              <a:t> </a:t>
            </a:r>
            <a:r>
              <a:rPr spc="-10" dirty="0"/>
              <a:t>Common Subsequence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629026" y="1495944"/>
            <a:ext cx="10873289" cy="42883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8735">
              <a:spcBef>
                <a:spcPts val="100"/>
              </a:spcBef>
            </a:pP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3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Longest</a:t>
            </a:r>
            <a:r>
              <a:rPr sz="2800" spc="-45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sz="2800" spc="-5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Subsequence</a:t>
            </a:r>
            <a:r>
              <a:rPr sz="2800" spc="-3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(LCS)</a:t>
            </a:r>
            <a:r>
              <a:rPr sz="2800" spc="5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sz="2800" spc="-4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-1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</a:t>
            </a:r>
            <a:r>
              <a:rPr sz="2800" spc="-5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45" dirty="0">
                <a:solidFill>
                  <a:srgbClr val="00AF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longest</a:t>
            </a:r>
            <a:r>
              <a:rPr sz="2800" spc="-55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sz="2800" spc="-4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800" spc="-3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-5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4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subsequence</a:t>
            </a:r>
            <a:r>
              <a:rPr sz="2800" spc="-4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-5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given</a:t>
            </a:r>
            <a:r>
              <a:rPr sz="2800" spc="-6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sequences.</a:t>
            </a:r>
            <a:endParaRPr lang="en-US" sz="2800" spc="-10" dirty="0">
              <a:solidFill>
                <a:srgbClr val="40458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38735">
              <a:spcBef>
                <a:spcPts val="100"/>
              </a:spcBef>
            </a:pPr>
            <a:endParaRPr lang="en-US" sz="28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38735">
              <a:spcBef>
                <a:spcPts val="100"/>
              </a:spcBef>
            </a:pP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800" spc="-2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example,</a:t>
            </a:r>
            <a:r>
              <a:rPr sz="2800" spc="-3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suppose</a:t>
            </a:r>
            <a:r>
              <a:rPr sz="2800" spc="-1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</a:t>
            </a: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</a:t>
            </a:r>
            <a:r>
              <a:rPr sz="28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sz="2800" spc="-2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DNA</a:t>
            </a:r>
            <a:r>
              <a:rPr sz="28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strands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encoded</a:t>
            </a:r>
            <a:r>
              <a:rPr sz="2800" spc="-2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>
              <a:spcBef>
                <a:spcPts val="580"/>
              </a:spcBef>
            </a:pP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X=ACCGGTCGAGTGCGCGGAAGCCGGCCGAA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97815">
              <a:spcBef>
                <a:spcPts val="575"/>
              </a:spcBef>
            </a:pPr>
            <a:r>
              <a:rPr sz="28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>
              <a:spcBef>
                <a:spcPts val="580"/>
              </a:spcBef>
            </a:pP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Y=GTCGTTCGGAATGCCGTTGCTCTGTAAA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35"/>
              </a:spcBef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5080" indent="285115"/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  <a:r>
              <a:rPr sz="2800" spc="-2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sz="28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measure</a:t>
            </a: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similarity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800" spc="-3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strands.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CC90900D-D269-3BD2-44AC-E671978F8C9B}"/>
                  </a:ext>
                </a:extLst>
              </p14:cNvPr>
              <p14:cNvContentPartPr/>
              <p14:nvPr/>
            </p14:nvContentPartPr>
            <p14:xfrm>
              <a:off x="1111320" y="2329920"/>
              <a:ext cx="9514800" cy="2498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CC90900D-D269-3BD2-44AC-E671978F8C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01960" y="2320560"/>
                <a:ext cx="9533520" cy="2517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0597" y="409567"/>
            <a:ext cx="10515600" cy="689932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Longest</a:t>
            </a:r>
            <a:r>
              <a:rPr spc="-55" dirty="0"/>
              <a:t> </a:t>
            </a:r>
            <a:r>
              <a:rPr spc="-10" dirty="0"/>
              <a:t>Common Subsequence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22785" y="1325793"/>
            <a:ext cx="9415300" cy="2940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83565" marR="5080" indent="-571500">
              <a:lnSpc>
                <a:spcPct val="120000"/>
              </a:lnSpc>
              <a:spcBef>
                <a:spcPts val="100"/>
              </a:spcBef>
            </a:pP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sz="2800" spc="-2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these</a:t>
            </a:r>
            <a:r>
              <a:rPr sz="2800" spc="-2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strings, X=ACC</a:t>
            </a:r>
            <a:r>
              <a:rPr sz="2800" spc="-1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800" spc="-1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TCG</a:t>
            </a: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</a:t>
            </a:r>
            <a:r>
              <a:rPr sz="2800" spc="-1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800" spc="-1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</a:t>
            </a: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800" spc="-1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800" spc="-1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AAGCCGGCCGAA</a:t>
            </a:r>
            <a:endParaRPr lang="en-US" sz="2800" spc="-10" dirty="0">
              <a:solidFill>
                <a:srgbClr val="BD2C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marR="299720" indent="532765">
              <a:lnSpc>
                <a:spcPct val="240000"/>
              </a:lnSpc>
            </a:pP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Y=</a:t>
            </a:r>
            <a:r>
              <a:rPr sz="2800" spc="-1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GTCGT</a:t>
            </a: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800" spc="-1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CGGAA</a:t>
            </a: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800" spc="-1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GCCG</a:t>
            </a: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TT</a:t>
            </a:r>
            <a:r>
              <a:rPr sz="2800" spc="-1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GC</a:t>
            </a: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800" spc="-1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800" spc="-1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2800" spc="-10" dirty="0">
                <a:solidFill>
                  <a:srgbClr val="BD2C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</a:t>
            </a: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</a:t>
            </a:r>
            <a:r>
              <a:rPr sz="2800" spc="-15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LCS</a:t>
            </a:r>
            <a:r>
              <a:rPr sz="2800" spc="-2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800" spc="-10" dirty="0">
                <a:solidFill>
                  <a:srgbClr val="40458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GTCGTCGGAAGCCGGCCGAA.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22322" y="4775287"/>
            <a:ext cx="754570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4065" marR="5080" indent="-762000">
              <a:spcBef>
                <a:spcPts val="100"/>
              </a:spcBef>
            </a:pPr>
            <a:r>
              <a:rPr sz="2400" dirty="0">
                <a:solidFill>
                  <a:srgbClr val="40458B"/>
                </a:solidFill>
                <a:latin typeface="Tahoma"/>
                <a:cs typeface="Tahoma"/>
              </a:rPr>
              <a:t>For</a:t>
            </a:r>
            <a:r>
              <a:rPr sz="2400" spc="-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/>
                <a:cs typeface="Tahoma"/>
              </a:rPr>
              <a:t>X</a:t>
            </a:r>
            <a:r>
              <a:rPr sz="2400" spc="-5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/>
                <a:cs typeface="Tahoma"/>
              </a:rPr>
              <a:t>=</a:t>
            </a:r>
            <a:r>
              <a:rPr sz="2400" spc="-4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/>
                <a:cs typeface="Tahoma"/>
              </a:rPr>
              <a:t>SPRINGTIME</a:t>
            </a:r>
            <a:r>
              <a:rPr sz="2400" spc="-1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/>
                <a:cs typeface="Tahoma"/>
              </a:rPr>
              <a:t>and</a:t>
            </a:r>
            <a:r>
              <a:rPr sz="2400" spc="-5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40458B"/>
                </a:solidFill>
                <a:latin typeface="Tahoma"/>
                <a:cs typeface="Tahoma"/>
              </a:rPr>
              <a:t>Y</a:t>
            </a:r>
            <a:r>
              <a:rPr sz="2400" spc="-22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/>
                <a:cs typeface="Tahoma"/>
              </a:rPr>
              <a:t>=</a:t>
            </a:r>
            <a:r>
              <a:rPr sz="2400" spc="-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/>
                <a:cs typeface="Tahoma"/>
              </a:rPr>
              <a:t>PIONEER,</a:t>
            </a:r>
            <a:r>
              <a:rPr sz="2400" spc="-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/>
                <a:cs typeface="Tahoma"/>
              </a:rPr>
              <a:t>an</a:t>
            </a:r>
            <a:r>
              <a:rPr sz="2400" spc="-30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/>
                <a:cs typeface="Tahoma"/>
              </a:rPr>
              <a:t>LCS</a:t>
            </a:r>
            <a:r>
              <a:rPr sz="2400" spc="-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/>
                <a:cs typeface="Tahoma"/>
              </a:rPr>
              <a:t>is</a:t>
            </a:r>
            <a:r>
              <a:rPr sz="2400" spc="-3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40458B"/>
                </a:solidFill>
                <a:latin typeface="Tahoma"/>
                <a:cs typeface="Tahoma"/>
              </a:rPr>
              <a:t>PINE </a:t>
            </a:r>
            <a:r>
              <a:rPr sz="2400" dirty="0">
                <a:solidFill>
                  <a:srgbClr val="40458B"/>
                </a:solidFill>
                <a:latin typeface="Tahoma"/>
                <a:cs typeface="Tahoma"/>
              </a:rPr>
              <a:t>(S</a:t>
            </a:r>
            <a:r>
              <a:rPr sz="2400" dirty="0">
                <a:solidFill>
                  <a:srgbClr val="BD2C00"/>
                </a:solidFill>
                <a:latin typeface="Tahoma"/>
                <a:cs typeface="Tahoma"/>
              </a:rPr>
              <a:t>P</a:t>
            </a:r>
            <a:r>
              <a:rPr sz="2400" dirty="0">
                <a:solidFill>
                  <a:srgbClr val="40458B"/>
                </a:solidFill>
                <a:latin typeface="Tahoma"/>
                <a:cs typeface="Tahoma"/>
              </a:rPr>
              <a:t>R</a:t>
            </a:r>
            <a:r>
              <a:rPr sz="2400" dirty="0">
                <a:solidFill>
                  <a:srgbClr val="BD2C00"/>
                </a:solidFill>
                <a:latin typeface="Tahoma"/>
                <a:cs typeface="Tahoma"/>
              </a:rPr>
              <a:t>IN</a:t>
            </a:r>
            <a:r>
              <a:rPr sz="2400" dirty="0">
                <a:solidFill>
                  <a:srgbClr val="40458B"/>
                </a:solidFill>
                <a:latin typeface="Tahoma"/>
                <a:cs typeface="Tahoma"/>
              </a:rPr>
              <a:t>GTIM</a:t>
            </a:r>
            <a:r>
              <a:rPr sz="2400" dirty="0">
                <a:solidFill>
                  <a:srgbClr val="BD2C00"/>
                </a:solidFill>
                <a:latin typeface="Tahoma"/>
                <a:cs typeface="Tahoma"/>
              </a:rPr>
              <a:t>E</a:t>
            </a:r>
            <a:r>
              <a:rPr sz="2400" spc="-70" dirty="0">
                <a:solidFill>
                  <a:srgbClr val="BD2C00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40458B"/>
                </a:solidFill>
                <a:latin typeface="Tahoma"/>
                <a:cs typeface="Tahoma"/>
              </a:rPr>
              <a:t>and</a:t>
            </a:r>
            <a:r>
              <a:rPr sz="2400" spc="-75" dirty="0">
                <a:solidFill>
                  <a:srgbClr val="40458B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BD2C00"/>
                </a:solidFill>
                <a:latin typeface="Tahoma"/>
                <a:cs typeface="Tahoma"/>
              </a:rPr>
              <a:t>PI</a:t>
            </a:r>
            <a:r>
              <a:rPr sz="2400" spc="-10" dirty="0">
                <a:solidFill>
                  <a:srgbClr val="40458B"/>
                </a:solidFill>
                <a:latin typeface="Tahoma"/>
                <a:cs typeface="Tahoma"/>
              </a:rPr>
              <a:t>O</a:t>
            </a:r>
            <a:r>
              <a:rPr sz="2400" spc="-10" dirty="0">
                <a:solidFill>
                  <a:srgbClr val="BD2C00"/>
                </a:solidFill>
                <a:latin typeface="Tahoma"/>
                <a:cs typeface="Tahoma"/>
              </a:rPr>
              <a:t>NE</a:t>
            </a:r>
            <a:r>
              <a:rPr sz="2400" spc="-10" dirty="0">
                <a:solidFill>
                  <a:srgbClr val="40458B"/>
                </a:solidFill>
                <a:latin typeface="Tahoma"/>
                <a:cs typeface="Tahoma"/>
              </a:rPr>
              <a:t>ER).</a:t>
            </a:r>
            <a:endParaRPr sz="2400" dirty="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85833" y="2311872"/>
            <a:ext cx="6778088" cy="638175"/>
          </a:xfrm>
          <a:custGeom>
            <a:avLst/>
            <a:gdLst/>
            <a:ahLst/>
            <a:cxnLst/>
            <a:rect l="l" t="t" r="r" b="b"/>
            <a:pathLst>
              <a:path w="5352415" h="638175">
                <a:moveTo>
                  <a:pt x="0" y="629412"/>
                </a:moveTo>
                <a:lnTo>
                  <a:pt x="533400" y="19812"/>
                </a:lnTo>
              </a:path>
              <a:path w="5352415" h="638175">
                <a:moveTo>
                  <a:pt x="217931" y="629412"/>
                </a:moveTo>
                <a:lnTo>
                  <a:pt x="903732" y="19812"/>
                </a:lnTo>
              </a:path>
              <a:path w="5352415" h="638175">
                <a:moveTo>
                  <a:pt x="419100" y="629412"/>
                </a:moveTo>
                <a:lnTo>
                  <a:pt x="1104900" y="19812"/>
                </a:lnTo>
              </a:path>
              <a:path w="5352415" h="638175">
                <a:moveTo>
                  <a:pt x="609600" y="629412"/>
                </a:moveTo>
                <a:lnTo>
                  <a:pt x="1295400" y="19812"/>
                </a:lnTo>
              </a:path>
              <a:path w="5352415" h="638175">
                <a:moveTo>
                  <a:pt x="780288" y="629412"/>
                </a:moveTo>
                <a:lnTo>
                  <a:pt x="1894713" y="19812"/>
                </a:lnTo>
              </a:path>
              <a:path w="5352415" h="638175">
                <a:moveTo>
                  <a:pt x="1123188" y="629412"/>
                </a:moveTo>
                <a:lnTo>
                  <a:pt x="2237613" y="19812"/>
                </a:lnTo>
              </a:path>
              <a:path w="5352415" h="638175">
                <a:moveTo>
                  <a:pt x="1313688" y="629412"/>
                </a:moveTo>
                <a:lnTo>
                  <a:pt x="2428113" y="19812"/>
                </a:lnTo>
              </a:path>
              <a:path w="5352415" h="638175">
                <a:moveTo>
                  <a:pt x="1504188" y="629412"/>
                </a:moveTo>
                <a:lnTo>
                  <a:pt x="2832862" y="19812"/>
                </a:lnTo>
              </a:path>
              <a:path w="5352415" h="638175">
                <a:moveTo>
                  <a:pt x="1723643" y="638175"/>
                </a:moveTo>
                <a:lnTo>
                  <a:pt x="3266693" y="0"/>
                </a:lnTo>
              </a:path>
              <a:path w="5352415" h="638175">
                <a:moveTo>
                  <a:pt x="1905000" y="638175"/>
                </a:moveTo>
                <a:lnTo>
                  <a:pt x="3448050" y="0"/>
                </a:lnTo>
              </a:path>
              <a:path w="5352415" h="638175">
                <a:moveTo>
                  <a:pt x="2286000" y="628650"/>
                </a:moveTo>
                <a:lnTo>
                  <a:pt x="3648075" y="0"/>
                </a:lnTo>
              </a:path>
              <a:path w="5352415" h="638175">
                <a:moveTo>
                  <a:pt x="2485643" y="628650"/>
                </a:moveTo>
                <a:lnTo>
                  <a:pt x="3847718" y="0"/>
                </a:lnTo>
              </a:path>
              <a:path w="5352415" h="638175">
                <a:moveTo>
                  <a:pt x="2685288" y="628650"/>
                </a:moveTo>
                <a:lnTo>
                  <a:pt x="4047363" y="0"/>
                </a:lnTo>
              </a:path>
              <a:path w="5352415" h="638175">
                <a:moveTo>
                  <a:pt x="2857500" y="637793"/>
                </a:moveTo>
                <a:lnTo>
                  <a:pt x="4219575" y="9143"/>
                </a:lnTo>
              </a:path>
              <a:path w="5352415" h="638175">
                <a:moveTo>
                  <a:pt x="3404616" y="629412"/>
                </a:moveTo>
                <a:lnTo>
                  <a:pt x="4390390" y="19812"/>
                </a:lnTo>
              </a:path>
              <a:path w="5352415" h="638175">
                <a:moveTo>
                  <a:pt x="3595116" y="629412"/>
                </a:moveTo>
                <a:lnTo>
                  <a:pt x="4580890" y="19812"/>
                </a:lnTo>
              </a:path>
              <a:path w="5352415" h="638175">
                <a:moveTo>
                  <a:pt x="3966972" y="629412"/>
                </a:moveTo>
                <a:lnTo>
                  <a:pt x="4771898" y="19812"/>
                </a:lnTo>
              </a:path>
              <a:path w="5352415" h="638175">
                <a:moveTo>
                  <a:pt x="4337304" y="629412"/>
                </a:moveTo>
                <a:lnTo>
                  <a:pt x="4930267" y="19812"/>
                </a:lnTo>
              </a:path>
              <a:path w="5352415" h="638175">
                <a:moveTo>
                  <a:pt x="4671059" y="609600"/>
                </a:moveTo>
                <a:lnTo>
                  <a:pt x="5133085" y="0"/>
                </a:lnTo>
              </a:path>
              <a:path w="5352415" h="638175">
                <a:moveTo>
                  <a:pt x="4873752" y="609600"/>
                </a:moveTo>
                <a:lnTo>
                  <a:pt x="5352415" y="0"/>
                </a:lnTo>
              </a:path>
            </a:pathLst>
          </a:custGeom>
          <a:ln w="28575">
            <a:solidFill>
              <a:srgbClr val="00AF5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3401A8B-254F-33F7-869B-E8883E064B09}"/>
                  </a:ext>
                </a:extLst>
              </p14:cNvPr>
              <p14:cNvContentPartPr/>
              <p14:nvPr/>
            </p14:nvContentPartPr>
            <p14:xfrm>
              <a:off x="874440" y="1996920"/>
              <a:ext cx="6948000" cy="4435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3401A8B-254F-33F7-869B-E8883E064B0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5080" y="1987560"/>
                <a:ext cx="6966720" cy="44539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EDE3D22-CBC3-0B41-3DBE-A29A8C56E9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144" y="297089"/>
            <a:ext cx="11107711" cy="62638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D0660A-21CD-2416-3FC3-2E0F88104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0760" y="643467"/>
            <a:ext cx="9170479" cy="5571066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8</a:t>
            </a:fld>
            <a:endParaRPr lang="en-I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5662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9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EF80F3-3A51-EAED-9C23-0F3D35114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007" y="402788"/>
            <a:ext cx="10687986" cy="631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572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1EF70-5717-78BF-3168-D63CF86F7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50FD215-8FA9-DB9D-DEE8-DCF3CB139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10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C911D2-45ED-29F2-AC70-5B5945DE39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734" y="463627"/>
            <a:ext cx="11034010" cy="6075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0152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3EEE8-BA65-0D29-3596-FE0FC34A1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8DBD22-B339-D748-5208-F6EA77F44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11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9A7C0A-BDA1-27AE-956E-F43AD2E604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64" y="136525"/>
            <a:ext cx="11152682" cy="6612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138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E6374-FFBC-643F-3992-B7F1D4472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B2F81B-0FBC-E2B4-FA7D-3290F302C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12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C63A4B-B8D9-1489-3947-3C4F26DE6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852" y="435673"/>
            <a:ext cx="11797259" cy="628580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3DED2E3-9508-8F99-24A3-75C30861D67F}"/>
                  </a:ext>
                </a:extLst>
              </p14:cNvPr>
              <p14:cNvContentPartPr/>
              <p14:nvPr/>
            </p14:nvContentPartPr>
            <p14:xfrm>
              <a:off x="2030040" y="3576960"/>
              <a:ext cx="5911200" cy="1002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3DED2E3-9508-8F99-24A3-75C30861D67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20680" y="3567600"/>
                <a:ext cx="5929920" cy="102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91881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EFDC61-73B7-04AB-1D52-B5C87173F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C8537A0-F4F8-5265-A0ED-14337400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13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37FCF5-A3FA-DE70-ACA1-1D841D839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56" y="388105"/>
            <a:ext cx="10987790" cy="620486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46266E1-98EF-9CAA-3CA6-01FDD9892213}"/>
                  </a:ext>
                </a:extLst>
              </p14:cNvPr>
              <p14:cNvContentPartPr/>
              <p14:nvPr/>
            </p14:nvContentPartPr>
            <p14:xfrm>
              <a:off x="3543840" y="4815000"/>
              <a:ext cx="622080" cy="570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46266E1-98EF-9CAA-3CA6-01FDD98922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34480" y="4805640"/>
                <a:ext cx="640800" cy="589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412486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5B267-A202-9E06-D77D-E3C524D1D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0D250A-1619-A0C7-93CD-62A440787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14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0EA7ED-1F8C-859E-3F01-642C8EF94C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22" y="341064"/>
            <a:ext cx="11083978" cy="6367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747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130C1-645F-94CF-7AFA-FD14D5692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D87F9F-D1D3-45D5-D3CF-C28680A02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15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324A9C-7D72-EFEF-531F-FEAC639D5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02" y="136525"/>
            <a:ext cx="11053997" cy="6592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523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A89D4-4B12-51E9-1032-09145CA7D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6678E23-0EC3-3510-808E-F3C1155AF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16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27D584-846F-F963-9C57-963E20C08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12" y="136525"/>
            <a:ext cx="11557417" cy="659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4440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-up of a paper&#10;&#10;Description automatically generated">
            <a:extLst>
              <a:ext uri="{FF2B5EF4-FFF2-40B4-BE49-F238E27FC236}">
                <a16:creationId xmlns:a16="http://schemas.microsoft.com/office/drawing/2014/main" id="{9AA2A51F-86E5-415D-CA5F-6C1DD6A2CD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310467" y="-1118808"/>
            <a:ext cx="5571066" cy="909561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536376-01DA-2C33-83D2-69F71E9F2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17</a:t>
            </a:fld>
            <a:endParaRPr lang="en-IN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617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27ED5E-CD32-813E-A0E8-2C5456D38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lose-up of a paper&#10;&#10;Description automatically generated">
            <a:extLst>
              <a:ext uri="{FF2B5EF4-FFF2-40B4-BE49-F238E27FC236}">
                <a16:creationId xmlns:a16="http://schemas.microsoft.com/office/drawing/2014/main" id="{D611A68C-A8C8-648F-CAFF-FEB9E61F4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347416" y="-184116"/>
            <a:ext cx="5851935" cy="718028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290A2C0-405D-52C5-D0AB-9DF30940B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 marL="0" lvl="0" indent="0" rtl="0">
              <a:spcBef>
                <a:spcPts val="0"/>
              </a:spcBef>
              <a:spcAft>
                <a:spcPts val="600"/>
              </a:spcAft>
              <a:buNone/>
            </a:pPr>
            <a:fld id="{00000000-1234-1234-1234-123412341234}" type="slidenum">
              <a:rPr lang="en-IN">
                <a:solidFill>
                  <a:srgbClr val="FFFFFF"/>
                </a:solidFill>
              </a:rPr>
              <a:pPr marL="0" lvl="0" indent="0" rtl="0">
                <a:spcBef>
                  <a:spcPts val="0"/>
                </a:spcBef>
                <a:spcAft>
                  <a:spcPts val="600"/>
                </a:spcAft>
                <a:buNone/>
              </a:pPr>
              <a:t>18</a:t>
            </a:fld>
            <a:endParaRPr lang="en-IN">
              <a:solidFill>
                <a:srgbClr val="FFFFFF"/>
              </a:solidFill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73AD3E4-6BA7-D713-D83D-9E48B372B3B9}"/>
                  </a:ext>
                </a:extLst>
              </p14:cNvPr>
              <p14:cNvContentPartPr/>
              <p14:nvPr/>
            </p14:nvContentPartPr>
            <p14:xfrm>
              <a:off x="5602320" y="1044000"/>
              <a:ext cx="3609360" cy="2795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73AD3E4-6BA7-D713-D83D-9E48B372B3B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92960" y="1034640"/>
                <a:ext cx="3628080" cy="28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FBB094D-D033-042C-E4B9-A2D52420CB5A}"/>
                  </a:ext>
                </a:extLst>
              </p14:cNvPr>
              <p14:cNvContentPartPr/>
              <p14:nvPr/>
            </p14:nvContentPartPr>
            <p14:xfrm>
              <a:off x="1177920" y="1524600"/>
              <a:ext cx="10317240" cy="4525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FBB094D-D033-042C-E4B9-A2D52420CB5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168560" y="1515240"/>
                <a:ext cx="10335960" cy="454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91679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E4BA60-D1EC-DE02-5CA3-34962E45B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19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9C0E467-8184-D058-A898-918ED05307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912500" y="-1525874"/>
            <a:ext cx="6060952" cy="990974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2C12B5A-77B1-6E81-BBD6-10810EBB22A0}"/>
                  </a:ext>
                </a:extLst>
              </p14:cNvPr>
              <p14:cNvContentPartPr/>
              <p14:nvPr/>
            </p14:nvContentPartPr>
            <p14:xfrm>
              <a:off x="6039360" y="588240"/>
              <a:ext cx="703800" cy="403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2C12B5A-77B1-6E81-BBD6-10810EBB22A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30000" y="578880"/>
                <a:ext cx="722520" cy="42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94ED95A2-B469-196D-ACCA-9F9643DB847E}"/>
                  </a:ext>
                </a:extLst>
              </p14:cNvPr>
              <p14:cNvContentPartPr/>
              <p14:nvPr/>
            </p14:nvContentPartPr>
            <p14:xfrm>
              <a:off x="222480" y="222840"/>
              <a:ext cx="11248560" cy="6532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94ED95A2-B469-196D-ACCA-9F9643DB847E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13120" y="213480"/>
                <a:ext cx="11267280" cy="655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C473BFD-C768-4779-954C-A9EE3CDDA16D}"/>
                  </a:ext>
                </a:extLst>
              </p14:cNvPr>
              <p14:cNvContentPartPr/>
              <p14:nvPr/>
            </p14:nvContentPartPr>
            <p14:xfrm>
              <a:off x="2706604" y="459968"/>
              <a:ext cx="1927080" cy="522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C473BFD-C768-4779-954C-A9EE3CDDA16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702284" y="455648"/>
                <a:ext cx="193572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3614F1D-4FFA-2CC7-71C6-82530D26DB82}"/>
                  </a:ext>
                </a:extLst>
              </p14:cNvPr>
              <p14:cNvContentPartPr/>
              <p14:nvPr/>
            </p14:nvContentPartPr>
            <p14:xfrm>
              <a:off x="842524" y="3040088"/>
              <a:ext cx="208800" cy="2541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3614F1D-4FFA-2CC7-71C6-82530D26DB82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38204" y="3035768"/>
                <a:ext cx="217440" cy="26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C03EA3F-7B64-A770-6246-4AA9BC0A301F}"/>
                  </a:ext>
                </a:extLst>
              </p14:cNvPr>
              <p14:cNvContentPartPr/>
              <p14:nvPr/>
            </p14:nvContentPartPr>
            <p14:xfrm>
              <a:off x="917044" y="2860088"/>
              <a:ext cx="50040" cy="633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C03EA3F-7B64-A770-6246-4AA9BC0A301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912724" y="2855768"/>
                <a:ext cx="5868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4D72AB4-2DF1-C184-0718-0987FC344223}"/>
                  </a:ext>
                </a:extLst>
              </p14:cNvPr>
              <p14:cNvContentPartPr/>
              <p14:nvPr/>
            </p14:nvContentPartPr>
            <p14:xfrm>
              <a:off x="6978004" y="914648"/>
              <a:ext cx="137880" cy="2109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4D72AB4-2DF1-C184-0718-0987FC344223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973684" y="910328"/>
                <a:ext cx="14652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7F7FB691-AB96-B8E9-2CF5-DC84B1E4346D}"/>
                  </a:ext>
                </a:extLst>
              </p14:cNvPr>
              <p14:cNvContentPartPr/>
              <p14:nvPr/>
            </p14:nvContentPartPr>
            <p14:xfrm>
              <a:off x="7042444" y="785408"/>
              <a:ext cx="17640" cy="3024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7F7FB691-AB96-B8E9-2CF5-DC84B1E4346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038124" y="781088"/>
                <a:ext cx="262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2154913-CDCC-A1A5-DA24-2900CA1EBD02}"/>
                  </a:ext>
                </a:extLst>
              </p14:cNvPr>
              <p14:cNvContentPartPr/>
              <p14:nvPr/>
            </p14:nvContentPartPr>
            <p14:xfrm>
              <a:off x="3331204" y="2211008"/>
              <a:ext cx="1144080" cy="5317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2154913-CDCC-A1A5-DA24-2900CA1EBD0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326884" y="2206688"/>
                <a:ext cx="1152720" cy="54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FA6330-4490-378E-0484-5AA42DC13F08}"/>
                  </a:ext>
                </a:extLst>
              </p14:cNvPr>
              <p14:cNvContentPartPr/>
              <p14:nvPr/>
            </p14:nvContentPartPr>
            <p14:xfrm>
              <a:off x="1495204" y="2670008"/>
              <a:ext cx="2520" cy="129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FA6330-4490-378E-0484-5AA42DC13F0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490884" y="2665688"/>
                <a:ext cx="1116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F1AD3567-1EF5-1C26-C6C4-89A3920A96AC}"/>
              </a:ext>
            </a:extLst>
          </p:cNvPr>
          <p:cNvGrpSpPr/>
          <p:nvPr/>
        </p:nvGrpSpPr>
        <p:grpSpPr>
          <a:xfrm>
            <a:off x="3095044" y="2358248"/>
            <a:ext cx="96120" cy="24120"/>
            <a:chOff x="3095044" y="2358248"/>
            <a:chExt cx="96120" cy="2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C78060A-725E-A10A-0069-4FBF9BD67AF4}"/>
                    </a:ext>
                  </a:extLst>
                </p14:cNvPr>
                <p14:cNvContentPartPr/>
                <p14:nvPr/>
              </p14:nvContentPartPr>
              <p14:xfrm>
                <a:off x="3095044" y="2379848"/>
                <a:ext cx="22320" cy="25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C78060A-725E-A10A-0069-4FBF9BD67AF4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090724" y="2375528"/>
                  <a:ext cx="30960" cy="1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BF10D85-D10C-DAD1-B1DC-D44127002795}"/>
                    </a:ext>
                  </a:extLst>
                </p14:cNvPr>
                <p14:cNvContentPartPr/>
                <p14:nvPr/>
              </p14:nvContentPartPr>
              <p14:xfrm>
                <a:off x="3181444" y="2358248"/>
                <a:ext cx="9720" cy="75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BF10D85-D10C-DAD1-B1DC-D4412700279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77124" y="2353928"/>
                  <a:ext cx="18360" cy="1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62CEAED-ED5B-4A93-B23F-259FB6991643}"/>
              </a:ext>
            </a:extLst>
          </p:cNvPr>
          <p:cNvGrpSpPr/>
          <p:nvPr/>
        </p:nvGrpSpPr>
        <p:grpSpPr>
          <a:xfrm>
            <a:off x="3496804" y="2025248"/>
            <a:ext cx="52200" cy="31680"/>
            <a:chOff x="3496804" y="2025248"/>
            <a:chExt cx="52200" cy="3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75D935E-980D-405D-EE59-BB45FD6481D1}"/>
                    </a:ext>
                  </a:extLst>
                </p14:cNvPr>
                <p14:cNvContentPartPr/>
                <p14:nvPr/>
              </p14:nvContentPartPr>
              <p14:xfrm>
                <a:off x="3496804" y="2025248"/>
                <a:ext cx="16920" cy="172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75D935E-980D-405D-EE59-BB45FD6481D1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492484" y="2020928"/>
                  <a:ext cx="2556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8DD0F8D-EF34-6EB9-E28E-D5B92597778A}"/>
                    </a:ext>
                  </a:extLst>
                </p14:cNvPr>
                <p14:cNvContentPartPr/>
                <p14:nvPr/>
              </p14:nvContentPartPr>
              <p14:xfrm>
                <a:off x="3548644" y="2056568"/>
                <a:ext cx="360" cy="3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8DD0F8D-EF34-6EB9-E28E-D5B92597778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544324" y="2052248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62D9942-FC3A-02D6-3FD4-93C753377FE2}"/>
                  </a:ext>
                </a:extLst>
              </p14:cNvPr>
              <p14:cNvContentPartPr/>
              <p14:nvPr/>
            </p14:nvContentPartPr>
            <p14:xfrm>
              <a:off x="2010004" y="2580008"/>
              <a:ext cx="16560" cy="360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62D9942-FC3A-02D6-3FD4-93C753377FE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2005684" y="2575688"/>
                <a:ext cx="25200" cy="1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1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BA4DC87-D433-EE32-48EA-B0ECE07E51EF}"/>
                  </a:ext>
                </a:extLst>
              </p14:cNvPr>
              <p14:cNvContentPartPr/>
              <p14:nvPr/>
            </p14:nvContentPartPr>
            <p14:xfrm>
              <a:off x="4064524" y="1602968"/>
              <a:ext cx="14040" cy="1296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6BA4DC87-D433-EE32-48EA-B0ECE07E51EF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4060204" y="1598648"/>
                <a:ext cx="2268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ACA2F4EC-72CA-AB36-8583-1E65F03321A9}"/>
              </a:ext>
            </a:extLst>
          </p:cNvPr>
          <p:cNvGrpSpPr/>
          <p:nvPr/>
        </p:nvGrpSpPr>
        <p:grpSpPr>
          <a:xfrm>
            <a:off x="3945364" y="1912568"/>
            <a:ext cx="117000" cy="38880"/>
            <a:chOff x="3945364" y="1912568"/>
            <a:chExt cx="117000" cy="3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EF73902-4E7D-FE27-C726-7F103D66E24A}"/>
                    </a:ext>
                  </a:extLst>
                </p14:cNvPr>
                <p14:cNvContentPartPr/>
                <p14:nvPr/>
              </p14:nvContentPartPr>
              <p14:xfrm>
                <a:off x="4011604" y="1912568"/>
                <a:ext cx="50760" cy="388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EF73902-4E7D-FE27-C726-7F103D66E24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4007284" y="1908248"/>
                  <a:ext cx="594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64D300F-4A7F-86BC-C30F-D16724BBDDD3}"/>
                    </a:ext>
                  </a:extLst>
                </p14:cNvPr>
                <p14:cNvContentPartPr/>
                <p14:nvPr/>
              </p14:nvContentPartPr>
              <p14:xfrm>
                <a:off x="3945364" y="1938488"/>
                <a:ext cx="10080" cy="12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64D300F-4A7F-86BC-C30F-D16724BBDDD3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3941044" y="1934168"/>
                  <a:ext cx="18720" cy="2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4667EB77-40FD-C716-2A59-9CC28443A04F}"/>
                  </a:ext>
                </a:extLst>
              </p14:cNvPr>
              <p14:cNvContentPartPr/>
              <p14:nvPr/>
            </p14:nvContentPartPr>
            <p14:xfrm>
              <a:off x="3129604" y="2418368"/>
              <a:ext cx="12960" cy="54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4667EB77-40FD-C716-2A59-9CC28443A04F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125284" y="2414048"/>
                <a:ext cx="2160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9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CE92276-378D-2DF5-7229-0AD147537AC0}"/>
                  </a:ext>
                </a:extLst>
              </p14:cNvPr>
              <p14:cNvContentPartPr/>
              <p14:nvPr/>
            </p14:nvContentPartPr>
            <p14:xfrm>
              <a:off x="5219764" y="1581008"/>
              <a:ext cx="41760" cy="302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CE92276-378D-2DF5-7229-0AD147537AC0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5215444" y="1576688"/>
                <a:ext cx="5040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1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19812FCB-0742-1B95-F01D-416DF9B7DE25}"/>
                  </a:ext>
                </a:extLst>
              </p14:cNvPr>
              <p14:cNvContentPartPr/>
              <p14:nvPr/>
            </p14:nvContentPartPr>
            <p14:xfrm>
              <a:off x="1898404" y="2592248"/>
              <a:ext cx="360" cy="3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19812FCB-0742-1B95-F01D-416DF9B7DE2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894084" y="2587928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01DF06F-0F8D-8E70-D35D-A95721D80C9B}"/>
                  </a:ext>
                </a:extLst>
              </p14:cNvPr>
              <p14:cNvContentPartPr/>
              <p14:nvPr/>
            </p14:nvContentPartPr>
            <p14:xfrm>
              <a:off x="4618564" y="2148008"/>
              <a:ext cx="934920" cy="5695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01DF06F-0F8D-8E70-D35D-A95721D80C9B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614244" y="2143688"/>
                <a:ext cx="943560" cy="57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15E68D16-7FD4-8BEC-9BCE-3B05DE8F3F12}"/>
                  </a:ext>
                </a:extLst>
              </p14:cNvPr>
              <p14:cNvContentPartPr/>
              <p14:nvPr/>
            </p14:nvContentPartPr>
            <p14:xfrm>
              <a:off x="5190964" y="1940648"/>
              <a:ext cx="23400" cy="46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15E68D16-7FD4-8BEC-9BCE-3B05DE8F3F12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186644" y="1936328"/>
                <a:ext cx="32040" cy="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565498B3-D92B-9DE9-8AFF-C902DFCB8B98}"/>
                  </a:ext>
                </a:extLst>
              </p14:cNvPr>
              <p14:cNvContentPartPr/>
              <p14:nvPr/>
            </p14:nvContentPartPr>
            <p14:xfrm>
              <a:off x="3891724" y="2397488"/>
              <a:ext cx="9720" cy="360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565498B3-D92B-9DE9-8AFF-C902DFCB8B98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887404" y="2393168"/>
                <a:ext cx="18360" cy="1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7133F6B-611D-0BAE-E7E1-1C5EAA0849E5}"/>
                  </a:ext>
                </a:extLst>
              </p14:cNvPr>
              <p14:cNvContentPartPr/>
              <p14:nvPr/>
            </p14:nvContentPartPr>
            <p14:xfrm>
              <a:off x="5463844" y="2428808"/>
              <a:ext cx="360" cy="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7133F6B-611D-0BAE-E7E1-1C5EAA0849E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5459524" y="2424488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C33F9B2-4A84-CFFD-8DDB-624CC28CFD03}"/>
                  </a:ext>
                </a:extLst>
              </p14:cNvPr>
              <p14:cNvContentPartPr/>
              <p14:nvPr/>
            </p14:nvContentPartPr>
            <p14:xfrm>
              <a:off x="6710884" y="1562288"/>
              <a:ext cx="360" cy="36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C33F9B2-4A84-CFFD-8DDB-624CC28CFD03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706564" y="1557968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A6C38C6-9532-BBAC-B550-E3EDB4886B1D}"/>
                  </a:ext>
                </a:extLst>
              </p14:cNvPr>
              <p14:cNvContentPartPr/>
              <p14:nvPr/>
            </p14:nvContentPartPr>
            <p14:xfrm>
              <a:off x="2049244" y="2616368"/>
              <a:ext cx="8280" cy="864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A6C38C6-9532-BBAC-B550-E3EDB4886B1D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044924" y="2612048"/>
                <a:ext cx="16920" cy="1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8D2F718-E0A9-114C-C84D-2DC773AE5545}"/>
                  </a:ext>
                </a:extLst>
              </p14:cNvPr>
              <p14:cNvContentPartPr/>
              <p14:nvPr/>
            </p14:nvContentPartPr>
            <p14:xfrm>
              <a:off x="6778924" y="2488928"/>
              <a:ext cx="11880" cy="46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8D2F718-E0A9-114C-C84D-2DC773AE554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774604" y="2484608"/>
                <a:ext cx="20520" cy="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FA0F2B5-7EB1-96E8-918C-197968448C70}"/>
                  </a:ext>
                </a:extLst>
              </p14:cNvPr>
              <p14:cNvContentPartPr/>
              <p14:nvPr/>
            </p14:nvContentPartPr>
            <p14:xfrm>
              <a:off x="6359524" y="2486768"/>
              <a:ext cx="2520" cy="468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FA0F2B5-7EB1-96E8-918C-197968448C70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6355204" y="2482448"/>
                <a:ext cx="11160" cy="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43655508-F43E-3F28-96D4-8E0F6A77ECFF}"/>
                  </a:ext>
                </a:extLst>
              </p14:cNvPr>
              <p14:cNvContentPartPr/>
              <p14:nvPr/>
            </p14:nvContentPartPr>
            <p14:xfrm>
              <a:off x="2110444" y="2612048"/>
              <a:ext cx="31320" cy="540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43655508-F43E-3F28-96D4-8E0F6A77ECFF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106124" y="2607728"/>
                <a:ext cx="3996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27E09C6D-0930-7D02-7504-3446A5CBDB67}"/>
                  </a:ext>
                </a:extLst>
              </p14:cNvPr>
              <p14:cNvContentPartPr/>
              <p14:nvPr/>
            </p14:nvContentPartPr>
            <p14:xfrm>
              <a:off x="8072044" y="1534568"/>
              <a:ext cx="360" cy="3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27E09C6D-0930-7D02-7504-3446A5CBDB67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067724" y="1530248"/>
                <a:ext cx="9000" cy="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4092B0F3-DE75-2620-C80C-A0E7F3D2F5FE}"/>
              </a:ext>
            </a:extLst>
          </p:cNvPr>
          <p:cNvGrpSpPr/>
          <p:nvPr/>
        </p:nvGrpSpPr>
        <p:grpSpPr>
          <a:xfrm>
            <a:off x="7951084" y="2292368"/>
            <a:ext cx="227520" cy="226800"/>
            <a:chOff x="7951084" y="2292368"/>
            <a:chExt cx="227520" cy="22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910DC03-622E-FED0-E38A-4C5F35772FA0}"/>
                    </a:ext>
                  </a:extLst>
                </p14:cNvPr>
                <p14:cNvContentPartPr/>
                <p14:nvPr/>
              </p14:nvContentPartPr>
              <p14:xfrm>
                <a:off x="8034964" y="2348528"/>
                <a:ext cx="143640" cy="1706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910DC03-622E-FED0-E38A-4C5F35772FA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030644" y="2344208"/>
                  <a:ext cx="1522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C9B4460-9B2E-B52C-DCC0-674213E63BFF}"/>
                    </a:ext>
                  </a:extLst>
                </p14:cNvPr>
                <p14:cNvContentPartPr/>
                <p14:nvPr/>
              </p14:nvContentPartPr>
              <p14:xfrm>
                <a:off x="7951084" y="2292368"/>
                <a:ext cx="129240" cy="103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C9B4460-9B2E-B52C-DCC0-674213E63BFF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946764" y="2288048"/>
                  <a:ext cx="137880" cy="112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15710D75-1ED4-FE9E-8817-DB5B7BF3757A}"/>
              </a:ext>
            </a:extLst>
          </p:cNvPr>
          <p:cNvGrpSpPr/>
          <p:nvPr/>
        </p:nvGrpSpPr>
        <p:grpSpPr>
          <a:xfrm>
            <a:off x="5954884" y="1791608"/>
            <a:ext cx="593280" cy="441720"/>
            <a:chOff x="5954884" y="1791608"/>
            <a:chExt cx="593280" cy="44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7BFBC04-D2D2-8DB9-A340-225391950740}"/>
                    </a:ext>
                  </a:extLst>
                </p14:cNvPr>
                <p14:cNvContentPartPr/>
                <p14:nvPr/>
              </p14:nvContentPartPr>
              <p14:xfrm>
                <a:off x="5954884" y="1791608"/>
                <a:ext cx="593280" cy="4417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7BFBC04-D2D2-8DB9-A340-225391950740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5950564" y="1787288"/>
                  <a:ext cx="601920" cy="45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70FEADF-ECD7-59FE-3062-94C4CAC5C967}"/>
                    </a:ext>
                  </a:extLst>
                </p14:cNvPr>
                <p14:cNvContentPartPr/>
                <p14:nvPr/>
              </p14:nvContentPartPr>
              <p14:xfrm>
                <a:off x="6462124" y="2010128"/>
                <a:ext cx="17640" cy="64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70FEADF-ECD7-59FE-3062-94C4CAC5C967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6457804" y="2005808"/>
                  <a:ext cx="26280" cy="1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0BC1BD87-5B56-8A13-EAB5-0A78CD89E8D1}"/>
                  </a:ext>
                </a:extLst>
              </p14:cNvPr>
              <p14:cNvContentPartPr/>
              <p14:nvPr/>
            </p14:nvContentPartPr>
            <p14:xfrm>
              <a:off x="9243844" y="1880528"/>
              <a:ext cx="5400" cy="1368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0BC1BD87-5B56-8A13-EAB5-0A78CD89E8D1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9239524" y="1876208"/>
                <a:ext cx="14040" cy="2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C36158CF-BA14-0DD2-9E51-86553AC2ABE6}"/>
                  </a:ext>
                </a:extLst>
              </p14:cNvPr>
              <p14:cNvContentPartPr/>
              <p14:nvPr/>
            </p14:nvContentPartPr>
            <p14:xfrm>
              <a:off x="9289204" y="1901408"/>
              <a:ext cx="7920" cy="190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C36158CF-BA14-0DD2-9E51-86553AC2ABE6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9284884" y="1897088"/>
                <a:ext cx="16560" cy="2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1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5C0B6EA9-07ED-3E0C-5327-962F2E67C8A0}"/>
                  </a:ext>
                </a:extLst>
              </p14:cNvPr>
              <p14:cNvContentPartPr/>
              <p14:nvPr/>
            </p14:nvContentPartPr>
            <p14:xfrm>
              <a:off x="8731924" y="2295608"/>
              <a:ext cx="102960" cy="21636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5C0B6EA9-07ED-3E0C-5327-962F2E67C8A0}"/>
                  </a:ext>
                </a:extLst>
              </p:cNvPr>
              <p:cNvPicPr/>
              <p:nvPr/>
            </p:nvPicPr>
            <p:blipFill>
              <a:blip r:embed="rId72"/>
              <a:stretch>
                <a:fillRect/>
              </a:stretch>
            </p:blipFill>
            <p:spPr>
              <a:xfrm>
                <a:off x="8727604" y="2291288"/>
                <a:ext cx="11160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76468912-35F8-9B35-7879-FB9086425757}"/>
                  </a:ext>
                </a:extLst>
              </p14:cNvPr>
              <p14:cNvContentPartPr/>
              <p14:nvPr/>
            </p14:nvContentPartPr>
            <p14:xfrm>
              <a:off x="10126924" y="1527008"/>
              <a:ext cx="4320" cy="1584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76468912-35F8-9B35-7879-FB9086425757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10122604" y="1522688"/>
                <a:ext cx="12960" cy="2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5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A0772910-5E25-B0CE-3940-E38854578B70}"/>
                  </a:ext>
                </a:extLst>
              </p14:cNvPr>
              <p14:cNvContentPartPr/>
              <p14:nvPr/>
            </p14:nvContentPartPr>
            <p14:xfrm>
              <a:off x="2369284" y="2574248"/>
              <a:ext cx="31320" cy="612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A0772910-5E25-B0CE-3940-E38854578B70}"/>
                  </a:ext>
                </a:extLst>
              </p:cNvPr>
              <p:cNvPicPr/>
              <p:nvPr/>
            </p:nvPicPr>
            <p:blipFill>
              <a:blip r:embed="rId76"/>
              <a:stretch>
                <a:fillRect/>
              </a:stretch>
            </p:blipFill>
            <p:spPr>
              <a:xfrm>
                <a:off x="2364964" y="2569928"/>
                <a:ext cx="3996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7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4552DE6-EB22-B91F-DE4B-C3C5E37FDE50}"/>
                  </a:ext>
                </a:extLst>
              </p14:cNvPr>
              <p14:cNvContentPartPr/>
              <p14:nvPr/>
            </p14:nvContentPartPr>
            <p14:xfrm>
              <a:off x="9183364" y="1904288"/>
              <a:ext cx="8280" cy="144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4552DE6-EB22-B91F-DE4B-C3C5E37FDE50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9179044" y="1899968"/>
                <a:ext cx="16920" cy="1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9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2BD79C60-E7AC-DF14-887D-578391F59A16}"/>
                  </a:ext>
                </a:extLst>
              </p14:cNvPr>
              <p14:cNvContentPartPr/>
              <p14:nvPr/>
            </p14:nvContentPartPr>
            <p14:xfrm>
              <a:off x="3936724" y="4245368"/>
              <a:ext cx="16560" cy="468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2BD79C60-E7AC-DF14-887D-578391F59A16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932404" y="4241048"/>
                <a:ext cx="25200" cy="1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710384E9-3A78-2A58-25D7-AB03FE8E17E4}"/>
                  </a:ext>
                </a:extLst>
              </p14:cNvPr>
              <p14:cNvContentPartPr/>
              <p14:nvPr/>
            </p14:nvContentPartPr>
            <p14:xfrm>
              <a:off x="3970204" y="4688528"/>
              <a:ext cx="12960" cy="756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710384E9-3A78-2A58-25D7-AB03FE8E17E4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965884" y="4684208"/>
                <a:ext cx="21600" cy="1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1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238A336-5B2F-9943-58F3-19321BF7C1F9}"/>
                  </a:ext>
                </a:extLst>
              </p14:cNvPr>
              <p14:cNvContentPartPr/>
              <p14:nvPr/>
            </p14:nvContentPartPr>
            <p14:xfrm>
              <a:off x="5111404" y="4737488"/>
              <a:ext cx="6120" cy="252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4238A336-5B2F-9943-58F3-19321BF7C1F9}"/>
                  </a:ext>
                </a:extLst>
              </p:cNvPr>
              <p:cNvPicPr/>
              <p:nvPr/>
            </p:nvPicPr>
            <p:blipFill>
              <a:blip r:embed="rId78"/>
              <a:stretch>
                <a:fillRect/>
              </a:stretch>
            </p:blipFill>
            <p:spPr>
              <a:xfrm>
                <a:off x="5107084" y="4733168"/>
                <a:ext cx="14760" cy="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589757A6-82CE-5FC8-7222-94C580FF628A}"/>
                  </a:ext>
                </a:extLst>
              </p14:cNvPr>
              <p14:cNvContentPartPr/>
              <p14:nvPr/>
            </p14:nvContentPartPr>
            <p14:xfrm>
              <a:off x="8218204" y="1534568"/>
              <a:ext cx="18720" cy="360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589757A6-82CE-5FC8-7222-94C580FF628A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8213884" y="1530248"/>
                <a:ext cx="27360" cy="1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6B8FCA66-0C51-8861-E972-7BC8627B648D}"/>
                  </a:ext>
                </a:extLst>
              </p14:cNvPr>
              <p14:cNvContentPartPr/>
              <p14:nvPr/>
            </p14:nvContentPartPr>
            <p14:xfrm>
              <a:off x="6554284" y="4334288"/>
              <a:ext cx="24480" cy="25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6B8FCA66-0C51-8861-E972-7BC8627B648D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549964" y="4329968"/>
                <a:ext cx="33120" cy="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F2DA0D95-26EC-03FD-B4A8-D37A4D3BD5C4}"/>
                  </a:ext>
                </a:extLst>
              </p14:cNvPr>
              <p14:cNvContentPartPr/>
              <p14:nvPr/>
            </p14:nvContentPartPr>
            <p14:xfrm>
              <a:off x="10279564" y="4214048"/>
              <a:ext cx="289080" cy="14724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F2DA0D95-26EC-03FD-B4A8-D37A4D3BD5C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275244" y="4209728"/>
                <a:ext cx="297720" cy="15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81" name="Group 80">
            <a:extLst>
              <a:ext uri="{FF2B5EF4-FFF2-40B4-BE49-F238E27FC236}">
                <a16:creationId xmlns:a16="http://schemas.microsoft.com/office/drawing/2014/main" id="{F818B854-1B4F-7833-5485-FA5811037F70}"/>
              </a:ext>
            </a:extLst>
          </p:cNvPr>
          <p:cNvGrpSpPr/>
          <p:nvPr/>
        </p:nvGrpSpPr>
        <p:grpSpPr>
          <a:xfrm>
            <a:off x="10830004" y="3090848"/>
            <a:ext cx="1198080" cy="1472400"/>
            <a:chOff x="10830004" y="3090848"/>
            <a:chExt cx="1198080" cy="147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7CFC7F5-1CB9-6289-77DB-4AD1A7815AA5}"/>
                    </a:ext>
                  </a:extLst>
                </p14:cNvPr>
                <p14:cNvContentPartPr/>
                <p14:nvPr/>
              </p14:nvContentPartPr>
              <p14:xfrm>
                <a:off x="10830004" y="3475328"/>
                <a:ext cx="180360" cy="934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7CFC7F5-1CB9-6289-77DB-4AD1A7815AA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825684" y="3471008"/>
                  <a:ext cx="189000" cy="9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1988C75-B808-5AE1-3076-3E80122F7360}"/>
                    </a:ext>
                  </a:extLst>
                </p14:cNvPr>
                <p14:cNvContentPartPr/>
                <p14:nvPr/>
              </p14:nvContentPartPr>
              <p14:xfrm>
                <a:off x="10923244" y="3469928"/>
                <a:ext cx="838440" cy="10933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1988C75-B808-5AE1-3076-3E80122F7360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918924" y="3465608"/>
                  <a:ext cx="847080" cy="11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5A050E5-5863-C315-627D-692BA0106E40}"/>
                    </a:ext>
                  </a:extLst>
                </p14:cNvPr>
                <p14:cNvContentPartPr/>
                <p14:nvPr/>
              </p14:nvContentPartPr>
              <p14:xfrm>
                <a:off x="11233204" y="3606728"/>
                <a:ext cx="236520" cy="793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F5A050E5-5863-C315-627D-692BA0106E4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228884" y="3602408"/>
                  <a:ext cx="245160" cy="80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5B928DD9-272E-71FC-0684-6B759D6D2A7C}"/>
                    </a:ext>
                  </a:extLst>
                </p14:cNvPr>
                <p14:cNvContentPartPr/>
                <p14:nvPr/>
              </p14:nvContentPartPr>
              <p14:xfrm>
                <a:off x="10908484" y="3941528"/>
                <a:ext cx="733320" cy="91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5B928DD9-272E-71FC-0684-6B759D6D2A7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904164" y="3937208"/>
                  <a:ext cx="7419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3A89E84-B991-985F-425B-BEFC196867E3}"/>
                    </a:ext>
                  </a:extLst>
                </p14:cNvPr>
                <p14:cNvContentPartPr/>
                <p14:nvPr/>
              </p14:nvContentPartPr>
              <p14:xfrm>
                <a:off x="11085244" y="3729128"/>
                <a:ext cx="60840" cy="676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3A89E84-B991-985F-425B-BEFC196867E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080924" y="3724808"/>
                  <a:ext cx="694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B20B77D-41D9-793D-C32C-222BB344B90B}"/>
                    </a:ext>
                  </a:extLst>
                </p14:cNvPr>
                <p14:cNvContentPartPr/>
                <p14:nvPr/>
              </p14:nvContentPartPr>
              <p14:xfrm>
                <a:off x="11515444" y="3859448"/>
                <a:ext cx="31320" cy="29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B20B77D-41D9-793D-C32C-222BB344B90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511124" y="3855128"/>
                  <a:ext cx="399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65E4F88-1441-A905-861F-8900A7341DF7}"/>
                    </a:ext>
                  </a:extLst>
                </p14:cNvPr>
                <p14:cNvContentPartPr/>
                <p14:nvPr/>
              </p14:nvContentPartPr>
              <p14:xfrm>
                <a:off x="11053564" y="4168688"/>
                <a:ext cx="47520" cy="25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65E4F88-1441-A905-861F-8900A7341DF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1049244" y="4164368"/>
                  <a:ext cx="561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8AAFBDA-695A-5593-E677-E9976966638E}"/>
                    </a:ext>
                  </a:extLst>
                </p14:cNvPr>
                <p14:cNvContentPartPr/>
                <p14:nvPr/>
              </p14:nvContentPartPr>
              <p14:xfrm>
                <a:off x="11652604" y="3090848"/>
                <a:ext cx="364320" cy="2739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8AAFBDA-695A-5593-E677-E9976966638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648284" y="3086528"/>
                  <a:ext cx="372960" cy="28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F256846-1072-7EE5-9F5A-A03B8E42B04A}"/>
                    </a:ext>
                  </a:extLst>
                </p14:cNvPr>
                <p14:cNvContentPartPr/>
                <p14:nvPr/>
              </p14:nvContentPartPr>
              <p14:xfrm>
                <a:off x="10975444" y="3621848"/>
                <a:ext cx="359640" cy="356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F256846-1072-7EE5-9F5A-A03B8E42B04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971124" y="3617528"/>
                  <a:ext cx="368280" cy="36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23FC7E6-B5A7-F25D-C064-6B84D81CC3C8}"/>
                    </a:ext>
                  </a:extLst>
                </p14:cNvPr>
                <p14:cNvContentPartPr/>
                <p14:nvPr/>
              </p14:nvContentPartPr>
              <p14:xfrm>
                <a:off x="11438404" y="4089848"/>
                <a:ext cx="153360" cy="237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23FC7E6-B5A7-F25D-C064-6B84D81CC3C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434084" y="4085528"/>
                  <a:ext cx="1620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DF8F590-9CD2-900A-BAF6-4EC35E1D3B0E}"/>
                    </a:ext>
                  </a:extLst>
                </p14:cNvPr>
                <p14:cNvContentPartPr/>
                <p14:nvPr/>
              </p14:nvContentPartPr>
              <p14:xfrm>
                <a:off x="11464684" y="4198568"/>
                <a:ext cx="99360" cy="2750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DF8F590-9CD2-900A-BAF6-4EC35E1D3B0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1460364" y="4194248"/>
                  <a:ext cx="10800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1795990-E745-93B4-07E9-226EA4E736B4}"/>
                    </a:ext>
                  </a:extLst>
                </p14:cNvPr>
                <p14:cNvContentPartPr/>
                <p14:nvPr/>
              </p14:nvContentPartPr>
              <p14:xfrm>
                <a:off x="11484484" y="4144208"/>
                <a:ext cx="193680" cy="95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1795990-E745-93B4-07E9-226EA4E736B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480164" y="4139888"/>
                  <a:ext cx="20232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168A7973-3819-EA0B-967A-0A50D52A7467}"/>
                    </a:ext>
                  </a:extLst>
                </p14:cNvPr>
                <p14:cNvContentPartPr/>
                <p14:nvPr/>
              </p14:nvContentPartPr>
              <p14:xfrm>
                <a:off x="11362084" y="4339328"/>
                <a:ext cx="207720" cy="244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168A7973-3819-EA0B-967A-0A50D52A746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357764" y="4335008"/>
                  <a:ext cx="216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98966E44-40FF-8037-D5D9-DAB336A854FA}"/>
                    </a:ext>
                  </a:extLst>
                </p14:cNvPr>
                <p14:cNvContentPartPr/>
                <p14:nvPr/>
              </p14:nvContentPartPr>
              <p14:xfrm>
                <a:off x="11268124" y="4239968"/>
                <a:ext cx="136800" cy="180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98966E44-40FF-8037-D5D9-DAB336A854FA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263804" y="4235648"/>
                  <a:ext cx="1454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6FE19E5-8340-70E4-10A8-ED708C45F500}"/>
                    </a:ext>
                  </a:extLst>
                </p14:cNvPr>
                <p14:cNvContentPartPr/>
                <p14:nvPr/>
              </p14:nvContentPartPr>
              <p14:xfrm>
                <a:off x="11540644" y="3843248"/>
                <a:ext cx="10800" cy="14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6FE19E5-8340-70E4-10A8-ED708C45F50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536324" y="3838928"/>
                  <a:ext cx="19440" cy="1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0775F5F-5D3C-3C96-AFD7-D71A2635AD78}"/>
                    </a:ext>
                  </a:extLst>
                </p14:cNvPr>
                <p14:cNvContentPartPr/>
                <p14:nvPr/>
              </p14:nvContentPartPr>
              <p14:xfrm>
                <a:off x="11083444" y="4177688"/>
                <a:ext cx="31320" cy="136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0775F5F-5D3C-3C96-AFD7-D71A2635AD7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079124" y="4173368"/>
                  <a:ext cx="39960" cy="2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BFD42DF-CC3E-848C-20A1-4348DF33216E}"/>
                    </a:ext>
                  </a:extLst>
                </p14:cNvPr>
                <p14:cNvContentPartPr/>
                <p14:nvPr/>
              </p14:nvContentPartPr>
              <p14:xfrm>
                <a:off x="11434804" y="3748928"/>
                <a:ext cx="293040" cy="228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BFD42DF-CC3E-848C-20A1-4348DF33216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430484" y="3744608"/>
                  <a:ext cx="3016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78B31A0-2611-0416-D1C6-40160F3A66CC}"/>
                    </a:ext>
                  </a:extLst>
                </p14:cNvPr>
                <p14:cNvContentPartPr/>
                <p14:nvPr/>
              </p14:nvContentPartPr>
              <p14:xfrm>
                <a:off x="11738644" y="4023608"/>
                <a:ext cx="29160" cy="36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78B31A0-2611-0416-D1C6-40160F3A66C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734324" y="4019288"/>
                  <a:ext cx="37800" cy="1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58704CC-EB61-E933-3CF3-AD3E4EEA735B}"/>
                    </a:ext>
                  </a:extLst>
                </p14:cNvPr>
                <p14:cNvContentPartPr/>
                <p14:nvPr/>
              </p14:nvContentPartPr>
              <p14:xfrm>
                <a:off x="11757364" y="4053488"/>
                <a:ext cx="177840" cy="8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58704CC-EB61-E933-3CF3-AD3E4EEA735B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1753044" y="4049168"/>
                  <a:ext cx="18648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EA51360-84E7-20DA-5971-1188A8569D7C}"/>
                    </a:ext>
                  </a:extLst>
                </p14:cNvPr>
                <p14:cNvContentPartPr/>
                <p14:nvPr/>
              </p14:nvContentPartPr>
              <p14:xfrm>
                <a:off x="11810284" y="3902288"/>
                <a:ext cx="217800" cy="2552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EA51360-84E7-20DA-5971-1188A8569D7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1805964" y="3897968"/>
                  <a:ext cx="226440" cy="263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591FEF3F-4234-D300-BC2B-D07294225A27}"/>
                  </a:ext>
                </a:extLst>
              </p14:cNvPr>
              <p14:cNvContentPartPr/>
              <p14:nvPr/>
            </p14:nvContentPartPr>
            <p14:xfrm>
              <a:off x="9494044" y="4848368"/>
              <a:ext cx="889560" cy="60012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591FEF3F-4234-D300-BC2B-D07294225A2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489724" y="4844048"/>
                <a:ext cx="898200" cy="60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9E4E41BE-048C-DF90-7979-10E339B5A51C}"/>
                  </a:ext>
                </a:extLst>
              </p14:cNvPr>
              <p14:cNvContentPartPr/>
              <p14:nvPr/>
            </p14:nvContentPartPr>
            <p14:xfrm>
              <a:off x="9532204" y="4568288"/>
              <a:ext cx="783000" cy="4428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9E4E41BE-048C-DF90-7979-10E339B5A51C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527884" y="4563968"/>
                <a:ext cx="791640" cy="451440"/>
              </a:xfrm>
              <a:prstGeom prst="rect">
                <a:avLst/>
              </a:prstGeom>
            </p:spPr>
          </p:pic>
        </mc:Fallback>
      </mc:AlternateContent>
      <p:grpSp>
        <p:nvGrpSpPr>
          <p:cNvPr id="86" name="Group 85">
            <a:extLst>
              <a:ext uri="{FF2B5EF4-FFF2-40B4-BE49-F238E27FC236}">
                <a16:creationId xmlns:a16="http://schemas.microsoft.com/office/drawing/2014/main" id="{E98D6745-117A-3638-BBCB-A1DF8AD83804}"/>
              </a:ext>
            </a:extLst>
          </p:cNvPr>
          <p:cNvGrpSpPr/>
          <p:nvPr/>
        </p:nvGrpSpPr>
        <p:grpSpPr>
          <a:xfrm>
            <a:off x="6230644" y="6340568"/>
            <a:ext cx="282600" cy="207360"/>
            <a:chOff x="6230644" y="6340568"/>
            <a:chExt cx="282600" cy="207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CECFD32-587D-8F3F-C611-9FF4BF63D121}"/>
                    </a:ext>
                  </a:extLst>
                </p14:cNvPr>
                <p14:cNvContentPartPr/>
                <p14:nvPr/>
              </p14:nvContentPartPr>
              <p14:xfrm>
                <a:off x="6243244" y="6340568"/>
                <a:ext cx="270000" cy="1263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CECFD32-587D-8F3F-C611-9FF4BF63D12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238924" y="6336248"/>
                  <a:ext cx="27864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DF3668C-F129-8973-8C53-B0D8551C7060}"/>
                    </a:ext>
                  </a:extLst>
                </p14:cNvPr>
                <p14:cNvContentPartPr/>
                <p14:nvPr/>
              </p14:nvContentPartPr>
              <p14:xfrm>
                <a:off x="6230644" y="6435608"/>
                <a:ext cx="181080" cy="1123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DF3668C-F129-8973-8C53-B0D8551C706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226324" y="6431288"/>
                  <a:ext cx="189720" cy="120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973D5D23-67B5-82BF-8E45-C029DEB02277}"/>
                  </a:ext>
                </a:extLst>
              </p14:cNvPr>
              <p14:cNvContentPartPr/>
              <p14:nvPr/>
            </p14:nvContentPartPr>
            <p14:xfrm>
              <a:off x="5949124" y="6114488"/>
              <a:ext cx="163440" cy="615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973D5D23-67B5-82BF-8E45-C029DEB02277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944804" y="6110168"/>
                <a:ext cx="17208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916787DB-64CD-A352-9585-FE8805234C41}"/>
                  </a:ext>
                </a:extLst>
              </p14:cNvPr>
              <p14:cNvContentPartPr/>
              <p14:nvPr/>
            </p14:nvContentPartPr>
            <p14:xfrm>
              <a:off x="5660764" y="6065528"/>
              <a:ext cx="146520" cy="6588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916787DB-64CD-A352-9585-FE8805234C41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656444" y="6061208"/>
                <a:ext cx="15516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8259EEBB-41DD-3317-4075-34BAF3CC23AC}"/>
                  </a:ext>
                </a:extLst>
              </p14:cNvPr>
              <p14:cNvContentPartPr/>
              <p14:nvPr/>
            </p14:nvContentPartPr>
            <p14:xfrm>
              <a:off x="6674524" y="5773928"/>
              <a:ext cx="206640" cy="16056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8259EEBB-41DD-3317-4075-34BAF3CC23AC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670204" y="5769608"/>
                <a:ext cx="215280" cy="16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6EC762EB-6E56-B3EA-BC63-04DD76BE0B4F}"/>
                  </a:ext>
                </a:extLst>
              </p14:cNvPr>
              <p14:cNvContentPartPr/>
              <p14:nvPr/>
            </p14:nvContentPartPr>
            <p14:xfrm>
              <a:off x="5949124" y="6263168"/>
              <a:ext cx="177120" cy="7020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6EC762EB-6E56-B3EA-BC63-04DD76BE0B4F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944804" y="6258848"/>
                <a:ext cx="18576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450C0592-CB40-2CD0-33CB-8D08371AB1B5}"/>
                  </a:ext>
                </a:extLst>
              </p14:cNvPr>
              <p14:cNvContentPartPr/>
              <p14:nvPr/>
            </p14:nvContentPartPr>
            <p14:xfrm>
              <a:off x="5778124" y="6072008"/>
              <a:ext cx="50040" cy="4176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450C0592-CB40-2CD0-33CB-8D08371AB1B5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773804" y="6067688"/>
                <a:ext cx="58680" cy="5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57DCAE36-B6EB-3C76-A3B8-51BFC2CD9873}"/>
                  </a:ext>
                </a:extLst>
              </p14:cNvPr>
              <p14:cNvContentPartPr/>
              <p14:nvPr/>
            </p14:nvContentPartPr>
            <p14:xfrm>
              <a:off x="5530444" y="3024968"/>
              <a:ext cx="36000" cy="48600"/>
            </p14:xfrm>
          </p:contentPart>
        </mc:Choice>
        <mc:Fallback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57DCAE36-B6EB-3C76-A3B8-51BFC2CD9873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526124" y="3020648"/>
                <a:ext cx="44640" cy="5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1330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EAB59-D27E-A325-D342-DA9D355A5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FC86F30-A8C7-30C1-D8DA-A2A19445F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20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042047-E95D-B5B1-C8DF-F53D02D07E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617"/>
          <a:stretch/>
        </p:blipFill>
        <p:spPr>
          <a:xfrm rot="16200000">
            <a:off x="2794564" y="-2150875"/>
            <a:ext cx="6460465" cy="1103526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B9899AB-A148-6255-F914-41826571C96A}"/>
                  </a:ext>
                </a:extLst>
              </p14:cNvPr>
              <p14:cNvContentPartPr/>
              <p14:nvPr/>
            </p14:nvContentPartPr>
            <p14:xfrm>
              <a:off x="1080" y="259920"/>
              <a:ext cx="11412720" cy="51940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B9899AB-A148-6255-F914-41826571C96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280" y="250560"/>
                <a:ext cx="11431440" cy="5212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26812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4D39C-F329-1C58-45B6-19E898F60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448296-8369-7EC8-87D1-6FF1AD864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21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7A3FE7-A417-3130-F124-0ECB1141B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029051" y="-1735737"/>
            <a:ext cx="6320023" cy="1032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8105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6F9D86B-EB61-08DB-A83A-4A981DDC9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22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EB5BAE-C598-18A3-3728-A00537B498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106" r="17043"/>
          <a:stretch/>
        </p:blipFill>
        <p:spPr>
          <a:xfrm rot="16200000">
            <a:off x="2716766" y="-888167"/>
            <a:ext cx="6138875" cy="8634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8187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A2823-D917-8B44-A401-2AA9EB647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D389D3-7A47-7C39-9F5A-C466AE4EF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23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BF9316-E348-124D-0E1E-7F84A3E1F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517" y="285672"/>
            <a:ext cx="11098966" cy="6435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72071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C658A-3176-A40A-353A-C5873917B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6B64C18-45A9-AFB4-E1B6-E9AF282F1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24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E7FD10-2CB8-776B-5D44-D503B4FCE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861" y="400491"/>
            <a:ext cx="11407515" cy="6320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746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9EBA3-908F-F1DF-3C34-125FBD26F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ED4809-6D40-6322-625C-5A87DDFA0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25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507880-88D6-DCAD-F715-470FDDE6A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116" y="310376"/>
            <a:ext cx="10178320" cy="6465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40917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504E3-6534-F248-CF8D-34E0FDF28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3F97BB-5F33-6A59-64BE-05E079586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26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36AF26-8E25-A7F4-0639-DC7CE76DEC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06" y="358417"/>
            <a:ext cx="10904094" cy="636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4301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AF83F-BC2C-BA48-2822-5B3CBD03A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B355B9-4D3D-3CC8-F40A-EF535A1D8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27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8644BD-C427-FE86-67B3-21C677466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370" y="136525"/>
            <a:ext cx="11797259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79563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Assembly Line Scheduling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1525ABF7-F676-C360-84E9-2B32AD167454}"/>
                  </a:ext>
                </a:extLst>
              </p14:cNvPr>
              <p14:cNvContentPartPr/>
              <p14:nvPr/>
            </p14:nvContentPartPr>
            <p14:xfrm>
              <a:off x="2256120" y="1766160"/>
              <a:ext cx="8948520" cy="45576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1525ABF7-F676-C360-84E9-2B32AD16745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46760" y="1756800"/>
                <a:ext cx="8967240" cy="457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Overview of assembly line scheduling</a:t>
            </a:r>
          </a:p>
          <a:p>
            <a:r>
              <a:rPr dirty="0"/>
              <a:t>Importance in manufacturing</a:t>
            </a:r>
          </a:p>
          <a:p>
            <a:r>
              <a:rPr dirty="0"/>
              <a:t>Objectives: Minimize production time and costs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Assembly Line Balancing</a:t>
            </a:r>
          </a:p>
          <a:p>
            <a:r>
              <a:rPr dirty="0"/>
              <a:t>Workstations and Tasks</a:t>
            </a:r>
          </a:p>
          <a:p>
            <a:r>
              <a:rPr dirty="0"/>
              <a:t>Cycle Time</a:t>
            </a:r>
          </a:p>
          <a:p>
            <a:r>
              <a:rPr dirty="0"/>
              <a:t>Idle Time and Bottlenecks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Scheduling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Heuristic Methods</a:t>
            </a:r>
          </a:p>
          <a:p>
            <a:r>
              <a:rPr dirty="0"/>
              <a:t>Genetic Algorithms</a:t>
            </a:r>
          </a:p>
          <a:p>
            <a:r>
              <a:rPr dirty="0"/>
              <a:t>Dynamic Programming</a:t>
            </a:r>
          </a:p>
          <a:p>
            <a:r>
              <a:rPr dirty="0"/>
              <a:t>Mixed-Model Assembly Line Scheduling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5CAF4E3F-8C04-3625-4757-86B23A1F50FA}"/>
                  </a:ext>
                </a:extLst>
              </p14:cNvPr>
              <p14:cNvContentPartPr/>
              <p14:nvPr/>
            </p14:nvContentPartPr>
            <p14:xfrm>
              <a:off x="412200" y="1779120"/>
              <a:ext cx="3875760" cy="1763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5CAF4E3F-8C04-3625-4757-86B23A1F50F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2840" y="1769760"/>
                <a:ext cx="3894480" cy="17823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in Assembly Line Scheduling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Managing variability in tasks</a:t>
            </a:r>
          </a:p>
          <a:p>
            <a:r>
              <a:rPr dirty="0"/>
              <a:t>synchronization between workstations</a:t>
            </a:r>
          </a:p>
          <a:p>
            <a:r>
              <a:rPr dirty="0"/>
              <a:t>Adapting to product variety</a:t>
            </a:r>
          </a:p>
          <a:p>
            <a:r>
              <a:rPr dirty="0"/>
              <a:t>Reducing downtime and inefficiencies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8CDECAB-3322-EB62-5C3B-11D315959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33</a:t>
            </a:fld>
            <a:endParaRPr lang="en-IN"/>
          </a:p>
        </p:txBody>
      </p:sp>
      <p:pic>
        <p:nvPicPr>
          <p:cNvPr id="8" name="Picture 7" descr="A diagram of a diagram&#10;&#10;Description automatically generated with medium confidence">
            <a:extLst>
              <a:ext uri="{FF2B5EF4-FFF2-40B4-BE49-F238E27FC236}">
                <a16:creationId xmlns:a16="http://schemas.microsoft.com/office/drawing/2014/main" id="{CAF0667A-6F4C-77ED-EC36-5D4DC1EF20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68"/>
          <a:stretch/>
        </p:blipFill>
        <p:spPr>
          <a:xfrm rot="16200000">
            <a:off x="2916801" y="-1692599"/>
            <a:ext cx="6358397" cy="1010462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E92986E-2CFF-8BF7-B23B-31987F3681D4}"/>
                  </a:ext>
                </a:extLst>
              </p14:cNvPr>
              <p14:cNvContentPartPr/>
              <p14:nvPr/>
            </p14:nvContentPartPr>
            <p14:xfrm>
              <a:off x="1044000" y="1840320"/>
              <a:ext cx="5901840" cy="35204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E92986E-2CFF-8BF7-B23B-31987F3681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4640" y="1830960"/>
                <a:ext cx="5920560" cy="353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F44CABF3-030B-890C-2044-B4C7723CED55}"/>
              </a:ext>
            </a:extLst>
          </p:cNvPr>
          <p:cNvGrpSpPr/>
          <p:nvPr/>
        </p:nvGrpSpPr>
        <p:grpSpPr>
          <a:xfrm>
            <a:off x="3052924" y="1981688"/>
            <a:ext cx="181800" cy="205920"/>
            <a:chOff x="3052924" y="1981688"/>
            <a:chExt cx="181800" cy="20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20CBD9C6-0186-EB37-F88D-3D0BEC258C5E}"/>
                    </a:ext>
                  </a:extLst>
                </p14:cNvPr>
                <p14:cNvContentPartPr/>
                <p14:nvPr/>
              </p14:nvContentPartPr>
              <p14:xfrm>
                <a:off x="3081004" y="2005088"/>
                <a:ext cx="66240" cy="1825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20CBD9C6-0186-EB37-F88D-3D0BEC258C5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076684" y="2000768"/>
                  <a:ext cx="7488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0F1C92B-4547-55EC-8136-3353FFECF355}"/>
                    </a:ext>
                  </a:extLst>
                </p14:cNvPr>
                <p14:cNvContentPartPr/>
                <p14:nvPr/>
              </p14:nvContentPartPr>
              <p14:xfrm>
                <a:off x="3052924" y="1981688"/>
                <a:ext cx="181800" cy="410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0F1C92B-4547-55EC-8136-3353FFECF355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048604" y="1977368"/>
                  <a:ext cx="190440" cy="4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2D3BB59-5655-762D-0FFB-869A46BDF3B5}"/>
              </a:ext>
            </a:extLst>
          </p:cNvPr>
          <p:cNvGrpSpPr/>
          <p:nvPr/>
        </p:nvGrpSpPr>
        <p:grpSpPr>
          <a:xfrm>
            <a:off x="4749604" y="1862528"/>
            <a:ext cx="220680" cy="293040"/>
            <a:chOff x="4749604" y="1862528"/>
            <a:chExt cx="220680" cy="29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54CEC60-C058-97E3-5A70-40A993CA3297}"/>
                    </a:ext>
                  </a:extLst>
                </p14:cNvPr>
                <p14:cNvContentPartPr/>
                <p14:nvPr/>
              </p14:nvContentPartPr>
              <p14:xfrm>
                <a:off x="4749604" y="1896728"/>
                <a:ext cx="75240" cy="258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54CEC60-C058-97E3-5A70-40A993CA3297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4745284" y="1892408"/>
                  <a:ext cx="8388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C24119E-CFF5-8DB7-721E-48023B2C6676}"/>
                    </a:ext>
                  </a:extLst>
                </p14:cNvPr>
                <p14:cNvContentPartPr/>
                <p14:nvPr/>
              </p14:nvContentPartPr>
              <p14:xfrm>
                <a:off x="4806124" y="1862528"/>
                <a:ext cx="164160" cy="99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C24119E-CFF5-8DB7-721E-48023B2C667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4801804" y="1858208"/>
                  <a:ext cx="172800" cy="108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FBC978E-E9B1-A581-1F5D-1F047D9CA5DC}"/>
              </a:ext>
            </a:extLst>
          </p:cNvPr>
          <p:cNvGrpSpPr/>
          <p:nvPr/>
        </p:nvGrpSpPr>
        <p:grpSpPr>
          <a:xfrm>
            <a:off x="6171964" y="1888808"/>
            <a:ext cx="271080" cy="276120"/>
            <a:chOff x="6171964" y="1888808"/>
            <a:chExt cx="271080" cy="27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3FB7D10-36FB-D0B2-CF0D-2E4A4CEB0E12}"/>
                    </a:ext>
                  </a:extLst>
                </p14:cNvPr>
                <p14:cNvContentPartPr/>
                <p14:nvPr/>
              </p14:nvContentPartPr>
              <p14:xfrm>
                <a:off x="6274564" y="1912568"/>
                <a:ext cx="61560" cy="1360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3FB7D10-36FB-D0B2-CF0D-2E4A4CEB0E1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270244" y="1908248"/>
                  <a:ext cx="702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9D41D09-77F2-1DD0-2CB9-F6CAA096075D}"/>
                    </a:ext>
                  </a:extLst>
                </p14:cNvPr>
                <p14:cNvContentPartPr/>
                <p14:nvPr/>
              </p14:nvContentPartPr>
              <p14:xfrm>
                <a:off x="6171964" y="1888808"/>
                <a:ext cx="271080" cy="276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9D41D09-77F2-1DD0-2CB9-F6CAA096075D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167644" y="1884488"/>
                  <a:ext cx="279720" cy="28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3D7AF1F-DE1B-A033-272B-BE0D79264954}"/>
                  </a:ext>
                </a:extLst>
              </p14:cNvPr>
              <p14:cNvContentPartPr/>
              <p14:nvPr/>
            </p14:nvContentPartPr>
            <p14:xfrm>
              <a:off x="8084644" y="1811048"/>
              <a:ext cx="322200" cy="1454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3D7AF1F-DE1B-A033-272B-BE0D79264954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080324" y="1806728"/>
                <a:ext cx="330840" cy="154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C3BEEC7D-3C9E-8A01-5718-2D829E8C6408}"/>
              </a:ext>
            </a:extLst>
          </p:cNvPr>
          <p:cNvGrpSpPr/>
          <p:nvPr/>
        </p:nvGrpSpPr>
        <p:grpSpPr>
          <a:xfrm>
            <a:off x="3225724" y="4756208"/>
            <a:ext cx="250200" cy="339840"/>
            <a:chOff x="3225724" y="4756208"/>
            <a:chExt cx="250200" cy="33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C5B0BE22-4255-F1CD-0F7F-D699F53D3730}"/>
                    </a:ext>
                  </a:extLst>
                </p14:cNvPr>
                <p14:cNvContentPartPr/>
                <p14:nvPr/>
              </p14:nvContentPartPr>
              <p14:xfrm>
                <a:off x="3319324" y="4808048"/>
                <a:ext cx="12240" cy="2880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C5B0BE22-4255-F1CD-0F7F-D699F53D3730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315004" y="4803728"/>
                  <a:ext cx="2088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5417820-5228-7DEF-7F6D-9B6235C99AE1}"/>
                    </a:ext>
                  </a:extLst>
                </p14:cNvPr>
                <p14:cNvContentPartPr/>
                <p14:nvPr/>
              </p14:nvContentPartPr>
              <p14:xfrm>
                <a:off x="3225724" y="4756208"/>
                <a:ext cx="250200" cy="47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5417820-5228-7DEF-7F6D-9B6235C99AE1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21404" y="4751888"/>
                  <a:ext cx="258840" cy="5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8E7366E1-0034-3E62-DD35-868D6E4D323C}"/>
              </a:ext>
            </a:extLst>
          </p:cNvPr>
          <p:cNvGrpSpPr/>
          <p:nvPr/>
        </p:nvGrpSpPr>
        <p:grpSpPr>
          <a:xfrm>
            <a:off x="4353604" y="4834328"/>
            <a:ext cx="203040" cy="343800"/>
            <a:chOff x="4353604" y="4834328"/>
            <a:chExt cx="203040" cy="34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9C9F8A6A-E770-1DB9-BF9A-4E1C590C680D}"/>
                    </a:ext>
                  </a:extLst>
                </p14:cNvPr>
                <p14:cNvContentPartPr/>
                <p14:nvPr/>
              </p14:nvContentPartPr>
              <p14:xfrm>
                <a:off x="4353604" y="4864928"/>
                <a:ext cx="21600" cy="3132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9C9F8A6A-E770-1DB9-BF9A-4E1C590C680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349284" y="4860608"/>
                  <a:ext cx="302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110E543-919B-2A8F-D955-3691ABBD4602}"/>
                    </a:ext>
                  </a:extLst>
                </p14:cNvPr>
                <p14:cNvContentPartPr/>
                <p14:nvPr/>
              </p14:nvContentPartPr>
              <p14:xfrm>
                <a:off x="4407604" y="4834328"/>
                <a:ext cx="149040" cy="110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110E543-919B-2A8F-D955-3691ABBD460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4403284" y="4830008"/>
                  <a:ext cx="157680" cy="11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D7AF8C7-FC39-1C86-E3C0-4C80E86B88BD}"/>
              </a:ext>
            </a:extLst>
          </p:cNvPr>
          <p:cNvGrpSpPr/>
          <p:nvPr/>
        </p:nvGrpSpPr>
        <p:grpSpPr>
          <a:xfrm>
            <a:off x="5935804" y="4792928"/>
            <a:ext cx="242640" cy="282600"/>
            <a:chOff x="5935804" y="4792928"/>
            <a:chExt cx="242640" cy="28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4CA8333-9ACD-2823-B1D3-A19477F574CC}"/>
                    </a:ext>
                  </a:extLst>
                </p14:cNvPr>
                <p14:cNvContentPartPr/>
                <p14:nvPr/>
              </p14:nvContentPartPr>
              <p14:xfrm>
                <a:off x="5991244" y="4854488"/>
                <a:ext cx="51120" cy="1972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4CA8333-9ACD-2823-B1D3-A19477F574CC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986924" y="4850168"/>
                  <a:ext cx="597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F3A9483-754A-B677-51AD-0E7E27B59A3C}"/>
                    </a:ext>
                  </a:extLst>
                </p14:cNvPr>
                <p14:cNvContentPartPr/>
                <p14:nvPr/>
              </p14:nvContentPartPr>
              <p14:xfrm>
                <a:off x="5935804" y="4792928"/>
                <a:ext cx="242640" cy="282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F3A9483-754A-B677-51AD-0E7E27B59A3C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931484" y="4788608"/>
                  <a:ext cx="251280" cy="29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45695AD-AC1A-EFF4-4AF4-41E9B7F81A4E}"/>
              </a:ext>
            </a:extLst>
          </p:cNvPr>
          <p:cNvGrpSpPr/>
          <p:nvPr/>
        </p:nvGrpSpPr>
        <p:grpSpPr>
          <a:xfrm>
            <a:off x="924244" y="2843168"/>
            <a:ext cx="515160" cy="205560"/>
            <a:chOff x="924244" y="2843168"/>
            <a:chExt cx="515160" cy="20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285438B1-7049-A245-10E5-09AFB8246719}"/>
                    </a:ext>
                  </a:extLst>
                </p14:cNvPr>
                <p14:cNvContentPartPr/>
                <p14:nvPr/>
              </p14:nvContentPartPr>
              <p14:xfrm>
                <a:off x="924244" y="2894648"/>
                <a:ext cx="513000" cy="658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285438B1-7049-A245-10E5-09AFB824671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19924" y="2890328"/>
                  <a:ext cx="5216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F4F1CFB-31EA-1BD7-3C24-80BF5225C957}"/>
                    </a:ext>
                  </a:extLst>
                </p14:cNvPr>
                <p14:cNvContentPartPr/>
                <p14:nvPr/>
              </p14:nvContentPartPr>
              <p14:xfrm>
                <a:off x="1196044" y="2843168"/>
                <a:ext cx="243360" cy="2055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F4F1CFB-31EA-1BD7-3C24-80BF5225C95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191724" y="2838848"/>
                  <a:ext cx="252000" cy="21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83AE4BA-1058-5422-1031-0FC3BBF70745}"/>
              </a:ext>
            </a:extLst>
          </p:cNvPr>
          <p:cNvGrpSpPr/>
          <p:nvPr/>
        </p:nvGrpSpPr>
        <p:grpSpPr>
          <a:xfrm>
            <a:off x="866644" y="4417088"/>
            <a:ext cx="387360" cy="99720"/>
            <a:chOff x="866644" y="4417088"/>
            <a:chExt cx="387360" cy="9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5D3DD84-04AB-FDFE-6AFF-BE1828F49638}"/>
                    </a:ext>
                  </a:extLst>
                </p14:cNvPr>
                <p14:cNvContentPartPr/>
                <p14:nvPr/>
              </p14:nvContentPartPr>
              <p14:xfrm>
                <a:off x="866644" y="4417088"/>
                <a:ext cx="387360" cy="997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5D3DD84-04AB-FDFE-6AFF-BE1828F49638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62324" y="4412768"/>
                  <a:ext cx="3960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126F697-8B01-6B5D-BE4A-E926A1976323}"/>
                    </a:ext>
                  </a:extLst>
                </p14:cNvPr>
                <p14:cNvContentPartPr/>
                <p14:nvPr/>
              </p14:nvContentPartPr>
              <p14:xfrm>
                <a:off x="1170484" y="4483688"/>
                <a:ext cx="18720" cy="1080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126F697-8B01-6B5D-BE4A-E926A197632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66164" y="4479368"/>
                  <a:ext cx="27360" cy="194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111956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4F9FDDB-56E4-4489-A61D-009BF61C1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34</a:t>
            </a:fld>
            <a:endParaRPr lang="en-IN"/>
          </a:p>
        </p:txBody>
      </p:sp>
      <p:pic>
        <p:nvPicPr>
          <p:cNvPr id="8" name="Picture 7" descr="A close-up of a paper with mathematical equations&#10;&#10;Description automatically generated">
            <a:extLst>
              <a:ext uri="{FF2B5EF4-FFF2-40B4-BE49-F238E27FC236}">
                <a16:creationId xmlns:a16="http://schemas.microsoft.com/office/drawing/2014/main" id="{A0DB60A6-EE1A-CC75-1AC9-C35C00C0B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744940" y="-1773211"/>
            <a:ext cx="6590943" cy="1040442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6460CD0-7511-0BD7-0AD8-B73E77DB03F0}"/>
                  </a:ext>
                </a:extLst>
              </p14:cNvPr>
              <p14:cNvContentPartPr/>
              <p14:nvPr/>
            </p14:nvContentPartPr>
            <p14:xfrm>
              <a:off x="2210760" y="1190520"/>
              <a:ext cx="6021720" cy="4817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6460CD0-7511-0BD7-0AD8-B73E77DB03F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01400" y="1181160"/>
                <a:ext cx="6040440" cy="4836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3916945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6594C9-8B2A-EB64-7D3A-E05843D11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35</a:t>
            </a:fld>
            <a:endParaRPr lang="en-IN"/>
          </a:p>
        </p:txBody>
      </p:sp>
      <p:pic>
        <p:nvPicPr>
          <p:cNvPr id="4" name="Picture 3" descr="A notebook with writing on it&#10;&#10;Description automatically generated">
            <a:extLst>
              <a:ext uri="{FF2B5EF4-FFF2-40B4-BE49-F238E27FC236}">
                <a16:creationId xmlns:a16="http://schemas.microsoft.com/office/drawing/2014/main" id="{367B5A68-5718-44AF-2F68-251509A6AF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83229" y="-678931"/>
            <a:ext cx="6433893" cy="8215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66890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0E708-2A8A-15CC-C54B-81DAF0FF84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F1D5818-C82A-9C4C-2986-D1C96322E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36</a:t>
            </a:fld>
            <a:endParaRPr lang="en-IN"/>
          </a:p>
        </p:txBody>
      </p:sp>
      <p:pic>
        <p:nvPicPr>
          <p:cNvPr id="4" name="Picture 3" descr="A diagram of a complex scheme&#10;&#10;Description automatically generated with medium confidence">
            <a:extLst>
              <a:ext uri="{FF2B5EF4-FFF2-40B4-BE49-F238E27FC236}">
                <a16:creationId xmlns:a16="http://schemas.microsoft.com/office/drawing/2014/main" id="{805D2874-F2A7-B2E8-E48B-F5F122A2B8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477"/>
          <a:stretch/>
        </p:blipFill>
        <p:spPr>
          <a:xfrm rot="16200000">
            <a:off x="3296489" y="-2239089"/>
            <a:ext cx="5495340" cy="10619282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7483876" y="1331650"/>
            <a:ext cx="346229" cy="372863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7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82D3D84-C3E6-8C39-1127-6B0CA894A7C9}"/>
                  </a:ext>
                </a:extLst>
              </p14:cNvPr>
              <p14:cNvContentPartPr/>
              <p14:nvPr/>
            </p14:nvContentPartPr>
            <p14:xfrm>
              <a:off x="1457640" y="1044720"/>
              <a:ext cx="9158400" cy="34430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82D3D84-C3E6-8C39-1127-6B0CA894A7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48280" y="1035360"/>
                <a:ext cx="9177120" cy="3461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38033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14C8F-9D5E-48D7-7684-3EF70CD66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D1F9417-0776-F975-F201-937196386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37</a:t>
            </a:fld>
            <a:endParaRPr lang="en-IN"/>
          </a:p>
        </p:txBody>
      </p:sp>
      <p:pic>
        <p:nvPicPr>
          <p:cNvPr id="4" name="Picture 3" descr="A close-up of a paper&#10;&#10;Description automatically generated">
            <a:extLst>
              <a:ext uri="{FF2B5EF4-FFF2-40B4-BE49-F238E27FC236}">
                <a16:creationId xmlns:a16="http://schemas.microsoft.com/office/drawing/2014/main" id="{1EDC54FB-4018-34ED-6ADC-5B026CAF0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056344" y="-1808328"/>
            <a:ext cx="6079311" cy="1098029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AD95447-B7CB-B3FF-1CF0-2BA798132581}"/>
                  </a:ext>
                </a:extLst>
              </p14:cNvPr>
              <p14:cNvContentPartPr/>
              <p14:nvPr/>
            </p14:nvContentPartPr>
            <p14:xfrm>
              <a:off x="734400" y="573840"/>
              <a:ext cx="11327400" cy="4002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AD95447-B7CB-B3FF-1CF0-2BA79813258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5040" y="564480"/>
                <a:ext cx="11346120" cy="4021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138170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9E30E8-152F-947B-EEDC-CE1FB7F67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BB36AC-C911-E971-43F2-C1AC585EF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38</a:t>
            </a:fld>
            <a:endParaRPr lang="en-IN"/>
          </a:p>
        </p:txBody>
      </p:sp>
      <p:pic>
        <p:nvPicPr>
          <p:cNvPr id="4" name="Picture 3" descr="A close-up of a piece of paper&#10;&#10;Description automatically generated">
            <a:extLst>
              <a:ext uri="{FF2B5EF4-FFF2-40B4-BE49-F238E27FC236}">
                <a16:creationId xmlns:a16="http://schemas.microsoft.com/office/drawing/2014/main" id="{0A39FFE4-AF88-243B-96FE-218E42B6D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102627" y="-1655503"/>
            <a:ext cx="6197858" cy="10304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1830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97AC8-9457-764E-B941-60E198871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FEC80D-88AC-11A9-DF15-B8460F3D2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39</a:t>
            </a:fld>
            <a:endParaRPr lang="en-IN"/>
          </a:p>
        </p:txBody>
      </p:sp>
      <p:pic>
        <p:nvPicPr>
          <p:cNvPr id="4" name="Picture 3" descr="A close-up of a paper&#10;&#10;Description automatically generated">
            <a:extLst>
              <a:ext uri="{FF2B5EF4-FFF2-40B4-BE49-F238E27FC236}">
                <a16:creationId xmlns:a16="http://schemas.microsoft.com/office/drawing/2014/main" id="{BD7D4B8D-A2CD-3E80-8112-9F6CE7862CE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605" r="14462"/>
          <a:stretch/>
        </p:blipFill>
        <p:spPr>
          <a:xfrm rot="16200000">
            <a:off x="2822995" y="-2014781"/>
            <a:ext cx="6434833" cy="1103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6325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FDCC5-BA98-5316-9BD7-16484484F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7EF83B-8C25-94AC-50C4-F310525EA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40</a:t>
            </a:fld>
            <a:endParaRPr lang="en-IN"/>
          </a:p>
        </p:txBody>
      </p:sp>
      <p:pic>
        <p:nvPicPr>
          <p:cNvPr id="4" name="Picture 3" descr="A close-up of a paper&#10;&#10;Description automatically generated">
            <a:extLst>
              <a:ext uri="{FF2B5EF4-FFF2-40B4-BE49-F238E27FC236}">
                <a16:creationId xmlns:a16="http://schemas.microsoft.com/office/drawing/2014/main" id="{08E1F3DE-3421-F3AF-A5BB-C944DA3C96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560" t="10349" b="3750"/>
          <a:stretch/>
        </p:blipFill>
        <p:spPr>
          <a:xfrm rot="16200000">
            <a:off x="2915228" y="-1570943"/>
            <a:ext cx="6361543" cy="1022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8865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42944-A74D-9CEE-238D-504E7ECC7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FAACC8-43E8-D25D-5B4D-344DA25F8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41</a:t>
            </a:fld>
            <a:endParaRPr lang="en-IN"/>
          </a:p>
        </p:txBody>
      </p:sp>
      <p:pic>
        <p:nvPicPr>
          <p:cNvPr id="4" name="Picture 3" descr="A graph paper with lines and circles&#10;&#10;Description automatically generated">
            <a:extLst>
              <a:ext uri="{FF2B5EF4-FFF2-40B4-BE49-F238E27FC236}">
                <a16:creationId xmlns:a16="http://schemas.microsoft.com/office/drawing/2014/main" id="{35894559-BCD5-02BA-3471-992403638D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095"/>
          <a:stretch/>
        </p:blipFill>
        <p:spPr>
          <a:xfrm rot="16200000">
            <a:off x="3020915" y="-1987844"/>
            <a:ext cx="5790407" cy="10875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5175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93810-7657-9A48-B2F1-07373195E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35FE1A-FA5F-D466-A93F-A2525CC58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42</a:t>
            </a:fld>
            <a:endParaRPr lang="en-IN"/>
          </a:p>
        </p:txBody>
      </p:sp>
      <p:pic>
        <p:nvPicPr>
          <p:cNvPr id="4" name="Picture 3" descr="A close-up of a piece of paper&#10;&#10;Description automatically generated">
            <a:extLst>
              <a:ext uri="{FF2B5EF4-FFF2-40B4-BE49-F238E27FC236}">
                <a16:creationId xmlns:a16="http://schemas.microsoft.com/office/drawing/2014/main" id="{8C6594CF-E756-5B7B-62C3-8A0B90CEA0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794200" y="-1798261"/>
            <a:ext cx="6393738" cy="10725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36537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F2000-B0C8-F4A2-A78D-05DBA1FC0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8E7E31-7E0E-11A7-BF70-4EB97175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43</a:t>
            </a:fld>
            <a:endParaRPr lang="en-IN"/>
          </a:p>
        </p:txBody>
      </p:sp>
      <p:pic>
        <p:nvPicPr>
          <p:cNvPr id="4" name="Picture 3" descr="A close-up of a piece of paper&#10;&#10;Description automatically generated">
            <a:extLst>
              <a:ext uri="{FF2B5EF4-FFF2-40B4-BE49-F238E27FC236}">
                <a16:creationId xmlns:a16="http://schemas.microsoft.com/office/drawing/2014/main" id="{54BC48B4-C74F-6E33-6CFE-47A1088FD5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09295" y="-1684989"/>
            <a:ext cx="4173409" cy="990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65710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36F69-3F31-F062-8A4F-A0DF56677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A719D0-20B4-0A5B-C257-058EF536A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44</a:t>
            </a:fld>
            <a:endParaRPr lang="en-IN"/>
          </a:p>
        </p:txBody>
      </p:sp>
      <p:pic>
        <p:nvPicPr>
          <p:cNvPr id="6" name="Picture 5" descr="A close-up of a notebook&#10;&#10;Description automatically generated">
            <a:extLst>
              <a:ext uri="{FF2B5EF4-FFF2-40B4-BE49-F238E27FC236}">
                <a16:creationId xmlns:a16="http://schemas.microsoft.com/office/drawing/2014/main" id="{B500D397-A0BD-2213-856C-812D4F437E1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234" r="6901"/>
          <a:stretch/>
        </p:blipFill>
        <p:spPr>
          <a:xfrm rot="16200000">
            <a:off x="3490247" y="-1000594"/>
            <a:ext cx="6015977" cy="885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1209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63611-9744-9565-0357-A768C467E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10B391-8FCF-1303-D3C5-CB6F311D3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45</a:t>
            </a:fld>
            <a:endParaRPr lang="en-IN"/>
          </a:p>
        </p:txBody>
      </p:sp>
      <p:pic>
        <p:nvPicPr>
          <p:cNvPr id="4" name="Picture 3" descr="A close-up of a piece of paper&#10;&#10;Description automatically generated">
            <a:extLst>
              <a:ext uri="{FF2B5EF4-FFF2-40B4-BE49-F238E27FC236}">
                <a16:creationId xmlns:a16="http://schemas.microsoft.com/office/drawing/2014/main" id="{E286C4A3-5993-5E05-7BF4-984D74046E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774494" y="-1827490"/>
            <a:ext cx="6157084" cy="10599297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45A8D8C-5614-1E5B-CD98-21F0FC7B7651}"/>
                  </a:ext>
                </a:extLst>
              </p14:cNvPr>
              <p14:cNvContentPartPr/>
              <p14:nvPr/>
            </p14:nvContentPartPr>
            <p14:xfrm>
              <a:off x="1487160" y="236880"/>
              <a:ext cx="10071720" cy="40035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45A8D8C-5614-1E5B-CD98-21F0FC7B7651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77800" y="227520"/>
                <a:ext cx="10090440" cy="4022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68330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BB9D9-C28A-94AF-19DF-2C6DB3CC7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EF5424-2323-43B4-FEDF-3A5431010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46</a:t>
            </a:fld>
            <a:endParaRPr lang="en-IN"/>
          </a:p>
        </p:txBody>
      </p:sp>
      <p:pic>
        <p:nvPicPr>
          <p:cNvPr id="4" name="Picture 3" descr="A close-up of a test&#10;&#10;Description automatically generated">
            <a:extLst>
              <a:ext uri="{FF2B5EF4-FFF2-40B4-BE49-F238E27FC236}">
                <a16:creationId xmlns:a16="http://schemas.microsoft.com/office/drawing/2014/main" id="{00E54EBF-F9C9-C44C-CBD4-871279B01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094754" y="-849198"/>
            <a:ext cx="6002491" cy="877372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12C110B-4DAA-5C37-0DD3-65FB3F83873E}"/>
                  </a:ext>
                </a:extLst>
              </p14:cNvPr>
              <p14:cNvContentPartPr/>
              <p14:nvPr/>
            </p14:nvContentPartPr>
            <p14:xfrm>
              <a:off x="995760" y="2877480"/>
              <a:ext cx="6503400" cy="356328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12C110B-4DAA-5C37-0DD3-65FB3F83873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986400" y="2868120"/>
                <a:ext cx="6522120" cy="358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421085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66C8D-C01E-A1D8-1D0A-76475D9C0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EE624F-EB7F-F6FF-E1BD-801D7E6B5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47</a:t>
            </a:fld>
            <a:endParaRPr lang="en-IN"/>
          </a:p>
        </p:txBody>
      </p:sp>
      <p:pic>
        <p:nvPicPr>
          <p:cNvPr id="6" name="Picture 5" descr="A close-up of a test paper&#10;&#10;Description automatically generated">
            <a:extLst>
              <a:ext uri="{FF2B5EF4-FFF2-40B4-BE49-F238E27FC236}">
                <a16:creationId xmlns:a16="http://schemas.microsoft.com/office/drawing/2014/main" id="{DF4434CF-DEDA-DFFA-18F4-74E55E8E60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2525"/>
          <a:stretch/>
        </p:blipFill>
        <p:spPr>
          <a:xfrm rot="16200000">
            <a:off x="2885445" y="-1760988"/>
            <a:ext cx="6070094" cy="1016458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E8B905B-B498-E40A-1CEF-EA44E3C89316}"/>
                  </a:ext>
                </a:extLst>
              </p14:cNvPr>
              <p14:cNvContentPartPr/>
              <p14:nvPr/>
            </p14:nvContentPartPr>
            <p14:xfrm>
              <a:off x="7499520" y="1241280"/>
              <a:ext cx="3469320" cy="1527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E8B905B-B498-E40A-1CEF-EA44E3C8931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90160" y="1231920"/>
                <a:ext cx="3488040" cy="1545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8187591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B8AAB-4D70-FE8E-FA4D-21AD2D751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7FF324-EDDE-37E3-33AF-2C2D13713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48</a:t>
            </a:fld>
            <a:endParaRPr lang="en-IN"/>
          </a:p>
        </p:txBody>
      </p:sp>
      <p:pic>
        <p:nvPicPr>
          <p:cNvPr id="4" name="Picture 3" descr="A close-up of a paper&#10;&#10;Description automatically generated">
            <a:extLst>
              <a:ext uri="{FF2B5EF4-FFF2-40B4-BE49-F238E27FC236}">
                <a16:creationId xmlns:a16="http://schemas.microsoft.com/office/drawing/2014/main" id="{052A497E-9B5C-6868-4F3F-D52F699FEB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465095" y="-1646552"/>
            <a:ext cx="6006322" cy="1032822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76691" y="3773010"/>
            <a:ext cx="1535837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Dynamic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14281" y="3773010"/>
            <a:ext cx="1936072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dirty="0"/>
              <a:t>Greedy</a:t>
            </a:r>
          </a:p>
        </p:txBody>
      </p:sp>
    </p:spTree>
    <p:extLst>
      <p:ext uri="{BB962C8B-B14F-4D97-AF65-F5344CB8AC3E}">
        <p14:creationId xmlns:p14="http://schemas.microsoft.com/office/powerpoint/2010/main" val="20640621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A9EAB-5DDC-A209-08F6-06319125F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7255AD8-1076-9A33-5E6D-D741F4062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49</a:t>
            </a:fld>
            <a:endParaRPr lang="en-IN"/>
          </a:p>
        </p:txBody>
      </p:sp>
      <p:pic>
        <p:nvPicPr>
          <p:cNvPr id="4" name="Picture 3" descr="A paper with writing on it&#10;&#10;Description automatically generated">
            <a:extLst>
              <a:ext uri="{FF2B5EF4-FFF2-40B4-BE49-F238E27FC236}">
                <a16:creationId xmlns:a16="http://schemas.microsoft.com/office/drawing/2014/main" id="{6B17E157-5E56-EBC3-67E3-AC9AD57C8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337009" y="-1440478"/>
            <a:ext cx="5107001" cy="9804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41690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3AB5E-4A09-0A47-4335-66A3B4890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F5E3F15-AC59-D4A6-ED18-A6F84A3FD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50</a:t>
            </a:fld>
            <a:endParaRPr lang="en-IN"/>
          </a:p>
        </p:txBody>
      </p:sp>
      <p:pic>
        <p:nvPicPr>
          <p:cNvPr id="4" name="Picture 3" descr="A close-up of a paper&#10;&#10;Description automatically generated">
            <a:extLst>
              <a:ext uri="{FF2B5EF4-FFF2-40B4-BE49-F238E27FC236}">
                <a16:creationId xmlns:a16="http://schemas.microsoft.com/office/drawing/2014/main" id="{383391D6-CDB6-E5CC-5B69-94CF7A93686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05"/>
          <a:stretch/>
        </p:blipFill>
        <p:spPr>
          <a:xfrm rot="16200000">
            <a:off x="2823524" y="-1173606"/>
            <a:ext cx="6253891" cy="9205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60356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119425-3A8C-678C-417F-8F2609743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135D626-1BF8-B38A-D94C-270CF7F13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51</a:t>
            </a:fld>
            <a:endParaRPr lang="en-IN"/>
          </a:p>
        </p:txBody>
      </p:sp>
      <p:pic>
        <p:nvPicPr>
          <p:cNvPr id="4" name="Picture 3" descr="A paper with writing on it&#10;&#10;Description automatically generated">
            <a:extLst>
              <a:ext uri="{FF2B5EF4-FFF2-40B4-BE49-F238E27FC236}">
                <a16:creationId xmlns:a16="http://schemas.microsoft.com/office/drawing/2014/main" id="{99EFC1F2-1225-B1CF-AE52-97005EE7C7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895000" y="-2037020"/>
            <a:ext cx="5917676" cy="10417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6954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E9610-39A1-787E-0358-93E3134B0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89E2562-5C93-200F-CA57-6B807ABD1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52</a:t>
            </a:fld>
            <a:endParaRPr lang="en-IN"/>
          </a:p>
        </p:txBody>
      </p:sp>
      <p:pic>
        <p:nvPicPr>
          <p:cNvPr id="4" name="Picture 3" descr="A close-up of a paper&#10;&#10;Description automatically generated">
            <a:extLst>
              <a:ext uri="{FF2B5EF4-FFF2-40B4-BE49-F238E27FC236}">
                <a16:creationId xmlns:a16="http://schemas.microsoft.com/office/drawing/2014/main" id="{A9C1B22B-F9AC-519C-834E-919DB169E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2906714" y="-1561200"/>
            <a:ext cx="5688438" cy="10475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05890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A93AEF-A369-77E7-F681-9ECF7CC1A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3FD9C8A-CCF1-543E-1D39-613CFED9C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160056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21E43-AC2D-CAEE-DB11-156C81C80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CBE469-8C76-6590-6C6F-5D062BF05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mtClean="0"/>
              <a:t>54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44956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5612</TotalTime>
  <Words>448</Words>
  <Application>Microsoft Office PowerPoint</Application>
  <PresentationFormat>Widescreen</PresentationFormat>
  <Paragraphs>103</Paragraphs>
  <Slides>54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2" baseType="lpstr">
      <vt:lpstr>Tahoma</vt:lpstr>
      <vt:lpstr>Times New Roman</vt:lpstr>
      <vt:lpstr>Aptos Display</vt:lpstr>
      <vt:lpstr>Wingdings</vt:lpstr>
      <vt:lpstr>Calibri</vt:lpstr>
      <vt:lpstr>Arial</vt:lpstr>
      <vt:lpstr>Aptos</vt:lpstr>
      <vt:lpstr>Office Theme</vt:lpstr>
      <vt:lpstr>What is the Longest Common Subsequence?</vt:lpstr>
      <vt:lpstr>Example of LCS</vt:lpstr>
      <vt:lpstr>Applications of LCS</vt:lpstr>
      <vt:lpstr>Subsequences</vt:lpstr>
      <vt:lpstr>Longest Common Subsequence</vt:lpstr>
      <vt:lpstr>Longest Common Subsequence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Assembly Line Scheduling</vt:lpstr>
      <vt:lpstr>Introduction</vt:lpstr>
      <vt:lpstr>Key Concepts</vt:lpstr>
      <vt:lpstr>Scheduling Algorithms</vt:lpstr>
      <vt:lpstr>Challenges in Assembly Line Scheduling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Rahul Mishra</cp:lastModifiedBy>
  <cp:revision>30</cp:revision>
  <dcterms:created xsi:type="dcterms:W3CDTF">2023-01-02T04:30:03Z</dcterms:created>
  <dcterms:modified xsi:type="dcterms:W3CDTF">2025-11-29T04:03:18Z</dcterms:modified>
</cp:coreProperties>
</file>