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notesSlides/notesSlide5.xml" ContentType="application/vnd.openxmlformats-officedocument.presentationml.notesSlide+xml"/>
  <Override PartName="/ppt/ink/ink175.xml" ContentType="application/inkml+xml"/>
  <Override PartName="/ppt/ink/ink176.xml" ContentType="application/inkml+xml"/>
  <Override PartName="/ppt/notesSlides/notesSlide6.xml" ContentType="application/vnd.openxmlformats-officedocument.presentationml.notesSlide+xml"/>
  <Override PartName="/ppt/ink/ink177.xml" ContentType="application/inkml+xml"/>
  <Override PartName="/ppt/ink/ink178.xml" ContentType="application/inkml+xml"/>
  <Override PartName="/ppt/notesSlides/notesSlide7.xml" ContentType="application/vnd.openxmlformats-officedocument.presentationml.notesSlide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notesSlides/notesSlide8.xml" ContentType="application/vnd.openxmlformats-officedocument.presentationml.notesSlide+xml"/>
  <Override PartName="/ppt/ink/ink207.xml" ContentType="application/inkml+xml"/>
  <Override PartName="/ppt/notesSlides/notesSlide9.xml" ContentType="application/vnd.openxmlformats-officedocument.presentationml.notesSlide+xml"/>
  <Override PartName="/ppt/ink/ink208.xml" ContentType="application/inkml+xml"/>
  <Override PartName="/ppt/ink/ink209.xml" ContentType="application/inkml+xml"/>
  <Override PartName="/ppt/notesSlides/notesSlide10.xml" ContentType="application/vnd.openxmlformats-officedocument.presentationml.notesSlide+xml"/>
  <Override PartName="/ppt/ink/ink210.xml" ContentType="application/inkml+xml"/>
  <Override PartName="/ppt/ink/ink211.xml" ContentType="application/inkml+xml"/>
  <Override PartName="/ppt/notesSlides/notesSlide11.xml" ContentType="application/vnd.openxmlformats-officedocument.presentationml.notesSlide+xml"/>
  <Override PartName="/ppt/ink/ink2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26"/>
  </p:notesMasterIdLst>
  <p:sldIdLst>
    <p:sldId id="405" r:id="rId2"/>
    <p:sldId id="743" r:id="rId3"/>
    <p:sldId id="703" r:id="rId4"/>
    <p:sldId id="744" r:id="rId5"/>
    <p:sldId id="704" r:id="rId6"/>
    <p:sldId id="705" r:id="rId7"/>
    <p:sldId id="745" r:id="rId8"/>
    <p:sldId id="746" r:id="rId9"/>
    <p:sldId id="747" r:id="rId10"/>
    <p:sldId id="748" r:id="rId11"/>
    <p:sldId id="706" r:id="rId12"/>
    <p:sldId id="707" r:id="rId13"/>
    <p:sldId id="749" r:id="rId14"/>
    <p:sldId id="751" r:id="rId15"/>
    <p:sldId id="708" r:id="rId16"/>
    <p:sldId id="750" r:id="rId17"/>
    <p:sldId id="753" r:id="rId18"/>
    <p:sldId id="757" r:id="rId19"/>
    <p:sldId id="756" r:id="rId20"/>
    <p:sldId id="709" r:id="rId21"/>
    <p:sldId id="710" r:id="rId22"/>
    <p:sldId id="755" r:id="rId23"/>
    <p:sldId id="711" r:id="rId24"/>
    <p:sldId id="71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E5D47D-A4FC-4E9A-878E-CE673E62BA01}" v="202" dt="2025-10-11T03:31:04.060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10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  <pc:docChgLst>
    <pc:chgData name="Rahul Mishra" userId="57c6469e-ac64-4888-811b-35f0aabddbad" providerId="ADAL" clId="{77054C20-5B73-411C-AF9F-27685B677E1A}"/>
    <pc:docChg chg="custSel delSld modSld">
      <pc:chgData name="Rahul Mishra" userId="57c6469e-ac64-4888-811b-35f0aabddbad" providerId="ADAL" clId="{77054C20-5B73-411C-AF9F-27685B677E1A}" dt="2025-10-04T16:57:23.639" v="55" actId="478"/>
      <pc:docMkLst>
        <pc:docMk/>
      </pc:docMkLst>
      <pc:sldChg chg="delSp mod">
        <pc:chgData name="Rahul Mishra" userId="57c6469e-ac64-4888-811b-35f0aabddbad" providerId="ADAL" clId="{77054C20-5B73-411C-AF9F-27685B677E1A}" dt="2025-10-04T16:55:28.245" v="0" actId="478"/>
        <pc:sldMkLst>
          <pc:docMk/>
          <pc:sldMk cId="545609971" sldId="405"/>
        </pc:sldMkLst>
      </pc:sldChg>
      <pc:sldChg chg="delSp mod">
        <pc:chgData name="Rahul Mishra" userId="57c6469e-ac64-4888-811b-35f0aabddbad" providerId="ADAL" clId="{77054C20-5B73-411C-AF9F-27685B677E1A}" dt="2025-10-04T16:55:38.222" v="4" actId="478"/>
        <pc:sldMkLst>
          <pc:docMk/>
          <pc:sldMk cId="1963560603" sldId="703"/>
        </pc:sldMkLst>
      </pc:sldChg>
      <pc:sldChg chg="delSp mod">
        <pc:chgData name="Rahul Mishra" userId="57c6469e-ac64-4888-811b-35f0aabddbad" providerId="ADAL" clId="{77054C20-5B73-411C-AF9F-27685B677E1A}" dt="2025-10-04T16:55:45.505" v="7" actId="478"/>
        <pc:sldMkLst>
          <pc:docMk/>
          <pc:sldMk cId="27069804" sldId="704"/>
        </pc:sldMkLst>
      </pc:sldChg>
      <pc:sldChg chg="delSp mod">
        <pc:chgData name="Rahul Mishra" userId="57c6469e-ac64-4888-811b-35f0aabddbad" providerId="ADAL" clId="{77054C20-5B73-411C-AF9F-27685B677E1A}" dt="2025-10-04T16:55:49.372" v="9" actId="478"/>
        <pc:sldMkLst>
          <pc:docMk/>
          <pc:sldMk cId="2419265415" sldId="705"/>
        </pc:sldMkLst>
      </pc:sldChg>
      <pc:sldChg chg="delSp mod">
        <pc:chgData name="Rahul Mishra" userId="57c6469e-ac64-4888-811b-35f0aabddbad" providerId="ADAL" clId="{77054C20-5B73-411C-AF9F-27685B677E1A}" dt="2025-10-04T16:56:34.455" v="32" actId="478"/>
        <pc:sldMkLst>
          <pc:docMk/>
          <pc:sldMk cId="1614151050" sldId="706"/>
        </pc:sldMkLst>
      </pc:sldChg>
      <pc:sldChg chg="delSp mod">
        <pc:chgData name="Rahul Mishra" userId="57c6469e-ac64-4888-811b-35f0aabddbad" providerId="ADAL" clId="{77054C20-5B73-411C-AF9F-27685B677E1A}" dt="2025-10-04T16:56:38.372" v="33" actId="478"/>
        <pc:sldMkLst>
          <pc:docMk/>
          <pc:sldMk cId="1968437856" sldId="707"/>
        </pc:sldMkLst>
      </pc:sldChg>
      <pc:sldChg chg="delSp mod">
        <pc:chgData name="Rahul Mishra" userId="57c6469e-ac64-4888-811b-35f0aabddbad" providerId="ADAL" clId="{77054C20-5B73-411C-AF9F-27685B677E1A}" dt="2025-10-04T16:56:54.289" v="42" actId="478"/>
        <pc:sldMkLst>
          <pc:docMk/>
          <pc:sldMk cId="2456333741" sldId="708"/>
        </pc:sldMkLst>
      </pc:sldChg>
      <pc:sldChg chg="delSp mod">
        <pc:chgData name="Rahul Mishra" userId="57c6469e-ac64-4888-811b-35f0aabddbad" providerId="ADAL" clId="{77054C20-5B73-411C-AF9F-27685B677E1A}" dt="2025-10-04T16:57:10.408" v="50" actId="478"/>
        <pc:sldMkLst>
          <pc:docMk/>
          <pc:sldMk cId="3045213416" sldId="709"/>
        </pc:sldMkLst>
      </pc:sldChg>
      <pc:sldChg chg="delSp mod">
        <pc:chgData name="Rahul Mishra" userId="57c6469e-ac64-4888-811b-35f0aabddbad" providerId="ADAL" clId="{77054C20-5B73-411C-AF9F-27685B677E1A}" dt="2025-10-04T16:57:13.355" v="51" actId="478"/>
        <pc:sldMkLst>
          <pc:docMk/>
          <pc:sldMk cId="2075406528" sldId="710"/>
        </pc:sldMkLst>
      </pc:sldChg>
      <pc:sldChg chg="delSp mod">
        <pc:chgData name="Rahul Mishra" userId="57c6469e-ac64-4888-811b-35f0aabddbad" providerId="ADAL" clId="{77054C20-5B73-411C-AF9F-27685B677E1A}" dt="2025-10-04T16:57:21.289" v="54" actId="478"/>
        <pc:sldMkLst>
          <pc:docMk/>
          <pc:sldMk cId="3924947299" sldId="711"/>
        </pc:sldMkLst>
      </pc:sldChg>
      <pc:sldChg chg="delSp mod">
        <pc:chgData name="Rahul Mishra" userId="57c6469e-ac64-4888-811b-35f0aabddbad" providerId="ADAL" clId="{77054C20-5B73-411C-AF9F-27685B677E1A}" dt="2025-10-04T16:57:23.639" v="55" actId="478"/>
        <pc:sldMkLst>
          <pc:docMk/>
          <pc:sldMk cId="1979303573" sldId="712"/>
        </pc:sldMkLst>
      </pc:sldChg>
      <pc:sldChg chg="delSp mod">
        <pc:chgData name="Rahul Mishra" userId="57c6469e-ac64-4888-811b-35f0aabddbad" providerId="ADAL" clId="{77054C20-5B73-411C-AF9F-27685B677E1A}" dt="2025-10-04T16:55:31.155" v="1" actId="478"/>
        <pc:sldMkLst>
          <pc:docMk/>
          <pc:sldMk cId="2708096834" sldId="743"/>
        </pc:sldMkLst>
      </pc:sldChg>
      <pc:sldChg chg="delSp mod">
        <pc:chgData name="Rahul Mishra" userId="57c6469e-ac64-4888-811b-35f0aabddbad" providerId="ADAL" clId="{77054C20-5B73-411C-AF9F-27685B677E1A}" dt="2025-10-04T16:55:40.422" v="5" actId="478"/>
        <pc:sldMkLst>
          <pc:docMk/>
          <pc:sldMk cId="1608610165" sldId="744"/>
        </pc:sldMkLst>
      </pc:sldChg>
      <pc:sldChg chg="delSp mod">
        <pc:chgData name="Rahul Mishra" userId="57c6469e-ac64-4888-811b-35f0aabddbad" providerId="ADAL" clId="{77054C20-5B73-411C-AF9F-27685B677E1A}" dt="2025-10-04T16:56:12.705" v="25" actId="478"/>
        <pc:sldMkLst>
          <pc:docMk/>
          <pc:sldMk cId="1300629272" sldId="745"/>
        </pc:sldMkLst>
      </pc:sldChg>
      <pc:sldChg chg="delSp mod">
        <pc:chgData name="Rahul Mishra" userId="57c6469e-ac64-4888-811b-35f0aabddbad" providerId="ADAL" clId="{77054C20-5B73-411C-AF9F-27685B677E1A}" dt="2025-10-04T16:56:24.389" v="27" actId="478"/>
        <pc:sldMkLst>
          <pc:docMk/>
          <pc:sldMk cId="3225779895" sldId="746"/>
        </pc:sldMkLst>
      </pc:sldChg>
      <pc:sldChg chg="delSp mod">
        <pc:chgData name="Rahul Mishra" userId="57c6469e-ac64-4888-811b-35f0aabddbad" providerId="ADAL" clId="{77054C20-5B73-411C-AF9F-27685B677E1A}" dt="2025-10-04T16:56:26.922" v="28" actId="478"/>
        <pc:sldMkLst>
          <pc:docMk/>
          <pc:sldMk cId="3559667991" sldId="747"/>
        </pc:sldMkLst>
      </pc:sldChg>
      <pc:sldChg chg="delSp mod">
        <pc:chgData name="Rahul Mishra" userId="57c6469e-ac64-4888-811b-35f0aabddbad" providerId="ADAL" clId="{77054C20-5B73-411C-AF9F-27685B677E1A}" dt="2025-10-04T16:56:30.257" v="30" actId="478"/>
        <pc:sldMkLst>
          <pc:docMk/>
          <pc:sldMk cId="1105312716" sldId="748"/>
        </pc:sldMkLst>
      </pc:sldChg>
      <pc:sldChg chg="delSp mod">
        <pc:chgData name="Rahul Mishra" userId="57c6469e-ac64-4888-811b-35f0aabddbad" providerId="ADAL" clId="{77054C20-5B73-411C-AF9F-27685B677E1A}" dt="2025-10-04T16:56:49.655" v="40" actId="478"/>
        <pc:sldMkLst>
          <pc:docMk/>
          <pc:sldMk cId="1908471688" sldId="749"/>
        </pc:sldMkLst>
      </pc:sldChg>
      <pc:sldChg chg="delSp mod">
        <pc:chgData name="Rahul Mishra" userId="57c6469e-ac64-4888-811b-35f0aabddbad" providerId="ADAL" clId="{77054C20-5B73-411C-AF9F-27685B677E1A}" dt="2025-10-04T16:56:58.758" v="44" actId="478"/>
        <pc:sldMkLst>
          <pc:docMk/>
          <pc:sldMk cId="3346887394" sldId="750"/>
        </pc:sldMkLst>
      </pc:sldChg>
      <pc:sldChg chg="delSp mod">
        <pc:chgData name="Rahul Mishra" userId="57c6469e-ac64-4888-811b-35f0aabddbad" providerId="ADAL" clId="{77054C20-5B73-411C-AF9F-27685B677E1A}" dt="2025-10-04T16:56:51.722" v="41" actId="478"/>
        <pc:sldMkLst>
          <pc:docMk/>
          <pc:sldMk cId="3731638243" sldId="751"/>
        </pc:sldMkLst>
      </pc:sldChg>
      <pc:sldChg chg="del">
        <pc:chgData name="Rahul Mishra" userId="57c6469e-ac64-4888-811b-35f0aabddbad" providerId="ADAL" clId="{77054C20-5B73-411C-AF9F-27685B677E1A}" dt="2025-10-04T16:57:07.422" v="48" actId="47"/>
        <pc:sldMkLst>
          <pc:docMk/>
          <pc:sldMk cId="1494633474" sldId="752"/>
        </pc:sldMkLst>
      </pc:sldChg>
      <pc:sldChg chg="delSp mod">
        <pc:chgData name="Rahul Mishra" userId="57c6469e-ac64-4888-811b-35f0aabddbad" providerId="ADAL" clId="{77054C20-5B73-411C-AF9F-27685B677E1A}" dt="2025-10-04T16:57:04.188" v="47" actId="478"/>
        <pc:sldMkLst>
          <pc:docMk/>
          <pc:sldMk cId="1886181441" sldId="753"/>
        </pc:sldMkLst>
      </pc:sldChg>
      <pc:sldChg chg="del">
        <pc:chgData name="Rahul Mishra" userId="57c6469e-ac64-4888-811b-35f0aabddbad" providerId="ADAL" clId="{77054C20-5B73-411C-AF9F-27685B677E1A}" dt="2025-10-04T16:57:08.338" v="49" actId="47"/>
        <pc:sldMkLst>
          <pc:docMk/>
          <pc:sldMk cId="1421567324" sldId="754"/>
        </pc:sldMkLst>
      </pc:sldChg>
      <pc:sldChg chg="delSp mod">
        <pc:chgData name="Rahul Mishra" userId="57c6469e-ac64-4888-811b-35f0aabddbad" providerId="ADAL" clId="{77054C20-5B73-411C-AF9F-27685B677E1A}" dt="2025-10-04T16:57:17.039" v="52" actId="478"/>
        <pc:sldMkLst>
          <pc:docMk/>
          <pc:sldMk cId="2056281073" sldId="755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AFCF1356-6FAB-45E8-91E3-3C93ADA61D1F}"/>
    <pc:docChg chg="undo custSel addSld delSld modSld">
      <pc:chgData name="Rahul Mishra" userId="57c6469e-ac64-4888-811b-35f0aabddbad" providerId="ADAL" clId="{AFCF1356-6FAB-45E8-91E3-3C93ADA61D1F}" dt="2024-09-28T11:37:38.160" v="17" actId="47"/>
      <pc:docMkLst>
        <pc:docMk/>
      </pc:docMkLst>
      <pc:sldChg chg="modSp mod">
        <pc:chgData name="Rahul Mishra" userId="57c6469e-ac64-4888-811b-35f0aabddbad" providerId="ADAL" clId="{AFCF1356-6FAB-45E8-91E3-3C93ADA61D1F}" dt="2024-09-28T11:37:21.820" v="2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AFCF1356-6FAB-45E8-91E3-3C93ADA61D1F}" dt="2024-09-28T11:37:16.293" v="0" actId="47"/>
        <pc:sldMkLst>
          <pc:docMk/>
          <pc:sldMk cId="1145417824" sldId="697"/>
        </pc:sldMkLst>
      </pc:sldChg>
      <pc:sldChg chg="del">
        <pc:chgData name="Rahul Mishra" userId="57c6469e-ac64-4888-811b-35f0aabddbad" providerId="ADAL" clId="{AFCF1356-6FAB-45E8-91E3-3C93ADA61D1F}" dt="2024-09-28T11:37:27.140" v="3" actId="47"/>
        <pc:sldMkLst>
          <pc:docMk/>
          <pc:sldMk cId="1170234801" sldId="698"/>
        </pc:sldMkLst>
      </pc:sldChg>
      <pc:sldChg chg="del">
        <pc:chgData name="Rahul Mishra" userId="57c6469e-ac64-4888-811b-35f0aabddbad" providerId="ADAL" clId="{AFCF1356-6FAB-45E8-91E3-3C93ADA61D1F}" dt="2024-09-28T11:37:27.680" v="4" actId="47"/>
        <pc:sldMkLst>
          <pc:docMk/>
          <pc:sldMk cId="1152963467" sldId="699"/>
        </pc:sldMkLst>
      </pc:sldChg>
      <pc:sldChg chg="del">
        <pc:chgData name="Rahul Mishra" userId="57c6469e-ac64-4888-811b-35f0aabddbad" providerId="ADAL" clId="{AFCF1356-6FAB-45E8-91E3-3C93ADA61D1F}" dt="2024-09-28T11:37:28.986" v="5" actId="47"/>
        <pc:sldMkLst>
          <pc:docMk/>
          <pc:sldMk cId="313190125" sldId="700"/>
        </pc:sldMkLst>
      </pc:sldChg>
      <pc:sldChg chg="del">
        <pc:chgData name="Rahul Mishra" userId="57c6469e-ac64-4888-811b-35f0aabddbad" providerId="ADAL" clId="{AFCF1356-6FAB-45E8-91E3-3C93ADA61D1F}" dt="2024-09-28T11:37:29.776" v="6" actId="47"/>
        <pc:sldMkLst>
          <pc:docMk/>
          <pc:sldMk cId="3326140477" sldId="701"/>
        </pc:sldMkLst>
      </pc:sldChg>
      <pc:sldChg chg="del">
        <pc:chgData name="Rahul Mishra" userId="57c6469e-ac64-4888-811b-35f0aabddbad" providerId="ADAL" clId="{AFCF1356-6FAB-45E8-91E3-3C93ADA61D1F}" dt="2024-09-28T11:37:30.763" v="7" actId="47"/>
        <pc:sldMkLst>
          <pc:docMk/>
          <pc:sldMk cId="2458468115" sldId="702"/>
        </pc:sldMkLst>
      </pc:sldChg>
      <pc:sldChg chg="del">
        <pc:chgData name="Rahul Mishra" userId="57c6469e-ac64-4888-811b-35f0aabddbad" providerId="ADAL" clId="{AFCF1356-6FAB-45E8-91E3-3C93ADA61D1F}" dt="2024-09-28T11:37:31.541" v="8" actId="47"/>
        <pc:sldMkLst>
          <pc:docMk/>
          <pc:sldMk cId="2165929233" sldId="735"/>
        </pc:sldMkLst>
      </pc:sldChg>
      <pc:sldChg chg="del">
        <pc:chgData name="Rahul Mishra" userId="57c6469e-ac64-4888-811b-35f0aabddbad" providerId="ADAL" clId="{AFCF1356-6FAB-45E8-91E3-3C93ADA61D1F}" dt="2024-09-28T11:37:33.500" v="9" actId="47"/>
        <pc:sldMkLst>
          <pc:docMk/>
          <pc:sldMk cId="3906929727" sldId="736"/>
        </pc:sldMkLst>
      </pc:sldChg>
      <pc:sldChg chg="del">
        <pc:chgData name="Rahul Mishra" userId="57c6469e-ac64-4888-811b-35f0aabddbad" providerId="ADAL" clId="{AFCF1356-6FAB-45E8-91E3-3C93ADA61D1F}" dt="2024-09-28T11:37:33.930" v="10" actId="47"/>
        <pc:sldMkLst>
          <pc:docMk/>
          <pc:sldMk cId="2602044277" sldId="737"/>
        </pc:sldMkLst>
      </pc:sldChg>
      <pc:sldChg chg="del">
        <pc:chgData name="Rahul Mishra" userId="57c6469e-ac64-4888-811b-35f0aabddbad" providerId="ADAL" clId="{AFCF1356-6FAB-45E8-91E3-3C93ADA61D1F}" dt="2024-09-28T11:37:34.320" v="11" actId="47"/>
        <pc:sldMkLst>
          <pc:docMk/>
          <pc:sldMk cId="2204806360" sldId="738"/>
        </pc:sldMkLst>
      </pc:sldChg>
      <pc:sldChg chg="del">
        <pc:chgData name="Rahul Mishra" userId="57c6469e-ac64-4888-811b-35f0aabddbad" providerId="ADAL" clId="{AFCF1356-6FAB-45E8-91E3-3C93ADA61D1F}" dt="2024-09-28T11:37:34.640" v="12" actId="47"/>
        <pc:sldMkLst>
          <pc:docMk/>
          <pc:sldMk cId="1280433935" sldId="739"/>
        </pc:sldMkLst>
      </pc:sldChg>
      <pc:sldChg chg="del">
        <pc:chgData name="Rahul Mishra" userId="57c6469e-ac64-4888-811b-35f0aabddbad" providerId="ADAL" clId="{AFCF1356-6FAB-45E8-91E3-3C93ADA61D1F}" dt="2024-09-28T11:37:35.064" v="13" actId="47"/>
        <pc:sldMkLst>
          <pc:docMk/>
          <pc:sldMk cId="770549930" sldId="740"/>
        </pc:sldMkLst>
      </pc:sldChg>
      <pc:sldChg chg="del">
        <pc:chgData name="Rahul Mishra" userId="57c6469e-ac64-4888-811b-35f0aabddbad" providerId="ADAL" clId="{AFCF1356-6FAB-45E8-91E3-3C93ADA61D1F}" dt="2024-09-28T11:37:35.430" v="14" actId="47"/>
        <pc:sldMkLst>
          <pc:docMk/>
          <pc:sldMk cId="1864723585" sldId="741"/>
        </pc:sldMkLst>
      </pc:sldChg>
      <pc:sldChg chg="del">
        <pc:chgData name="Rahul Mishra" userId="57c6469e-ac64-4888-811b-35f0aabddbad" providerId="ADAL" clId="{AFCF1356-6FAB-45E8-91E3-3C93ADA61D1F}" dt="2024-09-28T11:37:35.809" v="15" actId="47"/>
        <pc:sldMkLst>
          <pc:docMk/>
          <pc:sldMk cId="960421760" sldId="742"/>
        </pc:sldMkLst>
      </pc:sldChg>
      <pc:sldChg chg="add del">
        <pc:chgData name="Rahul Mishra" userId="57c6469e-ac64-4888-811b-35f0aabddbad" providerId="ADAL" clId="{AFCF1356-6FAB-45E8-91E3-3C93ADA61D1F}" dt="2024-09-28T11:37:38.160" v="17" actId="47"/>
        <pc:sldMkLst>
          <pc:docMk/>
          <pc:sldMk cId="2708096834" sldId="743"/>
        </pc:sldMkLst>
      </pc:sldChg>
    </pc:docChg>
  </pc:docChgLst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C2816993-589E-4DAC-BD84-591E8990D1A5}"/>
    <pc:docChg chg="custSel addSld modSld">
      <pc:chgData name="Rahul Mishra" userId="57c6469e-ac64-4888-811b-35f0aabddbad" providerId="ADAL" clId="{C2816993-589E-4DAC-BD84-591E8990D1A5}" dt="2025-04-06T05:15:10.405" v="178"/>
      <pc:docMkLst>
        <pc:docMk/>
      </pc:docMkLst>
      <pc:sldChg chg="addSp">
        <pc:chgData name="Rahul Mishra" userId="57c6469e-ac64-4888-811b-35f0aabddbad" providerId="ADAL" clId="{C2816993-589E-4DAC-BD84-591E8990D1A5}" dt="2025-04-05T02:45:21.932" v="0"/>
        <pc:sldMkLst>
          <pc:docMk/>
          <pc:sldMk cId="545609971" sldId="405"/>
        </pc:sldMkLst>
      </pc:sldChg>
      <pc:sldChg chg="addSp">
        <pc:chgData name="Rahul Mishra" userId="57c6469e-ac64-4888-811b-35f0aabddbad" providerId="ADAL" clId="{C2816993-589E-4DAC-BD84-591E8990D1A5}" dt="2025-04-06T04:14:28.781" v="158"/>
        <pc:sldMkLst>
          <pc:docMk/>
          <pc:sldMk cId="1963560603" sldId="703"/>
        </pc:sldMkLst>
      </pc:sldChg>
      <pc:sldChg chg="addSp">
        <pc:chgData name="Rahul Mishra" userId="57c6469e-ac64-4888-811b-35f0aabddbad" providerId="ADAL" clId="{C2816993-589E-4DAC-BD84-591E8990D1A5}" dt="2025-04-06T04:14:28.781" v="158"/>
        <pc:sldMkLst>
          <pc:docMk/>
          <pc:sldMk cId="27069804" sldId="704"/>
        </pc:sldMkLst>
      </pc:sldChg>
      <pc:sldChg chg="addSp delSp modSp mod">
        <pc:chgData name="Rahul Mishra" userId="57c6469e-ac64-4888-811b-35f0aabddbad" providerId="ADAL" clId="{C2816993-589E-4DAC-BD84-591E8990D1A5}" dt="2025-04-06T04:14:28.781" v="158"/>
        <pc:sldMkLst>
          <pc:docMk/>
          <pc:sldMk cId="2419265415" sldId="705"/>
        </pc:sldMkLst>
      </pc:sldChg>
      <pc:sldChg chg="addSp">
        <pc:chgData name="Rahul Mishra" userId="57c6469e-ac64-4888-811b-35f0aabddbad" providerId="ADAL" clId="{C2816993-589E-4DAC-BD84-591E8990D1A5}" dt="2025-04-05T03:28:30.024" v="45"/>
        <pc:sldMkLst>
          <pc:docMk/>
          <pc:sldMk cId="1614151050" sldId="706"/>
        </pc:sldMkLst>
      </pc:sldChg>
      <pc:sldChg chg="addSp">
        <pc:chgData name="Rahul Mishra" userId="57c6469e-ac64-4888-811b-35f0aabddbad" providerId="ADAL" clId="{C2816993-589E-4DAC-BD84-591E8990D1A5}" dt="2025-04-05T03:30:13.797" v="46"/>
        <pc:sldMkLst>
          <pc:docMk/>
          <pc:sldMk cId="1968437856" sldId="707"/>
        </pc:sldMkLst>
      </pc:sldChg>
      <pc:sldChg chg="addSp delSp mod">
        <pc:chgData name="Rahul Mishra" userId="57c6469e-ac64-4888-811b-35f0aabddbad" providerId="ADAL" clId="{C2816993-589E-4DAC-BD84-591E8990D1A5}" dt="2025-04-06T04:27:22.153" v="163"/>
        <pc:sldMkLst>
          <pc:docMk/>
          <pc:sldMk cId="2456333741" sldId="708"/>
        </pc:sldMkLst>
      </pc:sldChg>
      <pc:sldChg chg="addSp">
        <pc:chgData name="Rahul Mishra" userId="57c6469e-ac64-4888-811b-35f0aabddbad" providerId="ADAL" clId="{C2816993-589E-4DAC-BD84-591E8990D1A5}" dt="2025-04-06T04:53:31.972" v="175"/>
        <pc:sldMkLst>
          <pc:docMk/>
          <pc:sldMk cId="3045213416" sldId="709"/>
        </pc:sldMkLst>
      </pc:sldChg>
      <pc:sldChg chg="addSp">
        <pc:chgData name="Rahul Mishra" userId="57c6469e-ac64-4888-811b-35f0aabddbad" providerId="ADAL" clId="{C2816993-589E-4DAC-BD84-591E8990D1A5}" dt="2025-04-06T04:53:31.972" v="175"/>
        <pc:sldMkLst>
          <pc:docMk/>
          <pc:sldMk cId="2075406528" sldId="710"/>
        </pc:sldMkLst>
      </pc:sldChg>
      <pc:sldChg chg="addSp">
        <pc:chgData name="Rahul Mishra" userId="57c6469e-ac64-4888-811b-35f0aabddbad" providerId="ADAL" clId="{C2816993-589E-4DAC-BD84-591E8990D1A5}" dt="2025-04-06T05:15:10.405" v="178"/>
        <pc:sldMkLst>
          <pc:docMk/>
          <pc:sldMk cId="3924947299" sldId="711"/>
        </pc:sldMkLst>
      </pc:sldChg>
      <pc:sldChg chg="addSp">
        <pc:chgData name="Rahul Mishra" userId="57c6469e-ac64-4888-811b-35f0aabddbad" providerId="ADAL" clId="{C2816993-589E-4DAC-BD84-591E8990D1A5}" dt="2025-04-06T05:15:10.405" v="178"/>
        <pc:sldMkLst>
          <pc:docMk/>
          <pc:sldMk cId="1979303573" sldId="712"/>
        </pc:sldMkLst>
      </pc:sldChg>
      <pc:sldChg chg="addSp">
        <pc:chgData name="Rahul Mishra" userId="57c6469e-ac64-4888-811b-35f0aabddbad" providerId="ADAL" clId="{C2816993-589E-4DAC-BD84-591E8990D1A5}" dt="2025-04-05T02:45:21.932" v="0"/>
        <pc:sldMkLst>
          <pc:docMk/>
          <pc:sldMk cId="2708096834" sldId="743"/>
        </pc:sldMkLst>
      </pc:sldChg>
      <pc:sldChg chg="addSp new">
        <pc:chgData name="Rahul Mishra" userId="57c6469e-ac64-4888-811b-35f0aabddbad" providerId="ADAL" clId="{C2816993-589E-4DAC-BD84-591E8990D1A5}" dt="2025-04-05T02:54:23.994" v="2"/>
        <pc:sldMkLst>
          <pc:docMk/>
          <pc:sldMk cId="1608610165" sldId="744"/>
        </pc:sldMkLst>
      </pc:sldChg>
      <pc:sldChg chg="addSp delSp modSp new mod">
        <pc:chgData name="Rahul Mishra" userId="57c6469e-ac64-4888-811b-35f0aabddbad" providerId="ADAL" clId="{C2816993-589E-4DAC-BD84-591E8990D1A5}" dt="2025-04-05T03:37:56.892" v="90"/>
        <pc:sldMkLst>
          <pc:docMk/>
          <pc:sldMk cId="1300629272" sldId="745"/>
        </pc:sldMkLst>
      </pc:sldChg>
      <pc:sldChg chg="addSp new">
        <pc:chgData name="Rahul Mishra" userId="57c6469e-ac64-4888-811b-35f0aabddbad" providerId="ADAL" clId="{C2816993-589E-4DAC-BD84-591E8990D1A5}" dt="2025-04-05T03:15:28.352" v="40"/>
        <pc:sldMkLst>
          <pc:docMk/>
          <pc:sldMk cId="3225779895" sldId="746"/>
        </pc:sldMkLst>
      </pc:sldChg>
      <pc:sldChg chg="addSp new">
        <pc:chgData name="Rahul Mishra" userId="57c6469e-ac64-4888-811b-35f0aabddbad" providerId="ADAL" clId="{C2816993-589E-4DAC-BD84-591E8990D1A5}" dt="2025-04-05T03:21:33.074" v="42"/>
        <pc:sldMkLst>
          <pc:docMk/>
          <pc:sldMk cId="3559667991" sldId="747"/>
        </pc:sldMkLst>
      </pc:sldChg>
      <pc:sldChg chg="addSp new">
        <pc:chgData name="Rahul Mishra" userId="57c6469e-ac64-4888-811b-35f0aabddbad" providerId="ADAL" clId="{C2816993-589E-4DAC-BD84-591E8990D1A5}" dt="2025-04-05T03:28:30.024" v="45"/>
        <pc:sldMkLst>
          <pc:docMk/>
          <pc:sldMk cId="1105312716" sldId="748"/>
        </pc:sldMkLst>
      </pc:sldChg>
      <pc:sldChg chg="addSp delSp modSp new mod">
        <pc:chgData name="Rahul Mishra" userId="57c6469e-ac64-4888-811b-35f0aabddbad" providerId="ADAL" clId="{C2816993-589E-4DAC-BD84-591E8990D1A5}" dt="2025-04-06T04:24:52.212" v="161"/>
        <pc:sldMkLst>
          <pc:docMk/>
          <pc:sldMk cId="1908471688" sldId="749"/>
        </pc:sldMkLst>
      </pc:sldChg>
      <pc:sldChg chg="addSp new mod">
        <pc:chgData name="Rahul Mishra" userId="57c6469e-ac64-4888-811b-35f0aabddbad" providerId="ADAL" clId="{C2816993-589E-4DAC-BD84-591E8990D1A5}" dt="2025-04-06T04:38:56.358" v="170" actId="9405"/>
        <pc:sldMkLst>
          <pc:docMk/>
          <pc:sldMk cId="3346887394" sldId="750"/>
        </pc:sldMkLst>
      </pc:sldChg>
      <pc:sldChg chg="addSp new">
        <pc:chgData name="Rahul Mishra" userId="57c6469e-ac64-4888-811b-35f0aabddbad" providerId="ADAL" clId="{C2816993-589E-4DAC-BD84-591E8990D1A5}" dt="2025-04-06T04:24:52.212" v="161"/>
        <pc:sldMkLst>
          <pc:docMk/>
          <pc:sldMk cId="3731638243" sldId="751"/>
        </pc:sldMkLst>
      </pc:sldChg>
      <pc:sldChg chg="addSp new">
        <pc:chgData name="Rahul Mishra" userId="57c6469e-ac64-4888-811b-35f0aabddbad" providerId="ADAL" clId="{C2816993-589E-4DAC-BD84-591E8990D1A5}" dt="2025-04-06T04:32:35.312" v="165"/>
        <pc:sldMkLst>
          <pc:docMk/>
          <pc:sldMk cId="1494633474" sldId="752"/>
        </pc:sldMkLst>
      </pc:sldChg>
      <pc:sldChg chg="addSp new">
        <pc:chgData name="Rahul Mishra" userId="57c6469e-ac64-4888-811b-35f0aabddbad" providerId="ADAL" clId="{C2816993-589E-4DAC-BD84-591E8990D1A5}" dt="2025-04-06T04:53:31.972" v="175"/>
        <pc:sldMkLst>
          <pc:docMk/>
          <pc:sldMk cId="1886181441" sldId="753"/>
        </pc:sldMkLst>
      </pc:sldChg>
      <pc:sldChg chg="addSp new">
        <pc:chgData name="Rahul Mishra" userId="57c6469e-ac64-4888-811b-35f0aabddbad" providerId="ADAL" clId="{C2816993-589E-4DAC-BD84-591E8990D1A5}" dt="2025-04-06T04:46:32.212" v="174"/>
        <pc:sldMkLst>
          <pc:docMk/>
          <pc:sldMk cId="1421567324" sldId="754"/>
        </pc:sldMkLst>
      </pc:sldChg>
      <pc:sldChg chg="addSp new">
        <pc:chgData name="Rahul Mishra" userId="57c6469e-ac64-4888-811b-35f0aabddbad" providerId="ADAL" clId="{C2816993-589E-4DAC-BD84-591E8990D1A5}" dt="2025-04-06T04:59:05.076" v="177"/>
        <pc:sldMkLst>
          <pc:docMk/>
          <pc:sldMk cId="2056281073" sldId="755"/>
        </pc:sldMkLst>
      </pc:sldChg>
    </pc:docChg>
  </pc:docChgLst>
  <pc:docChgLst>
    <pc:chgData name="Rahul Mishra" userId="57c6469e-ac64-4888-811b-35f0aabddbad" providerId="ADAL" clId="{2587B58E-4F3B-47AB-B3EB-62407C9160B0}"/>
    <pc:docChg chg="addSld modSld">
      <pc:chgData name="Rahul Mishra" userId="57c6469e-ac64-4888-811b-35f0aabddbad" providerId="ADAL" clId="{2587B58E-4F3B-47AB-B3EB-62407C9160B0}" dt="2025-10-11T03:31:04.059" v="211"/>
      <pc:docMkLst>
        <pc:docMk/>
      </pc:docMkLst>
      <pc:sldChg chg="addSp">
        <pc:chgData name="Rahul Mishra" userId="57c6469e-ac64-4888-811b-35f0aabddbad" providerId="ADAL" clId="{2587B58E-4F3B-47AB-B3EB-62407C9160B0}" dt="2025-10-05T03:29:00.201" v="0"/>
        <pc:sldMkLst>
          <pc:docMk/>
          <pc:sldMk cId="1963560603" sldId="703"/>
        </pc:sldMkLst>
        <pc:inkChg chg="add">
          <ac:chgData name="Rahul Mishra" userId="57c6469e-ac64-4888-811b-35f0aabddbad" providerId="ADAL" clId="{2587B58E-4F3B-47AB-B3EB-62407C9160B0}" dt="2025-10-05T03:29:00.201" v="0"/>
          <ac:inkMkLst>
            <pc:docMk/>
            <pc:sldMk cId="1963560603" sldId="703"/>
            <ac:inkMk id="3" creationId="{44821A92-1B12-533E-59A8-1D2E840AE042}"/>
          </ac:inkMkLst>
        </pc:inkChg>
      </pc:sldChg>
      <pc:sldChg chg="addSp">
        <pc:chgData name="Rahul Mishra" userId="57c6469e-ac64-4888-811b-35f0aabddbad" providerId="ADAL" clId="{2587B58E-4F3B-47AB-B3EB-62407C9160B0}" dt="2025-10-05T03:29:00.201" v="0"/>
        <pc:sldMkLst>
          <pc:docMk/>
          <pc:sldMk cId="27069804" sldId="704"/>
        </pc:sldMkLst>
        <pc:inkChg chg="add">
          <ac:chgData name="Rahul Mishra" userId="57c6469e-ac64-4888-811b-35f0aabddbad" providerId="ADAL" clId="{2587B58E-4F3B-47AB-B3EB-62407C9160B0}" dt="2025-10-05T03:29:00.201" v="0"/>
          <ac:inkMkLst>
            <pc:docMk/>
            <pc:sldMk cId="27069804" sldId="704"/>
            <ac:inkMk id="3" creationId="{2B002750-3BF4-E12E-FC4D-7363B4779BA9}"/>
          </ac:inkMkLst>
        </pc:inkChg>
      </pc:sldChg>
      <pc:sldChg chg="addSp">
        <pc:chgData name="Rahul Mishra" userId="57c6469e-ac64-4888-811b-35f0aabddbad" providerId="ADAL" clId="{2587B58E-4F3B-47AB-B3EB-62407C9160B0}" dt="2025-10-05T03:29:00.201" v="0"/>
        <pc:sldMkLst>
          <pc:docMk/>
          <pc:sldMk cId="2419265415" sldId="705"/>
        </pc:sldMkLst>
        <pc:inkChg chg="add">
          <ac:chgData name="Rahul Mishra" userId="57c6469e-ac64-4888-811b-35f0aabddbad" providerId="ADAL" clId="{2587B58E-4F3B-47AB-B3EB-62407C9160B0}" dt="2025-10-05T03:29:00.201" v="0"/>
          <ac:inkMkLst>
            <pc:docMk/>
            <pc:sldMk cId="2419265415" sldId="705"/>
            <ac:inkMk id="3" creationId="{500B8954-98C5-758F-3FB1-09E581EA57F3}"/>
          </ac:inkMkLst>
        </pc:inkChg>
      </pc:sldChg>
      <pc:sldChg chg="addSp">
        <pc:chgData name="Rahul Mishra" userId="57c6469e-ac64-4888-811b-35f0aabddbad" providerId="ADAL" clId="{2587B58E-4F3B-47AB-B3EB-62407C9160B0}" dt="2025-10-11T03:12:28.240" v="199"/>
        <pc:sldMkLst>
          <pc:docMk/>
          <pc:sldMk cId="1614151050" sldId="706"/>
        </pc:sldMkLst>
        <pc:inkChg chg="add">
          <ac:chgData name="Rahul Mishra" userId="57c6469e-ac64-4888-811b-35f0aabddbad" providerId="ADAL" clId="{2587B58E-4F3B-47AB-B3EB-62407C9160B0}" dt="2025-10-11T02:54:22.385" v="197"/>
          <ac:inkMkLst>
            <pc:docMk/>
            <pc:sldMk cId="1614151050" sldId="706"/>
            <ac:inkMk id="3" creationId="{71F50F45-BD2C-FF8B-A173-58D79FEF3CEF}"/>
          </ac:inkMkLst>
        </pc:inkChg>
        <pc:inkChg chg="add">
          <ac:chgData name="Rahul Mishra" userId="57c6469e-ac64-4888-811b-35f0aabddbad" providerId="ADAL" clId="{2587B58E-4F3B-47AB-B3EB-62407C9160B0}" dt="2025-10-11T03:12:28.240" v="199"/>
          <ac:inkMkLst>
            <pc:docMk/>
            <pc:sldMk cId="1614151050" sldId="706"/>
            <ac:inkMk id="4" creationId="{967BDB11-6A0A-2C6C-B15A-C5CD25E72AA8}"/>
          </ac:inkMkLst>
        </pc:inkChg>
      </pc:sldChg>
      <pc:sldChg chg="addSp delSp modSp mod">
        <pc:chgData name="Rahul Mishra" userId="57c6469e-ac64-4888-811b-35f0aabddbad" providerId="ADAL" clId="{2587B58E-4F3B-47AB-B3EB-62407C9160B0}" dt="2025-10-05T03:58:43.238" v="196" actId="9405"/>
        <pc:sldMkLst>
          <pc:docMk/>
          <pc:sldMk cId="2456333741" sldId="708"/>
        </pc:sldMkLst>
        <pc:grpChg chg="mod">
          <ac:chgData name="Rahul Mishra" userId="57c6469e-ac64-4888-811b-35f0aabddbad" providerId="ADAL" clId="{2587B58E-4F3B-47AB-B3EB-62407C9160B0}" dt="2025-10-05T03:58:30.208" v="189"/>
          <ac:grpSpMkLst>
            <pc:docMk/>
            <pc:sldMk cId="2456333741" sldId="708"/>
            <ac:grpSpMk id="16" creationId="{DF3CA16C-180B-57FB-23D5-FEBA9D90F909}"/>
          </ac:grpSpMkLst>
        </pc:grpChg>
        <pc:grpChg chg="mod">
          <ac:chgData name="Rahul Mishra" userId="57c6469e-ac64-4888-811b-35f0aabddbad" providerId="ADAL" clId="{2587B58E-4F3B-47AB-B3EB-62407C9160B0}" dt="2025-10-05T03:58:34.599" v="191"/>
          <ac:grpSpMkLst>
            <pc:docMk/>
            <pc:sldMk cId="2456333741" sldId="708"/>
            <ac:grpSpMk id="18" creationId="{510C2496-5DEC-4541-2EE9-2913255871CC}"/>
          </ac:grpSpMkLst>
        </pc:grpChg>
        <pc:grpChg chg="mod">
          <ac:chgData name="Rahul Mishra" userId="57c6469e-ac64-4888-811b-35f0aabddbad" providerId="ADAL" clId="{2587B58E-4F3B-47AB-B3EB-62407C9160B0}" dt="2025-10-05T03:58:43.097" v="195"/>
          <ac:grpSpMkLst>
            <pc:docMk/>
            <pc:sldMk cId="2456333741" sldId="708"/>
            <ac:grpSpMk id="22" creationId="{350B6AFD-A14C-8B74-BD88-3A75393CEE7D}"/>
          </ac:grpSpMkLst>
        </pc:grpChg>
        <pc:inkChg chg="add">
          <ac:chgData name="Rahul Mishra" userId="57c6469e-ac64-4888-811b-35f0aabddbad" providerId="ADAL" clId="{2587B58E-4F3B-47AB-B3EB-62407C9160B0}" dt="2025-10-05T03:56:38.064" v="179"/>
          <ac:inkMkLst>
            <pc:docMk/>
            <pc:sldMk cId="2456333741" sldId="708"/>
            <ac:inkMk id="3" creationId="{087DD600-0C4B-88EB-C8D9-015FF5E01B7D}"/>
          </ac:inkMkLst>
        </pc:inkChg>
        <pc:inkChg chg="add mod">
          <ac:chgData name="Rahul Mishra" userId="57c6469e-ac64-4888-811b-35f0aabddbad" providerId="ADAL" clId="{2587B58E-4F3B-47AB-B3EB-62407C9160B0}" dt="2025-10-05T03:58:34.599" v="191"/>
          <ac:inkMkLst>
            <pc:docMk/>
            <pc:sldMk cId="2456333741" sldId="708"/>
            <ac:inkMk id="4" creationId="{9884E83B-13A9-3CF5-EA75-1AF2BA05F60C}"/>
          </ac:inkMkLst>
        </pc:inkChg>
        <pc:inkChg chg="add mod">
          <ac:chgData name="Rahul Mishra" userId="57c6469e-ac64-4888-811b-35f0aabddbad" providerId="ADAL" clId="{2587B58E-4F3B-47AB-B3EB-62407C9160B0}" dt="2025-10-05T03:58:34.599" v="191"/>
          <ac:inkMkLst>
            <pc:docMk/>
            <pc:sldMk cId="2456333741" sldId="708"/>
            <ac:inkMk id="5" creationId="{FC31105C-44FA-D9DB-5563-FAFA8553E870}"/>
          </ac:inkMkLst>
        </pc:inkChg>
        <pc:inkChg chg="add mod">
          <ac:chgData name="Rahul Mishra" userId="57c6469e-ac64-4888-811b-35f0aabddbad" providerId="ADAL" clId="{2587B58E-4F3B-47AB-B3EB-62407C9160B0}" dt="2025-10-05T03:58:34.599" v="191"/>
          <ac:inkMkLst>
            <pc:docMk/>
            <pc:sldMk cId="2456333741" sldId="708"/>
            <ac:inkMk id="6" creationId="{C98AE362-5F3D-DC8B-FE70-856944E7BE56}"/>
          </ac:inkMkLst>
        </pc:inkChg>
        <pc:inkChg chg="add mod">
          <ac:chgData name="Rahul Mishra" userId="57c6469e-ac64-4888-811b-35f0aabddbad" providerId="ADAL" clId="{2587B58E-4F3B-47AB-B3EB-62407C9160B0}" dt="2025-10-05T03:58:34.599" v="191"/>
          <ac:inkMkLst>
            <pc:docMk/>
            <pc:sldMk cId="2456333741" sldId="708"/>
            <ac:inkMk id="7" creationId="{1089051D-C64C-BFFB-8034-0F0E2C02E967}"/>
          </ac:inkMkLst>
        </pc:inkChg>
        <pc:inkChg chg="add mod">
          <ac:chgData name="Rahul Mishra" userId="57c6469e-ac64-4888-811b-35f0aabddbad" providerId="ADAL" clId="{2587B58E-4F3B-47AB-B3EB-62407C9160B0}" dt="2025-10-05T03:58:34.599" v="191"/>
          <ac:inkMkLst>
            <pc:docMk/>
            <pc:sldMk cId="2456333741" sldId="708"/>
            <ac:inkMk id="11" creationId="{98F29940-CFB0-D305-C992-6D0AC0E43863}"/>
          </ac:inkMkLst>
        </pc:inkChg>
        <pc:inkChg chg="add">
          <ac:chgData name="Rahul Mishra" userId="57c6469e-ac64-4888-811b-35f0aabddbad" providerId="ADAL" clId="{2587B58E-4F3B-47AB-B3EB-62407C9160B0}" dt="2025-10-05T03:58:23.112" v="186" actId="9405"/>
          <ac:inkMkLst>
            <pc:docMk/>
            <pc:sldMk cId="2456333741" sldId="708"/>
            <ac:inkMk id="13" creationId="{BEA3FCBD-C69B-BA01-4725-1551285C99B9}"/>
          </ac:inkMkLst>
        </pc:inkChg>
        <pc:inkChg chg="add mod">
          <ac:chgData name="Rahul Mishra" userId="57c6469e-ac64-4888-811b-35f0aabddbad" providerId="ADAL" clId="{2587B58E-4F3B-47AB-B3EB-62407C9160B0}" dt="2025-10-05T03:58:30.208" v="189"/>
          <ac:inkMkLst>
            <pc:docMk/>
            <pc:sldMk cId="2456333741" sldId="708"/>
            <ac:inkMk id="14" creationId="{FE62EC73-4C44-7B45-076C-6F64907A8D36}"/>
          </ac:inkMkLst>
        </pc:inkChg>
        <pc:inkChg chg="add mod">
          <ac:chgData name="Rahul Mishra" userId="57c6469e-ac64-4888-811b-35f0aabddbad" providerId="ADAL" clId="{2587B58E-4F3B-47AB-B3EB-62407C9160B0}" dt="2025-10-05T03:58:30.208" v="189"/>
          <ac:inkMkLst>
            <pc:docMk/>
            <pc:sldMk cId="2456333741" sldId="708"/>
            <ac:inkMk id="15" creationId="{57F13E69-FF0B-0CB8-E249-A79AC2B42B8B}"/>
          </ac:inkMkLst>
        </pc:inkChg>
        <pc:inkChg chg="add mod">
          <ac:chgData name="Rahul Mishra" userId="57c6469e-ac64-4888-811b-35f0aabddbad" providerId="ADAL" clId="{2587B58E-4F3B-47AB-B3EB-62407C9160B0}" dt="2025-10-05T03:58:34.599" v="191"/>
          <ac:inkMkLst>
            <pc:docMk/>
            <pc:sldMk cId="2456333741" sldId="708"/>
            <ac:inkMk id="17" creationId="{0A040FE0-722E-CCFF-8844-14B278525563}"/>
          </ac:inkMkLst>
        </pc:inkChg>
        <pc:inkChg chg="add mod">
          <ac:chgData name="Rahul Mishra" userId="57c6469e-ac64-4888-811b-35f0aabddbad" providerId="ADAL" clId="{2587B58E-4F3B-47AB-B3EB-62407C9160B0}" dt="2025-10-05T03:58:43.097" v="195"/>
          <ac:inkMkLst>
            <pc:docMk/>
            <pc:sldMk cId="2456333741" sldId="708"/>
            <ac:inkMk id="19" creationId="{99384370-FB09-7C05-1E8C-4406AD4D452C}"/>
          </ac:inkMkLst>
        </pc:inkChg>
        <pc:inkChg chg="add mod">
          <ac:chgData name="Rahul Mishra" userId="57c6469e-ac64-4888-811b-35f0aabddbad" providerId="ADAL" clId="{2587B58E-4F3B-47AB-B3EB-62407C9160B0}" dt="2025-10-05T03:58:43.097" v="195"/>
          <ac:inkMkLst>
            <pc:docMk/>
            <pc:sldMk cId="2456333741" sldId="708"/>
            <ac:inkMk id="20" creationId="{23368649-2864-AD3F-71EB-2C78B90818B9}"/>
          </ac:inkMkLst>
        </pc:inkChg>
        <pc:inkChg chg="add mod">
          <ac:chgData name="Rahul Mishra" userId="57c6469e-ac64-4888-811b-35f0aabddbad" providerId="ADAL" clId="{2587B58E-4F3B-47AB-B3EB-62407C9160B0}" dt="2025-10-05T03:58:43.097" v="195"/>
          <ac:inkMkLst>
            <pc:docMk/>
            <pc:sldMk cId="2456333741" sldId="708"/>
            <ac:inkMk id="21" creationId="{B28B370F-0556-A982-3971-A0BB2382E408}"/>
          </ac:inkMkLst>
        </pc:inkChg>
        <pc:inkChg chg="add">
          <ac:chgData name="Rahul Mishra" userId="57c6469e-ac64-4888-811b-35f0aabddbad" providerId="ADAL" clId="{2587B58E-4F3B-47AB-B3EB-62407C9160B0}" dt="2025-10-05T03:58:43.238" v="196" actId="9405"/>
          <ac:inkMkLst>
            <pc:docMk/>
            <pc:sldMk cId="2456333741" sldId="708"/>
            <ac:inkMk id="23" creationId="{52320A6E-2639-1227-1813-32BBB12D936E}"/>
          </ac:inkMkLst>
        </pc:inkChg>
      </pc:sldChg>
      <pc:sldChg chg="addSp">
        <pc:chgData name="Rahul Mishra" userId="57c6469e-ac64-4888-811b-35f0aabddbad" providerId="ADAL" clId="{2587B58E-4F3B-47AB-B3EB-62407C9160B0}" dt="2025-10-11T03:12:28.240" v="199"/>
        <pc:sldMkLst>
          <pc:docMk/>
          <pc:sldMk cId="3045213416" sldId="709"/>
        </pc:sldMkLst>
        <pc:inkChg chg="add">
          <ac:chgData name="Rahul Mishra" userId="57c6469e-ac64-4888-811b-35f0aabddbad" providerId="ADAL" clId="{2587B58E-4F3B-47AB-B3EB-62407C9160B0}" dt="2025-10-11T03:12:28.240" v="199"/>
          <ac:inkMkLst>
            <pc:docMk/>
            <pc:sldMk cId="3045213416" sldId="709"/>
            <ac:inkMk id="3" creationId="{9DC17277-C128-4205-3547-CBD39291BD41}"/>
          </ac:inkMkLst>
        </pc:inkChg>
      </pc:sldChg>
      <pc:sldChg chg="addSp">
        <pc:chgData name="Rahul Mishra" userId="57c6469e-ac64-4888-811b-35f0aabddbad" providerId="ADAL" clId="{2587B58E-4F3B-47AB-B3EB-62407C9160B0}" dt="2025-10-11T03:12:28.240" v="199"/>
        <pc:sldMkLst>
          <pc:docMk/>
          <pc:sldMk cId="2075406528" sldId="710"/>
        </pc:sldMkLst>
        <pc:inkChg chg="add">
          <ac:chgData name="Rahul Mishra" userId="57c6469e-ac64-4888-811b-35f0aabddbad" providerId="ADAL" clId="{2587B58E-4F3B-47AB-B3EB-62407C9160B0}" dt="2025-10-11T03:12:28.240" v="199"/>
          <ac:inkMkLst>
            <pc:docMk/>
            <pc:sldMk cId="2075406528" sldId="710"/>
            <ac:inkMk id="4" creationId="{A06910AA-A969-E2FB-772E-D580462A90FD}"/>
          </ac:inkMkLst>
        </pc:inkChg>
      </pc:sldChg>
      <pc:sldChg chg="addSp">
        <pc:chgData name="Rahul Mishra" userId="57c6469e-ac64-4888-811b-35f0aabddbad" providerId="ADAL" clId="{2587B58E-4F3B-47AB-B3EB-62407C9160B0}" dt="2025-10-11T03:31:04.059" v="211"/>
        <pc:sldMkLst>
          <pc:docMk/>
          <pc:sldMk cId="3924947299" sldId="711"/>
        </pc:sldMkLst>
        <pc:inkChg chg="add">
          <ac:chgData name="Rahul Mishra" userId="57c6469e-ac64-4888-811b-35f0aabddbad" providerId="ADAL" clId="{2587B58E-4F3B-47AB-B3EB-62407C9160B0}" dt="2025-10-11T03:12:28.240" v="199"/>
          <ac:inkMkLst>
            <pc:docMk/>
            <pc:sldMk cId="3924947299" sldId="711"/>
            <ac:inkMk id="3" creationId="{F12FBBFE-6E89-BE50-6446-C9C66DD78C7B}"/>
          </ac:inkMkLst>
        </pc:inkChg>
        <pc:inkChg chg="add">
          <ac:chgData name="Rahul Mishra" userId="57c6469e-ac64-4888-811b-35f0aabddbad" providerId="ADAL" clId="{2587B58E-4F3B-47AB-B3EB-62407C9160B0}" dt="2025-10-11T03:31:04.059" v="211"/>
          <ac:inkMkLst>
            <pc:docMk/>
            <pc:sldMk cId="3924947299" sldId="711"/>
            <ac:inkMk id="5" creationId="{568DBF05-4B43-8984-4AFB-B22FBD039BBC}"/>
          </ac:inkMkLst>
        </pc:inkChg>
      </pc:sldChg>
      <pc:sldChg chg="addSp">
        <pc:chgData name="Rahul Mishra" userId="57c6469e-ac64-4888-811b-35f0aabddbad" providerId="ADAL" clId="{2587B58E-4F3B-47AB-B3EB-62407C9160B0}" dt="2025-10-11T03:31:04.059" v="211"/>
        <pc:sldMkLst>
          <pc:docMk/>
          <pc:sldMk cId="1979303573" sldId="712"/>
        </pc:sldMkLst>
        <pc:inkChg chg="add">
          <ac:chgData name="Rahul Mishra" userId="57c6469e-ac64-4888-811b-35f0aabddbad" providerId="ADAL" clId="{2587B58E-4F3B-47AB-B3EB-62407C9160B0}" dt="2025-10-11T03:31:04.059" v="211"/>
          <ac:inkMkLst>
            <pc:docMk/>
            <pc:sldMk cId="1979303573" sldId="712"/>
            <ac:inkMk id="2" creationId="{01187D6E-476D-A454-CB42-BC1950E83757}"/>
          </ac:inkMkLst>
        </pc:inkChg>
      </pc:sldChg>
      <pc:sldChg chg="addSp">
        <pc:chgData name="Rahul Mishra" userId="57c6469e-ac64-4888-811b-35f0aabddbad" providerId="ADAL" clId="{2587B58E-4F3B-47AB-B3EB-62407C9160B0}" dt="2025-10-05T03:29:00.201" v="0"/>
        <pc:sldMkLst>
          <pc:docMk/>
          <pc:sldMk cId="1608610165" sldId="744"/>
        </pc:sldMkLst>
        <pc:inkChg chg="add">
          <ac:chgData name="Rahul Mishra" userId="57c6469e-ac64-4888-811b-35f0aabddbad" providerId="ADAL" clId="{2587B58E-4F3B-47AB-B3EB-62407C9160B0}" dt="2025-10-05T03:29:00.201" v="0"/>
          <ac:inkMkLst>
            <pc:docMk/>
            <pc:sldMk cId="1608610165" sldId="744"/>
            <ac:inkMk id="3" creationId="{28059745-6AA3-4290-35D2-CFE8CEF7B187}"/>
          </ac:inkMkLst>
        </pc:inkChg>
      </pc:sldChg>
      <pc:sldChg chg="addSp mod">
        <pc:chgData name="Rahul Mishra" userId="57c6469e-ac64-4888-811b-35f0aabddbad" providerId="ADAL" clId="{2587B58E-4F3B-47AB-B3EB-62407C9160B0}" dt="2025-10-05T03:34:06.962" v="2"/>
        <pc:sldMkLst>
          <pc:docMk/>
          <pc:sldMk cId="1300629272" sldId="745"/>
        </pc:sldMkLst>
        <pc:inkChg chg="add">
          <ac:chgData name="Rahul Mishra" userId="57c6469e-ac64-4888-811b-35f0aabddbad" providerId="ADAL" clId="{2587B58E-4F3B-47AB-B3EB-62407C9160B0}" dt="2025-10-05T03:29:00.201" v="0"/>
          <ac:inkMkLst>
            <pc:docMk/>
            <pc:sldMk cId="1300629272" sldId="745"/>
            <ac:inkMk id="3" creationId="{31622B5F-78DE-A98E-3E0D-B6464D46F9FE}"/>
          </ac:inkMkLst>
        </pc:inkChg>
        <pc:inkChg chg="add">
          <ac:chgData name="Rahul Mishra" userId="57c6469e-ac64-4888-811b-35f0aabddbad" providerId="ADAL" clId="{2587B58E-4F3B-47AB-B3EB-62407C9160B0}" dt="2025-10-05T03:29:06.307" v="1" actId="9405"/>
          <ac:inkMkLst>
            <pc:docMk/>
            <pc:sldMk cId="1300629272" sldId="745"/>
            <ac:inkMk id="4" creationId="{33B12CBA-F567-C090-8117-214F71F1E493}"/>
          </ac:inkMkLst>
        </pc:inkChg>
        <pc:inkChg chg="add">
          <ac:chgData name="Rahul Mishra" userId="57c6469e-ac64-4888-811b-35f0aabddbad" providerId="ADAL" clId="{2587B58E-4F3B-47AB-B3EB-62407C9160B0}" dt="2025-10-05T03:34:06.962" v="2"/>
          <ac:inkMkLst>
            <pc:docMk/>
            <pc:sldMk cId="1300629272" sldId="745"/>
            <ac:inkMk id="5" creationId="{001FE78C-AD70-50B4-01EB-E4FAB73D0DA2}"/>
          </ac:inkMkLst>
        </pc:inkChg>
      </pc:sldChg>
      <pc:sldChg chg="addSp modSp mod">
        <pc:chgData name="Rahul Mishra" userId="57c6469e-ac64-4888-811b-35f0aabddbad" providerId="ADAL" clId="{2587B58E-4F3B-47AB-B3EB-62407C9160B0}" dt="2025-10-05T03:35:41.200" v="68"/>
        <pc:sldMkLst>
          <pc:docMk/>
          <pc:sldMk cId="3225779895" sldId="746"/>
        </pc:sldMkLst>
        <pc:grpChg chg="mod">
          <ac:chgData name="Rahul Mishra" userId="57c6469e-ac64-4888-811b-35f0aabddbad" providerId="ADAL" clId="{2587B58E-4F3B-47AB-B3EB-62407C9160B0}" dt="2025-10-05T03:35:27.105" v="34"/>
          <ac:grpSpMkLst>
            <pc:docMk/>
            <pc:sldMk cId="3225779895" sldId="746"/>
            <ac:grpSpMk id="34" creationId="{7713346A-3E7F-8F6D-3A2F-76C97E9D3D5A}"/>
          </ac:grpSpMkLst>
        </pc:grpChg>
        <pc:grpChg chg="mod">
          <ac:chgData name="Rahul Mishra" userId="57c6469e-ac64-4888-811b-35f0aabddbad" providerId="ADAL" clId="{2587B58E-4F3B-47AB-B3EB-62407C9160B0}" dt="2025-10-05T03:35:27.105" v="34"/>
          <ac:grpSpMkLst>
            <pc:docMk/>
            <pc:sldMk cId="3225779895" sldId="746"/>
            <ac:grpSpMk id="35" creationId="{671603F7-D5EC-05D7-60E6-49EAAF8C9157}"/>
          </ac:grpSpMkLst>
        </pc:grpChg>
        <pc:grpChg chg="mod">
          <ac:chgData name="Rahul Mishra" userId="57c6469e-ac64-4888-811b-35f0aabddbad" providerId="ADAL" clId="{2587B58E-4F3B-47AB-B3EB-62407C9160B0}" dt="2025-10-05T03:35:27.105" v="34"/>
          <ac:grpSpMkLst>
            <pc:docMk/>
            <pc:sldMk cId="3225779895" sldId="746"/>
            <ac:grpSpMk id="36" creationId="{1F74E7E7-6B0D-9400-4FEC-FD3B6DFD514E}"/>
          </ac:grpSpMkLst>
        </pc:grpChg>
        <pc:grpChg chg="mod">
          <ac:chgData name="Rahul Mishra" userId="57c6469e-ac64-4888-811b-35f0aabddbad" providerId="ADAL" clId="{2587B58E-4F3B-47AB-B3EB-62407C9160B0}" dt="2025-10-05T03:35:27.105" v="34"/>
          <ac:grpSpMkLst>
            <pc:docMk/>
            <pc:sldMk cId="3225779895" sldId="746"/>
            <ac:grpSpMk id="37" creationId="{847FA5EF-4BBF-6AA9-0A67-1A117ECBD525}"/>
          </ac:grpSpMkLst>
        </pc:grpChg>
        <pc:grpChg chg="mod">
          <ac:chgData name="Rahul Mishra" userId="57c6469e-ac64-4888-811b-35f0aabddbad" providerId="ADAL" clId="{2587B58E-4F3B-47AB-B3EB-62407C9160B0}" dt="2025-10-05T03:35:27.105" v="34"/>
          <ac:grpSpMkLst>
            <pc:docMk/>
            <pc:sldMk cId="3225779895" sldId="746"/>
            <ac:grpSpMk id="38" creationId="{9F481B4D-D204-E4CA-853D-C578F3EC48FE}"/>
          </ac:grpSpMkLst>
        </pc:grpChg>
        <pc:grpChg chg="mod">
          <ac:chgData name="Rahul Mishra" userId="57c6469e-ac64-4888-811b-35f0aabddbad" providerId="ADAL" clId="{2587B58E-4F3B-47AB-B3EB-62407C9160B0}" dt="2025-10-05T03:35:33.574" v="50"/>
          <ac:grpSpMkLst>
            <pc:docMk/>
            <pc:sldMk cId="3225779895" sldId="746"/>
            <ac:grpSpMk id="54" creationId="{227FE2FB-350A-12E7-5B7A-1B949068A8C8}"/>
          </ac:grpSpMkLst>
        </pc:grpChg>
        <pc:grpChg chg="mod">
          <ac:chgData name="Rahul Mishra" userId="57c6469e-ac64-4888-811b-35f0aabddbad" providerId="ADAL" clId="{2587B58E-4F3B-47AB-B3EB-62407C9160B0}" dt="2025-10-05T03:35:33.574" v="50"/>
          <ac:grpSpMkLst>
            <pc:docMk/>
            <pc:sldMk cId="3225779895" sldId="746"/>
            <ac:grpSpMk id="55" creationId="{450BFB45-2886-C1D1-5548-86D8CCEFF395}"/>
          </ac:grpSpMkLst>
        </pc:grpChg>
        <pc:grpChg chg="mod">
          <ac:chgData name="Rahul Mishra" userId="57c6469e-ac64-4888-811b-35f0aabddbad" providerId="ADAL" clId="{2587B58E-4F3B-47AB-B3EB-62407C9160B0}" dt="2025-10-05T03:35:33.574" v="50"/>
          <ac:grpSpMkLst>
            <pc:docMk/>
            <pc:sldMk cId="3225779895" sldId="746"/>
            <ac:grpSpMk id="56" creationId="{329B4F3C-B73C-024A-5112-3E1AF5EE4EBF}"/>
          </ac:grpSpMkLst>
        </pc:grpChg>
        <pc:grpChg chg="mod">
          <ac:chgData name="Rahul Mishra" userId="57c6469e-ac64-4888-811b-35f0aabddbad" providerId="ADAL" clId="{2587B58E-4F3B-47AB-B3EB-62407C9160B0}" dt="2025-10-05T03:35:37.388" v="59"/>
          <ac:grpSpMkLst>
            <pc:docMk/>
            <pc:sldMk cId="3225779895" sldId="746"/>
            <ac:grpSpMk id="65" creationId="{33D77E09-D9CF-84FB-3E11-C32B9F71F5DC}"/>
          </ac:grpSpMkLst>
        </pc:grpChg>
        <pc:grpChg chg="mod">
          <ac:chgData name="Rahul Mishra" userId="57c6469e-ac64-4888-811b-35f0aabddbad" providerId="ADAL" clId="{2587B58E-4F3B-47AB-B3EB-62407C9160B0}" dt="2025-10-05T03:35:37.388" v="59"/>
          <ac:grpSpMkLst>
            <pc:docMk/>
            <pc:sldMk cId="3225779895" sldId="746"/>
            <ac:grpSpMk id="66" creationId="{3C76F302-69AA-4CC0-365C-7510292AA92C}"/>
          </ac:grpSpMkLst>
        </pc:grpChg>
        <pc:grpChg chg="mod">
          <ac:chgData name="Rahul Mishra" userId="57c6469e-ac64-4888-811b-35f0aabddbad" providerId="ADAL" clId="{2587B58E-4F3B-47AB-B3EB-62407C9160B0}" dt="2025-10-05T03:35:41.200" v="68"/>
          <ac:grpSpMkLst>
            <pc:docMk/>
            <pc:sldMk cId="3225779895" sldId="746"/>
            <ac:grpSpMk id="75" creationId="{72A2229A-D729-D06F-34BF-E527C312861F}"/>
          </ac:grpSpMkLst>
        </pc:grpChg>
        <pc:inkChg chg="add">
          <ac:chgData name="Rahul Mishra" userId="57c6469e-ac64-4888-811b-35f0aabddbad" providerId="ADAL" clId="{2587B58E-4F3B-47AB-B3EB-62407C9160B0}" dt="2025-10-05T03:35:14.147" v="3" actId="9405"/>
          <ac:inkMkLst>
            <pc:docMk/>
            <pc:sldMk cId="3225779895" sldId="746"/>
            <ac:inkMk id="3" creationId="{888AE952-2544-7EBA-B532-6899C7D47FAD}"/>
          </ac:inkMkLst>
        </pc:inkChg>
        <pc:inkChg chg="add">
          <ac:chgData name="Rahul Mishra" userId="57c6469e-ac64-4888-811b-35f0aabddbad" providerId="ADAL" clId="{2587B58E-4F3B-47AB-B3EB-62407C9160B0}" dt="2025-10-05T03:35:14.346" v="4" actId="9405"/>
          <ac:inkMkLst>
            <pc:docMk/>
            <pc:sldMk cId="3225779895" sldId="746"/>
            <ac:inkMk id="4" creationId="{7935E60E-BE8F-4FB6-F9AE-81E199062FCC}"/>
          </ac:inkMkLst>
        </pc:inkChg>
        <pc:inkChg chg="add mod">
          <ac:chgData name="Rahul Mishra" userId="57c6469e-ac64-4888-811b-35f0aabddbad" providerId="ADAL" clId="{2587B58E-4F3B-47AB-B3EB-62407C9160B0}" dt="2025-10-05T03:35:27.105" v="34"/>
          <ac:inkMkLst>
            <pc:docMk/>
            <pc:sldMk cId="3225779895" sldId="746"/>
            <ac:inkMk id="5" creationId="{CEC473AA-6EFC-C5B8-7686-3D781D6DFA44}"/>
          </ac:inkMkLst>
        </pc:inkChg>
        <pc:inkChg chg="add mod">
          <ac:chgData name="Rahul Mishra" userId="57c6469e-ac64-4888-811b-35f0aabddbad" providerId="ADAL" clId="{2587B58E-4F3B-47AB-B3EB-62407C9160B0}" dt="2025-10-05T03:35:27.105" v="34"/>
          <ac:inkMkLst>
            <pc:docMk/>
            <pc:sldMk cId="3225779895" sldId="746"/>
            <ac:inkMk id="6" creationId="{DEDF8045-3DE1-63DA-8B65-0FBB69808894}"/>
          </ac:inkMkLst>
        </pc:inkChg>
        <pc:inkChg chg="add mod">
          <ac:chgData name="Rahul Mishra" userId="57c6469e-ac64-4888-811b-35f0aabddbad" providerId="ADAL" clId="{2587B58E-4F3B-47AB-B3EB-62407C9160B0}" dt="2025-10-05T03:35:27.105" v="34"/>
          <ac:inkMkLst>
            <pc:docMk/>
            <pc:sldMk cId="3225779895" sldId="746"/>
            <ac:inkMk id="7" creationId="{A18B804E-1DF0-D013-709B-C6F1F8AE04C9}"/>
          </ac:inkMkLst>
        </pc:inkChg>
        <pc:inkChg chg="add">
          <ac:chgData name="Rahul Mishra" userId="57c6469e-ac64-4888-811b-35f0aabddbad" providerId="ADAL" clId="{2587B58E-4F3B-47AB-B3EB-62407C9160B0}" dt="2025-10-05T03:35:15.928" v="8" actId="9405"/>
          <ac:inkMkLst>
            <pc:docMk/>
            <pc:sldMk cId="3225779895" sldId="746"/>
            <ac:inkMk id="8" creationId="{C19024D0-8F52-5EC1-8B80-0600ED75A27B}"/>
          </ac:inkMkLst>
        </pc:inkChg>
        <pc:inkChg chg="add">
          <ac:chgData name="Rahul Mishra" userId="57c6469e-ac64-4888-811b-35f0aabddbad" providerId="ADAL" clId="{2587B58E-4F3B-47AB-B3EB-62407C9160B0}" dt="2025-10-05T03:35:16.436" v="9" actId="9405"/>
          <ac:inkMkLst>
            <pc:docMk/>
            <pc:sldMk cId="3225779895" sldId="746"/>
            <ac:inkMk id="9" creationId="{D68CAB83-B5C7-07CE-8094-43076C064233}"/>
          </ac:inkMkLst>
        </pc:inkChg>
        <pc:inkChg chg="add">
          <ac:chgData name="Rahul Mishra" userId="57c6469e-ac64-4888-811b-35f0aabddbad" providerId="ADAL" clId="{2587B58E-4F3B-47AB-B3EB-62407C9160B0}" dt="2025-10-05T03:35:16.607" v="10" actId="9405"/>
          <ac:inkMkLst>
            <pc:docMk/>
            <pc:sldMk cId="3225779895" sldId="746"/>
            <ac:inkMk id="10" creationId="{217CE71F-7AD6-7929-B7AB-96BB2845B118}"/>
          </ac:inkMkLst>
        </pc:inkChg>
        <pc:inkChg chg="add">
          <ac:chgData name="Rahul Mishra" userId="57c6469e-ac64-4888-811b-35f0aabddbad" providerId="ADAL" clId="{2587B58E-4F3B-47AB-B3EB-62407C9160B0}" dt="2025-10-05T03:35:17.302" v="11" actId="9405"/>
          <ac:inkMkLst>
            <pc:docMk/>
            <pc:sldMk cId="3225779895" sldId="746"/>
            <ac:inkMk id="11" creationId="{CF0340C7-F71B-283D-ECC9-47F09030F75B}"/>
          </ac:inkMkLst>
        </pc:inkChg>
        <pc:inkChg chg="add">
          <ac:chgData name="Rahul Mishra" userId="57c6469e-ac64-4888-811b-35f0aabddbad" providerId="ADAL" clId="{2587B58E-4F3B-47AB-B3EB-62407C9160B0}" dt="2025-10-05T03:35:17.996" v="12" actId="9405"/>
          <ac:inkMkLst>
            <pc:docMk/>
            <pc:sldMk cId="3225779895" sldId="746"/>
            <ac:inkMk id="12" creationId="{C556BC87-CA81-91AC-1FE5-14D242C4DB55}"/>
          </ac:inkMkLst>
        </pc:inkChg>
        <pc:inkChg chg="add">
          <ac:chgData name="Rahul Mishra" userId="57c6469e-ac64-4888-811b-35f0aabddbad" providerId="ADAL" clId="{2587B58E-4F3B-47AB-B3EB-62407C9160B0}" dt="2025-10-05T03:35:18.135" v="13" actId="9405"/>
          <ac:inkMkLst>
            <pc:docMk/>
            <pc:sldMk cId="3225779895" sldId="746"/>
            <ac:inkMk id="13" creationId="{E743D1D7-F9A6-E21A-F1C7-513212ADAB86}"/>
          </ac:inkMkLst>
        </pc:inkChg>
        <pc:inkChg chg="add">
          <ac:chgData name="Rahul Mishra" userId="57c6469e-ac64-4888-811b-35f0aabddbad" providerId="ADAL" clId="{2587B58E-4F3B-47AB-B3EB-62407C9160B0}" dt="2025-10-05T03:35:18.447" v="14" actId="9405"/>
          <ac:inkMkLst>
            <pc:docMk/>
            <pc:sldMk cId="3225779895" sldId="746"/>
            <ac:inkMk id="14" creationId="{6D1A1C7A-55D9-DD7A-F142-3830E56A131D}"/>
          </ac:inkMkLst>
        </pc:inkChg>
        <pc:inkChg chg="add">
          <ac:chgData name="Rahul Mishra" userId="57c6469e-ac64-4888-811b-35f0aabddbad" providerId="ADAL" clId="{2587B58E-4F3B-47AB-B3EB-62407C9160B0}" dt="2025-10-05T03:35:19.483" v="15" actId="9405"/>
          <ac:inkMkLst>
            <pc:docMk/>
            <pc:sldMk cId="3225779895" sldId="746"/>
            <ac:inkMk id="15" creationId="{6747CF59-2F5F-3B49-53F1-DB2AE926C420}"/>
          </ac:inkMkLst>
        </pc:inkChg>
        <pc:inkChg chg="add">
          <ac:chgData name="Rahul Mishra" userId="57c6469e-ac64-4888-811b-35f0aabddbad" providerId="ADAL" clId="{2587B58E-4F3B-47AB-B3EB-62407C9160B0}" dt="2025-10-05T03:35:19.837" v="16" actId="9405"/>
          <ac:inkMkLst>
            <pc:docMk/>
            <pc:sldMk cId="3225779895" sldId="746"/>
            <ac:inkMk id="16" creationId="{BEB8441D-889C-A274-ED78-8D8C00B9FB5D}"/>
          </ac:inkMkLst>
        </pc:inkChg>
        <pc:inkChg chg="add">
          <ac:chgData name="Rahul Mishra" userId="57c6469e-ac64-4888-811b-35f0aabddbad" providerId="ADAL" clId="{2587B58E-4F3B-47AB-B3EB-62407C9160B0}" dt="2025-10-05T03:35:20.041" v="17" actId="9405"/>
          <ac:inkMkLst>
            <pc:docMk/>
            <pc:sldMk cId="3225779895" sldId="746"/>
            <ac:inkMk id="17" creationId="{9F356DB7-2644-F4F8-9B01-BE746F84BF8D}"/>
          </ac:inkMkLst>
        </pc:inkChg>
        <pc:inkChg chg="add">
          <ac:chgData name="Rahul Mishra" userId="57c6469e-ac64-4888-811b-35f0aabddbad" providerId="ADAL" clId="{2587B58E-4F3B-47AB-B3EB-62407C9160B0}" dt="2025-10-05T03:35:20.710" v="18" actId="9405"/>
          <ac:inkMkLst>
            <pc:docMk/>
            <pc:sldMk cId="3225779895" sldId="746"/>
            <ac:inkMk id="18" creationId="{351FEA29-9FF3-8C00-4B4D-F9251659733C}"/>
          </ac:inkMkLst>
        </pc:inkChg>
        <pc:inkChg chg="add">
          <ac:chgData name="Rahul Mishra" userId="57c6469e-ac64-4888-811b-35f0aabddbad" providerId="ADAL" clId="{2587B58E-4F3B-47AB-B3EB-62407C9160B0}" dt="2025-10-05T03:35:21.131" v="19" actId="9405"/>
          <ac:inkMkLst>
            <pc:docMk/>
            <pc:sldMk cId="3225779895" sldId="746"/>
            <ac:inkMk id="19" creationId="{898F0A6B-FCC7-4AE3-C437-9843CC43407D}"/>
          </ac:inkMkLst>
        </pc:inkChg>
        <pc:inkChg chg="add">
          <ac:chgData name="Rahul Mishra" userId="57c6469e-ac64-4888-811b-35f0aabddbad" providerId="ADAL" clId="{2587B58E-4F3B-47AB-B3EB-62407C9160B0}" dt="2025-10-05T03:35:21.750" v="20" actId="9405"/>
          <ac:inkMkLst>
            <pc:docMk/>
            <pc:sldMk cId="3225779895" sldId="746"/>
            <ac:inkMk id="20" creationId="{A154E70F-AA59-FDB0-9B36-CCDE9261D757}"/>
          </ac:inkMkLst>
        </pc:inkChg>
        <pc:inkChg chg="add">
          <ac:chgData name="Rahul Mishra" userId="57c6469e-ac64-4888-811b-35f0aabddbad" providerId="ADAL" clId="{2587B58E-4F3B-47AB-B3EB-62407C9160B0}" dt="2025-10-05T03:35:21.966" v="21" actId="9405"/>
          <ac:inkMkLst>
            <pc:docMk/>
            <pc:sldMk cId="3225779895" sldId="746"/>
            <ac:inkMk id="21" creationId="{72F510A6-5C24-B5EC-E942-DD2CF3F857A7}"/>
          </ac:inkMkLst>
        </pc:inkChg>
        <pc:inkChg chg="add">
          <ac:chgData name="Rahul Mishra" userId="57c6469e-ac64-4888-811b-35f0aabddbad" providerId="ADAL" clId="{2587B58E-4F3B-47AB-B3EB-62407C9160B0}" dt="2025-10-05T03:35:22.337" v="22" actId="9405"/>
          <ac:inkMkLst>
            <pc:docMk/>
            <pc:sldMk cId="3225779895" sldId="746"/>
            <ac:inkMk id="22" creationId="{0AC50233-D122-15EC-C578-34779940E64A}"/>
          </ac:inkMkLst>
        </pc:inkChg>
        <pc:inkChg chg="add mod">
          <ac:chgData name="Rahul Mishra" userId="57c6469e-ac64-4888-811b-35f0aabddbad" providerId="ADAL" clId="{2587B58E-4F3B-47AB-B3EB-62407C9160B0}" dt="2025-10-05T03:35:27.105" v="34"/>
          <ac:inkMkLst>
            <pc:docMk/>
            <pc:sldMk cId="3225779895" sldId="746"/>
            <ac:inkMk id="23" creationId="{F83CD0F8-9BD7-F2D7-B875-287D513B8590}"/>
          </ac:inkMkLst>
        </pc:inkChg>
        <pc:inkChg chg="add">
          <ac:chgData name="Rahul Mishra" userId="57c6469e-ac64-4888-811b-35f0aabddbad" providerId="ADAL" clId="{2587B58E-4F3B-47AB-B3EB-62407C9160B0}" dt="2025-10-05T03:35:22.974" v="24" actId="9405"/>
          <ac:inkMkLst>
            <pc:docMk/>
            <pc:sldMk cId="3225779895" sldId="746"/>
            <ac:inkMk id="24" creationId="{7A85F7F0-6302-A581-6F0C-D29D15803D4E}"/>
          </ac:inkMkLst>
        </pc:inkChg>
        <pc:inkChg chg="add">
          <ac:chgData name="Rahul Mishra" userId="57c6469e-ac64-4888-811b-35f0aabddbad" providerId="ADAL" clId="{2587B58E-4F3B-47AB-B3EB-62407C9160B0}" dt="2025-10-05T03:35:23.376" v="25" actId="9405"/>
          <ac:inkMkLst>
            <pc:docMk/>
            <pc:sldMk cId="3225779895" sldId="746"/>
            <ac:inkMk id="25" creationId="{1FAC22A3-68BA-1EBC-973E-9942B563FC7D}"/>
          </ac:inkMkLst>
        </pc:inkChg>
        <pc:inkChg chg="add">
          <ac:chgData name="Rahul Mishra" userId="57c6469e-ac64-4888-811b-35f0aabddbad" providerId="ADAL" clId="{2587B58E-4F3B-47AB-B3EB-62407C9160B0}" dt="2025-10-05T03:35:24.001" v="26" actId="9405"/>
          <ac:inkMkLst>
            <pc:docMk/>
            <pc:sldMk cId="3225779895" sldId="746"/>
            <ac:inkMk id="26" creationId="{1F9AE881-AB29-2FC0-3490-42C08EC3DE25}"/>
          </ac:inkMkLst>
        </pc:inkChg>
        <pc:inkChg chg="add">
          <ac:chgData name="Rahul Mishra" userId="57c6469e-ac64-4888-811b-35f0aabddbad" providerId="ADAL" clId="{2587B58E-4F3B-47AB-B3EB-62407C9160B0}" dt="2025-10-05T03:35:24.375" v="27" actId="9405"/>
          <ac:inkMkLst>
            <pc:docMk/>
            <pc:sldMk cId="3225779895" sldId="746"/>
            <ac:inkMk id="27" creationId="{83BC7DE7-C944-7C2C-3ADA-71170631A12C}"/>
          </ac:inkMkLst>
        </pc:inkChg>
        <pc:inkChg chg="add">
          <ac:chgData name="Rahul Mishra" userId="57c6469e-ac64-4888-811b-35f0aabddbad" providerId="ADAL" clId="{2587B58E-4F3B-47AB-B3EB-62407C9160B0}" dt="2025-10-05T03:35:24.714" v="28" actId="9405"/>
          <ac:inkMkLst>
            <pc:docMk/>
            <pc:sldMk cId="3225779895" sldId="746"/>
            <ac:inkMk id="28" creationId="{19F9E1D4-29D4-5E1A-8B33-0B13AF0093D5}"/>
          </ac:inkMkLst>
        </pc:inkChg>
        <pc:inkChg chg="add">
          <ac:chgData name="Rahul Mishra" userId="57c6469e-ac64-4888-811b-35f0aabddbad" providerId="ADAL" clId="{2587B58E-4F3B-47AB-B3EB-62407C9160B0}" dt="2025-10-05T03:35:25.150" v="29" actId="9405"/>
          <ac:inkMkLst>
            <pc:docMk/>
            <pc:sldMk cId="3225779895" sldId="746"/>
            <ac:inkMk id="29" creationId="{439654B5-9CB6-997E-101A-D25446A2559B}"/>
          </ac:inkMkLst>
        </pc:inkChg>
        <pc:inkChg chg="add">
          <ac:chgData name="Rahul Mishra" userId="57c6469e-ac64-4888-811b-35f0aabddbad" providerId="ADAL" clId="{2587B58E-4F3B-47AB-B3EB-62407C9160B0}" dt="2025-10-05T03:35:25.785" v="30" actId="9405"/>
          <ac:inkMkLst>
            <pc:docMk/>
            <pc:sldMk cId="3225779895" sldId="746"/>
            <ac:inkMk id="30" creationId="{670898DC-6334-1844-3A57-6AD0856B20B8}"/>
          </ac:inkMkLst>
        </pc:inkChg>
        <pc:inkChg chg="add mod">
          <ac:chgData name="Rahul Mishra" userId="57c6469e-ac64-4888-811b-35f0aabddbad" providerId="ADAL" clId="{2587B58E-4F3B-47AB-B3EB-62407C9160B0}" dt="2025-10-05T03:35:27.105" v="34"/>
          <ac:inkMkLst>
            <pc:docMk/>
            <pc:sldMk cId="3225779895" sldId="746"/>
            <ac:inkMk id="31" creationId="{D953688D-361A-B08D-5837-3B17DA2AB795}"/>
          </ac:inkMkLst>
        </pc:inkChg>
        <pc:inkChg chg="add">
          <ac:chgData name="Rahul Mishra" userId="57c6469e-ac64-4888-811b-35f0aabddbad" providerId="ADAL" clId="{2587B58E-4F3B-47AB-B3EB-62407C9160B0}" dt="2025-10-05T03:35:26.113" v="32" actId="9405"/>
          <ac:inkMkLst>
            <pc:docMk/>
            <pc:sldMk cId="3225779895" sldId="746"/>
            <ac:inkMk id="32" creationId="{26EE2E2E-43B2-A032-C56B-6BAD027903D2}"/>
          </ac:inkMkLst>
        </pc:inkChg>
        <pc:inkChg chg="add">
          <ac:chgData name="Rahul Mishra" userId="57c6469e-ac64-4888-811b-35f0aabddbad" providerId="ADAL" clId="{2587B58E-4F3B-47AB-B3EB-62407C9160B0}" dt="2025-10-05T03:35:26.586" v="33" actId="9405"/>
          <ac:inkMkLst>
            <pc:docMk/>
            <pc:sldMk cId="3225779895" sldId="746"/>
            <ac:inkMk id="33" creationId="{6B7175DB-1D34-E22E-9E56-A4EF434DDC9F}"/>
          </ac:inkMkLst>
        </pc:inkChg>
        <pc:inkChg chg="add mod">
          <ac:chgData name="Rahul Mishra" userId="57c6469e-ac64-4888-811b-35f0aabddbad" providerId="ADAL" clId="{2587B58E-4F3B-47AB-B3EB-62407C9160B0}" dt="2025-10-05T03:35:33.574" v="50"/>
          <ac:inkMkLst>
            <pc:docMk/>
            <pc:sldMk cId="3225779895" sldId="746"/>
            <ac:inkMk id="39" creationId="{9796BD78-E5C5-03E8-4831-E0C495AA5E63}"/>
          </ac:inkMkLst>
        </pc:inkChg>
        <pc:inkChg chg="add">
          <ac:chgData name="Rahul Mishra" userId="57c6469e-ac64-4888-811b-35f0aabddbad" providerId="ADAL" clId="{2587B58E-4F3B-47AB-B3EB-62407C9160B0}" dt="2025-10-05T03:35:28.891" v="36" actId="9405"/>
          <ac:inkMkLst>
            <pc:docMk/>
            <pc:sldMk cId="3225779895" sldId="746"/>
            <ac:inkMk id="40" creationId="{1586D651-368F-F51C-0A77-CC862192577E}"/>
          </ac:inkMkLst>
        </pc:inkChg>
        <pc:inkChg chg="add">
          <ac:chgData name="Rahul Mishra" userId="57c6469e-ac64-4888-811b-35f0aabddbad" providerId="ADAL" clId="{2587B58E-4F3B-47AB-B3EB-62407C9160B0}" dt="2025-10-05T03:35:29.139" v="37" actId="9405"/>
          <ac:inkMkLst>
            <pc:docMk/>
            <pc:sldMk cId="3225779895" sldId="746"/>
            <ac:inkMk id="41" creationId="{89FC97DD-AAE5-162A-CDE3-B5E477C96071}"/>
          </ac:inkMkLst>
        </pc:inkChg>
        <pc:inkChg chg="add mod">
          <ac:chgData name="Rahul Mishra" userId="57c6469e-ac64-4888-811b-35f0aabddbad" providerId="ADAL" clId="{2587B58E-4F3B-47AB-B3EB-62407C9160B0}" dt="2025-10-05T03:35:33.574" v="50"/>
          <ac:inkMkLst>
            <pc:docMk/>
            <pc:sldMk cId="3225779895" sldId="746"/>
            <ac:inkMk id="42" creationId="{F877B948-139A-9203-89DB-057ADE2EB649}"/>
          </ac:inkMkLst>
        </pc:inkChg>
        <pc:inkChg chg="add mod">
          <ac:chgData name="Rahul Mishra" userId="57c6469e-ac64-4888-811b-35f0aabddbad" providerId="ADAL" clId="{2587B58E-4F3B-47AB-B3EB-62407C9160B0}" dt="2025-10-05T03:35:33.574" v="50"/>
          <ac:inkMkLst>
            <pc:docMk/>
            <pc:sldMk cId="3225779895" sldId="746"/>
            <ac:inkMk id="43" creationId="{6D21EBEE-15EA-9AC8-2A7C-C34AEB99126C}"/>
          </ac:inkMkLst>
        </pc:inkChg>
        <pc:inkChg chg="add">
          <ac:chgData name="Rahul Mishra" userId="57c6469e-ac64-4888-811b-35f0aabddbad" providerId="ADAL" clId="{2587B58E-4F3B-47AB-B3EB-62407C9160B0}" dt="2025-10-05T03:35:29.757" v="40" actId="9405"/>
          <ac:inkMkLst>
            <pc:docMk/>
            <pc:sldMk cId="3225779895" sldId="746"/>
            <ac:inkMk id="44" creationId="{E067A0D9-3412-44B5-DE4E-BF6D574D6DA2}"/>
          </ac:inkMkLst>
        </pc:inkChg>
        <pc:inkChg chg="add">
          <ac:chgData name="Rahul Mishra" userId="57c6469e-ac64-4888-811b-35f0aabddbad" providerId="ADAL" clId="{2587B58E-4F3B-47AB-B3EB-62407C9160B0}" dt="2025-10-05T03:35:30.157" v="41" actId="9405"/>
          <ac:inkMkLst>
            <pc:docMk/>
            <pc:sldMk cId="3225779895" sldId="746"/>
            <ac:inkMk id="45" creationId="{17082E4A-C6BD-A426-9E91-7A77BA128BA7}"/>
          </ac:inkMkLst>
        </pc:inkChg>
        <pc:inkChg chg="add mod">
          <ac:chgData name="Rahul Mishra" userId="57c6469e-ac64-4888-811b-35f0aabddbad" providerId="ADAL" clId="{2587B58E-4F3B-47AB-B3EB-62407C9160B0}" dt="2025-10-05T03:35:33.574" v="50"/>
          <ac:inkMkLst>
            <pc:docMk/>
            <pc:sldMk cId="3225779895" sldId="746"/>
            <ac:inkMk id="46" creationId="{BCBA53D0-2A1C-3A20-814A-1447DB3580DE}"/>
          </ac:inkMkLst>
        </pc:inkChg>
        <pc:inkChg chg="add mod">
          <ac:chgData name="Rahul Mishra" userId="57c6469e-ac64-4888-811b-35f0aabddbad" providerId="ADAL" clId="{2587B58E-4F3B-47AB-B3EB-62407C9160B0}" dt="2025-10-05T03:35:33.574" v="50"/>
          <ac:inkMkLst>
            <pc:docMk/>
            <pc:sldMk cId="3225779895" sldId="746"/>
            <ac:inkMk id="47" creationId="{CC88B4CE-8C90-4AEF-7315-ECE911DDC0C2}"/>
          </ac:inkMkLst>
        </pc:inkChg>
        <pc:inkChg chg="add">
          <ac:chgData name="Rahul Mishra" userId="57c6469e-ac64-4888-811b-35f0aabddbad" providerId="ADAL" clId="{2587B58E-4F3B-47AB-B3EB-62407C9160B0}" dt="2025-10-05T03:35:30.850" v="44" actId="9405"/>
          <ac:inkMkLst>
            <pc:docMk/>
            <pc:sldMk cId="3225779895" sldId="746"/>
            <ac:inkMk id="48" creationId="{CE9B100E-ED67-5BDC-B0DA-A1F1877D9040}"/>
          </ac:inkMkLst>
        </pc:inkChg>
        <pc:inkChg chg="add">
          <ac:chgData name="Rahul Mishra" userId="57c6469e-ac64-4888-811b-35f0aabddbad" providerId="ADAL" clId="{2587B58E-4F3B-47AB-B3EB-62407C9160B0}" dt="2025-10-05T03:35:31.233" v="45" actId="9405"/>
          <ac:inkMkLst>
            <pc:docMk/>
            <pc:sldMk cId="3225779895" sldId="746"/>
            <ac:inkMk id="49" creationId="{67C7A084-44E4-BC74-3C70-9C98D1E592E3}"/>
          </ac:inkMkLst>
        </pc:inkChg>
        <pc:inkChg chg="add mod">
          <ac:chgData name="Rahul Mishra" userId="57c6469e-ac64-4888-811b-35f0aabddbad" providerId="ADAL" clId="{2587B58E-4F3B-47AB-B3EB-62407C9160B0}" dt="2025-10-05T03:35:33.574" v="50"/>
          <ac:inkMkLst>
            <pc:docMk/>
            <pc:sldMk cId="3225779895" sldId="746"/>
            <ac:inkMk id="50" creationId="{A77494E5-1445-94CE-8256-302950288459}"/>
          </ac:inkMkLst>
        </pc:inkChg>
        <pc:inkChg chg="add">
          <ac:chgData name="Rahul Mishra" userId="57c6469e-ac64-4888-811b-35f0aabddbad" providerId="ADAL" clId="{2587B58E-4F3B-47AB-B3EB-62407C9160B0}" dt="2025-10-05T03:35:31.927" v="47" actId="9405"/>
          <ac:inkMkLst>
            <pc:docMk/>
            <pc:sldMk cId="3225779895" sldId="746"/>
            <ac:inkMk id="51" creationId="{F2F66952-93AC-44FB-B42A-470A79350EFD}"/>
          </ac:inkMkLst>
        </pc:inkChg>
        <pc:inkChg chg="add mod">
          <ac:chgData name="Rahul Mishra" userId="57c6469e-ac64-4888-811b-35f0aabddbad" providerId="ADAL" clId="{2587B58E-4F3B-47AB-B3EB-62407C9160B0}" dt="2025-10-05T03:35:33.574" v="50"/>
          <ac:inkMkLst>
            <pc:docMk/>
            <pc:sldMk cId="3225779895" sldId="746"/>
            <ac:inkMk id="52" creationId="{ABE4E0B2-EF84-2338-01D7-7F4196DFED82}"/>
          </ac:inkMkLst>
        </pc:inkChg>
        <pc:inkChg chg="add">
          <ac:chgData name="Rahul Mishra" userId="57c6469e-ac64-4888-811b-35f0aabddbad" providerId="ADAL" clId="{2587B58E-4F3B-47AB-B3EB-62407C9160B0}" dt="2025-10-05T03:35:33" v="49" actId="9405"/>
          <ac:inkMkLst>
            <pc:docMk/>
            <pc:sldMk cId="3225779895" sldId="746"/>
            <ac:inkMk id="53" creationId="{1DABB8B0-5D6D-32BA-CAC5-A95EC3E1018F}"/>
          </ac:inkMkLst>
        </pc:inkChg>
        <pc:inkChg chg="add">
          <ac:chgData name="Rahul Mishra" userId="57c6469e-ac64-4888-811b-35f0aabddbad" providerId="ADAL" clId="{2587B58E-4F3B-47AB-B3EB-62407C9160B0}" dt="2025-10-05T03:35:34.377" v="51" actId="9405"/>
          <ac:inkMkLst>
            <pc:docMk/>
            <pc:sldMk cId="3225779895" sldId="746"/>
            <ac:inkMk id="57" creationId="{F65770E6-F468-7946-6402-7C6692B36864}"/>
          </ac:inkMkLst>
        </pc:inkChg>
        <pc:inkChg chg="add mod">
          <ac:chgData name="Rahul Mishra" userId="57c6469e-ac64-4888-811b-35f0aabddbad" providerId="ADAL" clId="{2587B58E-4F3B-47AB-B3EB-62407C9160B0}" dt="2025-10-05T03:35:37.388" v="59"/>
          <ac:inkMkLst>
            <pc:docMk/>
            <pc:sldMk cId="3225779895" sldId="746"/>
            <ac:inkMk id="58" creationId="{8F0427A3-5D99-DFDD-40CD-FB4D64AAF63E}"/>
          </ac:inkMkLst>
        </pc:inkChg>
        <pc:inkChg chg="add mod">
          <ac:chgData name="Rahul Mishra" userId="57c6469e-ac64-4888-811b-35f0aabddbad" providerId="ADAL" clId="{2587B58E-4F3B-47AB-B3EB-62407C9160B0}" dt="2025-10-05T03:35:37.388" v="59"/>
          <ac:inkMkLst>
            <pc:docMk/>
            <pc:sldMk cId="3225779895" sldId="746"/>
            <ac:inkMk id="59" creationId="{ADAAF11A-9C31-40B5-3EFB-6C0294D21872}"/>
          </ac:inkMkLst>
        </pc:inkChg>
        <pc:inkChg chg="add mod">
          <ac:chgData name="Rahul Mishra" userId="57c6469e-ac64-4888-811b-35f0aabddbad" providerId="ADAL" clId="{2587B58E-4F3B-47AB-B3EB-62407C9160B0}" dt="2025-10-05T03:35:37.388" v="59"/>
          <ac:inkMkLst>
            <pc:docMk/>
            <pc:sldMk cId="3225779895" sldId="746"/>
            <ac:inkMk id="60" creationId="{761E5FB5-D522-A255-CD0E-0E94D67ED847}"/>
          </ac:inkMkLst>
        </pc:inkChg>
        <pc:inkChg chg="add mod">
          <ac:chgData name="Rahul Mishra" userId="57c6469e-ac64-4888-811b-35f0aabddbad" providerId="ADAL" clId="{2587B58E-4F3B-47AB-B3EB-62407C9160B0}" dt="2025-10-05T03:35:37.388" v="59"/>
          <ac:inkMkLst>
            <pc:docMk/>
            <pc:sldMk cId="3225779895" sldId="746"/>
            <ac:inkMk id="61" creationId="{BBB9E7ED-31BC-9B6A-26D6-ABE33A7A1457}"/>
          </ac:inkMkLst>
        </pc:inkChg>
        <pc:inkChg chg="add mod">
          <ac:chgData name="Rahul Mishra" userId="57c6469e-ac64-4888-811b-35f0aabddbad" providerId="ADAL" clId="{2587B58E-4F3B-47AB-B3EB-62407C9160B0}" dt="2025-10-05T03:35:37.388" v="59"/>
          <ac:inkMkLst>
            <pc:docMk/>
            <pc:sldMk cId="3225779895" sldId="746"/>
            <ac:inkMk id="62" creationId="{46730E60-08FC-4FE2-6737-2E016BE9D860}"/>
          </ac:inkMkLst>
        </pc:inkChg>
        <pc:inkChg chg="add mod">
          <ac:chgData name="Rahul Mishra" userId="57c6469e-ac64-4888-811b-35f0aabddbad" providerId="ADAL" clId="{2587B58E-4F3B-47AB-B3EB-62407C9160B0}" dt="2025-10-05T03:35:37.388" v="59"/>
          <ac:inkMkLst>
            <pc:docMk/>
            <pc:sldMk cId="3225779895" sldId="746"/>
            <ac:inkMk id="63" creationId="{C9E51B4C-9037-476D-1B99-3F7CB98080C7}"/>
          </ac:inkMkLst>
        </pc:inkChg>
        <pc:inkChg chg="add mod">
          <ac:chgData name="Rahul Mishra" userId="57c6469e-ac64-4888-811b-35f0aabddbad" providerId="ADAL" clId="{2587B58E-4F3B-47AB-B3EB-62407C9160B0}" dt="2025-10-05T03:35:37.388" v="59"/>
          <ac:inkMkLst>
            <pc:docMk/>
            <pc:sldMk cId="3225779895" sldId="746"/>
            <ac:inkMk id="64" creationId="{72627DFE-255E-2FFB-DE90-5C4555600625}"/>
          </ac:inkMkLst>
        </pc:inkChg>
        <pc:inkChg chg="add mod">
          <ac:chgData name="Rahul Mishra" userId="57c6469e-ac64-4888-811b-35f0aabddbad" providerId="ADAL" clId="{2587B58E-4F3B-47AB-B3EB-62407C9160B0}" dt="2025-10-05T03:35:41.200" v="68"/>
          <ac:inkMkLst>
            <pc:docMk/>
            <pc:sldMk cId="3225779895" sldId="746"/>
            <ac:inkMk id="67" creationId="{44A5296A-692D-3E83-5860-25BCCBDF4AB6}"/>
          </ac:inkMkLst>
        </pc:inkChg>
        <pc:inkChg chg="add mod">
          <ac:chgData name="Rahul Mishra" userId="57c6469e-ac64-4888-811b-35f0aabddbad" providerId="ADAL" clId="{2587B58E-4F3B-47AB-B3EB-62407C9160B0}" dt="2025-10-05T03:35:41.200" v="68"/>
          <ac:inkMkLst>
            <pc:docMk/>
            <pc:sldMk cId="3225779895" sldId="746"/>
            <ac:inkMk id="68" creationId="{D7DAE904-D010-39E2-F548-4174CCAB3D10}"/>
          </ac:inkMkLst>
        </pc:inkChg>
        <pc:inkChg chg="add mod">
          <ac:chgData name="Rahul Mishra" userId="57c6469e-ac64-4888-811b-35f0aabddbad" providerId="ADAL" clId="{2587B58E-4F3B-47AB-B3EB-62407C9160B0}" dt="2025-10-05T03:35:41.200" v="68"/>
          <ac:inkMkLst>
            <pc:docMk/>
            <pc:sldMk cId="3225779895" sldId="746"/>
            <ac:inkMk id="69" creationId="{7687A085-E2D2-0445-0529-FDA4F67B1401}"/>
          </ac:inkMkLst>
        </pc:inkChg>
        <pc:inkChg chg="add mod">
          <ac:chgData name="Rahul Mishra" userId="57c6469e-ac64-4888-811b-35f0aabddbad" providerId="ADAL" clId="{2587B58E-4F3B-47AB-B3EB-62407C9160B0}" dt="2025-10-05T03:35:41.200" v="68"/>
          <ac:inkMkLst>
            <pc:docMk/>
            <pc:sldMk cId="3225779895" sldId="746"/>
            <ac:inkMk id="70" creationId="{BDB1DFE5-A137-F8B1-FEB8-3A321CD8668E}"/>
          </ac:inkMkLst>
        </pc:inkChg>
        <pc:inkChg chg="add mod">
          <ac:chgData name="Rahul Mishra" userId="57c6469e-ac64-4888-811b-35f0aabddbad" providerId="ADAL" clId="{2587B58E-4F3B-47AB-B3EB-62407C9160B0}" dt="2025-10-05T03:35:41.200" v="68"/>
          <ac:inkMkLst>
            <pc:docMk/>
            <pc:sldMk cId="3225779895" sldId="746"/>
            <ac:inkMk id="71" creationId="{36A15DF2-1FCE-1053-D553-4618051461B9}"/>
          </ac:inkMkLst>
        </pc:inkChg>
        <pc:inkChg chg="add mod">
          <ac:chgData name="Rahul Mishra" userId="57c6469e-ac64-4888-811b-35f0aabddbad" providerId="ADAL" clId="{2587B58E-4F3B-47AB-B3EB-62407C9160B0}" dt="2025-10-05T03:35:41.200" v="68"/>
          <ac:inkMkLst>
            <pc:docMk/>
            <pc:sldMk cId="3225779895" sldId="746"/>
            <ac:inkMk id="72" creationId="{0F995469-10F9-FE72-B467-EACB991EE1C1}"/>
          </ac:inkMkLst>
        </pc:inkChg>
        <pc:inkChg chg="add mod">
          <ac:chgData name="Rahul Mishra" userId="57c6469e-ac64-4888-811b-35f0aabddbad" providerId="ADAL" clId="{2587B58E-4F3B-47AB-B3EB-62407C9160B0}" dt="2025-10-05T03:35:41.200" v="68"/>
          <ac:inkMkLst>
            <pc:docMk/>
            <pc:sldMk cId="3225779895" sldId="746"/>
            <ac:inkMk id="73" creationId="{FA9AF010-CD1E-4C63-794E-6D1F29D75887}"/>
          </ac:inkMkLst>
        </pc:inkChg>
        <pc:inkChg chg="add mod">
          <ac:chgData name="Rahul Mishra" userId="57c6469e-ac64-4888-811b-35f0aabddbad" providerId="ADAL" clId="{2587B58E-4F3B-47AB-B3EB-62407C9160B0}" dt="2025-10-05T03:35:41.200" v="68"/>
          <ac:inkMkLst>
            <pc:docMk/>
            <pc:sldMk cId="3225779895" sldId="746"/>
            <ac:inkMk id="74" creationId="{6E3B51E6-0504-077D-9455-95692AC451D9}"/>
          </ac:inkMkLst>
        </pc:inkChg>
      </pc:sldChg>
      <pc:sldChg chg="addSp delSp modSp mod">
        <pc:chgData name="Rahul Mishra" userId="57c6469e-ac64-4888-811b-35f0aabddbad" providerId="ADAL" clId="{2587B58E-4F3B-47AB-B3EB-62407C9160B0}" dt="2025-10-11T02:54:22.385" v="197"/>
        <pc:sldMkLst>
          <pc:docMk/>
          <pc:sldMk cId="3559667991" sldId="747"/>
        </pc:sldMkLst>
        <pc:grpChg chg="mod">
          <ac:chgData name="Rahul Mishra" userId="57c6469e-ac64-4888-811b-35f0aabddbad" providerId="ADAL" clId="{2587B58E-4F3B-47AB-B3EB-62407C9160B0}" dt="2025-10-05T03:37:39.467" v="154"/>
          <ac:grpSpMkLst>
            <pc:docMk/>
            <pc:sldMk cId="3559667991" sldId="747"/>
            <ac:grpSpMk id="88" creationId="{43E7C61A-B6D4-DF72-D978-7BB115BF10D9}"/>
          </ac:grpSpMkLst>
        </pc:grpChg>
        <pc:grpChg chg="mod">
          <ac:chgData name="Rahul Mishra" userId="57c6469e-ac64-4888-811b-35f0aabddbad" providerId="ADAL" clId="{2587B58E-4F3B-47AB-B3EB-62407C9160B0}" dt="2025-10-05T03:37:52.128" v="178"/>
          <ac:grpSpMkLst>
            <pc:docMk/>
            <pc:sldMk cId="3559667991" sldId="747"/>
            <ac:grpSpMk id="112" creationId="{166EA504-4635-2930-3969-1CAD6744CE00}"/>
          </ac:grpSpMkLst>
        </pc:grpChg>
        <pc:inkChg chg="add mod">
          <ac:chgData name="Rahul Mishra" userId="57c6469e-ac64-4888-811b-35f0aabddbad" providerId="ADAL" clId="{2587B58E-4F3B-47AB-B3EB-62407C9160B0}" dt="2025-10-05T03:36:37.968" v="89"/>
          <ac:inkMkLst>
            <pc:docMk/>
            <pc:sldMk cId="3559667991" sldId="747"/>
            <ac:inkMk id="3" creationId="{7E166E9E-184C-48DE-2765-958D66D22A4F}"/>
          </ac:inkMkLst>
        </pc:inkChg>
        <pc:inkChg chg="add mod">
          <ac:chgData name="Rahul Mishra" userId="57c6469e-ac64-4888-811b-35f0aabddbad" providerId="ADAL" clId="{2587B58E-4F3B-47AB-B3EB-62407C9160B0}" dt="2025-10-05T03:36:33.309" v="81"/>
          <ac:inkMkLst>
            <pc:docMk/>
            <pc:sldMk cId="3559667991" sldId="747"/>
            <ac:inkMk id="4" creationId="{E61A7B4B-FC67-DC39-B967-69680153BB69}"/>
          </ac:inkMkLst>
        </pc:inkChg>
        <pc:inkChg chg="add mod">
          <ac:chgData name="Rahul Mishra" userId="57c6469e-ac64-4888-811b-35f0aabddbad" providerId="ADAL" clId="{2587B58E-4F3B-47AB-B3EB-62407C9160B0}" dt="2025-10-05T03:37:13.076" v="146"/>
          <ac:inkMkLst>
            <pc:docMk/>
            <pc:sldMk cId="3559667991" sldId="747"/>
            <ac:inkMk id="5" creationId="{23233FE1-ED49-D492-0DD9-16B33336D78E}"/>
          </ac:inkMkLst>
        </pc:inkChg>
        <pc:inkChg chg="add">
          <ac:chgData name="Rahul Mishra" userId="57c6469e-ac64-4888-811b-35f0aabddbad" providerId="ADAL" clId="{2587B58E-4F3B-47AB-B3EB-62407C9160B0}" dt="2025-10-11T02:54:22.385" v="197"/>
          <ac:inkMkLst>
            <pc:docMk/>
            <pc:sldMk cId="3559667991" sldId="747"/>
            <ac:inkMk id="6" creationId="{70AD56DA-2CD2-C874-C8BB-DBB6268F88E3}"/>
          </ac:inkMkLst>
        </pc:inkChg>
        <pc:inkChg chg="add mod">
          <ac:chgData name="Rahul Mishra" userId="57c6469e-ac64-4888-811b-35f0aabddbad" providerId="ADAL" clId="{2587B58E-4F3B-47AB-B3EB-62407C9160B0}" dt="2025-10-05T03:36:33.309" v="81"/>
          <ac:inkMkLst>
            <pc:docMk/>
            <pc:sldMk cId="3559667991" sldId="747"/>
            <ac:inkMk id="7" creationId="{6B67A079-F643-BCFE-F9DF-43E764ED7305}"/>
          </ac:inkMkLst>
        </pc:inkChg>
        <pc:inkChg chg="add">
          <ac:chgData name="Rahul Mishra" userId="57c6469e-ac64-4888-811b-35f0aabddbad" providerId="ADAL" clId="{2587B58E-4F3B-47AB-B3EB-62407C9160B0}" dt="2025-10-05T03:36:29.758" v="74" actId="9405"/>
          <ac:inkMkLst>
            <pc:docMk/>
            <pc:sldMk cId="3559667991" sldId="747"/>
            <ac:inkMk id="8" creationId="{098A8735-F9AD-02F1-B9EA-8B4058333EF8}"/>
          </ac:inkMkLst>
        </pc:inkChg>
        <pc:inkChg chg="add mod">
          <ac:chgData name="Rahul Mishra" userId="57c6469e-ac64-4888-811b-35f0aabddbad" providerId="ADAL" clId="{2587B58E-4F3B-47AB-B3EB-62407C9160B0}" dt="2025-10-05T03:36:51.707" v="118"/>
          <ac:inkMkLst>
            <pc:docMk/>
            <pc:sldMk cId="3559667991" sldId="747"/>
            <ac:inkMk id="9" creationId="{D8881E7C-588C-C760-B3AC-5E6D83BCE080}"/>
          </ac:inkMkLst>
        </pc:inkChg>
        <pc:inkChg chg="add mod">
          <ac:chgData name="Rahul Mishra" userId="57c6469e-ac64-4888-811b-35f0aabddbad" providerId="ADAL" clId="{2587B58E-4F3B-47AB-B3EB-62407C9160B0}" dt="2025-10-05T03:37:13.076" v="146"/>
          <ac:inkMkLst>
            <pc:docMk/>
            <pc:sldMk cId="3559667991" sldId="747"/>
            <ac:inkMk id="10" creationId="{6D3088AA-DC20-D4E0-3A3B-95537AFAF0B3}"/>
          </ac:inkMkLst>
        </pc:inkChg>
        <pc:inkChg chg="add mod">
          <ac:chgData name="Rahul Mishra" userId="57c6469e-ac64-4888-811b-35f0aabddbad" providerId="ADAL" clId="{2587B58E-4F3B-47AB-B3EB-62407C9160B0}" dt="2025-10-05T03:36:33.309" v="81"/>
          <ac:inkMkLst>
            <pc:docMk/>
            <pc:sldMk cId="3559667991" sldId="747"/>
            <ac:inkMk id="11" creationId="{7041356C-FEFF-A7E5-D3A7-110347270226}"/>
          </ac:inkMkLst>
        </pc:inkChg>
        <pc:inkChg chg="add mod">
          <ac:chgData name="Rahul Mishra" userId="57c6469e-ac64-4888-811b-35f0aabddbad" providerId="ADAL" clId="{2587B58E-4F3B-47AB-B3EB-62407C9160B0}" dt="2025-10-05T03:36:33.309" v="81"/>
          <ac:inkMkLst>
            <pc:docMk/>
            <pc:sldMk cId="3559667991" sldId="747"/>
            <ac:inkMk id="12" creationId="{6C0F6D63-04B8-AB6D-48BF-F9E5FE588D02}"/>
          </ac:inkMkLst>
        </pc:inkChg>
        <pc:inkChg chg="add mod">
          <ac:chgData name="Rahul Mishra" userId="57c6469e-ac64-4888-811b-35f0aabddbad" providerId="ADAL" clId="{2587B58E-4F3B-47AB-B3EB-62407C9160B0}" dt="2025-10-05T03:37:39.467" v="154"/>
          <ac:inkMkLst>
            <pc:docMk/>
            <pc:sldMk cId="3559667991" sldId="747"/>
            <ac:inkMk id="13" creationId="{88F727EE-A058-3096-3F59-5730044A78B0}"/>
          </ac:inkMkLst>
        </pc:inkChg>
        <pc:inkChg chg="add mod">
          <ac:chgData name="Rahul Mishra" userId="57c6469e-ac64-4888-811b-35f0aabddbad" providerId="ADAL" clId="{2587B58E-4F3B-47AB-B3EB-62407C9160B0}" dt="2025-10-05T03:36:37.968" v="89"/>
          <ac:inkMkLst>
            <pc:docMk/>
            <pc:sldMk cId="3559667991" sldId="747"/>
            <ac:inkMk id="14" creationId="{4B39AE92-56EA-0C2E-F241-BA4E87E2D548}"/>
          </ac:inkMkLst>
        </pc:inkChg>
        <pc:inkChg chg="add">
          <ac:chgData name="Rahul Mishra" userId="57c6469e-ac64-4888-811b-35f0aabddbad" providerId="ADAL" clId="{2587B58E-4F3B-47AB-B3EB-62407C9160B0}" dt="2025-10-05T03:36:34.348" v="82" actId="9405"/>
          <ac:inkMkLst>
            <pc:docMk/>
            <pc:sldMk cId="3559667991" sldId="747"/>
            <ac:inkMk id="16" creationId="{001135C7-7DCE-229E-BE92-B735F43F92E2}"/>
          </ac:inkMkLst>
        </pc:inkChg>
        <pc:inkChg chg="add mod">
          <ac:chgData name="Rahul Mishra" userId="57c6469e-ac64-4888-811b-35f0aabddbad" providerId="ADAL" clId="{2587B58E-4F3B-47AB-B3EB-62407C9160B0}" dt="2025-10-05T03:36:56.864" v="127"/>
          <ac:inkMkLst>
            <pc:docMk/>
            <pc:sldMk cId="3559667991" sldId="747"/>
            <ac:inkMk id="17" creationId="{81E38383-92E9-BCB2-36C1-D707F4FDAD5A}"/>
          </ac:inkMkLst>
        </pc:inkChg>
        <pc:inkChg chg="add mod">
          <ac:chgData name="Rahul Mishra" userId="57c6469e-ac64-4888-811b-35f0aabddbad" providerId="ADAL" clId="{2587B58E-4F3B-47AB-B3EB-62407C9160B0}" dt="2025-10-05T03:37:39.467" v="154"/>
          <ac:inkMkLst>
            <pc:docMk/>
            <pc:sldMk cId="3559667991" sldId="747"/>
            <ac:inkMk id="18" creationId="{66C6F194-8BCD-5030-05B2-E5EE5890E4A0}"/>
          </ac:inkMkLst>
        </pc:inkChg>
        <pc:inkChg chg="add mod">
          <ac:chgData name="Rahul Mishra" userId="57c6469e-ac64-4888-811b-35f0aabddbad" providerId="ADAL" clId="{2587B58E-4F3B-47AB-B3EB-62407C9160B0}" dt="2025-10-05T03:36:51.707" v="118"/>
          <ac:inkMkLst>
            <pc:docMk/>
            <pc:sldMk cId="3559667991" sldId="747"/>
            <ac:inkMk id="19" creationId="{B6FA4665-A9C4-0044-CF8B-E7E9687D7596}"/>
          </ac:inkMkLst>
        </pc:inkChg>
        <pc:inkChg chg="add mod">
          <ac:chgData name="Rahul Mishra" userId="57c6469e-ac64-4888-811b-35f0aabddbad" providerId="ADAL" clId="{2587B58E-4F3B-47AB-B3EB-62407C9160B0}" dt="2025-10-05T03:36:45.506" v="104"/>
          <ac:inkMkLst>
            <pc:docMk/>
            <pc:sldMk cId="3559667991" sldId="747"/>
            <ac:inkMk id="20" creationId="{141C4F0E-289E-AFD2-58EB-6BA3E5FD5CE2}"/>
          </ac:inkMkLst>
        </pc:inkChg>
        <pc:inkChg chg="add mod">
          <ac:chgData name="Rahul Mishra" userId="57c6469e-ac64-4888-811b-35f0aabddbad" providerId="ADAL" clId="{2587B58E-4F3B-47AB-B3EB-62407C9160B0}" dt="2025-10-05T03:36:51.707" v="118"/>
          <ac:inkMkLst>
            <pc:docMk/>
            <pc:sldMk cId="3559667991" sldId="747"/>
            <ac:inkMk id="21" creationId="{40A469ED-AB7E-A4DB-72CC-B4E1BAAC73D2}"/>
          </ac:inkMkLst>
        </pc:inkChg>
        <pc:inkChg chg="add">
          <ac:chgData name="Rahul Mishra" userId="57c6469e-ac64-4888-811b-35f0aabddbad" providerId="ADAL" clId="{2587B58E-4F3B-47AB-B3EB-62407C9160B0}" dt="2025-10-05T03:36:37.005" v="88" actId="9405"/>
          <ac:inkMkLst>
            <pc:docMk/>
            <pc:sldMk cId="3559667991" sldId="747"/>
            <ac:inkMk id="22" creationId="{75ED2F55-FECA-84C5-BE93-51B70F672992}"/>
          </ac:inkMkLst>
        </pc:inkChg>
        <pc:inkChg chg="add">
          <ac:chgData name="Rahul Mishra" userId="57c6469e-ac64-4888-811b-35f0aabddbad" providerId="ADAL" clId="{2587B58E-4F3B-47AB-B3EB-62407C9160B0}" dt="2025-10-05T03:36:38.183" v="90" actId="9405"/>
          <ac:inkMkLst>
            <pc:docMk/>
            <pc:sldMk cId="3559667991" sldId="747"/>
            <ac:inkMk id="24" creationId="{EF53A51F-3DDF-32AA-6705-B64371DC377F}"/>
          </ac:inkMkLst>
        </pc:inkChg>
        <pc:inkChg chg="add mod">
          <ac:chgData name="Rahul Mishra" userId="57c6469e-ac64-4888-811b-35f0aabddbad" providerId="ADAL" clId="{2587B58E-4F3B-47AB-B3EB-62407C9160B0}" dt="2025-10-05T03:36:56.864" v="127"/>
          <ac:inkMkLst>
            <pc:docMk/>
            <pc:sldMk cId="3559667991" sldId="747"/>
            <ac:inkMk id="25" creationId="{95288850-F5EC-6D98-60EF-D964F3FBB9FD}"/>
          </ac:inkMkLst>
        </pc:inkChg>
        <pc:inkChg chg="add">
          <ac:chgData name="Rahul Mishra" userId="57c6469e-ac64-4888-811b-35f0aabddbad" providerId="ADAL" clId="{2587B58E-4F3B-47AB-B3EB-62407C9160B0}" dt="2025-10-05T03:36:38.966" v="92" actId="9405"/>
          <ac:inkMkLst>
            <pc:docMk/>
            <pc:sldMk cId="3559667991" sldId="747"/>
            <ac:inkMk id="26" creationId="{4D8EDCB7-9FC6-EF4D-F6E9-A881E670F6B9}"/>
          </ac:inkMkLst>
        </pc:inkChg>
        <pc:inkChg chg="add">
          <ac:chgData name="Rahul Mishra" userId="57c6469e-ac64-4888-811b-35f0aabddbad" providerId="ADAL" clId="{2587B58E-4F3B-47AB-B3EB-62407C9160B0}" dt="2025-10-05T03:36:39.348" v="93" actId="9405"/>
          <ac:inkMkLst>
            <pc:docMk/>
            <pc:sldMk cId="3559667991" sldId="747"/>
            <ac:inkMk id="27" creationId="{896940F5-EEBF-C2E9-19F1-CC6257A34F67}"/>
          </ac:inkMkLst>
        </pc:inkChg>
        <pc:inkChg chg="add mod">
          <ac:chgData name="Rahul Mishra" userId="57c6469e-ac64-4888-811b-35f0aabddbad" providerId="ADAL" clId="{2587B58E-4F3B-47AB-B3EB-62407C9160B0}" dt="2025-10-05T03:36:51.707" v="118"/>
          <ac:inkMkLst>
            <pc:docMk/>
            <pc:sldMk cId="3559667991" sldId="747"/>
            <ac:inkMk id="28" creationId="{8DE5E221-461A-0626-892F-8725F7DE97AB}"/>
          </ac:inkMkLst>
        </pc:inkChg>
        <pc:inkChg chg="add mod">
          <ac:chgData name="Rahul Mishra" userId="57c6469e-ac64-4888-811b-35f0aabddbad" providerId="ADAL" clId="{2587B58E-4F3B-47AB-B3EB-62407C9160B0}" dt="2025-10-05T03:37:39.467" v="154"/>
          <ac:inkMkLst>
            <pc:docMk/>
            <pc:sldMk cId="3559667991" sldId="747"/>
            <ac:inkMk id="29" creationId="{CC25B0B3-950C-4226-82F1-616B023702B5}"/>
          </ac:inkMkLst>
        </pc:inkChg>
        <pc:inkChg chg="add">
          <ac:chgData name="Rahul Mishra" userId="57c6469e-ac64-4888-811b-35f0aabddbad" providerId="ADAL" clId="{2587B58E-4F3B-47AB-B3EB-62407C9160B0}" dt="2025-10-05T03:36:41" v="96" actId="9405"/>
          <ac:inkMkLst>
            <pc:docMk/>
            <pc:sldMk cId="3559667991" sldId="747"/>
            <ac:inkMk id="30" creationId="{7D692F82-3C46-0EDF-6E9D-658374CB7E4A}"/>
          </ac:inkMkLst>
        </pc:inkChg>
        <pc:inkChg chg="add mod">
          <ac:chgData name="Rahul Mishra" userId="57c6469e-ac64-4888-811b-35f0aabddbad" providerId="ADAL" clId="{2587B58E-4F3B-47AB-B3EB-62407C9160B0}" dt="2025-10-05T03:37:39.467" v="154"/>
          <ac:inkMkLst>
            <pc:docMk/>
            <pc:sldMk cId="3559667991" sldId="747"/>
            <ac:inkMk id="31" creationId="{6E9DECC9-2E20-9C8D-8872-03CE3FCBF8A2}"/>
          </ac:inkMkLst>
        </pc:inkChg>
        <pc:inkChg chg="add">
          <ac:chgData name="Rahul Mishra" userId="57c6469e-ac64-4888-811b-35f0aabddbad" providerId="ADAL" clId="{2587B58E-4F3B-47AB-B3EB-62407C9160B0}" dt="2025-10-05T03:36:43.506" v="99" actId="9405"/>
          <ac:inkMkLst>
            <pc:docMk/>
            <pc:sldMk cId="3559667991" sldId="747"/>
            <ac:inkMk id="33" creationId="{815B939E-73C0-8C14-2F16-B84078AA7B7B}"/>
          </ac:inkMkLst>
        </pc:inkChg>
        <pc:inkChg chg="add mod">
          <ac:chgData name="Rahul Mishra" userId="57c6469e-ac64-4888-811b-35f0aabddbad" providerId="ADAL" clId="{2587B58E-4F3B-47AB-B3EB-62407C9160B0}" dt="2025-10-05T03:36:51.707" v="118"/>
          <ac:inkMkLst>
            <pc:docMk/>
            <pc:sldMk cId="3559667991" sldId="747"/>
            <ac:inkMk id="34" creationId="{B923E1B9-34BC-69DC-F3AD-5D821EECED1B}"/>
          </ac:inkMkLst>
        </pc:inkChg>
        <pc:inkChg chg="add">
          <ac:chgData name="Rahul Mishra" userId="57c6469e-ac64-4888-811b-35f0aabddbad" providerId="ADAL" clId="{2587B58E-4F3B-47AB-B3EB-62407C9160B0}" dt="2025-10-05T03:36:43.958" v="101" actId="9405"/>
          <ac:inkMkLst>
            <pc:docMk/>
            <pc:sldMk cId="3559667991" sldId="747"/>
            <ac:inkMk id="35" creationId="{6A690498-DF22-7637-2710-A5319FDEF554}"/>
          </ac:inkMkLst>
        </pc:inkChg>
        <pc:inkChg chg="add mod">
          <ac:chgData name="Rahul Mishra" userId="57c6469e-ac64-4888-811b-35f0aabddbad" providerId="ADAL" clId="{2587B58E-4F3B-47AB-B3EB-62407C9160B0}" dt="2025-10-05T03:37:13.076" v="146"/>
          <ac:inkMkLst>
            <pc:docMk/>
            <pc:sldMk cId="3559667991" sldId="747"/>
            <ac:inkMk id="36" creationId="{B78A8D00-358F-395E-255F-9B460B340D7E}"/>
          </ac:inkMkLst>
        </pc:inkChg>
        <pc:inkChg chg="add mod">
          <ac:chgData name="Rahul Mishra" userId="57c6469e-ac64-4888-811b-35f0aabddbad" providerId="ADAL" clId="{2587B58E-4F3B-47AB-B3EB-62407C9160B0}" dt="2025-10-05T03:36:51.707" v="118"/>
          <ac:inkMkLst>
            <pc:docMk/>
            <pc:sldMk cId="3559667991" sldId="747"/>
            <ac:inkMk id="37" creationId="{9BF4C9BA-81FC-619F-3A7F-A136529C61A8}"/>
          </ac:inkMkLst>
        </pc:inkChg>
        <pc:inkChg chg="add">
          <ac:chgData name="Rahul Mishra" userId="57c6469e-ac64-4888-811b-35f0aabddbad" providerId="ADAL" clId="{2587B58E-4F3B-47AB-B3EB-62407C9160B0}" dt="2025-10-05T03:36:45.769" v="105" actId="9405"/>
          <ac:inkMkLst>
            <pc:docMk/>
            <pc:sldMk cId="3559667991" sldId="747"/>
            <ac:inkMk id="39" creationId="{D03D0534-FF1A-6C72-027F-3825755E962A}"/>
          </ac:inkMkLst>
        </pc:inkChg>
        <pc:inkChg chg="add">
          <ac:chgData name="Rahul Mishra" userId="57c6469e-ac64-4888-811b-35f0aabddbad" providerId="ADAL" clId="{2587B58E-4F3B-47AB-B3EB-62407C9160B0}" dt="2025-10-05T03:36:46.079" v="106" actId="9405"/>
          <ac:inkMkLst>
            <pc:docMk/>
            <pc:sldMk cId="3559667991" sldId="747"/>
            <ac:inkMk id="40" creationId="{B1F64885-8265-97E8-D346-EC3E48B0175D}"/>
          </ac:inkMkLst>
        </pc:inkChg>
        <pc:inkChg chg="add mod">
          <ac:chgData name="Rahul Mishra" userId="57c6469e-ac64-4888-811b-35f0aabddbad" providerId="ADAL" clId="{2587B58E-4F3B-47AB-B3EB-62407C9160B0}" dt="2025-10-05T03:36:51.707" v="118"/>
          <ac:inkMkLst>
            <pc:docMk/>
            <pc:sldMk cId="3559667991" sldId="747"/>
            <ac:inkMk id="41" creationId="{B44CB4DF-3D0A-B7EF-48C3-6261093EB9E9}"/>
          </ac:inkMkLst>
        </pc:inkChg>
        <pc:inkChg chg="add">
          <ac:chgData name="Rahul Mishra" userId="57c6469e-ac64-4888-811b-35f0aabddbad" providerId="ADAL" clId="{2587B58E-4F3B-47AB-B3EB-62407C9160B0}" dt="2025-10-05T03:36:46.786" v="108" actId="9405"/>
          <ac:inkMkLst>
            <pc:docMk/>
            <pc:sldMk cId="3559667991" sldId="747"/>
            <ac:inkMk id="42" creationId="{34646FCB-E6ED-6718-724D-E93BCA377D90}"/>
          </ac:inkMkLst>
        </pc:inkChg>
        <pc:inkChg chg="add mod">
          <ac:chgData name="Rahul Mishra" userId="57c6469e-ac64-4888-811b-35f0aabddbad" providerId="ADAL" clId="{2587B58E-4F3B-47AB-B3EB-62407C9160B0}" dt="2025-10-05T03:37:13.076" v="146"/>
          <ac:inkMkLst>
            <pc:docMk/>
            <pc:sldMk cId="3559667991" sldId="747"/>
            <ac:inkMk id="43" creationId="{909834B6-4C2D-82AF-06F5-D831D99396A2}"/>
          </ac:inkMkLst>
        </pc:inkChg>
        <pc:inkChg chg="add mod">
          <ac:chgData name="Rahul Mishra" userId="57c6469e-ac64-4888-811b-35f0aabddbad" providerId="ADAL" clId="{2587B58E-4F3B-47AB-B3EB-62407C9160B0}" dt="2025-10-05T03:37:39.467" v="154"/>
          <ac:inkMkLst>
            <pc:docMk/>
            <pc:sldMk cId="3559667991" sldId="747"/>
            <ac:inkMk id="44" creationId="{FDB4B7DE-F429-55E9-F15D-BA7478067EC9}"/>
          </ac:inkMkLst>
        </pc:inkChg>
        <pc:inkChg chg="add">
          <ac:chgData name="Rahul Mishra" userId="57c6469e-ac64-4888-811b-35f0aabddbad" providerId="ADAL" clId="{2587B58E-4F3B-47AB-B3EB-62407C9160B0}" dt="2025-10-05T03:36:48.257" v="111" actId="9405"/>
          <ac:inkMkLst>
            <pc:docMk/>
            <pc:sldMk cId="3559667991" sldId="747"/>
            <ac:inkMk id="45" creationId="{CA95D45F-DD0D-8346-7C4D-38EFA661A78F}"/>
          </ac:inkMkLst>
        </pc:inkChg>
        <pc:inkChg chg="add mod">
          <ac:chgData name="Rahul Mishra" userId="57c6469e-ac64-4888-811b-35f0aabddbad" providerId="ADAL" clId="{2587B58E-4F3B-47AB-B3EB-62407C9160B0}" dt="2025-10-05T03:36:56.864" v="127"/>
          <ac:inkMkLst>
            <pc:docMk/>
            <pc:sldMk cId="3559667991" sldId="747"/>
            <ac:inkMk id="46" creationId="{D4D5A71F-5AB2-D2F8-07C6-9D1A0723EDA3}"/>
          </ac:inkMkLst>
        </pc:inkChg>
        <pc:inkChg chg="add">
          <ac:chgData name="Rahul Mishra" userId="57c6469e-ac64-4888-811b-35f0aabddbad" providerId="ADAL" clId="{2587B58E-4F3B-47AB-B3EB-62407C9160B0}" dt="2025-10-05T03:36:50.248" v="114" actId="9405"/>
          <ac:inkMkLst>
            <pc:docMk/>
            <pc:sldMk cId="3559667991" sldId="747"/>
            <ac:inkMk id="48" creationId="{2294F03B-BE24-41D5-1C82-32723A5699C5}"/>
          </ac:inkMkLst>
        </pc:inkChg>
        <pc:inkChg chg="add mod">
          <ac:chgData name="Rahul Mishra" userId="57c6469e-ac64-4888-811b-35f0aabddbad" providerId="ADAL" clId="{2587B58E-4F3B-47AB-B3EB-62407C9160B0}" dt="2025-10-05T03:37:13.076" v="146"/>
          <ac:inkMkLst>
            <pc:docMk/>
            <pc:sldMk cId="3559667991" sldId="747"/>
            <ac:inkMk id="49" creationId="{DCC56262-E5DB-0755-AAF5-B13F7D008C2E}"/>
          </ac:inkMkLst>
        </pc:inkChg>
        <pc:inkChg chg="add">
          <ac:chgData name="Rahul Mishra" userId="57c6469e-ac64-4888-811b-35f0aabddbad" providerId="ADAL" clId="{2587B58E-4F3B-47AB-B3EB-62407C9160B0}" dt="2025-10-05T03:36:50.834" v="116" actId="9405"/>
          <ac:inkMkLst>
            <pc:docMk/>
            <pc:sldMk cId="3559667991" sldId="747"/>
            <ac:inkMk id="50" creationId="{585E6C20-1A60-F4E8-719D-E49359EC8F46}"/>
          </ac:inkMkLst>
        </pc:inkChg>
        <pc:inkChg chg="add">
          <ac:chgData name="Rahul Mishra" userId="57c6469e-ac64-4888-811b-35f0aabddbad" providerId="ADAL" clId="{2587B58E-4F3B-47AB-B3EB-62407C9160B0}" dt="2025-10-05T03:36:51.207" v="117" actId="9405"/>
          <ac:inkMkLst>
            <pc:docMk/>
            <pc:sldMk cId="3559667991" sldId="747"/>
            <ac:inkMk id="51" creationId="{975F0E38-6A46-D125-2FBB-07161B1B83A2}"/>
          </ac:inkMkLst>
        </pc:inkChg>
        <pc:inkChg chg="add mod">
          <ac:chgData name="Rahul Mishra" userId="57c6469e-ac64-4888-811b-35f0aabddbad" providerId="ADAL" clId="{2587B58E-4F3B-47AB-B3EB-62407C9160B0}" dt="2025-10-05T03:37:39.467" v="154"/>
          <ac:inkMkLst>
            <pc:docMk/>
            <pc:sldMk cId="3559667991" sldId="747"/>
            <ac:inkMk id="53" creationId="{C9FDC7FB-8C0D-7B52-2FBF-36C251488CE8}"/>
          </ac:inkMkLst>
        </pc:inkChg>
        <pc:inkChg chg="add">
          <ac:chgData name="Rahul Mishra" userId="57c6469e-ac64-4888-811b-35f0aabddbad" providerId="ADAL" clId="{2587B58E-4F3B-47AB-B3EB-62407C9160B0}" dt="2025-10-05T03:36:53.236" v="120" actId="9405"/>
          <ac:inkMkLst>
            <pc:docMk/>
            <pc:sldMk cId="3559667991" sldId="747"/>
            <ac:inkMk id="54" creationId="{301BD8FA-7202-0853-3421-D86854D4294B}"/>
          </ac:inkMkLst>
        </pc:inkChg>
        <pc:inkChg chg="add">
          <ac:chgData name="Rahul Mishra" userId="57c6469e-ac64-4888-811b-35f0aabddbad" providerId="ADAL" clId="{2587B58E-4F3B-47AB-B3EB-62407C9160B0}" dt="2025-10-05T03:36:54.289" v="121" actId="9405"/>
          <ac:inkMkLst>
            <pc:docMk/>
            <pc:sldMk cId="3559667991" sldId="747"/>
            <ac:inkMk id="55" creationId="{B238BA0D-E4E8-CF02-597D-2662C6A17F7E}"/>
          </ac:inkMkLst>
        </pc:inkChg>
        <pc:inkChg chg="add">
          <ac:chgData name="Rahul Mishra" userId="57c6469e-ac64-4888-811b-35f0aabddbad" providerId="ADAL" clId="{2587B58E-4F3B-47AB-B3EB-62407C9160B0}" dt="2025-10-05T03:36:54.581" v="122" actId="9405"/>
          <ac:inkMkLst>
            <pc:docMk/>
            <pc:sldMk cId="3559667991" sldId="747"/>
            <ac:inkMk id="56" creationId="{836049AD-4293-0867-C831-8B6F6888FDBF}"/>
          </ac:inkMkLst>
        </pc:inkChg>
        <pc:inkChg chg="add">
          <ac:chgData name="Rahul Mishra" userId="57c6469e-ac64-4888-811b-35f0aabddbad" providerId="ADAL" clId="{2587B58E-4F3B-47AB-B3EB-62407C9160B0}" dt="2025-10-05T03:36:54.985" v="123" actId="9405"/>
          <ac:inkMkLst>
            <pc:docMk/>
            <pc:sldMk cId="3559667991" sldId="747"/>
            <ac:inkMk id="57" creationId="{A47F8E8B-07EF-B759-0A61-89ADC5387034}"/>
          </ac:inkMkLst>
        </pc:inkChg>
        <pc:inkChg chg="add">
          <ac:chgData name="Rahul Mishra" userId="57c6469e-ac64-4888-811b-35f0aabddbad" providerId="ADAL" clId="{2587B58E-4F3B-47AB-B3EB-62407C9160B0}" dt="2025-10-05T03:36:55.469" v="124" actId="9405"/>
          <ac:inkMkLst>
            <pc:docMk/>
            <pc:sldMk cId="3559667991" sldId="747"/>
            <ac:inkMk id="58" creationId="{2A3783D8-3243-FC2E-64E6-11A5EA97F02C}"/>
          </ac:inkMkLst>
        </pc:inkChg>
        <pc:inkChg chg="add">
          <ac:chgData name="Rahul Mishra" userId="57c6469e-ac64-4888-811b-35f0aabddbad" providerId="ADAL" clId="{2587B58E-4F3B-47AB-B3EB-62407C9160B0}" dt="2025-10-05T03:36:55.766" v="125" actId="9405"/>
          <ac:inkMkLst>
            <pc:docMk/>
            <pc:sldMk cId="3559667991" sldId="747"/>
            <ac:inkMk id="59" creationId="{4F40E11A-29DA-7A88-47D1-1D0B983EDA56}"/>
          </ac:inkMkLst>
        </pc:inkChg>
        <pc:inkChg chg="add">
          <ac:chgData name="Rahul Mishra" userId="57c6469e-ac64-4888-811b-35f0aabddbad" providerId="ADAL" clId="{2587B58E-4F3B-47AB-B3EB-62407C9160B0}" dt="2025-10-05T03:36:56.134" v="126" actId="9405"/>
          <ac:inkMkLst>
            <pc:docMk/>
            <pc:sldMk cId="3559667991" sldId="747"/>
            <ac:inkMk id="60" creationId="{067919CC-B12A-78F2-8B90-79429C7DFD06}"/>
          </ac:inkMkLst>
        </pc:inkChg>
        <pc:inkChg chg="add">
          <ac:chgData name="Rahul Mishra" userId="57c6469e-ac64-4888-811b-35f0aabddbad" providerId="ADAL" clId="{2587B58E-4F3B-47AB-B3EB-62407C9160B0}" dt="2025-10-05T03:36:58.496" v="128" actId="9405"/>
          <ac:inkMkLst>
            <pc:docMk/>
            <pc:sldMk cId="3559667991" sldId="747"/>
            <ac:inkMk id="62" creationId="{DDA36BA3-648A-3F8A-3306-77E2A3418442}"/>
          </ac:inkMkLst>
        </pc:inkChg>
        <pc:inkChg chg="add">
          <ac:chgData name="Rahul Mishra" userId="57c6469e-ac64-4888-811b-35f0aabddbad" providerId="ADAL" clId="{2587B58E-4F3B-47AB-B3EB-62407C9160B0}" dt="2025-10-05T03:36:58.809" v="129" actId="9405"/>
          <ac:inkMkLst>
            <pc:docMk/>
            <pc:sldMk cId="3559667991" sldId="747"/>
            <ac:inkMk id="63" creationId="{F0BE9068-8D17-0561-5B56-2636071BD064}"/>
          </ac:inkMkLst>
        </pc:inkChg>
        <pc:inkChg chg="add mod">
          <ac:chgData name="Rahul Mishra" userId="57c6469e-ac64-4888-811b-35f0aabddbad" providerId="ADAL" clId="{2587B58E-4F3B-47AB-B3EB-62407C9160B0}" dt="2025-10-05T03:37:13.076" v="146"/>
          <ac:inkMkLst>
            <pc:docMk/>
            <pc:sldMk cId="3559667991" sldId="747"/>
            <ac:inkMk id="64" creationId="{AD56954B-44A7-D1BF-D0F8-159A32D27DE8}"/>
          </ac:inkMkLst>
        </pc:inkChg>
        <pc:inkChg chg="add mod">
          <ac:chgData name="Rahul Mishra" userId="57c6469e-ac64-4888-811b-35f0aabddbad" providerId="ADAL" clId="{2587B58E-4F3B-47AB-B3EB-62407C9160B0}" dt="2025-10-05T03:37:13.076" v="146"/>
          <ac:inkMkLst>
            <pc:docMk/>
            <pc:sldMk cId="3559667991" sldId="747"/>
            <ac:inkMk id="65" creationId="{D23EA9DD-DD79-353E-2C09-5673FB62E1E7}"/>
          </ac:inkMkLst>
        </pc:inkChg>
        <pc:inkChg chg="add mod">
          <ac:chgData name="Rahul Mishra" userId="57c6469e-ac64-4888-811b-35f0aabddbad" providerId="ADAL" clId="{2587B58E-4F3B-47AB-B3EB-62407C9160B0}" dt="2025-10-05T03:37:13.076" v="146"/>
          <ac:inkMkLst>
            <pc:docMk/>
            <pc:sldMk cId="3559667991" sldId="747"/>
            <ac:inkMk id="66" creationId="{0BD76C9C-1C27-70C9-E901-044BB1B2E06C}"/>
          </ac:inkMkLst>
        </pc:inkChg>
        <pc:inkChg chg="add">
          <ac:chgData name="Rahul Mishra" userId="57c6469e-ac64-4888-811b-35f0aabddbad" providerId="ADAL" clId="{2587B58E-4F3B-47AB-B3EB-62407C9160B0}" dt="2025-10-05T03:37:00.513" v="133" actId="9405"/>
          <ac:inkMkLst>
            <pc:docMk/>
            <pc:sldMk cId="3559667991" sldId="747"/>
            <ac:inkMk id="67" creationId="{AE5F47C3-4C3C-779B-17B4-07FB922E8652}"/>
          </ac:inkMkLst>
        </pc:inkChg>
        <pc:inkChg chg="add">
          <ac:chgData name="Rahul Mishra" userId="57c6469e-ac64-4888-811b-35f0aabddbad" providerId="ADAL" clId="{2587B58E-4F3B-47AB-B3EB-62407C9160B0}" dt="2025-10-05T03:37:00.870" v="134" actId="9405"/>
          <ac:inkMkLst>
            <pc:docMk/>
            <pc:sldMk cId="3559667991" sldId="747"/>
            <ac:inkMk id="68" creationId="{E018D328-7CD2-E27F-EE6E-F59244490F17}"/>
          </ac:inkMkLst>
        </pc:inkChg>
        <pc:inkChg chg="add">
          <ac:chgData name="Rahul Mishra" userId="57c6469e-ac64-4888-811b-35f0aabddbad" providerId="ADAL" clId="{2587B58E-4F3B-47AB-B3EB-62407C9160B0}" dt="2025-10-05T03:37:01.269" v="135" actId="9405"/>
          <ac:inkMkLst>
            <pc:docMk/>
            <pc:sldMk cId="3559667991" sldId="747"/>
            <ac:inkMk id="69" creationId="{0E06630E-9724-01B6-3229-AA7BE1087D1F}"/>
          </ac:inkMkLst>
        </pc:inkChg>
        <pc:inkChg chg="add">
          <ac:chgData name="Rahul Mishra" userId="57c6469e-ac64-4888-811b-35f0aabddbad" providerId="ADAL" clId="{2587B58E-4F3B-47AB-B3EB-62407C9160B0}" dt="2025-10-05T03:37:03.118" v="137" actId="9405"/>
          <ac:inkMkLst>
            <pc:docMk/>
            <pc:sldMk cId="3559667991" sldId="747"/>
            <ac:inkMk id="71" creationId="{E03E9901-9177-AEF4-A163-06987B82B109}"/>
          </ac:inkMkLst>
        </pc:inkChg>
        <pc:inkChg chg="add">
          <ac:chgData name="Rahul Mishra" userId="57c6469e-ac64-4888-811b-35f0aabddbad" providerId="ADAL" clId="{2587B58E-4F3B-47AB-B3EB-62407C9160B0}" dt="2025-10-05T03:37:03.583" v="138" actId="9405"/>
          <ac:inkMkLst>
            <pc:docMk/>
            <pc:sldMk cId="3559667991" sldId="747"/>
            <ac:inkMk id="72" creationId="{2A3A9CE2-756E-4844-F31F-7D85749C5D63}"/>
          </ac:inkMkLst>
        </pc:inkChg>
        <pc:inkChg chg="add">
          <ac:chgData name="Rahul Mishra" userId="57c6469e-ac64-4888-811b-35f0aabddbad" providerId="ADAL" clId="{2587B58E-4F3B-47AB-B3EB-62407C9160B0}" dt="2025-10-05T03:37:04.015" v="139" actId="9405"/>
          <ac:inkMkLst>
            <pc:docMk/>
            <pc:sldMk cId="3559667991" sldId="747"/>
            <ac:inkMk id="73" creationId="{662F19E4-E7A9-5DEE-3BCA-C860DA290310}"/>
          </ac:inkMkLst>
        </pc:inkChg>
        <pc:inkChg chg="add">
          <ac:chgData name="Rahul Mishra" userId="57c6469e-ac64-4888-811b-35f0aabddbad" providerId="ADAL" clId="{2587B58E-4F3B-47AB-B3EB-62407C9160B0}" dt="2025-10-05T03:37:04.438" v="140" actId="9405"/>
          <ac:inkMkLst>
            <pc:docMk/>
            <pc:sldMk cId="3559667991" sldId="747"/>
            <ac:inkMk id="74" creationId="{6CB9146A-C6A2-A1E6-5317-DDC6A26A1751}"/>
          </ac:inkMkLst>
        </pc:inkChg>
        <pc:inkChg chg="add">
          <ac:chgData name="Rahul Mishra" userId="57c6469e-ac64-4888-811b-35f0aabddbad" providerId="ADAL" clId="{2587B58E-4F3B-47AB-B3EB-62407C9160B0}" dt="2025-10-05T03:37:11.597" v="142" actId="9405"/>
          <ac:inkMkLst>
            <pc:docMk/>
            <pc:sldMk cId="3559667991" sldId="747"/>
            <ac:inkMk id="76" creationId="{01D0833F-5FD4-A8CA-06C3-F415C2490137}"/>
          </ac:inkMkLst>
        </pc:inkChg>
        <pc:inkChg chg="add">
          <ac:chgData name="Rahul Mishra" userId="57c6469e-ac64-4888-811b-35f0aabddbad" providerId="ADAL" clId="{2587B58E-4F3B-47AB-B3EB-62407C9160B0}" dt="2025-10-05T03:37:11.907" v="143" actId="9405"/>
          <ac:inkMkLst>
            <pc:docMk/>
            <pc:sldMk cId="3559667991" sldId="747"/>
            <ac:inkMk id="77" creationId="{9E13BDBA-1C65-0732-6865-0E2B3AA05E11}"/>
          </ac:inkMkLst>
        </pc:inkChg>
        <pc:inkChg chg="add">
          <ac:chgData name="Rahul Mishra" userId="57c6469e-ac64-4888-811b-35f0aabddbad" providerId="ADAL" clId="{2587B58E-4F3B-47AB-B3EB-62407C9160B0}" dt="2025-10-05T03:37:12.076" v="144" actId="9405"/>
          <ac:inkMkLst>
            <pc:docMk/>
            <pc:sldMk cId="3559667991" sldId="747"/>
            <ac:inkMk id="78" creationId="{4E39E543-7FA6-0152-DDF0-C3F85905F2EE}"/>
          </ac:inkMkLst>
        </pc:inkChg>
        <pc:inkChg chg="add mod">
          <ac:chgData name="Rahul Mishra" userId="57c6469e-ac64-4888-811b-35f0aabddbad" providerId="ADAL" clId="{2587B58E-4F3B-47AB-B3EB-62407C9160B0}" dt="2025-10-05T03:37:39.467" v="154"/>
          <ac:inkMkLst>
            <pc:docMk/>
            <pc:sldMk cId="3559667991" sldId="747"/>
            <ac:inkMk id="79" creationId="{0E328CA6-E03E-5447-B442-615057C2C533}"/>
          </ac:inkMkLst>
        </pc:inkChg>
        <pc:inkChg chg="add">
          <ac:chgData name="Rahul Mishra" userId="57c6469e-ac64-4888-811b-35f0aabddbad" providerId="ADAL" clId="{2587B58E-4F3B-47AB-B3EB-62407C9160B0}" dt="2025-10-05T03:37:29.963" v="147" actId="9405"/>
          <ac:inkMkLst>
            <pc:docMk/>
            <pc:sldMk cId="3559667991" sldId="747"/>
            <ac:inkMk id="81" creationId="{13A53DC5-73C0-E3D0-93C6-75259592DDCF}"/>
          </ac:inkMkLst>
        </pc:inkChg>
        <pc:inkChg chg="add mod">
          <ac:chgData name="Rahul Mishra" userId="57c6469e-ac64-4888-811b-35f0aabddbad" providerId="ADAL" clId="{2587B58E-4F3B-47AB-B3EB-62407C9160B0}" dt="2025-10-05T03:37:39.467" v="154"/>
          <ac:inkMkLst>
            <pc:docMk/>
            <pc:sldMk cId="3559667991" sldId="747"/>
            <ac:inkMk id="82" creationId="{58F3DF8D-AAC9-D147-9D05-6FBE3F73602A}"/>
          </ac:inkMkLst>
        </pc:inkChg>
        <pc:inkChg chg="add">
          <ac:chgData name="Rahul Mishra" userId="57c6469e-ac64-4888-811b-35f0aabddbad" providerId="ADAL" clId="{2587B58E-4F3B-47AB-B3EB-62407C9160B0}" dt="2025-10-05T03:37:31.203" v="149" actId="9405"/>
          <ac:inkMkLst>
            <pc:docMk/>
            <pc:sldMk cId="3559667991" sldId="747"/>
            <ac:inkMk id="83" creationId="{09425580-E077-3320-8616-3FA9D89A3459}"/>
          </ac:inkMkLst>
        </pc:inkChg>
        <pc:inkChg chg="add">
          <ac:chgData name="Rahul Mishra" userId="57c6469e-ac64-4888-811b-35f0aabddbad" providerId="ADAL" clId="{2587B58E-4F3B-47AB-B3EB-62407C9160B0}" dt="2025-10-05T03:37:31.421" v="150" actId="9405"/>
          <ac:inkMkLst>
            <pc:docMk/>
            <pc:sldMk cId="3559667991" sldId="747"/>
            <ac:inkMk id="84" creationId="{651E0329-A8C5-BF28-3970-1DBB6E57382F}"/>
          </ac:inkMkLst>
        </pc:inkChg>
        <pc:inkChg chg="add">
          <ac:chgData name="Rahul Mishra" userId="57c6469e-ac64-4888-811b-35f0aabddbad" providerId="ADAL" clId="{2587B58E-4F3B-47AB-B3EB-62407C9160B0}" dt="2025-10-05T03:37:31.938" v="151" actId="9405"/>
          <ac:inkMkLst>
            <pc:docMk/>
            <pc:sldMk cId="3559667991" sldId="747"/>
            <ac:inkMk id="85" creationId="{4FAA4E37-5E95-D4F8-EFA6-51D18888BFC9}"/>
          </ac:inkMkLst>
        </pc:inkChg>
        <pc:inkChg chg="add">
          <ac:chgData name="Rahul Mishra" userId="57c6469e-ac64-4888-811b-35f0aabddbad" providerId="ADAL" clId="{2587B58E-4F3B-47AB-B3EB-62407C9160B0}" dt="2025-10-05T03:37:38.857" v="153" actId="9405"/>
          <ac:inkMkLst>
            <pc:docMk/>
            <pc:sldMk cId="3559667991" sldId="747"/>
            <ac:inkMk id="87" creationId="{B9D43D6C-5CBE-3632-42C6-ECD9348AF4BC}"/>
          </ac:inkMkLst>
        </pc:inkChg>
        <pc:inkChg chg="add">
          <ac:chgData name="Rahul Mishra" userId="57c6469e-ac64-4888-811b-35f0aabddbad" providerId="ADAL" clId="{2587B58E-4F3B-47AB-B3EB-62407C9160B0}" dt="2025-10-05T03:37:40.602" v="155" actId="9405"/>
          <ac:inkMkLst>
            <pc:docMk/>
            <pc:sldMk cId="3559667991" sldId="747"/>
            <ac:inkMk id="89" creationId="{7F88D7EE-B3E7-1CD3-107D-DE9C990E7DFF}"/>
          </ac:inkMkLst>
        </pc:inkChg>
        <pc:inkChg chg="add">
          <ac:chgData name="Rahul Mishra" userId="57c6469e-ac64-4888-811b-35f0aabddbad" providerId="ADAL" clId="{2587B58E-4F3B-47AB-B3EB-62407C9160B0}" dt="2025-10-05T03:37:40.770" v="156" actId="9405"/>
          <ac:inkMkLst>
            <pc:docMk/>
            <pc:sldMk cId="3559667991" sldId="747"/>
            <ac:inkMk id="90" creationId="{4612A23E-2E6A-9280-3ADD-390FB7CA00B0}"/>
          </ac:inkMkLst>
        </pc:inkChg>
        <pc:inkChg chg="add">
          <ac:chgData name="Rahul Mishra" userId="57c6469e-ac64-4888-811b-35f0aabddbad" providerId="ADAL" clId="{2587B58E-4F3B-47AB-B3EB-62407C9160B0}" dt="2025-10-05T03:37:40.938" v="157" actId="9405"/>
          <ac:inkMkLst>
            <pc:docMk/>
            <pc:sldMk cId="3559667991" sldId="747"/>
            <ac:inkMk id="91" creationId="{7B2881A2-08B1-E647-793A-639E37EF8825}"/>
          </ac:inkMkLst>
        </pc:inkChg>
        <pc:inkChg chg="add mod">
          <ac:chgData name="Rahul Mishra" userId="57c6469e-ac64-4888-811b-35f0aabddbad" providerId="ADAL" clId="{2587B58E-4F3B-47AB-B3EB-62407C9160B0}" dt="2025-10-05T03:37:52.128" v="178"/>
          <ac:inkMkLst>
            <pc:docMk/>
            <pc:sldMk cId="3559667991" sldId="747"/>
            <ac:inkMk id="92" creationId="{D4D30933-DD7D-3491-7308-1DFCAFDBFC1E}"/>
          </ac:inkMkLst>
        </pc:inkChg>
        <pc:inkChg chg="add mod">
          <ac:chgData name="Rahul Mishra" userId="57c6469e-ac64-4888-811b-35f0aabddbad" providerId="ADAL" clId="{2587B58E-4F3B-47AB-B3EB-62407C9160B0}" dt="2025-10-05T03:37:52.128" v="178"/>
          <ac:inkMkLst>
            <pc:docMk/>
            <pc:sldMk cId="3559667991" sldId="747"/>
            <ac:inkMk id="93" creationId="{293B6144-CA7B-1EB7-51F4-B097DB1201CD}"/>
          </ac:inkMkLst>
        </pc:inkChg>
        <pc:inkChg chg="add mod">
          <ac:chgData name="Rahul Mishra" userId="57c6469e-ac64-4888-811b-35f0aabddbad" providerId="ADAL" clId="{2587B58E-4F3B-47AB-B3EB-62407C9160B0}" dt="2025-10-05T03:37:52.128" v="178"/>
          <ac:inkMkLst>
            <pc:docMk/>
            <pc:sldMk cId="3559667991" sldId="747"/>
            <ac:inkMk id="94" creationId="{156ADECA-1A5A-C73B-3B78-CE3427D4ABA0}"/>
          </ac:inkMkLst>
        </pc:inkChg>
        <pc:inkChg chg="add mod">
          <ac:chgData name="Rahul Mishra" userId="57c6469e-ac64-4888-811b-35f0aabddbad" providerId="ADAL" clId="{2587B58E-4F3B-47AB-B3EB-62407C9160B0}" dt="2025-10-05T03:37:52.128" v="178"/>
          <ac:inkMkLst>
            <pc:docMk/>
            <pc:sldMk cId="3559667991" sldId="747"/>
            <ac:inkMk id="95" creationId="{924BB4A3-BA11-8DAD-F507-DA94A3FEE4CC}"/>
          </ac:inkMkLst>
        </pc:inkChg>
        <pc:inkChg chg="add">
          <ac:chgData name="Rahul Mishra" userId="57c6469e-ac64-4888-811b-35f0aabddbad" providerId="ADAL" clId="{2587B58E-4F3B-47AB-B3EB-62407C9160B0}" dt="2025-10-05T03:37:42.620" v="162" actId="9405"/>
          <ac:inkMkLst>
            <pc:docMk/>
            <pc:sldMk cId="3559667991" sldId="747"/>
            <ac:inkMk id="96" creationId="{6120996B-893C-147B-EB35-6F515B4306AF}"/>
          </ac:inkMkLst>
        </pc:inkChg>
        <pc:inkChg chg="add">
          <ac:chgData name="Rahul Mishra" userId="57c6469e-ac64-4888-811b-35f0aabddbad" providerId="ADAL" clId="{2587B58E-4F3B-47AB-B3EB-62407C9160B0}" dt="2025-10-05T03:37:43.796" v="163" actId="9405"/>
          <ac:inkMkLst>
            <pc:docMk/>
            <pc:sldMk cId="3559667991" sldId="747"/>
            <ac:inkMk id="97" creationId="{CF41D855-DC13-1EA4-3326-D02DCE100B2F}"/>
          </ac:inkMkLst>
        </pc:inkChg>
        <pc:inkChg chg="add mod">
          <ac:chgData name="Rahul Mishra" userId="57c6469e-ac64-4888-811b-35f0aabddbad" providerId="ADAL" clId="{2587B58E-4F3B-47AB-B3EB-62407C9160B0}" dt="2025-10-05T03:37:52.128" v="178"/>
          <ac:inkMkLst>
            <pc:docMk/>
            <pc:sldMk cId="3559667991" sldId="747"/>
            <ac:inkMk id="98" creationId="{6E39B79C-FB80-2B0D-5823-B70421BAEF0B}"/>
          </ac:inkMkLst>
        </pc:inkChg>
        <pc:inkChg chg="add mod">
          <ac:chgData name="Rahul Mishra" userId="57c6469e-ac64-4888-811b-35f0aabddbad" providerId="ADAL" clId="{2587B58E-4F3B-47AB-B3EB-62407C9160B0}" dt="2025-10-05T03:37:52.128" v="178"/>
          <ac:inkMkLst>
            <pc:docMk/>
            <pc:sldMk cId="3559667991" sldId="747"/>
            <ac:inkMk id="99" creationId="{1F4F0774-011D-85D3-BBEC-1AC45EE2E457}"/>
          </ac:inkMkLst>
        </pc:inkChg>
        <pc:inkChg chg="add">
          <ac:chgData name="Rahul Mishra" userId="57c6469e-ac64-4888-811b-35f0aabddbad" providerId="ADAL" clId="{2587B58E-4F3B-47AB-B3EB-62407C9160B0}" dt="2025-10-05T03:37:45.374" v="166" actId="9405"/>
          <ac:inkMkLst>
            <pc:docMk/>
            <pc:sldMk cId="3559667991" sldId="747"/>
            <ac:inkMk id="100" creationId="{5E68E005-8E86-4737-F439-272061A12052}"/>
          </ac:inkMkLst>
        </pc:inkChg>
        <pc:inkChg chg="add">
          <ac:chgData name="Rahul Mishra" userId="57c6469e-ac64-4888-811b-35f0aabddbad" providerId="ADAL" clId="{2587B58E-4F3B-47AB-B3EB-62407C9160B0}" dt="2025-10-05T03:37:45.774" v="167" actId="9405"/>
          <ac:inkMkLst>
            <pc:docMk/>
            <pc:sldMk cId="3559667991" sldId="747"/>
            <ac:inkMk id="101" creationId="{CF85D93F-85E0-DE3E-4126-198752BC3CDD}"/>
          </ac:inkMkLst>
        </pc:inkChg>
        <pc:inkChg chg="add">
          <ac:chgData name="Rahul Mishra" userId="57c6469e-ac64-4888-811b-35f0aabddbad" providerId="ADAL" clId="{2587B58E-4F3B-47AB-B3EB-62407C9160B0}" dt="2025-10-05T03:37:46.069" v="168" actId="9405"/>
          <ac:inkMkLst>
            <pc:docMk/>
            <pc:sldMk cId="3559667991" sldId="747"/>
            <ac:inkMk id="102" creationId="{E192A09F-F00C-6BDE-6D25-416454576345}"/>
          </ac:inkMkLst>
        </pc:inkChg>
        <pc:inkChg chg="add">
          <ac:chgData name="Rahul Mishra" userId="57c6469e-ac64-4888-811b-35f0aabddbad" providerId="ADAL" clId="{2587B58E-4F3B-47AB-B3EB-62407C9160B0}" dt="2025-10-05T03:37:47.166" v="169" actId="9405"/>
          <ac:inkMkLst>
            <pc:docMk/>
            <pc:sldMk cId="3559667991" sldId="747"/>
            <ac:inkMk id="103" creationId="{5FCBA92D-2C74-FFDC-61C4-AF2210B4C211}"/>
          </ac:inkMkLst>
        </pc:inkChg>
        <pc:inkChg chg="add">
          <ac:chgData name="Rahul Mishra" userId="57c6469e-ac64-4888-811b-35f0aabddbad" providerId="ADAL" clId="{2587B58E-4F3B-47AB-B3EB-62407C9160B0}" dt="2025-10-05T03:37:47.640" v="170" actId="9405"/>
          <ac:inkMkLst>
            <pc:docMk/>
            <pc:sldMk cId="3559667991" sldId="747"/>
            <ac:inkMk id="104" creationId="{0111BB8B-195C-B812-B120-3F721AEFA469}"/>
          </ac:inkMkLst>
        </pc:inkChg>
        <pc:inkChg chg="add">
          <ac:chgData name="Rahul Mishra" userId="57c6469e-ac64-4888-811b-35f0aabddbad" providerId="ADAL" clId="{2587B58E-4F3B-47AB-B3EB-62407C9160B0}" dt="2025-10-05T03:37:48.009" v="171" actId="9405"/>
          <ac:inkMkLst>
            <pc:docMk/>
            <pc:sldMk cId="3559667991" sldId="747"/>
            <ac:inkMk id="105" creationId="{9DCF00D7-A846-8694-E10E-65C57A421408}"/>
          </ac:inkMkLst>
        </pc:inkChg>
        <pc:inkChg chg="add">
          <ac:chgData name="Rahul Mishra" userId="57c6469e-ac64-4888-811b-35f0aabddbad" providerId="ADAL" clId="{2587B58E-4F3B-47AB-B3EB-62407C9160B0}" dt="2025-10-05T03:37:48.329" v="172" actId="9405"/>
          <ac:inkMkLst>
            <pc:docMk/>
            <pc:sldMk cId="3559667991" sldId="747"/>
            <ac:inkMk id="106" creationId="{CDD584C1-C5BC-FAEB-138C-C4B54E6DB69E}"/>
          </ac:inkMkLst>
        </pc:inkChg>
        <pc:inkChg chg="add mod">
          <ac:chgData name="Rahul Mishra" userId="57c6469e-ac64-4888-811b-35f0aabddbad" providerId="ADAL" clId="{2587B58E-4F3B-47AB-B3EB-62407C9160B0}" dt="2025-10-05T03:37:52.128" v="178"/>
          <ac:inkMkLst>
            <pc:docMk/>
            <pc:sldMk cId="3559667991" sldId="747"/>
            <ac:inkMk id="107" creationId="{37475DC3-B329-601F-3823-CB6350B47A75}"/>
          </ac:inkMkLst>
        </pc:inkChg>
        <pc:inkChg chg="add mod">
          <ac:chgData name="Rahul Mishra" userId="57c6469e-ac64-4888-811b-35f0aabddbad" providerId="ADAL" clId="{2587B58E-4F3B-47AB-B3EB-62407C9160B0}" dt="2025-10-05T03:37:52.128" v="178"/>
          <ac:inkMkLst>
            <pc:docMk/>
            <pc:sldMk cId="3559667991" sldId="747"/>
            <ac:inkMk id="108" creationId="{5E1781BF-D32A-6B3A-ACFA-6E8878686E49}"/>
          </ac:inkMkLst>
        </pc:inkChg>
        <pc:inkChg chg="add mod">
          <ac:chgData name="Rahul Mishra" userId="57c6469e-ac64-4888-811b-35f0aabddbad" providerId="ADAL" clId="{2587B58E-4F3B-47AB-B3EB-62407C9160B0}" dt="2025-10-05T03:37:52.128" v="178"/>
          <ac:inkMkLst>
            <pc:docMk/>
            <pc:sldMk cId="3559667991" sldId="747"/>
            <ac:inkMk id="109" creationId="{3EDCBEC2-7AA9-E6BF-F30B-358182075354}"/>
          </ac:inkMkLst>
        </pc:inkChg>
        <pc:inkChg chg="add">
          <ac:chgData name="Rahul Mishra" userId="57c6469e-ac64-4888-811b-35f0aabddbad" providerId="ADAL" clId="{2587B58E-4F3B-47AB-B3EB-62407C9160B0}" dt="2025-10-05T03:37:50.966" v="176" actId="9405"/>
          <ac:inkMkLst>
            <pc:docMk/>
            <pc:sldMk cId="3559667991" sldId="747"/>
            <ac:inkMk id="110" creationId="{A183ED02-1ECF-F23E-F0D8-CFFCEF0A4D1D}"/>
          </ac:inkMkLst>
        </pc:inkChg>
        <pc:inkChg chg="add">
          <ac:chgData name="Rahul Mishra" userId="57c6469e-ac64-4888-811b-35f0aabddbad" providerId="ADAL" clId="{2587B58E-4F3B-47AB-B3EB-62407C9160B0}" dt="2025-10-05T03:37:51.416" v="177" actId="9405"/>
          <ac:inkMkLst>
            <pc:docMk/>
            <pc:sldMk cId="3559667991" sldId="747"/>
            <ac:inkMk id="111" creationId="{36A6F8EB-F105-16E5-5699-1C74BDF1EAD3}"/>
          </ac:inkMkLst>
        </pc:inkChg>
      </pc:sldChg>
      <pc:sldChg chg="addSp">
        <pc:chgData name="Rahul Mishra" userId="57c6469e-ac64-4888-811b-35f0aabddbad" providerId="ADAL" clId="{2587B58E-4F3B-47AB-B3EB-62407C9160B0}" dt="2025-10-05T03:56:38.064" v="179"/>
        <pc:sldMkLst>
          <pc:docMk/>
          <pc:sldMk cId="1105312716" sldId="748"/>
        </pc:sldMkLst>
        <pc:inkChg chg="add">
          <ac:chgData name="Rahul Mishra" userId="57c6469e-ac64-4888-811b-35f0aabddbad" providerId="ADAL" clId="{2587B58E-4F3B-47AB-B3EB-62407C9160B0}" dt="2025-10-05T03:56:38.064" v="179"/>
          <ac:inkMkLst>
            <pc:docMk/>
            <pc:sldMk cId="1105312716" sldId="748"/>
            <ac:inkMk id="3" creationId="{3EB7A039-90DE-0024-1E1C-F918756CB2F2}"/>
          </ac:inkMkLst>
        </pc:inkChg>
      </pc:sldChg>
      <pc:sldChg chg="addSp">
        <pc:chgData name="Rahul Mishra" userId="57c6469e-ac64-4888-811b-35f0aabddbad" providerId="ADAL" clId="{2587B58E-4F3B-47AB-B3EB-62407C9160B0}" dt="2025-10-05T03:56:38.064" v="179"/>
        <pc:sldMkLst>
          <pc:docMk/>
          <pc:sldMk cId="1908471688" sldId="749"/>
        </pc:sldMkLst>
        <pc:inkChg chg="add">
          <ac:chgData name="Rahul Mishra" userId="57c6469e-ac64-4888-811b-35f0aabddbad" providerId="ADAL" clId="{2587B58E-4F3B-47AB-B3EB-62407C9160B0}" dt="2025-10-05T03:56:38.064" v="179"/>
          <ac:inkMkLst>
            <pc:docMk/>
            <pc:sldMk cId="1908471688" sldId="749"/>
            <ac:inkMk id="3" creationId="{90204A9E-15CB-09D8-DF5C-3C3B782AD1DD}"/>
          </ac:inkMkLst>
        </pc:inkChg>
      </pc:sldChg>
      <pc:sldChg chg="addSp">
        <pc:chgData name="Rahul Mishra" userId="57c6469e-ac64-4888-811b-35f0aabddbad" providerId="ADAL" clId="{2587B58E-4F3B-47AB-B3EB-62407C9160B0}" dt="2025-10-11T02:54:22.385" v="197"/>
        <pc:sldMkLst>
          <pc:docMk/>
          <pc:sldMk cId="3346887394" sldId="750"/>
        </pc:sldMkLst>
        <pc:inkChg chg="add">
          <ac:chgData name="Rahul Mishra" userId="57c6469e-ac64-4888-811b-35f0aabddbad" providerId="ADAL" clId="{2587B58E-4F3B-47AB-B3EB-62407C9160B0}" dt="2025-10-11T02:54:22.385" v="197"/>
          <ac:inkMkLst>
            <pc:docMk/>
            <pc:sldMk cId="3346887394" sldId="750"/>
            <ac:inkMk id="3" creationId="{037B6282-3180-4D9D-68FC-BA713EEC3FCA}"/>
          </ac:inkMkLst>
        </pc:inkChg>
      </pc:sldChg>
      <pc:sldChg chg="addSp">
        <pc:chgData name="Rahul Mishra" userId="57c6469e-ac64-4888-811b-35f0aabddbad" providerId="ADAL" clId="{2587B58E-4F3B-47AB-B3EB-62407C9160B0}" dt="2025-10-11T02:54:22.385" v="197"/>
        <pc:sldMkLst>
          <pc:docMk/>
          <pc:sldMk cId="3731638243" sldId="751"/>
        </pc:sldMkLst>
        <pc:inkChg chg="add">
          <ac:chgData name="Rahul Mishra" userId="57c6469e-ac64-4888-811b-35f0aabddbad" providerId="ADAL" clId="{2587B58E-4F3B-47AB-B3EB-62407C9160B0}" dt="2025-10-11T02:54:22.385" v="197"/>
          <ac:inkMkLst>
            <pc:docMk/>
            <pc:sldMk cId="3731638243" sldId="751"/>
            <ac:inkMk id="3" creationId="{AB80A663-79FA-A035-D8D1-1434CA3C1D63}"/>
          </ac:inkMkLst>
        </pc:inkChg>
      </pc:sldChg>
      <pc:sldChg chg="addSp">
        <pc:chgData name="Rahul Mishra" userId="57c6469e-ac64-4888-811b-35f0aabddbad" providerId="ADAL" clId="{2587B58E-4F3B-47AB-B3EB-62407C9160B0}" dt="2025-10-11T02:54:22.385" v="197"/>
        <pc:sldMkLst>
          <pc:docMk/>
          <pc:sldMk cId="1886181441" sldId="753"/>
        </pc:sldMkLst>
        <pc:inkChg chg="add">
          <ac:chgData name="Rahul Mishra" userId="57c6469e-ac64-4888-811b-35f0aabddbad" providerId="ADAL" clId="{2587B58E-4F3B-47AB-B3EB-62407C9160B0}" dt="2025-10-11T02:54:22.385" v="197"/>
          <ac:inkMkLst>
            <pc:docMk/>
            <pc:sldMk cId="1886181441" sldId="753"/>
            <ac:inkMk id="3" creationId="{6DB6669C-080D-4B6D-1FC5-3EC14371F869}"/>
          </ac:inkMkLst>
        </pc:inkChg>
      </pc:sldChg>
      <pc:sldChg chg="addSp">
        <pc:chgData name="Rahul Mishra" userId="57c6469e-ac64-4888-811b-35f0aabddbad" providerId="ADAL" clId="{2587B58E-4F3B-47AB-B3EB-62407C9160B0}" dt="2025-10-11T03:12:28.240" v="199"/>
        <pc:sldMkLst>
          <pc:docMk/>
          <pc:sldMk cId="2056281073" sldId="755"/>
        </pc:sldMkLst>
        <pc:inkChg chg="add">
          <ac:chgData name="Rahul Mishra" userId="57c6469e-ac64-4888-811b-35f0aabddbad" providerId="ADAL" clId="{2587B58E-4F3B-47AB-B3EB-62407C9160B0}" dt="2025-10-11T03:12:28.240" v="199"/>
          <ac:inkMkLst>
            <pc:docMk/>
            <pc:sldMk cId="2056281073" sldId="755"/>
            <ac:inkMk id="3" creationId="{B2FAF194-4CFC-1AC2-2032-976DAA895D6A}"/>
          </ac:inkMkLst>
        </pc:inkChg>
      </pc:sldChg>
      <pc:sldChg chg="addSp new">
        <pc:chgData name="Rahul Mishra" userId="57c6469e-ac64-4888-811b-35f0aabddbad" providerId="ADAL" clId="{2587B58E-4F3B-47AB-B3EB-62407C9160B0}" dt="2025-10-11T03:12:28.240" v="199"/>
        <pc:sldMkLst>
          <pc:docMk/>
          <pc:sldMk cId="331554487" sldId="756"/>
        </pc:sldMkLst>
        <pc:inkChg chg="add">
          <ac:chgData name="Rahul Mishra" userId="57c6469e-ac64-4888-811b-35f0aabddbad" providerId="ADAL" clId="{2587B58E-4F3B-47AB-B3EB-62407C9160B0}" dt="2025-10-11T03:12:28.240" v="199"/>
          <ac:inkMkLst>
            <pc:docMk/>
            <pc:sldMk cId="331554487" sldId="756"/>
            <ac:inkMk id="3" creationId="{D7360748-8AE9-C51C-29C5-97A6D36B1B01}"/>
          </ac:inkMkLst>
        </pc:inkChg>
      </pc:sldChg>
      <pc:sldChg chg="addSp delSp modSp new mod">
        <pc:chgData name="Rahul Mishra" userId="57c6469e-ac64-4888-811b-35f0aabddbad" providerId="ADAL" clId="{2587B58E-4F3B-47AB-B3EB-62407C9160B0}" dt="2025-10-11T03:31:04.059" v="211"/>
        <pc:sldMkLst>
          <pc:docMk/>
          <pc:sldMk cId="952891733" sldId="757"/>
        </pc:sldMkLst>
        <pc:grpChg chg="del mod">
          <ac:chgData name="Rahul Mishra" userId="57c6469e-ac64-4888-811b-35f0aabddbad" providerId="ADAL" clId="{2587B58E-4F3B-47AB-B3EB-62407C9160B0}" dt="2025-10-11T03:12:47.985" v="210"/>
          <ac:grpSpMkLst>
            <pc:docMk/>
            <pc:sldMk cId="952891733" sldId="757"/>
            <ac:grpSpMk id="7" creationId="{F58E2FB1-3C09-B632-1719-92606C22DD31}"/>
          </ac:grpSpMkLst>
        </pc:grpChg>
        <pc:grpChg chg="mod">
          <ac:chgData name="Rahul Mishra" userId="57c6469e-ac64-4888-811b-35f0aabddbad" providerId="ADAL" clId="{2587B58E-4F3B-47AB-B3EB-62407C9160B0}" dt="2025-10-11T03:12:47.985" v="210"/>
          <ac:grpSpMkLst>
            <pc:docMk/>
            <pc:sldMk cId="952891733" sldId="757"/>
            <ac:grpSpMk id="12" creationId="{FBB41608-335C-6F23-038C-B696C079954F}"/>
          </ac:grpSpMkLst>
        </pc:grpChg>
        <pc:inkChg chg="add mod">
          <ac:chgData name="Rahul Mishra" userId="57c6469e-ac64-4888-811b-35f0aabddbad" providerId="ADAL" clId="{2587B58E-4F3B-47AB-B3EB-62407C9160B0}" dt="2025-10-11T03:12:47.985" v="210"/>
          <ac:inkMkLst>
            <pc:docMk/>
            <pc:sldMk cId="952891733" sldId="757"/>
            <ac:inkMk id="3" creationId="{6EC74293-758E-BF9A-AEF7-6D3D0153D396}"/>
          </ac:inkMkLst>
        </pc:inkChg>
        <pc:inkChg chg="add mod">
          <ac:chgData name="Rahul Mishra" userId="57c6469e-ac64-4888-811b-35f0aabddbad" providerId="ADAL" clId="{2587B58E-4F3B-47AB-B3EB-62407C9160B0}" dt="2025-10-11T03:12:47.985" v="210"/>
          <ac:inkMkLst>
            <pc:docMk/>
            <pc:sldMk cId="952891733" sldId="757"/>
            <ac:inkMk id="4" creationId="{2083249F-C37F-4173-1018-9BC93B86563D}"/>
          </ac:inkMkLst>
        </pc:inkChg>
        <pc:inkChg chg="add mod">
          <ac:chgData name="Rahul Mishra" userId="57c6469e-ac64-4888-811b-35f0aabddbad" providerId="ADAL" clId="{2587B58E-4F3B-47AB-B3EB-62407C9160B0}" dt="2025-10-11T03:12:47.985" v="210"/>
          <ac:inkMkLst>
            <pc:docMk/>
            <pc:sldMk cId="952891733" sldId="757"/>
            <ac:inkMk id="5" creationId="{639F41FE-5D43-53FB-1BE1-23CF87812FA2}"/>
          </ac:inkMkLst>
        </pc:inkChg>
        <pc:inkChg chg="add mod">
          <ac:chgData name="Rahul Mishra" userId="57c6469e-ac64-4888-811b-35f0aabddbad" providerId="ADAL" clId="{2587B58E-4F3B-47AB-B3EB-62407C9160B0}" dt="2025-10-11T03:12:47.985" v="210"/>
          <ac:inkMkLst>
            <pc:docMk/>
            <pc:sldMk cId="952891733" sldId="757"/>
            <ac:inkMk id="6" creationId="{89FEF6AB-6A39-AD71-7452-3E55454E70EB}"/>
          </ac:inkMkLst>
        </pc:inkChg>
        <pc:inkChg chg="add mod">
          <ac:chgData name="Rahul Mishra" userId="57c6469e-ac64-4888-811b-35f0aabddbad" providerId="ADAL" clId="{2587B58E-4F3B-47AB-B3EB-62407C9160B0}" dt="2025-10-11T03:12:47.985" v="210"/>
          <ac:inkMkLst>
            <pc:docMk/>
            <pc:sldMk cId="952891733" sldId="757"/>
            <ac:inkMk id="8" creationId="{9C9626FB-9400-FECE-5639-19CA9445C3B7}"/>
          </ac:inkMkLst>
        </pc:inkChg>
        <pc:inkChg chg="add mod">
          <ac:chgData name="Rahul Mishra" userId="57c6469e-ac64-4888-811b-35f0aabddbad" providerId="ADAL" clId="{2587B58E-4F3B-47AB-B3EB-62407C9160B0}" dt="2025-10-11T03:12:47.985" v="210"/>
          <ac:inkMkLst>
            <pc:docMk/>
            <pc:sldMk cId="952891733" sldId="757"/>
            <ac:inkMk id="9" creationId="{4515A6DD-5233-60DB-4EA6-F9962C9438F2}"/>
          </ac:inkMkLst>
        </pc:inkChg>
        <pc:inkChg chg="add mod">
          <ac:chgData name="Rahul Mishra" userId="57c6469e-ac64-4888-811b-35f0aabddbad" providerId="ADAL" clId="{2587B58E-4F3B-47AB-B3EB-62407C9160B0}" dt="2025-10-11T03:12:47.985" v="210"/>
          <ac:inkMkLst>
            <pc:docMk/>
            <pc:sldMk cId="952891733" sldId="757"/>
            <ac:inkMk id="10" creationId="{0A8182EA-BE96-51B6-B9CF-A24084AA29C3}"/>
          </ac:inkMkLst>
        </pc:inkChg>
        <pc:inkChg chg="add mod">
          <ac:chgData name="Rahul Mishra" userId="57c6469e-ac64-4888-811b-35f0aabddbad" providerId="ADAL" clId="{2587B58E-4F3B-47AB-B3EB-62407C9160B0}" dt="2025-10-11T03:12:47.985" v="210"/>
          <ac:inkMkLst>
            <pc:docMk/>
            <pc:sldMk cId="952891733" sldId="757"/>
            <ac:inkMk id="11" creationId="{DFE551A3-3DA8-DE85-70D4-149428B9798C}"/>
          </ac:inkMkLst>
        </pc:inkChg>
        <pc:inkChg chg="add">
          <ac:chgData name="Rahul Mishra" userId="57c6469e-ac64-4888-811b-35f0aabddbad" providerId="ADAL" clId="{2587B58E-4F3B-47AB-B3EB-62407C9160B0}" dt="2025-10-11T03:31:04.059" v="211"/>
          <ac:inkMkLst>
            <pc:docMk/>
            <pc:sldMk cId="952891733" sldId="757"/>
            <ac:inkMk id="13" creationId="{B68CE742-99D9-8092-C4BB-517051CAAE04}"/>
          </ac:inkMkLst>
        </pc:inkChg>
      </pc:sldChg>
    </pc:docChg>
  </pc:docChgLst>
  <pc:docChgLst>
    <pc:chgData name="Rahul Mishra" userId="57c6469e-ac64-4888-811b-35f0aabddbad" providerId="ADAL" clId="{3E681618-FABC-4C55-B899-B7C053809876}"/>
    <pc:docChg chg="custSel modSld">
      <pc:chgData name="Rahul Mishra" userId="57c6469e-ac64-4888-811b-35f0aabddbad" providerId="ADAL" clId="{3E681618-FABC-4C55-B899-B7C053809876}" dt="2025-04-04T16:57:24.318" v="11" actId="478"/>
      <pc:docMkLst>
        <pc:docMk/>
      </pc:docMkLst>
      <pc:sldChg chg="delSp mod">
        <pc:chgData name="Rahul Mishra" userId="57c6469e-ac64-4888-811b-35f0aabddbad" providerId="ADAL" clId="{3E681618-FABC-4C55-B899-B7C053809876}" dt="2025-04-04T16:56:30.982" v="1" actId="478"/>
        <pc:sldMkLst>
          <pc:docMk/>
          <pc:sldMk cId="1963560603" sldId="703"/>
        </pc:sldMkLst>
      </pc:sldChg>
      <pc:sldChg chg="delSp mod">
        <pc:chgData name="Rahul Mishra" userId="57c6469e-ac64-4888-811b-35f0aabddbad" providerId="ADAL" clId="{3E681618-FABC-4C55-B899-B7C053809876}" dt="2025-04-04T16:56:34.967" v="2" actId="478"/>
        <pc:sldMkLst>
          <pc:docMk/>
          <pc:sldMk cId="27069804" sldId="704"/>
        </pc:sldMkLst>
      </pc:sldChg>
      <pc:sldChg chg="delSp mod">
        <pc:chgData name="Rahul Mishra" userId="57c6469e-ac64-4888-811b-35f0aabddbad" providerId="ADAL" clId="{3E681618-FABC-4C55-B899-B7C053809876}" dt="2025-04-04T16:56:38.348" v="3" actId="478"/>
        <pc:sldMkLst>
          <pc:docMk/>
          <pc:sldMk cId="2419265415" sldId="705"/>
        </pc:sldMkLst>
      </pc:sldChg>
      <pc:sldChg chg="delSp mod">
        <pc:chgData name="Rahul Mishra" userId="57c6469e-ac64-4888-811b-35f0aabddbad" providerId="ADAL" clId="{3E681618-FABC-4C55-B899-B7C053809876}" dt="2025-04-04T16:56:43.726" v="4" actId="478"/>
        <pc:sldMkLst>
          <pc:docMk/>
          <pc:sldMk cId="1614151050" sldId="706"/>
        </pc:sldMkLst>
      </pc:sldChg>
      <pc:sldChg chg="delSp mod">
        <pc:chgData name="Rahul Mishra" userId="57c6469e-ac64-4888-811b-35f0aabddbad" providerId="ADAL" clId="{3E681618-FABC-4C55-B899-B7C053809876}" dt="2025-04-04T16:56:57.221" v="5" actId="478"/>
        <pc:sldMkLst>
          <pc:docMk/>
          <pc:sldMk cId="2456333741" sldId="708"/>
        </pc:sldMkLst>
      </pc:sldChg>
      <pc:sldChg chg="delSp mod">
        <pc:chgData name="Rahul Mishra" userId="57c6469e-ac64-4888-811b-35f0aabddbad" providerId="ADAL" clId="{3E681618-FABC-4C55-B899-B7C053809876}" dt="2025-04-04T16:57:08.390" v="7" actId="478"/>
        <pc:sldMkLst>
          <pc:docMk/>
          <pc:sldMk cId="3045213416" sldId="709"/>
        </pc:sldMkLst>
      </pc:sldChg>
      <pc:sldChg chg="delSp mod">
        <pc:chgData name="Rahul Mishra" userId="57c6469e-ac64-4888-811b-35f0aabddbad" providerId="ADAL" clId="{3E681618-FABC-4C55-B899-B7C053809876}" dt="2025-04-04T16:57:12.300" v="8" actId="478"/>
        <pc:sldMkLst>
          <pc:docMk/>
          <pc:sldMk cId="2075406528" sldId="710"/>
        </pc:sldMkLst>
      </pc:sldChg>
      <pc:sldChg chg="delSp mod">
        <pc:chgData name="Rahul Mishra" userId="57c6469e-ac64-4888-811b-35f0aabddbad" providerId="ADAL" clId="{3E681618-FABC-4C55-B899-B7C053809876}" dt="2025-04-04T16:57:19.438" v="10" actId="478"/>
        <pc:sldMkLst>
          <pc:docMk/>
          <pc:sldMk cId="3924947299" sldId="711"/>
        </pc:sldMkLst>
      </pc:sldChg>
      <pc:sldChg chg="delSp mod">
        <pc:chgData name="Rahul Mishra" userId="57c6469e-ac64-4888-811b-35f0aabddbad" providerId="ADAL" clId="{3E681618-FABC-4C55-B899-B7C053809876}" dt="2025-04-04T16:57:24.318" v="11" actId="478"/>
        <pc:sldMkLst>
          <pc:docMk/>
          <pc:sldMk cId="1979303573" sldId="712"/>
        </pc:sldMkLst>
      </pc:sldChg>
      <pc:sldChg chg="delSp mod">
        <pc:chgData name="Rahul Mishra" userId="57c6469e-ac64-4888-811b-35f0aabddbad" providerId="ADAL" clId="{3E681618-FABC-4C55-B899-B7C053809876}" dt="2025-04-04T16:56:26.582" v="0" actId="478"/>
        <pc:sldMkLst>
          <pc:docMk/>
          <pc:sldMk cId="2708096834" sldId="74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3:20:38.6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4622 7761 1599 0,'0'0'245'0,"-16"-3"-39"16,16 3-30-16,0 0-2 0,-16-1-3 0,16 1 17 15,-11-4 10-15,11 4-5 0,0 0 14 16,-16-1 6-16,16 1-2 0,0 0-2 0,-11-3-7 16,11 3-5-16,0 0-7 0,0 0-8 15,-13-3-12-15,13 3-7 0,0 0-8 16,0 0-4-16,0 0-6 0,0 0 2 16,0 0 13-16,0 0-13 0,0 0 4 0,0 0-1 15,0 0-5-15,28-4-4 0,-14 2-4 16,5 0-10-16,3 0-10 0,3 1-6 15,13-2-8-15,5 0-8 0,-4 3-12 0,8 3-11 16,-2-3-3-16,5 0-6 0,-3 0-10 16,3 3 0-16,0 0-10 0,1-1 2 0,-2 0-4 15,0 0-9-15,-1-2 3 0,0 1-6 16,-4 3-4-16,-3-4-3 0,0 4-2 0,-10-2 3 16,-5 0-8-16,-3-1 4 0,-4 2-7 15,0 0-2-15,-2-2 2 0,-1 3-6 16,-2-4 6-16,0 2-4 0,-3 1 0 15,2-3 6-15,-1 4 8 0,1-3 14 0,1 1-3 16,-1-1-33-16,1-1 0 0,3 2 0 16,-2-2 0-16,4 0 0 0,0 2 0 0,4 0 0 15,2-2 0-15,3 2 0 0,14 1 0 16,-2-1 0-16,0 1 0 0,2-1 0 16,-2 1 0-16,1 1 0 0,-2-3 0 15,1 3 0-15,0-2 0 0,-1 1 0 16,-7-3 0-16,-1 2 0 0,-3-1 0 0,5-1 0 15,-3 0 0-15,12 1 0 0,-8-1 0 16,-4-1 0-16,1 1 0 0,-3-1 0 0,13 1 0 16,1-2 0-16,-10 2 0 0,-2 0 0 15,-1 0 0-15,3-2 0 0,-1 2 0 0,-2 2 0 16,-1-2 0-16,1-2 0 0,-1 4 0 16,1-4 0-16,-2 2 0 0,2 0 0 0,-1-1 0 15,10-1 0-15,2-2 0 0,1 0 0 16,2 2 0-16,0-4 0 0,3 3 0 0,-2 0 0 15,2-3 0-15,1 4 0 16,1-2 0-16,-3 1 0 0,3-1 0 0,-2 2 0 16,-4-3 0-16,-4 2 0 0,2 0 0 15,-12 0 0-15,-3 1 0 0,-3-2 0 0,-4 4 0 16,3-4 0-16,-3 1 0 0,0-1 0 16,0-2 0-16,0 3 0 0,-2 0 0 15,2-3 0-15,-3 4 0 0,0-3 0 0,-2-1 0 16,1 2 0-16,-1 0 0 0,-2 0 0 15,3-1 0-15,-3 1 0 0,-2 1 0 0,1 0 0 16,1 0 0-16,-3-3 0 0,2 1 0 16,-1 0 0-16,0 0 0 0,2-1 0 0,2 1 0 15,-4-5 0-15,3 2 0 0,-1-3 0 16,3-1 0-16,1-2 0 0,-2 1 0 0,2-3 0 16,-2 0 0-16,3-8 0 15,1 1 0-15,-4-2 0 0,-2-4 0 0,1-5 0 16,-4 1 0-16,-3-5 0 0,3-5 0 15,-2-11 0-15,0 2 0 0,-4 7 0 0,1-12 0 16,3 2 0-16,-1 1 0 0,0 11 0 16,-3 2 0-16,3-1 0 0,-3 3 0 15,0 3 0-15,-2 5 0 0,0 5 0 0,2 1 0 16,-2 0 0-16,0 2 0 0,0-1 0 16,0 1 0-16,0 4 0 0,0-2 0 0,0 1 0 15,0-1 0-15,-2 3 0 16,2 1 0-16,0-1 0 0,0 3 0 0,0 3 0 15,0-1 0-15,0 2 0 0,-2 3 0 16,2-1 0-16,0 1 0 0,0 1 0 0,0-2 0 16,0 0 0-16,0 3 0 0,0-1 0 15,0 0 0-15,0 7 0 0,0-12 0 0,0 6 0 16,0 6 0-16,0-9 0 0,0 3 0 16,0 6 0-16,0-9 0 0,0 9 0 0,0-9 0 15,0 9 0-15,0-5 0 0,0 5 0 16,0 0 0-16,-2-10 0 0,2 10 0 0,0 0 0 15,0 0 0-15,0-6 0 16,0 6 0-16,0 0 0 0,0 0 0 0,0 0 0 16,0-8 0-16,0 8 0 0,0 0 0 15,0 0 0-15,0-6 0 0,0 6 0 0,0 0 0 16,0 0 0-16,0 0 0 0,0 0 0 16,0 0 0-16,0 0 0 0,0 0 0 15,0-9 0-15,0 9 0 0,0 0 0 0,0 0 0 16,0 0 0-16,0 0 0 0,0 0 0 15,0 0 0-15,0 0 0 0,0 0 0 16,0 0 0-16,-5-5 0 0,5 5 0 0,0 0 0 16,0 0 0-16,0 0 0 0,-8-3 0 0,8 3 0 15,-10-4 0-15,10 4 0 0,-13-3 0 16,3 1 0-16,-1-1 0 0,-3 1 0 0,-1-2 0 16,-2 3 0-16,-5-3 0 15,2 1 0-15,-3 2 0 0,-4-3 0 0,3 2 0 16,-6 0 0-16,3 1 0 0,-1-1 0 15,-3 2 0-15,2 0 0 0,-11-2 0 0,7 1 0 16,3 1 0-16,-1 1 0 0,1-1 0 16,3 0 0-16,-1 0 0 0,0 2 0 0,-1-2 0 15,2 2 0-15,-1-1 0 0,1 1 0 16,0 0 0-16,2 0 0 0,0 0 0 0,1 2 0 16,1-2 0-16,0 0 0 15,0-1 0-15,5 3 0 0,-4-2 0 0,3 1 0 16,0-1 0-16,2-1 0 0,-2 3 0 15,2-2 0-15,-3 1 0 0,4 0 0 16,0-3 0-16,-2 2 0 0,0 0 0 0,1 0 0 16,-2 0 0-16,1-2 0 0,0 2 0 15,-1-2 0-15,-3 1 0 0,2 0 0 0,1-1 0 16,-5 2 0-16,4 1 0 0,-1-3 0 16,-2 2 0-16,1 0 0 0,0 0 0 0,1 0 0 15,0-1 0-15,2 2 0 0,-2-3 0 16,2 0 0-16,0 0 0 0,4 2 0 0,-4-2 0 15,3 2 0-15,2 0 0 0,-2-2 0 16,-3 2 0-16,4 0 0 0,-2-2 0 16,1 2 0-16,-1-2 0 0,0 1 0 15,1-1 0-15,0 1 0 0,0 2 0 0,1-3 0 16,-4 0 0-16,2 2 0 0,-4 0 0 16,4 0 0-16,-2 0 0 0,2-1 0 0,-5 2 0 15,4-1 0-15,-2 0 0 0,0 0 0 16,-1 0 0-16,1 0 0 0,0 0 0 0,3 0 0 15,-5 1 0-15,4-2 0 0,-2 1 0 16,1-1 0-16,2 3 0 0,2-4 0 16,-2 2 0-16,1 0 0 0,3-2 0 15,-4 0 0-15,2 0 0 0,1 0 0 16,-1 0 0-16,-2 0 0 0,0 0 0 0,-2 0 0 16,-2 2 0-16,-2-2 0 0,-1 3 0 15,-5-2 0-15,0 1 0 0,4 0 0 0,-2 0 0 16,-1 0 0-16,1 1 0 0,1-2 0 15,-1 1 0-15,2 2 0 0,-3-3 0 0,1 1 0 16,0 1 0-16,0-2 0 0,2 2 0 16,-3 0 0-16,2-1 0 0,-3 2 0 0,-8-1 0 15,0 2 0-15,0 0 0 16,0-2 0-16,-1 2 0 0,4 3 0 0,-2-3 0 0,8 0 0 16,1 0 0-16,1-1 0 15,-1-2 0-15,2 4 0 0,0-3 0 0,2 1 0 16,-2-1 0-16,3 1 0 0,-3-1 0 15,6 1 0-15,0-1 0 0,-2-1 0 0,2 1 0 16,0-1 0-16,-2 1 0 0,0-1 0 16,1-1 0-16,-2 1 0 0,1-2 0 0,3 2 0 15,-4-2 0-15,1 0 0 0,1 2 0 16,-2-2 0-16,3-2 0 0,2 2 0 16,0-2 0-16,2 0 0 0,1 2 0 0,-1-1 0 15,0-1 0-15,2 0 0 0,1-1 0 16,1 1 0-16,1-1 0 0,0 1 0 0,10 2 0 15,-14-3 0-15,6-1 0 0,8 4 0 16,-12-3 0-16,12 3 0 0,-7-4 0 0,7 4 0 16,-6-3 0-16,6 3 0 15,0 0 0-15,-7-7 0 0,7 7 0 0,0 0 0 16,0-6 0-16,0 6 0 0,0 0 0 16,4-11 0-16,-4 11 0 0,3-8 0 0,-1 4 0 15,2-1 0-15,-1-2 0 0,1 2 0 16,2 0 0-16,0-2 0 0,0-1 0 0,-1 2 0 15,1-1 0-15,-1 1 0 0,2-1 0 16,-2-2 0-16,-1 2 0 0,2 3 0 0,-3-4 0 16,1 2 0-16,0-2 0 0,0 1 0 15,0 1 0-15,-2 0 0 0,2 0 0 16,-3 0 0-16,-1 6 0 0,6-8 0 16,-4 3 0-16,-2 5 0 0,3-6 0 15,-3 6 0-15,0-8 0 0,0 8 0 0,2-7 0 16,-2 7 0-16,0 0 0 0,2-7 0 15,-2 7 0-15,0 0 0 0,2-7 0 0,-2 7 0 16,0 0 0-16,0 0 0 0,0 0 0 16,0 0 0-16,0 0 0 0,0 0 0 0,-4-6 0 15,4 6 0-15,0 0 0 16,0 0 0-16,-13-2 0 0,13 2 0 0,-15 2 0 0,15-2 0 16,-23 2 0-16,6 2 0 15,-3-4 0-15,-7 2 0 0,-12 1 0 0,-1 1 0 16,-1 1 0-16,-2 0 0 0,-2-1 0 15,-1 2 0-15,-3-4 0 0,-1 2 0 0,-11 0 0 16,0-2 0-16,9 3 0 0,-7-1 0 16,12-2 0-16,-1 0 0 0,3-1 0 0,0 2 0 15,2-3 0-15,2 0 0 0,9 0 0 16,3 0 0-16,2 2 0 0,0-4 0 16,0 2 0-16,6 0 0 0,-1-3 0 0,2 2 0 15,1 1 0-15,-1-2 0 0,2 0 0 16,-2 0 0-16,1 0 0 0,2-1 0 0,2 1 0 15,2 0 0-15,-3 0 0 0,1-2 0 16,2 0 0-16,-6 1 0 0,1 0 0 16,0-1 0-16,-7-1 0 0,0 2 0 15,0-3 0-15,-9 1 0 0,5-3 0 0,-5 1 0 16,7 2 0-16,4 0 0 0,3 1 0 16,-1-2 0-16,-1-1 0 0,4 1 0 0,0 1 0 15,0 0 0-15,0 0 0 0,1 2 0 16,0-2 0-16,1-1 0 0,-2 3 0 0,2-2 0 15,3 3 0-15,-1-2 0 0,3 3 0 16,0-2 0-16,3 1 0 0,8 2 0 0,-17-3 0 16,7 1 0-16,10 2 0 0,-15-2 0 15,8 0 0-15,7 2 0 0,-18-3 0 16,9 3 0-16,-5-2 0 0,1 2 0 16,-2-1 0-16,-2 1 0 0,-2 0 0 0,0-2 0 15,2 4 0-15,2-4 0 0,-3 4 0 16,5-2 0-16,0 0 0 0,1 0 0 0,12 0 0 15,-21-2 0-15,14 2 0 0,7 0 0 16,-18-2 0-16,18 2 0 0,-11 0 0 0,11 0 0 16,-12 0 0-16,12 0 0 0,0 0 0 15,-13 0 0-15,13 0 0 0,0 0 0 0,0 0 0 16,-16 2 0-16,16-2 0 0,-5 3 0 16,5-3 0-16,-9 9 0 0,3-2 0 0,-1 8 0 15,-3 1 0-15,-3 7 0 16,-1 5 0-16,-1 2 0 0,1 3 0 0,-4 8 0 0,0 1 0 15,0 1 0-15,4-6 0 16,-1 6 0-16,-2 1 0 0,2-9 0 0,-1 0 0 16,3-4 0-16,-3 4 0 0,3-4 0 15,0 2 0-15,0-4 0 0,-1 0 0 0,3-2 0 16,3-3 0-16,1-4 0 0,0 1 0 16,0 1 0-16,3-1 0 0,-1 2 0 0,-1-1 0 15,2 2 0-15,0-2 0 0,2 1 0 16,0-1 0-16,0 0 0 0,-1-3 0 15,3-1 0-15,-2 0 0 0,2-5 0 0,0 1 0 16,-2 0 0-16,2-3 0 0,-2 1 0 16,2 1 0-16,-2-1 0 0,2 0 0 0,0-1 0 15,0-1 0-15,0 2 0 16,0 2 0-16,0-5 0 0,0 5 0 0,0-3 0 16,0 2 0-16,0 1 0 0,0-2 0 15,0 3 0-15,0 0 0 0,2-1 0 0,-2 4 0 16,2 1 0-16,0-1 0 15,3 3 0-15,-1 0 0 0,2-1 0 0,0 3 0 16,0-4 0-16,1 3 0 0,2-4 0 0,0 2 0 16,0-2 0-16,2-1 0 0,1-1 0 0,-1 0 0 15,3-3 0-15,3 0 0 16,0 2 0-16,3 2 0 0,2-6 0 0,4 4 0 0,-4-3 0 16,-4-4 0-16,3 1 0 15,8 4 0-15,0-1 0 0,1-2 0 0,3 1 0 16,-1-3 0-16,2 1 0 0,4-1 0 15,3 1 0-15,-2-2 0 0,1-1 0 0,4 3 0 16,-2-4 0-16,4 1 0 0,-2-3 0 16,-3-1 0-16,2-2 0 0,0 3 0 0,-2-3 0 15,-9 3 0-15,-3-2 0 0,-1-1 0 16,-6 3 0-16,0-3 0 0,-1 1 0 0,-3-1 0 16,0 2 0-16,0 0 0 15,0 0 0-15,-2 0 0 0,-3-1 0 0,1 2 0 16,4-2 0-16,-2 0 0 0,0 1 0 0,0 0 0 15,-1 0 0-15,2-1 0 0,0 2 0 16,-1-3 0-16,-2 2 0 0,2-2 0 16,1 2 0-16,-1 0 0 0,-2 0 0 15,2-2 0-15,2 1 0 0,2 3 0 0,-1-3 0 16,0 2 0-16,0-1 0 0,4 0 0 16,-1-2 0-16,7 0 0 0,3 0 0 0,13 0 0 15,0-3 0-15,3 3 0 0,0-1 0 16,-1-2 0-16,1 3 0 0,-4-1 0 0,-2 5 0 15,-8-4 0-15,-5 0 0 0,-2 1 0 16,1 0 0-16,-9-1 0 0,2 2 0 16,-2 0 0-16,0-2 0 0,0 2 0 0,-2-2 0 15,4 2 0-15,4-6 0 0,9-1 0 16,8 0 0-16,2-2 0 0,12-3 0 16,-2 2 0-16,5-4 0 0,-1 4 0 15,-1 0 0-15,-14 1 0 0,2 1 0 0,-7 1 0 16,-8 2 0-16,-7 2 0 0,-1-3 0 15,-6 2 0-15,-2 1 0 0,-1-1 0 0,1 0 0 16,-5 0 0-16,0 2 0 0,-9 0 0 16,18-3 0-16,-11 3 0 0,-7 0 0 15,11-2 0-15,-11 2 0 0,10-2 0 0,-10 2 0 16,0 0 0-16,0 0 0 0,0 0 0 16,0 0 0-16,0 0 0 0,15 2 0 15,-15-2 0-15,0 0 0 0,0 0 0 0,0 0 0 16,-30 14-4-16,15-9-345 0,-6 3-126 15,-8 6-141-15,-1-2-250 0,5-3 34 0,-4 3 82 16,-2 3-712-16,7-7-911 0</inkml:trace>
  <inkml:trace contextRef="#ctx0" brushRef="#br0" timeOffset="6365.68">8994 6615 882 0,'0'-12'301'0,"0"1"-115"0,0 1-31 0,2-2-18 15,-2 3-8-15,2-3-2 0,0-1-6 16,-2 3-2-16,2-2 10 0,0 1 10 15,0 4-3-15,-2-1-11 0,2 1-13 0,-2 7-11 16,2-9-12-16,-2 9-6 0,0 0 5 16,0 0 22-16,11 16 1 0,-4-1 6 0,3 4 5 15,1 12 0-15,5 0-4 0,-1 4-3 16,6 6 1-16,1-1-10 0,-4 2-9 0,-4-7-6 16,-1-4-10-16,-4 4-6 0,1-4 12 15,-4-5 6-15,-6-6 0 0,-4 2 14 16,-10 6 15-16,-2-2 5 0,-11-2-7 0,-14-1 16 15,-4 0-17-15,-5-6-7 0,-3-1-11 16,-2-5-11-16,-1-1-10 0,13-2 1 16,0-7-13-16,9-1-5 0,7 0-3 15,3-3-4-15,1-1-5 0,0-3-6 0,4 0-6 16,4 2-4-16,1-3-4 0,1 1-4 16,1 0-2-16,1-2-31 0,4 3-49 0,-1-3-46 15,0 4-58-15,4-4-78 0,-1 4-77 16,3 2-77-16,-2-4-92 0,4 7-190 0,0-8 20 15,0 8 67-15,2-11-383 0,2 6-448 16</inkml:trace>
  <inkml:trace contextRef="#ctx0" brushRef="#br0" timeOffset="6648.62">8630 6829 2665 0,'0'0'-37'0,"0"0"15"15,0 0 31-15,0 0 37 0,0 0 43 0,-17 24 29 16,-6-7 34-16,-7 3 33 0,-12 7 22 16,-4 2 3-16,-6 0 10 0,0 4-6 0,-2-1 1 15,6-4-9-15,8-3-9 0,10-4-13 16,5-3-15-16,8-4 16 0,5 1 0 16,9-5 14-16,3 0 0 0,3-1-8 15,11 3-23-15,13 1-14 0,7 1-13 0,4-1-20 16,14 1-13-16,0 2-11 0,2-3-65 15,-4 4-90-15,1-3-100 0,-14 2-119 16,-3 1-117-16,-6 2-136 0,-4-1-238 0,-12-1 60 16,-4 0 94-16,-4-5-508 0,-3 1-592 15</inkml:trace>
  <inkml:trace contextRef="#ctx0" brushRef="#br0" timeOffset="10664.02">10776 7347 918 0,'0'0'257'16,"-2"-7"-42"-16,2 7-14 0,-2-7 1 0,2 7 9 16,0-8 17-16,0 8 24 0,-1-11-3 0,1 11 33 15,-4-12 28-15,0 4 19 0,4-1 18 16,-3-1 24-16,0 0 4 0,1 1 9 15,-2 1 3-15,2 0-11 0,2 8-11 0,-1-11-22 16,-1 6-32-16,2 5-34 0,-4-9-29 16,4 9-29-16,0 0-22 0,0 0-10 0,0 0-37 15,-30 17-150-15,17-1 0 0,-3 8 0 16,-2 1 0-16,2 3 0 0,0 3 0 16,1-1 0-16,-1 1 0 0,4 1 0 0,-4 0 0 15,1-2 0-15,3 2 0 0,-1-5 0 16,0-1 0-16,3-4 0 0,1-5 0 15,1-2 0-15,0-1 0 0,3-1 0 16,-3-4 0-16,4 0 0 0,3-1 0 0,-1-5-412 16,2-3-134-16,0 0-88 0,0 0-109 15,15-17-83-15,-3-1 78 0,6-8-708 0,5-9-906 16</inkml:trace>
  <inkml:trace contextRef="#ctx0" brushRef="#br0" timeOffset="10881.65">10765 7129 3781 0,'2'-9'-72'0,"-2"-3"64"0,0 7 35 16,0 5 21-16,0 0 3 16,0 0 31-16,0 0 50 0,0 0 17 0,0 0 13 0,15 23 0 15,-8-4 2-15,5 7-4 16,3 1-19-16,1 4-11 0,0 0-10 0,4 1-17 16,3 4-8-16,-9-7-8 0,6 0-8 15,-3-1-3-15,-2-4-16 0,-6-5-33 16,4-3-39-16,-8-3-47 0,2-1-53 0,-3-2-54 15,2-3-68-15,-5-1-69 0,2-2-114 16,-3-4-188-16,0 0-28 0,0 0 70 16,0 0-339-16,0 0-384 0</inkml:trace>
  <inkml:trace contextRef="#ctx0" brushRef="#br0" timeOffset="11080.53">10694 7475 2822 0,'0'0'216'0,"-11"0"45"15,11 0 36-15,0 0 33 0,0 0 39 16,0 0 24-16,0 0-16 0,0 0-36 0,-7-6-34 16,7 6-33-16,0 0-26 0,23-8-27 15,-9 5-23-15,6-2-71 0,-2 1-94 0,7 1-112 16,2 1-122-16,-2 2-151 0,0-4-144 16,-5 6-178-16,7 0-71 0,-4-1 82 15,0 3-563-15,-4 5-688 0</inkml:trace>
  <inkml:trace contextRef="#ctx0" brushRef="#br0" timeOffset="11397.74">11271 7008 3619 0,'-2'-14'153'0,"2"4"65"15,-3-1 33-15,1 5 7 0,2 1-10 16,0 5-19-16,-4-8-23 0,4 8-13 0,0 0 34 16,0 0 5-16,2 31-11 0,2-5-15 0,-1 12-11 15,6 4-4-15,-4 13-8 16,3 3-19-16,-3 5-9 0,3-3-15 16,-2-1-13-16,-2 0-9 0,0-14-14 0,-4-2-11 15,0 1-11-15,0-7-6 0,0-1-8 16,-2-8-5-16,0-6-20 0,0-2-56 0,-3-4-65 15,4 0-65-15,-1-3-57 0,-2-3-80 16,2-1-98-16,-2-3-101 0,-1-3-115 0,5-3-155 16,0 0-15-16,0 0 91 0,-16-18-590 15,14 4-722-15</inkml:trace>
  <inkml:trace contextRef="#ctx0" brushRef="#br0" timeOffset="11647.98">11294 7356 3471 0,'2'-13'22'0,"6"5"79"0,-2-2 44 16,3 1 31-16,2 6 21 0,5-4 14 16,3 4 2-16,0 2-1 0,4 1-1 0,4 1-20 15,-5 4-9-15,13 3-12 0,-11 1-10 16,-4-1-19-16,-3 2-9 0,-4 1-12 0,-4-1-3 16,3 4-18-16,-6-2-3 0,-1 1-3 15,-6-1-9-15,-3 1-11 0,-2 3-2 16,-4-2-14-16,-3 2-1 0,-2-2-12 15,-2-2-49-15,-2-4-49 0,0 1-57 0,3-5-59 16,2 0-96-16,-2-4-109 0,1-5-117 16,1-4-169-16,5 0-58 0,2-7 77 0,0-5-497 15,5 2-608-15</inkml:trace>
  <inkml:trace contextRef="#ctx0" brushRef="#br0" timeOffset="11897.69">11798 6880 3428 0,'0'-8'158'0,"0"8"35"0,-7-9 12 16,7 9-12-16,0 0 34 15,0 0 35-15,-12 21 23 0,6-5 9 0,-1 20-9 16,-5 12-12-16,2 6-26 0,-2 7-19 16,5 5-22-16,0 3-19 0,-3 5-19 0,2-3-12 15,-1 2-21-15,-2-4-12 0,-1-1-24 16,1-8-58-16,-2-3-55 0,2-5-50 15,0-12-58-15,4-5-56 0,-1-3-61 0,-2-8-81 16,7-5-75-16,-1-8-80 16,0-3-88-16,3-4-115 0,1-4 5 0,0 0-576 0,0 0-710 15</inkml:trace>
  <inkml:trace contextRef="#ctx0" brushRef="#br0" timeOffset="12663.47">11657 7407 3414 0,'0'-8'2'15,"1"-2"46"-15,5 4 45 0,1 0 35 0,0 0 28 16,2 3 14-16,2-1 11 0,-11 4-6 16,25 0 3-16,-11 4-11 0,1-1-15 15,0 4-6-15,0 1-6 0,-6 1-19 0,5 2-8 16,-3 0-9-16,0-2-5 0,-6 0 9 16,1 2-8-16,-4-2-4 0,-2 1-14 0,-2 0-2 15,-2 3-2-15,0-3-12 16,-1-1-8-16,-4-1-31 0,2-3-27 0,0 0-31 15,1-3-33-15,6-2-37 0,0 0-36 16,-21-10-49-16,15 0-49 0,4-7-28 0,2-2-14 16,0-6 0-16,6-9 3 0,1-1 11 15,3 0 25-15,2 1 20 0,-1 3 32 0,3 0 31 16,-3 2 45-16,2 2 45 0,-1 2 42 16,-1 5 41-16,1 4 40 0,-5 2 46 15,2 2 38-15,-1-1 34 0,2 2 18 0,-3 4 8 16,1 5-4-16,-1-4 22 0,-7 6 4 15,19 2 13-15,-9 6 13 0,-2 6-5 0,1 5-9 16,2 10-5-16,0 2-10 0,-6 5-22 16,-1 0-18-16,-2 0-16 0,-1 2-20 15,-1-8-10-15,0-2-18 0,-1-2-6 16,-1-1-12-16,0-1-10 0,4-5-11 0,-4-2-20 16,2-3-44-16,-2 0-30 0,4-4-32 15,2 1-19-15,-3-4-11 0,1-2-29 0,-2-5-24 16,14 0-11-16,-14 0-2 0,26-18-1 15,-8 4 16-15,3-5 15 0,-1 1 15 0,0 5 33 16,-8 1 30-16,-1 5 25 0,-6 0 22 16,3 1 23-16,-5 5 42 0,-3 1 40 0,12 0 21 15,-12 0 22-15,10 7 11 0,-7-2 9 16,1 4-3-16,1 3-15 0,-2 0-12 16,-1-1-14-16,4 5-13 0,-5-1-12 15,3-1-10-15,-2 0-10 0,2-3-17 0,-1 2-73 16,1-1 0-16,3-2 0 0,-6-3 0 15,5 1 0-15,-1-2 0 0,3-2 0 0,0-4-76 16,-8 0-58-16,19-3-17 0,-5-4 1 16,-2-1 5-16,1-6 9 0,1 0 14 0,-3-1 10 15,1 1 15-15,-1 2 11 0,-3 2 9 16,-3 3 13-16,4 0 6 0,-6 2 11 0,1-3 8 16,2 6 4-16,-6 2 34 0,5-4 18 15,-5 4 12-15,0 0 9 0,0 0 1 16,0 0 7-16,0 0-6 0,0 0-9 0,0 0-6 15,10 12-4-15,-10-12-4 0,2 6-44 16,-2-6-65-16,2 6-68 0,-2-6-101 16,4 7-97-16,-4-7-94 0,2 5-101 0,-2-5-172 15,0 0 47-15,12-1 78 0,-12 1-440 16,18-9-514-16</inkml:trace>
  <inkml:trace contextRef="#ctx0" brushRef="#br0" timeOffset="12813.58">12665 7174 2867 0,'-2'-11'21'0,"-2"1"43"0,2 3 42 0,0 0 24 0,0 0 0 0,2 7-5 0,-5-10-8 16,5 10-19-16,-2-10-40 0,0 6-72 15,2 4-80-15,0-9-96 0,0 9-118 16,2-8-201-16,-2 8-2 0,0 0 65 16,0 0-113-16,0 0-62 0</inkml:trace>
  <inkml:trace contextRef="#ctx0" brushRef="#br0" timeOffset="13214.58">12895 7361 1908 0,'-15'0'295'16,"-2"1"18"-16,0 1 15 0,-2 4 3 15,-2 1 1-15,-8 5 1 0,1 2-17 0,3 7-21 16,0 0-26-16,4 5-22 0,6 1-20 16,2-1-30-16,4-1-16 0,6-4-13 0,1-2-23 15,0 0-14-15,4-2-8 0,2 1-42 16,2-1-54-16,1 0-71 0,6-1-85 0,1-3-114 16,1-1-135-16,4-4-162 0,-2-2-185 15,4 0 64-15,2-2 77 0,2 0-417 0,-6-1-477 16</inkml:trace>
  <inkml:trace contextRef="#ctx0" brushRef="#br0" timeOffset="13533.45">13084 7585 2912 0,'-18'2'96'15,"5"-4"34"-15,2 2 29 0,11 0 26 0,-14 0 12 16,14 0 18-16,0 0 34 0,0 0 16 15,0 0-17-15,63 12-13 0,9-5-29 0,12-3-26 16,35 2-80-16,9-4-91 0,1 3-91 16,6 1-77-16,7 0-81 0,1 0-127 0,-1 0-194 15,0-4-71-15,-11 0 72 0,-13-2-387 16,-30-2-427-16</inkml:trace>
  <inkml:trace contextRef="#ctx0" brushRef="#br0" timeOffset="13763.41">14642 7303 3061 0,'-7'-7'229'15,"3"5"-4"-15,4 2 12 0,0 0 27 0,0 0 26 16,29 20 5-16,-4-1 6 0,9 9-16 16,0 6-4-16,2 3-10 0,-1 2-22 0,-7-2-18 15,-5 4-17-15,-7-8-8 0,-5-1 6 16,-7-3 7-16,-6-6-7 0,-7 6-12 15,-7 0-18-15,-2-4-20 0,-6 0-13 16,-1-4-15-16,-3-6-52 0,-3 0-82 0,1-2 0 0,3-5-74 16,4-4-205-16</inkml:trace>
  <inkml:trace contextRef="#ctx0" brushRef="#br0" timeOffset="14779.97">15609 7524 956 0,'0'-9'636'0,"0"-4"-134"0,2-5-35 15,-1 3-52-15,1-2-22 0,-2 1-14 0,2 0-9 16,1 3 34-16,-3 5-2 0,0-2-26 16,2 0-34-16,-2 10-38 0,-2-8-29 0,2 8 15 15,0 0-8-15,-16 28-22 0,7 1-21 16,-3 4-21-16,3 6-24 0,-6 9-16 0,3-4-17 16,3-4-31-16,0-1-112 0,0-1-18 15,4-5 0-15,-5-2 0 0,2-6 0 16,3-4 0-16,1-7 0 0,0 3 0 15,0-6 0-15,4 0 0 0,-1-1 0 0,-1-3-64 16,-2-4-252-16,4-3-94 0,0 0-71 16,0 0-58-16,0 0-64 0,-8-17-104 0,6 3-37 15,0-4 68-15,4-21-566 0,0-4-703 16</inkml:trace>
  <inkml:trace contextRef="#ctx0" brushRef="#br0" timeOffset="15163.3">15503 7331 3230 0,'1'-23'-59'0,"1"7"64"16,0 2 61-16,0 3 45 0,4-2 28 0,-3 3 24 15,6-2 6-15,2 4 5 0,0-1-4 16,4 4-5-16,2 2-7 0,2 3-15 0,6 4-9 16,0 2-10-16,6 6-12 0,-1 7-11 15,3 1-10-15,-7 3-11 0,-2 2-2 0,0 1-9 16,-9 2-8-16,-4 1-2 16,-5-6-3-16,-8 1 3 0,-2-1 0 0,-9 8 6 15,-6 0-2-15,-2-6 4 0,-4-2-1 16,-1 2 6-16,1-6 8 0,0-3 15 0,6-5 21 15,0-1 15-15,3-8 0 0,5 0-2 16,-1-2 0-16,12 0 5 0,-16-2-2 16,16 2-3-16,0 0-12 0,-20 0-13 0,20 0-16 15,0 0-11-15,-7 4-3 0,7-4-9 16,5 12-4-16,-1-4-2 0,6 6-1 0,0 1-3 16,1 2-3-16,1 0 1 0,-3-1 0 15,0 0-34-15,3 1-19 0,-3 0 0 0,-1-3 0 16,-3 0 0-16,4-1 0 15,-4-1 0-15,1 1 0 0,-3-5 0 0,3 2 0 16,0-1 0-16,-4-2 0 0,2-1-239 16,0 0-108-16,-2-2-143 0,-2-4-160 0,0 0-214 15,0 0 61-15,0 0 91 0,0 0-678 16,16-15-842-16</inkml:trace>
  <inkml:trace contextRef="#ctx0" brushRef="#br0" timeOffset="15549.07">16261 7662 4188 0,'-12'4'162'0,"12"-4"58"0,0 0 50 16,0 0 41-16,-9 4 19 0,9-4 4 16,0 0-6-16,0 0-18 0,0 0-20 0,0 0-26 15,0 0-23-15,0 0-23 0,0 0-22 16,0 0-22-16,0 0-16 0,41-10-13 0,-29 6-93 15,3-2-52-15,-3 1 0 16,-1-3 0-16,0-1 0 0,1 1 0 0,-4-2 0 0,-5-3 0 16,3-1 0-16,-4 3 0 0,-4-1 0 15,-2 0 0-15,-1 2 0 0,-4-1 0 16,-5 5 0-16,-3 2 0 0,-2 2 0 0,-4 2 0 16,-2 4 0-16,-10 6 0 0,5 0 0 0,1 7 0 15,3 1 0-15,5 2 0 16,4 0 0-16,4-1 0 0,5 0 0 0,4 0 0 15,2-1 0-15,2 0 0 0,4-1 0 16,4 3 0-16,-1-3 0 0,6 1 0 0,8 1 0 16,-1-5 0-16,8 1 0 0,-1-3 0 15,-1-5-416-15,-3-3-129 0,0-1-82 0,0-3-129 16,1 1-56-16,-6-2 68 0,7-2-715 16,-2-1-909-16</inkml:trace>
  <inkml:trace contextRef="#ctx0" brushRef="#br0" timeOffset="16129.84">16668 7575 4321 0,'0'-7'126'0,"0"7"70"0,0-10 49 15,0 10 38-15,0 0 3 0,-1-9-7 16,1 9-32-16,0 0-23 0,0 0 30 0,0 0-3 16,0 0-16-16,0 0-21 0,1 38-16 15,-1-21 2-15,0 2-11 0,0 1-17 0,0-2-13 16,0 4-47-16,-1 1-112 0,-1-1 0 15,-4-1 0-15,4-3 0 0,1-3 0 0,-3-1 0 16,1-3 0-16,1 1 0 16,-1-4 0-16,3 1 0 0,-2-2 0 0,2-7 0 0,0 0 0 15,0 0 0-15,0 0 0 16,0 0 0-16,7-33 0 0,5 4 0 0,5-6 0 16,2-4 0-16,2 6 0 0,-2 4 0 15,0 2 0-15,1 5 0 0,-6 5 0 0,0 5 0 16,-3 1 0-16,-1 8 0 0,2-1 0 15,1 4 0-15,-1 7 0 0,0 2 0 0,3 5 0 16,7 4 0-16,-11 3 0 0,-1-4 0 16,-3 2 0-16,1 1 0 0,-7-3 0 0,1 1 0 15,-4-1 0-15,2 2 0 16,-3-3 0-16,-3 1 0 0,2-5 0 0,3 1 0 16,-1-2 0-16,2-4 0 0,0-7 0 15,2 4 0-15,-2-4 0 0,0 0 0 0,21-15 0 16,-1-5 0-16,9-3 0 0,3-4 0 15,2-2 0-15,-5 8 0 0,0 2 0 0,-4 2 0 16,-6 8 0-16,-4-1 0 0,-1 6 0 16,-3 4 0-16,0 1 0 0,1 4 0 0,-5 3 0 15,1 3 0-15,-3 1 0 0,2 3 0 16,-4 1 0-16,-1 0 0 0,-2 1 0 16,2 0 0-16,-2-2 0 0,0 0 0 15,2-1 0-15,-4 0 0 0,4-4 0 0,-2 0 0 16,0-1 0-16,0-1 0 0,0 1 0 15,0-9 0-15,2 8 0 0,-2-8 0 0,2 6-531 16,-2-6-249-16,0 0-130 0,0 0 78 16,0 0-915-16,17-19-1180 0</inkml:trace>
  <inkml:trace contextRef="#ctx0" brushRef="#br0" timeOffset="16463.64">17751 7606 5102 0,'-16'-3'29'0,"2"3"61"0,14 0 57 0,-31 5 47 0,16 1 36 0,-6 5 18 16,-2 7 11-16,2 0 1 0,1 4-20 15,9-2-14-15,4-1-26 0,1 1-11 16,6-1-13-16,-1-1-17 0,4 3-15 16,5-2-12-16,3-2-10 0,6 3-78 0,5-4-44 15,-4-6 0-15,3-2 0 0,2-2 0 16,1-3 0-16,1 0 0 0,-2-3 0 0,2-3 0 15,0 0 0-15,0-3 0 16,-4-2 0-16,-2 0 0 0,-1-3 0 0,-2-2 0 0,-3-4 0 16,-3 1 0-16,-2-5 0 0,-5-2 0 15,-3-1 0-15,-1-1 0 0,-7 4 0 0,1-2 0 16,-3 4 0-16,-1 3 0 0,-13-2 0 16,8 7 0-16,-2 6 0 0,1 0-72 15,0 5-621-15,-1 2-201 0,4 1-5 16,-6 4 108-16,-1 0-856 0,8 0-1084 0</inkml:trace>
  <inkml:trace contextRef="#ctx0" brushRef="#br0" timeOffset="16781.46">18153 7654 4801 0,'4'-4'185'16,"-4"4"62"-16,0 0 52 0,0 0 32 15,0 0 15-15,0 0-7 0,0 0 28 16,0 0 29-16,0 0-13 0,2 28-29 15,-2-15-211-15,1 9-143 0,1-3 0 0,0 2 0 16,5 1 0-16,-2 1 0 0,3-4 0 16,1-3 0-16,1 1 0 0,1-2 0 0,5-3 0 15,-5-4 0-15,4-1 0 0,-1-3 0 16,-2-3 0-16,4-2 0 0,1-1 0 0,0-3 0 16,3-3 0-16,-2-3 0 0,7-5 0 15,0-2 0-15,-5-4 0 0,2-4 0 0,-5-4 0 16,8-8 0-16,-1-5 0 15,-3-1 0-15,3 7 0 0,-12 9 0 0,2 9 0 16,-4 6 0-16,-5 1-192 0,-1 5-556 16,-4 3-208-16,0 4 84 0,0 0 99 0,0 0-808 15,0 0-1024-15</inkml:trace>
  <inkml:trace contextRef="#ctx0" brushRef="#br0" timeOffset="17195.93">18992 7718 4647 0,'0'0'158'0,"0"0"55"16,0 0 54-16,0 0 45 0,0 0 25 0,-5-21 3 15,5 21-11-15,0 0-24 0,0 0-29 16,0 0-25-16,0 0-26 0,5-8-21 0,-5 8-20 16,0 0-41-16,18-3-143 15,-18 3 0-15,16-1 0 0,-7-3 0 0,-9 4 0 16,20-4 0-16,-11 1 0 0,-2-5 0 15,4 2 0-15,-6-4 0 0,-1-1 0 0,-2-1 0 16,-2-1 0-16,-6-2 0 0,-1-1 0 16,-9 3 0-16,-11-1 0 0,-3 6 0 15,-3 3 0-15,-6 7 0 0,-9 3 0 0,-8 8 0 16,7 3 0-16,3 8 0 0,8 4 0 16,6 1 0-16,12 0 0 0,8 0 0 0,4 2 0 15,6-1 0-15,4-6 0 0,9 9 0 16,4-2 0-16,1-1 0 0,3-2 0 15,1-1 0-15,3-1 0 0,1-4 0 0,-1-2 0 16,-5-2 0-16,3-4 0 0,-8-5 0 16,-1 1 0-16,-2-3 0 0,-3-2 0 0,-2-2 0 15,4 1 0-15,-4-1 0 0,-5-3 0 16,0 0 0-16,0 0 0 0,0 0-828 0,13-8-148 16,-13 8 108-16,0 0-1009 15,-28-6-1301-15</inkml:trace>
  <inkml:trace contextRef="#ctx0" brushRef="#br0" timeOffset="25844.46">20082 7173 5010 0,'0'-16'301'16,"0"4"-24"-16,0 1-15 0,-3 3-33 15,3 8-18-15,0-12-23 0,0 12-41 16,0 0-16-16,0 0 15 0,0 0-2 0,-2 39-4 16,1 0-10-16,-1 9-13 0,2 15-5 15,0 4-9-15,0-2-7 0,-2 0-12 0,2-4-7 16,0-2-8-16,0-13-7 15,0-5-4-15,-4-2-9 0,4-10-2 0,-2-4-46 16,2-6-1-16,-1-2 0 0,-1-3 0 16,2-1 0-16,0-2 0 0,-2-2 0 0,2 0 0 15,0-9 0-15,0 10 0 0,0-10 0 16,0 0 0-16,0 0 0 0,0 0 0 0,0 0 0 16,-8-30 0-16,2 14 0 0,0 3 0 15,-5-3 0-15,-1 6 0 0,-1 1 0 0,1 4-38 16,-8 4-4-16,-5 2 7 0,-7 6 3 15,-4 4 8-15,3 1 0 0,7 5 1 0,1 1 7 16,3 3 3-16,10-2 9 16,0-4 9-16,8 1 6 0,-2 1 3 0,4 1 0 15,2-3 1-15,2 2-1 0,2-3 4 16,2 8-3-16,2-9 1 0,-1 3-1 0,4-4-5 16,1 0-5-16,3 0-45 0,-1-4-79 15,1-1-101-15,0 0-130 0,7-4-154 0,-4-3-199 16,3 0-136-16,4-3 74 0,-4 1-783 15,5-1-992-15</inkml:trace>
  <inkml:trace contextRef="#ctx0" brushRef="#br0" timeOffset="26378.01">20236 8114 4344 0,'-6'1'48'0,"0"3"40"16,6-4 33-16,0 0 38 0,0 0 25 15,0 0 5-15,0 0 1 0,0 0-19 0,0 0-12 16,35-12-18-16,-22 5-10 0,2 0-14 16,3-3-11-16,-4-2-7 0,2-1-8 0,1 2-4 15,-3 0-8-15,-1-3 7 0,1-1 5 16,-3-1 0-16,1 2 9 0,-3-1-4 16,-4 4-3-16,3-1 3 0,-5 1-1 0,6 4-10 15,-7 1-10-15,-1 2-8 0,-1 4-2 16,0 0-3-16,0 0-7 0,0 0-1 15,0 0-3-15,-17 21-5 0,13-8-8 0,2-2-2 16,1 3 0-16,1-1-10 0,0 1-5 16,1 4-8-16,5-1-5 0,-1-4-4 15,2 0-9-15,0 0-5 0,4-3 2 0,0-3-5 16,0-2 0-16,2-2 2 0,0-1-12 16,0 0-12-16,-13-2-5 0,33-7-12 0,-14-1-13 15,1-2-1-15,-4 0 0 0,7-6 8 16,-3 3 3-16,-7-3 8 0,-1 2 3 0,-1-3 24 15,-2 0 29-15,-4 2 10 16,3 5 15-16,-4 0-8 0,0 1 7 0,-4 2-5 0,0 2 1 16,0 5 1-16,0 0 4 15,0 0-3-15,0 0-3 0,0 0 1 0,0 0-7 16,-12 21 0-16,10-9-1 0,0 0-4 16,1 1 0-16,1-1-14 0,1-1 0 0,-1 3-30 15,2-5-33-15,0 3-39 0,5 0-43 16,-4-3-41-16,5 2-66 0,-5-4-81 0,7 1-96 15,-4-2-111-15,2-3-161 0,1-1-38 16,2-2 73-16,-1 3-578 0,-10-3-702 0</inkml:trace>
  <inkml:trace contextRef="#ctx0" brushRef="#br0" timeOffset="26661.24">20964 7263 3709 0,'-12'-19'186'0,"7"4"48"0,-3 3 31 0,3 2 29 0,-2 1 4 0,2 3-9 16,1 2-23-16,4 4-16 0,0 0 19 15,-2 19-15-15,4 6-16 0,6 25-21 0,0 13-18 16,1 12-21-16,0 22-16 0,-1 6-17 16,-4 3-17-16,-4 0-11 0,-1-1-36 0,-8-6-41 15,4-20-48-15,-6 14-44 16,-1-21-43-16,-1-3-24 0,2-8-16 0,-1-8-16 15,2-14-23-15,3-6-18 0,0-8-21 16,2-11-48-16,1-2-42 0,2-9-43 0,2-3-42 16,0 0-50-16,0 0-86 0,4-40-95 15,2 7 14-15,4-8-482 0,1-15-558 0</inkml:trace>
  <inkml:trace contextRef="#ctx0" brushRef="#br0" timeOffset="26894.79">20950 7875 2905 0,'4'-5'9'0,"5"0"46"0,-2 0 32 16,0 1 40-16,4-2 28 16,0 6 23-16,-11 0 21 0,23 0 12 0,-10 3 4 0,-1 0-4 15,4 4-1-15,-3 2-12 16,1 0 2-16,-3 2 9 0,-2 1 1 0,0 2 7 16,-6-1 11-16,-3 1-12 0,0-2-13 15,-1 5-14-15,-5 0-24 0,-1-1-17 0,-2-3-13 16,4-1-21-16,-5 1-38 0,-2-3-51 15,3-1-58-15,2-2-56 0,-3-3-70 0,0-4-82 16,10 0-109-16,-17-8-110 16,8-2-157-16,1-2-131 0,5-9 76 0,1 0-595 0,2-16-728 15</inkml:trace>
  <inkml:trace contextRef="#ctx0" brushRef="#br0" timeOffset="27163.16">21616 7110 3557 0,'0'0'133'0,"0"-10"64"0,0 10 48 15,0 0 16-15,-2-9 1 0,2 9 11 0,0 0 23 16,0 0 12-16,-8 38 9 0,5 2-4 16,-4 15-9-16,2 6-10 0,-3 6-23 0,3 1-22 15,-3 4-23-15,4 1-22 0,-4-3-19 16,5-5-22-16,-5 0-30 0,5-5-133 0,-3-4 0 15,0-12 0-15,4-5 0 16,-4-3 0-16,4-7-111 0,2-5-134 0,-1-4-70 16,1-7-90-16,-2-1-85 0,4-2-106 15,-1-4-177-15,3-3 14 0,-4-3 79 0,0 0-618 16,32-19-757-16</inkml:trace>
  <inkml:trace contextRef="#ctx0" brushRef="#br0" timeOffset="27327.66">21810 7668 3460 0,'0'0'58'0,"0"0"92"16,0 0 44-16,0 0 29 0,-10 23 11 0,9-8-3 16,-3 1-19-16,-2 7-15 0,1 11-22 15,-4-1-20-15,0 1-33 0,2 1-58 16,-3-2-71-16,2-2-96 0,3-6-110 16,-1-5-119-16,3-4-130 0,1-4-156 0,2-4 13 15,2-2 64-15,-2-6-341 0,0 0-366 16</inkml:trace>
  <inkml:trace contextRef="#ctx0" brushRef="#br0" timeOffset="27477.91">21985 7482 2672 0,'2'-15'213'0,"-4"6"57"16,2 3 34-16,0 6 11 0,-2-10-8 16,2 10-23-16,0-7-29 0,0 7-26 15,0 0-30-15,0 0-64 0,0 0-98 0,0 0-139 16,0 0-179-16,0 0-222 0,0 0-160 15,0 0 68-15,8 30-451 0,-4-17-520 0</inkml:trace>
  <inkml:trace contextRef="#ctx0" brushRef="#br0" timeOffset="27711">22370 7764 3288 0,'-12'-3'260'0,"-2"7"28"15,3 0 12-15,0 1 13 0,-2 2-8 16,4 2-7-16,-1 3-30 0,1 0-25 16,1-1-39-16,-2 3-16 0,7-3-33 0,-3 4-40 15,2-1-50-15,1-3-45 0,1 2-43 16,0-2-52-16,2-4-55 0,2 4-57 0,-2-4-75 16,5-1-76-16,-1-4-100 0,-4-2-131 15,19 4-77-15,-6-6 53 0,3-2-444 0,4-2-511 16</inkml:trace>
  <inkml:trace contextRef="#ctx0" brushRef="#br0" timeOffset="28061.99">22550 7782 2775 0,'0'0'130'0,"3"-8"93"0,-3 8 61 16,0 0 37-16,0 0 31 0,0 0 26 16,0 0 5-16,0 0-11 0,0 0-14 0,13 19-31 15,-8-9-28-15,-1-1-29 0,-4-1-26 16,1 3-23-16,-1 1-22 0,0-1-19 0,-1 0-34 15,-1 1-15-15,-5-4-9 0,4 1-18 16,-5 0-27-16,3-2-24 0,-3-1-37 0,0-1-31 16,-1 1-34-16,1-6-34 0,8 0-36 15,-19-6-18-15,12 0-14 0,-1-6-7 16,5-4-9-16,4-4-4 0,1-3-13 0,7-7-7 16,1 6 9-16,0 5 17 0,3 3 18 0,-2 3 28 15,5 0 36-15,-5 6 44 16,1 3 41-16,-1 1 38 0,-2 1 33 0,3 2 29 15,-3 2 12-15,0 3 9 0,3-3-5 16,0 5-3-16,-1 0-24 0,1 2-2 0,-3-1-18 16,0 0-41-16,-1 0-50 0,3 1-74 15,-1-3-85-15,0 0-118 0,-3 0-131 0,4 0-165 16,0-1-143-16,0 0 68 0,-2-2-610 16,3-1-738-16</inkml:trace>
  <inkml:trace contextRef="#ctx0" brushRef="#br0" timeOffset="28595.88">23304 6771 3991 0,'-13'-14'262'16,"3"6"2"-16,1 6 20 0,-1 5 35 0,1 6 28 15,-2 10 14-15,-5 13-1 0,5 17-25 16,-1 11-21-16,4 5-13 0,3 7-24 0,5 0-32 15,0 4-22-15,4 2-20 0,-4-4-98 16,3-6-105-16,-1 0 0 0,0 0 0 16,-4-10 0-16,0-14 0 0,2-3 0 15,-2-2 0-15,-1-12 0 0,1-6 0 0,-2-4 0 16,2-4-92-16,1-2-159 0,1-4-52 16,-2-4-53-16,2-3-45 0,0 0-32 0,0 0-25 15,-9-21-18-15,7-1 7 0,-1-3 44 16,-3-13 81-16,3-2 68 0,-7 6 72 0,4 8 63 15,-2 9 66-15,-3 3 61 0,1 4 67 16,-1 1 71-16,2 6 58 0,-1 0 45 0,0 3 41 16,10 0 36-16,0 0 21 15,-16 8 7-15,16-5-1 0,0-3-12 0,0 0-24 0,11 9-26 16,4-6-28-16,6-9-26 16,13-1-22-16,7-3-34 0,-3-2-35 0,3 1-26 15,-5 1-24-15,3 2-16 0,-5 1-11 16,-5 3-3-16,-9 4-15 0,0 2-5 0,-5 5-3 15,-2 2-6-15,-2 4 3 0,0 4-1 16,-8 5-2-16,-1-3 0 0,-2 8 1 0,-2-2 1 16,0 0-2-16,-1 2-3 0,1-3 4 15,-3-4-3-15,3-2-2 0,1-4-1 0,1 0-3 16,0-4-40-16,-2-3-47 0,4-1-78 16,-1 0-80-16,-1-6-109 0,9 4-113 0,-9-4-120 15,0 0-167-15,0 0-18 16,22-14 81-16,-8 0-654 0,4-8-794 0</inkml:trace>
  <inkml:trace contextRef="#ctx0" brushRef="#br0" timeOffset="28730.32">23748 7374 3520 0,'0'0'19'0,"-7"-6"64"0,3 2 18 0,4 4-5 0,-6-3-12 15,6 3-39-15,-3-5-86 0,3 5-119 0,-4-6-164 16,4 6-219-16,0 0 20 0,9-11 59 15,0 7-180-15,3 1-141 0</inkml:trace>
  <inkml:trace contextRef="#ctx0" brushRef="#br0" timeOffset="29294.46">23958 7519 1952 0,'-19'8'308'15,"3"3"53"-15,4 0 20 0,-6 3 16 0,-3 6 16 16,-1 1 5-16,-2 2-9 0,7-1-20 16,-2 0-23-16,7-4-32 0,5-1-34 0,1-5-25 15,3-1-26-15,-1 2-24 16,4-6-22-16,4 5-19 0,-1-6-19 0,7 2-18 16,0-2-19-16,1-3-21 0,2 1-19 15,3-4-25-15,-2 0-15 0,8-2-22 0,1-2-19 16,-3 0-17-16,1-5-4 0,10-5 6 15,-4-5-8-15,-2 1 0 0,-2-7 3 0,-5 2-7 16,0-4-7-16,-5-2-9 0,-10 5-5 16,4 8 1-16,-7-2 1 0,-7 5-3 0,2-3-8 15,-6 6-9-15,-1 1 4 0,-3 3-7 16,-5 2 2-16,2 2 7 0,-1 4 5 0,-3 0 0 16,4 1 9-16,-3 4 2 0,-1 0 8 15,6 1 5-15,0-1 2 0,7-1 10 0,0-1 8 16,0 0 11-16,7-3 17 15,2-2-1-15,0 0 19 0,0 0-14 0,23 8 4 16,-3-10-5-16,5 0 3 0,-1-3-8 16,3 2 12-16,-2 0 20 0,0-1 29 0,-7 3 25 15,1-1 31-15,-1 2 27 0,-3 2 25 16,2 1-29-16,-2 2-162 0,1-1 0 0,-3 2 0 16,1 1 0-16,-3-2 0 0,-2 4 0 15,3-3 0-15,-1 3 0 0,-2-2 0 0,3 4 0 16,1-5 0-16,-1 1 0 0,-3 1 0 15,2-4 0-15,0 4 0 0,-4-6 0 0,0 3 0 16,1-1 0-16,-5 2 0 16,6-4 0-16,-4 2 0 0,-5-4 0 0,10 5 0 15,-10-5-171-15,5 3-850 0,-5-3 94 16,2 7 103-16,-2-7-961 0,0 0-1214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3:21:15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3227 1620 4100 0,'-3'-8'476'16,"3"1"-62"-16,0 7-50 0,-2-9-25 0,2 9-57 15,0 0-53-15,0 0-55 0,0 0-10 16,0 0 8-16,0 0 6 0,5 32-18 0,7-2-13 15,0 0-11-15,-3 1-22 16,3 2-5-16,-3 0-5 0,2-2-14 16,1 0-7-16,-3-2-12 0,1-7-2 0,-4-2-4 15,0-3-16-15,-3-3-39 0,1 0-47 16,0-1-62-16,-3-5-77 0,1 0-69 0,0-3-89 16,-2-5-111-16,0 0-119 0,0 0-131 15,0 0-123-15,0 0 74 0,0 0-597 16,-2-31-796-16</inkml:trace>
  <inkml:trace contextRef="#ctx0" brushRef="#br0" timeOffset="431.15">3321 1421 3624 0,'-10'-12'-25'16,"9"2"42"-16,-1 1 29 0,0-1 23 0,2 3 15 0,5-3 7 16,1 3-4-16,4-2 1 15,3 3-8-15,0-1-7 0,5 3-8 0,-1 1-2 16,0 3-10-16,0 1-1 0,2 3 11 15,0-1 9-15,-1 8 9 0,-2 1 9 16,6 6 7-16,-4 7 1 0,-4 2 17 0,-5 5-6 16,-1 4 7-16,-4 1-4 0,-2-8-5 15,-4-3 4-15,2-6-2 0,0-1 3 0,0-2-5 16,0 0-3-16,0-5-10 0,0 0-11 16,2-2-4-16,-2 0-4 0,2 2-8 15,0-3-7-15,1 3-4 0,-1 1 1 16,6-1-8-16,2 6-9 0,1-1-7 15,4 6 7-15,4-1-6 0,2-1-3 0,-4 1-5 16,-1-3 0-16,-3-4 17 0,-1-1 18 16,-5-1 13-16,0 1 33 0,-1-2 19 15,-4 3 17-15,-2-4 19 0,-2 4 20 0,-5 5-2 16,-3-2-9-16,-9 7-149 0,2-2-22 16,-4 0 0-16,0-7 0 0,1-2 0 0,8-3 0 15,-5-5 0-15,3 1 0 0,-1-3 0 16,1-4 0-16,14 0 0 0,-25-5 0 15,14-1 0-15,-3 0 0 0,7 2-206 0,-2-1-277 16,3-3-92-16,1-1-151 16,0-1-166-16,7 1 90 0,3-4-731 0,2 2-977 15</inkml:trace>
  <inkml:trace contextRef="#ctx0" brushRef="#br0" timeOffset="933.17">4409 1541 3967 0,'2'-10'-56'0,"-2"0"59"0,4 1 41 0,-4 1 36 0,1-2 32 16,-1 3 25-16,5 0 18 0,-5 7 11 16,4-13-2-16,-1 5-5 0,-3 0-6 15,2-1-6-15,0 1-6 0,0-2-9 0,-2 3-9 16,-2-5-15-16,0 2-12 0,0-1-2 15,-5 0-14-15,1-1-9 0,-4 2-7 16,3 0-5-16,-4 1-13 0,-1 4-6 0,-1 3-7 16,-3 0-9-16,0 2 2 0,-8 7-4 15,3 2-2-15,-11 5-2 0,3 6-5 0,2 4-1 16,2 1-1-16,3 4-3 0,3-3-2 16,6 1-4-16,7-8 5 0,2 1 0 15,6-5 7-15,6 3-10 0,3-3 1 16,5 0 2-16,10 3 8 0,0-5 8 15,7 1 9-15,-1-2-3 0,5 3 5 0,-3-1 16 16,0-1 6-16,-5 1 21 0,-2 1 19 16,-9-1 31-16,0-4 23 0,-5 1 16 15,-3 1 19-15,-3-1 26 0,-5 3 4 0,0-1-14 16,-4 1-201-16,0 3 0 0,-7 2 0 16,-1 0 0-16,-7 3 0 0,-2-2 0 0,-4-1 0 15,-1 2 0-15,1-6 0 0,1-4 0 16,5-2 0-16,2-7 0 0,-1 0 0 0,4-4 0 15,-8-4 0-15,5-5 0 0,1-3 0 16,2-3-321-16,0-3-266 0,6-1-103 16,0 1-176-16,6-1 17 0,2-3 101 0,8-8-657 15,0-2-856-15</inkml:trace>
  <inkml:trace contextRef="#ctx0" brushRef="#br0" timeOffset="1146.86">4705 1243 3892 0,'5'-14'97'0,"3"4"110"0,-4 1 97 0,-2 1 63 0,0 2 28 0,-2 6 11 16,4-8-12-16,-4 8-26 0,1-7-29 0,-1 7-41 16,0 0-19-16,0 0 50 0,12 31-31 15,-7 0-80-15,3 7-218 0,3 9 0 16,-5 5 0-16,6-1 0 0,-1 5 0 16,-4-8 0-16,4-6 0 0,-4-2 0 0,2-4 0 15,-1-4 0-15,-2-8 0 0,0-5 0 16,-3-3 0-16,1-4-349 0,0-3-188 15,-1-1-86-15,-1-4-131 0,-2-4-106 0,0 0 93 16,0 0-696-16,0 0-911 0</inkml:trace>
  <inkml:trace contextRef="#ctx0" brushRef="#br0" timeOffset="1330.72">4714 1245 4241 0,'-13'-10'189'0,"1"-2"87"0,6 7 58 16,-1-1 26-16,3 0 4 0,4 6-10 15,-5-12-20-15,5 6-35 0,3-5-32 0,5-2-26 16,13-5-33-16,6 0-63 0,3 3-77 16,3-1-95-16,1 6-128 0,0 1-119 0,-7 4-121 15,2 8-90-15,-5-3-131 0,0 7-166 16,0 12 14-16,-7 5 85 0,-8 10-506 16,-5 8-653-16</inkml:trace>
  <inkml:trace contextRef="#ctx0" brushRef="#br0" timeOffset="1663.94">3100 3014 3914 0,'-42'4'380'0,"-2"1"-37"15,-1 0-28-15,0 0 32 0,4-1 34 0,12-1 27 16,6 0 14-16,8-3-14 0,3 0-36 15,12 0-35-15,0 0-36 0,54-39-38 16,35-5-263-16,35-6 0 0,67-26 0 0,16-1 0 16,13 1 0-16,12 2 0 0,8 1 0 15,4 3 0-15,-7 7 0 0,-15 0 0 0,-17 10 0 16,-64 17 0-16,-13 5 0 16,-28 4 0-16,-30 10 0 0,-11 2 0 0,-20 4 0 15,-4 1 0-15,-11 3-5 0,-11 2-218 16,-5 2-32-16,-5-1-37 0,-3 4-50 0,0 0-58 15,0 0-60-15,-45 0-95 0,18 5-143 16,-10 2-58-16,-8 1 74 0,5 1-516 16,-8 7-663-16</inkml:trace>
  <inkml:trace contextRef="#ctx0" brushRef="#br0" timeOffset="3014.29">4075 3345 4549 0,'4'-12'319'0,"-2"2"-31"0,1 3-37 0,-3 7-30 16,0-9-5-16,0 9-33 0,0 0-36 0,0 0 48 15,0 0 27-15,-20 45 33 0,-1 3-4 16,-6 5-7-16,-3 6-12 0,-10 16-17 15,4 2-5-15,-2-2-17 0,11-16-193 16,6-6 0-16,5 0 0 0,5-4 0 0,8-10 0 16,3-10 0-16,5 5 0 0,1-12 0 15,2-3 0-15,1-2 0 0,2 0 0 16,3-5 0-16,-1-3 0 0,7 0 0 0,-4-5 0 16,2 3 0-16,1-5 0 0,0 0 0 15,2-2 0-15,0-2 0 0,3-1 0 0,13-7-81 16,-3-2-679-16,2-4-225 0,11-6 91 15,-4 3 96-15,0-1-791 0,-10 3-1031 0</inkml:trace>
  <inkml:trace contextRef="#ctx0" brushRef="#br0" timeOffset="3282.07">4379 3802 4762 0,'-8'-2'157'0,"8"2"31"0,-9-6 17 16,9 6 17-16,0 0 14 0,0 0 44 0,0 0 12 15,0 0 6-15,17 28-16 0,-7-11-29 16,8 7-19-16,0 2-21 0,-4 3-21 16,0 3-28-16,-3 5-7 0,-7 1-101 0,2 0-56 15,-6 2 0-15,-6-2 0 0,-1-1 0 16,-4-1 0-16,-9 5 0 0,3-8 0 0,-9 4 0 16,3-10 0-16,-4-4 0 15,0 0 0-15,0-7 0 0,-1 1 0 0,3-7 0 16,6-3 0-16,2-4 0 0,2-1 0 15,1-4-452-15,1 0-298 0,3-4-198 0,4 2 86 16,3 0 99-16,3 4-739 0,-4-8-948 16</inkml:trace>
  <inkml:trace contextRef="#ctx0" brushRef="#br0" timeOffset="4280.2">6247 3830 4010 0,'1'-12'-68'0,"-1"4"56"15,0-2 54-15,2 4 43 0,-2 6 42 0,4-11 39 16,0 5 37-16,-4 6 46 0,3-9 12 16,-3 9 11-16,4-9-10 0,-4 9-20 15,0 0-2-15,0 0 27 0,0 0 20 0,0 0 8 16,8 37-10-16,-9-11-10 16,-6 12 4-16,-2 15-6 0,0-4-122 0,-2 2-151 15,0-1 0-15,4-13 0 0,1 2 0 16,0-5 0-16,2-5 0 0,2-5 0 0,2-5 0 15,0 0 0-15,0-1 0 0,2-4 0 16,0-1 0-16,0-3 0 0,4 1 0 0,-4-3 0 16,6 0 0-16,-1-2 0 0,3-1 0 15,3-2 0-15,2 1 0 0,2 0 0 0,-1-1 0 16,1-3 0-16,-1 3 0 0,-4-2 0 16,4 1 0-16,-5-2 0 0,0 2 0 15,1-2 0-15,-12 0 0 0,17 0 0 0,-7-2 0 16,-10 2 0-16,13 0 0 15,-6-2 0-15,-7 2-618 0,12-4-380 0,-6 0 83 16,-6 4 99-16,7-3-831 0,-7 3-1086 16</inkml:trace>
  <inkml:trace contextRef="#ctx0" brushRef="#br0" timeOffset="4697.55">6757 4166 4580 0,'0'0'67'16,"0"0"56"-16,0 0 43 0,0 0 32 0,-1-12 34 16,1 12 0-16,0 0 28 0,0 0 7 15,0 0-7-15,0 0-15 0,16-1-20 16,-16 1-19-16,16 0-23 0,-16 0-12 16,18-4-20-16,-4 3-15 0,-3-4-12 0,0 3-9 15,1-2-13-15,-2 1-10 0,-1-1-36 16,1-1-56-16,-3 0 0 0,-7 5 0 15,10-8 0-15,-7 2 0 0,-3 0 0 0,0 6 0 16,0-15 0-16,-5 9 0 0,1 1 0 16,-3-2 0-16,-5 3 0 0,-1 4 0 0,13 0 0 15,-32 4 0-15,10 0 0 16,2 6 0-16,-9 5 0 0,6 2 0 0,0 0 0 16,8-1 0-16,3 0 0 0,3-1 0 15,0 3 0-15,2 1 0 0,5-2 0 0,1 2 0 16,2-2 0-16,6 2 0 0,0 0 0 15,12 1 0-15,4 0 0 0,7-8 0 0,5-4 0 16,3-2 0-16,4-6 0 0,1-3-217 16,2-1-335-16,-2-6-118 0,13-5-153 15,-8 1-26-15,-10 2 88 0,-6-5-708 0,0 5-917 16</inkml:trace>
  <inkml:trace contextRef="#ctx0" brushRef="#br0" timeOffset="5013.16">7339 3999 4398 0,'-6'-9'174'0,"1"3"72"16,5 6 58-16,-5-10 28 0,5 10 10 16,0 0-2-16,-4-3-4 0,4 3 6 0,0 0 7 15,0 0-18-15,-2 29-28 0,4-10-34 16,-2 7-144-16,2 8-125 0,0-3 0 0,-2-2 0 16,0 9 0-16,-2-9 0 0,0-2 0 15,0-3 0-15,0-3 0 0,-1-3 0 0,1-1 0 16,0-5 0-16,0-1 0 0,2-1 0 15,-2-2 0-15,2-8 0 0,-1 8 0 0,1-8 0 16,0 0 0-16,0 0 0 16,0 0 0-16,-3-28 0 0,7 5 0 0,4-14 0 15,7-16 0-15,-2-5 0 0,9-5 0 16,-2-5 0-16,1 3 0 0,0 4 0 16,2 6 0-16,-4 6 0 0,2 9 0 0,-6 12 0 15,1 4-109-15,-3 9-332 0,1 4-67 16,-5 5-76-16,-2 4-97 0,2 2-163 0,-9 0 73 15,14 8-676-15,-4-1-895 0</inkml:trace>
  <inkml:trace contextRef="#ctx0" brushRef="#br0" timeOffset="5196.29">7287 4220 4382 0,'-9'5'198'0,"-2"-2"32"16,4-2 38-16,7-1 23 0,0 0 1 15,-9 4-14-15,9-4-20 0,0 0-35 0,0 0-24 16,0 0-62-16,39-15-108 0,-15 8-125 16,8-5-142-16,2-7-158 0,12 1-203 15,1-5-191-15,-2 2 60 0,0-1 81 0,1 3-469 16,-1-3-587-16</inkml:trace>
  <inkml:trace contextRef="#ctx0" brushRef="#br0" timeOffset="5431.05">7945 3604 3421 0,'-11'-15'200'16,"2"6"44"-16,5 2 35 0,-1 2 22 0,1 0 8 15,4 5-10-15,0 0-4 0,0 0 30 16,0 0 11-16,-10 30-17 0,12-7-31 0,-2 4-28 16,2 14-22-16,1 5-25 0,-3-1-18 15,0 2-22-15,1-1-39 0,-1 2-60 0,2-5-53 16,0-2-67-16,0-5-65 0,0-5-77 15,0-5-67-15,-1-7-72 0,1-1-87 16,0 0-72-16,-2-6-97 0,2-1-138 16,-2-2-19-16,0-2 83 0,0-2-498 0,0-5-622 15</inkml:trace>
  <inkml:trace contextRef="#ctx0" brushRef="#br0" timeOffset="5614.4">7807 4143 3618 0,'-15'-2'313'0,"15"2"75"0,-14-4 25 0,14 4 33 15,0 0 17-15,-9-2 4 0,9 2 10 16,0 0-27-16,0 0-44 0,23-8-40 16,-6 3-43-16,4-3-262 0,2 0-61 0,8-2 0 15,1-1 0-15,-2 0 0 16,-3 2 0-16,6-1-84 0,-8 3-260 0,-11 1-72 16,4 2-59-16,-7 0-44 0,-4 0-40 15,4 2-69-15,-11 2-136 0,7-3 75 0,-7 3-574 16,0 0-723-16</inkml:trace>
  <inkml:trace contextRef="#ctx0" brushRef="#br0" timeOffset="6713.17">9057 3980 3323 0,'12'1'-2'0,"-12"-1"94"0,0 0 65 16,0 0 49-16,0 0 39 0,0 0 32 0,0 0 45 16,0 0 17-16,0 0 4 0,0 0-4 15,18-3-22-15,-18 3-25 0,7-7-22 16,-7 7-26-16,5-7-21 0,-5 7-22 0,6-9-15 15,-2 3-19-15,-4 6-10 0,0-14-18 16,-2 7-15-16,0-1-13 0,-4 0-15 0,-2 0-73 16,-1 1-23-16,-2 3 0 0,-9 3 0 15,2 1 0-15,-9 5 0 0,-7 5 0 16,-1 7 0-16,1 0 0 0,-2 8 0 16,1 5 0-16,12-3 0 0,9 2 0 0,-2 2 0 15,8 0 0-15,3 4 0 0,9-6 0 16,1 4 0-16,6-2 0 0,5-2 0 0,5-1 0 15,1-6 0-15,3-1 0 0,4-4 0 16,1-5 0-16,3-4 0 0,-6-1 0 16,-3-4 0-16,3-4 0 0,9-4 0 0,-2-3 0 15,-1 0 0-15,-1-2 0 0,-3-2-388 16,-1-3-253-16,1 1-139 0,-6-6-115 0,-2-4 80 16,-4 1-774-16,1-1-1030 0</inkml:trace>
  <inkml:trace contextRef="#ctx0" brushRef="#br0" timeOffset="7146.38">9381 3523 4445 0,'-7'-13'56'0,"-1"1"62"0,2 5 33 16,0 1 41-16,5 2 15 0,1 4 2 16,0 0 36-16,0 0 46 0,0 0 16 0,-2 32-12 15,7 1-24-15,3 6-27 16,0 11-23-16,1 2-18 0,0 3-21 0,-2-3-19 15,-2 2-13-15,1-10-9 0,-2 2-41 16,-4-4-100-16,-2-3 0 0,0-3 0 16,0-6 0-16,0-7 0 0,2-4 0 0,-2-4 0 15,2-1 0-15,-1-2 0 0,1-2 0 16,0-5 0-16,0-5 0 0,1 9 0 0,-1-9 0 16,0 0 0-16,0 0 0 0,0 0 0 15,0 0 0-15,15-21 0 0,-6 13 0 0,2-1 0 16,-4 3 0-16,2-1 0 0,1 0 0 15,1 2 0-15,2 0 0 0,-2 1 0 16,0 4 0-16,-11 0 0 0,25 4 0 0,-13 2 0 16,2-1 0-16,-3 6 0 0,3 3 0 15,-8-4 0-15,1 3 0 0,2 1 0 16,-4 2 0-16,-1-1 0 0,0-2 0 16,-3-1 0-16,1-1 0 0,0-3 0 0,-2 2 0 15,2-2-145-15,0-2-314 0,0-1-105 16,-2-5-126-16,1 8-190 0,-1-8 82 0,0 4 86 15,0-4-629-15,0 0-797 0</inkml:trace>
  <inkml:trace contextRef="#ctx0" brushRef="#br0" timeOffset="7312.94">9761 4091 3982 0,'0'-10'110'0,"4"0"28"0,-4 6 22 16,0 4 13-16,0 0 22 0,5-5 30 15,-5 5 8-15,0 0-21 0,13 15-16 0,-7-4-6 16,-2 4-25-16,-2 2-16 15,-2 9-23-15,0-1-58 0,-4 11-47 0,2 0-58 0,-2 3-67 16,0-5-84-16,0-5-66 16,3-6-79-16,-3-3-62 0,0-2-70 0,2-2-99 15,2-4-76-15,-1-5 52 0,2-2-356 16,-1-5-423-16</inkml:trace>
  <inkml:trace contextRef="#ctx0" brushRef="#br0" timeOffset="7480">9880 3937 2565 0,'-2'-17'95'0,"2"4"63"0,-2 5 26 16,2 1 10-16,0 7-3 0,-3-10-18 15,3 10-19-15,-4-7-23 0,4 7-47 16,0 0-59-16,-4-5-100 0,4 5-106 0,0 0-145 16,0 0-204-16,0 0-8 0,0 0 57 15,-2 23-139-15,-1-12-119 0</inkml:trace>
  <inkml:trace contextRef="#ctx0" brushRef="#br0" timeOffset="7746.21">9978 3730 2165 0,'-10'-25'288'0,"6"7"22"0,2 2 12 15,0 5-3-15,2 3-4 0,-1 1-16 16,1 7 3-16,0 0 20 0,0 0 18 0,0 0 10 15,15 31-13-15,-5 0-24 0,-5 7-33 16,2 2-23-16,-3 16-23 0,3 3-36 0,-6 3-14 16,-1 1-20-16,0-4-15 0,0-1-28 15,-1 2-32-15,-6-3-45 0,3-3-43 16,3-13-55-16,-5 0-83 0,4-5-81 0,0-7-105 16,1-6-130-16,1-2-155 15,0-7-219-15,0-6 73 0,1 0 83 0,5-7-573 0,-6-1-706 16</inkml:trace>
  <inkml:trace contextRef="#ctx0" brushRef="#br0" timeOffset="8180.01">10792 3543 3848 0,'-12'-6'250'15,"4"0"22"-15,3 4 6 0,5 2 1 16,0 0 21-16,0 0 8 0,-29 19 10 0,21-1 8 15,-3 17-11-15,2 2-24 0,-2 13-24 16,0 0-27-16,8-7-22 0,-1 1-26 16,0 1-20-16,4-2-17 0,-1-1-12 15,-1-2-124-15,2-10-19 0,0-3 0 0,-2-4 0 16,-1-2 0-16,3-4 0 0,0-3 0 16,0-2 0-16,0-3 0 0,0 1 0 0,0-4 0 15,0-6 0-15,0 9 0 0,0-9 0 16,0 0 0-16,0 0 0 0,0 0 0 15,0 0 0-15,5-32 0 0,-10 16 0 0,-1-3 0 16,-1 2 0-16,-2-1 0 0,-1 4 0 16,-1 2 0-16,-2 5 0 0,-7 3 0 0,-1 6 0 15,-4 1 0-15,5 4 0 16,-9 9 0-16,2 1 0 0,6 4 0 0,4 1 0 16,5-3 0-16,3 0 0 0,4-1 0 15,-1 3 0-15,4-4 0 0,2 0 0 0,2 0 0 16,2-1 0-16,1-2 0 0,6 2 0 15,5-3 0-15,-1-3 0 0,4-1 0 0,3-1 0 16,-2-2 0-16,3-3-146 0,-2-2-266 16,6-1-136-16,2-1-168 0,-4-2-166 15,13-3 88-15,-4 0-802 0,-6-1-1037 0</inkml:trace>
  <inkml:trace contextRef="#ctx0" brushRef="#br0" timeOffset="8516.44">11359 4177 4610 0,'-7'-11'144'0,"1"5"55"0,4-1 22 16,2 7 14-16,-5-7 15 0,5 7 47 0,0 0 29 16,0 0 13-16,0 0-25 0,26 18-26 15,-14-9-26-15,2 3-24 0,4 0-24 0,0-2-19 16,2 1-136-16,5 4-59 0,-2-5 0 15,-5 2 0-15,4-6 0 0,-1-1 0 0,-3 0 0 16,5-4 0-16,-5-1 0 16,0 2 0-16,6-4 0 0,-7 0 0 0,2-2 0 15,0-3 0-15,8-7 0 0,0-2 0 16,-9 3 0-16,3-6 0 0,1-1 0 0,-6-4 0 16,2 1-23-16,-5 5-228 0,-4 0-46 15,-1 5-66-15,-2 3-79 0,-3 2-97 16,-1 4-150-16,-2 4-117 0,0 0 79 0,0 0-652 15,0 0-832-15</inkml:trace>
  <inkml:trace contextRef="#ctx0" brushRef="#br0" timeOffset="8913.17">12094 4178 4160 0,'0'0'169'0,"0"0"42"15,0 0 57-15,0 0 54 0,0 0 20 16,0 0 4-16,9 13-14 0,-4-5-14 0,-1 0-27 16,0 3-27-16,-1-3-27 0,1 2-23 15,-2 1-18-15,-2-1-20 0,0-1-15 16,0-1-13-16,-4 2-112 0,-1 2-36 0,-3-1 0 16,-7 1 0-16,-2-1 0 0,1-2 0 15,2-2 0-15,-4-3 0 0,5-2 0 16,-1-4-41-16,3-3-124 0,6-6 2 15,-3-4 5-15,5-8 13 0,8-9 17 0,4-6 9 16,6-6 14-16,3 11 11 0,-1 2 24 16,-2 6 16-16,6 3 21 0,-4 10 29 0,-1 3 12 15,-4 4 22-15,2 5 23 0,-14 0 30 16,22 7 13-16,-8 1 16 0,3 3-7 0,-3 6-6 16,2 5-11-16,-4-3-8 0,0-2-11 15,-2 1-15-15,-5 1-29 0,4 0-34 0,-3-5-69 16,0-1-64-16,0 1-80 0,0-2-87 15,-1 0-104-15,3-1-123 0,-5-3-166 0,1-1-85 16,1-1 76-16,-2-5-617 16,-3-1-785-16</inkml:trace>
  <inkml:trace contextRef="#ctx0" brushRef="#br0" timeOffset="9162.82">12411 3529 4025 0,'-5'-15'164'0,"1"7"24"16,-1 0-3-16,5 4 8 0,0 4 64 16,0 0 60-16,0 0 21 0,11 35 2 0,-4-4-17 15,8 15-29-15,-1 8-18 16,-1 3-17-16,-3 3-32 0,-1 4-23 0,-5 1-15 16,-6 0-31-16,6 0-51 0,-6-1-52 15,0-4-60-15,-2-2-79 0,-1-4-67 0,1-9-61 16,-1-2-69-16,0-8-55 0,1-6-71 15,2-11-51-15,0-2-66 0,1-8-90 0,1 1-99 16,0-7 44-16,0-2-571 0,0 0-701 16</inkml:trace>
  <inkml:trace contextRef="#ctx0" brushRef="#br0" timeOffset="9429.18">12666 4042 3437 0,'0'0'61'0,"0"0"62"0,0 0 45 0,0 0 61 16,0 0 55-16,0 0 49 0,-13 25 15 15,13-25 16-15,0 17-8 0,2-7-20 16,2 2-17-16,2 0-26 0,1 0-20 0,3-1-28 16,1-1-23-16,1-1-24 0,3-5-18 15,1 2-20-15,-2-5-21 0,4 1-34 16,0-4-87-16,0-3-18 0,0 3 0 0,0-2 0 16,1-5 0-16,0-1 0 0,-2 1 0 15,0-3 0-15,-3-2 0 0,1 2 0 0,0-3 0 16,-3-2-69-16,0 0-53 15,0-11-18-15,-2 6-14 0,-4 1-31 0,2 6-45 0,-5 1-62 16,-3 6-88-16,0 1-108 16,0 7-143-16,-11-4-166 0,-3 4 72 0,0 5-628 15,-6 1-808-15</inkml:trace>
  <inkml:trace contextRef="#ctx0" brushRef="#br0" timeOffset="9846.09">13315 4187 4034 0,'0'0'141'16,"0"0"52"-16,-12 8 38 0,12-8 35 0,0 0 30 16,0 0-2-16,0 0-15 0,0 0-27 15,0 0-23-15,27 0-31 0,-27 0-32 16,25-8-39-16,-12 1-48 0,0 2-25 0,0-2-29 15,3-1-15-15,-5-1-4 0,1 0-3 16,-1-1 4-16,-3 0-11 0,-3 0 14 0,2-2 2 16,-7 1 8-16,-5-1-14 0,1 2 1 15,-3 2-9-15,-6 1 4 0,-3 3 2 0,2 4 0 16,-11 4 19-16,1 4 12 0,-8 9 16 16,7 4 25-16,-2 1 7 0,7 4 5 15,1-1 6-15,3 3 17 0,7-1 6 16,1-4 11-16,8-6 9 0,2 1-3 0,0-3-1 15,5-1-101-15,-1-2-32 0,6 1 0 16,1-1 0-16,4-3 0 0,-2 0 0 0,-1-2 0 16,1-1 0-16,-3-3 0 0,1 1 0 15,-4-1 0-15,1 1 0 0,1-3 0 16,-3 1-269-16,0 0-343 0,-1 3-189 0,-7-5-86 16,6 3 91-16,-6-3-845 0,0 0-1080 15</inkml:trace>
  <inkml:trace contextRef="#ctx0" brushRef="#br0" timeOffset="10479.07">14483 4007 3924 0,'-10'-4'-437'0,"-2"2"-81"15,12 2-37-15,-13 0-266 0,13 0-308 0</inkml:trace>
  <inkml:trace contextRef="#ctx0" brushRef="#br0" timeOffset="10831.81">14359 4143 2733 0,'2'-9'357'0,"0"2"6"0,-1 2-10 16,-1 5-3-16,0 0 26 0,0 0 43 16,0 0 29-16,0 0 4 0,14 34-17 15,-6-12-32-15,-3 13-32 0,3 1-36 0,-5 1-34 16,4 2-25-16,-2 0-57 0,-3-5-219 0,0-5 0 15,2-3 0-15,-2-4 0 16,-2-2 0-16,0-6 0 0,0-2 0 0,0 2 0 16,0-6 0-16,0 2 0 0,0-10 0 15,-2 2 0-15,2-2-420 0,0 0-154 0,0 0-110 16,3-29-129-16,1 9-12 0,4-13 85 16,-2-3-666-16,1-5-859 0</inkml:trace>
  <inkml:trace contextRef="#ctx0" brushRef="#br0" timeOffset="10978.49">14563 3971 3683 0,'2'-12'15'0,"-4"3"96"16,2 2 55-16,0 7 39 0,-2-8 20 16,2 8 5-16,-2-7-8 0,2 7-22 15,0 0-28-15,0 0-22 0,0 0-43 16,0 0-64-16,0 0-99 0,0 0-157 0,0 0-194 16,22 17-247-16,-13-7-16 0,0 2 77 15,0 5-406-15,5-5-474 0</inkml:trace>
  <inkml:trace contextRef="#ctx0" brushRef="#br0" timeOffset="11295.45">14766 4021 3024 0,'-13'-2'143'16,"13"2"9"-16,-21 6 6 0,14-6 4 0,-1 7-1 15,8-7-11-15,-7 13-13 0,7-4-10 16,4 0-14-16,-1 5-12 0,5 0-24 0,3 1-13 15,3 1-4-15,-1-1-8 0,6 4 1 16,2 0 15-16,0 1 30 0,-2 1 41 16,-1-4 41-16,-6-1 36 0,-1-4 23 0,0 3 33 15,-4-3 25-15,-1 3 19 0,-3 1 13 16,-3-3 5-16,-2 3 2 0,-5 0-5 0,-4 1-29 16,-1-2-302-16,-9 7 0 0,-1-3 0 15,-3-2 0-15,0 0 0 0,-2-3 0 16,-2 0 0-16,4-6 0 0,5-3 0 15,1-1 0-15,-3-4 0 0,6-4 0 0,-6-2-4 16,8-5-812-16,-9-11-166 0,3 0 92 16,5-4 94-16,5 4-804 0,7 3-1039 0</inkml:trace>
  <inkml:trace contextRef="#ctx0" brushRef="#br0" timeOffset="11545.97">15698 3570 4834 0,'-5'-16'196'0,"-1"8"34"16,5-1 24-16,-3 2 3 0,4 7 8 15,0 0 23-15,0 0 27 0,-16 21 16 0,9 8-4 16,-1 7-20-16,4 5-24 0,-4 15-21 16,6 2-220-16,2 5-42 0,0 0 0 15,2 0 0-15,0 2 0 0,-2-6 0 0,2-2 0 16,0-11 0-16,-4-4 0 0,0 0 0 15,-2-4 0-15,-3-1 0 0,3-2 0 0,1-8-458 16,-1-4-304-16,-1-6-168 0,3-4 87 16,4-3 88-16,3-1-756 0,1-6-957 0</inkml:trace>
  <inkml:trace contextRef="#ctx0" brushRef="#br0" timeOffset="11912.29">16091 4214 4531 0,'0'0'227'0,"0"0"44"16,0 0 47-16,-29 11 43 0,29-11 39 16,-5 6 17-16,5-6 9 0,0 0-33 15,0 0-26-15,0 0-35 0,17 16-184 0,-4-13-148 16,-2-3 0-16,5 3 0 0,1-3 0 16,0-3 0-16,-2 0 0 0,5 1 0 0,-5-2 0 15,2-2 0-15,-1-1 0 16,-4-1 0-16,0-1 0 0,-4-2 0 0,-3 2 0 15,-3-2 0-15,0 2 0 0,-4 2 0 16,0 3 0-16,-7 0 0 0,9 4 0 0,-27 2 0 16,6 3 0-16,-2 3 0 0,-6 6 0 15,1 3 0-15,4 1 0 0,1-2 0 0,1 3 0 16,10-2 0-16,-1-1 0 0,4-3 0 16,4 2 0-16,-1-3 0 0,6-1 0 0,2 0 0 15,2-1 0-15,3-3 0 0,4 0 0 16,3-2 0-16,5-1 0 0,-4-3 0 0,6-2 0 15,4-3-14-15,13-1-577 16,-2-4-138-16,6 3-180 0,0-5 65 0,7-7 89 16,1-3-724-16,-5 0-927 0</inkml:trace>
  <inkml:trace contextRef="#ctx0" brushRef="#br0" timeOffset="12245.14">16703 3935 3958 0,'-10'-9'-18'16,"1"3"57"-16,1 2 39 0,8 4 21 15,-19 2 30-15,19-2 20 0,-25 10 9 0,14-1 0 16,-3 1-9-16,2 2-16 0,0 3-8 16,0 1-13-16,5-3-12 0,3 1-10 15,0 1-10-15,2-5-1 0,4 5-8 16,0-5 7-16,4 4 13 0,1-2 25 16,5 0 10-16,-2 0 40 0,1 1 18 0,0 0 19 15,3 0 5-15,-5 1 5 0,0-1-3 16,0 1 4-16,-4 0 19 0,1 0 5 0,-5-1-16 15,-2-1-222-15,-5 2 0 0,-1 0 0 16,-7 1 0-16,-3-1 0 0,-4 4 0 0,-4-1 0 16,0-4 0-16,3-1 0 0,1-4 0 15,-1 0 0-15,-1-3 0 0,7-2 0 0,-2 1 0 16,3-4 0-16,1-4 0 0,3-4 0 16,0-1 0-16,1-6 0 0,5-2-630 0,-1 3-361 15,6-1 89-15,0 2 95 16,0 3-846-16,4-2-1091 0</inkml:trace>
  <inkml:trace contextRef="#ctx0" brushRef="#br0" timeOffset="12594.73">17050 3933 4258 0,'-8'-12'-5'0,"2"5"64"0,-1 2 51 0,-2 2 29 16,9 3 21-16,-16-2 27 0,16 2 17 15,-27 8 10-15,12-4 6 0,1 6-6 0,-2 2-14 16,0 3-16-16,3 2-30 0,4-3-14 16,1 3-10-16,2-1-19 0,6 1-5 15,2-1 2-15,3 5 13 0,6-4 20 16,5 7 12-16,5-1 13 0,1 4 22 16,0-2 14-16,8 8 33 0,-3 0-143 0,-4-12-92 15,-5 1 0-15,-9-5 0 0,-2 0 0 16,-7-5 0-16,-1 5 0 0,-7-5 0 0,-2 5 0 15,-3-2 0-15,-2-1 0 0,-8 3 0 16,4-5 0-16,0-4 0 0,0 1 0 0,1-4 0 16,2-2 0-16,-2-3 0 0,5-1 0 15,-2-3 0-15,2-2 0 0,-1-8 0 0,6 0-65 16,1-6-769-16,1-15-145 0,6 0 97 16,0-4-965-16,2 2-1273 0</inkml:trace>
  <inkml:trace contextRef="#ctx0" brushRef="#br0" timeOffset="12878.32">17871 3535 5293 0,'-3'-14'85'0,"-6"5"47"0,6 2 42 0,1 0 36 15,-2 1 2-15,4 6-8 0,0 0 25 16,-13 16 22-16,3 15 14 0,1 8-1 15,0 14-28-15,-4 4-21 0,6 1-20 0,0 6-20 16,-1-1-124-16,0-3-51 0,2 2 0 16,3-5 0-16,-5-6 0 0,7-8 0 15,-8-6 0-15,4-2 0 0,3-10 0 0,-4-2 0 16,4-5-45-16,-1-3-181 0,-1-3-41 16,-1-4-43-16,0-2-46 0,-1-1-44 0,-1-3-27 15,7-2-21-15,-19 0-24 0,6-2-18 16,-5-3-10-16,1-7 25 0,-8-2 36 0,2-3-696 15</inkml:trace>
  <inkml:trace contextRef="#ctx0" brushRef="#br0" timeOffset="13311.72">17532 4241 2860 0,'-12'-13'-131'16,"3"1"29"-16,5 0 14 0,1 3 8 0,5 3 16 16,-1 0 21-16,10-4 10 0,9 1 7 15,0 1 5-15,12-5-3 0,5 0-1 16,9-4 0-16,2-3 1 0,-3-2 4 16,3-1 6-16,-1-4 3 0,1-1 9 15,-4-3 20-15,-2-1 30 0,-2-1 28 0,-4-4 25 16,-8 2 28-16,-1-5 10 0,-4 1 27 15,-8 6 22-15,-1 4 6 0,-5 5 21 0,-3 6 8 16,-3 2 7-16,0 4-15 16,-3 2-17-16,-3 3-7 0,-2 5-4 0,5 2 7 0,-25 14 6 15,-1 12 4-15,-4 9-2 16,-4 8 12-16,0 3-19 0,6 7-4 0,4-1-7 16,0 2-6-16,1-2-10 0,9-3-17 15,2-3-9-15,2-8-7 0,5-4-19 0,5-5-13 16,-2-6-9-16,0-6-7 0,4-2-6 15,0-1-5-15,-2-2-3 0,2-4-2 0,1 1-5 16,1-3 0-16,2-2-10 0,-6-4 1 16,0 0-7-16,19 0-5 0,-19 0-2 15,18-4-7-15,-6 0 0 0,0 1-4 0,-2-1-32 16,-10 4 0-16,16-4 0 0,-6 4 0 16,-10 0 0-16,13-5 0 0,-13 5 0 15,0 0 0-15,22 5 0 0,-17-3 0 16,-5-2 0-16,13 6 0 0,-5-3 0 0,-4 2 0 15,-4-5 0-15,11 11 0 0,-3-9 0 16,-5 4 0-16,-3-6 0 0,11 6 0 0,-8-2 0 16,1 1-272-16,1 1-305 0,-5-6-179 15,8 6-134-15,-4 0 74 0,0-4-844 0,-4-2-1096 16</inkml:trace>
  <inkml:trace contextRef="#ctx0" brushRef="#br0" timeOffset="13996.82">18399 4149 4391 0,'-8'-7'44'0,"8"7"73"0,-5-5 34 0,5 5 24 15,0 0 49-15,0 0 71 16,0 0 28-16,0 0 10 0,0 25-18 0,2-19-18 16,0 4-34-16,-1 3-26 0,1-4-23 15,2 4-24-15,-2-2-16 0,0-2-17 0,0 0-13 16,-2-1-14-16,-2 1-113 0,0-2-17 15,-4 1 0-15,3 0 0 0,-8-4 0 0,0 2 0 16,0-2 0-16,-3-1 0 0,1-2 0 16,13-1 0-16,-32-4 0 0,16 0 0 15,4-4 0-15,-4-4 0 0,7-3 0 16,3-6 0-16,4-1 0 0,6-1 0 16,1-6 0-16,6 4 0 0,0 6 0 0,0 4 0 15,3 3 0-15,-1 5 0 0,-1 2 0 16,0 5 0-16,-12 0 0 0,25 6 0 0,-12 3 0 15,1 3 0-15,1 2 0 0,-4 1 0 16,5 3 0-16,-5-3 0 0,1 2 0 0,1 0 0 16,-4-3 0-16,1-2 0 0,-1-2 0 15,-3-1 0-15,1-1 0 0,0-2 0 0,-2-1 0 16,-5-5 0-16,10 6 0 0,-10-6 0 16,5 4 0-16,-5-4 0 0,0 0 0 0,0 0 0 15,21-10 0-15,-10 1 0 16,0 1 0-16,0 0 0 0,1-4 0 0,1 3 0 15,-2 0 0-15,1 0 0 0,-3 2 0 16,0 3 0-16,3-2 0 0,-1 3 0 0,-11 3 0 16,16-4 0-16,-16 4 0 0,15-1 0 15,-15 1 0-15,16 0 0 0,-16 0 0 0,12 0 0 16,-12 0 0-16,0 0 0 0,18 0 0 16,-18 0 0-16,11 1 0 0,-11-1 0 0,0 0 0 15,18 0 0-15,-18 0 0 0,7 0 0 16,-7 0 0-16,9 2 0 0,-9-2 0 0,10 3 0 15,-10-3 0-15,10 4 0 16,-10-4 0-16,11 8 0 0,-6-8 0 0,-5 0 0 16,16 2 0-16,-7-2 0 0,-9 0 0 0,23-2 0 15,-10-1 0-15,-1 2 0 0,1-5 0 16,1-1 0-16,-3 2 0 0,0 2 0 16,-1-4 0-16,3 2 0 0,-2 0 0 0,-2 0 0 15,-2-1-612-15,1 1-389 0,-8 5 108 16,10-3-1040-16,-10 3-1355 0</inkml:trace>
  <inkml:trace contextRef="#ctx0" brushRef="#br0" timeOffset="14811">19665 4456 5622 0,'-13'0'-3'0,"4"2"23"0,9-2 12 0,-9 2 12 16,9-2 8-16,0 0 6 0,0 0-1 15,0 0 3-15,0 0-13 0,0 0-5 16,0 0-20-16,23-18-10 0,-12 10-12 0,2-1-13 15,-1-2 2-15,3-3 0 0,1 0-2 16,-2-8 1-16,0-4 4 0,-3 4-4 0,-5-1 5 16,-2 1 1-16,-3-4 6 0,-1 2 1 15,-1 0 7-15,-7-9 6 0,1 11 8 0,-2 4 6 16,-2 2 5-16,-2 1 1 16,0 3-6-16,-4 2 3 0,1 6-5 0,0 0-3 15,-4 3-1-15,6 1-1 0,0 1 6 16,1-1 2-16,13 0-8 0,-20 2 3 0,20-2-2 15,-9 2-7-15,9-2 13 0,0 0 7 16,0 0-14-16,0 0 3 0,63-7-7 0,-23 1-17 16,-1 0-16-16,2 0-15 0,-1 2-15 15,-12 0-2-15,3 2-1 0,-4 4 7 16,5 6 4-16,-5 2 8 0,-8-2 11 0,3 9 19 16,1 2 21-16,-5 2 16 0,-3 4 20 15,-8-3 14-15,3 9 2 0,0-2 1 16,-3 2-4-16,-2-6-7 0,0-2-9 15,-1 2-3-15,-1-1-13 0,1-2-31 0,2-1-32 16,-3-4-57-16,5 3-73 0,-2-4-96 16,4-4-113-16,-1-2-126 0,5-3-165 0,-5-6-70 15,2-1 81-15,5-3-523 0,0-6-634 16</inkml:trace>
  <inkml:trace contextRef="#ctx0" brushRef="#br0" timeOffset="15149.16">20432 4019 3428 0,'-16'0'139'0,"16"0"37"0,-18 11 26 0,9-2 29 0,0 4 19 15,0 3 17-15,4 4-17 0,-3-2-9 16,7 0-18-16,1 0-20 0,1 0-31 16,5 2-15-16,1-1-32 0,2-2-25 0,5-2-21 15,-1-1-18-15,5-2-12 0,-2-3-5 16,4-4-6-16,-3 0-3 0,-2-1 0 0,1-4 23 15,-3 0-2-15,-13 0 11 0,25-4 22 16,-16 0 0-16,-2-1 14 0,5 1-4 16,-4-4-4-16,-3-2-4 0,1-4-10 15,-1 1-13-15,-4-6-20 0,-1 0-21 0,0-5-33 16,-3 2-27-16,-6 1-26 0,0 1-15 16,0 1-21-16,-7 7-24 0,0 2-46 15,-2 6-47-15,-5 4-70 0,-11 9-92 0,0 5-111 16,-1 3-166-16,-4 8-91 0,8-3 90 15,6-1-548-15,6 1-663 0</inkml:trace>
  <inkml:trace contextRef="#ctx0" brushRef="#br0" timeOffset="15480.14">20866 4060 3662 0,'0'0'186'0,"0"0"28"0,-24 11 17 16,16-5 29-16,-1 5 32 0,1 1 22 16,-2 2-4-16,7 1-27 0,-1-1-22 15,4 3-28-15,0-6-22 0,5 3-25 0,0 0-24 16,6-2-29-16,0-2-24 0,3-2-24 16,1-1-24-16,1-1-14 0,0-3-1 0,2-1-9 15,-2-2-4-15,0 0-6 16,4-4 5-16,-8-1 2 0,3 0-2 0,-3-3-3 0,-3-1-7 15,2-3-3-15,-6-3-7 16,-1-1-10-16,-2-1-18 0,-4-2-7 0,-2-4-17 16,-1 2-27-16,-11-9-28 0,5 3-28 15,-1 7-29-15,1 4-35 0,-1 3-39 0,-7 0-72 16,2 5-60-16,-2 6-70 0,-4 0-85 16,4 4-147-16,-8 1-22 0,3 4 78 0,1 0-448 15,2-1-525-15</inkml:trace>
  <inkml:trace contextRef="#ctx0" brushRef="#br0" timeOffset="15761.09">21513 3113 3286 0,'0'-12'243'0,"0"4"27"0,2 2 0 15,-2 6-11-15,0 0 20 0,0 0 8 0,0 0-4 16,7 43-21-16,-1-2-18 0,-2 5-26 16,-3 17-17-16,4 7-15 0,-3 4-14 0,-4-2-18 15,-3 3-14-15,-2 4-26 0,-2-7-68 16,0 0-42-16,-7-2-34 0,3-4-39 0,-1-6-48 16,-1-2-49-16,3-6-58 0,-1-6-58 15,1-12-63-15,5-3-56 0,1-11-79 16,-1-2-110-16,3-8-72 0,3 1 64 15,-2-9-407-15,3-2-480 0</inkml:trace>
  <inkml:trace contextRef="#ctx0" brushRef="#br0" timeOffset="15944.88">21300 4038 3005 0,'0'0'179'0,"0"0"40"0,-14-4 41 15,14 4 39-15,0 0 50 0,0 0 11 16,0 0-12-16,0 0-27 0,41-6-33 0,-27 3-34 15,6 1-55-15,-4-4-73 0,6 2-78 16,-1 0-76-16,-5 2-87 0,2 0-103 16,-3 0-125-16,-1 2-158 0,-3 0-243 15,-11 0 67-15,15 2 76 0,-15-2-429 16,6 8-504-16</inkml:trace>
  <inkml:trace contextRef="#ctx0" brushRef="#br0" timeOffset="16911.24">22505 3880 3393 0,'0'0'378'0,"0"0"5"0,0 0 8 16,0 0 22-16,-30 20 13 0,22-2-15 0,-3 1-15 15,-1 6-29-15,1 5-25 0,4 1-31 16,1-6-30-16,5-2-24 0,2-3-26 0,-1-1-28 16,6 1-195-16,-1-4-8 0,5 0 0 15,2-3 0-15,2-3 0 0,2-3 0 0,1-2 0 16,0-3 0-16,6-2 0 0,-2-2 0 16,2-3 0-16,0-2 0 0,6-5 0 0,-3 1 0 15,-2-2 0-15,-8 5 0 16,-3 2 0-16,-3 1 0 0,-1 2 0 0,1 0 0 15,-10 3 0-15,14-2 0 0,-14 2 0 16,0 0 0-16,14 10 0 0,-8-5 0 0,0 0 0 16,-6-5 0-16,11 11 0 0,-5-6 0 15,1-1 0-15,5 0 0 0,-1 0 0 16,-1-4 0-16,-10 0 0 0,28 0 0 0,-14-2 0 16,5-3 0-16,-2 0 0 0,3-2 0 15,0-1 0-15,-1-1 0 0,-1-1 0 0,4-6 0 16,-3 2 0-16,-4 1 0 0,6-8-271 15,-3-1-158-15,-1-3-63 0,-2-1-54 16,-4-6-76-16,3-2-99 0,-3-14-42 16,0-5 74-16,3-4-555 0,-3-3-706 0</inkml:trace>
  <inkml:trace contextRef="#ctx0" brushRef="#br0" timeOffset="17343.8">23296 2997 3288 0,'-2'-14'-3'0,"2"3"71"16,-2 2 27-16,1 5 42 0,1 4 46 0,0 0 65 15,0 0 71-15,0 0 50 0,-10 38 16 16,9 3 1-16,-5 14-20 0,2 5-13 0,1 4-10 16,-2 6-6-16,-1 3-11 0,1 3-12 15,-1 1-27-15,1-5-27 0,-2 0-130 16,2-2-130-16,-3-3 0 0,-1-3 0 16,3-9 0-16,-2-4 0 0,3-10 0 0,-1-4 0 0,4-12 0 15,-1-4 0-15,1-4 0 16,-3-4 0-16,3-2 0 0,0-1 0 0,2-3 0 15,0-7 0-15,0 0 0 0,0 0 0 16,0 0 0-16,33-28 0 0,-16 3 0 0,8-11 0 16,2-4 0-16,2 3 0 0,-3 2 0 15,-3 10 0-15,-4 0 0 0,-4 10 0 0,-1 3 0 16,-3 4 0-16,-4 4 0 0,3 3 0 16,-10 1 0-16,15 5 0 0,-5 3 0 0,-2 4 0 15,-5 3 0-15,3 2 0 16,-2-1 0-16,-2 1 0 0,-1 2 0 0,3 1 0 15,1-4 0-15,-5 1 0 0,3 0 0 16,-1-1 0-16,2-4 0 0,-2 0 0 0,0-3 0 16,-1-1 0-16,-1 1 0 0,2-4 0 15,2 0-134-15,-4-5-324 0,6 4-101 16,-6-4-117-16,0 0-132 0,0 0 10 0,0 0 81 16,15-18-657-16,-9 7-829 0</inkml:trace>
  <inkml:trace contextRef="#ctx0" brushRef="#br0" timeOffset="17613.29">23714 3721 3757 0,'3'-12'34'0,"4"3"86"0,-3 4 66 0,-4 5 63 16,0 0 64-16,0 0 43 0,14 15 28 0,-12-4 2 15,2 6-22-15,-2 0-21 0,0 5-30 16,0 1-25-16,-2 2-26 0,0-4-28 0,0-1-24 16,0-2-20-16,0 0-26 0,0-4-126 15,-2 0-38-15,4-2 0 0,-2-4 0 16,0 1 0-16,0-9 0 0,2 8 0 0,-2-8-175 15,6 3-47-15,-6-3-35 0,0 0-27 16,16-17-10-16,-7 2-6 0,-2-2 17 0,6-11 23 16,1-1 28-16,-3 0 24 15,-4 0 19-15,4 4 22 0,-4 3 9 0,-3 5 15 0,-3 2-11 16,1 1-16-16,2 0-39 16,-2 3-49-16,-2 1-64 0,0 3-121 0,-2-2-149 15,2 2 58-15,-2-1-261 0,2 8-283 16</inkml:trace>
  <inkml:trace contextRef="#ctx0" brushRef="#br0" timeOffset="18260.7">24179 3593 2648 0,'-25'6'338'0,"6"2"13"0,1 5 20 16,-6 4 26-16,-1 5 21 0,2 3-12 15,4 1-27-15,2 0-50 0,3 3-34 0,5-6-32 16,6-3-24-16,1-1-24 0,4-3-33 16,1 1-36-16,6 1-38 0,4-3-38 0,-1-2-37 15,6-3-16-15,-1-5-40 0,0-1-29 16,4-3-36-16,3-2-35 0,1-3-36 0,10-4-41 16,-2-5-43-16,1-3-44 0,-2-5-29 15,3-8 1-15,-3-7 0 0,-2-6 13 16,-5-5 21-16,-3-5 36 0,-2-4 45 0,-3-8 44 15,-4-2 51-15,-3-4 31 16,-2-1 28-16,-8 1 27 0,-4 8 17 0,-2 2 22 16,-3 9 27-16,-3 14 14 0,-1 6 24 15,0 6 7-15,-1 8 14 0,1 10 23 0,-1 3 19 16,-1 8 32-16,-8 11 24 0,3 12 25 16,-7 20 1-16,-2 7 12 0,-1 24 0 0,1 6-12 15,4 8-13-15,6 6-19 0,0 3-10 16,7-5-20-16,-1 1-17 0,8-21-4 0,-2-4-15 15,6-3-12-15,1-7-20 0,1-16-34 16,2-6-27-16,3-4-18 0,-3-13-5 0,5-6-3 16,-1-6-2-16,7-4 7 0,1-7-6 15,2-4 3-15,3-6 2 0,4-11 6 16,3 0 3-16,1-16 5 0,3 0-2 16,-4 1 1-16,-6 9-7 0,-3 1-5 0,0 5-5 15,-5 3-7-15,-3 8-2 0,-3 5 4 16,3 3 0-16,-10 2 15 0,0 0 5 0,15 17 4 15,-11 1 3-15,-4 0 2 0,2 9 10 16,-2-2-14-16,0-2-5 0,0 2 0 16,2-1-6-16,0-3 0 0,-1-4-4 0,1 2-1 15,4-5-8-15,-3-1-8 0,6-4-10 16,-2-1-23-16,4-1-25 0,1-4-29 0,-3-1-44 16,4-4-63-16,5 2-71 15,-2-5-98-15,6-3-120 0,5-11-130 0,-1 2-201 16,1-2 64-16,6-2 78 0,-8 1-583 15,-2-2-715-15</inkml:trace>
  <inkml:trace contextRef="#ctx0" brushRef="#br0" timeOffset="19011.32">25631 3887 3262 0,'8'4'6'0,"-1"-3"59"0,-7-1 42 0,22-3 34 16,-11-1 17-16,0 1 12 0,5-6 7 16,-2 0 2-16,6 0-9 0,-4-4-13 0,2 0-18 15,3-6-15-15,-1-2-12 0,0-5-23 16,-3 1-22-16,2-3-18 0,-3-2-8 0,2-9-13 16,0-5-16-16,-4-5-12 0,2-5-10 15,-5-4-12-15,1-4-3 0,-3 0-5 16,1-4-2-16,-7 4 3 0,2 2-1 15,-3 15 5-15,-4 6-1 0,2 11 2 0,-6 5 4 16,0 11-3-16,-1 8 10 0,-3 6 6 16,-5 8 14-16,-8 17 19 0,-1 20 22 0,0 12 25 15,5 11 23-15,2 20 39 0,4 12 38 16,3 2 24-16,9-1 1 0,2-1 1 16,10 3-29-16,3 0 0 0,7-5 0 0,-2-5-12 15,0-4-7-15,0-21-9 0,-3-6 0 16,-3-2 5-16,-1-8 6 0,-7-12 6 0,1-5 4 15,-6-8 5-15,-2-5 7 16,-4-3-141-16,-2-4-34 0,-1-1 0 0,-4-2 0 16,-7-4 0-16,1-3 0 0,-1-4 0 15,-7-3 0-15,-9-9 0 0,0-2 0 0,-12-11 0 16,3-7 0-16,4-5 0 0,-1-4 0 16,6-8 0-16,3-2 0 0,9 1-119 0,3 1-229 15,8 1-72-15,3 10-83 0,2 3-96 16,5 4-148-16,3 9-42 0,1 1 79 0,5-3-636 15,-1 4-800-15</inkml:trace>
  <inkml:trace contextRef="#ctx0" brushRef="#br0" timeOffset="19480.75">26239 4108 4027 0,'0'0'131'15,"0"0"38"-15,0 0 6 0,0 0 7 0,0 0-5 0,0 0-19 16,0 0-13-16,12-14-12 0,-3 5-16 16,5-2-25-16,6-8-27 0,1 0-24 0,1-4-26 15,0-2-21-15,3-3-17 0,0-6-13 16,-6 5-13-16,-2 0-11 0,-3 2-7 16,-5 6-4-16,0 3 15 0,-4 7 2 0,4-1 3 15,-5 1 15-15,1 5 9 0,-3-1 7 16,0 4 21-16,-2 3 18 0,0 0 12 15,0 0 13-15,0 0 5 0,0 0 3 16,-8 27 9-16,8-10-3 0,0 1-7 0,0 3-4 16,0 2-1-16,2 1-3 0,4 0-6 15,3 5 0-15,3-4-6 0,3 2-2 0,-3-9-3 16,3-2 1-16,-2-9-7 0,6 1-4 16,-2-5 2-16,2-4-1 0,0 1-5 0,4-6 4 15,8-3 5-15,-2-1 7 0,1-7 6 16,-3-1 12-16,-5-1 10 0,-1-2 7 0,2-3 7 15,-4-1 0-15,-2-4-5 16,-4 0-1-16,3-2-8 0,-3 2-5 0,-1 0-10 16,-5 0-2-16,3 4-11 0,-7 4-22 15,4 6-35-15,-4 5-37 0,-3 1-55 0,4 4-56 16,-4 5-74-16,0 0-74 0,0 0-74 16,0 0-111-16,0 0-183 0,-19 15 41 15,17-8 67-15,0 2-364 0,0 3-427 0</inkml:trace>
  <inkml:trace contextRef="#ctx0" brushRef="#br0" timeOffset="19944.24">27095 3942 2944 0,'-8'7'248'0,"8"-7"41"0,0 0 17 15,0 0 12-15,0 0 14 0,-10 4 3 0,10-4-18 16,0 0-26-16,0 0-27 0,0 0-30 15,0 0-32-15,0 0-42 0,33-10-38 16,-33 10-41-16,17-8-23 0,-9 1-17 0,1-1-13 16,-4-3-5-16,4-1-8 0,-4-3-2 15,-1-1 1-15,-2-1-1 0,-2-2-4 0,0-1 4 16,-2-5-8-16,-2 2 2 16,-3-9 0-16,0 7-3 0,2 7-2 0,-1 2 0 15,-1 4-7-15,0 3-1 0,-2 2 1 16,2 5-2-16,0-1 2 0,7 3 2 0,-12-1-2 0,12 1 5 15,0 0-1-15,0 0 9 16,0 0 2-16,0 0 6 0,0 0-2 0,0 0-1 16,44-6-4-16,-21 1 3 0,1 3-1 15,-1-1-5-15,0 2 8 0,-2 2 10 16,3 1 17-16,-2 1 26 0,-1 4 34 0,-3 1 23 16,2 1 21-16,-4 3 14 0,-4 2 5 15,0 1-7-15,-2 3-12 0,-1-3-9 0,-4 3-20 16,3 2-77-16,-3-5-39 0,0 2 0 15,1-1 0-15,-3-1 0 0,5 1 0 16,-5-1 0-16,2 0 0 0,-3-4-131 16,2-1-130-16,-3-2-85 0,3 1-102 0,0-4-117 15,-2 1-163-15,-2-6-90 0,1 6 86 16,-1-6-684-16,0 0-866 0</inkml:trace>
  <inkml:trace contextRef="#ctx0" brushRef="#br0" timeOffset="20360.9">27809 2762 4093 0,'-2'-12'-23'0,"0"5"20"0,2 7 49 0,0 0 48 16,0 0 49-16,2 36 41 0,2-2 20 15,-2 9 13-15,0 18 4 0,0 9 51 16,4 2 18-16,0 1-15 0,-3-3-22 15,1 3-25-15,0-5-20 0,-3 2-22 0,5-8-16 16,-6-2-19-16,2-13-15 0,-2-3-11 16,-2 0-16-16,0-7-7 0,-2-2-12 0,4-9-4 15,-3-5-7-15,-1-5-9 0,0-1-3 16,1-5-5-16,-1 2-8 0,-2-5-52 0,-4-1-2 16,5-3 0-16,5-3 0 0,-23 0 0 15,23 0-28-15,-35-12-72 0,11-3-45 16,-3-2-19-16,0-3-19 0,-2 1-11 15,3-2 6-15,2-3 7 0,0 7 13 0,10 0 10 16,2 5 8-16,1 2-3 0,2 3-3 16,4 0-2-16,1 2-7 0,4 5 1 15,4-14-12-15,6 4-35 0,6-1-43 0,15-7-29 16,11-4-3-16,11 2 5 0,10 1 13 16,6-4 4-16,21-4-9 0,-1 1 9 0,8-5-3 15,-5 0-2-15,-4-5 8 0,-16-1 22 16</inkml:trace>
  <inkml:trace contextRef="#ctx0" brushRef="#br0" timeOffset="20728.14">28480 3208 1860 0,'28'-39'-18'0,"-8"4"74"15,-11 2 53-15,-9 4 44 0,-2-8 22 16,-1-1 18-16,-7-1 5 0,-2 0 17 16,-6-2 1-16,-3 12 6 0,-2 2 1 15,-2 8 0-15,-6 7-1 0,-1 9 2 16,-8 8 2-16,-8 10-3 0,1 11-7 0,3 9-14 16,0 7-8-16,6 10-27 0,-4 16-11 15,13-10-11-15,5 0-15 0,7 1-11 0,1-1-12 16,7-1-11-16,3 0-10 0,2-13-6 15,3 1 0-15,-1-6-12 0,2-2-11 0,0-7 0 16,0-6-5-16,0-5-7 0,2-2 6 16,-2-1-5-16,0-6 19 0,0 1 33 15,1-3 28-15,-1-8 3 0,4 6-4 0,-4-6-9 16,0 0-5-16,0 0-8 16,32-13-8-16,-16 6-4 0,-3-2 0 0,5 1-5 0,-4-1-5 15,2 4-81-15,-1 0 0 16,-2 1 0-16,-3 4 0 0,-10 0 0 0,20 9 0 15,-10 0 0-15,-2 1 0 0,-3 4 0 16,1 0 0-16,-1 2 0 0,0 1 0 0,-3 0 0 16,2 5 0-16,-1-6 0 0,1 1 0 15,-2-2 0-15,0-3 0 0,0-1 0 0,-2-3 0 16,1 0-188-16,4-4-231 0,-3 4-138 16,-2-8-169-16,7 4-151 0,-7-4 85 15,9 1-783-15,-9-1-1018 0</inkml:trace>
  <inkml:trace contextRef="#ctx0" brushRef="#br0" timeOffset="21092.84">28341 3710 4116 0,'-8'0'-11'15,"8"0"85"-15,0 0 32 0,0 0 27 0,0 0 22 0,0 0 21 16,0 0 3-16,0 0-12 0,0 0-9 0,29-11-19 15,-17 5-17-15,-1 2-11 16,3-1-16-16,-2-1-19 0,3 0-10 0,-1 0-15 16,-1-1-8-16,-1-2-2 0,-1 1-5 15,-2-3-4-15,0 1 2 0,-6 1 5 0,-1-4 6 16,-4 3 6-16,1 3-2 0,-10-2-2 16,2 4 4-16,-4 1 1 0,-2 6 6 0,-9 3 16 15,4 4 13-15,-9 6 13 0,5 4-4 16,0 5 6-16,8 0 0 0,0 2 2 0,5 2 4 15,5-6 3-15,2-1-1 0,4-5-4 16,3 3-1-16,-2-1-14 0,9-1-8 16,-3 0-8-16,4 0-18 0,1-3-55 15,1-4-49-15,-1-2-60 0,3 1-86 0,2-4-89 16,-4 0-115-16,7-3-130 0,-4-2-166 0,4 0-127 16,1-2 80-16,-1-3-688 15,5-2-878-15</inkml:trace>
  <inkml:trace contextRef="#ctx0" brushRef="#br0" timeOffset="21543.18">28688 3843 3781 0,'-8'5'103'0,"1"-2"82"0,7-3 49 16,-10 5 32-16,10-5 50 0,0 0 26 16,-8 4 10-16,8-4-13 0,0 0-22 0,0 0-29 15,0 0-28-15,0 0-28 16,0 0-26-16,0 0-19 0,0 0-21 0,0 0-16 15,36-5-17-15,-36 5-19 0,8-7-12 16,-8 7-7-16,4-11-72 0,-2 5-23 0,-2 6 0 16,0-17 0-16,-2 9 0 0,1-4 0 15,-4-3 0-15,-1-1 0 0,3-5 0 0,-1 1 0 16,0-2 0-16,1 6 0 0,-1-1 0 16,1 5 0-16,-1 2 0 0,4 0 0 15,0 1 0-15,0 3 0 0,0 6 0 0,4-13 0 16,1 8 0-16,-5 5 0 0,16-5 0 15,-4 3 0-15,1 0 0 0,0 2 0 0,7 2 0 16,-1 0 0-16,-2 3 0 16,4 2 0-16,-3 0 0 0,0 3 0 0,0 1 0 0,-6-1 0 15,2 3 0-15,-3 1 0 16,2 1 0-16,-1-1 0 0,-4 0 0 0,-1-1 0 16,2 2 0-16,-2-4 0 0,-2 1 0 15,1-1 0-15,-1-2 0 0,-1 1 0 0,1-2 0 16,-3 0 0-16,0 1 0 0,-2-2 0 15,0 2 0-15,-2 0 0 0,0-2 0 0,-5 1-437 16,4-1-565-16,-3-2 70 0,-1 2 110 16,7-7-878-16,-14 3-1134 0</inkml:trace>
  <inkml:trace contextRef="#ctx0" brushRef="#br0" timeOffset="22744.17">29708 2997 4295 0,'2'-20'229'15,"-4"6"-81"-15,2 5-51 0,0 9 74 16,0 0 34-16,0 0 36 0,-2 35 16 0,-3 6 2 15,-2 16-9-15,1 2 21 0,-1 7 2 16,0-3-11-16,-2 4-17 0,4-6-24 0,1-1-20 16,-2-5-21-16,5-10-20 0,-3-2-18 15,-3-6-58-15,5 1-84 0,-1-10 0 16,-1-7 0-16,2-1-7 0,-1-3-189 0,3 0-77 16,-2-5-85-16,2-2-111 0,-2-3-126 15,2 0-146-15,0-7-64 0,4 5 76 16,-4-5-638-16,0 0-820 0</inkml:trace>
  <inkml:trace contextRef="#ctx0" brushRef="#br0" timeOffset="23093.25">30045 3559 3896 0,'0'0'107'0,"9"-1"67"0,-9 1 43 16,0 0 49-16,0 0 24 0,0 0 19 0,0 0 10 15,0 0-13-15,0 0-19 0,21 1-25 16,-21-1-25-16,15-1-21 0,-15 1-25 0,20-2-18 15,-9 2-17-15,-1-3-19 0,1-1-25 16,-2 1-30-16,3-1-20 0,-3-1-18 16,-1-1-13-16,-3 0-4 0,2-2-9 15,-4 1-1-15,-1-1-12 0,-2 8 3 16,-2-10-8-16,2 10 0 0,0 0-3 0,-24 0 1 16,0 8 7-16,-2 10 7 0,-5 1 6 15,2 3 7-15,6 4 7 0,-1 2 7 0,5 0-4 16,2-2 3-16,3 2 0 0,9-4-33 15,-1-4-5-15,5-3 0 0,2 1 0 0,3-4 0 16,2-2 0-16,5 0 0 0,3-4 0 16,-2-3 0-16,8-1-80 0,1-4-149 15,1 0-72-15,5-6-76 0,12-3-76 16,-1 0-78-16,-2-5-100 0,5-9-140 16,6-3 38-16,0-3-656 0,-7 0-843 0</inkml:trace>
  <inkml:trace contextRef="#ctx0" brushRef="#br0" timeOffset="23395.52">30653 3343 3651 0,'-4'-10'-45'0,"-2"5"64"0,6 5 51 16,-13-5 51-16,13 5 21 0,-18 0 29 0,18 0 17 15,-22 8 12-15,8 2 3 0,1-1-3 16,-10 11 1-16,5-3-17 0,7-3-10 0,-2 2-21 16,5 3-10-16,3-4-20 15,3 1-18-15,2 1-16 0,2-1-26 0,3-2-10 0,3 1-7 16,4-1-2-16,-1 2 1 15,3-2-2-15,-2-2 8 0,0 0 22 0,1-2 60 16,-1 1 28-16,-2-3 33 0,-3-1 28 16,0 2 18-16,2-4 9 0,-6 0-5 15,1 2-6-15,-4-7-238 0,0 12 0 0,0-12 0 16,-5 13 0-16,-2-8 0 0,0 1 0 16,-3-1 0-16,3 0 0 0,-5-1 0 0,1 0 0 15,0-1 0-15,-3-2 0 0,1-1 0 16,13 0 0-16,-21-4-17 0,12 0-626 0,2-2-160 15,3-1-114-15,4 0 87 0,0 7-864 16,4-17-1129-16</inkml:trace>
  <inkml:trace contextRef="#ctx0" brushRef="#br0" timeOffset="23744.24">31108 3273 4327 0,'4'-13'-118'0,"-4"3"73"16,-2 2 65-16,2 8 40 0,-4-11 30 15,1 7 16-15,3 4 7 0,0 0 5 16,0 0 1-16,-35 14 3 0,20-3-5 16,-3 3-4-16,0 7-11 0,2-4-10 0,5 0-10 15,4 0-7-15,-2 2-9 0,7-4-8 0,2 0 0 16,7 1-8-16,-2 3-4 0,3 1-2 16,1-3 1-16,9 8 37 0,0 1 58 15,1-2 41-15,1 0 20 0,-4 0 10 16,-2-5 10-16,-6-2 23 0,1 0 6 15,-5-2 9-15,0 2 0 0,-4-3 11 0,-3 4-257 16,-4-1-13-16,-4-1 0 0,-1 2 0 16,-1-3 0-16,-2 1 0 0,-2-3 0 0,-1-1 0 15,2 0 0-15,-2-3 0 0,3-2 0 16,0-2 0-16,0-3 0 0,1-2 0 0,1-2 0 16,-5-6 0-16,5-1 0 0,0-7-689 15,-4-13-306-15,8-3 93 0,0-6 95 16,6 1-825-16,3 0-1070 0</inkml:trace>
  <inkml:trace contextRef="#ctx0" brushRef="#br0" timeOffset="24427.55">31752 2923 4798 0,'2'-10'48'0,"2"2"13"0,-3 3 1 0,-1 5 10 16,0 0 41-16,0 0 56 15,-5 34 36-15,-4 2 13 0,-5 13-9 0,1 8-18 0,-3 1-11 16,1 0-24-16,2 0-15 16,-4 1-15-16,1-2-11 0,1-3-9 0,2-3-10 15,0-4-14-15,2-11-16 0,-1-2-19 16,2-2-27-16,-4-3-11 0,7-7-18 0,-2-5-14 16,0-2-12-16,-2-2-17 0,-1 1-22 15,-2-6-9-15,-1 0-12 0,-1-2-14 16,0-3-7-16,-2 1-6 0,1-4-7 0,-2-4 8 15,0-1 8-15,4-3 8 0,-1-2 7 16,3-3 14-16,6-1-1 0,7 0 2 0,5-5 1 16,15-6-4-16,14-4-14 15,7-2-5-15,9-2-16 0,6 0-21 0,-2 0-12 16,5 1 8-16,-1 0 16 0,-1-1 20 16,-3-1 17-16,-6-4 5 0,1 2 10 15,-8-1 10-15,0-1 17 0,-7-3 23 0,-5-1 20 16,-4-2 22-16,-7 0 11 0,-2-4 8 15,-5 15 20-15,-4 2 14 0,0 6 10 0,-7 9-2 16,0 3-9-16,-7 4-13 0,2 6-4 16,-5 3 3-16,-7 6 8 0,-8 9 17 0,-3 7 8 15,-5 7 4-15,2 10 2 0,1 3-1 16,6 3-3-16,3-1-2 0,-1 2-3 16,8 1-7-16,3-11-4 0,2 0 3 0,2-1-2 15,3-1-10-15,1-9 12 16,1-1-18-16,2-7-5 0,2 0 10 0,-2-1-16 15,0-2-3-15,3-3 0 0,-1 1-8 16,2-4 0-16,-1 1 2 0,3-3 1 0,2 0 1 16,0-4-2-16,5 1 2 0,-1-2-3 15,1 1-2-15,-1 0 6 0,4-2 14 0,-3 3 15 16,1-2 8-16,-1 3 16 0,-3-1 2 16,1 1 7-16,-2 2 0 0,2 2-3 15,-6 1-4-15,3-1-9 0,-3 2-7 0,-1 2-10 16,-1-3-11-16,2 1-27 0,-3-1-63 15,0-2-98-15,1 0-92 0,-3-3-106 16,6 2-105-16,-2-1-131 0,-1 1-186 0,3-2-31 16,0 0 88-16,-6-4-569 0,19 6-722 15</inkml:trace>
  <inkml:trace contextRef="#ctx0" brushRef="#br0" timeOffset="24943.12">32342 3410 3701 0,'-7'-5'125'0,"7"5"15"16,-11-2 31-16,11 2 52 0,0 0 44 0,-7 17 48 15,2-7 15-15,3 2-9 0,0 1-13 16,2 3-15-16,2 1-26 0,-2 0-21 0,2 1-28 16,1 1-18-16,-3-2-18 15,0-3-15-15,2 2-17 0,-4-1-11 0,-3 1-12 16,1-3-12-16,1-3-12 0,-3 2-20 15,1-5-83-15,-3 1 0 0,0-4 0 16,1 2 0-16,7-6 0 0,-15 1 0 0,15-1 0 16,-12-10 0-16,8-4 0 0,2-2 0 15,6-9 0-15,1-9 0 0,11-2 0 0,1 2 0 16,4-5 0-16,-2 14 0 0,-4 2 0 16,1 11 0-16,-5 4 0 0,2 4 0 15,-3 6 0-15,3 5 0 0,-1 3 0 0,1 6 0 16,3 7 0-16,-5 2 0 15,0 4 0-15,-1-5 0 0,1 2 0 0,-2-4 0 16,2-3 0-16,-4-5 0 0,0-1 0 16,1-1 0-16,0 0 0 0,-1-5 0 0,4-2 0 15,0-1 0-15,0-3 0 0,-11-1 0 16,28-2 0-16,-8-6 0 0,-4-2 0 16,11-4 0-16,2-1 0 0,-2-2 0 0,-1-2 0 15,-2-4 0-15,0 2 0 0,-5 8 0 16,-2 0 0-16,-4 1 0 0,-3 3 0 0,-3 1 0 15,1 1 0-15,-2 3 0 16,-1 0 0-16,-5 4 0 0,6-6 0 0,-6 6 0 16,0 0-527-16,0 0-432 0,0 0 28 15,0 0 101-15,0 0-851 0,-25-5-1118 16</inkml:trace>
  <inkml:trace contextRef="#ctx0" brushRef="#br0" timeOffset="26060.06">7511 5916 3371 0,'-3'6'248'0,"-3"-1"-19"0,2 0 7 16,4-5-23-16,-3 7-10 0,3-7-4 0,0 0 3 16,-2 10-13-16,2-10 25 15,0 0-8-15,0 0-7 0,15 7-18 0,-15-7-12 0,21-1-17 16,-21 1-21-16,34-9-12 15,-15 6-13-15,5-6-11 0,1-3-11 0,-2 0-19 16,-5 0-20-16,-3 0-25 0,1-2-14 16,-5-4-15-16,-2 1-5 0,-3-2-13 0,0-3 4 15,-4 1-6-15,-2-4-2 0,-6 1 8 16,-4-7-3-16,-1 2 7 0,-7 2 0 0,0 2 3 16,-5 4 1-16,2 2 1 0,-3 4 0 15,0 6 9-15,7 4 7 0,2 0 10 0,1 3 11 16,3-3-8-16,4 3-5 0,7 2 2 15,0 0 26-15,-9 9 5 0,9-9 17 16,12 14-9-16,5-4-5 0,15 5 4 0,-1-3-7 16,6 4-4-16,8 1 2 15,1 0-4-15,-8-2-10 0,-2-1-3 0,-2 0-2 16,-5-3-1-16,-6 1 13 0,2 2 4 16,-6-3-4-16,-6-2 4 0,-1 0 3 0,0 0-3 15,-9-1-2-15,5-2-1 0,-3 0-7 16,-1-1-1-16,1 1-31 0,0-2-45 0,-5-4-50 15,7 6-55-15,-3-2-61 0,-4-4-68 16,9 5-71-16,-9-5-64 0,6 2-63 0,-6-2-56 16,0 0-57-16,17-12-23 15,-9 1 2-15,4-4-454 0,3-12-541 0</inkml:trace>
  <inkml:trace contextRef="#ctx0" brushRef="#br0" timeOffset="26211.73">8152 5602 2878 0,'8'-24'3'0,"-4"3"63"0,-3 4 61 15,-1 2 50-15,0 7 43 0,2-1 25 0,-2 1 9 16,0 8-8-16,2-8 2 0,-2 8 40 15,0 0-4-15,11 22-9 0,-3 1-26 0,4 9-21 16,5 13-24-16,3-3-21 0,-2 5-23 16,0-2-54-16,-6-9-58 0,1 0-66 0,1-2-73 15,-3 3-82-15,1-6-99 0,-1-2-93 16,-5-5-109-16,1-4-151 0,-2-4-57 0,-1-3 56 16,-1 4-450-16,1-8-547 0</inkml:trace>
  <inkml:trace contextRef="#ctx0" brushRef="#br0" timeOffset="26392.98">8358 5380 3194 0,'-10'-19'83'0,"1"3"30"16,4 3 12-16,-2 3-3 0,3 1-14 16,1 4-10-16,-1 0-18 0,4 5-33 0,0 0-39 15,0 0-75-15,0 0-86 0,0 0-118 16,0 0-169-16,19 26-113 0,-9-14 58 15,-1 1-185-15,1 1-175 0</inkml:trace>
  <inkml:trace contextRef="#ctx0" brushRef="#br0" timeOffset="27159.83">8583 5595 1841 0,'-4'12'90'16,"2"-2"32"-16,0-2 18 0,0-1 17 15,2-7 11-15,-2 13 19 0,2-13-2 16,0 9 15-16,0-9-7 0,4 7-5 0,-4-7-9 15,6 7-13-15,-6-7-15 0,0 0-11 16,17-2-15-16,-17 2-10 0,19-6-13 0,-10-1-10 16,2 3-3-16,0-8 3 0,-2 0-1 15,0-1-3-15,-1 1 7 0,-2-2 7 0,1 1 10 16,-3 2-6-16,-2 1 1 16,3 3-15-16,-4 0-10 0,-1 7-13 0,0 0-5 15,0 0-9-15,0 0 1 0,0 0-10 16,0 43-3-16,2-8 1 0,0 5-5 0,4 7-3 15,-3 11 3-15,8 4 1 16,0 1 23-16,-4 0-2 0,6-3-1 0,3-2-5 0,-5-5-6 16,-1-4-5-16,-1-11-3 0,-2-4 16 15,-3-7 11-15,-2-5 19 0,0-5 13 16,-2-3 19-16,-2 1 3 0,-2-3 6 0,1-2-5 16,-3-1-12-16,1 1-6 15,-8-2-10-15,4-1-12 0,-2 0-8 0,-3-2-10 0,1 2-10 16,-2-4-3-16,4 1-9 15,-3-1-11-15,1-1-18 0,13-2-21 0,0 0-28 16,-20-5-37-16,15-4-33 0,9-1-27 16,1-10-35-16,11-6-33 0,3-6-30 0,5-11-16 15,3-6-14-15,2-4-10 0,-1-3-1 16,8-16 7-16,3-4 18 0,-3-7 26 0,2-4 19 16,4-4 20-16,-4-3 15 0,2-6 16 15,-6 7 27-15,-5 5 24 0,-10 25 28 0,-6 9 29 16,-4 14 26-16,-2 10 18 15,-7 6 12-15,0 10 10 0,-4 6 18 0,-4 4 12 16,8 4 16-16,-13 15 17 0,-5 13 14 16,6 5 11-16,-10 15 5 0,6 2 9 0,-4 8 1 15,9-2 4-15,-3 3 3 0,1-1-7 16,5 0-14-16,4-15-11 0,1 1-10 16,1-4-5-16,7-5-16 0,-1-2-3 0,4-6-8 15,-2-9-18-15,1 0-13 0,4-5-13 16,-4-3-11-16,6-3-3 0,1-3-3 0,0-6 2 15,2-1-4-15,4-8-1 0,9-7-1 16,0-3 1-16,1-11 0 0,1 1-1 0,-3-2 4 16,-8 8 0-16,-5 7 11 0,-3 4 14 15,-3 4 2-15,-2 1 8 0,1 4 2 0,-2 1 8 16,1 3 3-16,-7 1-4 16,0 0-3-16,17 12-5 0,-9-5-5 0,-2 3-4 0,-1 0-19 15,3 0-27-15,2 2-41 16,-3 1-55-16,1-3-63 0,1 0-90 0,-1-1-95 15,0-3-108-15,-1 2-125 0,2-4-90 16,-6 0 63-16,5 0-465 0,-8-4-560 16</inkml:trace>
  <inkml:trace contextRef="#ctx0" brushRef="#br0" timeOffset="27508.27">9692 5051 3199 0,'-21'-41'125'0,"6"6"39"0,-2 10 28 0,-1 0 15 0,7 11 11 15,1-1 6-15,5 9-14 0,-1 2 9 16,6 4 1-16,0 0 8 0,-9 37-12 16,7 2-18-16,8 16-20 0,-3 2-16 15,6-1-22-15,1 4-35 0,0-2-58 0,1 2-53 16,-2-2-71-16,3-4-71 0,-1-7-85 16,-3-6-68-16,2-9-44 0,-3-3-45 0,-1-7-20 15,-3-6-8-15,-1-5 31 0,0-2 76 16,-2-2 96-16,0-4 82 0,0-3 85 15,0 0 71-15,0 0 58 0,0 0 45 16,0 0 45-16,0 0 36 0,0 0 20 0,0 0 19 0,-4-23-5 16,4 23-6-16,4-11-15 15,-4 11-15-15,14-10-26 0,-7 6-22 0,5-1-17 16,-1 0-39-16,1 2-51 0,3-2-61 16,-2 0-69-16,3-1-85 0,-3 0-87 15,1 1-83-15,-5-1-110 0,2 1-162 0,-3-2 11 16,2 1 64-16,-5 2-290 0,-5 4-308 15</inkml:trace>
  <inkml:trace contextRef="#ctx0" brushRef="#br0" timeOffset="36324.28">14685 7291 3235 0,'0'0'387'0,"-19"-6"-66"0,11 4-10 0,8 2 13 15,-14-5 3-15,9 1 1 0,5 4-15 16,-11-9-19-16,3 2 2 0,6-2-19 16,2 2-18-16,0-3-26 0,4-2-18 0,5-4-17 15,4 0-18-15,10-3-18 0,2-1-16 16,2 7-15-16,2-1-14 0,1 6-12 16,-5 2-73-16,-3 4-32 0,0 3 0 15,-1 4 0-15,-3 3 0 0,2 1 0 0,-1 11 0 16,-6-4 0-16,-4 5 0 0,-4 0 0 15,-5 4 0-15,-7 8 0 0,-4 4 0 0,-1-4 0 16,-6-2 0-16,2-2 0 0,3-4 0 16,4-3 0-16,1-7 0 0,0-3 0 0,5-3 0 15,-1 3 0-15,0-6 0 16,2 1 0-16,2-7 0 0,-1 12 0 0,1-12 0 0,3 12 0 16,5-7 0-16,-1-1 0 0,3-1 0 15,3-1 0-15,3 0 0 0,0-2 0 16,2-2 0-16,2 0 0 0,3 1 0 15,2-4 0-15,-3 1 0 0,0-4 0 0,-5 4 0 16,5-2 0-16,-6-1 0 0,0 3 0 16,1-4 0-16,-4 2 0 0,0-2-6 0,-1 1-1045 15,1-3 97-15,-2 4 105 0,-2-3-964 16,-4 5-1241-16</inkml:trace>
  <inkml:trace contextRef="#ctx0" brushRef="#br0" timeOffset="36673.51">15411 6900 5102 0,'-14'-8'17'0,"-1"6"30"0,0 7 44 16,-4 3 53-16,-6 8 63 0,-1 5 43 0,-5 12 42 16,2 7 11-16,4 3-3 0,2 4-10 15,3-1-6-15,6 0-20 0,7-9-16 0,1 1-18 16,8 0-108-16,4-1-122 0,3-3 0 15,7-3 0-15,7-3 0 0,15-2 0 16,-8-8 0-16,6-8 0 0,0-4 0 0,7-2 0 16,-2-8 0-16,4-4 0 0,-6-4 0 15,8-2 0-15,0-5 0 0,-15 3 0 0,-2-3 0 16,-5-1 0-16,-2-2 0 0,-6-1 0 16,-6 3 0-16,-3-2 0 0,-6-4 0 15,-4-11 0-15,-6 0 0 0,-7-9 0 0,-2 1 0 16,-2 14 0-16,0 2 0 0,-12-3 0 15,5 14 0-15,-7 1 0 0,-5 7-44 16,-1 3-605-16,-6 6-119 0,0 1-135 0,1 1 82 16,0 2-882-16,2 1-1136 0</inkml:trace>
  <inkml:trace contextRef="#ctx0" brushRef="#br0" timeOffset="37091.25">14739 6379 4660 0,'-41'5'-95'0,"-13"11"36"0,-2 15 38 0,-17 19 38 16,3 12 49-16,1 8 47 0,7 9 38 16,2 8 40-16,3 14 31 0,9 8 26 0,8 9 7 15,8 4-13-15,15-1-6 0,9-2-1 16,14-9-6-16,13-3-14 0,19-7-22 0,17-12-12 15,17-11-12-15,22-8-9 0,17-15-17 16,12-7-23-16,10-15-9 0,14-12-15 16,9-12-3-16,2-14-73 0,-2-11-20 15,-4-12 0-15,-10-7 0 0,-10-7 0 0,-15-8 0 16,-15-3 0-16,-16-8 0 0,-10-6 0 16,-5-9 0-16,-16 0 0 0,-5-9 0 0,-11-7 0 15,-14 2 0-15,-16-9 0 0,-10-5 0 16,-16-4 0-16,-15-12 0 0,-16 8 0 0,-34-33 0 15,6 45 0-15,-16 12 0 0,-7 15 0 16,-6 20 0-16,-7 19 0 0,-2 19 0 0,-6 15-12 16,1 15-151-16,-3 16-46 0,0 10-57 15,10 10-88-15,7 4-100 0,10 5-137 16,17 1-199-16,9-2 14 0,12-3 83 16,23-14-628-16,9-5-777 0</inkml:trace>
  <inkml:trace contextRef="#ctx0" brushRef="#br0" timeOffset="37773.86">14590 8278 3709 0,'0'0'19'0,"-5"-8"53"0,5 8 32 0,-2-6 38 16,2 6 32-16,0 0 25 0,0 0 21 16,0 0 33-16,-36 27 43 0,2 12 19 0,-19 19 4 15,-10 10-9-15,-2 2 9 0,-1 7 3 16,-8-4-6-16,-3 7-10 0,-3 1-1 15,-5 1 15-15,1-1-149 0,5-6-171 0,7-6 0 16,9-7 0-16,8-7 0 0,15-18 0 16,5 0 0-16,9-14 0 0,7 0 0 0,3-7 0 15,3-3 0-15,6-3 0 0,-4-2 0 16,4-2 0-16,1 0 0 0,1-1 0 16,-1-1 0-16,6-4 0 0,-8 8 0 0,4-5 0 15,4-3 0-15,0 0 0 0,0 0 0 16,0 0 0-16,0 0-765 0,0 0-207 0,0 0 88 15,0 0 93-15,0 0-834 0,25-20-1065 16</inkml:trace>
  <inkml:trace contextRef="#ctx0" brushRef="#br0" timeOffset="38740.07">12327 9927 4302 0,'-2'-6'-142'0,"2"6"36"15,-1-9 48-15,1 9 50 0,-4-8 62 16,4 8 34-16,-2-9 42 0,2 9 30 0,-2-9 29 16,2 9 26-16,0 0 5 15,-2-8-1-15,2 8-3 0,0 0-19 0,0 0 57 0,0 0 46 16,-1 32-6-16,2-6 3 16,-1 16-16-16,0 2-7 0,2 11-2 0,0 1-12 15,2 1-9-15,1-2-219 0,3-1-32 16,-2 0 0-16,3-4 0 0,-3-13 0 0,1-1 0 15,4-2 0-15,-8-9 0 0,3-5 0 16,-3-3 0-16,1 1 0 0,0-7 0 0,-1 2 0 16,-3-3 0-16,5 0 0 0,-3-1 0 15,-2-2 0-15,0-4 0 0,0-3 0 0,0 0 0 16,0 0 0-16,0 0 0 0,0 0-337 16,-10-25-334-16,6 14-154 0,2-3-56 15,0-4 98-15,-3-3-813 0,5-4-1038 16</inkml:trace>
  <inkml:trace contextRef="#ctx0" brushRef="#br0" timeOffset="39373.68">12836 9927 4735 0,'0'0'76'16,"0"0"22"-16,0 0 37 0,2-6 45 0,-2 6 49 16,0 0 28-16,0 0 10 15,0-11 5-15,2 7-21 0,-2 4-14 0,6-13-16 16,-5 6-14-16,1-1-13 0,2 1-9 16,1-2-8-16,-4 1-14 0,3 0-12 0,0 1-15 15,0-2-116-15,-3-2-20 0,-1 2 0 16,2 0 0-16,-2-2 0 0,-2-2 0 15,1-1 0-15,-3 0 0 0,-2-1 0 0,0 1 0 16,-2 3 0-16,-1-1 0 0,0 4 0 16,-5 1 0-16,1 4 0 0,-3 3 0 0,-2 3 0 15,-5 4 0-15,-8 5 0 0,3 3 0 16,1 5 0-16,4 5 0 0,4 0 0 16,4 0 0-16,5-3 0 0,3-1 0 15,4 0 0-15,8-4 0 0,0 5 0 0,8 3 0 16,3 0 0-16,3-4 0 0,0-7 0 15,0-4 0-15,0-3 0 0,-2-1 0 0,2-2 0 16,0-2 0-16,1-2 0 16,-6 0 0-16,2-2 0 0,-3 2 0 0,1 0 0 0,-5-2 0 15,0 0 0-15,-9 2 0 16,0 0 0-16,22 0 0 0,-22 0 0 0,0 0 0 0,13 4 0 16,-10 1 0-16,-3-5 0 15,5 17 0-15,-1-5 0 0,-4 0 0 0,0 2 0 0,-4 3 0 16,2-1 0-16,-1 2 0 15,0-1 0-15,-3 0 0 0,1-2 0 0,-5 3 0 16,7-3 0-16,-8-1 0 0,2 2 0 16,0-1 0-16,-5-1 0 0,5-5 0 0,-5 1 0 15,1 0 0-15,-5-2 0 0,0 3 0 16,-3-5 0-16,1 2 0 0,0-2 0 0,-1 1 0 16,1 0 0-16,0 0 0 0,3-5 0 15,-2 3-546-15,2-4-460 0,2-1 105 0,-1-3-1050 16,3 0-1372-16</inkml:trace>
  <inkml:trace contextRef="#ctx0" brushRef="#br0" timeOffset="39772.85">12123 9329 4980 0,'-51'14'-124'0,"-4"8"43"0,-12 24 35 0,-2 17 49 0,4 12 57 16,3 11 47-16,2 7 34 0,10 12 34 16,2 5 37-16,13 4 10 0,9 7 12 15,13-2 5-15,15-6-12 0,10-4-13 0,13-5-14 16,15-10-12-16,12-6-12 0,11-8-18 0,12-15-17 16,13-11-10-16,14-11-15 15,6-14-11-15,14-12-13 0,5-17-15 0,-5-10-25 16,0-9-23-16,-2-10-3 0,-9-9-11 15,-4-4-9-15,-13-4-13 0,-8-8-7 0,-14-4 1 16,-9-6 2-16,-14-2 6 16,-7-10-3-16,-17 12 9 0,-10-4 4 0,-12-10-2 0,-8-21 9 15,-14-2-10-15,-13-1 1 0,-16-5-4 16,-7-4 3-16,-14 5-13 0,-6 7-10 16,-2 14-6-16,-5 15-15 0,-3 18-8 15,2 13-23-15,14 23-39 0,1 11-42 0,1 15-53 0,3 5-78 16,1 7-118-16,7 7-150 15,8-4-272-15,8 0 57 0,14-8 84 0,7-9-618 16,7-4-761-16</inkml:trace>
  <inkml:trace contextRef="#ctx0" brushRef="#br0" timeOffset="40408.06">14545 8280 3812 0,'0'-8'25'0,"0"-2"31"0,0 4 28 15,0 6 12-15,2-9 11 0,2 7 19 0,-4 2 26 16,30 0 23-16,9 9 21 0,22 7 3 16,22 13-2-16,15 4-16 0,10 8-16 15,14 3-12-15,48 20-14 0,10 6-2 16,6-1 43-16,6-3 28 0,11-4-9 0,-2-4 15 15,7-1 4-15,-8-2 7 0,-7-2 1 16,-50-17-5-16,-7 0 3 0,-7-6-20 0,-17-4-132 16,-21-1-72-16,-28-10 0 0,-11-5 0 15,-16-2 0-15,-9 0 0 0,-6-4 0 0,-5-1 0 16,-4-1 0-16,-4-2 0 0,-8 0 0 16,0 0 0-16,0 0 0 0,0 0 0 0,0 0 0 15,0 0 0-15,0 0 0 0,0 0 0 16,0 0 0-16,0 0 0 0,0 0 0 0,0 0-176 15,-34-5-546-15,34 5-203 16,-23 5 58-16,8-3 94 0,-1 4-835 0,1 2-1048 16</inkml:trace>
  <inkml:trace contextRef="#ctx0" brushRef="#br0" timeOffset="40774.87">17290 9539 4889 0,'-4'-7'170'0,"2"2"0"0,2 5 3 15,2-14 12-15,2 4 15 0,4 3 12 0,3 0 2 16,4 0-19-16,0 1-12 16,1 6-19-16,2 4-16 0,2 2-9 0,8 11-7 15,-4 5-12-15,-10 7 0 0,0 0-1 16,-6 5 8-16,-8-3 12 0,-6 6 15 0,-2 2 17 15,-5 6-104-15,0-10-67 0,-3 0 0 16,3-3 0-16,1-5 0 0,7-3 0 0,-3-5 0 16,5-4 0-16,-1-3 0 0,1-2 0 15,3-3 0-15,3-1 0 0,-3-6 0 0,15 3 0 16,-2-4 0-16,4-5 0 0,15-5 0 16,1-5 0-16,9-8 0 0,0-2 0 15,1-8 0-15,3-3 0 0,-2-8 0 0,11-15-77 16,1-2-607-16,-5 2-26 0,9 2 23 15,-6 0 22-15,-11 13 59 0,-6 4-1014 16</inkml:trace>
  <inkml:trace contextRef="#ctx0" brushRef="#br0" timeOffset="41024.33">18162 9300 4057 0,'22'-22'-151'0,"-11"5"105"16,-3 5 86-16,-4 1 59 0,-4 6 34 15,0 0 25-15,0 5 32 0,0 0 21 0,0 0 35 16,-45 16 23-16,19 1 12 0,-2 3 19 16,-5 9 2-16,9-3 6 0,-9 8-6 0,8 2-11 15,11-8-33-15,7-5-24 0,3 0-18 16,8-2-23-16,3-1-20 0,13 3-46 0,-1-3-127 15,3-3 0-15,0-3 0 16,-5-2 0-16,2 0 0 0,-2 0 0 0,0-2 0 0,-1 0 0 16,-4 3 0-16,1-3 0 15,-4 1 0-15,-6-3 0 0,5 4 0 0,-6-3 0 16,-1 5 0-16,-2-2 0 0,-5 3 0 16,1-1 0-16,-6 3 0 0,-11 0 0 0,-5 1 0 15,2-2 0-15,-5-1 0 0,-2-3 0 16,-1-1 0-16,1-1 0 0,3-5 0 0,4-2 0 15,0-1 0-15,1-5-205 0,-10-4-818 16,9-3 98-16,2-8-1128 0,6-4-1468 16</inkml:trace>
  <inkml:trace contextRef="#ctx0" brushRef="#br0" timeOffset="41406.04">17665 9070 5602 0,'-36'-6'-63'0,"-4"0"34"0,-4 6 37 15,-15 7 49-15,-2 7 56 0,-2 9 46 16,-12 18 43-16,3 10 20 0,6 11 23 0,7 9 11 16,3 10 0-16,11 7-1 0,4 4-4 15,9-1-17-15,14-1-14 0,11-17-17 0,17 4-203 16,23 11 0-16,14-9 0 0,18-6 0 16,9-10 0-16,16-9 0 0,-1-11 0 0,7-7 0 15,-5-10 0-15,-14-17 0 0,-3-7 0 16,-4-7 0-16,3-7 0 0,-1-6 0 15,14-9 0-15,-9-6 0 0,-17 0 0 16,-5-2 0-16,8-13 0 0,-6-5 0 0,-3-3 0 16,-16 6 0-16,-4-4 0 0,-6-7 0 15,-1-19 0-15,-13 10 0 0,-3-23 0 0,-11 12 0 16,-13-20 0-16,-12 0 0 0,-9 3 0 16,-16 7 0-16,-9 10 0 0,-7 16 0 0,-7 12 0 15,-9 21 0-15,11 18 0 0,-6 17 0 16,-22 21 0-16,-1 10 0 0,1 14 0 0,8 0-630 15,6 5-355-15,10-4 94 16,5-8 99-16,20-12-872 0,2 0-1101 0</inkml:trace>
  <inkml:trace contextRef="#ctx0" brushRef="#br0" timeOffset="42306.13">12289 11248 2559 0,'-1'-10'164'0,"1"10"-49"15,-4-7-31-15,4 7 2 0,0 0 47 16,0 0 51-16,-46 26 26 0,10 4 12 15,-11 12 26-15,-14 14 13 0,-3 6 14 0,-6 5 16 16,-2 1 13-16,-7 0 13 0,0 4 2 16,6-1-8-16,1-2-5 0,4-4-19 0,12-3-16 15,4-5-20-15,14-17-19 16,6 2-23-16,3-5-22 0,2-1-16 0,6-8-19 16,5-3-110-16,2 1-42 0,1-7 0 0,3-1 0 15,0-7 0-15,3 1 0 0,0-1 0 16,0-3 0-16,3-1 0 0,1 0 0 15,-3-2 0-15,2 0 0 0,3 0 0 0,1-5 0 16,-7 7 0-16,7-7-160 0,0 0-414 16,0 0-173-16,0 0-175 0,0 0 94 0,2-24-859 15,3 14-1122-15</inkml:trace>
  <inkml:trace contextRef="#ctx0" brushRef="#br0" timeOffset="44240.81">10523 12685 4243 0,'0'0'-231'0,"0"0"50"0,0 0 35 16,18 3 41-16,-18-3 32 0,0 0 36 16,9-8 24-16,-9 8 24 0,5-7 18 15,-5 7 15-15,8-10 23 0,-5 2-2 0,-1 4 18 16,2-3 6-16,-2-3 14 0,0 2 0 16,0 0 4-16,-2-5 0 0,-2 1 7 0,-2-2-4 15,-2-1-6-15,-1 2-6 0,-7-3-6 16,-6-3-6-16,-5 4-6 0,0 6-8 0,2 3-6 15,-4 3-7-15,3 5-2 16,-15 2 1-16,1 8 1 0,-3 8 8 0,-2 4 1 16,7 7-1-16,6-2-2 0,1 5-1 15,14-4-1-15,3-1-1 0,5-1-6 16,7-6 2-16,6 2-5 0,2 8 5 0,7-7 6 16,2-1 7-16,5-1 0 0,5-6 12 15,5-5 27-15,-1 0-22 0,-1-7 27 0,-5-4 0 16,2-1 4-16,0-3 2 15,7-4 3-15,-1-3 0 0,-9 0-4 0,-7 3-4 0,2-3-6 16,-1-2 0-16,-5 6 3 0,-2-2 2 16,-3 3-9-16,3-1-14 0,-5 2-15 0,-6 4-51 15,12-1-26-15,-12 1 0 0,7 13 0 16,-7-3 0-16,2 3 0 0,-2 6 0 0,0 1 0 16,0 1 0-16,0 5 0 15,-2-2 0-15,-3 8 0 0,-1 2 0 0,-2-9 0 16,-1 2 0-16,0-4 0 0,-4-5 0 15,2 0 0-15,0-3 0 0,-3-3 0 0,-2 0 0 16,-2-3 0-16,-1-1 0 0,2-3 0 16,-4-1 0-16,3-3 0 0,-4 1 0 15,1-4 0-15,-4 1 0 0,2-3 0 0,-1-1 0 16,-1 0 0-16,4 0 0 0,0-2-453 16,-2 0-203-16,2-2-162 0,4-1-65 15,0-1 97-15,1-1-777 0,7-5-1005 16</inkml:trace>
  <inkml:trace contextRef="#ctx0" brushRef="#br0" timeOffset="44638.16">10086 12254 4031 0,'-34'4'-118'0,"-10"4"33"0,-7 11 49 16,-5 13 61-16,-14 17 58 0,5 9 35 15,3 9 32-15,2 6 34 0,5 5 23 0,5 6 12 16,12 8 12-16,10 7 5 16,10-2-14-16,16-15-1 0,12 19-19 0,14-2-12 15,13-11-11-15,12-6-21 0,14-6-11 16,14-11-9-16,14-6-16 0,8-9-14 0,12-15-6 16,7-7-12-16,-3-7-15 0,-2-16-26 15,-23-7-19-15,15-10-11 0,-2-8 10 0,-12-8-9 16,-7-5-3-16,-6-9-1 0,-3-7 3 15,-9-5-2-15,-12-8 0 0,-7-2 1 0,-10-11-3 16,-10-9 5-16,-16 9-5 0,-7-2 0 16,-10-28 1-16,-10-5-4 0,-10 1-10 0,-14 0 2 15,-12 3-8-15,-9 6 10 0,-5 11-13 16,-5 14-5-16,-7 14-12 0,-3 19-18 16,-5 12-23-16,11 20-42 0,-1 12-60 15,3 8-67-15,-1 8-104 0,10 5-113 0,-1 6-137 16,9-2-203-16,3-1 65 0,26-4 87 15,2-4-504-15,14-2-610 0</inkml:trace>
  <inkml:trace contextRef="#ctx0" brushRef="#br0" timeOffset="46774.31">12288 11267 3256 0,'0'0'-70'0,"-8"-7"43"0,8 7 33 0,-4-9 26 16,4 4 29-16,0 5 22 0,-4-10 33 15,2 3 23-15,2 7 10 0,0-12-2 0,2 6-1 16,-2 6-1-16,0-8-13 0,0 8-8 16,0 0-15-16,0-10-16 0,0 10-7 0,0 0 13 15,0 0 24-15,0 0 8 0,36 24 4 16,-7-1 17-16,8 10 3 0,4 9-3 0,16 12 9 16,8 3 9-16,3 2-3 15,5 2-8-15,-1 2-14 0,5 0-17 0,-3-3-12 16,-2 2-22-16,-3 1-1 0,-11-9-13 15,-15-11-8-15,-3-4-4 0,0 0-1 0,-5-5-14 16,-5-6-7-16,-8-5-8 0,-6-6 2 16,0-4 0-16,-7-3 0 0,-2-2 0 0,3 2 31 15,-4-6 11-15,1 1-2 0,-3 0-2 16,2 0-7-16,-3-1-3 0,1 2-8 0,-4-6 2 16,7 2-17-16,-7-2-38 0,0 0-57 15,0 0-57-15,0 0-98 0,0 0-111 16,0 0-143-16,0 0-149 0,0 0-236 15,0 0 36-15,-27-6 87 0,27 6-638 0,-33 10-815 16</inkml:trace>
  <inkml:trace contextRef="#ctx0" brushRef="#br0" timeOffset="47539.03">13139 12695 4030 0,'0'-12'63'0,"0"12"11"0,0 0 25 16,0-8 39-16,0 8 36 0,0 0 27 15,-1-7 6-15,1 7-7 0,0 0-20 0,0-7-8 16,0 7-21-16,0 0 1 0,0 0-10 16,0 0-5-16,0 0-14 0,0 0-9 0,1-12-4 15,-1 12-13-15,4-5-11 0,-4 5-8 16,0 0-4-16,6-10-11 0,-6 2 0 0,0 8-3 16,-2-13-7-16,-2 3-8 0,0 0-5 15,-1-4-5-15,-5-5-3 0,-1 0 0 16,-7-4-6-16,3 6-9 0,0 3-9 15,-2 3 4-15,-3 2-4 0,0 4-4 0,-1 3-1 16,-6 5-8-16,-7 6 14 0,0 5-5 16,-9 6 2-16,7 7 8 0,9-4 8 0,2 3 4 15,9 1 5-15,2 1-2 0,8-2 11 16,6-4 13-16,4 0 4 0,8 7-4 16,3-3 1-16,4-1-1 0,5-6-1 15,-1-3 1-15,6-1-1 0,-4-5-1 0,-2-6-2 16,0 0 4-16,-1-6 0 0,3 0 2 15,0-2-31-15,-2-6-24 0,-1 2 0 16,-4-3 0-16,2 1 0 0,-6-2 0 0,-2 3 0 16,-1-3 0-16,-1 4 0 0,-2 1 0 15,-1 1 0-15,-1 0 0 0,-1 1 0 0,-5 5 0 16,11-3 0-16,-11 3 0 0,0 0 0 16,5 15 0-16,-3-1 0 0,0-2 0 0,2 8 0 15,-3 3 0-15,1 0 0 0,0 6 0 16,0-4 0-16,-2 2 0 0,0-1 0 0,-2 2 0 15,0-1 0-15,0-3 0 16,-1-2 0-16,-5 2 0 0,0-3 0 0,2 0 0 16,-5-5 0-16,-1 2 0 0,1-1 0 15,0-5 0-15,-5 1 0 0,4-2 0 0,-8-1 0 16,4-1 0-16,-8-2 0 0,9-2 0 16,-6-2 0-16,4 1 0 0,-3-3 0 0,0 3 0 15,-1-4 0-15,0 0 0 0,-2 0 0 16,0-4 0-16,2 3 0 0,3 1 0 0,-4 0 0 15,1 0-567-15,3 0-183 0,-2 0-178 16,1 0 76-16,0-2 96 0,4 2-719 16,15 0-924-16</inkml:trace>
  <inkml:trace contextRef="#ctx0" brushRef="#br0" timeOffset="47888.03">12392 12580 4338 0,'-4'-16'28'0,"2"5"4"0,-1 3 0 0,-1 4 5 0,4 4 52 0,0 0 39 15,0 0 27-15,-5 33 9 0,3-8 13 16,4 15 5-16,1 3 27 0,3 9 19 15,1 6-12-15,2 0-8 0,3-3-9 0,1-1-13 16,3 1-21-16,-3-4-15 0,5-2-19 16,-9-12-10-16,0-2-13 0,1-3-12 15,-4-6-9-15,-3-6-8 0,1-2-7 0,-2-3-9 16,2-3-29-16,-3-2-19 0,-1 0-37 16,2-3-32-16,1 0-60 0,-1-4-95 0,-2-3-112 15,0 0-122-15,0 0-124 0,0 0-183 16,15-23-30-16,-10 9 84 0,5-5-587 0,2-2-743 15</inkml:trace>
  <inkml:trace contextRef="#ctx0" brushRef="#br0" timeOffset="48240.18">13342 12879 4022 0,'-3'3'261'0,"3"-3"11"0,0 0 39 0,0 0 45 0,0 0 30 0,0 0-5 0,0 0-24 0,0 0-34 0,0 0-33 0,0 0-28 15,0 0-35-15,0 0-27 0,0 0-34 0,0 0-59 16,0 0-60-16,0 0-91 0,0 0-108 16,0 0-105-16,0 0-129 0,0 0-135 0,0 0-163 15,0 0-157-15,8 4 80 16,-8-4-709-16,4 7-918 0</inkml:trace>
  <inkml:trace contextRef="#ctx0" brushRef="#br0" timeOffset="48638.6">13953 12541 4316 0,'-12'-11'10'0,"1"2"-3"16,2 6 20-16,-5-1 39 0,3 2 36 0,-3 2 14 0,3 2 8 16,-7 2 3-16,6 3 9 15,-6 5-5-15,3 2-11 0,0 9-5 0,0 0-13 16,7 0-5-16,7-1-8 0,2-3-10 16,3 3-4-16,7 9-4 0,9-4-11 15,-6 1-3-15,8-3 0 0,-1-1-10 0,-1 3-4 16,1-6-6-16,-5 4-5 0,-3-7-1 15,-4-1 1-15,1 3 16 0,-6-7 43 0,0-1 24 16,-4 0 19-16,-2 0 13 16,-4 2-5-16,0 0 0 0,-1-3-11 0,-6 3-8 0,-1-2-10 15,-1 0-14-15,-3-1-8 0,-2-3-9 16,1-1-12-16,-4-1-19 0,-2 0-45 0,-10 2-55 16,5-4-81-16,3-2-101 15,0-4-132-15,-1-2-140 0,-12-2-154 0,0-5-193 16,4-1 87-16,-10-14 84 0,3 3-568 15,-2-6-708-15</inkml:trace>
  <inkml:trace contextRef="#ctx0" brushRef="#br0" timeOffset="49072.14">12544 12151 3519 0,'-62'11'-118'0,"-5"6"43"15,-21 19 47-15,2 11 49 0,2 13 32 0,3 10 39 16,2 10 41-16,6 8 22 0,1 11 16 16,11 5 13-16,7 5 9 0,11-1 2 0,15 5 5 15,17-1-1-15,16-1-8 0,18-6-12 16,15-8-10-16,21-8-16 0,22-5-13 0,19-11-7 15,57 5-8-15,13-11-17 0,13-14-9 16,11-10-12-16,-32-22-5 0,15-7-13 16,5-8-3-16,0-10-12 0,-7-8-16 15,37-17-18-15,-62-1-20 0,-14-6-1 0,-19-9-2 16,-11-6-2-16,-17-9 6 0,-11-13-5 16,-12-8 3-16,-12-7 6 0,-10-8 3 0,-13-11 0 15,-15-2 4-15,-12-8-5 0,-11-8 1 16,-18-3-4-16,-9 1-1 0,-27-33-5 0,-19 13 2 15,-9 13 0-15,6 43-8 0,-10 14-10 16,-9 13-18-16,-13 20-17 0,-7 14-40 16,-4 19-51-16,-6 14-56 0,-1 17-61 15,8 13-86-15,-1 7-119 0,11 8-213 0,6 5-11 16,11 2 73-16,8-1-415 0,11 4-507 16</inkml:trace>
  <inkml:trace contextRef="#ctx0" brushRef="#br0" timeOffset="50387.75">17774 10452 2789 0,'4'-12'-45'0,"2"0"32"0,-6 5 37 16,1 1 26-16,-1 1 11 0,0 5 3 0,0 0 2 15,0 0 17-15,0 0 38 0,0 0 21 16,-44 25 23-16,15 9 15 0,-7 9 15 0,-3 5 12 16,-15 18 25-16,-1 6 4 0,-2 5 5 15,-2 1 7-15,0 7-5 0,2-2-5 16,-2-4-14-16,3 1-11 0,4-3-2 15,5-5-8-15,5-5-11 0,11-18-11 0,1-4-16 16,6-4-12-16,4-10-13 0,5-4-5 16,-2-3-19-16,5-4-12 0,5-6-10 15,-3-1-7-15,5-3-8 0,-2-1-5 0,4-3-7 16,-3 2-3-16,3-4-9 0,1 4-32 16,2-8-36-16,-8 5-68 0,8-5-110 0,0 0-106 15,0 0-126-15,0 0-141 0,0 0-172 16,-7-17-103-16,9 7 93 0,0 0-688 0,-1 1-885 15</inkml:trace>
  <inkml:trace contextRef="#ctx0" brushRef="#br0" timeOffset="51787.09">16268 12214 4209 0,'-1'-13'28'0,"-1"-1"18"0,5 3 25 0,5-3 28 16,1-2 24-16,10-13 21 0,6 2 17 0,11-2-6 16,0 3-4-16,-3 9-15 15,-5 4-18-15,-3 4-6 0,-1 4-20 0,-8 7-7 16,4 2-3-16,4 13-8 0,-7 6 2 15,-5 6 7-15,-8 5 18 0,-10 4 15 0,-6 8 31 16,-4 5 13-16,-9-1 15 0,0 0 5 16,-2-3 1-16,5-3-6 0,1-5-2 0,5-10-13 15,7-5-10-15,1-7-3 0,5-5 10 16,1 1-33-16,4-3-124 0,1-4 0 0,6 2 0 16,5-5 0-16,5-3 0 15,6-1 0-15,2-5 0 0,7-4 0 0,4-4 0 16,4-5 0-16,1 0 0 0,-3-3 0 15,1-2 0-15,-3 0-288 0,-2-3-327 0,-2-2-147 16,-7 5-132-16,1-9 84 0,-5 6-830 16,-1-2-1078-16</inkml:trace>
  <inkml:trace contextRef="#ctx0" brushRef="#br0" timeOffset="52154.33">17109 11939 4200 0,'4'-9'-78'0,"-6"2"46"15,2 7 25-15,2-7 26 0,-2 7 75 16,0 0 84-16,0 0 48 0,-9 30 27 0,6-12 22 15,-1 5 7-15,0 12 4 0,-1 2-6 16,1 1-14-16,1-1-12 0,1-2-18 16,2-4-20-16,0-4-19 0,2-3-19 15,-1 1-16-15,1-5-16 0,4-3-13 0,-3 0-10 16,1-3-8-16,3-3-14 0,2-3-13 16,0-3-88-16,0-4 0 0,5-2 0 0,1-4 0 15,4-4 0-15,8-8 0 0,-2-5 0 16,-1-2 0-16,7-9 0 0,-5-2 0 0,-4 6 0 15,-7 11 0-15,-4 2 0 0,-1 4 0 16,-5 2 0-16,4 5 0 0,-6 3 0 0,-3 2-10 16,0 0-10-16,4 20 3 0,-4-4 4 15,-2 6 9-15,0 4 11 0,-1 9 2 16,-1 0 1-16,-1 2 3 0,5 0-6 16,0-6 2-16,0-7-5 0,0-4-1 0,0 1-1 15,2-4-34-15,-2-3-44 0,0 0-50 16,5-2-64-16,-5-1-64 0,0-4-98 15,2 0-111-15,-2-7-135 0,0 6-150 0,0-6-38 16,0 0 84-16,0 0-612 0,0 0-772 16</inkml:trace>
  <inkml:trace contextRef="#ctx0" brushRef="#br0" timeOffset="52537.37">16383 11739 3895 0,'-63'8'69'0,"0"13"48"0,-23 18 60 0,2 12 49 16,6 13 38-16,0 7 23 0,7 9 30 0,15 7 19 15,4 9-6-15,14 2-13 0,13-1-17 16,16-1-23-16,15-21-18 0,18 19-21 0,18-6-21 16,21-12-21-16,15-7-20 0,16-13-16 15,10-7-127-15,12-14-33 0,8-10 0 16,4-10 0-16,-3-11 0 0,1-13 0 0,-6-9 0 15,2-5 0-15,-9-10 0 0,-8-3 0 16,-10-7 0-16,-7-5 0 0,-10-7 0 16,-7-3 0-16,-7-11 0 0,-11-8 0 15,-5-5 0-15,-12-9 0 0,-5-2 0 0,-16-4 0 16,-7-3-6-16,-14-4-18 0,-8-2-2 16,-11-1 6-16,-14 6-9 0,-15 11 2 0,-2 12-1 15,-12 16-4-15,-6 18 2 0,-13 13-28 16,6 18-22-16,-4 13-32 0,-22 15-42 0,5 10-49 15,2 8-75-15,8 6-112 0,15 5-125 16,8-1-188-16,21-6-97 0,12-1 83 0,13-9-630 16,12-1-801-16</inkml:trace>
  <inkml:trace contextRef="#ctx0" brushRef="#br0" timeOffset="53038.21">17522 10504 3551 0,'-16'-26'-52'0,"-6"-1"59"0,3 3 36 0,0 3 46 16,4 4 22-16,4 5 7 0,1 2-14 0,4 3-12 15,2 2 1-15,4 5 43 0,0 0 21 16,32 24 4-16,20 1-1 0,38 15-7 0,28 3-13 15,61 19-18-15,17-1-11 0,10 1-6 16,2 3-8-16,-4 0-14 0,-13 1-9 16,-16 2-9-16,-10-1-3 0,-43-10-9 0,-3-5-1 15,-3 1-8-15,-12-1-1 0,-7-7-4 16,-14-6-9-16,-28-11-1 0,-10-7-3 16,-9-7 0-16,-11 1-3 0,-3-5 1 15,-7-3 1-15,-4-2-1 0,-1-1-1 0,-4 1 2 16,1-5-3-16,-7 0-8 0,0 0-46 15,0 0-66-15,0 0-110 0,0 0-132 0,0 0-152 16,0 0-259-16,-40-5 68 0,27 4 68 16,-2 1-434-16,-2 3-523 0</inkml:trace>
  <inkml:trace contextRef="#ctx0" brushRef="#br0" timeOffset="53703.53">19674 11681 2968 0,'-8'-11'37'0,"3"1"26"0,-2 2 25 0,4 0 40 16,1 1 37-16,-2 5 33 0,0-4 11 0,4 6-8 15,-3-6-21-15,3 6 16 0,0 0 50 16,-18 28 29-16,11 1 13 0,-4 9-6 16,-1 13 8-16,1 3-7 0,1 3-15 15,10 2-11-15,-1-1-15 0,6-4-12 0,1-1-20 16,3-4-17-16,-1-11-23 0,3-2-15 16,-2-3-13-16,4-2-15 0,-1-5-27 0,-1-8-100 15,-2-2 0-15,-4-6 0 0,5-3 0 16,-1-4 0-16,5-3 0 0,2-3 0 0,6-8 0 15,4-2 0-15,5-9 0 0,-1-7 0 16,5 0 0-16,-1-8 0 0,0-6 0 0,-6 0 0 16,1 0 0-16,-4 4 0 15,-4 10 0-15,-8 4 0 0,-1 7 0 0,-1 4 0 0,-3 5 0 16,-5 5 0-16,-3 4 0 0,0 0 0 16,5 21 0-16,-5 3 0 0,-3 13 0 15,1 1 0-15,1 5 0 0,-1 3 0 16,-4 8 0-16,4-7 0 0,1 8 0 0,-1-9 0 15,0-3 0-15,-2-4 0 0,4-6 0 16,0-7 0-16,0-3 0 0,-2-2 0 0,4-3 0 16,-2-5 0-16,2 1 0 0,0-2-212 15,-2-3-234-15,4-3-121 0,-1 0-143 0,6-6-158 16,-9 0 80-16,25-9-776 0,2-7-1008 16</inkml:trace>
  <inkml:trace contextRef="#ctx0" brushRef="#br0" timeOffset="54037.28">20787 11829 4323 0,'4'-7'-13'0,"-2"4"41"0,-2 3 53 0,0 0 67 0,-24 19 56 15,4 5 87-15,-9 8 27 0,-6 13 21 16,1 3 8-16,2 4 2 0,-1 1-7 0,1 3-1 16,4 1-9-16,3 0-11 0,4-4-23 15,6-2-156-15,5-12-142 0,5 2 0 0,3-8 0 16,6-4 0-16,-1-7 0 0,5 1 0 15,7 0 0-15,2-6 0 0,2-7 0 0,0-4 0 16,6-2 0-16,-4-4 0 0,8-2 0 16,5-6 0-16,-2-2 0 0,1-1 0 15,-7-3 0-15,-4 0 0 0,-8 1 0 16,-2-3 0-16,-4-1 0 0,-3 0 0 0,-5-2 0 16,0 4 0-16,-7-4 0 0,-3 0 0 15,-1 2 0-15,-11-2 0 0,-2 2 0 0,-2 2 0 16,-5 3 0-16,1 3 0 0,-4 1 0 15,5 3 0-15,0 3 0 0,1 2-339 0,-15 2-602 16,3-1 4-16,6 3 96 0,7-4-905 16,2 4-1177-16</inkml:trace>
  <inkml:trace contextRef="#ctx0" brushRef="#br0" timeOffset="54420.92">19998 11221 5173 0,'-79'30'68'15,"-8"22"55"-15,-10 20 50 0,-38 33 37 16,-5 13 28-16,13 9 24 0,9 5 20 0,22-2 12 16,43-29-10-16,15 5-15 0,22 1-13 15,28-3-19-15,26-1-19 0,25-3-114 16,46 26-104-16,15-13 0 0,16-13 0 15,9-14 0-15,-23-32 0 0,4-11 0 0,-3-11 0 16,-3-15 0-16,-4-10 0 0,-5-11 0 16,-3-14 0-16,-7-11 0 0,-10-8 0 0,-7-9-49 15,-9-4-61-15,-8-13 34 0,-10-12 24 16,-5-10 19-16,-13-9 12 0,-3-12 2 0,-10-10 8 16,-6-5 4-16,-11-5 0 0,-13-2-2 15,-12-4-1-15,-6 4 2 0,-11 5-1 0,-10 18-2 16,-9 12-12-16,-15 18-36 0,-14 16-32 15,-11 16-45-15,-11 16-60 0,-10 13-99 0,-8 14-123 16,-1 12-139-16,-4 14-286 0,0 7 81 16,4 4 88-16,-1 5-586 0,3 7-721 15</inkml:trace>
  <inkml:trace contextRef="#ctx0" brushRef="#br0" timeOffset="59488.28">20526 6085 2640 0,'-2'-12'209'0,"0"4"-13"15,-2-1-1-15,2 1-1 0,2 2-1 16,0 6 1-16,-2-12 4 0,2 8-2 16,0 4 7-16,-1-7-3 0,1 7-15 15,0 0-21-15,-4-10-19 0,4 10-16 0,0 0 10 16,0 0 12-16,-2 32 23 0,-4-2 19 15,-5 19 11-15,-9 5 12 0,-4 8 12 16,-9 17 3-16,-3 1-5 0,0-4 3 0,2-4 1 16,9-16-6-16,5-5-16 0,4-2 2 15,6-11-123-15,7-1-87 0,5-8 0 0,7 4 0 16,6-8 0-16,8 0 0 0,5-4 0 16,8-8 0-16,5-2 0 0,2-6 0 0,5-5 0 15,-2 2 0-15,0-4 0 0,-1-1 0 16,0-5 0-16,-6 2 0 0,-5 0 0 0,-3 2 0 15,-10 2 0-15,-4-2 0 16,-3 3 0-16,-1-3 0 0,-4 4 0 0,1-2 0 16,-10 2 0-16,17-4 0 0,-9 2 0 15,-8 2 0-15,0 0 0 0,15 0 0 0,-15 0 0 16,7-2 0-16,-7 2 0 0,0 0 0 16,8-4 0-16,-8 4 0 0,0 0 0 0,0-10-832 15,0 10-150-15,0-9 95 0,0 9-980 16,0 0-1292-16</inkml:trace>
  <inkml:trace contextRef="#ctx0" brushRef="#br0" timeOffset="60468.86">22188 6032 5002 0,'3'-8'-131'0,"3"3"33"16,-4 1 8-16,-2 4 7 0,3-6 19 0,-3 6 68 16,0 0 65-16,0 0 55 15,-26 44 36-15,0-10 27 0,-11 0 24 0,-9 4 27 16,-18 10 16-16,-6 0 11 0,-3 0 3 15,1 2-9-15,-2-4-17 0,6-2-16 0,16-11-17 16,13-4-13-16,8-6-12 0,4-5-10 16,6-3-12-16,10-6-6 0,4 1-89 0,1 0-67 15,10-2 0-15,5 1 0 0,11 3 0 16,10 3 0-16,6 1 0 0,9 4 0 0,5-1 0 16,0 1 0-16,-3 1 0 0,-1-2 0 15,-10-4 0-15,0 0 0 0,-5 1 0 0,-2-4 0 16,-6 1 0-16,-7-5 0 0,-2-2 0 15,1 1 0-15,-5-3 0 0,-1 0 0 0,1 0 0 16,-2 0 0-16,-1 0 0 0,1-2 0 16,-8-2 0-16,14 4 0 0,-14-4 0 0,11 0 0 15,-11 0 0-15,11 0 0 16,-11 0 0-16,0 0 0 0,12-4-647 0,-12 4-346 16,5-4 90-16,-1-2 95 0,-4 6-838 15,5-10-1084-15</inkml:trace>
  <inkml:trace contextRef="#ctx0" brushRef="#br0" timeOffset="61235.61">22810 6048 4253 0,'7'-12'-175'16,"-4"4"58"-16,-1 1 35 0,2 3 31 0,-4 4 22 0,4-6 21 15,-4 6 82-15,0 0 56 0,0 0 38 16,3 25 27-16,-3-7 31 0,-2 19 23 15,-1 3 31-15,1 17 3 0,-2 4 0 0,2-1-14 16,2 8-19-16,2-3-19 0,2-4-16 16,-2-1-22-16,0-14-14 0,-2 1-18 0,1-7-11 15,-1-1-11-15,0-12-9 0,0-3-2 16,0-7 4-16,0 0 12 0,0-5 22 0,0-1-141 16,-1-1-25-16,1-2 0 0,0-8 0 15,0 0 0-15,-8 0 0 0,8 0 0 0,-7-18 0 16,0-3 0-16,2-11 0 15,-1-9 0-15,3-14 0 0,1-8 0 0,5-3 0 0,3-8 0 16,3-1 0-16,12-16 0 16,4 5 0-16,0 23 0 0,2 5 0 0,-3 7 0 15,7 5 0-15,-5 11 0 0,-1 10 0 16,0 5 0-16,4 6 0 0,-2 7 0 0,-4 7 0 16,-3 2 0-16,3 7 0 0,8 5 0 15,-6 4 0-15,-2 5 0 0,-7 4 0 0,-2 2 0 16,-6 4 0-16,-8-4 0 0,-11 9 0 15,-9 3 0-15,-7-2 0 0,-1-2 0 0,-5-8 0 16,7-8 0-16,1-3 0 16,6-4 0-16,5-5 0 0,5-3 0 0,2-1 0 0,-2-3 0 15,9-2 0-15,0 0 0 16,-9 2 0-16,9-2 0 0,0 0 0 0,0 0 0 16,13 14 0-16,1-1 0 0,5 9 0 0,4 4 0 15,1 6 0-15,7 4 0 0,-2 1 0 16,-1 0 0-16,1 0 0 0,0-6 0 15,-8-2 0-15,1-6 0 0,-3 2 0 0,1-5 0 16,-5-5 0-16,-4-5 0 0,-3 1 0 16,-3-4 0-16,3 0 0 0,-3-4 0 0,2 2 0 15,-2-2 0-15,3-1 0 0,-8-2 0 16,19-2 0-16,-8-1 0 0,2-2 0 16,1-5-772-16,1 1-214 0,-1-3 94 0,0-1 95 15,11-6-816-15,2 0-1054 16</inkml:trace>
  <inkml:trace contextRef="#ctx0" brushRef="#br0" timeOffset="61604.6">24312 5995 4741 0,'2'-13'58'0,"2"3"29"0,-4 1-3 0,0 7-7 16,0 2 43-16,0 0 64 0,0 0 47 0,-6 25 26 15,-3 6 22-15,-7 11 16 0,-9 8-8 16,-3 3 4-16,-16 14 22 0,-4 3 7 16,-2-3 7-16,-4-4-87 0,0-2-240 15,15-17 0-15,5-4 0 0,1-5 0 0,12-8 0 16,3-1 0-16,5-6 0 0,6-5 0 16,3-1 0-16,8-2 0 0,5 0 0 0,11-2 0 15,10 2 0-15,6-2 0 0,6 1 0 16,0-4 0-16,-2-1 0 0,-2 0 0 0,-9-1 0 15,-5-2 0-15,1 0 0 0,-4 1 0 16,-2-2 0-16,-1-1 0 0,-4 1 0 0,-2 1 0 16,0-1 0-16,-3 0 0 0,-9-2 0 15,14 2 0-15,-14-2 0 0,11 2 0 0,-11-2 0 16,11 1 0-16,-11-1 0 16,0 0 0-16,10-5 0 0,-10 5-864 0,4-12-117 15,-1 3 100-15,-3 1-978 0,2-1-1283 16</inkml:trace>
  <inkml:trace contextRef="#ctx0" brushRef="#br0" timeOffset="62319.71">24911 6109 5237 0,'-8'-24'-12'0,"-2"9"64"0,7-1 58 0,-3 6 41 0,3 0 35 0,1 0 12 16,-1 7-19-16,-3-3-24 0,6 6-1 15,0 0 37-15,-14 23 21 0,2 12 10 0,1 13-8 16,-1 10 3-16,6 6 5 0,-1 6-4 16,3 1-8-16,2-3-135 0,2 0-75 0,0-6 0 15,2-2 0-15,-2-13 0 0,-2-3 0 16,-2-3 0-16,1-7 0 0,1-6 0 0,-2-7 0 15,2-4 0-15,-1-1 0 16,2-4 0-16,-1-3 0 0,-2-1 0 0,0-3 0 16,4-5 0-16,-13-3 0 0,13 3 0 15,-23-17 0-15,8-7 0 0,-2-7 0 0,-1-18 0 16,7-8 0-16,4-4 0 0,3-8 0 16,8-5 0-16,2-3 0 0,6-15 0 0,6 2 0 15,0 24 0-15,6 6 0 0,-1 5 0 16,0 6 0-16,5 8 0 0,-4 7 0 15,3 10 0-15,2 5 0 0,-1 7 0 16,5 0 0-16,-6 9 0 0,-2 1 0 0,-2 7 0 0,0 1 0 16,-1 2 0-16,3 7 0 0,2 4 0 15,-8 3 0-15,-4-1 0 0,-6 1 0 16,-4-1 0-16,-3-2 0 0,-4-1 0 16,-5 2 0-16,2-1 0 0,-5 0 0 0,-2-2 0 15,5-5 0-15,-4 1 0 0,2-1 0 16,-3-3 0-16,3 1 0 0,1-3 0 0,2 0 0 15,0 0 0-15,2-2 0 0,1 0 0 16,-3 5 0-16,2 0 0 0,1 7 0 0,0 0 0 16,3 5 0-16,3 14 0 0,0 2 0 15,5 0 0-15,-3 4 0 0,6 4 0 0,9 0 0 16,-3-2 0-16,-4-11 0 16,5 2 0-16,-1-4 0 0,-4-2 0 0,0-3 0 0,1-6 0 15,-6-2 0-15,-1-5 0 0,-1-1 0 16,-1-2 0-16,2-1 0 0,-4-3 0 15,1 2 0-15,1-4 0 0,-3 2 0 16,4-1 0-16,-2 1 0 0,-4-6-1 0,8 2-503 16,-8-2-148-16,0 0-202 0,16-2-7 15,-16 2 82-15,11-8-765 0,-6 3-988 0</inkml:trace>
  <inkml:trace contextRef="#ctx0" brushRef="#br0" timeOffset="62818.28">25804 5867 4370 0,'-5'-24'3'0,"1"6"61"0,0 4 46 15,3 3 31-15,-4 3 18 0,3 0 8 16,0 3-15-16,2 5 21 0,0 0 81 0,0 0 33 15,-22 29 18-15,12 6 15 0,-3 20 18 16,3 8-20-16,1 8-7 0,3 1-9 16,2 5-18-16,1-3-151 0,-1 1-133 15,2-3 0-15,-1-3 0 0,0-6 0 0,-1-5 0 16,0-14 0-16,-1-5 0 0,-1-3 0 16,1-10 0-16,0-6 0 0,-1-3 0 0,5-1 0 15,-1-4 0-15,0-2 0 0,2-2 0 16,0-2 0-16,0-6 0 0,0 0 0 15,0 0 0-15,0 0 0 0,27-19 0 0,-4-2 0 16,6-1 0-16,-1 0 0 0,1 1 0 16,-2 4 0-16,-2 2 0 0,-3 5 0 0,-5 6 0 15,0 2 0-15,0 4 0 0,-2 5 0 16,3 5 0-16,0 7 0 0,3 3 0 0,-3 2 0 16,-1 2 0-16,-2 1 0 0,2-2 0 15,-1-1 0-15,-2 1 0 0,0-7 0 16,-4-2 0-16,-1-2 0 0,-4-4 0 15,2-1 0-15,-2 0 0 0,1-3 0 0,-2-1 0 16,-1 0 0-16,-3-5 0 0,6 7 0 16,-6-7 0-16,0 0 0 0,0 0 0 0,0 0 0 15,0 0 0-15,0 0-765 0,-26-3-218 16,8 3-1208-16,7 2-1597 0</inkml:trace>
  <inkml:trace contextRef="#ctx0" brushRef="#br0" timeOffset="63251.95">27115 7178 5940 0,'0'0'-104'0,"0"0"56"16,0 0 36-16,-18-17 19 0,6 11 24 0,-3 0 22 16,-12 3 22-16,-12 0 5 0,-8 3 1 15,-4 2-1-15,-16 2 0 0,-7 4-8 0,-6 4-7 16,-26 1 0-16,-9 3 17 0,-11 1 17 15,-8-1 11-15,-4-3 5 0,-5 3-2 0,-6-2-9 16,-2 1-4-16,-1-1-11 16,-8 1-7-16,-4 0-7 0,-54 8 3 0,51-8 15 0,-60 7 1 15,-7-3 0-15,-8 1 7 16,-12 0 4-16,7-1 4 0,-19 0-26 0,0-1-83 0,5-2 0 16,3-4 0-16,12 1 0 15,11-2 0-15,58-4 0 0,5 0 0 0,8-2 0 16,5-5 0-16,15 3 0 0,10-2 0 15,10-1 0-15,13 0 0 0,25 0 0 0,3 0 0 16,11 0 0-16,5 0 0 0,16 0 0 16,7 2 0-16,10 0 0 0,9 0 0 0,4-2 0 15,4 0 0-15,4 1 0 0,1-1 0 16,3 2 0-16,9-2 0 0,-10 2 0 16,10-2 0-16,0 0 0 0,38 0-436 0,9-2-79 15,23 0-55-15,13-3-38 0,40-1-70 16,10-3-100-16,23 2 68 0,12 0-615 15,19 5-782-15</inkml:trace>
  <inkml:trace contextRef="#ctx0" brushRef="#br0" timeOffset="63568.37">24194 7568 3691 0,'99'-10'-153'0,"-20"2"51"16,-6 1 49-16,-1-3 55 0,-13 2 76 16,-18 2 67-16,-5-2 55 0,-11 4 27 0,-3-1 6 15,-10 1-4-15,-4-2-21 0,-8 2-12 16,0 4 0-16,-34-7-2 0,-27 4 12 0,-22-4-2 15,-40 1 1-15,-25 2 5 16,-33 4-9-16,-84 0-12 0,-15 3 18 0,-27 0 9 0,-8 3 16 16,-5 2 11-16,3 1-13 0,9 3-2 15,18 1 3-15,29 1-133 0,28-2-98 16,77 0 0-16,20-2 0 0,21-1 0 16,38-2 0-16,14-3 0 0,18 0 0 0,13-2 0 15,5 1 0-15,8-1 0 0,6 0 0 16,3 1 0-16,4 1 0 0,6-4 0 15,2 7 0-15,-2-7 0 0,16 6 0 0,-3-2 0 16,0-1 0-16,6-1 0 0,2-2 0 0,8 0-388 16,-2-5-590-16,7-1 47 0,-4-5 105 15,1-3-898-15,-3-3-1156 0</inkml:trace>
  <inkml:trace contextRef="#ctx0" brushRef="#br0" timeOffset="64201.81">21849 7997 5011 0,'14'-23'-13'0,"0"6"48"16,-5 5 28-16,1-1 24 0,-7 4 13 0,6 2 7 15,-8 5 5-15,-1 2 66 0,0 0 84 16,0 0 45-16,-5 47 32 0,-11 1 32 0,-7 7 13 16,-15 19 0-16,-5 4 0 0,-7 5-304 15,-4-3-80-15,5-1 0 0,-1-6 0 0,9-5 0 16,10-17 0-16,14-3 0 16,6-8 0-16,9-1 0 0,8-1 0 0,5-4 0 15,6-3 0-15,12 4 0 0,5-6 0 16,-2-9 0-16,6-6 0 0,2-6 0 0,4-4 0 15,1-6 0-15,2 0 0 0,-2-6 0 16,-3 1 0-16,0-3 0 0,-4-1 0 0,-3 3 0 16,-3-2 0-16,-10-1 0 0,-4 3 0 15,-1-2 0-15,-3-1-204 0,-5 1-832 0,-6 0 107 16,1 1-1119-16,1-3-1462 0</inkml:trace>
  <inkml:trace contextRef="#ctx0" brushRef="#br0" timeOffset="64470.03">22078 8615 5974 0,'0'0'-23'15,"0"0"18"-15,0 0 42 0,0 0 64 0,0 0 53 16,25 17 31-16,-9-4 23 0,4 9 11 16,5 3 6-16,-3 0-2 0,-1 4-5 0,-3 0-11 15,-2 0-4-15,-5 2 1 0,-3-1-143 16,-7-3-61-16,-4-1 0 0,-5 6 0 0,-1-3 0 15,-5-1 0-15,-1-2 0 0,-2-1 0 16,-4-4 0-16,0-1 0 0,-4-3 0 16,0 1 0-16,7-8 0 0,-1-1 0 15,1-5 0-15,1 0 0 0,4-4 0 0,0-4-79 16,2-6-743-16,2-1-146 0,7-3 100 16,4-4-987-16,8-1-1280 0</inkml:trace>
  <inkml:trace contextRef="#ctx0" brushRef="#br0" timeOffset="65336.08">22747 8564 5233 0,'11'-7'79'0,"-4"1"54"0,-3 2 44 15,-4 4 34-15,0 0 16 0,0 0 56 16,0 0 41-16,5 15-9 0,-5-3-1 16,-2 6-5-16,0 3-7 0,1 2-18 0,-3 0-284 15,-2 10 0-15,1-6 0 0,0-5 0 16,2-3 0-16,-1 3 0 0,2-5 0 0,-4-1 0 15,5 0 0-15,-1-7 0 0,0 2 0 16,0-2 0-16,0-3 0 0,2-6 0 0,-2 14 0 16,2-14 0-16,0 6 0 0,0-6 0 15,0 0 0-15,0 0 0 0,15-39 0 16,3 7 0-16,12-15 0 0,3 1 0 0,-1 0 0 16,6 5 0-16,-2 5 0 0,-2 5 0 15,-11 12 0-15,2 3 0 0,-6 9 0 16,-4 3 0-16,1 4 0 0,-5 4 0 0,2 3 0 15,-3 5 0-15,1 3 0 0,-2 1 0 16,2 3 0-16,-4 1 0 0,-2 0 0 0,-1-1 0 16,-2-2 0-16,0 0 0 0,0-5 0 15,1 0 0-15,-2-3 0 0,-1-1 0 0,2 1 0 16,2-3 0-16,-2 0 0 0,0 0 0 16,-2-6 0-16,0 0 0 0,0 0 0 0,28-22 0 15,-8 0 0-15,4-5 0 0,6-8 0 16,1 0 0-16,-6 10 0 0,-2 3 0 15,-5 1 0-15,-2 7 0 0,-5 3 0 0,-1 4 0 16,-3 3 0-16,3 4 0 0,-10 0 0 16,14 11 0-16,-9 0 0 0,1 3 0 0,-1 1 0 15,3 5 0-15,-4 1 0 0,4-3 0 16,-1-1 0-16,0 2 0 0,0-3 0 16,0-4 0-16,2-1 0 0,1 0 0 0,2-3 0 15,-1-2 0-15,3-5 0 0,-1 1 0 16,-1-4 0-16,6-3 0 0,2-2 0 0,-2-3 0 15,5-5 0-15,-2-5 0 0,0-1 0 16,-4-3 0-16,3-1 0 0,-7 6 0 0,-4 4 0 16,-1 1 0-16,-1 4 0 15,-1 1 0-15,0 3 0 0,-3-1 0 0,2 6 0 16,-5 1 0-16,0 0 0 0,0 0 0 16,5 17 0-16,-5-8 0 0,0 2 0 0,0-1 0 15,4 3 0-15,2 2 0 0,-1-1 0 16,5-2 0-16,0 1 0 0,-1-5 0 0,5 1 0 15,0-4 0-15,2-1 0 0,4-4 0 16,5-4 0-16,0-1 0 0,10-5 0 0,-3-4 0 16,-2-1 0-16,1-2 0 0,-4-4 0 15,-1-2 0-15,-1 2 0 0,-2-2 0 0,-6 3 0 16,-1 4 0-16,-5 4 0 0,-4 3 0 16,1 3 0-16,-2-1 0 0,0 3 0 0,-6 4 0 15,0 0 0-15,0 0 0 16,2 21 0-16,-10-8 0 0,4 7 0 0,-2 0 0 15,0 1 0-15,3 2 0 0,1 0 0 0,-2-1 0 16,6-1 0-16,2-2 0 0,-2 0 0 16,-1-3 0-16,5 0 0 0,-2-4 0 0,6 0 0 15,1 0 0-15,5-3 0 0,6-3-177 16,3-4-604-16,2-2-130 0,10-5 41 16,-1-3 96-16,3-5-817 0,7-9-1032 0</inkml:trace>
  <inkml:trace contextRef="#ctx0" brushRef="#br0" timeOffset="65651.67">24732 8446 4240 0,'13'-29'-47'0,"-1"2"85"0,-7 4 54 0,1 5 58 0,-2 1 40 16,-3 3 43-16,-2-1 21 0,-1 5-1 16,0-1-3-16,-4 3-17 0,-2 0-3 15,-3 6 6-15,-6 2 6 0,-2 4 8 0,-12 6 4 16,1 3 2-16,-2 5-5 0,-1 3 0 16,1 5-24-16,5-1-119 0,4-1-108 0,4 2 0 15,4-1 0-15,7-6 0 0,2 0 0 16,9-2 0-16,-1-2 0 0,7 4 0 0,2-3 0 15,6 9 0-15,7-4 0 0,-2 0 0 16,-1 0 0-16,0-3 0 0,-6-2 0 0,-1-3 0 16,-7-2 0-16,2 1 0 0,-3-2 0 15,-1-1 0-15,-2 1 0 0,-3-2 0 0,-1 1 0 16,-3-1 0-16,-5 4 0 0,-2-4 0 16,0 0 0-16,-6-1 0 0,1-1 0 15,-6-4 0-15,1 0 0 0,-2-2 0 16,-2-4 0-16,4-4 0 0,-4-9 0 0,10-10 0 15,7-8 0-15,14-19 0 0,8-12-1047 16,24-25 98-16,21-11-1158 0,15-3-1517 0</inkml:trace>
  <inkml:trace contextRef="#ctx0" brushRef="#br0" timeOffset="65851.19">25397 7640 5401 0,'17'-20'-63'0,"-4"3"115"0,-3 4 88 16,-3 2 74-16,-1 4 59 0,-2 2 44 0,-4 5 14 15,8-4 3-15,-8 4 70 16,0 19 27-16,-4 5-74 0,-6 15-357 0,-3 16 0 15,-7 9 0-15,2 3 0 0,-11 17 0 16,-1 0 0-16,-1 0 0 0,-3 0 0 0,9 2 0 16,-2-3 0-16,4-17 0 0,0-3 0 15,3-4 0-15,-1-3 0 0,-1-4 0 0,2-8 0 16,-1-3 0-16,-2-2 0 0,4-10-256 16,0-10-760-16,1-3 94 0,7-5 95 0,2-5-931 15,-1-6-1190-15</inkml:trace>
  <inkml:trace contextRef="#ctx0" brushRef="#br0" timeOffset="66021.77">24876 8590 5034 0,'0'-6'134'0,"0"6"64"15,-4-10 52-15,4 10 44 0,0 0 40 0,4-8 26 16,-4 8-20-16,16-9-24 0,3 1-34 16,10-4-41-16,3 1-55 0,2-4-69 15,11-2-85-15,2-2-110 0,-9 5-128 0,-1 1-131 16,-1-3-167-16,0 3-210 0,-8-1-146 15,-4 5 88-15,-6 3-808 0,-3 2-1023 0</inkml:trace>
  <inkml:trace contextRef="#ctx0" brushRef="#br0" timeOffset="66852.86">26654 7883 4791 0,'6'-16'214'0,"-2"3"16"15,-3 5-12-15,1 1-19 0,1 4-14 0,-3 3 65 16,0 0 49-16,-8 54 27 16,-2-1-4-16,-2 7 1 0,-2 6-2 0,-1 4-2 0,-4 17-125 15,6-12-194-15,1-7 0 16,0-1 0-16,0-6 0 0,3-7 0 0,-2-4 0 16,3-13 0-16,-1-2 0 0,3-10 0 15,1-4 0-15,1-6 0 0,-3 1 0 0,5-4 0 16,-1-2 0-16,1-1 0 0,0-3 0 15,0-2 0-15,2-4 0 0,0 0 0 0,0 0 0 16,0 0 0-16,4-40 0 0,12 10 0 16,6-10 0-16,5 4 0 0,-1 2 0 0,-1 9 0 15,0 3 0-15,-2 5 0 0,-2 5 0 16,-2 8 0-16,-1-1 0 0,-4 5 0 0,6 5 0 16,-4 4 0-16,4 4 0 15,-5-2 0-15,-1 5 0 0,-5 1 0 0,-6 1 0 0,1-1 0 16,-4 5 0-16,-4 0 0 15,-5 7 0-15,-7-2 0 0,0-1 0 0,-5 1 0 16,-2-6 0-16,-1 1 0 0,-1-3 0 16,-2-5 0-16,6-1 0 0,-1-7 0 0,8 0 0 15,1-6 0-15,-1-2 0 0,4-2 0 16,5-7 0-16,0-3 0 0,12-10-452 0,9-22-562 16,9-3 108-16,10 3-1073 0,7 1-1397 15</inkml:trace>
  <inkml:trace contextRef="#ctx0" brushRef="#br0" timeOffset="67185.95">27260 8465 5776 0,'8'5'38'0,"-5"-3"67"0,-3-2 65 0,0 0 61 15,9 3 47-15,-9-3 36 0,0 0-4 0,0 0 1 16,0 0-7-16,0 0-11 0,0 0-232 16,0 0-61-16,0 0 0 0,16-7 0 0,-8 2 0 15,6-1 0-15,0-1 0 0,4-2 0 16,1 0 0-16,-2-2 0 0,1 0 0 0,-6-1 0 15,2-1 0-15,-4 1 0 0,-5 0 0 16,-1 3 0-16,-6 1 0 0,-5-1 0 0,-7 2 0 16,-10 3 0-16,-7 6 0 0,-15 4 0 15,-13 6 0-15,2 1 0 0,6 6 0 0,5 0 0 16,17 0 0-16,6 3 0 0,6 5 0 16,12-3 0-16,5 0 0 0,9 8 0 15,7-3 0-15,4-2 0 0,5-3 0 16,2-2 0-16,1-3 0 0,7 0 0 0,1-4 0 15,3-6 0-15,19 1 0 0,4-5 0 16,-10-3 0-16,16-5-586 0,-5-6-113 0,7-5-159 16,-8-6 12-16,-1-2 81 0,0-7-744 15,6-14-955-15</inkml:trace>
  <inkml:trace contextRef="#ctx0" brushRef="#br0" timeOffset="67817.78">28408 7527 4461 0,'-9'-32'106'0,"-7"1"71"0,-2 5 63 15,2 3 68-15,-2 7 58 0,5 3 33 16,1 4-3-16,1 3 1 0,0 9-11 0,-7 12 14 16,-7 22-8-16,7 15-229 0,-3 15-163 15,0 23 0-15,2 7 0 0,1 9 0 0,6 1 0 16,-2-3 0-16,-1 3 0 0,-3-6 0 16,4-4 0-16,-4-5 0 0,1-23 0 0,2-4 0 15,0-9 0-15,-1-6 0 0,3-15 0 16,3-3 0-16,3-12 0 0,1-2 0 0,3-5 0 15,-1-3 0-15,-1-8 0 0,5-2 0 16,0 0 0-16,7-22 0 0,7-10 0 16,8-15 0-16,6-3 0 0,1 0 0 15,1 5 0-15,-1 3 0 0,-2 7 0 0,-9 10 0 16,4 5 0-16,-9 8 0 0,0 3 0 16,-2 6 0-16,2 4 0 0,-13-1 0 0,18 14 0 15,-11 0 0-15,5 3 0 0,-4 4 0 16,-1 2 0-16,1-2 0 0,-2 1 0 0,1-3 0 15,1 0 0-15,-3-5 0 0,0-2 0 16,1-1 0-16,-5-1 0 0,5-2 0 0,-2-2 0 16,3-1 0-16,1-5 0 0,-8 0 0 15,21-4 0-15,-8-4 0 0,4-5 0 0,4-5 0 16,4-6 0-16,-2 2 0 0,-6 7 0 16,-3 1 0-16,-3 2 0 0,-4 3-53 15,4 3-8-15,-6 1 15 0,-3 4 61 16,-2 1 48-16,0 0 19 0,0 0-82 0,5 18 0 15,-5-9 0-15,0 1 0 0,0 0 0 16,4 1 0-16,2-1 0 0,-1 2 0 0,5-1 0 16,1-5 0-16,3 2 0 0,3-2 0 15,6-2 0-15,4-1 0 0,2-1 0 0,12-2 0 16,2-2 0-16,-6-3 0 16,-1-3 0-16,-3-1 0 0,-5-3 0 0,-3-4 0 0,-8 0 0 15,-3-1 0-15,-7-2 0 16,-3-1 0-16,-6-1 0 0,-7-11 0 0,-7 1 0 15,-14-1 0-15,-5 3 0 0,-2 3 0 16,-3 6 0-16,3 6 0 0,-10-4 0 0,11 9 0 16,-3 1-112-16,3 2-477 0,2-1-182 15,1-3-138-15,8 0 95 0,9 0-885 0,0-2-1134 16</inkml:trace>
  <inkml:trace contextRef="#ctx0" brushRef="#br0" timeOffset="68068">29624 6875 5150 0,'-10'-26'234'0,"2"6"63"0,1 5 27 0,3 4 13 0,-2 1-8 0,3 7-17 16,3 3 68-16,-22 18 25 0,-1 27 8 16,-2 15-403-16,-3 35-10 0,4 17 0 0,1 14 0 15,1 9 0-15,4 5 0 0,-1 9 0 16,-3 1 0-16,-6 43 0 0,7-55 0 0,0-7 0 15,0-17 0-15,2-4 0 0,2-13 0 16,2-29 0-16,3-10 0 0,-1-10 0 0,3-15 0 16,4-15-752-16,6-9-227 0,4-7 89 15,-4-2-1004-15,27-25-1318 0</inkml:trace>
  <inkml:trace contextRef="#ctx0" brushRef="#br0" timeOffset="68483.69">30500 7047 4838 0,'25'-51'-64'0,"-12"17"106"0,-5 8 70 0,-5 7 52 16,-1 5 43-16,-2 1 50 0,0 7 49 16,0 6 37-16,0 0 55 0,-24 18 45 0,-3 18 24 15,-1 22-3-15,-13 23-250 0,-1 15-214 16,3 13 0-16,-6 8 0 0,6 4 0 0,-1 2 0 16,-3-1 0-16,6-6 0 15,1-7 0-15,3-9 0 0,6-11 0 0,8-23 0 16,2-8 0-16,2-7 0 0,4-15 0 0,1-7 0 15,4-5 0-15,0-9 0 0,3-1 0 16,1-7 0-16,0-4 0 0,2-3 0 16,0 0 0-16,0-21 0 0,2-4 0 0,0-15 0 15,1-6 0-15,-3-15 0 0,-2-6 0 16,-3 3 0-16,-6 8 0 0,-7 6 0 0,-7 11 0 16,-3 17 0-16,-10 13 0 0,-19 13 0 15,-4 23 0-15,-18 21 0 0,5 8 0 16,9 9 0-16,14 4 0 0,9 1 0 15,19-13 0-15,8-2 0 0,9-1 0 0,8-13 0 0,2-3 0 16,7-5 0-16,0-4 0 16,3-8 0-16,1-6 0 0,1-3 0 0,0-3 0 15,0-2 0-15,1-4 0 0,-3 0 0 16,-1-1 0-16,-1 0 0 0,-3-2 0 0,-9 0 0 16,16 3 0-16,-19 4-420 15,3-7-587-15,-22 15 105 0,-5-1-1092 0,-6 1-1410 16</inkml:trace>
  <inkml:trace contextRef="#ctx0" brushRef="#br0" timeOffset="69333.89">24045 9789 3583 0,'10'-40'249'0,"-4"11"68"0,-2 6-44 16,-1 7-82-16,-3 3-59 0,2 9 2 15,-2 4 86-15,0 0 48 0,0 30 16 0,-3 10 27 16,-3 18 13-16,0 11 19 0,2 9 23 16,0 23 7-16,2 3 2 0,6-1-13 0,0-22-276 15,6 16-86-15,-3-22 0 16,4-3 0-16,0-1 0 0,-2-8 0 0,2-2 0 15,-1-6 0-15,-3 1 0 0,1-15 0 16,-4-3 0-16,-3-8 0 0,1-4 0 0,-2-6 0 16,0-1 0-16,0 0 0 0,-2-1 0 15,-1-5 0-15,-7 1-210 0,5-8-747 0,-7-2 6 16,1-5 102-16,-7-2-928 0,0-7-1206 16</inkml:trace>
  <inkml:trace contextRef="#ctx0" brushRef="#br0" timeOffset="69517.11">23701 10853 5285 0,'0'0'60'0,"-4"8"18"15,4-8 65-15,6 13 64 0,-1-5 45 0,6 3 27 16,5 5-8-16,9 3-11 0,5 1-26 16,8 7-21-16,4-3-24 0,0 0-25 0,2-3-62 15,4-1-75-15,-12-6-120 0,4-2-124 16,-4-2-157-16,2 0-166 0,-7-8-198 0,-4 2-88 15,-7-6 77-15,-1 0-689 0,6-5-887 16</inkml:trace>
  <inkml:trace contextRef="#ctx0" brushRef="#br0" timeOffset="69717.17">24596 10658 3875 0,'4'-15'111'16,"-2"4"37"-16,-4 5 14 0,2 6 59 0,0 0 81 15,-24 18 47-15,2 6 37 0,-6 12 6 16,-5 4-24-16,3 3-18 0,-2-3-22 0,3 5-22 15,2 0-20-15,4-4-31 0,5-2-27 16,2-7-104-16,7-3-124 0,-2 0 0 16,6-6 0-16,1-5 0 0,2-1 0 0,1-5 0 15,1 2 0-15,-2-3-267 0,0 0-258 16,-2-1-121-16,2-2-265 0,1 2 81 0,-3-3 90 16,-5-2-713-16,2 1-902 0</inkml:trace>
  <inkml:trace contextRef="#ctx0" brushRef="#br0" timeOffset="70153.03">23859 12212 4365 0,'3'-18'153'15,"-3"6"18"-15,0 2 9 0,2 5-10 0,-2 5 40 0,0 0 87 16,0 0 43-16,23 22 18 0,-12 5-5 16,3 8-7-16,3 10-5 0,-1 5-46 15,-3-3-31-15,1 1-13 0,-7-10-154 16,-2 1-97-16,3-3 0 0,-5 1 0 0,-3-8 0 16,0-5 0-16,-1 1 0 0,-3-2 0 15,-2-1 0-15,3-2 0 0,-6 0 0 0,-2-5-292 16,4-5-248-16,1-2-100 0,-1-6-121 15,7-2-82-15,0 0 84 0,-18-17-723 16,15 0-928-16</inkml:trace>
  <inkml:trace contextRef="#ctx0" brushRef="#br0" timeOffset="70499.82">23954 12167 3900 0,'2'-26'-10'0,"-4"6"55"0,2 4 37 16,0 3 29-16,-2 1 16 0,4 7 20 0,-2 5 0 15,2-12 19-15,3 4 0 0,7 4-4 16,-1 1-3-16,-11 3-6 0,40 7-6 15,-9 7-1-15,-3 5-6 0,6 10-1 16,-7 4 16-16,2 6-10 0,-10 7-5 0,-1-2-2 16,-11 7 0-16,-1-10-1 0,-6 4 5 15,-2-6 9-15,-4 2 2 0,-2-7 0 0,4-6-7 16,3-6-10-16,-1-5-11 0,0-1-10 16,2-4-10-16,-2 0-9 0,4 0-8 0,0-2-87 15,0 2-1-15,3 2 0 0,2-1 0 16,-4 3 0-16,3 1 0 0,-3 0 0 15,1 0 0-15,-2 1 0 0,0 0 0 0,-2 2 0 16,-6 0 0-16,3 3 0 0,-8 4 0 16,-1 0 0-16,-3-1 0 0,-7-4 0 15,1 0 0-15,-3 1 0 0,-1-5 0 16,-2-1 0-16,-5-1 0 0,2-3 0 0,-1 1 0 16,4-7 0-16,8 1 0 0,1-8 0 15,2 0-274-15,-3-8-450 0,4-4-239 0,2-14 83 16,4-1 101-16,9-11-776 0,7-2-997 15</inkml:trace>
  <inkml:trace contextRef="#ctx0" brushRef="#br0" timeOffset="70885.28">24895 11880 4575 0,'2'-13'41'0,"-4"3"22"0,0 1 12 16,-1 4 20-16,-5 3 29 0,8 2 28 15,-21 3 17-15,0 4 6 0,-10 11 5 0,-6 7-3 16,-1 3-1-16,0 2-14 0,1 5-3 16,3 3-19-16,3 0-16 0,8-1-9 0,8-3-13 15,10-1-6-15,7-4-10 0,7 4-9 16,8-4-7-16,14 2-6 0,7 0-9 16,-2-4-2-16,0 1-7 0,1-3-4 15,1 1-1-15,-12-6-2 0,5 1-6 0,-4-1 12 16,-5 1 12-16,-1-2 23 0,-1 1 23 15,-8-3 27-15,0-5 24 0,-4 1-38 16,-4-1-116-16,-4 0 0 0,-4 1 0 0,-4 3 0 16,-4 1 0-16,-13 4 0 0,-1-3 0 15,-14 5 0-15,-3-3 0 0,-4-3 0 0,8-4 0 16,3-3 0-16,7-2 0 0,8-5 0 16,1-1 0-16,7-4 0 0,4-3 0 0,3-7 0 15,6-13-68-15,14-30-703 16,9-8-212-16,16-19 100 0,7-1 91 0,2 4-804 0,-3 4-1038 15</inkml:trace>
  <inkml:trace contextRef="#ctx0" brushRef="#br0" timeOffset="71083">25107 11923 4525 0,'7'-17'42'0,"0"5"56"0,-2 2 48 0,3 2 53 16,-5 1 63-16,-1 1 11 0,-2 6-2 16,0 0 37-16,0 0 20 0,18 17-10 0,-15 7-3 15,3 11-26-15,-2 6-4 0,-1 4-44 16,1 10-18-16,1 1-155 0,-2 0-68 0,1 2 0 15,0-12 0-15,-2-2 0 0,0-1 0 16,-2-4 0-16,1-3 0 0,-1-7 0 16,0-8 0-16,4-2 0 0,-4-5-161 0,0-1-288 15,-2-3-115-15,0 0-138 0,-1-8-170 16,1 2 84-16,2-4-795 0,0 0-1025 0</inkml:trace>
  <inkml:trace contextRef="#ctx0" brushRef="#br0" timeOffset="71251.03">24917 11764 4437 0,'-4'-9'254'16,"2"2"9"-16,0 2 32 0,2 5 18 0,4-8 21 15,-4 8-13-15,22-7-31 0,3 1-32 16,16 3-25-16,8-2-43 0,13 1-88 0,-12-1-123 16,0 5-144-16,-5 0-156 15,-1 0-177-15,-7 5-219 0,-12 4-79 0,-10 2 82 16,-4 4-666-16,-5 5-834 0</inkml:trace>
  <inkml:trace contextRef="#ctx0" brushRef="#br0" timeOffset="71967.64">26677 12192 4197 0,'2'-8'143'0,"0"1"-19"0,-2 7-12 0,0 0 17 0,0 0 40 15,0 0 28-15,-7 33 19 0,5-16 15 16,-5 6-2-16,6 0-2 0,1 3-14 16,0 1-20-16,1 8-14 0,6-1-20 0,-2-1-15 15,7-4-9-15,1-1-15 0,4-3-11 16,1-5-11-16,5 0-9 0,2-6-11 0,-1-2-3 16,2-8-9-16,-1-2-12 0,6-2-20 15,7-6-22-15,0 2-15 0,-1-4-17 16,-3 2 5-16,0-2-6 0,-11 3 3 15,-3-1 0-15,-2 2 3 0,-5-2 5 0,1 2 14 0,-5 2 16 16,2 0 12-16,-3-1 19 16,-8 3 11-16,11-2 3 0,-1 0 0 0,-10 2-2 15,10-2-5-15,-10 2-6 0,16-4 2 16,-2 2-4-16,3-3-47 0,-1 2-3 0,2-1 0 16,3-3 0-16,2 1 0 0,-6 1 0 15,2-2 0-15,1-2 0 0,-5 0 0 0,0-1 0 16,0 0 0-16,-1-4 0 0,-3-1 0 15,-4-4 0-15,6-1 0 0,-4-9 0 0,-6-4 0 16,3 5 0-16,-4 5 0 0,1-2 0 16,-3 6-72-16,2 4-165 0,0 3-73 15,-2 4-97-15,-2-1-101 0,-1 0-103 16,1 6-153-16,-6 0-17 0,8 3 88 0,0 0-602 16,0 0-754-16</inkml:trace>
  <inkml:trace contextRef="#ctx0" brushRef="#br0" timeOffset="72183.08">27811 11906 3930 0,'7'-15'175'0,"-2"4"30"0,-3 6 2 0,0-3-8 0,-2 8-6 16,0 0 54-16,0 0 44 16,0 0 2-16,2 31-12 0,-1-6-24 0,-2 14-26 15,2 2-18-15,1 0-27 0,2 0-12 16,-2 0-22-16,1-2-43 0,-3 1-60 0,2-10-72 15,-2 7-78-15,4-8-63 0,-4-4-62 16,0-5-81-16,0-2-77 0,-2-4-71 0,-2-2-135 16,3-4-165-16,-1-2 61 0,0-1-562 15,2-5-717-15</inkml:trace>
  <inkml:trace contextRef="#ctx0" brushRef="#br0" timeOffset="72349.87">27876 11594 3673 0,'-10'-23'24'0,"3"2"43"0,2 6 5 16,-2 1-2-16,0 2-6 0,1 0-2 0,1 3-9 15,-1 1-5-15,0-1-43 0,2 3-77 16,-2 2-84-16,6 4-100 0,-5-4-140 0,5 4-178 16,0 0 51-16,0 0-212 0,-12 12-227 15</inkml:trace>
  <inkml:trace contextRef="#ctx0" brushRef="#br0" timeOffset="72616.7">28059 11401 2480 0,'0'-14'353'15,"-2"2"-19"-15,2 5-32 0,0 7-34 16,0 0 12-16,0 0 45 0,0 0 19 0,17 44-8 15,-6-5-8-15,3 15-27 0,1 3-17 16,1 6-31-16,-2 1-22 0,2 2-27 0,-1 0-18 16,-3-3-18-16,-3-3-16 15,2-3-19-15,-3-4-15 0,-4-10-41 0,-2-4-44 0,-2-8-71 16,0-6-75-16,-2-1-69 16,2-3-80-16,0-4-94 0,0-3-88 0,-1 0-138 15,-2-5-211-15,1-4 72 0,2-5 81 16,0 5-503-16,0-5-609 0</inkml:trace>
  <inkml:trace contextRef="#ctx0" brushRef="#br0" timeOffset="72867.89">28522 11163 3498 0,'-8'-27'181'0,"1"9"42"16,1 0 36-16,1 8 32 0,1 1 12 15,-1 1-25-15,2 3-28 0,3 5 3 16,0 0 39-16,-12 32-2 0,11 10-19 15,-1 17-28-15,2 12-19 0,3 7-24 0,5-3-21 16,-3 4-18-16,2-3-16 0,-2 24-16 16,1 0-9-16,1-23-13 0,1 1-15 0,2-5-39 15,-5-1-25-15,1-4-43 0,-2-2-32 16,-1-8-83-16,-1-12-82 0,1-1-99 0,-3-8-77 16,2-8-118-16,-2-3-136 0,2-9-187 15,0 0 80-15,-1-6 81 0,9 1-547 0,-1-6-679 16</inkml:trace>
  <inkml:trace contextRef="#ctx0" brushRef="#br0" timeOffset="73100.08">29311 11393 3099 0,'-15'0'-213'16,"-7"0"-45"-16,4 4-122 0,0 2-93 15,0 1-131-15,-2 1-103 0</inkml:trace>
  <inkml:trace contextRef="#ctx0" brushRef="#br0" timeOffset="74099.73">29274 12080 2120 0,'5'-16'344'0,"-1"3"5"0,-2 6-4 0,-1-2 4 16,1 2 3-16,0 1 8 0,-2 6 6 16,7-6-12-16,6 4-19 0,-1 2-20 0,6 4-26 15,0 4-14-15,13 8-26 16,-4 1-23-16,0 2-18 0,-3 3-19 0,1-1-17 0,-6 1-16 15,-2 0-9-15,-5-5 8 0,-11 2 11 16,-1-4 4-16,-1 4-1 0,-11-2-138 16,-5 10-31-16,-6-3 0 0,-8-5 0 15,1 1 0-15,-3-5 0 0,3-3 0 0,1-5 0 16,5-1 0-16,3-6 0 0,-2-4 0 16,-8-8 0-16,7-7 0 0,7-10 0 0,5-6 0 15,6-9 0-15,10-11 0 0,8 0 0 16,5 6 0-16,4 4 0 0,-2 15 0 0,2 4 0 15,4 7 0-15,-2 9 0 0,0 4 0 16,-3 8 0-16,3 3 0 0,10 10 0 16,4 10 0-16,0 2 0 0,-1 2 0 0,-3 2 0 15,-5 2 0-15,-3-6 0 0,-3-2 0 16,-2 1 0-16,-1-1 0 0,-2-9 0 0,-5-3 0 16,-1-2 0-16,-4-3 0 0,1 0 0 15,-2-2 0-15,0-2 0 0,-1-2 0 16,-5-2 0-16,0 0 0 0,22-14 0 15,-15-2 0-15,0-1 0 0,3-17 0 0,4-14 0 16,-5-7 0-16,-2-6 0 0,1-12 0 16,2-26 0-16,-1-7 0 0,1-7-189 0,-3-5-39 15,3 2 14-15,2 0 9 0,-3 2 17 16,-2 8 19-16,-1 7 15 0,-4 21 19 0,-2 5 14 16,0 14 41-16,-2 14 34 15,0 7 25-15,-2 9 6 0,4 8-4 0,-2 10 0 16,1 11 22-16,1 0 46 0,-20 38 24 15,4 14 21-15,0 11 16 0,1 29 28 0,3 8 13 16,8 8 4-16,11 8 0 0,2 0-9 16,8-2-5-16,6-3-12 0,4-7-10 0,3-6-9 15,2-10-13-15,6-5-9 0,-1-10-43 16,-4-20-45-16,-3-7 0 0,1-5 0 0,-6-5 0 16,0-10 0-16,-1-6 0 0,-5-6 0 15,-2-4 0-15,0-5 0 0,-2-5 0 0,2-3 0 16,0-6 0-16,6-13-20 15,-2-7-97-15,3-15-4 0,-6-8-9 0,0-11-14 0,-4-27-17 16,2-7-13-16,-5-10-9 0,-4-9-1 16,-2-8 2-16,-3-3 6 0,-6-3 10 15,0-2 15-15,-6 9 13 0,3 18 37 16,0 35 50-16,-4 8 21 0,4 21 10 0,0 10 0 16,-4 17 32-16,0 13 58 0,0 11 54 15,-4 19 50-15,0 24 40 0,3 19 30 16,1 36 14-16,3 12-3 0,5 14-11 0,5 5 0 15,1 1-16-15,5-3-27 0,-3-5-200 16,3-6-1-16,2-13 0 0,-3-7 0 16,-1-25 0-16,1-7 0 0,0-6 0 15,0-8 0-15,0-17 0 0,-1-5 0 0,0-4 0 0,0-10 0 16,-1-7-368-16,3-7-193 16,-3-2-125-16,6-8-220 0,-11 0 80 0,20-22 88 15,-1-5-659-15,8-16-848 0</inkml:trace>
  <inkml:trace contextRef="#ctx0" brushRef="#br0" timeOffset="74435.56">30900 11754 4003 0,'0'0'75'0,"-21"-3"41"0,21 3 45 0,-25 8 54 0,9-2 42 0,-2 5 19 16,1 3 24-16,2-2-18 0,-2 9-13 15,5 2-24-15,6-4-18 0,5 0-22 16,2 5-19-16,5-2-17 0,8 6-16 15,2-3-16-15,8 0-18 0,-3-7-26 0,4-2-44 16,-5-7-33-16,1 1-36 0,2-5-29 16,-4-3-10-16,0-2-7 0,1-2 3 0,-2-5 14 15,2-4 1-15,-6-2 3 0,-2-4 8 16,3-8 0-16,-7-4 6 0,0-6 1 0,-8-1 5 16,-2-6 3-16,-4 0 1 0,-2-2 2 15,1 7 11-15,-4 5-3 0,-1 3 4 0,-1 9-8 16,-3 8 1-16,-2 6 2 15,0 4 8-15,-1 4-7 0,-4 4-26 0,-9 10-67 0,7 3-90 16,2 4-116-16,4 3-156 16,4 2-229-16,8-7-60 0,3-3 76 0,8-2-549 15,1-3-690-15</inkml:trace>
  <inkml:trace contextRef="#ctx0" brushRef="#br0" timeOffset="74783.86">31489 11708 3709 0,'0'0'138'0,"0"0"35"0,-2-9 34 0,2 9 27 16,0 0 20-16,0 0 26 15,0 0 4-15,0 0-21 0,0 0-25 0,-17 19-18 0,16-9-27 16,-1 2-19-16,2-1-14 16,0-1-16-16,2 2-9 0,-1-2-14 0,3-1-14 0,3-1-10 15,3-1-7-15,2-2-8 16,1-3-10-16,2-4-2 0,4 0-9 0,-2-3-2 15,5-2-7-15,-2 1-4 0,-1-1 2 16,-2 2 26-16,-3 0 22 0,-1-1 18 0,-3 2 11 16,1 2-68-16,-4-2-59 0,-7 4 0 15,14-5 0-15,-6 2 0 0,-8 3 0 16,11-3 0-16,-11 3 0 0,15-3 0 0,-15 3 0 16,17-3 0-16,-5 1 0 0,-12 2 0 15,17-3 0-15,-9 0 0 0,3-1 0 16,-4 0 0-16,4 0 0 0,-4-2-229 15,-1-2-387-15,-1-3-156 0,-3 3-143 0,-2-2 95 16,-2-2-826-16,-7-5-1083 0</inkml:trace>
  <inkml:trace contextRef="#ctx0" brushRef="#br0" timeOffset="76182.75">21673 7093 467 0,'0'0'79'0,"-11"-3"-15"0,11 3 0 16,-12-2 10-16,12 2-7 0,-8-3 1 15,8 3-1-15,-5-4-4 0,5 4 4 0,0 0-11 16,0 0 6-16,-4-7-17 16,4 7 1-16,0 0-8 0,0 0-4 0,19-4 2 15,-19 4-10-15,17 0-1 0,-6 0-2 16,-11 0 0-16,23 2-1 0,-10 0-2 0,-1 2-9 15,-2-3-11-15,-3 3-5 0,1-2-1 16,-8-2 1-16,11 5-4 0,-11-5-2 0,10 3-8 16,-10-3-24-16,0 7-26 0,0-7-64 15,0 0-195-15,0 0 15 0,0 0 171 0</inkml:trace>
  <inkml:trace contextRef="#ctx0" brushRef="#br0" timeOffset="77048.34">24153 7061 798 0,'-18'1'-46'0,"0"-2"8"0,6 2 8 0,-1-2 13 16,1 2 0-16,12-1 3 0,-21 0-2 15,13 0 13-15,8 0 2 0,-13-1-2 0,13 1-5 16,0 0 7-16,0 0 2 16,0 0-5-16,0 0-3 0,0 0 6 0,0 0-7 15,0 0 1-15,0 0 0 0,0 0-2 16,38 0 0-16,-38 0-2 0,0 0-2 0,12 0 1 16,-12 0 4-16,0 0 0 0,0 0 5 15,0 0 1-15,0 0 2 0,0 0 2 0,-46 1 2 16,33 1 4-16,-3-2-4 0,7 0 1 15,9 0 2-15,-20 0 3 0,20 0-4 0,-11-2-4 16,11 2-15-16,0 0-36 0,0 0-105 16,0 0 42-16,25-6 38 0</inkml:trace>
  <inkml:trace contextRef="#ctx0" brushRef="#br0" timeOffset="79199.97">24336 14144 926 0,'-2'-33'349'0,"0"6"26"0,-1 5 6 16,1 3 4-16,0 2-6 0,0 3-10 0,2 3-27 15,-3-1-35-15,3 6-35 16,0 6-23-16,0 0 0 0,0 0 5 0,12 33-26 16,-5 6-20-16,4 15-18 0,3 7-16 0,-3 2-20 15,0 3-9-15,1-3-6 0,-1-2-29 16,-3-2-4-16,-2-8-16 0,2-9-7 16,-3-3-8-16,-1-6-9 0,-2-4-3 0,0-9-4 15,-1-4-8-15,1-3 0 0,0-1-5 16,0-3 0-16,-2-1 14 0,0-1-18 0,0-7-5 15,0 0-10-15,0 0 2 0,0 0-7 16,0 0-5-16,-28-19-3 0,13 6-14 0,-9-5 0 16,-4-6-8-16,1 1-4 0,-9-1 2 15,5 4 0-15,1 7-2 0,-2 1 1 16,3 8 4-16,2 4-2 0,0 4 0 16,-9 6-2-16,6 7-1 0,-1 4 0 15,5 3-1-15,5 5-1 0,4 4 2 0,8-1 3 16,1 4 2-16,8-8 1 0,6 8-5 15,3-2 0-15,5-3 7 0,1-2-2 0,4-1 2 16,1-6 4-16,5-5-2 0,-4-5-16 16,-1-5-45-16,-2-4-66 0,5-3-84 0,2-4-107 15,11-6-117-15,-3-3-154 0,-3-4-189 16,1 0 77-16,-6-1-553 0,-5 7-717 0</inkml:trace>
  <inkml:trace contextRef="#ctx0" brushRef="#br0" timeOffset="80198.47">24635 14972 3847 0,'0'10'153'0,"0"-10"0"0,2 6 25 0,-2-6 39 0,0 0 37 16,3 5 27-16,-3-5-20 0,0 0-24 16,0 0-22-16,22-16-19 0,-9 6-16 0,-1-3-18 15,2-1-11-15,5-10-16 0,-2 1-17 16,-2 0-9-16,1-2-12 0,-7 5-10 0,-2-1-10 15,2 3-5-15,-6-3-10 0,1 6-6 16,-2-3-4-16,-2 5-9 0,2 2 7 16,-4 1-17-16,2 1-4 0,0 9-9 15,-6-10-3-15,6 10-2 0,0 0-4 16,0 0-2-16,-24 15 1 0,14-2-2 0,5 2-5 16,-2 5 0-16,4 1 5 0,3-1-6 15,1 1 11-15,-1-2-14 0,6 5-2 0,0-3 5 16,2-2-1-16,1-1 1 0,3-4 2 15,1-3-1-15,3-3 0 0,-3-5 6 0,0-3-2 16,4-5-3-16,4-3 4 0,3-8 3 16,-1-3-5-16,2-2-3 0,-5 0-3 15,-4-4 0-15,-3 5-3 0,-4 0 11 16,-4-1-12-16,3 0 4 0,-4 2 1 0,2 5 1 16,-2-1-1-16,-3 3 4 0,1 2-11 15,0 3-5-15,0-1 1 0,-2 8-4 0,0 0 2 16,0 0 1-16,0 0-4 0,0 0 7 15,4 30 0-15,-4-14-5 0,1-1 5 16,1 4 0-16,2-1 0 0,1-2-4 0,-2 1 0 16,5-1-3-16,-5-1-14 0,7-3 1 15,2 0-3-15,-1-3-13 0,1-5-19 0,-1-1-12 16,4-6-13-16,4-4-13 0,6-7-15 16,0-5-14-16,-1-5-5 0,5-7-4 15,-5-7 3-15,0-5 2 0,-5-9 4 16,-2-3 5-16,-3-8 6 0,-3-7 0 0,-4-8-5 15,-3-26 9-15,-4 0 10 0,-4-1 5 16,-3 2 13-16,-4 11 13 0,0 25 30 0,-2 8 29 16,1 10 20-16,-1 14 8 0,1 6 7 15,-2 12 2-15,1 5 11 0,3 11 16 16,-3 8 16-16,-9 15 12 0,4 22 5 0,0 20 1 16,-1 34 2-16,2 19-8 0,3 15-9 15,2 13-8-15,-1 61 23 0,6 10 64 0,12 1 9 16,6-9-16-16,-2-53-17 15,14-11-16-15,0-11-8 0,2-11-8 0,3-9-8 0,-1-12-11 16,-4-17-7-16,-7-28-30 16,-4-9-17-16,-2-14 8 0,0-11-4 0,-6-12-30 0,-1-10-22 15,-3 0-11-15,0 0-3 16,4-42 1-16,-4 1-13 0,-6-22-12 0,5-9 1 16,-5-34-3-16,-2-5-7 0,0-7-1 15,3-6 4-15,-4 1 12 0,2 8 5 0,0 1 8 16,3 10 10-16,0 30 20 0,4 10 22 15,0 18 13-15,-2 7-1 0,2 8-4 0,2 9-2 16,4 3-4-16,-3 4-5 0,5 1 8 16,-2 6-1-16,4 3 1 0,1 3 1 0,1 2 6 15,1 3 0-15,1 3 5 0,0 8 3 16,6 7-4-16,-4 3 3 0,4 2-3 16,-6 1-1-16,0 0 8 0,-4-3-10 15,-3 5-1-15,-1-8 9 0,0 0 4 16,-4-3 8-16,-4 0-8 0,-2-1-1 0,1 0 3 15,-6 0-6-15,0 0-12 0,-4-3-29 16,-1-3-35-16,5-3-49 0,-7-1-56 0,5-5-73 16,2-4-94-16,-7-5-83 0,3-8-96 15,-1-13-145-15,3-8-47 0,4-18 69 0,9-16-390 16,2-29-492-16</inkml:trace>
  <inkml:trace contextRef="#ctx0" brushRef="#br0" timeOffset="80582.09">25633 13520 3032 0,'4'-32'100'0,"0"3"56"0,-2 5 39 16,0 1 39-16,-1 4 39 0,1 3-23 16,0 4-33-16,2 7-2 0,-4 5 33 0,0 0 18 15,21 50 6-15,-8 6-7 0,-1 15-12 16,3 23-19-16,-4 11-17 0,1-1-18 0,-5-1-23 16,1 4-14-16,0-5-20 0,-1-4-12 15,-1-20-12-15,-1-3-15 0,1-7-15 0,0-2-35 16,-4-12-32-16,0-11-38 0,0-6-32 15,-2-12-25-15,2-4-12 0,0-2-16 0,-2-7-17 16,2-6-39-16,-1-2-55 0,-1-4-34 16,0 0-31-16,13-16-12 0,-1-4-2 15,-1-13 5-15,7-14 29 0,-3-6 26 16,2 1 30-16,-2 2 51 0,-3 12 60 0,-1 6 56 16,-2 9 43-16,-2 5 24 0,-2 4 21 15,-3 3 16-15,4 7 69 0,-1 4 22 16,-5 0 17-16,12 20 0 0,-6 1-10 0,-1 13-13 15,-1 3-19-15,0 4-14 0,0 0-8 16,-3 0-15-16,-1-1-18 0,3 0-48 0,1-1-48 16,0-1-49-16,-3-7-68 0,1-9-101 15,-2-5-81-15,4 3-63 0,-2-12-81 0,1-2-174 16,-1-6-22-16,-2 0 67 0,0 0-322 16,22-25-392-16</inkml:trace>
  <inkml:trace contextRef="#ctx0" brushRef="#br0" timeOffset="80731.95">26176 14107 2798 0,'-4'-27'167'16,"0"6"36"-16,3 8 24 0,-3 1 12 16,2 4-7-16,2-2-20 0,-4 4-26 0,4 6-23 15,-2-11-43-15,2 11-53 0,0 0-77 16,0 0-114-16,0 0-142 0,0 0-166 0,0 0-203 16,10 22 61-16,-7-10-301 0,1 5-359 15</inkml:trace>
  <inkml:trace contextRef="#ctx0" brushRef="#br0" timeOffset="81231.66">26563 14200 2812 0,'0'0'207'0,"0"0"0"16,0 0 18-16,-42 14 25 0,30-7 16 16,-1 3 3-16,1 2-2 0,1 7-44 0,0 8-25 15,6 0-16-15,0-3-10 0,1 1-26 16,8 1-17-16,1 8-13 0,4-2-17 0,0-4-24 15,0-5-38-15,3-5-23 16,-1-3-18-16,1-1-11 0,-2-3-11 0,1-2 1 16,-1-4 0-16,1-1 2 0,-2-1 5 15,1-3 1-15,-10 0 0 0,19-4 5 16,-7 1-2-16,-3-1 7 0,0-2 4 0,0 4 6 16,-4-2 9-16,-5 4 0 0,13-3-2 15,-13 3 1-15,9-3 3 0,-9 3 14 0,0 0 0 16,20 6 5-16,-15-2-1 0,4 0-9 15,-6 4 7-15,3-1 7 0,-4-3 11 0,1 4 12 16,-3-8 10-16,-1 15 7 0,-1-7 2 16,-6-1-4-16,2 0-3 0,-3 0-6 15,-4 0-11-15,-1-2-4 0,-1-3-2 16,-1-1-10-16,16-1-22 0,-28-7-17 0,11-4-15 16,0-13-19-16,2-3 1 0,5-7 4 15,2 2-3-15,5 4 4 0,3 4 1 0,0 5 0 16,1 3 3-16,3 0 1 0,0 6 3 15,-1 0 0-15,6 4 2 0,-2 1 2 16,2 4 2-16,-9 1 1 0,22 0-11 0,-8 3-16 16,4 0-19-16,3 4-24 15,13-1-40-15,-3-1-38 0,9-2-46 0,4-3-3 0,-1-2-21 16,15-6-42-16,-7-4-53 0,-3-5-94 16,-9-8-111-16,-2 2-83 0,-6-10 43 0,-4-4-270 15,-5-5-327-15</inkml:trace>
  <inkml:trace contextRef="#ctx0" brushRef="#br0" timeOffset="81467.62">27223 13687 2179 0,'-8'-80'-63'0,"2"10"29"0,-2-8 40 0,-5-16 46 0,-1 0 46 16,3 24 57-16,-3 12 59 0,3 6 46 0,4 19 18 15,2 6-17-15,-2 7-32 0,1 11-16 16,5 11 32-16,1-2-7 0,-8 48 3 0,6 10-8 16,2 18-6-16,2 30 0 0,4 6-14 15,-1 7-16-15,6 4-12 0,0 0-20 16,0-4-20-16,-1-2-11 0,-1-4-16 0,0-8-4 15,3-8-25-15,-6-24-45 0,-2-8-49 0,-3-9-56 16,3-15-56-16,0-7-46 16,-2-7-26-16,-1-13-61 0,-1-6-62 0,0-6-36 15,0-2-22-15,0 0-17 0,-3-31-16 0,1-3-30 16,-4-9-47-16,-1-16-15 0,-3-4-406 16,-1 0-384-16</inkml:trace>
  <inkml:trace contextRef="#ctx0" brushRef="#br0" timeOffset="81599.87">27119 14156 2395 0,'-13'-20'-1'0,"2"6"40"16,1 5 33-16,1 3 41 0,1 0 51 0,3 3 31 15,5 3 21-15,0 0 13 0,-16 0-1 16,16 0-4-16,0 0-13 0,0 0-17 0,0 0-16 16,0 0-19-16,7 19-17 0,4-14-10 15,-2 0-56-15,4-3-94 0,4 1-132 16,3-3-147-16,0 0-130 0,16-3-230 16,3-6 58-16,-1 2 67 0,0 1-246 0,-1-3-266 15</inkml:trace>
  <inkml:trace contextRef="#ctx0" brushRef="#br0" timeOffset="81948.02">27504 14030 2643 0,'-21'3'352'16,"4"-2"-16"-16,7-1-17 0,1 2-33 0,9-2-30 16,-11 2-20-16,11-2-24 0,0 0-17 15,0 0-20-15,18 8-15 0,-2-8-18 16,4 0-12-16,2 0-14 0,-1 0-11 15,6-4-13-15,-2 0-18 0,-3-4-11 0,-1 4-5 16,-2-4-9-16,-6 2-3 0,1-1-7 16,-3-1-4-16,-5-2-7 0,-1 2-7 0,-5 1-6 15,0 3-1-15,0 4-4 0,-11-6 2 16,11 6-3-16,-30 13 1 0,-1 7 1 0,-6 9 11 16,-1 4 19-16,1 3 14 0,4 0 5 15,8 0 18-15,11-4-23 0,-2 2 0 16,8 1-8-16,8-8 0 0,2 0-9 0,6 8 0 15,4-4-14-15,4-2 9 0,4-2-5 16,-1-3-40-16,1-2-57 0,5-1-69 16,0-4-95-16,2 0-120 0,-6-5-162 15,12 1-197-15,5-1-31 0,1-5 72 0,9 1-494 16,-2-4-630-16</inkml:trace>
  <inkml:trace contextRef="#ctx0" brushRef="#br0" timeOffset="82864.62">28396 14141 3699 0,'-11'1'240'0,"1"1"-25"0,5 0-24 16,5-2-15-16,0 0-2 0,0 0-12 0,0 0-11 15,20 10-17-15,0-10-11 0,3 0-12 16,5-2-14-16,10-1-8 0,0-2-9 15,-4 0-8-15,-3 0-7 0,-6-1-3 0,-4-1-2 16,-4 1-11-16,-3-2 0 0,-3-1-3 16,-4 0-8-16,-1 0 0 0,-6-2-6 0,-1-1-2 15,-4 0-5-15,-6 1-2 0,-2 1-6 16,-6 0 0-16,-5 6-15 0,-1 2-2 0,-3 6 2 16,-10 4-4-16,0 3 1 15,-6 7 2-15,10 0 5 0,3 1 0 0,6 0 1 16,5 1 4-16,4 2-6 0,7-1 3 15,7-4 1-15,4-2-2 0,2 0 1 0,8 3 0 16,2-5 1-16,11 3-4 0,6-5 0 16,-4-7-1-16,-2-2 4 0,0-4 0 0,0-1 0 15,9-5-2-15,-1-2-2 0,-5 0 1 16,-3 1-2-16,-3-1 5 0,-4 2-6 0,0-1 2 16,-4 1 2-16,-1 4-4 0,-4-4 1 15,1 3 2-15,-3 1-8 0,1 3-1 0,-8 1 0 16,15 0 7-16,-15 0 9 0,19 8 7 15,-10-3-3-15,3 4 17 0,-3 1-1 16,7 2 3-16,-1 1 1 0,1 0-2 0,-4-1-8 16,2-4 0-16,-3 1 0 0,0-1-4 15,2 0 7-15,-6-4 6 0,0 2 4 16,1-2 12-16,-2-2-8 0,-6-2 0 0,0 0-7 16,27-9-3-16,-16 0-3 0,2-2 4 15,1-1-12-15,-3 2-4 0,1 0 11 0,-3 1-7 16,-1 3-5-16,-1-2 5 0,-1 4 4 15,0-2 8-15,0 3-15 0,-6 3-9 16,7-7-2-16,-7 7-2 0,0 0 1 0,9 0 6 16,-9 0-7-16,0 0 5 0,14 8-3 15,-8-4 2-15,-1 1-12 0,2 0-4 0,-2 1-34 16,2-2-26-16,1 1-24 16,-3-1-23-16,4 0-30 0,0 0-30 0,2-2-32 0,-3-2-34 15,-8 0-30-15,23-2-14 16,-10-6-15-16,0-1 0 0,10-9 9 0,-1-5 18 15,-2-4 29-15,1-14 26 0,1-9 24 16,-2-2 20-16,-3-12 18 0,8-22 20 0,-2-12 14 16,-2-5 15-16,-4-8 9 0,4-7 12 15,-2-6 11-15,-1 1 5 0,-4 1 17 0,4 10 47 16,-7 17 67-16,-7 33 85 16,-4 17 27-16,0 7-6 0,-4 14-12 0,-2 12 16 15,-1 12 24-15,7 0 18 0,-21 38-3 16,12 12 17-16,-2 19 6 0,8 28 7 0,3 14 14 15,0 7-21-15,5 2-19 0,9-2-20 16,-8 0-16-16,-3-7-17 0,5-3-11 16,0-8-16-16,-2-22-18 0,-5-6-7 0,-1-1-12 15,4-7-16-15,-2-8-45 0,0-15-65 16,-2-10-60-16,2-8-54 0,0-3-66 0,-4-7-89 16,0-4-92-16,0-4-64 0,2-5-46 15,0 0-32-15,0 0-22 0,-30-33 29 16,17 8-636-16</inkml:trace>
  <inkml:trace contextRef="#ctx0" brushRef="#br0" timeOffset="83000">29484 14206 2961 0,'-15'-24'-32'0,"-2"-2"103"0,4 7 88 0,1 2 72 0,3 6 65 0,1 0 53 0,3 2 40 16,-2 0 19-16,2 3 7 0,-1-3-12 0,2 3-38 15,4 6-33-15,-7-12-36 0,7 12-32 16,2-9-26-16,2 1-27 0,5 0-85 16,1 2-162-16,7-2-195 0,2 0-234 0,11-5-329 15,3-2-54-15,-1 3 96 0,0 2-730 16,6 6-928-16</inkml:trace>
  <inkml:trace contextRef="#ctx0" brushRef="#br0" timeOffset="83481.7">29909 14241 4669 0,'-30'2'320'15,"5"0"2"-15,6-2-8 0,3 0-21 16,5 0-36-16,11 0-26 0,-13-2-34 0,13 2-47 15,0 0-54-15,4-12-52 0,9 4-77 16,3-3-43-16,0-1-30 0,9-6-9 16,-2-1 10-16,0-3 8 0,-6-4 15 0,-4-1 6 15,-3-4 7-15,-2-4 10 0,-7 0 5 16,-2-6 12-16,-5 1 13 0,1 0 25 0,-7 1 28 16,2 5 35-16,-1 3 37 15,-1 5 18-15,3 6 12 0,0 5-1 0,-1 3 0 16,-2 7 5-16,1 2 0 0,-1 3 5 15,12 0 0-15,-23 3-12 0,14 0-12 0,2 3-8 16,1-2-8-16,6-4-8 0,-8 7-8 16,8-7-3-16,0 0-8 0,16 12-4 0,0-12-3 15,9-2-8-15,16-8-1 0,2 3-6 16,9-6-18-16,-11 4-28 0,2 4 0 16,-9-3 0-16,-7 8 0 0,-5 2 0 0,-1 4 0 15,-1 5 0-15,-2 12 0 0,-2 7 0 16,-7 7 0-16,-3 1 0 0,-4 7 0 0,-2 1 0 15,-2 0 0-15,0 1 0 0,-2 7 0 16,0-7 0-16,3-4 0 0,-1 0 0 16,4-4 0-16,-2-3 0 0,1-4 0 15,3-6 0-15,0-3 0 0,1 0 0 0,2-5 0 16,4-2-430-16,2-8-221 0,-1-4-98 16,5-6-131-16,4-5 69 0,9-13-777 0,4-11-1030 15</inkml:trace>
  <inkml:trace contextRef="#ctx0" brushRef="#br0" timeOffset="83665.32">30798 13580 4086 0,'16'-46'-105'0,"-5"12"106"0,-4 10 82 0,-3 7 53 0,-1 5 36 16,-3 4 25-16,2 6 60 0,-2 2 63 15,0 0 31-15,-17 45 8 0,-2 2-5 16,-4 7-18-16,-2 9-31 0,-5 24-28 0,3 5-30 0,-4-1-23 16,11-3-20-16,-3-1-22 15,2-1-23-15,4-20-113 0,1 0-46 0,5-4 0 16,-1-8 0-16,-1-4-80 0,6-13-160 15,0-2-84-15,0-12-80 0,2-4-109 0,-1-7-154 16,-1 1-175-16,-4-11 74 0,6-2-713 16,5 0-927-16</inkml:trace>
  <inkml:trace contextRef="#ctx0" brushRef="#br0" timeOffset="83831.11">30386 13837 4496 0,'2'-10'206'0,"-2"3"17"0,1 0-6 0,-1 7-21 15,2-8-19-15,-2 8-14 0,9-7-22 16,4 3-10-16,-1 1-8 0,6 3-44 16,0 0-77-16,6 3-79 0,-1 3-87 0,0-1-93 15,-3 7-86-15,5 3-62 0,-4 4-91 16,2 6-61-16,2 3-21 0,8 7-537 0,3 1-583 16</inkml:trace>
  <inkml:trace contextRef="#ctx0" brushRef="#br0" timeOffset="84081.21">31571 14235 3641 0,'-65'10'459'0,"-37"15"36"16,-16 5 26-16,-15 8 16 0,-46 18 32 0,-6 7-18 15,-3 5-24-15,-4 0-40 0,5 4-83 16,12-1-404-16,15-3 0 0,42-14 0 0,10 0 0 15,11-4 0-15,13 1 0 0,9-1 0 16,3-1 0-16,24-10 0 0,7 2 0 0,3-3 0 16,9 2 0-16,-1 1 0 15,7-6-457-15,4-8-349 0,0 0-143 0,-2-7 88 16,4-7-880-16,-2-5-1172 0</inkml:trace>
  <inkml:trace contextRef="#ctx0" brushRef="#br0" timeOffset="141988.04">4667 8410 2023 0,'0'0'463'0,"-2"-8"-44"0,2 8-33 16,-4-12-23-16,4 12-12 0,-3-9-9 15,3 9 2-15,-3-12-24 0,3 7 25 0,0 5 3 16,0 0-7-16,-4-10-16 0,4 10-29 16,0 0-17-16,0 0 16 0,0 0-9 15,18 25-18-15,-4 3-20 0,6 13-99 0,5 2-149 16,0 3 0-16,1 1 0 0,-2-3 0 16,1 1 0-16,0-6 0 0,-3 2 0 0,-2-3 0 15,-2-7 0-15,-6-4 0 0,0-2 0 16,-2-3 0-16,-3-9 0 0,0-1 0 0,-2-3 0 15,-1-3 0-15,0 2 0 0,-3-5 0 16,-1-3 0-16,0 0 0 0,0 0 0 0,0 0 0 16,0 0 0-16,-25-24-378 0,12 8-85 15,-4-5 0-15,-3-2 29 0,2 0 55 16,-1 5 42-16,0 4 47 0,3 3 56 0,-3 1 57 16,4 4 55-16,-2 0 49 15,0 1 61-15,0 3 44 0,-2 1 47 0,3-1 42 16,3 4 41-16,13-2 38 0,-28 1 36 15,16 3 19-15,3-3 6 0,9-1-7 0,-18 4-14 16,18-4-19-16,-11 4-12 0,11-4-7 16,0 0-1-16,0 0 0 0,0 0-10 0,0 0-9 15,27-18-67-15,-1-1-115 0,7-8 0 16,3-2 0-16,5-3 0 0,0-1 0 0,1 0 0 16,-2 3 0-16,-4 1 0 0,-9 12 0 15,-3-3 0-15,-3 8 0 0,-5 5 0 16,-3 2 0-16,3 5 0 0,-2 3 0 15,4 6 0-15,1 5 0 0,2 6 0 0,0 4 0 16,-1 4 0-16,-2-1 0 0,3-1 0 16,-1-2 0-16,-2 0 0 0,0-1 0 15,0-8 0-15,-2-1 0 0,0-4 0 0,-5-3 0 16,7-2 0-16,-2-5 0 0,2-4 0 16,5-3 0-16,4-6 0 0,0-4 0 0,-3-6 0 15,-1-2 0-15,-4-2 0 0,-4-1 0 16,-5-1 0-16,-4 4 0 0,-6 2 0 0,-6-8 0 15,-8 0 0-15,0 0 0 16,-13-8 0-16,-4 10 0 0,3 6 0 0,-1 3 0 16,1 1 0-16,-3 6 0 0,4 7 0 0,4 6 0 15,3 2 0-15,-3 5 0 0,-8 5 0 16,4 2 0-16,2 3 0 0,5 3 0 16,-1-1-31-16,5-2-549 0,5 0-135 0,0-3-204 15,5-1 79-15,4-4 85 0,2 1-725 16,3-4-927-16</inkml:trace>
  <inkml:trace contextRef="#ctx0" brushRef="#br0" timeOffset="142536.22">6216 8386 4608 0,'-5'4'301'0,"-2"-1"19"0,7-3 10 0,-6 5 9 0,6-5-10 16,0 0-12-16,0 0-26 0,-5 4-24 15,5-4-26-15,0 0-20 0,0 0-26 0,0 0-15 16,0 0-20-16,23 0-68 0,-23 0-92 16,0 0 0-16,17-6 0 0,-17 6 0 0,8-6 0 15,-4 4 0-15,-4 2 0 16,2-10 0-16,-4 3 0 0,-2-3 0 0,-2 3 0 15,-4-5 0-15,-3 0 0 0,-1 0 0 16,-2-3 0-16,-2 3 0 0,-1 3 0 0,0 1 0 16,2 4 0-16,0 2 0 0,2 0 0 15,-4 6 0-15,2 0 0 0,1 0 0 0,1 1 0 16,4 2 0-16,1-2 0 0,2-1 0 16,3 0 0-16,5-4 0 0,-6 6 0 0,6-6 0 15,0 0 0-15,21-14 0 0,0-3 0 16,6-1 0-16,1-3 0 0,1 2 0 0,1 2 0 15,-1 1 0-15,-4 8 0 0,-5-1 0 16,0 6 0-16,1 1 0 0,-3 0 0 0,2 4 0 16,-2 1 0-16,2 4 0 15,-3 4 0-15,7 4 0 0,-1 4 0 0,-1 0 0 16,-1 2 0-16,-6-5 0 0,-4 1 0 16,6 5 0-16,-1-5 0 0,-7 0 0 0,1-5 0 15,-3 0 0-15,1 0 0 0,0-4 0 16,-5 1 0-16,5-3 0 0,-5 0-33 15,-1-1-657-15,-2-5-232 0,0 0 32 0,0 0 95 16,0 0-858-16,18-11-1091 0</inkml:trace>
  <inkml:trace contextRef="#ctx0" brushRef="#br0" timeOffset="142903.84">6612 8138 4885 0,'0'0'98'0,"-5"6"65"0,5-6 59 0,0 7 53 16,0-7 28-16,0 0 13 0,0 0-4 16,0 0-20-16,11 9-21 0,-11-9-27 0,0 0-22 15,0 0-19-15,29-12-10 0,-22 5-36 16,0-2-122-16,4-1-35 0,-4 0 0 0,0-2 0 16,2 0 0-16,-6-1 0 15,-1 3 0-15,-2 2 0 0,-2 0 0 0,0 1 0 16,-4 1 0-16,6 6 0 0,-11-4 0 0,11 4 0 15,-23 10 0-15,8 3 0 0,-6 11 0 16,1 1 0-16,4 3 0 0,0 3 0 16,3 0 0-16,4 0 0 0,2-3 0 0,6-5 0 15,2 0 0-15,-1-2 0 0,5 1 0 16,6 5 0-16,-2-6 0 0,3-6 0 0,1-3 0 16,1-4 0-16,1-2 0 0,4-5 0 15,-2-2 0-15,6-6 0 0,8-5 0 0,-3-4 0 16,5-2 0-16,-5-6-401 0,5-4-180 15,-3-3-171-15,0-2-129 0,-1-6 91 16,-4 1-838-16,2 1-1066 0</inkml:trace>
  <inkml:trace contextRef="#ctx0" brushRef="#br0" timeOffset="143253.63">7089 7745 4408 0,'-14'1'-27'0,"1"2"68"15,3 0 40-15,1 2 45 0,2 2 35 16,-4 0 21-16,2 1 22 0,2 3 16 0,-1 1 20 16,0-2-7-16,2-1-11 0,3 3-18 15,1-1-18-15,2-1-23 0,0-1-6 0,2-2-18 16,3 2-13-16,1-3-7 0,2 1 3 16,5 0 7-16,1-2 11 0,3 2 11 15,-2 0 11-15,4 0 9 0,2 1-40 16,0 2-131-16,1-2 0 0,-2 1 0 15,-3 1 0-15,0 0 0 0,-1 1 0 0,-1 4 0 16,-3-1 0-16,-5-2 0 0,0 8 0 16,-1-5 0-16,-1 1 0 0,-5-1 0 0,0 1 0 15,-1-1 0-15,-5 2 0 0,-1 0 0 16,-4 1 0-16,-5-3 0 0,1-3 0 0,-3-2 0 16,-3-3 0-16,1-6 0 0,-5-2 0 15,-4-14 0-15,-7-13 0 0,-1 0 0 16,7-5-268-16,4 0-763 0,7 3 113 15,-1 4-1114-15,5-6-1446 0</inkml:trace>
  <inkml:trace contextRef="#ctx0" brushRef="#br0" timeOffset="143903.15">7201 6975 5989 0,'-11'-8'112'0,"2"1"57"0,-2 1 47 16,4 1 43-16,7 5 15 0,-9-1 5 15,9 1 2-15,-7 15 2 0,7 6-29 0,9 15-179 16,4 16-75-16,4 5 0 0,5 4 0 16,12 16 0-16,-2-1 0 0,0 1 0 15,-5-16 0-15,4-3 0 0,-4-1 0 16,0-4 0-16,2-3 0 0,-3-4 0 0,-2-1 0 16,-7-14 0-16,-2-2 0 0,2-2 0 15,-6-8 0-15,-5-4 0 0,1-3 0 0,0-3 0 16,-2-2 0-16,-3-1 0 0,2-4 0 15,-4-2 0-15,0 0 0 0,0 0 0 0,0 0 0 16,-18-24 0-16,4 11 0 0,-9-8 0 16,-1 2 0-16,0-1 0 0,0 3 0 0,2 5 0 15,6 3 0-15,0 1 0 0,3 4 0 16,1 0 0-16,1-2 0 0,4 6 0 0,-2-2 0 16,9 2 0-16,0 0 0 15,-7-6 0-15,7 6 0 0,0 0 0 0,9-11 0 16,1 1 0-16,5-6 0 0,6-7 0 15,2 4 0-15,-1-6 0 0,3 1 0 0,0 1 0 16,0 2 0-16,2 1 0 0,-2 5 0 16,-5 5 0-16,-2 5 0 0,-1 1 0 0,-4 6 0 15,0 3 0-15,3 4 0 0,-3 4 0 16,1 4 0-16,-3 1 0 0,-2-1 0 0,0 3 0 16,-4 1 0-16,2-2 0 15,3-1 0-15,-2-1 0 0,1 0 0 0,0-5 0 16,3-2 0-16,-4-3 0 0,3-4 0 15,1 0 0-15,-1-5 0 0,0-1 0 0,5-3 0 16,0-6 0-16,8-5 0 0,-3-7 0 16,-3 1 0-16,0-4 0 0,-2 0 0 0,-5-5 0 15,-4 0 0-15,-1 6 0 0,-6 0 0 16,-2 1 0-16,-2 1 0 0,0 4 0 0,-3 2 0 16,0 6 0-16,-7 4 0 0,3 3 0 15,-5 4 0-15,1 2 0 0,-6 6 0 0,1 3 0 16,-4 7 0-16,0 1-85 0,-5 5-646 15,6 0-219-15,-2 5 76 0,5-1 95 0,2 1-844 16,9-6-1062-16</inkml:trace>
  <inkml:trace contextRef="#ctx0" brushRef="#br0" timeOffset="144371.79">8343 7603 4646 0,'-14'5'332'0,"7"-2"14"0,-1 0 9 0,8-3-5 0,0 0-22 15,-14 2-29-15,14-2-31 0,0 0-30 0,0 0-35 16,0 0-35-16,0-14-33 16,0 14-26-16,5-17-17 0,-3 9-13 0,0-1-4 15,-2-1-8-15,-4 0-1 0,-1-5-31 16,-2 3-35-16,-4-2 0 0,-3-3 0 0,-6-2 0 15,-2 1 0-15,1 5 0 0,6 2 0 16,0 2 0-16,-2 3 0 0,5 2 0 0,-1 3 0 16,-1 1 0-16,14 0 0 0,-20 1 0 15,20-1 0-15,-18 4 0 0,18-4 0 0,0 0 0 16,0 0 0-16,0 0 0 0,4-14 0 16,10 3 0-16,9-8 0 0,1-1 0 0,6 1 0 15,-1 2 0-15,3 2 0 16,-3 3 0-16,-2 7 0 0,-4 1 0 0,-4 3 0 0,0 1 0 15,2 5 0-15,0 4 0 16,-2-1 0-16,0 1 0 0,6 8 0 0,-3-2 0 16,0-1 0-16,-5-2 0 0,-4 0 0 15,3 1 0-15,-5-4 0 0,0 1 0 0,1 0 0 16,-1-2 0-16,-2-1 0 0,1-2 0 16,-2-1 0-16,-3-3-103 0,-5-1-931 0,22-5 100 15,-8-3 96-15,-2-2-958 0,-1-3-1226 16</inkml:trace>
  <inkml:trace contextRef="#ctx0" brushRef="#br0" timeOffset="144753.04">8865 7122 5035 0,'0'0'132'0,"-11"6"86"0,7-2 70 0,-3 0 43 0,7-4 39 15,0 0 30-15,-3 13 23 0,3-13-19 0,2 4-31 16,-2-4-156-16,0 0-217 0,0 0 0 15,26-4 0-15,-14-4 0 0,1-1 0 0,-2 1 0 16,1-4 0-16,-4 0 0 0,1-2 0 16,-1 2 0-16,-2 2 0 0,-2-5 0 15,-4 3 0-15,-2 0 0 0,-4-2 0 0,-2 2 0 16,-3 2 0-16,-2 3 0 0,-1 4 0 0,-5 8 0 16,-3 3 0-16,-19 13 0 0,3 11 0 15,6 4 0-15,-1 5 0 0,6 2 0 16,6 3 0-16,8-1 0 0,4-5 0 0,7-3 0 15,4 0 0-15,4-4 0 0,3-4 0 16,8-6 0-16,4-3 0 0,0-7 0 0,0-5 0 16,2-4 0-16,-1-4 0 0,3-2 0 15,6-6 0-15,-2 0 0 0,-1-5 0 0,-5 2 0 16,-6-1 0-16,1 2 0 0,-7 2 0 16,1 0 0-16,-5 3 0 0,2 0 0 0,-5 4 0 15,-4 1 0-15,0 0 0 16,0 0-997-16,0 15 54 0,-6-1-1183 0,-5 1-1535 15</inkml:trace>
  <inkml:trace contextRef="#ctx0" brushRef="#br0" timeOffset="145668.66">5798 9515 3607 0,'-9'-14'585'16,"4"5"-95"-16,0 1-82 0,1 0-49 16,-1 6-38-16,5 2-22 0,0 0-3 0,0 0-27 15,5 37 2-15,7-1-11 0,7 9-16 16,6 2-21-16,3 1-25 0,-1 1-19 15,4-3-13-15,-3 4-150 0,1-4-16 0,-4-3 0 16,-3-4 0-16,-4-10 0 0,-5-2 0 16,-1-5 0-16,-5-5 0 0,0-5 0 15,-1-2 0-15,0-1 0 0,-2 1 0 0,0-3 0 16,-4-7 0-16,0 5 0 0,0-5 0 16,0 0 0-16,0 0 0 0,-14-33 0 15,8 11 0-15,1 0 0 0,1-2 0 0,2 2 0 16,4-1 0-16,0 4 0 0,2 2 0 15,1-2 0-15,5 5 0 0,-2 2 0 0,3 4 0 16,5 1 0-16,-2 2 0 16,2 1 0-16,-1 6 0 0,-1 0 0 0,0 3 0 15,2 4 0-15,-3 2 0 0,1 3 0 0,-3 1 0 16,-4 5 0-16,-3 1 0 0,0-3 0 16,-4 2 0-16,0 0 0 0,-2-2 0 15,-2 5 0-15,1-6 0 0,-5-3 0 0,1 4 0 16,-1-5 0-16,-2-3 0 0,1-4 0 15,-1-2 0-15,-1-4 0 0,-2-7-166 0,-5-5-601 16,-1-10-123-16,6-2 5 0,4-2 95 16,5 4-806-16,6-5-1037 0</inkml:trace>
  <inkml:trace contextRef="#ctx0" brushRef="#br0" timeOffset="146018.59">6385 9636 4214 0,'14'-5'-34'0,"-5"1"100"16,0 3 68-16,-9 1 60 0,20 3 50 0,-20-3 66 15,17 4 15-15,-5-1 21 0,-5 2 17 16,3 0 9-16,-1 5-10 0,-3-2 6 0,-1 2-9 16,-1-2-19-16,-2 3-112 0,1 3-228 15,-3-1 0-15,-3 3 0 0,-1 1 0 0,2-1 0 16,-3-1 0-16,-1 0 0 0,-1-1 0 16,0-4 0-16,-2-1 0 0,2-4 0 0,-1-5 0 15,8 0 0-15,-19-16 0 0,10-1 0 16,0-3 0-16,2-3 0 0,5 5 0 0,0-1 0 15,2 0 0-15,4 1 0 16,3-1 0-16,2 2 0 0,2 5 0 0,5 2 0 16,-2 3 0-16,2 0 0 0,3 2 0 15,-2 2 0-15,3 2 0 0,-2-1 0 0,-2 0 0 16,-2 2 0-16,-1 0 0 0,1-2-80 16,-1 4-88-16,-13-2-34 0,21 0-35 0,-10 0-38 15,0-2-47-15,-2-1-54 0,0 1-47 16,1-3-48-16,-4-2-59 0,-1 0-52 0,1-3 7 15,-4 0 57-15,1-2-649 0</inkml:trace>
  <inkml:trace contextRef="#ctx0" brushRef="#br0" timeOffset="146186.07">6717 9490 2981 0,'-4'-16'-37'0,"-1"2"93"0,-1 1 80 16,0 6 55-16,0-1 34 0,2 4 23 15,4 4 5-15,-7-6 12 0,7 6 6 16,0 0 13-16,-9 16-3 0,7-7-20 16,2 5-23-16,4 1-24 0,-3 3-18 0,3-1-20 15,3 2-17-15,1-2-15 0,2-2-17 16,-3-2-7-16,1-2-12 0,4 0-16 15,-1-2-40-15,-2-5-40 0,3-2-51 0,1 0-62 16,-1-2-64-16,1-4-87 0,2-4-106 16,2-4-95-16,-6-3-83 0,9-8-73 0,-4-2-59 15,-7-3 38-15,-2-4-473 0,-3-4-572 16</inkml:trace>
  <inkml:trace contextRef="#ctx0" brushRef="#br0" timeOffset="146368.51">6799 9007 2844 0,'-18'-33'10'0,"2"8"81"0,-2 3 59 0,5 4 56 16,4 7 41-16,-1 2 21 0,1 0 5 15,1 3 6-15,0 4 4 0,8 2 12 0,0 0 5 16,-13 17 1-16,13-3-16 0,2 10-22 16,7 12-24-16,7 11-25 0,5 3-22 0,1 1-23 15,5 3-27-15,4 0-53 0,-3 0-65 16,5-3-74-16,-3-2-66 0,6 0-75 16,-4-8-106-16,-3 0-118 0,0-5-74 0,-3-1-89 15,-2-10-142-15,-3-4 53 0,-3-1-571 16,-2-10-701-16</inkml:trace>
  <inkml:trace contextRef="#ctx0" brushRef="#br0" timeOffset="146535.87">7025 9209 3360 0,'-9'-8'34'16,"4"-1"61"-16,-1 3 39 0,2 2 45 16,4 4 38-16,0 0 23 0,0-8 4 0,0 8-10 15,0 0-20-15,10-7-23 0,-10 7-17 16,14-10-36-16,-3 8-64 0,-4-2-79 15,0-2-107-15,3 1-122 0,0 1-139 0,-1-4-149 16,-2 8-142-16,-7 0 66 0,0 0-429 16,20 8-502-16</inkml:trace>
  <inkml:trace contextRef="#ctx0" brushRef="#br0" timeOffset="146718.59">7104 9362 3007 0,'2'6'203'0,"0"-1"78"16,-2-5 52-16,5 14 51 0,2-7 13 15,0 0-1-15,2 2-18 0,2-1-36 0,1 0-34 16,3-2-33-16,-1 2-35 0,3-5-62 16,-4 3-83-16,2 0-103 0,-1-4-87 0,3 1-107 15,-2-2-138-15,0-1-151 0,6-1-171 16,-1-2-74-16,2-3 83 0,1-2-582 16,0 5-696-16</inkml:trace>
  <inkml:trace contextRef="#ctx0" brushRef="#br0" timeOffset="149368.54">7748 8562 3847 0,'-19'-19'233'0,"5"4"16"0,3 3 19 0,1 2 0 16,3 3 1-16,-1 1-12 16,5 0-2-16,3 6 43 0,0 0 19 0,13 27-8 0,6 2-25 15,8 12-26-15,3 5-27 16,6 0-18-16,0 4-26 0,0-3-18 0,1 2-21 15,-1-2-28-15,-3-1-109 0,-5-2-11 16,-3-6 0-16,-8-8 0 0,-1-4 0 0,-3-4 0 16,-6-4 0-16,0-5 0 0,-4 1 0 15,-1-2 0-15,-4 0 0 0,0 1 0 0,-4-3 0 16,-2-1 0-16,-1 1 0 0,-3 0 0 16,-1-3 0-16,-4-3 0 0,-4-2 0 15,0-4 0-15,-4-2-49 0,-7-7-5 0,0-1-12 16,1-3 21-16,8-3 9 0,5-1 5 15,5 2 6-15,8 0-2 0,5 0 1 0,5-2 2 16,15-10 4-16,7-7-11 0,5 0-47 16,6-3-58-16,3 1-48 0,-2-3-30 15,-1-1-15-15,-2 1 4 0,-4-3 21 16,-3-1 19-16,-4 3 25 0,-9 7 27 0,-5 2 40 16,-4 0 42-16,-3 5 32 0,-4 5 31 15,-6-9 22-15,-5 5 18 0,-3 1 18 0,2 9 4 16,-4 4 8-16,3 7 0 0,-5 3-16 15,5 3 13-15,-4 5 14 0,-2 6 9 0,0 10 7 16,1 5 7-16,5 5-5 0,6 3-5 16,3 3-14-16,4 0-5 0,4 1-9 15,5-2-11-15,5-4 0 0,1 1-6 16,4-2-2-16,2-2-10 0,2-6 1 0,0 1-11 0,0-10 1 16,2 3-4-16,-7-6 10 15,0-5 7-15,-3 0 7 0,0 0 2 0,-3-6-4 16,0 4-3-16,-3-2-2 0,0-2-8 15,-9 0-45-15,21-3 0 0,-10-2 0 0,0 1 0 16,-2 0 0-16,-2 1 0 0,1-1 0 16,-8 4 0-16,15-5 0 0,-6 3 0 0,-3 0 0 15,-6 2 0-15,19-3 0 0,-11 3 0 16,-8 0 0-16,17-4 0 0,-9 2 0 0,-8 2 0 16,19-6 0-16,-6 0 0 15,1-3 0-15,1-3 0 0,0 0 0 0,-2 0 0 16,2 0 0-16,-1 3 0 0,-3 1 0 15,-3 1 0-15,4 2 0 0,-5 2 0 0,-7 3 0 16,17-2 0-16,-9 2 0 0,-8 0 0 16,17 5 0-16,-7-2 0 0,-1 1 0 0,3 1 0 15,-3-2 0-15,0 1 0 0,2-3 0 16,-11-1 0-16,24 0 0 0,-11 0 0 0,0-3-337 16,5 1-317-16,-2-3-177 0,-2-2-43 15,5 1 95-15,-2-3-825 0,3-1-1044 16</inkml:trace>
  <inkml:trace contextRef="#ctx0" brushRef="#br0" timeOffset="149667.79">8965 7728 4821 0,'-7'-13'143'0,"0"7"10"0,3 0 3 15,0 3 50-15,4 3 59 0,0 0 40 16,0 0 25-16,22 32 11 0,-4-3 0 16,7 12-12-16,5 11-4 0,6 21-6 0,8 3-162 15,-2 2-157-15,-2 6 0 0,4 4 0 0,-4 3 0 16,2 4 0-16,-2-3 0 0,-4-2 0 16,-1-4 0-16,-5-6 0 0,-9-12 0 15,-4-8 0-15,-1 1 0 0,-2-6 0 16,-4-5 0-16,-4-15 0 0,0-6 0 0,-3-7 0 15,-1-7-204-15,-2-5-250 0,0-4-78 16,0-6-92-16,0 0-134 0,0 0-38 0,-16-24 85 16,5-5-688-16,-1-5-850 0</inkml:trace>
  <inkml:trace contextRef="#ctx0" brushRef="#br0" timeOffset="149918.73">9189 8158 4188 0,'-4'-15'143'0,"1"3"38"0,3 3 42 0,3 1 42 15,1 1 32-15,3 0 12 0,3 3 3 16,0 1-8-16,5 3-16 0,0 2-20 0,4 1-23 16,2 3-36-16,0 4-15 0,0 0-8 15,4 9-7-15,-2 1-3 0,-7 3 0 16,0 1-128-16,-7-1-48 0,-3 0 0 0,-2-1 0 16,-4 3 0-16,-1-2 0 0,-6 1 0 15,1-1 0-15,-3-6 0 0,-3 1 0 0,-1-2 0 16,0-7 0-16,-2-1 0 0,-3-5 0 15,3-4 0-15,-4-9-318 0,-8-6-303 0,3-6-151 16,3-4-117-16,3-1 100 16,7 5-844-16,4 5-1072 0</inkml:trace>
  <inkml:trace contextRef="#ctx0" brushRef="#br0" timeOffset="150368.34">9582 8425 4620 0,'3'6'84'0,"-3"-4"55"0,0-2 44 16,6 8 43-16,-6-8 44 0,0 0 15 16,7 3-9-16,-7-3-19 0,0 0-24 0,0 0-24 15,23-11-20-15,-13 5-19 16,0 0-15-16,-3-1-16 0,2-4-13 0,-3-2-11 16,0 2-9-16,-2-1-12 0,-2-1-8 15,-6-5-4-15,2 2-5 0,-8-3-20 0,-3-8-44 16,-4-2-13-16,-5 0 0 0,2 2 0 15,-1 1 0-15,0 2 0 0,0 7 0 0,2-1 0 16,6 9 0-16,-1 0 0 0,3 6 0 16,2 1 0-16,9 2 0 0,-18 7 0 15,9-2 0-15,5 0 0 0,0 0 0 0,4-5 0 16,3 9 0-16,-3-9 0 0,12 2 0 16,-12-2 0-16,38-12 0 0,-9-4 0 0,3-1 0 15,1 3 0-15,-5-1 0 0,1-1 0 16,0 3 0-16,-4 5 0 0,-2 2 0 15,-5 4 0-15,3 0 0 0,2 6 0 16,-2 5 0-16,4 7 0 0,-4 2 0 0,-2 3 0 16,2 1 0-16,-4-1 0 0,-2 4 0 15,3-1 0-15,-6 2 0 0,-1-6 0 0,-4-3 0 16,0-2 0-16,-3-1 0 0,3-2 0 16,0-1 0-16,-1-3 0 0,-5-1-108 0,3-1-541 15,0-4-178-15,-4-2-65 0,0 0 95 16,0 0-876-16,15-15-1108 0</inkml:trace>
  <inkml:trace contextRef="#ctx0" brushRef="#br0" timeOffset="150685.64">10050 7844 4525 0,'-13'14'-16'0,"8"-5"71"16,4-1 60-16,-3 6 57 0,4 0 54 0,-4 2 45 15,4 2 18-15,0 2 7 0,4 3-5 16,1-6-11-16,2 1-19 0,-2-1-15 0,3-7-16 15,-1 1-17-15,3-3-24 0,2-2-15 16,-1-2-19-16,2-2-16 0,-1-2-59 0,-12 0-80 16,24-6 0-16,-10 0 0 15,-1 0 0-15,-2 0 0 0,3-3 0 0,-5 1 0 16,1-4 0-16,-6 3 0 0,0-2 0 0,-4 0 0 16,-2-1 0-16,-2-4 0 0,-6-5 0 15,-8-3 0-15,0-2 0 0,-1 3 0 16,0 4 0-16,2 4 0 0,0 7 0 0,3 4 0 15,-4 3 0-15,2 2 0 0,0 3 0 16,0 4-277-16,-11 9-186 0,4-2-140 16,6 2-213-16,-2 4-13 0,-1 1 81 0,4 2-767 15,5-5-961-15</inkml:trace>
  <inkml:trace contextRef="#ctx0" brushRef="#br0" timeOffset="150968.94">9993 7003 4482 0,'-8'-14'172'16,"1"3"41"-16,0 3 11 0,2 3-2 0,5 5-18 16,0 0 37-16,0 0 14 0,0 0 6 15,19 51-6-15,4-10-24 0,10 9-23 0,14 17-19 16,8 12-19-16,6 8-19 15,2 8-33-15,-4 3-49 0,-1 8-47 0,-10 0-39 0,-5-1-50 16,-9-1-35-16,-2-6-36 16,-5-2-28-16,-5-7-31 0,-8-19-31 0,-3-3-37 15,-6-3-53-15,-1-9-39 0,-2-13-34 16,-2-13-20-16,0-4-6 0,-2-11-14 0,-2-6-113 16,0-8-50-16,4 0 55 0,0 0-313 15,-8-39-337-15</inkml:trace>
  <inkml:trace contextRef="#ctx0" brushRef="#br0" timeOffset="151218.6">10494 7510 2514 0,'-1'-7'174'0,"-1"2"55"0,-3 2 46 0,5 3 40 16,0 0 32-16,0 0 19 16,0 0 6-16,19-5-10 0,-19 5-13 0,0 0-18 15,27 14-23-15,-16-7-19 0,0 3-13 16,1 5-18-16,-2-1-18 0,-4 3-15 0,2-2-21 15,-7 2-20-15,3 0-18 0,-4 0-17 16,-2 0-18-16,0-1-36 0,-5-1-63 0,3 1-32 16,-6-2-59-16,-3-3-93 0,1-1-90 15,-1 2-99-15,0-7-107 0,-1-5-112 0,2 0-121 16,-2-3-122-16,3-3 78 0,-1-2-697 16,2-4-872-16</inkml:trace>
  <inkml:trace contextRef="#ctx0" brushRef="#br0" timeOffset="151817.94">10698 7633 4077 0,'0'0'146'0,"1"6"61"0,-1-6 46 0,0 0 52 16,0 0 39-16,0 0 8 0,16 1-22 15,-16-1-29-15,18-7-32 0,-9 2-24 0,2-2-24 16,1 0-22-16,1-1-25 0,-2-1-16 15,1 1-15-15,-3 1-13 0,-1-1-14 0,-2 1-10 16,2 0-8-16,-7 0-81 0,-1 7-17 16,2-10 0-16,-2 10 0 0,0 0 0 0,0 0 0 15,0 0 0-15,-38 17 0 16,21-3 0-16,0 11 0 0,3 1 0 0,1 3 0 16,3 2 0-16,3-1 0 0,3 0 0 15,2-8 0-15,4 1 0 0,2 1 0 0,1-5 0 16,1 1 0-16,2-5 0 0,3-2 0 15,-1-4 0-15,3-2 0 0,0-2 0 0,5-5 0 16,0-3 0-16,4-2 0 0,6-7 0 16,1-2 0-16,0-1 0 0,-4 0 0 0,-2-4 0 15,-5-2 0-15,-2 2 0 16,-7 1 0-16,0-1 0 0,-2-3 0 0,-4-1 0 16,-1 0 0-16,-2-2 0 0,-3-10 0 15,-4 8 0-15,3 5 0 0,-3 0 0 0,3 4 0 16,-1 4 0-16,1 3 0 0,-1 1 0 15,0 6 0-15,-1 0 0 0,6 4 0 0,-11 2 0 16,11-2 0-16,0 0 0 0,0 0 0 16,0 0 0-16,0 0 0 0,0 0 0 0,0 0 0 15,0 0 0-15,25-13 0 0,-12 7 0 16,0 2 0-16,3 1 0 0,-1 3 0 0,0 0 0 16,0 3 0-16,3 1 0 15,-4 4 0-15,0 0 0 0,1 1 0 0,3 4 0 16,-4 1 0-16,0 0 0 0,-3 0 0 15,3 1 0-15,-5-3 0 0,1 3 0 0,-4 0 0 16,3-3 0-16,-5 1 0 0,2-1 0 16,-5-1 0-16,3 0 0 0,-4-1-6 0,2-1-1026 15,-2-3 98-15,0-6 87 0,0 0-980 16,0 0-1254-16</inkml:trace>
  <inkml:trace contextRef="#ctx0" brushRef="#br0" timeOffset="152334.18">11426 6216 5203 0,'-26'-6'68'0,"5"4"47"0,1 1 23 0,7 1 23 0,1 0 16 16,3 5 44-16,-2 7 35 0,4 9 22 16,6 18 18-16,2 7 2 0,11 19-13 0,12 19-25 15,2 2-25-15,8-2-35 0,4-1-200 16,0 0 0-16,-2-2 0 0,1 0 0 0,-3-6 0 15,-10-17 0-15,-1 1 0 0,-5-7 0 16,-1-3 0-16,-7-11 0 0,-3-1 0 0,1-3 0 16,-5-7 0-16,-1-5 0 0,-2-5 0 15,0-4 0-15,-2 2 0 0,-1-6-172 16,-3 1-116-16,-1-2-42 0,-5-4-6 16,1-4 20-16,-4-2 48 0,-5-5 73 0,-6-10 69 15,-1 0 59-15,0-6 51 0,2 0 39 16,5 3 42-16,0 2 56 0,4 2 63 0,4 4 38 15,4 3 25-15,-1 2 12 0,4 2 3 16,0 0-2-16,5 5-5 0,-2-12-39 0,6 3-216 16,4-6 0-16,5 2 0 0,8-8 0 15,1 0 0-15,3-1 0 0,2 0 0 0,0 1 0 16,3 3 0-16,-1-2 0 16,3 3 0-16,4 5 0 0,0 3 0 0,1 6 0 0,-6 1 0 15,-2 4 0-15,-4 3 0 16,4 8 0-16,0 1 0 0,-4 0 0 0,-6 1 0 15,-4-3 0-15,1 1 0 0,-5 1 0 16,-4 0 0-16,1-5 0 0,0 4 0 0,-3-3 0 16,1 0 0-16,-3 0 0 0,2-1 0 15,-3 0 0-15,0-4 0 0,0 0-980 0,-2-5 35 16,0 9 91-16,0-9-987 0,0 0-1266 16</inkml:trace>
  <inkml:trace contextRef="#ctx0" brushRef="#br0" timeOffset="152485.81">12055 6900 4736 0,'-8'-18'-11'0,"1"4"128"0,0 7 96 0,0-2 74 0,3 2 52 16,1 1 21-16,3 6 2 0,-9-7-40 15,9 7-29-15,-9-8-26 0,9 8-69 0,-5-4-96 16,5 4-118-16,-4-8-142 0,4 8-178 16,0 0-179-16,0 0-281 0,0 0-17 15,11-5 91-15,-11 5-716 0,0 0-889 0</inkml:trace>
  <inkml:trace contextRef="#ctx0" brushRef="#br0" timeOffset="153017.65">12349 7071 4263 0,'-12'12'228'15,"2"-4"51"-15,7 0 42 0,-3-1 28 0,2-3 16 16,4-4 1-16,0 10-3 0,0-10-22 15,0 0-28-15,0 0-23 0,15 2-39 0,-15-2-25 16,21-8-26-16,-8 0-164 0,5-1-36 16,-2-3 0-16,0 1 0 0,4-2 0 0,0-8 0 15,-1 2 0-15,-2-3 0 0,1-2 0 16,-6-3 0-16,0-2 0 0,-6 2 0 0,-6 2 0 16,2-3 0-16,-8-8 0 0,1 4 0 15,-5 3 0-15,0 5 0 0,-1 8 0 0,-1 8 0 16,1 6 0-16,-3 2 0 15,-2 8 0-15,-7 10 0 0,-1 6 0 0,2 3 0 16,1 3 0-16,4-1 0 0,2 2 0 16,7-8 0-16,2-2 0 0,4-4 0 0,2-3 0 15,5-2 0-15,2-5 0 0,4 0 0 16,7-4 0-16,0-3 0 0,3-1 0 0,4-3 0 16,11-6 0-16,0 0 0 0,-3 3 0 15,-5-4 0-15,-1 4 0 0,-4 3 0 0,-1 2 0 16,-4-1 0-16,3 3 0 0,-1 3 0 15,-4-1 0-15,2 4 0 0,-3 0 0 0,0 6 0 16,-2 3 0-16,-4 2 0 16,-2 2 0-16,-3 1 0 0,-4 1 0 0,-6 3 0 15,0 5 0-15,-5 1 0 0,0-2 0 16,-5-1 0-16,-1-2 0 0,0-2 0 0,-3-3 0 16,4-5 0-16,2-1 0 0,3-4 0 15,-5-3 0-15,9-5 0 0,-1-3 0 0,8 1 0 16,-9-16-198-16,9-4-644 0,5-19-74 15,5-18 50-15,4-11-960 0,4-25-1253 0</inkml:trace>
  <inkml:trace contextRef="#ctx0" brushRef="#br0" timeOffset="153251.01">12750 6356 4602 0,'4'-52'-156'0,"0"8"140"0,-2 11 86 0,-2 8 62 0,0 4 54 16,-2 6 48-16,-2 1 38 0,2 2 25 0,0 1 0 16,1 5-13-16,1 6-4 0,0 0 2 15,0 0 9-15,-20 49 14 0,16-9-5 0,3 5 13 16,1 11-95-16,3 6-218 0,6 0 0 15,0 1 0-15,2-2 0 0,5-5 0 0,-5-3 0 16,0-2 0-16,3-3 0 0,-7-9 0 16,0-6 0-16,0 1 0 0,0-2 0 0,-1-8 0 15,-2-2 0-15,-1-5 0 0,-1 2 0 16,-2-4 0-16,2-1 0 0,-2 0 0 0,0-3 0 16,-2 0 0-16,0-1-518 15,-1-3-217-15,-1-1-106 0,4-6 8 0,0 0 82 16,0 0-784-16,-6-18-979 0</inkml:trace>
  <inkml:trace contextRef="#ctx0" brushRef="#br0" timeOffset="153501.15">13179 7097 4449 0,'-15'18'220'0,"0"6"92"0,-20 8 41 15,-1 1 33-15,-3 9 39 16,-22 11 53-16,-12 2 40 0,-10 3-11 0,-8 3-24 0,-4 2-423 16,-10-2-60-16,-9 8 0 15,-39 20 0-15,1 6 0 0,-4 9 0 0,-2 3 0 16,6 9 0-16,6 2 0 0,12-6 0 16,43-30 0-16,13-9 0 0,16-5 0 0,6-12 0 15,22-16 0-15,13-16-858 0,2 1-99 16,5-9 97-16,3-3-1016 0,1-2-1300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3:23:54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14488 6191 2533 0,'9'-5'477'0,"-9"5"-49"0,0 0-75 0,0 0-27 0,0 0-19 15,0 0-24-15,0 0-10 0,0 0-5 16,0 0 14-16,0 0 3 0,0 0 1 0,-11-8-8 15,11 8-8-15,0 0-28 16,0 0-8-16,0 0-17 0,-11-4-11 0,11 4-11 16,0 0-18-16,-14-2-6 0,14 2-71 15,0 0-100-15,0 0 0 0,-18 0 0 0,18 0 0 16,-14 0 0-16,14 0 0 0,-17 2 0 16,17-2 0-16,-23 2 0 0,14-2 0 0,-7 2 0 15,16-2 0-15,-25 1 0 0,11 1 0 16,0 0 0-16,-3 1 0 0,1-3 0 0,2 5 0 15,-4-3 0-15,2 1 0 0,-4-1 0 16,4 3 0-16,-6 0 0 0,1 1 0 16,0 0 0-16,-1-1 0 0,-2 2 0 15,5-2 0-15,2 1 0 0,-2 0 0 0,2-2 0 16,2 2 0-16,-2-2 0 0,3 1 0 16,-1 2 0-16,3-2 0 0,1 1 0 0,-3-1 0 15,3-1 0-15,-2 4 0 0,1-4 0 16,3 4 0-16,-5-2 0 0,3 0 0 0,0 3 0 15,-1-1 0-15,1 1 0 0,0-1 0 16,-1 2 0-16,3-2 0 0,0 5 0 0,-4-3 0 16,4 4 0-16,2-2 0 15,0 2 0-15,-2 0 0 0,5-1 0 0,-1 3 0 0,-1-1 0 16,2-1 0-16,0 1 0 0,0 1 0 16,3-2 0-16,-1-1 0 0,0 1 0 15,0-1 0-15,2-1 0 0,0 4 0 16,2-3 0-16,0 3 0 0,0-1 0 0,-1 1 0 15,1 1 0-15,2 0 0 0,1-1 0 16,-4 3 0-16,3-4 0 0,2 5 0 0,-5-3 0 16,3 1 0-16,2-1 0 0,-4-1 0 15,-1 0 0-15,1-1 0 0,3 2 0 0,-1-3 0 16,-3-1 0-16,3-1 0 0,2 2 0 16,-3-1 0-16,3 1 0 0,0 1 0 0,2-3 0 15,-3 5 0-15,5-3 0 16,-2 0 0-16,-1-1 0 0,4 3 0 0,1-1 0 15,-2 2 0-15,1-3 0 0,1 1 0 16,-1-3 0-16,-2 1 0 0,3-1 0 0,-3-2 0 16,2 1 0-16,1 1 0 0,1 0 0 15,-1-1 0-15,-1 0 0 0,0-1 0 0,1 1 0 16,1-3 0-16,-1-1 0 0,-1 1 0 16,2-1 0-16,3 0 0 0,-1-2 0 0,1 0 0 15,-2 1 0-15,2-2 0 0,4-2 0 16,-4 2 0-16,4-1 0 0,-4-1 0 0,4 1 0 15,-4-1 0-15,4 1 0 0,-3 1 0 16,2-2 0-16,-4-1 0 0,0 2 0 0,1-2 0 16,-1 0 0-16,0-1 0 15,0 2 0-15,3-2 0 0,-2 0 0 0,6-2 0 0,-5 0 0 16,3-2 0-16,3 0 0 0,1-1 0 16,1 1 0-16,-3 0 0 0,-1-2 0 15,4-2 0-15,-2 1 0 0,-3-3 0 16,11 1 0-16,-6-1 0 0,-6 3 0 0,1-3 0 15,-2 1 0-15,1-1 0 16,6-5 0-16,-6 2 0 0,-2 1 0 0,4-6 0 16,-4 4 0-16,-1 2 0 0,-1-2 0 15,-2 2 0-15,1-2 0 0,-2 0 0 0,1-1 0 16,-2 1 0-16,-4 0 0 0,5-1 0 16,-3-2 0-16,-1 4 0 0,0-6 0 0,-1 2 0 15,3-3 0-15,-5 2 0 0,3 1 0 16,0-2 0-16,-3 0 0 0,1-1 0 0,-2 3 0 15,-1-1 0-15,-1-1 0 0,3 0 0 16,-3-1 0-16,-2-4 0 0,-2 0 0 0,0-4 0 16,-3-8 0-16,0-3 0 0,-3 0 0 15,-5-10 0-15,0-2 0 0,-4 1 0 0,-1 0 0 16,-3 3 0-16,3 0 0 0,-5 5 0 0,-1 3 0 16,-1 2 0-16,3 11 0 0,-3 0 0 15,-1 6 0-15,-7 1 0 0,-1 4 0 16,-7 5 0-16,-4 2 0 0,-5 5 0 15,-14 0 0-15,-3 6 0 0,1-2 0 0,3 7 0 16,2-6 0-16,13 1 0 0,4 4 0 16,7-2 0-16,7 0 0 0,-2 4 0 0,-1 3 0 15,11-2 0-15,-3 5 0 0,4-3-814 16,3-1-149-16,5-1 105 0,2-2-1032 0,1 1-1312 16</inkml:trace>
  <inkml:trace contextRef="#ctx0" brushRef="#br0" timeOffset="2515.83">9663 8290 4793 0,'6'-4'-187'0,"-2"1"43"16,-4 3 31-16,0 0 42 0,4-5 51 15,-4 5 48-15,0 0 36 0,0 0 39 0,0 0 25 16,0 0 12-16,0 0-5 0,-2-8-3 15,2 8-4-15,0 0-1 0,-6-6 6 0,6 6-2 16,0 0-1-16,-12-4-3 16,12 4-13-16,-9-6-7 0,9 6-12 0,-16-3-5 15,16 3-1-15,-18-2-19 0,6 2 0 16,1 0-13-16,11 0-1 0,-29 2 4 0,13 0 2 16,-2-1-3-16,0 1 4 0,-2-1 3 15,3 2 2-15,-5-2-2 0,2 2 9 16,1 1-8-16,-3 2-12 0,-2-2 1 0,1 1-6 15,2 1-1-15,2 0-3 0,-4 2-1 16,0-2-6-16,2 3 9 0,-1-3-12 0,-1 2-3 16,3 0 1-16,-3 1 5 0,3-2 3 15,1 1-7-15,1-3-1 0,1 2-1 16,5 0-2-16,-6-2-8 0,2 2-6 16,3 1 4-16,0-1 2 0,1 0-6 0,-1 0 6 15,1 1-3-15,1-1-4 0,-2 4-2 16,1-3 0-16,-1 1-3 0,1-1 4 0,1 3-5 15,0-3 0-15,-1 2 1 0,1 0 1 16,-1-2-2-16,1 1-3 0,2-1 8 0,-3 0-5 16,3 2 7-16,-2-3-5 0,0 1-7 15,2 0 4-15,-2 1-2 0,6-1-2 0,-8 1-3 16,4 0 2-16,-3 1 3 0,5-3-5 16,-1 3 1-16,-1-2 1 0,-1 3 0 15,4-3 1-15,1 1-2 0,-1-1-3 16,-2 1 0-16,4-1 0 0,-3 3 0 0,1-3 0 0,3 1 0 15,-1 1 0-15,0-1 0 16,0 1 0-16,0 0 0 0,0 1 0 0,3-1 0 16,-3 1 0-16,0 2 0 0,2 0 0 15,0-2 0-15,2 3 0 0,0-1 0 0,0 1 0 16,-1 0 0-16,1-1 0 0,0 1 0 16,1 1 0-16,-1 1 0 0,4 1 0 15,-2 0 0-15,0-1 0 0,3 1 0 16,-1-2 0-16,3 2 0 0,-2 2 0 0,2 0 0 15,5-2 0-15,0 1 0 0,0-3 0 0,2 1 0 16,5 5 0-16,-2-5 0 0,7 1 0 16,-1 1 0-16,-3-5 0 0,-1-3 0 0,5 6 0 15,-2-4 0-15,3 3 0 16,-4-4 0-16,-3-1 0 0,4 0 0 0,-3-1 0 16,-1-3 0-16,5 3 0 0,-3-1 0 15,2-2 0-15,1 0 0 0,2-2 0 0,2-1 0 16,0 1 0-16,-2-2 0 0,4-1 0 15,0-1 0-15,-2-1 0 0,-1-1 0 0,-1 2 0 16,0-4 0-16,0 1 0 0,-6-1 0 16,2 0 0-16,2-4 0 0,-3 2 0 0,2-1 0 15,-1-1 0-15,-1-3 0 16,0 1 0-16,-1 1 0 0,-1-3 0 0,0 0 0 16,0 2 0-16,0 0 0 0,1-2 0 15,-4 1 0-15,1 0 0 0,-1-1 0 0,0 0 0 16,-2 5 0-16,-1-3 0 0,-1 0 0 15,1 1 0-15,0-3 0 0,-1 1 0 0,-2 1 0 16,1 0 0-16,-1-3 0 0,1 1 0 16,-5-2 0-16,3 1 0 0,-2-1 0 0,-2-1 0 15,1-1 0-15,-3-3 0 0,-2-1 0 16,-2-4 0-16,2 0 0 0,-4-1 0 0,-1-10 0 16,-2 0 0-16,-4 0 0 0,0 0 0 15,2-1 0-15,-5 2 0 0,1 3 0 16,-1 2 0-16,0 2 0 0,-4-2 0 15,0 2 0-15,-4 5 0 0,-3-2 0 0,0 5 0 16,-3 1 0-16,-5 4 0 0,1 2 0 16,-4 5 0-16,-2 2 0 0,6 7 0 0,-4 3 0 15,-1 5 0-15,1 4 0 0,-4 10 0 16,4 4 0-16,4 3 0 0,3 0-638 0,8-4-251 16,8-8 9-16,5-4 86 0,4-5-903 15,4 0-1132-15</inkml:trace>
  <inkml:trace contextRef="#ctx0" brushRef="#br0" timeOffset="5115.64">19629 7899 4433 0,'0'0'-158'0,"0"0"42"15,0 0 37-15,0 0 44 0,-11-9 47 0,11 9 36 16,0 0 39-16,-7-5 24 0,7 5 15 15,-7-6 11-15,3 2 3 0,4 4-3 0,-10-7-2 16,4 4-1-16,2-2-5 0,-5 1-4 16,1 1 3-16,-3 0-7 0,0-1 0 0,-7 2-5 15,2 2-5-15,-8-1 2 0,1 2-5 16,-3 1 6-16,-12 2-13 0,-4 2 0 0,0 1-3 16,-2 2 2-16,0-2-1 0,0 3 16 15,-5 3-11-15,9-4-3 0,-2 3-2 16,5-2-8-16,3 2-4 0,4 0-5 0,-1-1-7 15,4 4-5-15,2 1-1 0,5-2 0 16,2-5 0-16,-2 13 1 0,3-1 1 16,-3 0-4-16,5 3-1 0,6-2-5 0,3-1-33 15,-2-1-28-15,6 3 0 0,1 1 0 16,2 1 0-16,-1 0 0 0,10 8 0 0,-4 0 0 16,3 2 0-16,1-1 0 0,2 0 0 15,2-1 0-15,4 9 0 0,-1-9 0 0,0-2 0 16,2 0 0-16,-4 0 0 15,2-2 0-15,2 0 0 0,-3 0 0 0,1 0 0 16,-2-8 0-16,6 1 0 0,-4-1 0 0,5-2 0 16,0-1 0-16,1-1 0 0,-2-7 0 15,-1 0 0-15,4-1 0 0,-1-3 0 16,2 0 0-16,0 0 0 0,-2 0 0 0,13-1 0 16,-9 3 0-16,-2-4 0 0,2 1 0 15,-2 0 0-15,0 0 0 0,-2-1 0 0,-3-1 0 16,2-3 0-16,-3 1 0 0,1-1 0 15,2-1 0-15,-1 1 0 0,3-2 0 0,1-1 0 16,0-1 0-16,0 1 0 0,-2-1 0 16,1 1 0-16,-3 0 0 0,2-1 0 15,-2 0 0-15,-2 0 0 0,-2 0 0 16,2 1 0-16,-2-3 0 0,5 2 0 0,-6-2 0 16,6-2 0-16,-1 1 0 0,-1-1 0 0,1-2 0 15,8-1 0-15,-8 3 0 0,-2-2 0 16,-2 2 0-16,2-3 0 0,-5 3 0 15,0-1 0-15,2-1 0 0,-5 2 0 0,7-3 0 16,-7 1 0-16,5 0 0 0,-5-1 0 16,4-1 0-16,-4 4 0 0,1-2 0 0,0 1 0 15,-3-1 0-15,2 0 0 0,-1-1 0 16,-3 1 0-16,5 0 0 0,-4-2 0 0,-1-1 0 16,1 2 0-16,-1-3 0 0,0 2 0 15,-2-1 0-15,1-3 0 0,-3 1 0 16,3-3 0-16,-3 1 0 0,-1 1 0 15,5-1 0-15,-5 0 0 0,1-2 0 0,-3 0 0 16,2-1 0-16,-2-2 0 0,-2-3 0 16,2 0 0-16,-3-9 0 0,-6-2 0 0,6 1 0 15,-7 1 0-15,-1 1 0 0,-1 3 0 16,-4 0 0-16,-4 1 0 0,-1 2 0 0,-6 3 0 16,1-1 0-16,-11 2 0 0,0-1 0 15,2 7 0-15,-13-4 0 0,3 6 0 0,-5-1 0 16,10 6 0-16,-8 5 0 0,1 0 0 15,-3 5 0-15,1 1 0 0,-10 3 0 0,0 5 0 16,4 0 0-16,1 4 0 0,4 0 0 16,11-2 0-16,3 2 0 0,1-2 0 15,3 0 0-15,9-1-260 0,3-4-738 0,8-1 96 16,-1-2-1149-16,2-3-1465 0</inkml:trace>
  <inkml:trace contextRef="#ctx0" brushRef="#br0" timeOffset="7782.78">6218 10065 2414 0,'0'0'228'0,"0"0"0"0,0 0-30 0,-16-4-14 15,16 4-8-15,-7-4 0 16,7 4-7-16,-13-4-1 0,6 2 8 0,0-1 10 16,1-2-1-16,-5 2-3 0,5-1-9 15,-3-1 1-15,-1 0-6 0,-2 1-6 0,1 0 1 16,0 1-9-16,-3 2-9 0,-2-2 1 15,0 3-13-15,-1-2-6 0,-2 0-16 0,-2 0-4 16,1 0-5-16,-4 2-8 0,-2 2-12 16,-3-4-12-16,2 4-6 0,0 0-9 15,1 0-2-15,-12 4-11 0,2 1-1 16,1 3-6-16,-1 4 4 0,-1 0-8 0,3 1 4 16,-2 2-14-16,-2 4 3 0,-4 1-5 15,14-3-1-15,-2 0-7 0,5 0 7 16,0-1-4-16,0-2 0 0,2 3-2 0,4-4 0 15,4-1-1-15,0-1-4 0,1 3-1 16,1 1-8-16,4 1 12 0,0-1-7 0,-3 10 6 16,1-5 1-16,2 7 1 0,5-3 4 15,-1-2-4-15,1 0-1 0,2 0 8 0,2 0-3 16,2 1 5-16,-2 2-3 0,2-2 2 16,0 0-3-16,2-1-1 0,-1-1-2 0,3 10 3 15,2-2 4-15,1-2-9 16,-3-4 6-16,5 4 5 0,1-2-1 0,-1 0-2 15,5 2 1-15,-1-1-1 0,0-1 4 16,2-1 0-16,1-1 6 0,-2-1-4 0,5 1 5 16,-3-4 0-16,0-1 5 0,4-2-1 15,-5-2 3-15,0 0 7 0,6-2 1 0,-2-1 4 16,-1-3 0-16,0-1-49 0,3-2 0 16,3-4 0-16,1-1 0 0,1-4 0 15,15-5 0-15,9-3 0 0,4-2 0 0,-3-7 0 16,7-1 0-16,-3-6 0 0,0-2 0 15,0 1 0-15,-2 0 0 0,-2-1 0 0,-3 4 0 16,-3-2 0-16,-2 2 0 16,-4 2 0-16,-8 5 0 0,-3-3 0 0,-1 1 0 0,-2 3 0 15,-1-1 0-15,-2-3 0 16,-8 5 0-16,0 1 0 0,2-6 0 0,-2 2 0 16,-7-2 0-16,5-5 0 0,-5-4 0 15,-3-4 0-15,-4-1 0 0,-2-5 0 0,-6-2 0 16,-5-13 0-16,-5-3 0 0,0-4 0 15,-13-21 0-15,-8 7 0 0,-2 2 0 0,-9 1 0 16,0 10 0-16,11 21 0 0,-10 5 0 16,-2 8 0-16,-10 11 0 0,0 7 0 0,-6 10 0 15,-8 10 0-15,-14 16 0 16,-3 10 0-16,0 6 0 0,9 5 0 0,4 5 0 16,9-1 0-16,7-1-59 0,13-11-670 15,8 1-242-15,8-3 78 0,9-10 108 0,4 0-832 16,2 2-1056-16</inkml:trace>
  <inkml:trace contextRef="#ctx0" brushRef="#br0" timeOffset="10864.47">11350 10326 4077 0,'9'-4'-190'0,"-3"2"52"0,-6 2 30 15,6-3 34-15,-6 3 42 16,0 0 40-16,9-3 37 0,-9 3 42 0,0 0 24 16,0 0 18-16,0 0 10 0,0 0 11 15,0 0 9-15,0 0 6 0,0 0 2 0,0 0-2 16,0 0 0-16,0 0-6 0,0 0-4 15,0 0-5-15,0 0-13 0,0 0-12 0,0 0-13 16,0 0-10-16,0 0-2 0,-34-3-7 16,34 3 10-16,-17 0-9 0,17 0 7 0,-23 0-9 15,8-1 0-15,-1 1-10 0,1 0-5 16,-4-1 5-16,0-1-2 0,0 2-4 0,1 0 5 16,-2 2-7-16,1-1-10 15,-6 3-18-15,3-1-21 0,-1 4 15 0,-2-3 1 16,-6 8-15-16,6-6 4 0,7 3 0 15,-4-1 6-15,3 1 1 0,1 0 3 0,-2-1-7 16,4 1 10-16,2-3-3 0,-1 3 4 16,1-2 1-16,1-2-3 0,-1 3 7 0,5-2-7 15,-2-3-5-15,1 4 5 0,0-2-9 16,-2 2-2-16,1 0-10 0,2 0 3 0,-3 1-1 16,3 1-5-16,0 1-1 0,-3 0-17 15,2 2 0-15,-1 0 0 0,1 3 0 16,1-1 0-16,0 1 0 0,-2-1 0 0,6 1 0 15,-1-3 0-15,-1 1 0 0,3 3 0 16,1-3 0-16,-4 1 0 0,3 1 0 16,3 1 0-16,-3-1 0 0,4 2 0 15,-2 1 0-15,2-1 0 0,2 1 0 0,-2-1 0 16,4 4 0-16,-3 1 0 0,5 1 0 16,1-2 0-16,-2 3 0 0,4 3 0 0,0-3 0 15,0-3 0-15,6 4 0 0,0 3 0 16,-2-5 0-16,9 1 0 0,-4-1 0 0,1 0 0 15,6-5 0-15,-2-1 0 16,1 1 0-16,1-1 0 0,2-5 0 0,-2 3 0 0,2-1 0 16,2-2 0-16,-1-1 0 15,3 2 0-15,-3-3 0 0,-1-3 0 0,7 1 0 16,2-1 0-16,0-2 0 0,2-1 0 16,1-1 0-16,-3-3 0 0,7-3 0 0,-2-2 0 15,3 0 0-15,4-9 0 0,-1-3 0 16,1 0 0-16,-3-2 0 0,-2-3 0 0,-7 4 0 15,1-4 0-15,-8 2 0 0,2-3 0 16,-5 0 0-16,-1 3 0 0,0-4 0 0,-4 4 0 16,-2-3 0-16,-1-1 0 0,-6 6 0 15,3-8 0-15,-1-1 0 0,-5 6 0 16,-1-1 0-16,-6-1 0 0,-1 0 0 0,-6-12 0 16,-3-3 0-16,-9-8 0 0,-7-2 0 15,-5 2 0-15,-7 1 0 0,-4 3 0 16,-6 5 0-16,-4 8 0 0,1 5 0 0,-8 5 0 15,0 7 0-15,1 7 0 0,7 3 0 16,1 4 0-16,0 3 0 0,-3 5 0 0,9 2 0 16,6 4 0-16,2-3 0 0,3 1 0 15,1 1-482-15,7-6-498 0,3-2 66 0,8-6 114 16,-4-2-906-16,1-3-1139 0</inkml:trace>
  <inkml:trace contextRef="#ctx0" brushRef="#br0" timeOffset="13297.31">9474 12412 4321 0,'6'-1'-125'16,"-6"1"41"-16,0 0 21 0,0 0 20 16,8-4 35-16,-8 4 39 0,0 0 40 0,0 0 32 15,0 0 18-15,0 0 8 16,0 0 3-16,0 0 1 0,2-7-1 0,-2 7 8 15,0 0 4-15,0 0 2 0,0 0-8 16,0 0-13-16,0 0-11 0,0 0-3 0,0 0-2 16,-17-8-4-16,17 8 4 0,-11-7-2 15,2 4-8-15,9 3-7 0,-15-7-3 0,6 3-3 16,-1-1 9-16,-5 0-14 0,1-2-2 16,1 0-3-16,-4 2 1 0,0-2 2 0,2 2-9 15,-2 0-10-15,-1-2-4 0,5 2 3 16,-4 0-9-16,0 0-6 0,3-1 0 0,-4 2 1 15,2 2-3-15,-1-2-5 0,0 2 4 16,-2 0-10-16,-2 1-1 0,-2-1-2 16,-2 4-1-16,2-2 3 0,-4 1-1 15,3 1-2-15,-4 0-3 0,3 2 4 16,0-2-4-16,-2 4-1 0,4-2-2 0,-1 3-5 16,5-2 2-16,-14 5-7 0,5 0 2 15,-3 2-1-15,2-2-3 0,-1 2 1 0,1 1 4 16,6-3 18-16,5-2-2 0,-9 8-1 15,8-6 1-15,-3 0 2 0,4 0-18 0,0-1-14 16,0 3 0-16,0-2 0 16,1 2 0-16,2 0 0 0,-1 3 0 0,1-2 0 0,4 3 0 15,-3-1 0-15,5 1 0 16,-3 4 0-16,3-3 0 0,-2 2 0 0,5 0 0 16,-2-1 0-16,1 3 0 0,-1-4 0 15,1 2 0-15,-1 1 0 0,2-1 0 0,0 0 0 16,3 3 0-16,-1 1 0 0,4-5 0 15,0 5 0-15,0 0 0 0,2 2 0 0,0-1 0 16,1 0 0-16,5 7 0 0,-3-5 0 16,6 3 0-16,0-2 0 0,-2 0 0 0,5 0 0 15,1 2 0-15,-2-3 0 0,4-3 0 16,2 3 0-16,-1 0 0 0,2-1 0 16,3-1 0-16,2 2 0 0,-2-2 0 0,5 1 0 15,1-2 0-15,-1-3 0 0,3 1 0 16,1-2 0-16,2-3 0 0,-4-2 0 15,2-1 0-15,-3-3 0 0,2 1 0 16,-6-5 0-16,-2 0 0 0,1-3 0 0,-3 0 0 16,3 1 0-16,-3-2 0 0,0-1 0 15,2 1 0-15,0-2 0 0,-2 2 0 0,2-4 0 16,4 0 0-16,7-3 0 0,-4 0 0 16,5-4 0-16,-3 3 0 0,2-6 0 0,-2-1 0 15,3 0 0-15,-5-3 0 0,2 0 0 16,-1-1 0-16,-2 0 0 0,-3-5 0 0,-1 1 0 15,0 3 0-15,0-3 0 0,-3-1 0 16,3 0 0-16,-3 0 0 0,1-2 0 16,-5-2 0-16,0 2 0 0,-2-2 0 15,0 3 0-15,-3-3 0 0,4-1 0 0,-5 0 0 16,-2 6 0-16,-3-1 0 0,2-7 0 16,-1 5 0-16,-4 2 0 0,-2 0 0 0,0-4 0 15,-2 1 0-15,-4-12 0 0,2 2 0 16,-6-4 0-16,-5-9 0 0,-2 1 0 0,-4-1 0 15,-2 0 0-15,-6-3 0 0,-2 3 0 16,-5 7 0-16,-2-1 0 0,-5 6 0 0,0 7 0 16,-1 7 0-16,-4 4 0 0,6 8 0 15,-4 8 0-15,3 8 0 0,-13 6 0 16,5 3 0-16,1 7 0 0,5 4 0 16,2 1 0-16,5-1 0 0,11-6 0 0,5-1 0 15,2-4-187-15,9-4-507 0,1-3-171 16,2-1-5-16,4-3 81 0,2-4-839 15,0 0-1066-15</inkml:trace>
  <inkml:trace contextRef="#ctx0" brushRef="#br0" timeOffset="16430.84">17237 10307 1221 0,'-2'-10'207'0,"-2"2"-75"16,-1 0-25-16,2-1-16 0,-6 1-16 0,-4-3 3 16,-5-1 2-16,-9-3-1 0,-1-1 5 15,-5 3 1-15,-1 1-4 0,-2 0-1 0,0 0-5 16,-3 3-6-16,1 1 4 0,-3 1 1 15,-2 3-1-15,0 3-2 0,-3 1 2 16,0 3-1-16,-11 2 4 0,-2 6 5 16,0 2-2-16,-2 4 3 0,2 2 8 0,-2 3-3 0,-4 5 1 15,-9 10 7-15,15-6 9 16,-10 12 0-16,16-5-1 0,3 1 3 0,7 5 3 16,2 2-2-16,9 3 4 0,3 1 0 15,9 8-8-15,4 4-7 0,5-1-5 0,7 6-4 16,4-2-8-16,10-1-5 0,4-3-8 15,10-3-5-15,6 0-6 0,18 8-2 0,8-6-4 16,5-6-3-16,-9-18-7 0,25 4-4 16,0-7-1-16,11-8-4 0,-15-9 0 15,3-4-3-15,2-8-6 0,2-4 1 16,0-9-1-16,3-3-4 0,10-10-2 0,-5-6-2 16,-7-5 0-16,-4-2-2 0,-5-10-1 15,-6-8-2-15,0 3 1 0,-5-4 2 16,-7-5 0-16,-4 0 0 0,-14 5-4 0,-4-2-1 15,-3-21 0-15,-10 9 1 0,-4-2 1 16,-6-4 0-16,-11-3 0 0,-10-17 1 0,-11 1-2 16,-13 9-1-16,-11 3-1 0,-13 6-5 15,-9 7 1-15,-9 12-1 0,-9 9-2 0,-8 10-2 16,-4 12 1-16,-3 13-14 0,16 12-25 16,-4 5-20-16,-12 10-25 0,3 11-23 0,11 6-39 15,4 7-48-15,10 2-44 16,10 3-54-16,14-8-80 0,8 0-128 0,7 2-127 15,9-4 69-15,12-5-310 0,3 1-355 16</inkml:trace>
  <inkml:trace contextRef="#ctx0" brushRef="#br0" timeOffset="17346.88">22186 9935 2272 0,'-25'-8'-61'0,"2"5"21"15,1 1 27-15,-5 6 18 0,-14 6 18 16,-6 7 31-16,-5 6 23 0,-1 8 27 16,2 6 22-16,-15 15 22 0,12 4 9 15,-2 8 14-15,5 7 5 0,5 5 5 0,7 5-10 16,9-3-5-16,12-12-10 0,5 3-11 16,10 1-14-16,6 0-8 0,11-2-10 0,11 15-13 15,11-6-9-15,10-6-8 0,11-6-8 16,9-7-5-16,11-4-5 0,5-10-8 0,8-3-6 15,0-10-5-15,3-6-5 0,-16-13-3 16,4-6-6-16,-7-8-2 0,-1-6-6 0,-5-9-3 16,-1-1-3-16,-5-5 0 0,-3-11-3 15,6-12-1-15,-8-7 1 0,-7-7 0 16,-8-7 1-16,-15 7 8 0,0-22 5 16,-8-8 5-16,-8-6 7 0,-7-5-3 0,-14-2-4 15,-2-1-2-15,-14-4-2 0,-9 8-3 16,-10 8-7-16,-8 10-4 0,-16 11-3 0,-9 18-5 15,-8 13-1-15,-4 16-35 0,14 16-51 16,-8 10-60-16,-18 16-80 0,-5 20-76 0,2 7-102 16,5 11-176-16,0 5-77 0,3 5 75 15,-2 5-350-15,-3 4-404 0</inkml:trace>
  <inkml:trace contextRef="#ctx0" brushRef="#br0" timeOffset="18013.62">20007 12151 2551 0,'-28'-5'-30'0,"-3"0"19"0,-10 2 17 0,-7 5 19 0,-15 4 20 0,-4 5 28 0,-1 3 33 16,-3 4 33-16,-21 11 44 15,4 5 22-15,3 11 10 0,1 5-4 0,8 8 0 16,2 4 1-16,11 1 4 15,9 0-8-15,18-9 5 0,10 3-5 0,10 1 8 0,7 4-14 16,10-2-20-16,13-2-5 0,13-2-11 16,18 9-17-16,18-6-19 0,12-9-7 0,12-7-9 15,7-11-21-15,14-11 0 0,10-6-18 16,4-8-7-16,8-7-9 0,0-10-8 0,-1-7-12 16,-7-4-3-16,-3-13-11 0,-19-10 5 15,-6-2-13-15,-12-9 0 0,-14-8-7 16,-7-5 2-16,-7-13-9 0,-15-10-6 15,-10-6 2-15,-10-8 6 0,-15-3-12 0,-11-7 6 16,-16 3-3-16,-13 1 0 0,-18-2-14 16,-14 7-7-16,-43-16-6 0,16 40-4 0,-14 23-11 15,-15 18-21-15,-9 19-21 0,-10 22-62 16,-21 17-101-16,-47 28-87 0,3 19-78 16,17 12-151-16,10 10-189 0,19 9 78 0,16-8-544 15,42-19-684-15</inkml:trace>
  <inkml:trace contextRef="#ctx0" brushRef="#br0" timeOffset="25564.73">11906 8526 3912 0,'-2'-10'539'0,"0"-2"-105"0,0 4-33 16,1 1 3-16,-1 0-29 0,2 7-39 15,-4-10-38-15,4 10-43 0,-2-5-29 16,2 5-13-16,0 0-5 0,0 0-3 0,9 41-20 16,-3-6-17-16,1 4-136 0,2 2-32 15,-2 9 0-15,1-8 0 0,-5 1 0 0,1-4 0 16,2 1 0-16,-2-3 0 0,-2-8 0 16,0-4 0-16,-4-1 0 0,2-7 0 0,-2 0 0 15,2-3 0-15,-2 0 0 0,2-4 0 16,-2 0 0-16,1-5-305 0,-4-1-234 0,5-4-94 15,0 0-103-15,0 0-88 16,0 0 84-16,-2-22-761 0,2 8-948 0</inkml:trace>
  <inkml:trace contextRef="#ctx0" brushRef="#br0" timeOffset="26011.92">11899 8574 3921 0,'-10'-17'-13'0,"-2"3"87"15,1-1 63-15,4 5 51 0,3 0 34 16,-4-4 8-16,6 2 9 0,0 2-14 15,2-4-4-15,2 2-27 0,5-2-17 0,7 1-19 16,1-1-26-16,14 2-15 0,-8 4-12 16,2 4-11-16,-3 2-10 0,5 4-6 0,0 3-13 15,0 2-6-15,4 7-5 16,-2 3-1-16,-7 2-3 0,-1 1 16 0,-6 6 11 0,-2-1 20 16,-10-4 15-16,-1 4 10 15,-7 9 7-15,0-1 3 0,-2-3 0 0,-2-1-1 16,-5-1-4-16,4-3-11 0,-1-6-30 15,8-5-86-15,1-1 0 0,1-4 0 0,-3-1 0 16,4 0 0-16,2-2 0 0,0-6 0 16,6 12 0-16,-1-3 0 0,3-2 0 0,2 2 0 15,-3-1 0-15,2 0 0 0,3 3 0 16,1-2 0-16,-3 0 0 0,2 2 0 0,-5-1 0 16,2 3 0-16,1-3 0 0,-4 0 0 15,0 2 0-15,-5 0 0 0,-1 2 0 0,-1 1 0 16,-5-1 0-16,0-2 0 15,-4 5 0-15,-1-1 0 0,-5-3 0 0,2-1 0 16,-11 5 0-16,5-5 0 0,2-4 0 16,2-3 0-16,1-2 0 0,1-3 0 0,-4-3 0 15,0-2 0-15,0-7 0 0,2-1 0 16,3-1 0-16,1 4 0 0,3-2 0 0,4-2-334 16,1 4-690-16,2 0 109 0,4-2-1098 15,5 0-1428-15</inkml:trace>
  <inkml:trace contextRef="#ctx0" brushRef="#br0" timeOffset="26661.4">12754 8479 5173 0,'7'-7'-201'0,"-2"0"81"0,1 0 69 0,-1 2 64 16,3 0 44-16,-5 0 34 0,6 0 27 0,-4 0 23 15,3 3 19-15,-8 2 21 0,11-9 7 16,-8 6 13-16,-3 3 5 0,14-5 0 16,-14 5 2-16,9-6 2 0,-9 6-2 15,6-3-5-15,-6 3-4 0,0 0-2 0,10-5-5 16,-10 5-7-16,0 0-23 0,8-7-98 15,-8 7-64-15,1-8 0 0,-1 8 0 0,-1-14 0 16,-1 7 0-16,-4-3 0 0,2 0 0 16,-4-2 0-16,-1 0 0 0,0-1 0 15,-7 1 0-15,1 0 0 0,-1 3 0 0,-4-1 0 16,-1 6 0-16,1 0 0 0,0 4 0 16,-1 1 0-16,-2 4 0 0,-8 7 0 0,8 0 0 15,1 5 0-15,3 1 0 16,3-1 0-16,9 1 0 0,-1 2 0 0,8-3 0 0,6 4 0 15,3 4 0-15,9 1 0 0,3-4 0 16,4 1 0-16,1-2 0 0,0-1 0 16,1 1 0-16,4-1 0 0,-5-1 0 15,-1-2 0-15,0 2 0 0,-10-2 0 0,1-3 0 16,-3 0 0-16,-6-3 0 0,1 3 0 16,-2 0 0-16,-2 1 0 0,-2-1 0 0,-4-1 0 15,-2 5 0-15,-2-3 0 0,-4 1 0 16,-1-1 0-16,-3 1 0 0,-6 3 0 0,-3-5 0 15,2-1 0-15,0-3 0 0,0-4 0 16,0 0 0-16,-1-2 0 0,0-6 0 0,3 0 0 16,-1-6 0-16,-7-9 0 15,6-1 0-15,-1-3 0 0,9 3 0 0,3 3 0 16,3 1 0-16,5-2 0 0,2 3 0 16,2-3 0-16,5-1 0 0,5 1-113 0,-1 1-934 15,7 5 112-15,0 1-1138 0,6 4-1486 16</inkml:trace>
  <inkml:trace contextRef="#ctx0" brushRef="#br0" timeOffset="26928.24">13310 8371 5643 0,'0'-31'-7'0,"-2"6"85"16,2 5 90-16,-1 3 58 0,-1 5 43 0,0 0 8 0,-2 3-6 15,4 1-17-15,0 8 17 0,0 0 16 16,0 0 27-16,0 0-174 0,-2 29-140 0,4-4 0 16,-2 16 0-16,0 1 0 0,2-1 0 15,2 2 0-15,-1 0 0 0,2-1 0 0,-1-3 0 16,-1-3 0-16,1-7 0 0,-2-5 0 16,4-2 0-16,-5-5 0 0,1-1 0 15,5-3 0-15,-5-1-51 0,-1-3-508 16,3-2-92-16,0-4-97 0,-4-3-95 0,0 0 76 0,0 0-788 15,0 0-998-15</inkml:trace>
  <inkml:trace contextRef="#ctx0" brushRef="#br0" timeOffset="27111.3">13154 8371 4171 0,'-20'-14'58'0,"0"2"100"0,9 5 86 16,-3-1 78-16,7 1 33 0,0-1 27 15,1 4 14-15,2-1 18 0,4 5 9 0,6-17-16 16,9 6-29-16,12-6-38 15,5 1-197-15,11-6-143 0,5 2 0 0,0 3 0 16,-6 6 0-16,0 3 0 0,-5 1 0 16,-5 3 0-16,-8 2-11 0,-3 2-541 0,-1 4-128 15,-8 1-217-15,0 4 64 0,-2 4 88 16,-7 1-776-16,-1 3-967 0</inkml:trace>
  <inkml:trace contextRef="#ctx0" brushRef="#br0" timeOffset="54624.48">20005 5567 2300 0,'0'0'459'0,"0"0"-70"15,0 0-56-15,-7-7-32 0,7 7-13 16,0 0-13-16,-7-6-11 0,7 6-3 0,0 0 20 16,-9-4 7-16,9 4 6 0,0 0-13 15,0 0-12-15,-5-5-14 0,5 5-15 16,0 0-16-16,0 0-16 0,0 0-14 15,0 0-7-15,-6-5-11 0,6 5-11 16,0 0-7-16,0 0-57 0,0 0-101 0,0 0 0 16,0 0 0-16,0 0 0 0,0 0 0 15,0 0 0-15,0 0 0 0,0 0 0 16,0 0 0-16,0 0 0 0,0 0 0 0,-7 24 0 16,3-9 0-16,-1 9 0 0,-4 10 0 15,-4 3 0-15,-4 7 0 0,-3 5 0 16,0 0 0-16,1-1 0 0,-3 2 0 0,6-4 0 0,0-2 0 15,7-7 0-15,-2-5 0 16,4-5 0-16,4-4 0 0,1-6 0 0,2 2 0 16,0-6 0-16,3 0 0 0,-1-2 0 15,7 1 0-15,0-3 0 0,2-1 0 0,1-2 0 16,3-1 0-16,2-4 0 0,0 5 0 16,-1-4 0-16,-2-2 0 0,0 0 0 0,3 1 0 15,-3-1 0-15,-1 0 0 0,1 0 0 16,-3 0 0-16,-11 0 0 0,19 0 0 0,-19 0 0 15,17 0 0-15,-17 0 0 0,12-1 0 16,-12 1 0-16,9 0 0 0,-9 0 0 16,0 0 0-16,9-2 0 0,-9 2 0 0,0 0 0 15,0 0 0-15,0 0 0 0,0 0 0 16,-4-14-369-16,1 7-632 0,1 1 106 16,2 6-1120-16,2-20-1432 0</inkml:trace>
  <inkml:trace contextRef="#ctx0" brushRef="#br0" timeOffset="55139.03">20417 5924 5172 0,'-12'0'-115'0,"12"0"97"0,0 0 66 15,0 0 63-15,0 0 53 0,-9-4 56 16,9 4 36-16,0 0 19 0,0 0 7 0,0 0-2 16,0 0-8-16,0 0-7 15,0 0-11-15,0 0-16 0,0 0-18 0,0 0-17 0,0 0-139 16,36 0-64-16,-36 0 0 16,14 0 0-16,-14 0 0 0,11-4 0 0,-11 4 0 15,11-8 0-15,-2 5 0 0,-9 3 0 16,9-9 0-16,-7 2 0 0,1 1 0 0,-3 6 0 15,0-14 0-15,-1 5 0 0,-1 3 0 16,-4-1 0-16,-2 0 0 0,-3 2 0 0,-2 1 0 16,-3 4 0-16,-2 2 0 0,-4 0 0 15,-1 5 0-15,0 1 0 0,5 2 0 0,-4 1 0 16,8 3 0-16,-8 4 0 0,10 1 0 16,1-4 0-16,4 3 0 0,1 1 0 0,3-2 0 15,0-1 0-15,6 1 0 0,0-3 0 16,1 4 0-16,5-3 0 0,2 3 0 15,5-5 0-15,2 1 0 0,0-5 0 16,2 1 0-16,0-3 0 0,-3-4 0 0,5 1 0 16,-4-3 0-16,2-2 0 0,-3-1 0 0,3-2 0 15,-4-1 0-15,1 0 0 0,-2 0 0 16,0-2 0-16,1-1-128 0,-1-3-540 16,0 1-161-16,-2 2-45 0,1-1 89 15,3-3-884-15,0 2-1105 0</inkml:trace>
  <inkml:trace contextRef="#ctx0" brushRef="#br0" timeOffset="55491.21">20744 5804 4656 0,'-5'-8'55'0,"-1"4"58"0,5 0 40 0,1 4 32 16,0 0 16-16,0 0 16 0,0 0 39 15,0 0 31-15,0 0 3 0,-8 23-13 0,10-9-16 16,-4 4-7-16,2 6-27 0,-2 4-15 15,0 6-19-15,-4 3-19 0,0 0-14 0,1-4-140 16,-2-2-20-16,1-4 0 0,-1-5 0 16,4-3 0-16,-3-2 0 0,4-2 0 0,-1-3 0 15,1 0 0-15,-4-3 0 0,5-2 0 16,-4-2 0-16,5-5 0 0,0 0 0 16,0 0 0-16,0 0 0 0,0 0 0 0,-6-27 0 15,12 4 0-15,-1-11 0 0,4-3 0 16,5-18 0-16,6-3 0 0,-1-3 0 15,3 4 0-15,3 1 0 0,-5 7 0 0,-5 15 0 16,-2 5 0-16,2 3 0 0,-5 6 0 16,0 5 0-16,-1 4 0 0,-2 3-64 0,3 1-491 15,-4 5-69-15,1 1-98 0,-7 1-119 16,14 6 75-16,-8 3-805 0,-1 3-1013 0</inkml:trace>
  <inkml:trace contextRef="#ctx0" brushRef="#br0" timeOffset="55674.1">20624 6059 4485 0,'-11'4'100'0,"4"0"50"16,1-4 32-16,6 0 37 15,0 0 30-15,0 0 7 0,0 0-22 0,0 0-20 16,0 0-28-16,0 0-22 0,0 0-74 16,0 0-85-16,24-19-88 0,-4 12-116 0,3-4-142 15,9 0-149-15,2-5-162 0,1 2-44 16,1-1 71-16,4-6-548 0,2-1-638 0</inkml:trace>
  <inkml:trace contextRef="#ctx0" brushRef="#br0" timeOffset="55908.08">21291 5479 3126 0,'-3'-22'100'16,"-7"7"62"-16,7 1 30 0,-5 4 32 0,4 1 31 15,-2 1 18-15,3 2 12 0,3 6-14 16,-10-10-14-16,10 10 9 0,0 0 11 15,0 0-5-15,-15 29-21 0,7-7-17 0,1 9-20 16,-1 2-26-16,2 7-19 0,-1-1-14 16,-1 0-11-16,3 3-21 0,-4-3-5 0,6 0-49 15,-5 2-54-15,5-7-68 0,-5 0-68 16,4 0-73-16,0-8-79 0,2-2-91 16,-4-2-88-16,3-1-90 0,1-4-125 15,-2-1-42-15,1-2 61 0,1-3-582 0,0-2-693 16</inkml:trace>
  <inkml:trace contextRef="#ctx0" brushRef="#br0" timeOffset="56072.31">21071 6054 3388 0,'-6'-4'108'16,"6"4"87"-16,-11-9 70 0,6 4 62 0,5 5 62 15,-9-8 28-15,9 8 14 0,-5-7-17 16,5 7-6-16,-8-6-18 0,6 2-29 16,2 4-37-16,0 0-41 0,-1-7-23 0,1 7-34 15,0 0-221-15,11-9-5 0,-2 5 0 16,3-1 0-16,3-1-184 0,4 0-243 0,1-2-182 15,2-3-234-15,8-1 5 0,-1-4 86 16,-1 3-791-16,-1-3-988 0</inkml:trace>
  <inkml:trace contextRef="#ctx0" brushRef="#br0" timeOffset="56588.39">22370 5576 4468 0,'-1'-12'-3'15,"1"2"39"-15,-2 3 41 0,0 2 39 16,0 0 28-16,2 5 18 0,0 0 1 0,-4-12-2 15,4 12-12-15,0 0 9 0,0 0 54 16,0 0 25-16,-23 20 17 0,2-1 2 0,-4 3 11 16,-5 9 19-16,-10 3 5 0,-6 0-10 15,-5 2 1-15,-3-2-88 0,-12 10-194 0,10-10 0 16,6-5 0-16,5-2 0 16,13-8 0-16,3-2 0 0,10-3 0 0,4-4 0 0,3-3 0 15,5 0 0-15,-1 2 0 16,8-3 0-16,0-6 0 0,13 17 0 0,8-9 0 0,12 4 0 15,6-3 0-15,4 3 0 16,8 0 0-16,2-3 0 0,-8 1 0 0,-2-2 0 16,-1 1 0-16,-2-2 0 0,-5 1 0 15,-9-3 0-15,-3-1 0 0,-8-1 0 0,1-1 0 16,-5 1 0-16,-2-1 0 0,1-2 0 16,-10 0 0-16,13 3 0 0,-7-1 0 0,-6-2 0 15,12 2 0-15,-12-2 0 0,0 0 0 16,11 0 0-16,-11 0 0 0,0 0 0 0,9 3 0 15,-9-3 0-15,0 0 0 0,0 0 0 16,0 0 0-16,0 0 0 0,0 0-532 16,0 0-457-16,0 0 118 0,0 0-1101 15,0 0-1391-15</inkml:trace>
  <inkml:trace contextRef="#ctx0" brushRef="#br0" timeOffset="57372.28">22917 5645 5277 0,'0'-13'-53'0,"0"1"85"0,0 2 72 0,0 2 70 16,0 8 72-16,-3-13 45 0,3 13 23 0,0-8-3 16,0 8-19-16,-4-7-32 0,4 7-26 15,0 0 4-15,0 0 24 0,-6 28-53 0,2-6-209 16,-4 10 0-16,3 4 0 16,-1 2 0-16,3-1 0 0,1 4 0 0,-5-4 0 15,5-3 0-15,1-6 0 0,-1-3 0 16,-2-2 0-16,0 0 0 0,3-6 0 0,-1-1 0 15,-2-1 0-15,0-3 0 0,4 0 0 16,-4-1 0-16,4-1 0 0,-2-2 0 0,0 2 0 16,2-5 0-16,0-5 0 0,-4 5-329 15,4-5-394-15,0 0-107 0,0 0-20 16,0 0 86-16,6-32-833 0,-1 15-1037 0</inkml:trace>
  <inkml:trace contextRef="#ctx0" brushRef="#br0" timeOffset="57822.91">22855 5411 4332 0,'-6'-28'-5'0,"2"5"68"0,0 0 66 16,2 6 46-16,2-5 27 0,0 3 17 15,5 2-6-15,2-2 0 0,2 4-15 0,7 3-21 16,2 5-12-16,5 6-13 0,4 2-13 16,11 11-17-16,6 7-11 0,-2 5-6 0,-4 5-10 15,-8 5-15-15,-1 0-2 0,-10-3-11 16,-4 1-3-16,-5 1-5 0,-2 2 8 0,-6-6 9 15,-4-1 23-15,-9 6 14 0,-7 8 9 16,-5-1 9-16,-8-6 5 0,1-2 1 16,-2-2-5-16,5-10-107 0,2 1-25 15,1-7 0-15,5-1 0 0,3-6 0 0,5-1 0 16,1-5 0-16,2 1 0 0,8-3 0 16,0 0 0-16,0 0 0 0,0 0 0 15,0 0 0-15,0 0 0 0,0 0 0 0,0 0 0 16,0 0 0-16,0 0 0 0,46 2 0 15,-28 3 0-15,0 2 0 0,4 3 0 0,-6 2 0 16,11 5 0-16,-8-3 0 0,-6 1 0 16,1 2 0-16,-5 1 0 0,1-3 0 0,-2 3 0 15,-1-1 0-15,-5-5 0 0,2 2 0 16,0-3 0-16,-1 1 0 0,-1-1 0 0,5-4 0 16,-5-2 0-16,-1 1 0 15,1 0 0-15,2-1 0 0,-4-5 0 0,4 7 0 16,-4-7 0-16,0 0 0 0,0 0 0 15,0 0-584-15,17-14-379 0,-11 8 81 0,-1-2 95 16,3 0-905-16,0-3-1127 0</inkml:trace>
  <inkml:trace contextRef="#ctx0" brushRef="#br0" timeOffset="58059.23">23489 5755 4793 0,'0'-5'63'0,"0"5"58"0,-2-12 50 0,2 12 45 0,-1-6 37 0,1 6 16 0,0 0 22 16,0 0 16-16,0 0 6 0,0 0-14 16,11 23-20-16,-8-8-25 0,3 0-25 0,-4 4-25 15,2 2-75-15,-2-3-129 0,-2 3 0 16,0-4 0-16,0 2 0 0,0 1 0 16,0-4 0-16,-2 1 0 0,0-4 0 0,0-1-234 15,2 2-110-15,-2-5-84 0,0-1-87 16,-2-2-96-16,2 0-135 0,2-6 5 0,0 0 66 15,0 0-650-15,0 0-783 0</inkml:trace>
  <inkml:trace contextRef="#ctx0" brushRef="#br0" timeOffset="58222.07">23559 5627 3519 0,'-3'-19'29'0,"-3"4"87"0,4 1 63 0,1 4 52 0,-3 0 42 15,-1-2 34-15,3 5 11 0,0-2-9 16,1 1-25-16,-1 1-32 0,2 7-30 15,-2-12-37-15,2 12-81 0,-2-8-91 0,2 8-86 16,0 0-97-16,0 0-128 0,0 0-150 16,0 0-225-16,16 29-21 0,-12-12 69 15,-1 3-518-15,3 1-610 0</inkml:trace>
  <inkml:trace contextRef="#ctx0" brushRef="#br0" timeOffset="58805.62">23878 5770 3312 0,'0'0'124'16,"0"0"52"-16,-32 7 48 0,22 0 42 0,2 1 36 15,1 0 26-15,-3 3 13 0,0 1-5 16,5 0-13-16,-1 2-16 0,5-1-20 0,-3-1-17 16,4 0-25-16,2-2-24 15,0 2-17-15,1 0-23 0,3-5-17 0,-1 2-16 16,5-4-13-16,2-1-33 0,-1 0-26 15,1-4-21-15,-12 0-11 0,24-4-24 0,-10-2-20 16,-5 1 0-16,3-4 0 0,-3 0 0 16,-2-5 0-16,1-2 0 0,-2-3 0 0,0-3 0 15,-2-2 0-15,-3-1-9 0,-1 8-66 16,2 3-34-16,-4 2-23 0,2 1-26 16,-3 5-21-16,-3 2-18 0,6 4-12 0,-16-2-15 15,16 2-30-15,-19 8-18 0,10-2-13 16,1 0 24-16,1-1 24 0,3 1 28 0,4-6 43 15,0 9 57-15,0-9 51 0,8 9 49 16,-3-4 44-16,4 1 44 0,4 3 47 16,-4 0 42-16,2 1 41 0,-1 1 33 15,1 3 26-15,5 10 19 0,-9 0 17 0,2 9 3 16,-3-1 12-16,-2 7 7 0,-4 2-14 16,0 0-142-16,-4 3-170 0,-2 1 0 0,1 9 0 15,-2-4 0-15,-6 1 0 0,4-1 0 16,-2-1 0-16,-1-10 0 0,1-3 0 0,-1-2 0 15,-1-2 0-15,0-5 0 0,1 0 0 16,3-8 0-16,-2-5 0 0,1 0 0 0,-1-5 0 16,-3-1 0-16,1-2 0 0,-5 0 0 15,3-5 0-15,-2-2 0 0,-5-6 0 16,0-2 0-16,-8-8 0 0,3-5 0 16,4 1 0-16,3-4 0 0,0-2 0 0,3 1 0 15,4-1 0-15,2-2 0 0,2 0 0 16,2-3 0-16,3 3 0 0,6 3-733 0,2-12-230 15,3 1 91-15,9-12-1040 0,5 3-1335 16</inkml:trace>
  <inkml:trace contextRef="#ctx0" brushRef="#br0" timeOffset="59207.28">24273 5392 5589 0,'-11'-5'40'0,"11"5"55"0,0 0 59 0,-14 12 64 16,10-2 38-16,0-1 23 0,2 3 12 0,2 6 0 16,0 1-22-16,0 0-15 0,2 6-22 15,2-3-22-15,0 2-197 0,-1-2-13 0,1 1 0 16,2-1 0-16,-5-3 0 0,1-2 0 16,-2 1 0-16,-2-1 0 0,2 1 0 0,-1-1 0 15,-3 1 0-15,2-3 0 0,0-3 0 16,0-2 0-16,2-1 0 0,-1-3 0 0,1-6 0 15,0 0 0-15,0 0 0 0,0 0 0 16,26-12 0-16,-13 6 0 0,3-1 0 16,1-1 0-16,-2 2 0 0,4 2 0 15,-5 0 0-15,0 6 0 0,2-2 0 0,1 4 0 16,-2 2 0-16,-2 0 0 0,3 2 0 16,-5-1 0-16,3 1 0 0,-1 0 0 0,-4 3 0 15,1-3 0-15,1-1 0 0,-1-2 0 16,0 2 0-16,-3 0 0 0,2-2 0 0,2 0 0 15,-2-2 0-15,-4-1 0 0,-5-2-372 16,20 0-531-16,-9-3-9 0,0-2 93 0,3 0-944 16,-1-4-1195-16</inkml:trace>
  <inkml:trace contextRef="#ctx0" brushRef="#br0" timeOffset="59454.84">24964 5029 5141 0,'-4'-14'40'15,"-2"4"52"-15,5 5 38 0,-1 0 27 0,2 5 55 16,0 0 47-16,0 0 41 0,-13 30 15 16,6 5 3-16,5 6-17 0,-3 12-28 0,-1 6-23 15,1 2-21-15,-2 6-55 16,2-1-174-16,-3 0 0 0,3-1 0 0,-2-1 0 16,-2-6 0-16,4-1 0 0,-3-4 0 15,6-14 0-15,-1 1 0 0,-1-11 0 0,2-5 0 16,2-4 0-16,0-5 0 0,0-3-96 15,0-1-371-15,4-5-100 0,-2-2-109 0,-2-4-150 16,0 0 47-16,0 0 77 0,0 0-685 16,0 0-840-16</inkml:trace>
  <inkml:trace contextRef="#ctx0" brushRef="#br0" timeOffset="59623.6">24795 5802 3578 0,'-14'-10'0'0,"5"2"105"0,-1 1 72 16,2 3 75-16,2-2 58 0,6 6 59 15,-7-4 26-15,7 4 10 0,0 0-2 16,-5-8-14-16,5 8-16 0,0 0-22 15,0 0-35-15,23-5-29 0,-10 5-36 0,-1-2-46 16,4 2-180-16,2-2-25 0,-3 2 0 0,0-2 0 16,2 2-129-16,-1 2-161 0,-2-2-113 15,0 0-120-15,-1 2-124 0,-2 0-176 16,-1-2 63-16,0 3 71 0,-7 1-647 16,-3-4-791-16</inkml:trace>
  <inkml:trace contextRef="#ctx0" brushRef="#br0" timeOffset="62021.75">20819 6878 3782 0,'-38'4'91'0,"-2"-2"21"0,0-2-4 0,6 2-7 0,5-2 2 0,2 0 10 0,8 0 20 16,4 0 19-16,3 0 6 0,12 0-7 15,-5-2-1-15,5 2-7 0,51-14-12 0,23-3-3 16,51-7-16-16,71-17-12 16,15-4-9-16,20-1-13 0,13-3-2 0,9 0-9 0,-3 5-10 15,-6 3 1-15,-11 3-9 16,-14 4-1-16,-17 1-8 0,-57 13-3 0,-18 1-5 15,-17 3 3-15,-31 4-6 0,-18 4-6 16,-20 1-2-16,-5 1-2 0,-9 0 3 0,-4 0-7 16,-11 4-6-16,-1-4-17 0,-5 4-27 15,-6 2-32-15,4-4-39 0,-4 4-58 0,0 0-87 16,0 0-94-16,0 0-120 0,0 0-215 16,-36 12 3-16,21 2 77 0,-8 1-480 0,-2 5-552 15</inkml:trace>
  <inkml:trace contextRef="#ctx0" brushRef="#br0" timeOffset="62653.92">22927 7932 3440 0,'1'-18'202'0,"-1"-2"27"15,0 7 17-15,2 0 23 0,-2 5 19 0,0-2 26 16,0 4 6-16,-2 0-4 0,2 6-22 16,0 0 16-16,0 0 18 0,0 0-3 0,-12 47-20 15,0-11-7-15,-1 17-14 0,0-1-5 16,-1 0-135-16,5-1-144 0,3-10 0 0,4-1 0 16,2-3 0-16,0-1 0 0,8 1 0 15,1-7 0-15,3-1 0 0,3-3 0 0,2-4 0 16,5-3 0-16,7-4 0 0,1-4 0 15,-1-8 0-15,0-1 0 0,11-6 0 0,-2-2 0 16,4-4 0-16,-3-3 0 0,0 1 0 16,-4 1 0-16,-11 4 0 0,-3 0 0 15,-4 2 0-15,-6 1 0 0,1-1 0 16,-6 2 0-16,-2-2 0 0,-4 5 0 0,-2-9-210 16,2 9-423-16,-13-9-77 0,1 6-154 15,3 0 75-15,-3-2 88 0,1-1-756 0,-2 5-906 16</inkml:trace>
  <inkml:trace contextRef="#ctx0" brushRef="#br0" timeOffset="63271.34">23561 8052 4062 0,'0'0'28'0,"0"0"42"0,0 0 35 0,0 0 43 0,0 0 44 15,-18 15 36-15,9-4 26 0,0-1 14 16,6 4 2-16,-3-1 2 0,4-1-5 16,2 0-3-16,4 0-5 0,1 2 6 0,1-2-16 15,3 0-10-15,3-2-10 0,1-1-19 16,3-3-12-16,0-2-84 0,2 0-114 0,0-3 0 15,-4-2 0-15,8-1 0 0,-8-3 0 16,6 0 0-16,-5-2 0 0,-2-2 0 0,0 1 0 16,-1-5 0-16,-1-2 0 0,-7 0 0 15,0-1 0-15,-4 3 0 0,-2-1 0 16,-5 0 0-16,-3 2 0 0,-2 3 0 0,-4 5 0 16,-6 0 0-16,-2 5 0 0,-11 6 0 15,1 3 0-15,6 3 0 0,-1 6 0 0,6-2 0 16,4 3 0-16,2 3 0 0,4 2 0 15,5-2 0-15,2-3 0 0,2-1 0 16,6 1 0-16,0 1 0 0,4 2 0 0,2-5 0 16,3 2 0-16,0-3 0 0,3-2 0 15,2-1 0-15,2-4 0 0,3-3 0 16,1-2 0-16,5-5 0 0,2-3-98 0,11-3-511 16,-2-4-87-16,2-2-139 0,6-5 29 15,-2-3 73-15,-8 2-768 0,3-2-948 0</inkml:trace>
  <inkml:trace contextRef="#ctx0" brushRef="#br0" timeOffset="63587.21">24190 8022 4150 0,'2'-15'64'16,"2"-1"50"-16,-4 8 37 0,-2-1 33 15,4 3 16-15,-2 6 22 0,0-8 12 0,0 8 15 16,0 0 9-16,0 0-8 0,0 0-15 16,-9 26-20-16,5-9-2 0,2 8-20 0,-2 8-19 15,-6 4-18-15,5 1-11 16,-1-4-17-16,-1 2-15 0,-1 3-8 0,0-8-12 15,3-4-6-15,-6 2-12 0,2-7-5 16,6-5-5-16,1-5-17 0,-2 0-48 0,2-5 0 16,-2-2 0-16,4-5 0 0,-5 3 0 15,5-3 0-15,0 0 0 0,-5-22 0 0,7 5 0 16,3-19 0-16,-2-4 0 0,3-15 0 16,-2-6 0-16,5-8 0 0,-1-3 0 0,1-4 0 15,1 3 0-15,2 9 0 0,-3 10 0 16,-4 15 0-16,3 2 0 0,-2 6-166 0,2 10-149 15,-3 3-103-15,1 7-91 0,-1 3-75 16,4 4-164-16,-2 4-9 0,-7 0 70 16,17 6-676-16,-7 6-817 0</inkml:trace>
  <inkml:trace contextRef="#ctx0" brushRef="#br0" timeOffset="63754.83">24154 8129 3713 0,'-12'7'154'0,"-2"-4"48"0,3-1 15 15,0 0 14-15,11-2 14 0,-13 1 8 16,13-1-17-16,0 0-6 0,0 0-26 0,0 0-46 16,-5-6-77-16,5 6-85 0,24-13-108 15,-7 3-130-15,14-5-114 0,-1-6-126 0,12-1-175 16,-1-3 36-16,-2-4 64 16,1 0-427-16,-2 0-461 0</inkml:trace>
  <inkml:trace contextRef="#ctx0" brushRef="#br0" timeOffset="63956.18">24635 7568 3056 0,'0'-19'227'0,"-3"6"38"16,3 1 39-16,-4 3 28 0,2 2 33 0,-1 2 1 16,3 5-9-16,0 0 1 0,0 0-7 15,0 0-10-15,-19 30-22 0,15-7-29 0,-4 11-27 16,6 7-25-16,-1-1-39 0,1 4-23 16,-2-1-19-16,2 3-27 0,1 0-42 0,-1-2-79 15,2-6-9-15,2 4-49 16,-2-7-77-16,0-6-60 0,1-6-59 0,1 1-60 15,-2-6-74-15,0-4-63 0,2-2-63 16,0-2-82-16,-2-3-124 0,0-2 35 0,0-5 58 16,0 7-526-16,0-7-610 0</inkml:trace>
  <inkml:trace contextRef="#ctx0" brushRef="#br0" timeOffset="64121.12">24522 8074 3151 0,'-4'-3'78'0,"4"3"70"15,-8-2 39-15,8 2 36 0,0 0 32 0,0 0 21 16,0 0 14-16,0 0-1 0,0 0-10 15,0 0-14-15,0 0-25 0,0 0-26 0,27-16-14 16,-8 8-30-16,10-2-46 0,1-7-57 16,1-1-63-16,-1 1-83 0,3-4-96 0,-6 4-125 15,1-1-123-15,1 2-171 16,-11 2-107-16,0 6 48 0,-7 2-549 0,1 4-667 16</inkml:trace>
  <inkml:trace contextRef="#ctx0" brushRef="#br0" timeOffset="64721.51">25620 7527 3277 0,'3'-2'22'0,"-3"2"69"0,8-6 45 0,-8 6 44 0,3-6 46 15,-3 6 44-15,0 0 31 16,0 0 25-16,7-6-1 0,-7 6-4 0,0 0 27 16,0 0 23-16,-10 29 8 0,-9-2-24 15,-6 9 0-15,-5 4-8 0,-6-1-5 0,-3 3-123 16,3-1-219-16,-4 1 0 0,4-2 0 16,2-2 0-16,5-8 0 0,6-4 0 0,6-3 0 15,4-9 0-15,4-2 0 0,-2-3 0 16,8-1 0-16,1 0 0 0,4-1 0 0,3-1 0 15,7 2 0-15,7-2 0 0,7-2 0 16,12 4 0-16,5-1 0 0,2-3 0 16,1 0 0-16,1 0 0 0,0 0 0 15,-4-3 0-15,-2 3 0 0,-3-1 0 0,-12 1 0 16,-2-3 0-16,-10-1 0 0,0 2 0 16,-1 0 0-16,-4-2 0 0,1 0 0 0,-10 0 0 15,15 3 0-15,-15-3 0 0,11 0 0 16,-11 0 0-16,0 0 0 0,18 0 0 0,-18 0 0 15,0 0 0-15,11-3 0 0,-6-1 0 16,-5 4 0-16,7-8 0 0,-3 1 0 0,-1 0 0 16,3-2-491-16,-2 3-494 15,0-5 111-15,2 5-1112 0,-3-2-1405 0</inkml:trace>
  <inkml:trace contextRef="#ctx0" brushRef="#br0" timeOffset="65271.06">26376 7511 5250 0,'-3'-13'-115'0,"1"3"65"0,-2 0 55 16,-1 1 47-16,5 1 47 0,-1 0 50 15,1 8 39-15,-4-11 17 0,4 11 0 16,-2-10-6-16,2 10-17 0,-6-6-3 0,6 6 7 16,0 0 14-16,0 0 10 0,2 31-8 15,0-10-7-15,2 16 3 0,-2 1-3 0,0 3-15 16,-1 2-103-16,2-2-77 0,-1 1 0 15,-4-4 0-15,-1-1 0 0,3-7 0 0,-1-5 0 16,-1-1 0-16,-2-2 0 0,0 0 0 16,1-7 0-16,-1 1 0 0,0-1 0 0,4-2 0 15,-2-4 0-15,-1-4 0 0,0-1 0 16,3-4-23-16,0 0-394 0,0 0-64 0,0 0-55 16,0 0-51-16,3-34-81 15,4 4-76-15,0-5 60 0,3-5-694 0,-2-12-831 16</inkml:trace>
  <inkml:trace contextRef="#ctx0" brushRef="#br0" timeOffset="65670.8">26382 7397 3487 0,'-6'-23'-105'0,"4"3"68"0,1 3 57 16,-3 1 52-16,2 1 60 0,-3 1 36 0,4 1 29 15,-1 2 14-15,0-1-4 0,4 0-5 16,0 2-9-16,4 1-3 0,0 3-15 0,3 0-7 16,2 4-12-16,-11 2-6 0,25 2-8 15,-9 4-5-15,-2 4-9 0,11 5-11 0,-5 1-8 16,-7-1-6-16,2 9-12 15,-2-5-2-15,-5 2-5 0,-2 1-8 0,-4 0 7 16,-9 12-9-16,-4 1-1 0,-2-3-8 16,-10 8-1-16,4-10-7 0,1-2 2 0,-4-6 21 15,5-6 19-15,6-3 17 0,1-3 16 16,4-4 3-16,-2 1 0 0,3-2-5 0,-1 2-10 16,6-7-13-16,-7 9-107 0,7-9 0 15,-5 8 0-15,5-8 0 0,7 12 0 0,-2-6 0 16,3 4 0-16,3-3 0 0,5 8 0 15,-4-4 0-15,8 4 0 0,1 2 0 0,1 1 0 16,0-2 0-16,-7-4 0 16,0 0 0-16,1 0 0 0,-5-2 0 0,-4 0 0 15,3-1 0-15,-2-3 0 0,-3 1 0 16,3-1 0-16,-5 0 0 0,4-2 0 0,-7-4 0 16,9 8 0-16,-3-8 0 0,-6 0 0 15,0 0-344-15,21-4-203 0,-21 4-129 0,11-6-182 16,-5 4 69-16,-6 2 81 0,10-5-744 15,-10 5-901-15</inkml:trace>
  <inkml:trace contextRef="#ctx0" brushRef="#br0" timeOffset="66087.06">26936 7572 3795 0,'0'0'-38'0,"0"0"75"15,-17 11 60-15,7-2 47 0,-3 7 39 0,-4 4 36 16,-2 4 27-16,2 2 15 0,-2 2 7 16,5-2-1-16,2-1-6 0,1-1-7 0,6-5-6 15,3-4-10-15,0-1-5 0,4 1-9 16,0-3-12-16,3 0-14 0,6-1-10 0,0-3-22 15,4-3-13-15,0 0-15 16,5-3-14-16,0-2-49 0,3-3-75 0,0-1 0 16,0-1 0-16,-1-1 0 0,0-3 0 15,-3 0 0-15,-2-1 0 0,-2-2 0 0,-6 0 0 16,4-3 0-16,-8-1 0 0,-3-1 0 16,0-3 0-16,-2 1 0 0,-2-8 0 0,-2 7 0 15,-1-1 0-15,-4 1 0 0,2 5 0 16,-4 3 0-16,-3 3 0 0,-1 2 0 15,-2 4 0-15,0 3 0 0,-4 2-419 0,-2 2-152 16,0 3-144-16,-4 7-133 0,8-2 75 16,5 1 80-16,9-3-726 0,1 0-870 15</inkml:trace>
  <inkml:trace contextRef="#ctx0" brushRef="#br0" timeOffset="66439.07">27343 7590 3938 0,'0'0'118'0,"-20"7"46"0,7 0 35 15,1 3 25-15,-3 3 31 0,3 3 32 16,0-3 11-16,0 5-9 0,2-1-12 16,5 3-17-16,3-5-21 0,0-1-22 0,4 1-21 15,2-1-17-15,-1-1-17 0,7-2-14 16,-2-1-30-16,3-1-12 0,1-4-10 0,3-1-8 15,2-1-10-15,2 0-9 0,-4-5 0 16,2-2-9-16,2 2-8 0,-1-3-47 16,-5-2-5-16,0 0 0 0,1-3 0 0,-5-1 0 15,-2-3 0-15,2-2 0 0,-6-1 0 16,-3-2 0-16,-1-8 0 0,-1 1 0 16,-7-11 0-16,2 4 0 0,-4 3 0 15,1 8 0-15,-1 5 0 0,-4 6 0 0,-1 4-175 16,1 6-78-16,-4 2-72 0,-4 4-98 15,-8 7-108-15,3 4-163 0,1 2-95 0,3 2 75 16,6-7-744-16,7-1-907 0</inkml:trace>
  <inkml:trace contextRef="#ctx0" brushRef="#br0" timeOffset="66737.28">27788 6979 4281 0,'-2'-19'204'0,"-2"5"46"0,2 2 32 16,1 3 14-16,-1 4 17 0,2 5 34 0,0 0 22 15,0 0-2-15,0 0-33 16,3 45-22-16,1-11-24 0,2 5-33 0,0 4-22 16,3 10-173-16,-3 3-60 0,0-2 0 15,0 1 0-15,-2 2 0 0,-1-14 0 0,-3 0 0 16,0-3 0-16,0-2 0 0,0-8 0 15,0-5 0-15,0-3 0 0,0-3 0 0,-1-2 0 16,1-3-52-16,-2 0-334 0,2-5-73 16,-2-1-77-16,0-5-83 0,2-3-131 0,-5 8 4 15,5-8 62-15,0 0-663 0,0 0-801 16</inkml:trace>
  <inkml:trace contextRef="#ctx0" brushRef="#br0" timeOffset="66920.6">27666 7531 3547 0,'-11'-4'19'16,"0"-2"99"-16,2 4 68 0,9 2 57 15,-11-6 58-15,11 6 51 0,-7-3 28 0,7 3 11 16,0 0 1-16,0 0-17 0,0 0-24 16,0 0-31-16,0 0-36 0,30-8-28 0,-17 4-28 15,7-2-30-15,1 2-56 16,-1-3-65-16,3 0-74 0,1 0-84 0,8-2-83 16,-3 3-89-16,-6-1-108 0,-3 0-139 15,3 1-158-15,-4-4-163 0,0 8 74 0,-5-4 83 16,1 1-667-16,-2-1-788 0</inkml:trace>
  <inkml:trace contextRef="#ctx0" brushRef="#br0" timeOffset="67353.39">28699 6924 3665 0,'0'-5'52'0,"0"5"50"16,3-8 17-16,-3 8 38 16,0 0 46-16,0 0 47 0,0 0 41 0,0 0 32 15,-16 33 17-15,0-6 9 0,0 6-17 16,-15 10-1-16,1-2-6 0,-5 3 9 0,-1-2-24 16,4-1-4-16,-5-2-5 0,7-1-200 15,-1-5-101-15,13-8 0 0,4-5 0 0,3-4 0 16,3-3 0-16,5 0 0 0,0-3 0 15,6 0 0-15,0-2 0 0,8 1 0 16,4 3 0-16,12 2 0 0,3 1 0 0,3-3 0 16,2 1 0-16,3-1 0 0,-2 0 0 15,2-1 0-15,-2 2 0 0,-1-1 0 0,-5-2 0 16,-1 1 0-16,-7-3 0 0,-4-1 0 16,-5 0 0-16,-1-2 0 0,-1-1 0 15,-4-3 0-15,1 3 0 0,0-1 0 0,-3 1 0 16,-5-4 0-16,10 4 0 0,-10-4 0 15,8 2 0-15,-8-2 0 0,5 4 0 0,-5-4 0 16,0 0 0-16,0 0 0 0,0 0 0 16,0 0 0-16,0 0 0 0,0 0-77 0,-26-14-953 15,16 12 118-15,10 2-1187 0,-21-5-1510 16</inkml:trace>
  <inkml:trace contextRef="#ctx0" brushRef="#br0" timeOffset="68538.06">29557 7304 3685 0,'2'-10'542'0,"0"3"-91"15,0-1-51-15,-2 8-64 0,1-9-40 16,-1 9-40-16,0 0-31 0,0 0-4 15,0 0 21-15,0 0-2 0,13 24-10 0,-9-7-23 16,4 15-19-16,-4 3-20 0,0 2-18 16,-1 0-13-16,5-1-12 0,-6-5-33 15,1-5-92-15,-2-1 0 0,3-1 0 0,-4-2 0 16,-4-3 0-16,4-4 0 0,-1-1 0 16,-2-1 0-16,1-4 0 0,0-2-179 15,-2-3-55-15,4-4-49 0,0 0-38 0,0 0-48 16,0 0-30-16,-9-27-19 0,5 7-24 15,4-3-10-15,-1-14 20 0,-3-3 34 0,1-3 47 16,-1-15 56-16,1-1 56 16,-1-4 62-16,-2 3 59 0,6 0 58 0,0 12 59 0,-1 3 53 15,1 3 63-15,0 12 33 0,0 4 25 16,1 2 12-16,5 2-2 0,0 0-2 16,7-5-10-16,0 9-14 0,5 5-15 15,-2 1-16-15,8 6-10 0,-3 2-13 0,4 8-11 16,9 2-9-16,-2 8-9 0,-1 1-4 15,-3 7-13-15,-3 2-4 0,-6 1-3 0,-3 3-8 16,-5 1 1-16,-8-3-4 0,1-1 0 16,-8 1-2-16,-3 8 4 0,-9 2 1 0,-6 3 2 15,5-7 14-15,-5-3 15 0,2-7 11 16,1 1 1-16,4-8 3 0,1-3 12 16,5-4 15-16,-2 0 10 0,4-4-2 0,2 0-12 15,-1-1-1-15,6-3 3 0,-7 8-12 16,7-8-14-16,0 0-5 0,-2 6-13 15,2-6-9-15,0 0 1 0,11 12-4 0,-6-4-6 16,6-1-3-16,2 3-5 0,-2 7-4 16,4-5 2-16,2 2-2 0,2 6-7 0,4-2-3 15,-6-4-6-15,-1-2-1 0,-5-3-5 16,1 1-17-16,-1-1-27 0,-4-4-47 16,3 2-47-16,-4-1-57 0,1-1-62 0,-1 1-85 15,0-3-84-15,-6-3-106 0,12 4-130 16,-12-4-91-16,9 0 61 0,-9 0-625 0,13-9-758 15</inkml:trace>
  <inkml:trace contextRef="#ctx0" brushRef="#br0" timeOffset="68756.03">30144 7318 3915 0,'0'-10'157'0,"0"4"35"0,0 6 16 16,2-11 16-16,-2 11 21 0,0 0 48 0,3-4 18 15,-3 4 4-15,0 0-10 0,12 16-21 16,-6-3-26-16,-1 3-20 0,-1-1-27 0,2 8-19 15,-5 0-23-15,-1-1-20 16,0 1-53-16,0 0-59 0,0-3-73 0,-3 3-71 16,1-3-68-16,-2-3-66 0,1-2-82 0,-1 1-93 15,0-3-98-15,-2-2-122 0,0-4-105 16,1-2 55-16,1-2-649 0,4-3-790 16</inkml:trace>
  <inkml:trace contextRef="#ctx0" brushRef="#br0" timeOffset="68920.64">30289 7124 3796 0,'0'-17'137'0,"-2"5"59"16,0 3 44-16,0 2 35 0,0 2 25 0,2 5-1 15,-2-10-20-15,2 10-28 0,-4-8-27 16,4 8-34-16,0 0-69 0,2-7-83 16,-2 7-82-16,0 0-102 0,0 0-117 0,0 0-139 15,23 12-175-15,-18-3-130 0,4-1 59 16,-6 4-563-16,3 1-673 0</inkml:trace>
  <inkml:trace contextRef="#ctx0" brushRef="#br0" timeOffset="69735.88">30363 7299 3420 0,'-10'9'65'0,"3"3"47"0,-1-1 26 0,0 0 30 15,5-1 30-15,-3 2 14 0,1 2 4 16,1-2-7-16,-1 1-11 0,3-1-19 0,2-1-16 15,4 1-9-15,1-4-16 0,-2 1-15 16,5-3-9-16,-1 0-11 0,3-2-8 16,-10-4-10-16,22-4-7 0,-9 1 1 15,-1-4-3-15,2-1-3 0,3-1 8 16,-3-3 15-16,1-1 14 0,-4 1 18 0,3-5 15 16,-5 2-2-16,-2 4 4 0,1-2-2 15,-2 5-11-15,-2 0-17 0,-1 2-12 0,-3 6-9 16,0 0-9-16,0 0-11 0,0 0 3 15,0 0-3-15,-5 32-20 0,-3 0-54 0,5 5 0 16,-6 6 0-16,4 12 0 0,-1 3 0 16,-1 0 0-16,-1 1 0 0,2 0 0 15,2-3 0-15,-3-5 0 0,3-5 0 0,1-5 0 16,-4-3 0-16,3-10 0 0,1-4 0 16,-1-5 0-16,2-2 0 0,0-5 0 15,1 1 0-15,1-4 0 0,-2 0 0 0,0-3 0 16,2-6 0-16,-9 5 0 0,9-5 0 15,0 0 0-15,0 0 0 0,-18-13 0 0,11 4 0 16,-2-3 0-16,2 2 0 0,-2 0 0 16,-1-3 0-16,2 5 0 0,1 0 0 0,-1 1 0 15,7 0 0-15,-6 1 0 0,3-1 0 16,3 0 0-16,1 1 0 0,1-4 0 0,6 0 0 16,2-7 0-16,8-10-329 0,4 1 3 15,8-8 7-15,-1-3 8 0,5-4 24 16,-1-5 37-16,4 0 35 0,-4-8 25 15,13-13 46-15,-13 12 28 0,6-17 30 0,-10 14 20 16,8-19 17-16,-3-2 26 0,-10 18 7 16,2 1 16-16,-6 6 10 0,0 7 9 0,-7 13 9 15,-1 5 3-15,-6 9 3 0,-1 8 0 16,-2 5 7-16,-2 7 14 0,0 0 16 0,0 0 14 16,-31 49 11-16,11-7 15 0,1 0 4 15,-3 4 4-15,2 1-3 0,3-2-14 0,-1 1-6 16,7-10-9-16,4 0-4 0,-3-4-11 15,6-5-9-15,0-7-3 0,2-2 1 16,2-4-5-16,0 1-6 0,4-7 0 16,0-2 1-16,2-3-7 0,1-3-4 0,-7 0-6 15,22-4-6-15,-8-1-4 0,0-1 8 16,-1 2-4-16,-4 0 1 0,5-2 4 0,-4 2 11 16,-1 0 8-16,1 0 7 0,-3 1 4 15,-7 3-6-15,15-3-1 0,-8 3-4 0,-7 0-4 16,13-2-6-16,-13 2-4 0,0 0-9 15,15 3-18-15,-15-3-37 0,9 2-47 0,-9-2-54 16,12 3-52-16,-12-3-54 0,0 0-72 16,17-5-87-16,-11 2-78 0,1-3-92 15,0-5-118-15,4-1-48 0,0-5 58 0,1-10-574 16,1-4-706-16</inkml:trace>
  <inkml:trace contextRef="#ctx0" brushRef="#br0" timeOffset="70035.78">31157 6615 3160 0,'9'-52'-46'0,"-2"9"79"0,-2 11 70 15,-1 8 45-15,-2 5 35 0,0 3 28 16,0 7 11-16,-2 2 9 0,0 7 22 0,0 0 30 16,0 0 35-16,-10 59 15 0,3-7 2 15,0 2-10-15,-4 6-23 0,0 1-20 0,2 2-25 16,-1-1-37-16,-1 2-18 0,2-6-21 16,-3-2-16-16,6-15-40 0,-3 9-28 0,3-14-36 15,0-8-49-15,4-7-52 16,0-1-44-16,-2-5-21 0,3-3-13 0,1-1-10 15,-2-3-9-15,4-2-3 0,-2-6 5 16,0 0 11-16,1 8 12 0,-1-8 16 0,0 0 8 16,0 0 12-16,0 0 8 0,0 0 7 15,18 0 4-15,-18 0 4 0,0 0 3 0,0 0 6 16,0 0-1-16,7 2-22 0,-7-2-44 16,0 0-53-16,0 0-72 0,0 0-88 15,0 0-91-15,0 0-129 0,0 0-124 0,0-16 67 16,0 16-455-16,-5-12-529 0</inkml:trace>
  <inkml:trace contextRef="#ctx0" brushRef="#br0" timeOffset="70985.73">12594 7056 882 0,'-9'-14'93'0,"-5"3"-63"0,1 1-16 0,-2 7 0 16,-2-1-2-16,-1 4-1 0,-3 2-6 15,1 0-1-15,-3 5-3 0,0-4 5 16,-1 2 2-16,10 0-4 0,3-1 1 16,-1-3-7-16,2 1-16 0,10-2-34 0,0 0-96 15,-12 0-148-15,12 0 187 0</inkml:trace>
  <inkml:trace contextRef="#ctx0" brushRef="#br0" timeOffset="71336.42">13071 6496 1093 0,'7'6'353'0,"-1"-5"20"16,-6-1 9-16,7 5 13 0,-7-5 15 0,0 0 21 16,6 6 15-16,-6-6 8 0,0 0 7 15,0 0-15-15,5 6-21 0,-5-6-29 0,0 0-34 16,0 0-36-16,0 8-38 16,0-8-26-16,0 0-30 0,0 0-22 0,0 0-26 0,0 0-44 15,0 0-66-15,3 3-79 16,-3-3-88-16,0 0-90 0,0 0-86 0,6 5-116 15,-6-5-117-15,0 9-111 0,0-9-220 16,-11 16 67-16,-11 1 93 0,-4 4-627 0,-14 7-757 16</inkml:trace>
  <inkml:trace contextRef="#ctx0" brushRef="#br0" timeOffset="71852.32">9815 8154 3626 0,'-5'-8'17'0,"5"8"38"0,0-8 32 15,0 8 21-15,0-13 21 0,2 7 11 0,-2 1 5 0,0-2 3 16,0 7-11-16,2-11-11 0,-2 11-14 15,1-6-18-15,-1 6-6 0,0-7-15 0,0 7-37 16,0 0-44-16,0 0-62 0,0 0-97 16,0 0-87-16,0 0-93 0,20 12-160 15,-20-4-88-15,-4 3 51 0,0 2-350 0,-4 1-377 16</inkml:trace>
  <inkml:trace contextRef="#ctx0" brushRef="#br0" timeOffset="72335.77">6692 9685 2756 0,'4'-8'154'0,"-4"3"19"0,0 5 18 0,4-7 3 15,-4 7-4-15,0 0-4 0,2-7-15 16,-2 7-13-16,0 0-17 0,0-7-19 0,0 7-20 15,0 0-42-15,0 0-54 0,11-1-80 16,-11 1-101-16,20 3-101 0,-8 0-154 16,6-3-154-16,0 2 58 0,9-4-338 0,16 2-347 15</inkml:trace>
  <inkml:trace contextRef="#ctx0" brushRef="#br0" timeOffset="72752.69">10898 9145 2534 0,'0'0'210'0,"0"0"-16"16,0 0-9-16,0 0 13 0,0 0 11 15,0 0-6-15,0 0-8 0,0 0-17 0,-25-11-13 16,25 11-18-16,-4-3-17 16,4 3-37-16,0 0-66 0,0 0-82 0,-5-5-103 0,5 5-88 15,0 0-115-15,0 0-231 16,-16 13 33-16,5-1 57 0,-5 11-245 0,-4 6-237 16</inkml:trace>
  <inkml:trace contextRef="#ctx0" brushRef="#br0" timeOffset="73102.57">9329 11569 2568 0,'0'0'362'0,"11"-16"3"16,-11 16 14-16,0 0 34 0,1-9 13 16,-1 9-3-16,0 0-10 0,0 0-24 0,0 0-27 15,-1-9-35-15,1 9-36 0,0 0-32 16,0 0-24-16,0 0-32 0,0 0-60 0,0 0-76 15,-7-9-106-15,7 9-114 16,0 0-119-16,7-4-142 0,-7 4-177 0,5-11-244 0,3 5 78 16,-3-5 86-16,3 0-653 0,-2-8-781 15</inkml:trace>
  <inkml:trace contextRef="#ctx0" brushRef="#br0" timeOffset="73668.84">15252 8952 4984 0,'0'0'158'0,"0"0"-53"0,0 0-4 0,10-2 6 0,-10 2-10 15,0 0-15-15,0 0-12 0,0 0-16 16,0 0-10-16,0 0-5 0,0 0-9 0,0 0-3 16,0 0-4-16,0 0-41 0,2 11-82 15,-2-11-129-15,0 10-148 0,4-5-194 16,0 0-104-16,3 0 58 0,3-5-517 0,-10 0-602 15</inkml:trace>
  <inkml:trace contextRef="#ctx0" brushRef="#br0" timeOffset="74002.42">18716 7163 3366 0,'-16'-6'49'0,"9"1"23"0,-4-2 23 0,6 0 8 15,-1 1 6-15,5 0 5 0,-1 0-2 16,0-2 0-16,2 8-12 0,0-13-9 0,0 7-11 16,0 6-7-16,0-8-43 0,0 8-71 15,0-11-79-15,0 11-83 0,4-3-93 0,-4 3-130 16,0 0-150-16,0 0 57 0,0 0-272 16,0 0-279-16</inkml:trace>
  <inkml:trace contextRef="#ctx0" brushRef="#br0" timeOffset="74418.22">19058 10899 2701 0,'0'0'256'0,"-13"0"-24"0,13 0-25 0,0 0-19 0,0 0-17 15,-15-2-17-15,15 2-7 0,0 0-15 16,0 0-11-16,-16 0-10 0,16 0-15 0,0 0-37 16,0 0-60-16,0 0-90 0,0 0-109 15,0 0-120-15,-4-7-223 0,4 7-19 16,9-14 43-16,-2 2-277 0,8-1-283 15</inkml:trace>
  <inkml:trace contextRef="#ctx0" brushRef="#br0" timeOffset="74718.83">21427 9422 2608 0,'0'0'242'0,"-14"-12"-28"15,14 12-16-15,-3-7-19 0,3 7-15 0,-4-6 3 16,4 6-11-16,0-12-12 0,0 8-9 15,0 4-14-15,-2-9-16 0,2 9-65 0,-2-8-100 16,2 8-119-16,0-8-112 0,0 8-208 16,0-6-71-16,0 6 42 0,0 0-270 0,0 0-286 15</inkml:trace>
  <inkml:trace contextRef="#ctx0" brushRef="#br0" timeOffset="88299.29">13749 5310 1277 0,'-14'0'204'0,"14"0"-19"0,-13-3-18 15,13 3 1-15,-11-5-3 16,5 3-16-16,6 2-5 0,-8-11-19 0,7 5 0 16,1 6-4-16,1-19 2 0,3 9-4 15,4-2 3-15,2-5-3 0,-1 1-1 0,1 3-24 16,3 1 1-16,-2 3-10 0,1 1-9 15,-1 4-11-15,3 2-4 0,-14 2 22 16,24 6 5-16,-10 0 12 0,-3 5 1 0,-1 4 21 16,-1 2 8-16,-1 4 1 0,-5 1 5 15,-3-2-6-15,0 4-4 0,-1 0 6 0,-5-2-4 16,2 3-11-16,3-8-9 0,-3 1-5 16,0-3-13-16,1-3-5 0,3 0 1 0,-2-5 4 15,2 3 2-15,0-10 2 16,0 14-16-16,0-14-11 0,5 5-2 0,-5-5-9 15,0 0-8-15,0 0-6 0,0 0-5 16,40-17-3-16,-29 7-6 0,7-3-7 0,5-7-33 16,1-3-36-16,1-3-31 0,5-8-24 15,2-2-22-15,-3 0 1 0,1-4 5 16,-3 5 4-16,-4 6 10 0,-4 0 8 0,-2 2 10 16,-4 1 5-16,-1 6 15 0,-4 3 5 15,-3 5 6-15,-1 2 1 0,2-1 12 0,-4 5 0 16,0-1 1-16,-2 7 9 0,0 0 0 15,0 0 3-15,0 0 9 0,0 0 2 0,0 0 2 16,-19 17 0-16,10-7 1 16,3 4 3-16,-1 1 4 0,6 1 2 0,-3-1-2 15,4-1 2-15,0-1-2 0,4-1 7 16,1 0 3-16,4 0-4 0,2 1 1 0,2-5 3 16,0-1 4-16,3 1-1 0,-3 0 0 15,5-2-1-15,-5 2 0 0,-1-3 24 16,-1 3 8-16,-4-1 21 0,0 0 19 0,1 1 3 15,-5-1 10-15,-2 2 3 0,-2-1-6 16,-4 4-1-16,-2 0-11 0,-3-1-5 0,1 0-10 16,-5 1-4-16,-1-1-1 15,3-1-7-15,-2 0-3 0,-2-3-9 0,1 0-3 0,-1 1-9 16,2-6-38-16,0 1-54 16,-1-1-51-16,1-2-77 0,3-2-82 0,-5-3-83 15,3-1-104-15,-2-5-212 0,4-1 26 16,0-3 81-16,0-2-328 0,4 0-383 0</inkml:trace>
  <inkml:trace contextRef="#ctx0" brushRef="#br0" timeOffset="88683.37">13884 4859 2434 0,'-31'2'-41'0,"-5"4"35"16,-3 5 10-16,-15 7 23 0,2 7 22 15,-4 8 21-15,4 6 20 0,-12 19 22 16,5 3 11-16,3 9 0 0,13 0 5 0,0 2 3 16,16-11-7-16,13 2 7 0,5-5-4 15,16-4-1-15,8-2-9 0,11-4-6 0,10-9-10 16,16-2-14-16,24-2-5 0,10-10-8 16,7-1-10-16,11-13-3 0,-17-5-13 0,25-10 7 15,5-4-7-15,-5-9-9 0,-4-7-3 16,-1-7-2-16,-11-9-5 0,-9-5-3 0,-11-5-4 15,-7-6 0-15,-11-4-3 0,-15-4 1 16,-16 8 14-16,-6-8-12 0,-13-2 7 16,-12-2-4-16,-14 0-2 0,-14-14-5 15,-13 5-1-15,-13 4-3 0,-8 5-7 16,-7 13 2-16,-6 12-9 0,-6 14-4 0,14 19-16 16,-4 12-22-16,-2 10-30 0,-18 12-38 15,1 10-49-15,8 6-50 0,7 5-62 0,11 1-86 16,20-7-226-16,3 0-11 0,15-1 76 15,8-2-199-15,8-7-208 0</inkml:trace>
  <inkml:trace contextRef="#ctx0" brushRef="#br0" timeOffset="89582.51">13688 5859 1959 0,'-23'8'-33'0,"-6"4"21"0,1 4 14 0,-5 1 13 0,-6 8 12 16,-6 6 15-16,7 4 8 16,-3 4 3-16,3 1 5 0,6 1-3 0,-3 2 1 15,2-2-1-15,5-2-1 0,5 3-7 16,4-9-1-16,6 0-7 0,5 0-3 0,4-6-1 15,2-3-4-15,4 0-2 0,5 7-2 16,6-2-6-16,-1-2-1 0,2-1-3 16,1-3 1-16,-1-4-5 0,-1-5 5 0,-4-3-5 15,1 0-1-15,0-1 0 0,-3-3 4 16,0 0 8-16,2 0 14 0,-4-4 7 0,-5-3 6 16,11 5 0-16,-11-5 8 0,16 2-3 15,-16-2-7-15,0 0-3 0,18-2-1 0,-18 2-6 16,0 0-7-16,16-1-2 15,-16 1-2-15,0 0-2 0,15 0-8 0,-15 0 5 16,0 0 5-16,0 0 0 0,0 0 5 16,0 0-2-16,17 0-1 0,-17 0-1 15,0 0 7-15,0 0-5 0,0 0-6 0,0 0-3 16,0 0 4-16,0 0-5 0,12 3-3 16,-12-3-7-16,0 0 2 0,0 0 5 0,0 0-6 15,0 0-4-15,0 0-4 0,0 0-1 16,0 0 4-16,0 0 0 0,0 0-8 15,0 0-47-15,0 0-55 0,0 0-59 16,0 0-76-16,12-7-117 0,-12 7-168 0,5-8 18 16,1 6-174-16,-6 2-175 0</inkml:trace>
  <inkml:trace contextRef="#ctx0" brushRef="#br0" timeOffset="90132.43">13564 6565 1902 0,'-7'-4'39'0,"7"4"20"15,-7-2 19-15,7 2 15 0,0 0 28 0,-11-4 17 16,11 4 14-16,0 0 13 0,0 0 4 16,-11-4-15-16,11 4 2 0,0 0-10 15,0 0-8-15,0 0-9 0,-10-2-10 0,10 2-13 16,0 0-8-16,0 0-6 16,0 0-11-16,0 0-9 0,0 0-16 0,0 0 0 0,0 0-5 15,0 0-5-15,2 17-3 16,4-5 0-16,-2 2-6 0,-2 1-3 0,2 3 5 0,-4 1 0 15,0-1-3-15,-4-1 0 16,2 3-1-16,-3 1 0 0,-4-3-3 0,4 1-6 0,-3-4-1 16,1-1 0-16,0 0-17 15,-2 0-47-15,-2-4-57 0,-1-2-89 0,3-1-85 16,-4 0-106-16,1-4-222 0,1 1 17 16,-3 0 59-16,3-2-241 0,2 0-252 15</inkml:trace>
  <inkml:trace contextRef="#ctx0" brushRef="#br0" timeOffset="95916.33">10736 10125 2103 0,'0'0'-21'0,"0"0"1"16,0 0 4-16,0 0-2 0,-6 7 8 16,6-7-1-16,0 0 3 0,0 0 2 0,0 0-3 15,0 0-12-15,0 0-38 16,0 0-44-16,0 0-45 0,-2 7-98 0,2-7-233 15,0 0 15-15</inkml:trace>
  <inkml:trace contextRef="#ctx0" brushRef="#br0" timeOffset="96830.64">11647 11601 1571 0,'-12'-17'102'0,"5"5"22"0,1 2 30 0,-1 1 10 0,2 0-3 16,2 4-16-16,-1 1-17 0,4 4-1 15,0 0 35-15,0 0 8 0,0 0-13 16,4 27-14-16,4-10-15 0,1 4-9 16,6 4-15-16,3 1-6 0,-1-1-11 15,3 2-8-15,-2-2-8 0,2 1-4 0,2 0-12 16,-5-4-4-16,2 2-6 0,-2 1-36 15,-4-5-62-15,1 5-70 0,-3-3-64 0,-1-3-94 16,-1-2-137-16,1 2-140 0,-5 1 42 16,4-2-193-16,-2 3-203 0</inkml:trace>
  <inkml:trace contextRef="#ctx0" brushRef="#br0" timeOffset="97247.85">11893 12827 1983 0,'0'0'107'0,"0"0"8"0,0 0-9 0,0 0-4 15,0 0 2-15,0 0 5 16,0 0 3-16,0 0-12 0,0 0-7 0,19-15-9 0,-19 15-12 16,0 0 4-16,25 9 11 15,-18-1 8-15,-1 0 4 0,-2 5 18 0,0 3 9 16,-2 2 3-16,-6 3 2 0,0 0 7 16,1 2 4-16,-6-3-5 0,6-1-8 0,-3-2-2 15,2-3-16-15,2-2-5 0,2-3-13 16,-1-1-6-16,1 2-3 0,0-10-13 15,0 9-6-15,0-9-7 0,0 0-13 0,0 0-26 16,34-13-46-16,-9-7-56 0,2-3-85 16,7-8-64-16,4-5-61 0,-2-3-60 15,0-2-52-15,2-1-75 0,0-5-86 16,-2 0 27-16,0 1-214 0,-1 3-243 0</inkml:trace>
  <inkml:trace contextRef="#ctx0" brushRef="#br0" timeOffset="97514.01">12480 12422 2134 0,'-4'-3'18'16,"4"3"23"-16,0 0 23 0,0 0 21 15,-30 15 19-15,19-3 18 0,-5 0 18 16,1 2-5-16,1 1 1 0,3 2-9 0,1-3-8 16,2 3-11-16,5-2-9 0,1-1-12 15,2-2-8-15,5 5-7 0,3-5-1 0,4 5-15 16,3-5-5-16,6 7-6 0,-2-4-7 16,5 0 1-16,-2-3-5 0,-7 0-1 0,0-2-9 15,1 2 4-15,-7-1-4 16,-2-1 2-16,-1 2 4 0,-1-2 5 0,-5 2 5 15,-5 0 7-15,-1 2 2 0,-1 3-1 16,-6-1-6-16,-3-1-3 0,-5 3-4 0,1-1-3 16,0-5-5-16,1 1-23 0,1-6-46 15,0-4-66-15,3-1-73 0,-1-4-76 0,-2-3-101 16,0-3-186-16,4-2-24 0,-2-4 68 16,7 3-184-16,-1-5-177 0</inkml:trace>
  <inkml:trace contextRef="#ctx0" brushRef="#br0" timeOffset="97880.3">12022 12151 2050 0,'-32'9'60'0,"-4"6"20"0,-12 10 28 0,-1 12 22 15,-12 22 14-15,6 9 21 0,-1 8 8 16,6 5 8-16,7 7 3 0,5 5-3 0,8 1-6 15,8 1-6-15,13-22-13 0,9-1-15 16,11-2-10-16,10-2-15 0,17 2-7 0,14-9-10 16,11-11-10-16,14-10-10 15,15-14-11-15,11-12-8 0,-13-10-43 0,27-13-74 16,2-13-18-16,-7-9-82 0,-5-6-19 16,-6-9 18-16,-8-4 14 0,-8-8 15 0,-13-7 14 15,-8-4 14-15,-16-3 21 0,-10-5 26 16,-11-8 29-16,-18 7 6 0,-11-7 12 15,-14-17 5-15,-17-5 0 0,-18 3 5 0,-20 5-5 16,-16 11-1-16,-15 13-1 0,-6 14-1 16,-10 22 2-16,-2 17-4 0,-2 16 3 0,-4 20-18 15,-3 21-31-15,-2 15-54 0,-23 33-71 16,16 12-115-16,9 11-226 0,46-27 28 0,3 8-147 16,8 3-136-16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5T03:36:29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1062 16 10085 0 0,'0'0'-447'0'0,"13"-15"13851"0"0,-12 15-13178 0 0,-1 0-1 0 0,0 0 0 0 0,0 0 1 0 0,0 0-1 0 0,0 0 1 0 0,1 0-1 0 0,-21 0 155 0 0,1 1-1 0 0,-35 6 0 0 0,0 1 333 0 0,-70 9 516 0 0,-125 36 1 0 0,236-49-1215 0 0,-8 1 8 0 0,1 1 0 0 0,0 1 1 0 0,-30 16-1 0 0,-96 47-588 0 0,144-69 593 0 0,-42 30-148 0 0,18-13 98 0 0,5-4-8 0 0,8-7 36 0 0,1 1-1 0 0,1 0 0 0 0,0 1 1 0 0,0 0-1 0 0,1 0 0 0 0,0 1 0 0 0,0 1 1 0 0,1 0-1 0 0,-13 20 0 0 0,19-26-5 0 0,-1-2 3 0 0,1 1 0 0 0,-1 1 0 0 0,1-1 0 0 0,0 0 0 0 0,1 1 0 0 0,-1-1 0 0 0,1 1 0 0 0,0 0 1 0 0,-3 8-1 0 0,-12 34-2 0 0,16-45 0 0 0,0 0 0 0 0,0 1 0 0 0,0-1 0 0 0,0 0 1 0 0,0 0-1 0 0,1 1 0 0 0,-1-1 0 0 0,1 1 0 0 0,-1-1 0 0 0,1 1 0 0 0,0 3 0 0 0,-10 54 84 0 0,7-13 353 0 0,2-40-398 0 0,0 0-1 0 0,1 0 1 0 0,-1 0 0 0 0,1 0 0 0 0,1 1 0 0 0,0-1-1 0 0,0 0 1 0 0,2 8 0 0 0,-3-14-28 0 0,14 44 39 0 0,2-7 91 0 0,-1 19-7 0 0,-15-55-118 0 0,28 51 201 0 0,4 10-155 0 0,-31-62-57 0 0,0 1 0 0 0,-1 0 0 0 0,1-1-1 0 0,0 1 1 0 0,0 0 0 0 0,0-1-1 0 0,0 1 1 0 0,0-1 0 0 0,0 1 0 0 0,0-1-1 0 0,1 0 1 0 0,-1 1 0 0 0,0-1-1 0 0,3 1 1 0 0,-3-1-3 0 0,0 0 0 0 0,0 0 0 0 0,1 0 0 0 0,-1 0 0 0 0,0 0 0 0 0,0 0-1 0 0,0 1 1 0 0,0-1 0 0 0,0 0 0 0 0,-1 1 0 0 0,1-1 0 0 0,0 0 0 0 0,0 4 0 0 0,4 4 5 0 0,0 0 1 0 0,0-1 0 0 0,1 1-1 0 0,0-1 1 0 0,0 0-1 0 0,15 13 1 0 0,-20-19 2 0 0,33 34 41 0 0,36 30 23 0 0,-67-63-50 0 0,2 2-12 0 0,0 1-1 0 0,0-1 0 0 0,0 0 0 0 0,1-1 0 0 0,0 1 0 0 0,0-1 1 0 0,0-1-1 0 0,0 1 0 0 0,14 5 0 0 0,1 1 46 0 0,12 4 22 0 0,0-1-1 0 0,0-2 1 0 0,1-1-1 0 0,65 9 1 0 0,-96-18-76 0 0,13 2 16 0 0,0-1-1 0 0,0 0 0 0 0,0-2 1 0 0,0 1-1 0 0,0-2 0 0 0,21-3 1 0 0,-25 3-9 0 0,13 0 40 0 0,54-9 47 0 0,-55 6-48 0 0,9 0 305 0 0,61-17-1 0 0,60-40 473 0 0,-121 50-727 0 0,-16 5-90 0 0,1-1 0 0 0,-1 0-1 0 0,-1-1 1 0 0,20-13 0 0 0,15-6-9 0 0,32-17 0 0 0,-68 35 0 0 0,1 1 0 0 0,-3 1 0 0 0,-3-1 0 0 0,3-1 0 0 0,-1-2 0 0 0,1 1 0 0 0,-3-2 0 0 0,-1 2 0 0 0,-2-1 0 0 0,2-1 0 0 0,-2 1 0 0 0,-1 1 0 0 0,1-1 0 0 0,-1-1 0 0 0,-3-2 0 0 0,2 0 0 0 0,12-31 0 0 0,-7 9 0 0 0,-7 20 0 0 0,0 1 0 0 0,-2 0 0 0 0,-1 1 0 0 0,0-1 0 0 0,0-2 0 0 0,0 0 0 0 0,0 0 0 0 0,0 0 0 0 0,0 2 0 0 0,0-9 0 0 0,0 24 0 0 0,-4-3 0 0 0,-9-48 0 0 0,8 36 0 0 0,-2-10 0 0 0,8 27 0 0 0,-34-67 0 0 0,26 50 0 0 0,-2 2 0 0 0,0-1 0 0 0,-1 0 0 0 0,0 1 0 0 0,-1 0 0 0 0,-20-17 0 0 0,3 4 0 0 0,-76-62 0 0 0,101 84 0 0 0,-44-25 0 0 0,29 19 0 0 0,1 1 0 0 0,-1 0 0 0 0,-1 2 0 0 0,1 0 0 0 0,-1 1 0 0 0,-33-6 0 0 0,-15 6 0 0 0,-43-3 0 0 0,89 8 0 0 0,-1 0 0 0 0,0 0 0 0 0,0 1 0 0 0,6-2-285 0 0,11 3-813 0 0,1 0 0 0 0,0 0 1 0 0,0 0-1 0 0,0 1 0 0 0,0 0 1 0 0,0 0-1 0 0,0 0 0 0 0,-5 3 1 0 0,-13 10-9657 0 0,12-5 761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5T03:36:40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825 175 15945 0 0,'0'0'-946'0'0,"8"-14"12388"0"0,-11 13-11372 0 0,0 0-1 0 0,-1 0 0 0 0,1 0 1 0 0,-1 0-1 0 0,1 0 1 0 0,-1 1-1 0 0,1-1 0 0 0,-1 1 1 0 0,1 0-1 0 0,-1 0 1 0 0,1 1-1 0 0,-6 0 1 0 0,-47 18 171 0 0,44-15-77 0 0,-46 12 323 0 0,42-13-352 0 0,-1 1 1 0 0,2 1-1 0 0,-1 0 0 0 0,-15 8 1 0 0,8-2 158 0 0,-42 14 1 0 0,45-18-148 0 0,1 0 0 0 0,0 2 1 0 0,-30 17-1 0 0,-25 14 273 0 0,45-26-214 0 0,-51 35 1 0 0,19-1-81 0 0,49-38-109 0 0,-34 41 11 0 0,37-39-26 0 0,0 0 1 0 0,1 0-1 0 0,-11 25 1 0 0,16-32 6 0 0,-4 4-17 0 0,5-4 12 0 0,0 0 0 0 0,1 0 0 0 0,0 0 0 0 0,0 0 0 0 0,0 0 0 0 0,0 1 1 0 0,1-1-1 0 0,0 0 0 0 0,0 1 0 0 0,0-1 0 0 0,1 0 0 0 0,0 0 0 0 0,0 1 1 0 0,0-1-1 0 0,0 0 0 0 0,1 0 0 0 0,3 6 0 0 0,-3 3 17 0 0,-1-11-17 0 0,-1 1 0 0 0,1-1 0 0 0,0 0-1 0 0,0 1 1 0 0,0-1 0 0 0,0 0 0 0 0,1 1-1 0 0,-1-1 1 0 0,1 0 0 0 0,0 0-1 0 0,2 3 1 0 0,19 32 44 0 0,-15-23-31 0 0,1-1 0 0 0,0 0-1 0 0,14 16 1 0 0,32 30-20 0 0,-38-43 70 0 0,1-1 0 0 0,0-1 0 0 0,1 0 0 0 0,1-1 1 0 0,0-1-1 0 0,1-1 0 0 0,1-1 0 0 0,0-1 0 0 0,0-1 0 0 0,1 0 0 0 0,0-2 0 0 0,0-1 0 0 0,1-1 0 0 0,24 3 0 0 0,-32-6-35 0 0,25 5 90 0 0,0-2 0 0 0,51 0 0 0 0,24-5-117 0 0,-88-2-5 0 0,-2 2 0 0 0,-2-1 0 0 0,1-1 0 0 0,0 2 0 0 0,0-1 0 0 0,-4 0 0 0 0,1 0 0 0 0,2 2 0 0 0,-6 0 0 0 0,4-2 0 0 0,0 0 0 0 0,-1-2 0 0 0,-6 0 0 0 0,4 0 0 0 0,4 1 0 0 0,-5-1 0 0 0,-1 0 0 0 0,3-1 0 0 0,-5 0 0 0 0,3 0 0 0 0,-2 1 0 0 0,0-2 0 0 0,-2 1 0 0 0,0-3 0 0 0,0 0 0 0 0,-2 2 0 0 0,-1-2 0 0 0,0 0 0 0 0,1 0 0 0 0,2 2 0 0 0,-1-2 0 0 0,-2 0 0 0 0,0 0 0 0 0,-1-1 0 0 0,-1-1 0 0 0,-1 1 0 0 0,1-1 0 0 0,0 0 0 0 0,-1 0 0 0 0,0-2 0 0 0,4-3 0 0 0,-10 9 0 0 0,17-28 0 0 0,-14 22 0 0 0,-1-1 0 0 0,-1 1 0 0 0,1 2 0 0 0,-1-2 0 0 0,0-1 0 0 0,0 1 0 0 0,-2-2 0 0 0,1-3 0 0 0,-2 1 0 0 0,-1-2 0 0 0,-14-49 0 0 0,-3 4 0 0 0,1 2 0 0 0,11 44 0 0 0,-36-110 0 0 0,36 111 0 0 0,0 3 0 0 0,2-2 0 0 0,1 2 0 0 0,-1-1 0 0 0,-2 0 0 0 0,0 0 0 0 0,0 1 0 0 0,-1 0 0 0 0,1-2 0 0 0,2 2 0 0 0,-2 0 0 0 0,-3-3 0 0 0,2 4 0 0 0,-2-2 0 0 0,-1 0 0 0 0,0 0 0 0 0,1 4 0 0 0,1 0 0 0 0,-5 1 0 0 0,4-1 0 0 0,-3 3 0 0 0,0-2 0 0 0,1 1 0 0 0,-1 0 0 0 0,-1 0 0 0 0,-3-1 0 0 0,-2 2 0 0 0,4 0 0 0 0,1-2 0 0 0,-2 2 0 0 0,1 0 0 0 0,-3 0 0 0 0,4-2 0 0 0,-3 2 0 0 0,-23-9 0 0 0,-16-2 0 0 0,-32 0 0 0 0,-37 0 0 0 0,84 11 0 0 0,17 4 0 0 0,-5 4 0 0 0,4-2 0 0 0,1 3 0 0 0,-71 11 0 0 0,79-10 0 0 0,2 0 0 0 0,-2 0 0 0 0,-15 1-66 0 0,28-4-537 0 0,-5 20-20095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5T03:36:45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1235 43 15597 0 0,'0'0'-788'0'0,"15"-5"18705"0"0,-39-8-17876 0 0,-1 4-41 0 0,4 5 0 0 0,-3 3 0 0 0,4-2 0 0 0,-1-1 0 0 0,-5 1 0 0 0,1 2 0 0 0,-8 1 0 0 0,1 1 0 0 0,-77 7 0 0 0,27 0 0 0 0,8 1 0 0 0,47-6 0 0 0,11-2 0 0 0,0 1 0 0 0,0 1 0 0 0,0 0 0 0 0,0 1 0 0 0,1 1 0 0 0,-30 13 0 0 0,-18 6 0 0 0,14-3 0 0 0,-1 6 0 0 0,30-18 0 0 0,-16 13 0 0 0,-61 50 0 0 0,81-62 0 0 0,4-3 0 0 0,0 3 0 0 0,1-2 0 0 0,0 2 0 0 0,1 1 0 0 0,0-1 0 0 0,0 1 0 0 0,1 0 0 0 0,-1 0 0 0 0,0-1 0 0 0,-1 3 0 0 0,3-3 0 0 0,-1-1 0 0 0,-1 2 0 0 0,1 0 0 0 0,0-1 0 0 0,2 3 0 0 0,0-1 0 0 0,0 0 0 0 0,-1 1 0 0 0,0-3 0 0 0,0 3 0 0 0,1-3 0 0 0,1 1 0 0 0,2 3 0 0 0,1 1 0 0 0,0-1 0 0 0,3-3 0 0 0,-1 1 0 0 0,-3 2 0 0 0,2-2 0 0 0,2 0 0 0 0,0 4 0 0 0,0-1 0 0 0,0-2 0 0 0,1 2 0 0 0,14 55 0 0 0,-12-63 0 0 0,10 39 0 0 0,3-1 0 0 0,33 67 0 0 0,-40-93 0 0 0,0 1 0 0 0,2-1 0 0 0,0-1 0 0 0,1 0 0 0 0,1-1 0 0 0,1 0 0 0 0,0-1 0 0 0,1 0 0 0 0,1-1 0 0 0,0-1 0 0 0,34 22 0 0 0,-34-30 0 0 0,-1 0 0 0 0,1-1 0 0 0,0-1 0 0 0,0 0 0 0 0,24 2 0 0 0,2-2 0 0 0,-39-4 0 0 0,49-4 0 0 0,-30 2 0 0 0,0 1 0 0 0,16-1 0 0 0,64-12 0 0 0,-47 2 0 0 0,-35 8 0 0 0,-2 0 0 0 0,-1 2 0 0 0,0 0 0 0 0,1-1 0 0 0,56-14 0 0 0,-5 0 0 0 0,-54 14 0 0 0,3 0 0 0 0,-2 0 0 0 0,-1-1 0 0 0,0-1 0 0 0,0 0 0 0 0,27-15 0 0 0,-28 13 0 0 0,53-24 0 0 0,-52 23 0 0 0,1 0 0 0 0,26-19 0 0 0,14-11 0 0 0,-46 30 0 0 0,0-1 0 0 0,-1 1 0 0 0,1-1 0 0 0,-1 0 0 0 0,65-78 0 0 0,-63 74 0 0 0,2-3 0 0 0,-2 0 0 0 0,0-1 0 0 0,13-27 0 0 0,-20 35 0 0 0,2-4 0 0 0,-2 0 0 0 0,1 0 0 0 0,-4-2 0 0 0,2 1 0 0 0,0-1 0 0 0,-2-1 0 0 0,0 3 0 0 0,-2-4 0 0 0,0-1 0 0 0,1 4 0 0 0,1 0 0 0 0,1-1 0 0 0,-2-3 0 0 0,0 5 0 0 0,0-2 0 0 0,0-3 0 0 0,0 2 0 0 0,-2 1 0 0 0,1-1 0 0 0,1 1 0 0 0,0-2 0 0 0,-1 1 0 0 0,-4 2 0 0 0,-2-1 0 0 0,1 4 0 0 0,0 0 0 0 0,0 1 0 0 0,-1 0 0 0 0,-1 0 0 0 0,1 1 0 0 0,-1 0 0 0 0,-18-15 0 0 0,3 9 0 0 0,0 2 0 0 0,-1 0 0 0 0,-26-9 0 0 0,30 14 0 0 0,-2 2 0 0 0,2 0 0 0 0,1 1 0 0 0,0 3 0 0 0,-3 4 0 0 0,-57 15-2767 0 0,52-9-4101 0 0,-2 3-5015 0 0,10-4 2490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5T03:36:49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46 14981 0 0,'0'0'-1015'0'0,"-7"-11"-249"0"0,-3 7 1628 0 0,2 2 1102 0 0,1-1 0 0 0,0 0 0 0 0,0-1-1 0 0,-13-8 1 0 0,18 10 394 0 0,-9-1-1519 0 0,9 1 826 0 0,11 3 6068 0 0,473 93-5388 0 0,-137-20-1925 0 0,-328-71 78 0 0,6 1 0 0 0,0-1 0 0 0,1-1 0 0 0,36-2 0 0 0,-43-1 0 0 0,55 5 0 0 0,7 1 0 0 0,-52-2 0 0 0,2 0 0 0 0,-1-2 0 0 0,-2 1 0 0 0,0 1 0 0 0,2 0 0 0 0,-2-1 0 0 0,2-1 0 0 0,-2 2 0 0 0,1 0 0 0 0,-14-2 0 0 0,16 7 0 0 0,14 0 0 0 0,5 0 0 0 0,25-1 0 0 0,4 3 0 0 0,-9 2 0 0 0,128 28 0 0 0,-21-5 0 0 0,-79-6 0 0 0,-37-14 0 0 0,6 4 0 0 0,9 5 0 0 0,127 39 0 0 0,-149-46 0 0 0,-34-12 0 0 0,-1-1 0 0 0,0 1 0 0 0,0 1 0 0 0,-3 0 0 0 0,0 0 0 0 0,2 0 0 0 0,-59-32 0 0 0,1-1 0 0 0,-41-35 0 0 0,33 24 0 0 0,-82-49 0 0 0,111 75 0 0 0,-95-50 0 0 0,180 119 0 0 0,199 102 0 0 0,-243-143 0 0 0,-17-10 0 0 0,-3-3 0 0 0,0 12 0 0 0,-2-8 0 0 0,0 1 0 0 0,0 0 0 0 0,-1-1 0 0 0,0 0 0 0 0,-1 0 0 0 0,0 0 0 0 0,0 0 0 0 0,0-1 0 0 0,-8 9 0 0 0,-55 57 0 0 0,37-41 0 0 0,-147 136 0 0 0,4-4 0 0 0,169-156 0 0 0,-24 23 0 0 0,17-21 0 0 0,2-3 0 0 0,0 2 0 0 0,1-1 0 0 0,-3 1 0 0 0,2-2 0 0 0,-3-1-426 0 0,10-4-1936 0 0,-9-1-4424 0 0,-2 0-164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5T03:36:20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87 2764 0 0,'-65'-31'6914'0'0,"63"30"-5761"0"0,-23-12 4059 0 0,6 4 2541 0 0,18 8-7322 0 0,0 0 1 0 0,-1 0 0 0 0,1 0-1 0 0,0 0 1 0 0,0 0 0 0 0,0 0 0 0 0,0-1-1 0 0,0 1 1 0 0,0 0 0 0 0,0-1-1 0 0,0 1 1 0 0,1-1 0 0 0,-2-2 0 0 0,0-9-822 0 0,3 15 387 0 0,0 0-1 0 0,0 0 1 0 0,0 0-1 0 0,0 0 1 0 0,0 0-1 0 0,0-1 1 0 0,0 1-1 0 0,1-1 1 0 0,-1 1-1 0 0,1-1 1 0 0,-1 1-1 0 0,3 0 1 0 0,-1 2-4 0 0,80 108 28 0 0,86 151 1 0 0,-68-99 256 0 0,51 71 1148 0 0,-143-221-1240 0 0,21 22 277 0 0,-29-35-552 0 0,1 5 810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5T03:36:21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57 273 13105 0 0,'-3'-1'-348'0'0,"-21"-6"301"0"0,22 7 733 0 0,-15-6 266 0 0,7 4 158 0 0,10 5 1818 0 0,44 27-2195 0 0,2-3-1 0 0,0-1 1 0 0,2-2-1 0 0,1-2 0 0 0,0-3 1 0 0,2-2-1 0 0,97 21 1 0 0,-141-37-670 0 0,-1 0 1 0 0,0 0-1 0 0,1 0 1 0 0,-1-1-1 0 0,1 0 1 0 0,0 0-1 0 0,-1-1 1 0 0,1 1-1 0 0,-1-2 1 0 0,0 1-1 0 0,1-1 1 0 0,-1 0-1 0 0,6-2 1 0 0,-8 1-36 0 0,0 1 0 0 0,-1 0 0 0 0,1-1 0 0 0,-1 0 0 0 0,1 0 0 0 0,-1 0 0 0 0,0 0-1 0 0,-1 0 1 0 0,1-1 0 0 0,0 1 0 0 0,-1-1 0 0 0,0 0 0 0 0,0 0 0 0 0,0 0 0 0 0,0 0 0 0 0,-1 0 0 0 0,0 0 0 0 0,1 0 0 0 0,0-8 0 0 0,5-45-193 0 0,-1 1 1 0 0,-4-1 0 0 0,-2 0 0 0 0,-10-81-1 0 0,8 125-1233 0 0,-14 22-15580 0 0,15-7 17889 0 0,-2 3-6462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5T03:36:5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6 22510 0 0,'0'0'7651'0'0,"-5"-1"-7508"0"0,-16-3-17 0 0,16 3-7 0 0,-1 3-11 0 0,-6 3-47 0 0,0 1 0 0 0,0 0 1 0 0,1 1-1 0 0,0 0 0 0 0,1 1 0 0 0,0 0 1 0 0,0 1-1 0 0,0 0 0 0 0,1 0 1 0 0,-8 11-1 0 0,15-16 36 0 0,0 0 0 0 0,0-1 0 0 0,1 1 0 0 0,0 0 0 0 0,-1 0 0 0 0,1 0 0 0 0,1 0 0 0 0,-1 0-1 0 0,0 0 1 0 0,1 0 0 0 0,0 7 0 0 0,0-11-89 0 0,1 0 0 0 0,-1 1 0 0 0,0-1 0 0 0,1 1 0 0 0,-1-1-1 0 0,1 1 1 0 0,-1-1 0 0 0,0 0 0 0 0,1 1 0 0 0,-1-1 0 0 0,1 0-1 0 0,-1 0 1 0 0,1 1 0 0 0,-1-1 0 0 0,1 0 0 0 0,-1 0 0 0 0,1 0-1 0 0,-1 0 1 0 0,1 1 0 0 0,0-1 0 0 0,-1 0 0 0 0,1 0 0 0 0,-1 0-1 0 0,1 0 1 0 0,-1 0 0 0 0,1 0 0 0 0,-1 0 0 0 0,2-1 0 0 0,32-13 37 0 0,-20 0-45 0 0,-11 8 0 0 0,-2 3 0 0 0,1 0 0 0 0,-1-1 0 0 0,0 1 0 0 0,0 0 0 0 0,0-1 0 0 0,0 1 0 0 0,-1-1 0 0 0,1 1 0 0 0,-1-6 0 0 0,0-9 0 0 0,-3-2 0 0 0,-4 6 0 0 0,-7 5 0 0 0,-8 6 0 0 0,0 3-209 0 0,17 0-930 0 0,14 26-28424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3:25:54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23825 2673 1051 0,'0'-5'413'0,"0"5"-59"0,0 0-13 16,1-10-8-16,-1 10 1 0,0-12-14 15,0 12-6-15,0-7-9 0,0 7 32 0,0-9-3 16,0 9 12-16,2-9-2 0,-2 9-3 16,4-7-11-16,-4 7-23 0,0 0-29 0,0 0-26 15,0 0-28-15,0 0 2 16,0 0 9-16,0 0-9 0,7 26-12 0,-3-6-16 0,1 1-13 15,-2 4-136-15,-1 0-49 16,2 1 0-16,-2-1 0 0,1 11 0 0,-3-8 0 16,2-3 0-16,-2 0 0 0,0-2 0 15,-2-1 0-15,2-4 0 0,0 3 0 16,-3-4 0-16,1-2 0 0,-2 3 0 0,2-5 0 16,1-3 0-16,-3 1 0 0,-1-3 0 15,3-4 0-15,2-4-266 0,-5 3-354 0,5-3-108 16,0 0-188-16,-6-17 79 0,6 5 98 15,0-1-650-15,2-5-843 0</inkml:trace>
  <inkml:trace contextRef="#ctx0" brushRef="#br0" timeOffset="332.8">23752 2576 3973 0,'-4'-11'-35'0,"2"1"61"0,4-3 44 0,-2 7 34 15,4-3 25-15,0 0 14 0,5 3 3 16,4-1 9-16,3 0-2 0,5 4 2 0,0 1-9 16,4 5-27-16,11 2 0 0,1 7-8 15,8 7-6-15,-4 5-8 0,2 4-9 16,-5 5-2-16,-6 2 0 0,-3 2-7 16,-4 5 1-16,-10-1 21 0,-5-5 44 15,-7 3 5-15,-4 2 9 0,-13 5 1 0,-7 1-19 16,-5-2-9-16,-5-4-7 0,-6 2-14 15,-1-7-6-15,-1-2-17 0,-4-2-8 0,1-5-8 16,12-7-5-16,-1-2-10 0,3-6-5 16,3-2-8-16,6-3-32 0,2-6-47 0,2-2-52 15,-1-3-53-15,3-4-57 0,1-1-57 16,3-1-74-16,4-5-95 0,-1-1-110 0,1 1-172 16,4-2-76-16,2-1 61 0,2 1-550 15,5-1-729-15</inkml:trace>
  <inkml:trace contextRef="#ctx0" brushRef="#br0" timeOffset="1000.23">24831 2553 3361 0,'0'0'-40'0,"17"0"60"0,-17 0 56 0,17-4 50 0,-17 4 39 16,16-2 28-16,-9 1 16 0,2-3 14 16,-9 4 1-16,20-6 0 0,-13 2-8 0,2-1-16 15,1 0-3-15,0 0-7 0,-1-2-2 16,-4 0-14-16,4-1-2 0,-4-1-4 16,1-1-13-16,-3-2-11 0,-1 0-15 0,-2-2-14 15,0 0-11-15,-2-1-14 16,-3 1-9-16,-2 4-12 0,-4 1-9 0,-2 2-3 15,-3 6-8-15,-5-1-5 0,-6 5-9 16,-13 5 0-16,-6 10-6 0,1 1 2 0,0 8-7 16,7 1 0-16,4 4-1 0,13-6-7 15,2 2 0-15,7 1-2 0,7-4 0 0,5-3 1 16,5 1 0-16,9 6 3 0,8-2-10 16,11 6 10-16,4-4-8 0,1 2 2 0,0-2 5 15,-1-2 11-15,-2 2 16 0,-7-7 23 16,-3 2 26-16,-2 0 17 0,-5-2-18 15,-3 2-92-15,-8-2 0 0,-3-1 0 16,-4-4 0-16,-8 1 0 0,-5 9 0 16,-4-2 0-16,-4-4 0 0,-5-3 0 0,-8 1 0 15,2-1 0-15,-2-5 0 0,-6 1 0 16,2-3 0-16,-2-3 0 0,2-1 0 0,7-4 0 16,4-1 0-16,7 0 0 0,-7 0 0 15,8-1 0-15,1 1 0 0,4 1 0 0,-8 4-348 16,4 2-676-16,-1 1 82 0,-5 10 95 15,-1 3-864-15,5 6-1144 0</inkml:trace>
  <inkml:trace contextRef="#ctx0" brushRef="#br0" timeOffset="1384.79">23353 4570 4552 0,'-1'-21'60'0,"-3"4"52"0,0 5 45 16,4 1 41-16,-2 1 67 0,2 3 33 15,0 7 2-15,0-12-19 0,0 12-6 16,0 0 33-16,0 0 7 0,0 0-20 15,11 22-21-15,-2-3-11 0,-2 13-25 0,1-1-238 16,-5 4 0-16,5-2 0 0,-4 1 0 16,0-3 0-16,0-7 0 0,-3 1 0 0,-1-4 0 15,2-1 0-15,-2-2 0 0,2-2 0 16,-2-2 0-16,-2-2 0 0,4-3 0 0,-4-1 0 16,2 0 0-16,0-8 0 0,-3 7 0 15,3-7 0-15,0 0 0 0,0 0-607 16,-16-15-140-16,7 2-164 0,-1-3 79 0,-2-13 86 15,0 0-733-15,0-5-926 0</inkml:trace>
  <inkml:trace contextRef="#ctx0" brushRef="#br0" timeOffset="1747.59">23097 4332 3854 0,'-24'4'-61'15,"3"2"59"-15,-7 11 51 0,-3 5 65 16,-9 11 53-16,3 9 48 0,-1 8 29 15,-10 15 26-15,4 4 17 0,5 1-1 0,15-10-14 16,7 0-14-16,4 2-11 0,6-2-13 16,7-14-18-16,11 9-18 0,1-5-17 0,12-6-16 15,4-3-14-15,10-6-14 16,8-10-7-16,7-2-11 0,2-10-11 0,3-6-11 16,-7-9-12-16,14-6-7 0,2-4-7 15,1-7-50-15,-3-6-21 0,-2-4 0 0,9-10 0 16,-20 3 0-16,-5-2 0 0,-4-3 0 15,-7-5 0-15,-8-5 0 0,-5-6 0 0,-8-6 0 16,-7-1 0-16,-10-1 0 0,-9 4 0 16,-12 8 0-16,-6 5 0 0,-9 10 0 0,-8 3 0 15,-5 8 0-15,-2 7 0 0,-5 6 0 16,3 7 0-16,8 2 0 0,1 1 0 0,11 4 0 16,-4 4 0-16,6 4 0 0,7 1-214 15,8 0-376-15,3 4-136 0,7-1-173 16,4 0 79-16,4 3 85 0,8-3-696 15,7 10-881-15</inkml:trace>
  <inkml:trace contextRef="#ctx0" brushRef="#br0" timeOffset="2049.27">24632 4381 4368 0,'-11'-16'209'0,"2"6"35"0,1 1 26 0,2 5 15 15,0 0 21-15,6 4 26 0,0 0-8 0,-13 16-9 16,12 1-13-16,-3 10-19 0,1 10-20 16,3 6-27-16,0 0-18 0,3 3-20 0,-1 0-160 15,0-2-38-15,-1-1 0 0,1-4 0 16,-2-3 0-16,2-5 0 0,-2-7 0 0,-2-4 0 15,0-3 0-15,1 0 0 0,-1-5 0 16,0 1 0-16,2-5-227 0,0-2-279 0,0-6-102 16,0 0-126-16,0 0-112 0,0 0 73 15,5-21-756-15,-1 3-975 0</inkml:trace>
  <inkml:trace contextRef="#ctx0" brushRef="#br0" timeOffset="2248.21">24334 4364 4558 0,'-14'-5'121'0,"6"3"49"0,8 2 57 16,-14-5 55-16,11 3 14 0,3 2-8 0,0 0-15 15,0 0 5-15,0 0-22 0,0 0-24 16,32-4-23-16,-5 4-23 0,3-1-19 0,15 1-47 16,0-3-68-16,-1 0-120 0,3 3-121 15,0-1-129-15,-6 1-148 0,2 1-184 16,-11 2-203-16,-10 0 73 0,1 2 89 15,-5 7-567-15,-7 3-720 0</inkml:trace>
  <inkml:trace contextRef="#ctx0" brushRef="#br0" timeOffset="2749.2">24888 4775 3397 0,'-9'3'190'0,"2"1"40"0,7-4 30 15,-7 5 15-15,7-5 17 16,0 0 8-16,0 0 19 0,0 0 2 0,0 0-11 16,0 0-21-16,17 10-27 0,-6-8-26 15,-11-2-25-15,24 0-21 0,-12 0-20 0,1 2-15 16,-13-2-12-16,20-2-13 0,-20 2-13 16,17 0-2-16,-17 0-16 0,17-3-8 15,-10-2-11-15,0-1-71 0,-3-2-9 0,-3-3 0 16,-1-2 0-16,0-1 0 0,0-3 0 15,-5 0 0-15,1 1 0 0,-1 1 0 0,-6 0 0 16,0 2 0-16,-1 3 0 0,1-1 0 16,-2 7 0-16,-1 0 0 0,2 3 0 0,-2 1 0 15,14 0 0-15,-24 3 0 16,14 1 0-16,0-2 0 0,10-2 0 0,-5 6 0 0,5-6 0 16,0 0 0-16,0 0 0 15,39-1 0-15,-3-6 0 0,2 0 0 0,-1 0 0 16,1-1 0-16,-7 6 0 0,-6-1 0 15,-7 0 0-15,2 3 0 0,-8 3 0 0,8 0 0 16,-6-1 0-16,1 6 0 0,-4 2 0 16,1-1 0-16,-1 1 0 0,-4 2 0 15,1 2 0-15,2-1 0 0,-3-1 0 0,0 2 0 16,2-2 0-16,-6 0 0 0,3-2 0 16,-1 2 0-16,-3-3 0 0,4-1 0 15,-1-1 0-15,-4-2 0 0,3 2 0 16,0-1-610-16,-1-2-239 0,-3-4-62 0,8 4 83 15,-8-4-870-15,12-2-1133 0</inkml:trace>
  <inkml:trace contextRef="#ctx0" brushRef="#br0" timeOffset="3131.28">25528 4532 4400 0,'-2'-12'39'0,"0"3"74"0,2 2 50 15,0 7 28-15,0-8 37 0,0 8 21 0,0 0 1 16,0 0 20-16,0 0 1 0,0 0-9 15,0 0-19-15,24 22-22 0,-17-6-17 16,-3-1-16-16,-1 6-19 0,1-3-17 16,-4 3-11-16,0 0-15 0,0-3-11 0,-6 5-6 15,1-3-22-15,-2 1-87 0,-4-1 0 16,-2-3 0-16,1 0 0 0,0-1 0 0,-3-1 0 16,-1-3 0-16,-2-3 0 0,6-2 0 15,-3-2 0-15,1-5 0 0,14 0 0 0,-23-6 0 16,15-7 0-16,3-6 0 0,5-7 0 15,2-11 0-15,3-4 0 0,4 5 0 0,5 3 0 16,-1 2 0-16,3 6 0 0,-3 5 0 16,-1 5 0-16,-1 7 0 0,0-1 0 15,1 4 0-15,1 1 0 0,-1 4 0 16,3 2 0-16,-1 1 0 0,0 2 0 16,6 4 0-16,-3 0 0 0,0 3 0 0,0-1 0 15,-3-1 0-15,-2 1-91 0,1-1-320 16,-4 2-125-16,-4-1-117 0,-1-1-167 0,-2 1 1 15,-4 1 83-15,2-2-667 0,0-1-855 16</inkml:trace>
  <inkml:trace contextRef="#ctx0" brushRef="#br0" timeOffset="3431.23">25682 4538 3986 0,'-1'-14'121'0,"-3"1"66"0,2 4 39 16,0 4 47-16,2 5 46 0,-2-10 14 15,2 10-14-15,0 0 16 0,0 0 26 16,0 0 6-16,0 0-23 0,21 15-28 0,-11-1-21 15,3 0-22-15,1 3-137 0,-3 3-136 16,3 3 0-16,0-4 0 0,-3-3 0 16,3 1 0-16,-3-4 0 0,-1-1 0 0,-2-2 0 15,-1-1 0-15,1-2 0 0,-5-2 0 16,6-1 0-16,-9-4 0 0,16 0 0 0,-16 0 0 16,22-7 0-16,-11 0 0 0,3-4 0 15,-3-4 0-15,2-2 0 0,2-12 0 0,0-3 0 16,-1 1 0-16,1-6 0 0,-3-1 0 15,-1 2 0-15,-2 4 0 0,-4 10 0 0,-2 2 0 16,1 9 0-16,-4 0-38 16,0 7-602-16,-2-2-126 0,2 6-144 0,-10-6 69 15,10 6-858-15,0 0-1134 0</inkml:trace>
  <inkml:trace contextRef="#ctx0" brushRef="#br0" timeOffset="3897.58">26176 4403 4561 0,'0'0'-71'0,"-11"3"57"0,11-3 25 16,-8 6 54-16,8-6 46 0,0 0 34 16,-2 6 31-16,2-6 14 0,0 0 14 15,0 0-33-15,17 9-3 0,-17-9-7 0,18 2-11 16,-18-2-7-16,20 0 8 0,-20 0-7 15,19-2-9-15,-9 0 4 0,-10 2-2 0,17-3 1 16,-9-1 0-16,-8 4-1 0,15-5 1 16,-7 2-7-16,-1-2-10 0,0 0-11 0,2 0-11 15,-4-2-9-15,3 0-5 0,-5 0-10 16,1-2-23-16,3 3-52 0,-6-3 0 0,-1 1 0 16,0 8 0-16,0-14 0 0,-1 7 0 15,-8 2 0-15,9 5 0 0,-20-3 0 16,0 7 0-16,-3 4 0 0,-9 3 0 15,2 7 0-15,-3-1 0 0,6 5 0 0,2-1 0 16,5 6 0-16,4-2 0 0,5 0 0 16,8-5 0-16,1-1 0 0,2 0 0 15,4-1 0-15,-1-1 0 0,6 2 0 0,4-1 0 16,-1-4 0-16,6-3 0 0,0 2 0 16,4-8 0-16,1 2 0 0,-1-4 0 0,-1-2 0 15,0-1 0-15,-2 0 0 0,-2-4 0 16,3 4 0-16,-3-4 0 0,-4 1 0 0,4-1 0 15,-1 1-458-15,-2 0-166 0,-1-1-195 16,-4-1-60-16,2 2 87 0,-3 3-779 0,-8 0-1013 16</inkml:trace>
  <inkml:trace contextRef="#ctx0" brushRef="#br0" timeOffset="5047.39">26796 4383 4225 0,'0'0'-61'0,"3"-12"65"0,-3 12 39 0,-1-12 48 16,1 3 34-16,-4 1 25 0,-3 0 19 16,5 2 2-16,-3-1-8 0,-4 2-11 15,0 0-17-15,-5 3-9 0,14 2-7 0,-35 4-3 16,1 6-7-16,4 3-9 0,-3 3-10 16,5 0-5-16,1 4-10 0,4-2-6 0,6 0-6 15,5-3-5-15,7-1 3 0,1 3 13 16,8 0-7-16,1 2 9 0,15 3 14 0,1 0 10 15,5-1-12-15,2 0 0 16,6-4-2-16,-7 2 2 0,-2-2 17 0,0-2 9 16,-3-1 9-16,-10-4 16 0,2-1 15 0,-6 0 25 15,-3-3 3-15,1 3-182 16,-6-1 0-16,0 1 0 0,-6-1 0 0,1 1 0 16,-6 0 0-16,-1-1 0 0,1-1 0 15,-3 0 0-15,1 0 0 0,-3-1 0 0,5-4 0 16,-2 0 0-16,-1-2 0 0,1 0 0 15,1-3 0-15,-3-4 0 0,3-2 0 0,3-5 0 16,2-3 0-16,3 4-139 0,2-3-584 16,8 1-150-16,-2-1-32 0,5-2 98 0,3 1-806 15,8-6-1054-15</inkml:trace>
  <inkml:trace contextRef="#ctx0" brushRef="#br0" timeOffset="5614.31">27056 4420 4430 0,'9'-3'15'0,"-4"0"35"15,-5 3 7-15,0 0 27 0,0 0 61 16,0 0 52-16,13 15 12 0,-13-7 18 0,0 3-2 16,-4 1-9-16,1 3-10 15,-3 5-1-15,-1-3-11 0,-7 9-11 0,3-5-14 0,-9 2-15 16,6 0-14-16,-8-3-13 0,1 0-15 16,4-6-8-16,4-5-10 0,1 0-4 0,0-5-11 15,5-2-17-15,7-2-18 16,0 0-11-16,-17-19 0 0,17 5-9 0,4-11-2 15,5-10 1-15,4 2-7 0,3 0 0 16,-1 4-1-16,1 4-7 0,-4 6 2 16,-1 5-4-16,-2 2-3 0,2 4 2 0,1 3 11 15,-1 3 4-15,3 0 3 0,1 4-1 16,0 1-1-16,4 2-4 0,4 2 3 0,-2 0-3 16,-1 0-17-16,4-3-1 15,-1 2 1-15,2 1 0 0,-3-5 3 0,-1 1-3 0,0-4-1 16,2-1-3-16,1-3-4 0,0-5-6 15,2-2-6-15,-1-7-2 0,0-5-17 0,-6-5-10 16,4-7-15-16,-6-11-23 16,0-3-5-16,-1-6-13 0,-5-6-8 0,-4-4 4 15,-3-5 2-15,0-1-1 0,-8 3 13 16,-2 7 13-16,-1 11 22 0,0 14 15 16,-4 7 7-16,2 15 18 0,-4 11 40 0,-1 11 57 15,-6 15 40-15,-3 18 42 0,5 12 56 16,5 9 27-16,13 10 22 0,2 4-75 0,9 20-189 15,11-7 0-15,-1-1 0 0,6-3 0 16,-3-23 0-16,-3-4 0 0,0-5 0 0,-1-7 0 16,0-3 0-16,-3-12 0 0,-4-2 0 15,0-8 0-15,-1-6 0 0,-1-2 0 0,1-2 0 16,-2-3 0-16,-1-2 0 16,-4-1 0-16,4-2 0 0,-9-2 0 0,11 1 0 15,-11-1 0-15,0 0 0 0,0 0-598 16,0 0-406-16,0 0 97 0,-38-1-1025 0,7-1-1354 15</inkml:trace>
  <inkml:trace contextRef="#ctx0" brushRef="#br0" timeOffset="6680.19">23005 5939 3655 0,'11'-7'425'0,"-3"2"-118"0,0 0-67 0,1 3-24 16,2-6-10-16,7 3-6 0,-1 1-18 15,2 1-23-15,0 3-5 0,3 0-5 16,-2 2-13-16,-3 1-7 0,2 6 10 0,-2-1 7 16,-6 2 17-16,-2 4 4 0,-5 3 8 0,-6 2 9 15,-9 12-5-15,0 2-6 0,-6-2 1 16,-2 0-15-16,-2-2-4 0,2-2-8 15,-2 0-75-15,8-10-72 0,0-1 0 16,3-4 0-16,4-3 0 0,-2 1 0 0,7-4 0 16,1 1 0-16,0-7 0 0,7 10 0 15,1-10 0-15,-8 0 0 0,26-3 0 16,-5-2 0-16,10-6 0 0,-1-5-251 0,10-7-95 16,3-9-46-16,0-2-29 0,3-4-10 15,1-3 4-15,11-13 28 0,-16 5 41 0,-4-1 42 16,-6-1 62-16,-7 0 69 0,-6-2 65 15,-7 7 65-15,-8 9 65 0,-10 2 29 16,-6 2 40-16,-8 6 19 0,-7 7 12 16,-9 5 9-16,-7 11 3 0,-16 8 7 0,-7 15 4 15,-18 13 13-15,-4 12 6 0,3 11 11 16,-1 8 7-16,4 10 3 0,3 9 10 0,9 3-6 16,11 0-8-16,14-1-14 0,10-3-17 15,20-17-14-15,7-1-13 0,14-4-9 0,7-4-8 16,12-8-7-16,9-6-3 0,14-8-8 15,7-12-13-15,16-7-27 0,5-10-21 0,7-12-19 16,23-13-15-16,-4-10 0 0,0-6 2 16,-9-9 0-16,-3-2 0 0,-11-1 3 0,-9-4 5 15,-8-3 6-15,-20 10 29 0,-10-3 22 16,-7-1 19-16,-8-3 7 0,-9-2 3 16,-8-4-4-16,-8-2-5 0,-12-3-4 15,-17-12-13-15,-11 10-5 0,-5 10-13 0,1 16-3 16,-2 11-7-16,-7 10-12 0,-5 11-27 15,-2 8-37-15,-1 10-44 0,5 9-33 0,3 5-58 16,3 5-71-16,10 2-93 0,10 2-111 16,4 4-144-16,13-8-218 0,10 1 63 15,9-8 91-15,8-2-568 0,7-3-700 0</inkml:trace>
  <inkml:trace contextRef="#ctx0" brushRef="#br0" timeOffset="7147.46">24770 5734 3272 0,'2'-14'21'0,"-4"1"45"0,0-2 41 0,-6 3 34 0,2 2 32 0,-1 0 18 15,-6-1 4-15,-1 5-2 0,-1 0-10 16,-6 3-12-16,-1 3-11 0,-14 3-12 16,0 6-8-16,0 1-12 0,0 2-10 15,4 2-11-15,5-1-14 0,8 1-7 0,6-2-7 16,5 3-4-16,4-5 1 0,4 1-5 16,5 5 7-16,6-3 7 0,7 9-2 0,3-5 0 15,6 3-4-15,0-1-5 0,2-2 1 16,-1 0-3-16,-1 2-1 0,-3-2 24 0,-5-2 1 15,-5-1 6-15,1 1 9 0,-6-2 18 16,5 3 18-16,-5 1 22 0,-7 0 15 0,2-2 8 16,-4 4 4-16,-6-2-120 15,-1 4-76-15,-9 3 0 0,-2-1 0 0,-3 0 0 16,-4-4 0-16,0-4 0 0,4-1 0 16,4-4 0-16,-3-5 0 0,7 0 0 0,-1-3 0 15,0-4 0-15,1-3 0 0,-3-5 0 16,5-2 0-16,4-5 0 0,-2-2-274 0,8 3-349 15,2 0-159-15,-1-2-114 0,6 1 95 16,0 2-837-16,4-2-1075 0</inkml:trace>
  <inkml:trace contextRef="#ctx0" brushRef="#br0" timeOffset="7534.99">24972 5922 4376 0,'0'0'-48'0,"0"0"35"0,0 0 25 0,6 10 55 0,-6-10 57 0,9 2 38 0,-9-2 20 15,16 2 7-15,-16-2 1 0,22-2-5 16,-7-1-7-16,2-1-6 0,1 1-17 0,1-1-8 16,-1-2-5-16,4-1 0 0,-8 2 4 15,0-2-5-15,1 0 2 0,-3 0-9 0,-3-2-3 16,1 3-7-16,-6-3-9 15,2 1-6-15,-6-1-11 0,0 0-8 0,-9 3-13 16,2 2-9-16,-8 3-7 0,-2 2-9 0,-8 3-7 16,-8 6 0-16,-1 4-7 0,4-1-4 15,1 6-3-15,4 0-7 0,9-3 0 16,2-3-3-16,4 3-1 0,5-1 2 16,1 0-3-16,4 1-2 0,2 0-17 0,4-2 0 15,1 3 0-15,5-5 0 0,3 3 0 16,2-5 0-16,2-1 0 0,2-2 0 0,4-2-44 15,0-2-103-15,2-2-79 0,0-1-96 16,-2-1-121-16,4-4-120 0,-4 2-140 0,0-3-115 16,-4 0 82-16,-1 2-689 0,-2-1-875 15</inkml:trace>
  <inkml:trace contextRef="#ctx0" brushRef="#br0" timeOffset="7898.89">25549 5879 3743 0,'-6'-1'16'0,"6"1"53"15,0 0 40-15,-20 5 31 0,9 3 30 16,0 1 30-16,0 7 16 0,1-1 4 0,-5 10 15 16,6-3-15-16,-1 7-16 0,3-4-22 15,3-4-20-15,2-3-13 0,4 0-13 16,0-1-5-16,3-2-12 0,4 1-14 15,5-3-6-15,-1-1 0 0,5-5-10 0,-2-4-10 16,4 1-8-16,-1-4-9 0,8-5-5 16,-3 1-6-16,-3-3-1 0,1-1-1 0,4-6 2 15,-7 1 23-15,-5 1 14 0,-3-5 0 16,-6 0 2-16,4-1-3 0,-9-2-3 0,0-6-12 16,-11-9-10-16,0 1-9 0,-1 5-8 15,-4 3-7-15,-6 6-12 0,4 3-30 0,-1 8-36 16,-4 2-41-16,2 6-63 0,2 2-72 15,-4 6-89-15,-10 5-124 0,7 3-153 0,1 1-189 16,8-2-31-16,5 0 93 16,5-5-654-16,5 2-817 0</inkml:trace>
  <inkml:trace contextRef="#ctx0" brushRef="#br0" timeOffset="8380.02">25722 5978 3673 0,'0'0'124'15,"-13"8"49"-15,8-6 19 0,-4 1 13 16,9-3 25-16,-7 6 2 0,7-6 7 0,-7 10-10 16,7-10-12-16,-2 10-17 15,2-10-15-15,2 9-27 0,1-1-10 0,3-1-11 16,2-2-9-16,1 2-15 0,2-4-8 16,5 0-14-16,-3-1-4 0,3-2-9 0,-1 0-6 15,-15 0-9-15,26-4-1 0,-15 3-6 16,3-2-1-16,-3-2-2 0,-2-1 0 0,-4 0 1 15,5-2 7-15,-5-3-4 0,-3-2 5 16,0-3-1-16,0-2-3 0,-4-3-4 0,-2-3 0 16,-1 1-4-16,-1 0 4 0,-1 3-4 15,-2 1-3-15,0 4-7 0,2 3-3 0,-4 3-9 16,2 1-7-16,2 2-1 0,-1 1-4 16,0 2-7-16,3-2-9 0,5 5 0 15,-4-6 0-15,4 6 0 0,0 0 0 16,16-6 0-16,-2 2 0 0,6 0 0 0,2 4 0 15,-1-2 0-15,8 0 0 0,-4 6 0 16,0 2 0-16,0-2 0 0,2 8 0 16,0 3 0-16,-7-1 0 0,-6-1 0 0,-2 4 0 15,-1-1 0-15,2 1 0 0,-8-3 0 16,1 1 0-16,-1 1 0 0,1-1 0 0,-3 0 0 16,4-3 0-16,-3-2 0 0,-1 0 0 15,1-2 0-15,0-2-151 0,-3-1-161 0,1-1-119 16,-2-4-134-16,10 3-156 0,-10-3-119 15,0 0 78-15,19-7-738 0,-14 1-945 0</inkml:trace>
  <inkml:trace contextRef="#ctx0" brushRef="#br0" timeOffset="9413.44">26335 5799 4368 0,'-23'5'26'0,"5"4"35"0,1 1 32 0,0 2 34 0,-3 7 24 0,4 1 18 0,7-3 3 15,-2 2-6-15,4 0-5 0,3-2-10 0,4-2-12 16,0 2-9-16,4 0-13 0,2-1-8 16,6-1-12-16,1 0-12 0,1-3 2 15,8-2-12-15,-1-6-17 0,-2-1-19 16,3-3-24-16,3-5-12 0,9-7-7 0,1 0-10 15,-3-5 0-15,-2-3-2 0,-3-4 4 16,4-10-2-16,-4-5 5 0,-4-6-3 0,-7-8 4 16,4-6-1-16,-8-6 2 0,-1-4-2 15,-6-4-4-15,-1 1 3 0,-4-2 1 0,-6 6 2 16,1 8-4-16,-4 4 9 0,-5 10 7 16,3 11 6-16,-3 7 10 0,-5 6-3 0,2 10 11 15,-3 8 4-15,0 8 14 16,-12 13 10-16,-7 12 21 0,5 12 5 0,3 10 21 0,6 5 20 15,9 11-3-15,-2 1-4 16,13 4-5-16,5-1-10 0,7-3-7 0,7-4-11 16,3-4-7-16,2-6-4 0,2-4-12 15,-1-7-3-15,5-4-5 0,-3-14-3 0,-1-4-3 16,1-3-3-16,-1-7 4 0,-1-7-28 16,-2-2-20-16,4-4 0 0,-1-2 0 0,1-3 0 15,7-6 0-15,-3 1 0 0,-4 0 0 16,-8 4 0-16,0-1 0 0,-3 2 0 0,1 2 0 15,-2 3 0-15,-3-4 0 16,-2 4 0-16,-5 2 0 0,13-4 0 0,-13 4 0 16,0 0 0-16,0 0 0 0,12 14 0 15,-8-9 0-15,0 2 0 0,1 0 0 0,-4 1 0 16,5-4 0-16,-2 3 0 0,1-1 0 16,2-2 0-16,2 1 0 0,-9-5 0 15,18 3 0-15,-2-3 0 0,-16 0 0 0,30-6 0 16,-13 0 0-16,1-2 0 0,-2-1 0 15,4 1 0-15,-5 1 0 0,-2 0 0 0,-2 2 0 16,1 0 0-16,-2 0 0 0,-3 3 0 16,-7 2 0-16,12-5 0 0,-12 5 0 0,0 0 0 15,0 0 0-15,15 11 0 16,-15-11 0-16,5 8 0 0,2-3 0 0,-7-5 0 16,5 8 0-16,1-2 0 0,-6-6 0 15,7 6 0-15,4-6 0 0,-11 0 0 0,0 0 0 16,25-4 0-16,-13-2 0 0,1-1 0 15,7-3 0-15,-6-2 0 0,4 0 0 0,3-7 0 16,-6 4 0-16,-1 1 0 0,-3 6 0 16,-4-1 0-16,1 1 0 0,-2 3 0 0,2-1 0 15,-5 1 0-15,-3 5 0 0,11-7 0 16,-6 4 0-16,-5 3 0 0,0 0 0 0,0 0 0 16,0 0 0-16,17 7 0 0,-17-7 0 15,9 10 0-15,-3-5 0 0,0-1 0 16,-1 2 0-16,5 0 0 0,2-1 0 15,-1 0 0-15,0-2 0 0,1 1 0 0,-3-1 0 16,0 0 0-16,3-1 0 0,-4 0 0 16,-3 1 0-16,-5-3 0 0,14 7 0 0,-10 0 0 15,0 1 0-15,-3 3 0 0,-2 3 0 16,-3 3 0-16,-2 1 0 0,-2 3 0 0,-5 10 0 16,-3-2 0-16,3-3 0 0,2-5 0 15,1-4 0-15,-1-2 0 0,4-3 0 0,-2-2 0 16,-2-1 0-16,0 0 0 0,-1-8 0 15,-1 1 0-15,-4-4 0 0,-2 1 0 16,-2-5 0-16,-13-2 0 0,2-2 0 16,-6 3-22-16,-7 2-1035 0,0 1 113 0,-3 4-1154 15,3 2-1508-15</inkml:trace>
  <inkml:trace contextRef="#ctx0" brushRef="#br0" timeOffset="10280.4">23026 7821 1635 0,'0'0'714'16,"2"-9"-246"-16,2 1-120 0,-2 4-54 15,1-6-39-15,1 1-13 0,2-1-19 0,-1 0-24 16,5-2-2-16,3-1-5 0,5 3-18 15,-1-1-16-15,0 5-12 0,0 0-18 0,-2 3-15 16,0 2-12-16,1 1-6 0,-1 1-7 16,-1 5-6-16,-3 1 8 0,-3 0 20 15,-1 1 5-15,-1 4 6 0,-6 1 10 0,0 5-2 16,-6 4-5-16,-9 9-10 0,0-5-16 16,-1 6 13-16,1-6 4 0,1-3-2 0,3 2-9 15,0-13-9-15,5 2-3 0,2-6-9 16,2 1-4-16,-1-1 1 0,3-2 20 15,0-6 7-15,11 11 9 0,-3-7-4 16,1 0-112-16,0 0 0 0,5 4 0 0,-1-2 0 16,-1-1 0-16,-1 1 0 0,-1-2 0 15,0 4 0-15,-5-3 0 0,5 3 0 0,-5-4 0 16,1 4 0-16,-5-2 0 0,2 2 0 16,-3-8 0-16,0 13 0 0,-3-6 0 0,-2 2 0 15,-2-4 0-15,-3 2 0 0,0-2 0 16,-1-2 0-16,-2 1 0 0,1-4 0 15,-3-4 0-15,-2-4-88 0,-12-12-628 0,4-1-170 16,5-8 6-16,0-2 84 0,4-14-845 16,0-1-1079-16</inkml:trace>
  <inkml:trace contextRef="#ctx0" brushRef="#br0" timeOffset="10612.87">23005 7473 4445 0,'-27'13'-31'0,"2"11"54"0,-5 16 41 0,-4 14 49 0,-10 16 38 15,4 8 40-15,-2 3 35 0,6 5 7 16,4 1 8-16,7-3 5 0,13-18-11 16,6 0-22-16,12-2-12 0,8-5-12 15,11-8-11-15,9-4-17 0,9-9-15 0,13-8-13 16,6-6-11-16,9-12-10 0,3-6-15 16,7-10-7-16,16-14-10 0,-6-5-5 0,-5-6-7 15,-6-11-10-15,-12-3-2 0,-7-4-9 16,-17 1-19-16,0-20-28 0,-16 15 0 0,-8-10 0 15,-9-3 0-15,-7-6 0 0,-14-3 0 16,-13-24 0-16,-11 4 0 0,-9 5 0 0,-11 6 0 16,-1 10 0-16,-3 18 0 0,9 17 0 15,-4 13 0-15,-1 14 0 0,2 11 0 0,-4 11 0 16,4 13 0-16,1 8 0 0,5 8-197 16,8 6-138-16,3 3-111 0,11 3-115 15,11-2-162-15,7-10-101 0,6-1 73 16,15-5-730-16,12 2-928 0</inkml:trace>
  <inkml:trace contextRef="#ctx0" brushRef="#br0" timeOffset="10864.98">24373 7207 4245 0,'-9'-17'287'0,"1"5"-1"16,2 5 23-16,3-3 9 0,-3 6-12 0,6 4 2 15,0 0 10-15,0 0-9 16,-16 29-20-16,14-5-19 0,1 14-25 0,2 1-29 16,-1 5-24-16,6-1-16 0,1 11-59 15,-6-15-117-15,5 1 0 0,-1-2 0 0,-3-9 0 16,4-7 0-16,-3 0 0 0,0-5 0 16,1-3-130-16,0-2-172 0,-1-5-96 0,-3-1-110 15,0-6-108-15,0 0-144 0,0 0-17 16,0 0 72-16,8-25-654 0,-10 7-813 15</inkml:trace>
  <inkml:trace contextRef="#ctx0" brushRef="#br0" timeOffset="11046.81">24177 7236 3796 0,'-21'-5'85'16,"9"-1"66"-16,3 2 51 0,0 3 37 0,9 1 35 16,-12-5-7-16,12 5-11 0,-8-4-16 15,8 4-20-15,0 0-12 0,0 0-27 0,25-15-20 16,8 5-12-16,5 2-22 0,0 1-63 15,0-3-71-15,4 6-76 0,-3 0-95 0,-5 4-117 16,2 6-118-16,-4 4-136 0,-1 3-172 16,-6 8 40-16,-7 5 80 0,-11 5-451 0,-7 6-524 15</inkml:trace>
  <inkml:trace contextRef="#ctx0" brushRef="#br0" timeOffset="11549.4">24225 7867 3420 0,'-11'3'356'15,"2"1"5"-15,6-4 11 0,3 0-4 0,-10 3-20 16,10-3-31-16,0 0-36 0,0 0-29 16,0 0-29-16,27-19-41 0,-8 11-57 0,4 1-76 15,7-7-84-15,2 2-80 0,4 2-81 16,0-2-96-16,-2-1-67 0,0 0-52 16,-4-1-33-16,1 1-2 0,-6 3 18 0,-9-2 44 15,4 1 58-15,-3-1 76 0,-4 0 84 16,-3 1 82-16,0 1 64 0,-5 2 58 15,3-1 56-15,-5 1 53 0,3 1 47 16,-2 0 32-16,-3 2 22 0,4-1 18 0,-5 6 5 16,6-6-1-16,-6 6-11 0,3-6-19 15,-3 6-18-15,4-6-24 0,-4 6-19 0,0 0-13 16,0 0-7-16,0 0-19 0,0 0-6 16,20 10-17-16,-19-2-4 0,3-4-12 0,-2 3-10 15,0 0-8-15,-2 1-3 0,0 1-4 16,0-9-13-16,-4 15 3 0,2-8-13 0,0 0 0 15,2-7-4-15,0 8-6 16,0-8-1-16,0 7 3 0,0-7-16 0,0 0-2 0,10-19-1 16,-1-1-1-16,7-6-1 15,-2 1-8-15,6 1 0 0,-3 3 4 0,-2 6 7 16,-4 3 9-16,1 1 10 0,-3 6 12 16,1 0 4-16,0 3 6 0,-10 2 7 0,16 7-4 15,-5-2-5-15,-2 7-7 0,2-1-5 16,1 2-8-16,-3 3-8 0,0-1-36 0,5 1-45 15,-5-1-44-15,1-1-47 0,2 1-69 16,-3-5-90-16,-2 1-119 0,4-1-115 0,-4-2-132 16,0-3-144-16,1 1 75 0,-2-4-709 15,-6-2-888-15</inkml:trace>
  <inkml:trace contextRef="#ctx0" brushRef="#br0" timeOffset="11897.34">25342 7207 3693 0,'-2'-3'-61'0,"-4"1"54"0,6 2 40 16,0 0 40-16,-19-2 26 0,19 2 24 0,-23 10 17 15,10-1 7-15,-5 3-1 0,3 1-10 16,2 3-10-16,-8 6-9 0,7-2-11 0,3-2-5 16,3-1-13-16,1 2-7 0,3-1-7 15,0-3-1-15,6-1 12 0,2 0 19 16,-1 1 22-16,8-3 15 0,-2 2 16 15,4 1-1-15,1-4 8 0,0 3 12 0,0-1 5 16,3 0 3-16,-1 1-7 0,-5-2 0 16,1-1 0-16,-3 0 4 0,-2-1 9 0,3 2 11 15,-6-2 6-15,0 0-88 0,-4-1-119 16,0 1 0-16,-7 2 0 0,4-3 0 0,-7 1 0 16,-1 0 0-16,-3-1 0 0,-2-1 0 15,-4-2 0-15,6-3 0 0,-6 0 0 0,6-3 0 16,-2-4 0-16,-4-5 0 0,-2-7-52 15,5-6-618-15,4-3-198 0,3 4-29 0,0 2 96 16,7 6-867-16,-1-1-1103 16</inkml:trace>
  <inkml:trace contextRef="#ctx0" brushRef="#br0" timeOffset="12547.01">25539 7424 4887 0,'0'0'50'0,"0"0"40"16,2 5 31-16,-2-5 40 0,0 0 32 0,0 0 22 16,0 0-1-16,0 0-17 15,0 0-14-15,0 0-15 0,0 0-1 0,8 3-4 16,-8-3-13-16,0 0-13 0,0 0-13 16,24-4-14-16,-13 2-13 0,-2-2-7 0,0 2-5 15,-1-1-9-15,2 0-7 0,-3-1-2 16,-1 1 7-16,-6 3 11 0,12-4 4 0,-11-2 1 15,-1 6-51-15,0 0-39 0,0 0 0 16,-9-12 0-16,9 12 0 0,0 0 0 0,-37 12 0 16,13 3 0-16,-1 2 0 0,6 3 0 15,4-2 0-15,3-3 0 0,3 3 0 0,3-3 0 16,4 1 0-16,4-2 0 16,4-1 0-16,5 3 0 0,5-3 0 0,10 2 0 15,3-3 0-15,-3-6 0 0,1-1 0 16,-1-3 0-16,5-1 0 0,-2-1 0 0,-1-1 0 15,12-3 0-15,-10 1 0 0,-5-1 0 16,0-1 0-16,-3 0 0 0,-6 1 0 0,2-2 0 16,-5-1 0-16,-3-3 0 0,-1 1 0 15,-1-3 0-15,-3-1 0 0,-3-3 0 0,1 0 0 16,-6-2 0-16,1 1 0 0,-2-3 0 16,1 2 0-16,-3 2 0 0,1 1 0 0,-3 3 0 15,2 1 0-15,-2 3 0 0,3 1 0 16,-1 2 0-16,3 0 0 0,-2 0 0 0,1-1 0 15,4 6 0-15,0-8 0 0,0 8 0 16,12-11 0-16,3 5 0 0,1-1 0 0,0 3 0 16,4-2 0-16,1 6 0 15,-6 0 0-15,6 0 0 0,-3 6 0 0,4 3 0 16,-5 1 0-16,-2 2 0 0,1 3 0 16,-3-1 0-16,1 2 0 0,-7 1 0 0,4 2 0 15,-4 0 0-15,4-3 0 0,-4 4 0 16,-3-5 0-16,1 0 0 0,2-1 0 0,-4 0 0 15,3 0 0-15,-2-4 0 0,-1-1 0 16,1-2 0-16,0 3 0 0,-1-3-436 0,-1-4-204 16,-2-3-124-16,0 0-100 0,0 0 84 15,0 0-821-15,0 0-1041 0</inkml:trace>
  <inkml:trace contextRef="#ctx0" brushRef="#br0" timeOffset="13081.14">26399 6601 4421 0,'-12'-11'28'0,"1"1"58"16,6 4 38-16,-4 0 28 0,6 1 21 0,3 5-4 15,-10-4-17-15,10 4 20 0,0 0 36 16,2 25 25-16,6 6 16 0,-2 8 3 0,3 16-1 16,-1 7-11-16,-5 6-24 15,-3 8-7-15,-1 0-18 0,-1-1-16 0,0 0-15 0,-2 3-18 16,6-5-14-16,-2-3-68 15,2-6-60-15,2-4 0 0,-1-7 0 0,3-13 0 16,-1-3 0-16,-2-8 0 0,-1-8 0 16,2-4 0-16,-2-1 0 0,-1-4 0 0,-1-3 0 15,2-3 0-15,-2-3 0 0,0-3-60 16,0 0-79-16,0 0-5 0,0 0-3 0,-5-34-1 16,-3 13 4-16,0-14 16 0,-1-5 12 15,-6-6 13-15,1 1 11 0,1 11 18 0,-1 4 22 16,3 1 20-16,4 13 17 0,-3 0 8 15,0 7 9-15,5 3 7 0,-1 0 19 0,-2 5 6 16,8 1 3-16,0 0 12 16,-11-1 8-16,11 1 11 0,0 0 9 0,0 0 10 0,0 0 6 15,0 0-10-15,38 0-3 16,-13-4-8-16,5-7-10 0,4 3-3 0,-1-2-4 16,-1 1-5-16,-3 4 1 0,-6 0-8 15,-4 5 0-15,2 0 14 0,-6 5 9 0,2 0 8 16,-1 5-9-16,-2 4-65 0,-2 4 0 15,-2 0 0-15,-1 11 0 0,-3 2 0 0,0-5 0 16,-1-4 0-16,-3 2 0 0,2-2 0 16,-2-4 0-16,0 2-166 0,0-3-147 0,-1-2-100 15,-1-3-107-15,0-3-111 0,0 1-182 16,0 0 48-16,0-6 77 0,0-4-632 0,2 7-778 16</inkml:trace>
  <inkml:trace contextRef="#ctx0" brushRef="#br0" timeOffset="13245.88">26751 7136 3955 0,'-3'-12'155'0,"-1"5"41"0,-2 0 23 0,5 3 14 0,1 4 8 0,-6-9-16 16,6 9-26-16,-5-6-17 16,5 6-47-16,-1-6-55 0,1 6-77 0,0 0-106 15,0 0-144-15,1-7-174 0,-1 7-227 0,0 0-28 16,0 0 71-16,0 0-457 0,0 0-535 15</inkml:trace>
  <inkml:trace contextRef="#ctx0" brushRef="#br0" timeOffset="13929.1">27056 7289 3264 0,'-15'10'203'0,"-2"2"43"15,2 0 36-15,-6 8 40 0,0 1 36 16,4 0 11-16,3-3-5 0,3-1-23 16,4 3-24-16,3-3-27 0,2 0-24 15,6-1-26-15,-1 1-23 0,5 0-19 0,5-2-18 16,1-1-13-16,0-4-19 0,8-1-15 16,-5-2-15-16,4-3-12 0,-2-4-44 0,-1 0-62 15,0-1 0-15,1-4 0 0,3-2 0 16,-6-2 0-16,4-3 0 0,2-8 0 0,-3-1 0 15,-1-3 0-15,-5-3 0 0,1-4 0 16,-7-2 0-16,-3 6 0 0,-4 1 0 16,-4 6 0-16,-2-1 0 0,-6 1 0 0,1 6 0 15,-6 3 0-15,2 5 0 0,-6 4 0 16,-1 4 0-16,0 3 0 0,-8 4 0 0,1 4 0 16,4 4 0-16,10-3 0 0,2 0 0 15,3-1 0-15,7-1 0 0,0 0 0 16,3-1 0-16,5-1 0 0,2-2 0 15,4-1 0-15,3-1 0 0,-1-2 0 0,6-4 0 16,2-3 0-16,3 0 0 0,11-8 0 16,-1 3 0-16,-6-2 0 0,5-1 0 0,-5-3 0 15,-3 3 0-15,-3 0 0 0,-8 4 0 16,0-1 0-16,-1 1 0 0,-3 2 0 0,0 0 0 16,-1 1 0-16,1 2 0 0,-10 2 0 15,13 0 0-15,-13 0 0 0,15 6 0 0,-5 1 0 16,-3 0 0-16,1-2 0 0,0 5 0 15,-1-1 0-15,-1-1 0 0,1-1 0 16,4 1 0-16,-4-1 0 0,-2-2 0 16,5 1 0-16,0-3 0 0,-1 0 0 0,0-3 0 15,-9 0 0-15,29-3 0 0,-11 0 0 16,-4 1 0-16,4-2 0 0,-2 2 0 0,0-2 0 16,-1 2 0-16,-1 0 0 0,1 0 0 15,-2 1 0-15,0-1 0 0,-1 2 0 0,-1 0 0 16,-11 0 0-16,22-2 0 0,-13 2 0 15,-9 0 0-15,15 0 0 0,-5-2 0 0,-3-1 0 16,3 0 0-16,3-1 0 0,-2-2 0 16,0 0 0-16,0-4 0 0,-8 3-202 0,1 0-838 15,-6 2 111-15,2 5-1118 16,-25-10-1462-16</inkml:trace>
  <inkml:trace contextRef="#ctx0" brushRef="#br0" timeOffset="14679.1">23059 9387 5282 0,'-2'-6'-92'0,"-3"-3"71"0,3 5 38 0,-1 0 23 16,3 4 27-16,-6-8 20 0,6 8 47 0,0 0 37 16,0 0 39-16,-15 21 13 0,11-7 3 15,0 3 1-15,0-1-1 0,4 3-11 16,0-2-16-16,6-1-19 0,-4 2-14 16,0-4-15-16,6-1-17 0,-1-1-9 0,4-3-13 15,5-2-12-15,-1-4-88 0,2-3-12 16,7-5 0-16,8-5 0 0,0-6 0 0,8-7 0 15,-10 1 0-15,6-5 0 0,1 0 0 16,-11 4 0-16,-1 1 0 0,-4 1 0 0,-6 6 0 16,-3 3 0-16,-3 2 0 0,-3 1 0 15,2 3 0-15,-6 0 0 0,-2 6 0 0,8 0 0 16,-8 0 0-16,3 16 0 0,-3-4 0 16,4 5 0-16,-2 4 0 0,0 0 0 15,1 4 0-15,4 8 0 0,-2-7 0 16,-1-3 0-16,2 0 0 0,-3-3 0 0,1-3 0 15,0-1 0-15,0-3 0 0,2 3 0 16,-4-6 0-16,1 0 0 0,-1-3-4 0,0 0-545 16,0-2-92-16,-2-5-125 0,0 7-75 15,0-7 75-15,0 0-807 0,0 0-1014 0</inkml:trace>
  <inkml:trace contextRef="#ctx0" brushRef="#br0" timeOffset="15013.69">23142 8954 4209 0,'-34'-14'-97'16,"-4"6"36"-16,-2 8 21 0,-4 8 31 0,-10 18 58 16,-11 20 38-16,3 19 33 0,1 11 23 15,3 8 18-15,6 6 13 0,7 7 14 0,11-8 5 16,13-4 6-16,15-18 3 0,12-4-10 16,13-5-8-16,8-4-6 0,15-6-9 15,21 3-11-15,11-12-18 0,-7-18 11 0,9-9-18 16,4-8-17-16,4-10-5 0,-2-6-12 0,21-5-6 15,-10-7-13-15,-5-8-6 0,-10 0-6 16,-18 1 17-16,-10-5 15 0,-2-3 14 16,-6-2 10-16,-10-5 17 0,-7-3 5 15,-5-1-129-15,-13-3-17 0,-9-4 0 0,-12-1 0 16,-4-2 0-16,-21-12 0 0,-4 4 0 16,-15 5 0-16,-1 8 0 0,10 18 0 0,-8 10 0 15,0 11 0-15,-4 11 0 0,-6 14 0 16,3 9 0-16,-11 20 0 0,1 7-314 0,6 8-224 15,7 5-129-15,9 4-204 0,15-10 61 16,3-2 91-16,7 1-734 0,8-7-902 0</inkml:trace>
  <inkml:trace contextRef="#ctx0" brushRef="#br0" timeOffset="15528.77">24388 9003 4345 0,'0'0'108'0,"0"0"23"0,-13 23 33 0,6-10 40 0,-3 4 38 0,-1 12 31 0,-4 0 12 0,5 6-11 0,0 2-10 0,5-5-22 16,-4 2-22-16,8-5-23 0,-3-3-18 16,2-2-19-16,-2 1-20 0,4 0-22 0,0-5-47 15,2-1-47-15,-2-5-60 0,2-1-79 16,2 0-80-16,-1-4-77 0,0-4-85 0,3-3-73 15,-6-2-68-15,0 0-80 0,15-11-126 16,-14 1 32-16,1-5-615 0,2-7-746 16</inkml:trace>
  <inkml:trace contextRef="#ctx0" brushRef="#br0" timeOffset="15795.73">24240 8872 3558 0,'-2'-11'40'0,"-2"3"61"0,2 0 21 0,2 2 11 16,0 6 12-16,4-8 37 0,-4 8 31 15,15-3 29-15,5 6 3 0,4 1 27 0,17 10 13 16,7 5 1-16,8 7 9 0,-3 7-1 16,3 4-9-16,5 11-16 0,-18-4-19 0,-5 1-17 15,-6 1-19-15,-7 3-2 0,-7-1-5 16,-11-7-99-16,-7 0-108 0,-3 1 0 0,-8 6 0 16,-7-3 0-16,-3-5 0 0,2-9 0 15,-6 3 0-15,2-8 0 0,5-8 0 16,-3 1 0-16,-1-7 0 0,9-5 0 15,-1 1 0-15,3-8 0 0,-2 0 0 0,1-8 0 16,-2-5-134-16,-2-12-424 0,1-6-97 16,7-6-165-16,2-4-12 0,5-3 79 0,2 3-757 15,9-2-955-15</inkml:trace>
  <inkml:trace contextRef="#ctx0" brushRef="#br0" timeOffset="16179.98">25004 9075 4000 0,'4'10'10'16,"0"-4"58"-16,-1 2 23 16,-3-5 35-16,4 5 31 0,-2-4 28 0,2 2 9 15,-4-6-2-15,8 8-5 0,-4-2-6 16,3-4-20-16,-7-2-15 0,18 1-14 0,-18-1-15 16,22-5-10-16,-10 1-9 0,3 0-12 15,-2-6 6-15,0-2-5 0,-2 3-12 0,0-3 4 16,-4-1-12-16,-3-2-8 0,-1 3-9 15,-4-3-6-15,-3-1-1 0,-4-1-4 0,-5 2-2 16,-2 0-5-16,-5 4-9 0,0 3 0 16,1 8 4-16,-3 0 0 0,-8 12 17 0,-1 1 7 15,5 10 9-15,5 0 0 0,4 6-1 16,8 2-6-16,1-2-2 0,8-1-9 16,4-3-3-16,5 4-2 0,4 0-2 15,6-4-8-15,1-2-2 0,2-5 1 0,-3-2-3 16,8-3-8-16,-6-2-20 0,0-6-19 15,0-2-24-15,-3-1-32 0,0-2-32 0,1-2-36 16,3 0-51-16,-2-4-57 0,-1-1-66 16,0-3-56-16,-2-2-52 0,-4-4-52 0,1 3-67 15,-3-6-93-15,1-6 12 0,-1-5-521 16,-1-2-618-16</inkml:trace>
  <inkml:trace contextRef="#ctx0" brushRef="#br0" timeOffset="16412.39">25392 8522 3173 0,'0'-21'34'0,"0"6"58"15,0 2 21-15,0 5 19 0,0 1 29 16,0 7 41-16,0 0 33 0,0 0 37 16,-7 28 22-16,0 4 21 0,3 7 10 0,-2 17 2 15,5 2 3-15,-1 3-9 0,0 4-16 16,-1 4-3-16,8-3-27 0,-2 2-29 0,3-4-21 16,1-4-25-16,2-2-25 0,4-3-38 15,-8-13-137-15,4-2 0 0,1-6 0 0,2-2 0 16,-3-11 0-16,-3-3-167 15,2-4-79-15,-1-7-69 0,-1-3-83 0,1-2-74 0,-7-2-64 16,16-8-110-16,-7-4-118 16,1-3 68-16,5-8-648 0,-4-5-799 0</inkml:trace>
  <inkml:trace contextRef="#ctx0" brushRef="#br0" timeOffset="16796.16">25865 9000 3723 0,'0'5'50'0,"0"-5"48"0,-1 7 22 0,1-7 37 16,0 0 34-16,0 0 25 0,0 0 18 15,5 9 8-15,-5-9-6 0,0 0-20 0,19-2-12 16,-19 2-23-16,25-5-11 16,-12-2-20-16,7 0-13 0,-2-3-13 0,2 1-7 15,-6-1-7-15,4 0 7 0,-5-2 1 16,-3-1-4-16,-1-2 7 0,-3 1 2 0,-1 1 7 15,-2 1-5-15,-6-1-9 0,1 5-7 16,-3 2-14-16,-6 2-11 0,-7 4-12 0,-14 12-6 16,-8-1-5-16,-6 14-5 0,-1 3-48 15,3 2-8-15,4 3 0 0,8 3 0 0,3 0 0 16,11-9 0-16,5 2 0 0,10-3 0 16,-1-5 0-16,4-2 0 0,4 0 0 0,1 1 0 15,5-1 0-15,3-4 0 16,0 1 0-16,7-6 0 0,-4 0 0 0,7-5 0 15,1 1 0-15,-3-6 0 0,4-2 0 16,1-3-171-16,9 0-111 0,-1-8-97 0,2 2-104 16,-4-7-110-16,2 3-169 0,8-9-21 15,-3-1 80-15,-9-4-669 0,3-6-827 0</inkml:trace>
  <inkml:trace contextRef="#ctx0" brushRef="#br0" timeOffset="17312.38">26536 8383 3530 0,'-5'-5'-38'0,"-1"3"76"0,6 2 49 16,-16-2 29-16,16 2 35 0,-14 11 50 16,1-1 41-16,4 9 34 0,-4 8 31 0,-1 7 4 15,3 13 6-15,-1 5-1 0,1 2-8 16,-2 3-20-16,7 2-23 0,-2 5-24 16,3-4-8-16,1-1-22 0,2 0-22 0,1-2-21 15,2-1-14-15,-2-11-21 0,2-3-26 16,1-3-67-16,4-3-40 0,-6-7 0 0,3-5 0 15,-1-5 0-15,-4-4-71 0,4-1-70 16,-4-3-34-16,2 1-29 0,0-4-24 0,0-2-28 16,0-6-7-16,0 0 13 0,0 0 15 15,0 0 27-15,-18-17 28 0,6 3 27 0,-5-13 26 16,0-4 38-16,-3 0 41 16,6-1 44-16,-4-2 35 0,5 7 40 0,-3-2 42 15,5 11 27-15,4 5 20 0,0 1 11 16,-2 6 23-16,4 2 22 0,5 4 13 0,-9-3 3 15,9 3-3-15,0 0-11 0,0 0-10 16,0 0-10-16,0 0-19 0,0 0-136 0,36 1-43 16,-13-4 0-16,11-11 0 0,0 1 0 15,4-1 0-15,4-5 0 0,-6 4 0 0,-1-2 0 16,-5 3 0-16,-1 4 0 0,-6 1 0 16,-7 6 0-16,-2 1 0 0,1 4 0 15,-6 3 0-15,3 4 0 0,-2 8 0 16,-5 5 0-16,3 10 0 0,-6 3 0 0,-2-4 0 15,-2 4 0-15,1 2 0 0,-4-3 0 16,5-3 0-16,-6 2 0 0,5-4 0 0,-3-7 0 16,0 0 0-16,0-2-14 0,1-2-566 15,1-5-78-15,0-1-117 0,-1 0-70 0,1-5 74 16,2-1-776-16,0-6-990 0</inkml:trace>
  <inkml:trace contextRef="#ctx0" brushRef="#br0" timeOffset="17462.36">26704 9019 4349 0,'4'-31'65'0,"-4"7"47"0,0 4 37 0,0 8 37 0,-2-1 20 16,0 1 20-16,0 4-8 0,2-1-17 15,-1 3-21-15,1 6-29 0,0-16-59 16,0 11-80-16,0 5-104 0,0-10-144 0,0 4-168 16,0 6-213-16,1-8-95 0,-1 8 79 15,0 0-542-15,0 0-639 0</inkml:trace>
  <inkml:trace contextRef="#ctx0" brushRef="#br0" timeOffset="18060.66">27135 8938 3622 0,'-33'9'238'16,"-6"5"43"-16,-9 6 27 0,1 6 45 15,2 3 29-15,5 3 31 0,3-1 6 0,15-4-8 16,3 0-19-16,8-2-20 0,4-2-29 16,12-6-28-16,2 2-25 0,15 1-238 0,2-4-52 15,4-3 0-15,5-1 0 0,-3-6 0 16,-3-3 0-16,2-3 0 0,-1-2 0 0,1 1 0 16,7-6 0-16,-6-4 0 15,1 1 0-15,-8 0 0 0,-4 0 0 0,-2-4 0 0,2-7 0 16,-8 3 0-16,0-3 0 15,-8 0 0-15,1-3 0 0,-4-2 0 0,-4 2 0 16,-4-7 0-16,-5 1 0 0,-5 2 0 16,0 4 0-16,-7 6 0 0,2 6 0 0,3 6 0 15,-3 4 0-15,-2 4 0 0,0 2 0 16,-8 6 0-16,5 4 0 0,1 3 0 0,4 3 0 16,6 4 0-16,1 0 0 0,11-3 0 15,3-2 0-15,4-4 0 0,2-1 0 0,8-2 0 16,2 0 0-16,8-3 0 0,1-5 0 15,5 0 0-15,3-5 0 0,9-2 0 0,1-7 0 16,2 0 0-16,4-7 0 0,-3-2 0 16,-10 3 0-16,-1 1 0 0,-8 5 0 15,-7 1 0-15,-2 4 0 0,-5 0 0 0,1 0 0 16,-1 3 0-16,-2 2 0 0,-9 0 0 16,20 5 0-16,-9 0 0 0,-1 7 0 0,1-4 0 15,5 3 0-15,-2-1 0 0,4 2 0 16,0-5 0-16,-2 0 0 0,1 0 0 0,-1-1 0 15,-2-2 0-15,0-4 0 0,-1 3 0 16,3-3 0-16,-7 0 0 0,-9 0 0 0,19-3 0 16,-11 6 0-16,-8-3-356 15,7 3-662-15,-7-3 112 0,0 0-1104 0,0 0-1427 0</inkml:trace>
  <inkml:trace contextRef="#ctx0" brushRef="#br0" timeOffset="19778.34">28213 4305 3444 0,'0'0'280'0,"0"0"-24"0,-15-2-36 0,15 2-8 16,0 0 5-16,0 0 0 0,0 0-1 15,0 0-11-15,0 0-14 0,-14-2 11 0,14 2 3 16,0 0 16-16,0 0 7 0,0 0 4 16,0 0 0-16,0 0-13 0,0 0-21 15,-9-8-21-15,9 8-18 0,-6-9-21 0,5 3-10 16,-3-2-12-16,2-1-13 0,-2-2-12 16,4-1-7-16,0-1-84 0,0-1 0 0,4-2 0 15,0 3 0-15,-1-1 0 16,5 0 0-16,-4 3 0 0,4 0 0 0,1 1 0 15,-2 0 0-15,7 1 0 0,-3 2 0 16,4 0 0-16,1 2 0 0,0 4 0 0,-3 1 0 16,1 0 0-16,2 1 0 0,-3 6 0 15,3 2 0-15,-3 4 0 0,0 11 0 0,0 3 0 16,-1 4 0-16,-6 2 0 0,-6 5 0 16,2 3 0-16,-6 2 0 0,0 3 0 0,-2 9 0 15,0-2 0-15,1-2 0 0,-1-7 0 16,4-1 0-16,-1-4 0 0,3 0 0 15,0-3 0-15,0-9 0 0,2-3 0 0,-1 1 0 16,3-8 0-16,2 1 0 16,-3-3 0-16,5-1 0 0,-2-1 0 0,2-3 0 15,-3-1 0-15,4-2 0 0,2-4 0 16,-2-1 0-16,-9-2 0 0,17 2 0 0,-17-2 0 16,17 0 0-16,-17 0 0 0,12 3 0 15,-12-3 0-15,7 1 0 0,-7-1 0 0,10 8 0 16,-9 2 0-16,1 1 0 0,0 5 0 15,0 3 0-15,-2 7 0 0,0 1 0 0,2 9 0 16,3 3 0-16,-2 0 0 16,6 0 0-16,2-1 0 0,3 8 0 0,-1-10 0 0,-1-4 0 15,-1-3 0-15,-3-6 0 0,-3-5 0 16,0-3 0-16,-1-3 0 0,-1-2 0 16,1-1 0-16,-4 1 0 0,2-2 0 0,-2 1 0 15,0-1 0-15,-6 4 0 0,3-1 0 16,-6 1 0-16,-4 3 0 0,-2-1 0 15,0-1 0-15,-3 1 0 0,-2 3 0 0,-5 1 0 16,2-3 0-16,0-1 0 0,4-4 0 16,2 1 0-16,6-5 0 0,-3 0 0 0,3 0 0 15,2-1 0-15,-2 1 0 0,4-4 0 16,2 2 0-16,5-4 0 0,-12 6 0 0,8-4 0 16,4-2 0-16,-8 4 0 15,8-4 0-15,-5 4 0 0,5-4 0 0,0 0 0 16,-7 4 0-16,7-4 0 0,0 0 0 15,0 0 0-15,-9 3 0 0,9-3 0 0,0 0-16 16,0 0-1051-16,0 0 118 0,0 0-1146 16,0 0-1505-16</inkml:trace>
  <inkml:trace contextRef="#ctx0" brushRef="#br0" timeOffset="21294.23">29000 4809 5926 0,'-2'-8'-140'0,"2"8"71"0,-2-5 45 16,2 5 35-16,0 0 20 0,0 0 12 0,0 0 35 15,0 0 54-15,0 0 28 16,-13 16 14-16,12 0-2 0,-5-1 3 0,-1 7 8 16,2-1-8-16,-1 2-7 0,3 1-5 15,-1 0-9-15,-1-2-6 0,0-1-5 0,3-3-9 16,-2 0-8-16,2-5-8 0,1-1-108 16,-1-1-10-16,2-3 0 0,-2 1 0 15,2-3 0-15,0-6 0 0,0 0 0 0,0 0 0 16,0 0 0-16,0 0 0 0,0 0 0 15,0 0 0-15,2-35 0 0,0 17 0 0,3-6 0 16,4-6 0-16,-2 1 0 0,0 5 0 16,1 2 0-16,-5 5 0 0,4 5 0 0,-2-2 0 15,1 3 0-15,-2 2 0 0,3 2 0 16,1 2 0-16,3 5 0 0,0 0 0 0,-11 0 0 16,29 3 0-16,-11 3 0 15,3 2 0-15,5 7 0 0,1-1 0 0,-1-2 0 16,-4 1 0-16,-3-1 0 0,-2-3 0 15,-2-2 0-15,-4-2 0 0,0 1 0 0,0 0 0 16,-4-3 0-16,0 0 0 0,-7-3 0 16,18 2 0-16,-18-2 0 0,17-8 0 0,-9 2 0 15,-1 0 0-15,1-6 0 0,1-5 0 16,-1 0 0-16,3-12 0 0,-1-2 0 0,-2-6 0 16,3-13 0-16,-2 1 0 0,1 8 0 15,-2-1 0-15,-3 7 0 0,3 2 0 16,-5 8 0-16,1 3 0 0,1 9 0 15,-3 1 0-15,-1 3 0 0,-1 4 0 0,0 5 0 16,0 0-329-16,0 0-314 0,0 0-131 16,0 0-121-16,10 26 72 0,-7-11-785 15,1 1-1047-15</inkml:trace>
  <inkml:trace contextRef="#ctx0" brushRef="#br0" timeOffset="21645.96">29711 4693 4361 0,'-3'-4'-68'0,"3"4"31"0,0 0 40 0,0 0 34 15,0 0 40-15,-22 16 33 16,19-8 14-16,-1 3 12 0,-1 2 2 0,0 1-3 16,5 1-1-16,0-3-4 0,2 6-11 15,2-3 0-15,2 0-1 0,3 2-4 0,2-1 10 16,5-5-5-16,-1-1 7 0,2-4 2 15,3-2 1-15,0-4-1 0,5-2-2 0,5-6 8 16,-3 0 18-16,-6 1 17 0,0-3 9 16,-4-4 9-16,-2-1-4 0,-1 0 1 15,-5-1-4-15,0-4-8 0,-6-2-150 16,-3 1-22-16,-2-1 0 0,-2-2 0 16,-2 2 0-16,-3 0 0 0,0 5 0 0,-3 1 0 15,-1 3 0-15,-3 1 0 0,-1 4 0 16,0 4 0-16,-2 2 0 0,2 3 0 0,-3 0-399 15,4 5-308-15,-2 0-230 0,3 0 62 16,3 0 99-16,7-2-753 0,-1 1-975 0</inkml:trace>
  <inkml:trace contextRef="#ctx0" brushRef="#br0" timeOffset="22994.49">30292 4664 3910 0,'-5'2'-133'0,"5"-2"62"0,0 0 50 0,-10 2 49 15,10-2 48-15,0 0 49 0,0 0 30 16,0 0 29-16,0 0 18 0,0 0 14 16,0 0 0-16,0 0-2 0,0 0-14 0,23-16-18 15,-14 9-28-15,1 2-8 0,3-2-15 16,-3 2-16-16,1 2-26 0,-1-3-48 0,-3 3-40 16,1-2-77-16,3 1-73 0,-11 4-79 15,11-6-88-15,-2 5-95 0,-4-3-159 16,3 1-123-16,-8 3 64 0,9-3-421 0,-9 3-524 15</inkml:trace>
  <inkml:trace contextRef="#ctx0" brushRef="#br0" timeOffset="23329.05">30551 4424 3154 0,'0'-12'125'0,"0"12"35"0,-2-9 11 0,2 9 12 16,0 0-7-16,0 0-8 0,0 0 22 15,0 0 49-15,0 0 32 0,10 24-13 0,-6-9-10 16,4 6-20-16,1 8-17 0,3 0-16 16,-3 0-14-16,0-7-12 0,1-1-15 15,0-1-8-15,-3-5-20 0,1-1-11 0,2-1-15 16,-3-2 6-16,-1-3-12 0,2-1-6 16,-1 0 7-16,2-4-15 0,-9-3-4 0,18 0-7 15,-18 0-7-15,20-8-9 16,-8-1-7-16,-1-1-2 0,0-2-12 0,2-5-14 15,-2-1-22-15,1-7-22 0,-1-4-31 16,-2 1-19-16,-1 4-34 0,0-5-27 0,-1 3-33 16,-1 7-40-16,-3 4-53 0,1 1-70 15,-1 4-89-15,0 0-105 0,1 1-132 0,-2 1-73 16,2 4 59-16,-4 4-494 0,9-5-634 16</inkml:trace>
  <inkml:trace contextRef="#ctx0" brushRef="#br0" timeOffset="23660.96">31125 4330 3094 0,'0'0'9'16,"0"0"46"-16,0 0 29 0,0 0 30 15,-19 20 21-15,9-15 33 0,3 2 13 16,-2 2 5-16,-1 3-4 0,0-2-8 0,-1 5-1 16,2 1-12-16,-1-1-8 0,2 0-15 15,3 1-7-15,-1-1-9 0,3 0-13 16,2-3-6-16,2 4-4 0,4-2-13 0,-1-1-3 15,3-1-7-15,4-3-6 16,-1-1-3-16,5 0-7 0,-1-4-5 0,-1-1-3 16,3-2 5-16,-5-1 15 0,-11 0 13 0,25-4 22 15,-14 0-8-15,-2-4 10 0,1 0-1 16,-2-3-1-16,-3-1-12 0,-3-5-6 0,-2 5-4 16,-2-6-14-16,-2 1-11 0,-3-2-6 15,0 0-1-15,-5 2-21 0,1 1-16 16,-5 1-32-16,3 3-49 0,-7 0-49 15,9 4-41-15,-2 1-68 0,1 3-71 0,3 3-75 16,2-1-74-16,7 2-115 0,-16 2-202 16,16-2 61-16,0 0 65 0,0 0-417 0,0 0-523 15</inkml:trace>
  <inkml:trace contextRef="#ctx0" brushRef="#br0" timeOffset="23844.59">31323 4296 2783 0,'8'-4'52'0,"-8"4"78"0,4-8 40 0,-4 8 23 15,0 0 11-15,0 0-3 16,0 0-19-16,0 0-20 0,0 0-18 0,0 0-10 16,0 0-11-16,1 19-15 0,1-5-11 15,0 3-26-15,-2 3-47 0,3-3-56 0,-1 7-66 16,0-2-78-16,-1 0-65 0,3-3-85 16,-2-2-115-16,2 0-141 0,-3-2 24 15,-1-2-233-15,4-1-278 0</inkml:trace>
  <inkml:trace contextRef="#ctx0" brushRef="#br0" timeOffset="24027.81">31379 4220 2154 0,'-12'-20'158'0,"4"9"67"0,1-1 48 16,0 1 26-16,-2 3 10 0,6 1-10 15,-3-1-25-15,2 2-29 0,4 6-26 16,-5-10-47-16,3 5-53 0,2 5-73 0,0 0-97 15,-5-9-111-15,5 9-115 0,0 0-137 16,0 0-230-16,0 0 48 0,0 0 67 0,0 0-192 16,9 24-213-16</inkml:trace>
  <inkml:trace contextRef="#ctx0" brushRef="#br0" timeOffset="24327.23">31487 3884 2321 0,'-6'-24'200'16,"6"6"42"-16,-3 6 23 0,-1 2 8 0,2 2 8 15,0 1 0-15,2 7-14 0,-3-9-33 16,3 9-23-16,0 0 31 0,0 0 32 16,-7 21-9-16,7-3-20 0,0 11-12 15,2 16-15-15,3 13-11 0,-2 5-22 16,5 0-17-16,1-2-17 0,1 1-10 0,-1-4-18 15,1-2-7-15,0-3-19 0,-1-4-3 16,-3-11-44-16,-1-2-43 0,-1-8-55 0,-1-7-53 16,4 0-53-16,-3-4-81 0,-1-3-59 15,-1-2-74-15,2-1-66 0,0-3-102 0,1-4-184 16,2 2 15-16,0-4 61 0,-7-2-428 16,0 0-544-16</inkml:trace>
  <inkml:trace contextRef="#ctx0" brushRef="#br0" timeOffset="24712.19">31784 4362 2833 0,'-1'-12'72'0,"-1"4"63"0,0-2 39 0,2 10 16 15,-2-7 4-15,2 7 0 0,0 0-11 16,0 0 11-16,0 0 29 0,0 0 7 16,0 0-2-16,7 21-37 0,-1-8-15 0,0 2-16 15,-2 0-19-15,0 2-12 0,0 1-12 16,-3-3-5-16,-1 0-7 0,0 2-11 0,-3 1-5 15,-1-1-8-15,-6 2-1 0,1-2-8 16,-4-4-5-16,-1 3-5 0,1-5-6 0,-1-3-6 16,1-2-2-16,1-2-6 15,3-4-8-15,9 0-5 0,-15-8-5 0,9-2-18 0,4-5 0 16,0-7-2-16,6 2-2 16,0-5-5-16,2 5 3 0,-3 1-2 0,3 4 3 15,-2 3 5-15,-1 2 2 0,1 0-8 16,-2 4 9-16,3 3 19 0,-5 3 15 15,0 0 3-15,16 0-6 0,-16 0-2 0,18 12-5 16,-7-4-4-16,3 1-3 0,-1 5-9 16,0-2-30-16,-1-1-36 0,0 1-43 0,4 1-57 15,-1-3-71-15,-3-2-76 0,1 2-92 16,-4-2-93-16,3-4-144 0,-3 2-119 0,1-5 65 16,0-1-481-16,-10 0-626 0</inkml:trace>
  <inkml:trace contextRef="#ctx0" brushRef="#br0" timeOffset="25443.39">32027 3800 3234 0,'-10'-33'25'0,"2"11"41"0,1 1 45 0,-1 4 59 16,4 1 48-16,-1 5 22 0,-2-2-5 16,6 5-18-16,-3 1-30 0,4 7-18 15,0 0-6-15,0 0 4 0,-7 24-5 0,7 1 4 16,1 20-8-16,1 15-5 0,2 4-27 15,0 7 4-15,-3-2-13 0,6 4-12 16,-2-5-8-16,1-1-10 0,-2-1-7 0,-1-8-12 16,1 0-5-16,-2-15-7 0,1-3-3 15,0-3-6-15,-3-10-7 0,2-7-11 16,0-3-9-16,-2-5 1 0,2-1-12 0,0-5-12 16,-2 0-16-16,0-6-15 0,0 0-3 15,0 0-11-15,0 0 0 0,0 0 5 16,5-29 6-16,-8 11 3 0,1 1 2 0,-2-6 2 15,-1-2 5-15,0 5 5 0,-1 3 13 16,3 3 8-16,1 0 6 0,-2 4 2 0,0 0-3 16,3 1-1-16,-1 2 4 15,2 7-6-15,-2-11 2 0,2 11 1 0,4-9 6 0,-4 9 11 16,7-9 3-16,0 3 20 16,5 3-8-16,3-3 4 0,5-1-8 0,0-2-4 15,9-3-1-15,3-1-4 0,-2-1 2 16,-1 3 3-16,-6 1 12 0,-5 4 13 0,-7 2 1 15,1-1 4-15,-5 1 0 0,1 1-1 16,-8 3 8-16,0 0 7 0,0 0 24 16,12 8 2-16,-12-8-9 0,0 16-6 0,0-8-10 15,0 3-5-15,0 1-11 16,0-1-4-16,3 4-8 0,1-3-1 0,-2-1-39 0,0 2-7 16,1-3 0-16,1-1 0 0,2-1 0 15,1 1 0-15,-1-4 0 0,6 2 0 16,-1-2 0-16,1 0 0 0,-1-1 0 15,3 2 0-15,-2-1 0 0,1 2 0 0,-1 2 0 16,3 3 0-16,-1 1 0 0,-3 3 0 16,7 7 0-16,-4 0 0 0,-1 0 0 0,-2 2 0 15,2 3 0-15,-3-6 0 0,-3-2 0 16,0 0 0-16,1-3 0 0,-3 0 0 16,0-4 0-16,-3-1 0 0,2 0 0 0,-3-1 0 15,-1-3 0-15,-1 2 0 0,-1 0 0 16,-4-4 0-16,-4 4 0 0,-7-1 0 0,-4 2 0 15,-13-2 0-15,0 2 0 0,-4-1 0 16,4 1 0-16,-3-3 0 0,3-2 0 0,5 2 0 16,-3 1 0-16,3-6 0 15,7 2 0-15,1-3-187 0,1 0-863 0,4-2 99 16,0-2-1091-16,3 2-1455 0</inkml:trace>
  <inkml:trace contextRef="#ctx0" brushRef="#br0" timeOffset="26244.81">29389 5707 5294 0,'0'0'-172'0,"0"0"70"16,-13 0 46-16,13 0 44 0,0 0 38 16,-19 8 35-16,13-5 15 0,6-3 13 0,-11 10 4 15,6-2 0-15,3-2-5 0,-1 2 1 16,3-8-3-16,2 13 1 0,-1-6-8 16,3 0-6-16,3 0-6 0,0-3-5 15,4 0-6-15,1-2-3 0,1-2-6 0,-13 0-3 16,32-4-3-16,-10-2-5 0,-4-1 2 15,-2-3-6-15,1 0-1 0,-6-1 10 16,-1-1 11-16,-3-2 9 0,-4-2 9 0,-3 1-11 16,-3-2-3-16,-2-2 1 0,-3 0-9 15,1 5-3-15,-1 1-3 0,-2 2-7 0,1 1-6 16,-5 3-8-16,3 4-11 16,-4 1-32-16,1 4-34 0,0 1-50 0,-2 4-58 15,3 5-76-15,-1-3-77 0,3 4-104 16,2-1-124-16,0 1-198 0,8-5 59 0,1-1 56 15,3-4-426-15,8 0-527 0</inkml:trace>
  <inkml:trace contextRef="#ctx0" brushRef="#br0" timeOffset="26560.03">29665 5519 3012 0,'6'-5'159'0,"-3"0"68"0,-3 5 36 0,0 0 19 16,0 0-3-16,0 0 19 0,0 0 3 15,0 0 0-15,1 29-8 0,-1-8-16 0,-1 4-23 16,1 9-26-16,-3 4-22 0,3 1-21 15,0-2-18-15,-2-2-14 0,2-6-17 16,0-5-11-16,0-4-13 0,0-3-10 0,0-2-12 16,0-1-8-16,0-2-3 0,0-3-6 15,2 0 2-15,1-3 12 0,-3-6 7 16,1 7-14-16,-1-7-6 0,0 0-11 16,0 0-29-16,10-21-34 0,-5 8 0 0,-1-8 0 15,-1-1 0-15,6-14 0 0,-5-5 0 16,-1-14 0-16,1 1 0 0,1-4 0 0,3 2 0 15,-2 0 0-15,2 15 0 0,-5 4 0 16,1 4 0-16,2 8 0 0,-5 6-192 0,6 7-92 16,-3 0-64-16,-1 5-71 0,3 0-65 15,-1 4-70-15,-5 3-115 0,0 0-94 0,0 0 58 16,18 13-578-16,-16-1-743 16</inkml:trace>
  <inkml:trace contextRef="#ctx0" brushRef="#br0" timeOffset="26709.91">29674 5821 3366 0,'-3'4'-78'16,"3"-4"24"-16,0 0 6 0,0 0 6 0,0 0-1 15,0 0-6-15,0 0-27 0,23-11-50 16,-9-1-104-16,4 2-149 0,7-9-85 0,4-1-141 16,7-9-103-16</inkml:trace>
  <inkml:trace contextRef="#ctx0" brushRef="#br0" timeOffset="26929.18">30353 5109 1976 0,'0'-14'246'16,"-3"4"41"-16,-1 3 37 0,0 3 29 15,4 4 17-15,-8-6 20 0,8 6 10 0,0 0-6 16,-25 12-19-16,14 3-15 0,0 2-32 16,-3 12-27-16,1 1-28 0,6 5-29 0,-2 1-22 15,4 1-22-15,1 1-20 0,0-1-17 16,3 1-28-16,-1 0-37 0,4-9-41 15,-2-4-43-15,0-3-55 0,1 0-72 0,-1-1-69 16,0-3-70-16,0-1-93 16,2-1-94-16,-2-2-104 0,0-1-150 0,-2-1-58 0,2 0 62 15,-1-3-550-15,1-3-700 16</inkml:trace>
  <inkml:trace contextRef="#ctx0" brushRef="#br0" timeOffset="27094.58">30185 5581 3638 0,'-7'-7'190'0,"1"4"73"15,3-2 73-15,3 5 47 0,-11-6 27 16,11 6 5-16,0 0-17 0,-7-3-28 0,7 3-43 16,0 0-33-16,0 0-35 15,0 0-30-15,-2-8-52 0,2 8-70 0,20-7-105 0,-7 2-140 16,10-1-129-16,-2 0-139 16,1 2-145-16,3-1-170 0,0 0-106 0,-6 2 91 15,-2 1-676-15,2 0-864 0</inkml:trace>
  <inkml:trace contextRef="#ctx0" brushRef="#br0" timeOffset="27543.64">30493 5649 3811 0,'-7'4'3'16,"7"-4"56"-16,-5 5 47 0,5-5 38 0,0 0 38 16,-6 5 22-16,6-5 9 0,0 0-4 15,0 0-18-15,0 0-13 0,0 0-14 0,0 0-13 16,0 0-14-16,0 0-14 0,0 0-12 15,0 0-10-15,0 0-4 0,33-10-4 16,-30 6-10-16,1-4 2 0,0 1 17 16,-1-3 4-16,-3 0 7 0,0-4 5 15,0 0-2-15,-1-1-4 0,-1-4-8 0,-2 2-8 16,-1 1 1-16,1 1-8 0,-4 1-8 16,5 1-6-16,-4 3-9 0,4 2-12 0,-3-1-6 15,1 5-6-15,1-4-7 0,4 8-7 16,-9-10 4-16,9 10-12 0,-1-8-5 0,1 8-4 15,0-9 5-15,0 9-1 16,12-8 1-16,-1 0-7 0,4 4 1 0,2-2 2 16,3 4-5-16,1-1 0 0,-3 1-2 15,3 2-2-15,-4 2 3 0,2 1 23 0,-3 5 16 16,-1-4-39-16,-1 4-6 0,-3 0 0 16,0 1 0-16,-3 1 0 0,2 1 0 15,-5-3 0-15,1 2 0 0,-1-2 0 0,0 4 0 16,0-5 0-16,-1 3 0 0,0-6 0 15,-1 2 0-15,-3-6 0 0,6 10 0 0,-1-5-54 16,0-1-400-16,-1 0-117 0,-4-4-142 16,0 0-164-16,11 2 69 0,-11-2-795 0,0 0-1044 15</inkml:trace>
  <inkml:trace contextRef="#ctx0" brushRef="#br0" timeOffset="27892.68">31020 5341 4630 0,'0'0'1'0,"0"0"63"16,0 0 46-16,-25 0 49 0,25 0 40 0,0 0 24 16,0 0 13-16,0 0-11 0,0 0-16 15,0 0-7-15,0 0-15 0,0 0-13 0,0 0-14 16,0 0-20-16,24-10-16 0,-15 4-8 16,0 5-16-16,1-3-9 0,-1-1-11 0,1 2-12 15,-2-1-3-15,-1-1-16 16,-7 5-9-16,10-7-3 0,-10 7-1 0,5-8-9 0,-5 8-4 15,0 0-8-15,0 0-1 16,-20-4 1-16,20 4-4 0,-36 14-3 0,9 3 2 16,2 0-3-16,0 5 2 0,4 2-6 15,1 2 1-15,4 0-5 0,3-1 1 0,5-3 3 16,2-3-2-16,2-2 0 0,3-5-2 16,1 3 4-16,1-3-6 0,5 2-2 0,-1-4-18 15,6-3-29-15,-2-1-58 0,3-2-52 16,1 1-74-16,2-3-86 0,0-2-114 15,5-2-129-15,2-1-196 0,1-4-10 16,7-3 84-16,1-4-586 0,-1 0-734 0</inkml:trace>
  <inkml:trace contextRef="#ctx0" brushRef="#br0" timeOffset="28260.03">31329 5341 3419 0,'0'0'-31'0,"0"0"41"0,-13 0 44 15,13 0 42-15,0 0 41 0,0 0 18 16,-10 8 5-16,10-8 8 0,0 0-4 0,5 12-3 16,-5-12-2-16,11 9-3 0,-4-5-8 15,0 0-14-15,-7-4 2 0,23 2-25 0,-13 0-11 16,2-2-13-16,-12 0-6 0,25-4 6 16,-14 4-19-16,0-4-5 0,-1 0-6 15,-1 0-3-15,-1-1 6 0,-1-2 18 16,-2 2 17-16,-5 5 8 0,0-15 15 0,-2 6 5 15,-7 1 0-15,4 1-2 0,-8 2-10 16,-5 2-2-16,4 3-6 0,-6 3 5 16,-1 4-10-16,-8 6-7 0,4 3-2 0,3 3-7 15,5-4-7-15,6 1-3 0,-1 2-6 16,6-3-10-16,2-1-3 0,3 1-1 16,1-1-15-16,1-2-16 0,5-1-28 0,-1 1-38 15,6-1-54-15,-2-1-64 0,0-4-68 16,3 3-80-16,-3 0-101 0,1-2-131 15,-2 1-212-15,-3-1-30 0,-1 3 80 0,-4-1-629 16,-4 5-790-16</inkml:trace>
  <inkml:trace contextRef="#ctx0" brushRef="#br0" timeOffset="28775.78">29819 6498 3914 0,'4'-10'33'0,"-1"0"18"0,1 1 20 0,-3 1 38 0,-1 1 28 0,0 7 21 16,0-11 4-16,0 11 1 0,-1-12-4 15,1 12-8-15,-2-10-9 0,2 10-17 16,-9-7-12-16,9 7-9 0,-11-3-11 0,11 3-9 16,-21 3-8-16,6 3-8 0,0 1 0 15,-2 1-19-15,-1 4 3 0,2 2-4 0,2-1-13 16,1 1-2-16,5-2-3 16,0 0-5-16,6-2 2 0,4 0 8 0,4-3 12 15,8 3 27-15,0 0 14 0,8-3 7 16,1 1 8-16,0-2 7 0,7 4 5 0,-6-4 15 15,1 1 3-15,-5-1 8 0,-4 0 14 16,0 0 9-16,-3 2 23 0,-1-1 26 0,-5 1-92 16,-1-2-121-16,-2 4 0 0,-4-5 0 15,-2 5 0-15,-2 0 0 0,-1-1 0 0,-5 1 0 16,-2 0 0-16,3-1 0 0,-3 0 0 16,-3-1 0-16,2-3 0 0,0 0 0 0,-4-1 0 15,1-2 0-15,1-2 0 16,0-2 0-16,-3-2 0 0,3-3 0 0,0-3 0 15,5-2-258-15,5-1-545 0,-1-1-141 16,6 2 82-16,0-3-949 0,6 1-1238 0</inkml:trace>
  <inkml:trace contextRef="#ctx0" brushRef="#br0" timeOffset="29060.37">30165 6067 5005 0,'-2'-19'-8'0,"2"3"60"0,-2 5 50 0,-1-1 46 0,3 6 50 0,-1-2 37 0,1 8 11 0,-2-9-8 0,2 9-17 16,0 0 13-16,0 0 7 0,0 0-4 16,3 27-8-16,2-4-15 0,-1 12-20 0,0 5-20 15,1-1-15-15,-1 6-87 0,-1-1-72 16,1 1 0-16,1-1 0 0,-2-1 0 0,-1-1 0 15,2-3 0-15,-2-1 0 0,0-11 0 16,0-3 0-16,-1-4-260 0,-1-3-131 0,2 1-91 16,0-7-75-16,-2 1-113 0,2-4-142 15,-2-1 64-15,0-7-705 0,4 2-901 16</inkml:trace>
  <inkml:trace contextRef="#ctx0" brushRef="#br0" timeOffset="29226.6">29978 6476 4105 0,'-14'-2'103'0,"7"-1"55"16,7 3 36-16,-16-4 30 0,16 4 5 16,-5-3-9-16,5 3-37 0,0 0-21 0,0 0-21 15,12-15-18-15,1 8-47 0,4 0-58 16,16-5-79-16,1 3-101 0,2-1-120 0,0 0-132 16,2 3-181-16,-6-1-97 0,-1 4 78 15,-6 2-446-15,-6 0-532 0</inkml:trace>
  <inkml:trace contextRef="#ctx0" brushRef="#br0" timeOffset="29677.26">30414 6665 2874 0,'-3'8'70'0,"1"-4"51"0,2-4 24 0,-6 8 10 0,6-8 18 15,0 0 9-15,0 0-2 0,0 0-17 16,0 0-14-16,0 0-17 0,21-20-8 15,-14 15-17-15,0-2-7 0,-2-2-9 16,-1 1-8-16,-1-1 3 0,1-1 11 16,-4-3 9-16,2-1 13 0,-4 2 7 0,-2-5 2 15,-1-1 2-15,-2-3-9 0,-6-6-5 16,4 4-5-16,2 7-8 0,-5-2 6 0,4 7-8 16,-1-2-6-16,2 5-14 0,-2 1-15 15,-2 3-4-15,4 3-3 0,7 1-7 0,-18 0-10 16,18 0-6-16,-12 5-5 0,12-5 2 15,-11 7-11-15,11-7 5 0,0 0-6 0,0 0 5 16,0 0-8-16,0 0 0 16,41 2 1-16,-23-10-2 0,4 0 0 0,-1 0-1 15,1-1 6-15,-1 1-14 0,-3 4 8 16,-3-1 3-16,-1 1 12 0,-3 3 16 16,-11 1 14-16,19 5 25 0,-10 0 7 0,-1 3 9 0,-3 3-5 15,2 2-8-15,-4 3-10 16,3 0-6-16,-2-1-9 0,-1 0-10 0,-1 0-23 15,2-2-35-15,-2-2-54 0,2 0-58 16,-4-1-68-16,4 1-63 0,-2-5-74 0,0 1-95 16,1-2-81-16,1 0-83 0,-4-5-107 15,6 6-44-15,-6-6 67 0,0 0-536 0,0 0-663 16</inkml:trace>
  <inkml:trace contextRef="#ctx0" brushRef="#br0" timeOffset="29960.08">30710 6406 3409 0,'0'-14'103'0,"0"6"47"0,2 1 33 0,-2 7 25 15,0-7 20-15,0 7 18 0,0 0 26 0,0 0-12 16,0 0 6-16,0 0-9 0,0 0-16 16,2 24-11-16,-2-16-24 0,2 3-19 0,1-3-14 15,3 2-19-15,-3-1-17 0,3 0-13 16,1-1-9-16,-2-1-12 0,2-2-8 0,1-2-7 16,-8-3-20-16,17 4-17 0,-17-4-20 15,20-2-19-15,-9-1-18 0,0-1-11 16,1 1-6-16,-1-2-3 0,-4-2-8 15,4 2-6-15,-2-4 0 0,-4 2-2 0,-1-3-4 0,0 0-6 16,-1-2-9-16,-3-2-11 16,0-1-16-16,3 1-26 0,-1 0-30 0,0 6-39 15,-4-2-37-15,0 3-58 0,-1-1-65 16,3 8-59-16,-9-2-86 0,9 2-132 0,0 0-41 16,0 0 62-16,-27 10-421 0,18-3-494 15</inkml:trace>
  <inkml:trace contextRef="#ctx0" brushRef="#br0" timeOffset="30176.29">31085 6125 2775 0,'0'0'75'16,"0"0"50"-16,0 0 40 0,0 0 21 0,0 0 24 15,-17 20 16-15,13-9-2 0,0 2-17 16,0 3-21-16,3-3-16 0,1 1-18 0,0-1-33 15,0 1-42-15,1 0-50 0,3-4-54 16,0 1-79-16,2-1-82 0,0-3-82 0,-1-3-109 16,5-4-126-16,2 0-82 0,-12 0 59 15,25-5-266-15,-11-5-282 0</inkml:trace>
  <inkml:trace contextRef="#ctx0" brushRef="#br0" timeOffset="30692.42">31390 5748 2189 0,'4'-37'94'0,"-8"4"47"15,2 6 32-15,-2 5 28 0,3 5 31 0,-3 3 15 16,0 4 6-16,1 3-2 0,-2 2 2 16,5 5 9-16,0 0 11 0,-15 20 7 0,8 0-3 15,-3 10-9-15,4 8-15 0,-1 12-17 16,-4 2-25-16,2 2-13 0,0 1-23 0,-3 1-16 16,1 0-15-16,0-4-8 0,2-11-25 15,0-1-28-15,2-2-29 0,-1-6-33 0,2-5-37 16,0-7-29-16,5-3-25 0,-3-1-23 15,0-5-18-15,2-1-17 0,1-2-14 16,-1-3-3-16,2-5 1 0,0 0 7 16,-11 3 7-16,11-3 17 0,0 0 12 0,-11-16 19 15,10 8 17-15,-3-3 21 0,0-1 23 16,1 0 28-16,1 5 25 0,0-1 25 16,-3 1 10-16,5 7 9 0,-4-12 3 0,4 12 5 15,0-10 7-15,0 10 15 0,0-7 18 16,0 7 10-16,13-9 5 0,-6 8-1 0,4-4-6 15,3-2-2-15,2 3 0 0,4-6-11 16,7-4-10-16,-1-1-11 0,3 1-10 0,-2-3-7 16,-1 4-6-16,-5 1-12 0,-3 3-1 15,-6 1-4-15,-2 2-1 0,0 3-5 0,-1 3 8 16,-9 0 7-16,0 0 12 16,11 14-70-16,-9-4-9 0,-2 4 0 0,-2-1 0 15,2 1 0-15,-2 3 0 0,0-2 0 16,2 1 0-16,-1-3 0 0,1-1 0 0,0 0 0 15,0-3 0-15,0-1 0 0,1 0 0 16,-1-8 0-16,0 10 0 0,0-10 0 0,0 0-112 16,13 5-236-16,-13-5-100 0,0 0-113 15,0 0-142-15,22-17-138 0,-14 8 73 16,-1-1-732-16,3-2-946 0</inkml:trace>
  <inkml:trace contextRef="#ctx0" brushRef="#br0" timeOffset="31125.83">31528 6272 3886 0,'-11'2'-24'0,"8"2"75"0,3-4 38 0,-8 2 36 0,8-2 27 16,0 0 22-16,0 0 14 0,0 0-10 0,0 0-12 16,0 0-15-16,0 0-16 0,24-14-12 15,-24 14-11-15,12-9-11 0,-4 3-10 16,0 1-9-16,-2 0-5 0,-6 5-9 0,11-12-8 15,-8 3-6-15,3 1 1 0,-1-2 3 16,-4-1 7-16,1-4 0 0,0 1 2 0,-2-3 2 16,2-3 1-16,-2 1-15 15,0-8-6-15,-2 7-5 0,0 2 0 0,0 1-8 16,2 0 0-16,0 5 4 0,-1 3-11 16,-1 1-3-16,-3 0 4 0,5 8-1 0,-5-10 13 15,5 10 17-15,-4-7 12 0,4 7 23 16,0 0 24-16,0 0 24 0,0 0 23 0,9-7 11 15,-9 7-4-15,20-1-2 0,-20 1-94 16,21 1-76-16,-8 2 0 0,2 3 0 0,-2 0 0 16,3 7 0-16,-5 1 0 15,-2 2 0-15,3 12 0 0,-8-4 0 0,0-1 0 0,-2 2 0 16,-2-1 0-16,0 2 0 16,-2-2 0-16,0 1 0 0,0-1 0 0,0-5 0 0,0 1 0 15,2-4 0-15,0-3 0 16,-3 1 0-16,3-4-702 0,-3-4-242 0,3-1 44 15,0-5 92-15,0 0-837 0,0 0-1083 16</inkml:trace>
  <inkml:trace contextRef="#ctx0" brushRef="#br0" timeOffset="31477.57">31881 6048 4424 0,'0'0'-42'16,"0"0"76"-16,0 0 51 0,0 0 48 15,0 0 42-15,0 0 36 0,0 0 19 0,0 0 16 16,0 0-4-16,36-16-4 0,-22 12-8 16,-3 0-8-16,0 1-4 0,0-1-4 0,-2 0-4 15,-9 4-7-15,12-6-4 0,-12 6-10 16,0 0-8-16,9-3-9 0,-9 3-18 16,0 0-131-16,0 0-23 0,0 0 0 0,-25 15 0 15,10-10 0-15,2 3 0 0,0 2 0 16,1-2 0-16,1 1 0 0,-1 2 0 0,4-2 0 15,3-1 0-15,1-1 0 0,-2-1 0 16,5 0 0-16,1-6 0 0,-4 10 0 0,4-10 0 16,-2 7 0-16,2-7 0 15,0 0-99-15,0 0-209 0,6 5-50 0,-6-5-54 16,0 0-53-16,9 3-59 0,-9-3-60 16,0 0-153-16,0 0 19 0,0 0 77 0,0 0-497 15,0 0-605-15</inkml:trace>
  <inkml:trace contextRef="#ctx0" brushRef="#br0" timeOffset="40890.81">22453 7649 2477 0,'9'-4'331'0,"-9"4"-54"0,5-2-12 15,-5 2-5-15,0 0-11 0,8-4-11 0,-8 4-16 16,0 0-13-16,0 0 1 16,0 0 4-16,0 0-1 0,0 0-4 0,0 0-13 15,0 0-12-15,5-11-24 0,-5 11-6 16,0 0-2-16,0 0-19 0,0 0-17 0,-7-12-6 15,7 12-9-15,-6-6-16 0,6 6-5 16,-11-11-6-16,8 8-15 0,-6-3-6 0,2 1-1 16,-4 2-3-16,-1-2-8 0,-1 0-4 15,-5 0-7-15,4 3-6 0,-6 0 3 0,5 2-4 16,-6 4 0-16,-4 1-4 0,-5 2-5 16,-1 6-3-16,3 1 7 0,-1 0-9 0,0-1-1 15,4 4 0-15,1 1-6 16,-1-1-8-16,8-2 6 0,4 0-3 0,-5-2 1 15,7 1-2-15,2-3-2 0,1 3 3 16,2-2 11-16,3-1-7 0,-1 1 1 0,4-2 3 16,2 2-5-16,1 0 5 0,3 0 7 15,0-2-4-15,5 2 4 0,1 0-1 0,0 2 5 16,2-2 2-16,2 1-2 0,1-1 4 16,-2 0 4-16,10 3-7 0,-4-3 3 0,4 2 3 15,-2-3-4-15,2 5-3 0,-1-1 0 16,-1 2 20-16,-6-4 8 0,-2 3 9 0,1 8 20 15,-5-3 23-15,-6-1 16 0,-1 2-6 16</inkml:trace>
  <inkml:trace contextRef="#ctx0" brushRef="#br0" timeOffset="45472.74">22534 7713 2589 0,'6'-2'261'0,"-6"2"-37"0,0 0-21 0,10-4 17 0,-10 4 14 0,3-4-15 16,-3 4-24-16,0 0-13 0,-3-10 0 0,3 10-2 16,-6-7-4-16,6 7-10 0,-8-8-15 15,0 4-2-15,3-2-13 0,-2 0-1 0,-4 1-13 16,2 2-8-16,-2-2-6 0,-1 1-13 15,-3-2-2-15,-1 0-8 0,2 4-9 0,-6-2-7 16,4 2-2-16,-6 2-10 0,1 2-3 16,-2 2-7-16,-9 4 0 0,-2 2-10 15,-1 3 0-15,5 5 3 0,-10 5 4 16,4 3-1-16,2 0-19 0,7-2 3 0,4 1 18 16,2 0-6-16,2 0 1 0,4 3-6 15,4-2 2-15,0-2-3 0,8-2 13 16,-3 1-2-16,6-5 17 0,0 2 3 0,4 3 0 15,0 0 0-15,4-1 4 0,1 5-1 16,2 1 0-16,7-3 8 0,-3 1 5 0,6-1 3 16,-2-2 2-16,5 1-6 0,5-2-5 15,6 4-19-15,3 1-55 0,0-2 0 0,1 0 0 16,-2-1 0-16,-11-2 0 0,3 3 0 16,-8-1 0-16,0 1 0 0,-8 2 0 0,-1 2 0 15,-10-1 0-15,-5 9 0 0,-10-3 0 16,-3 12 0-16,-7 0 0 0,-6 0 0 15,-3 6 0-15,-2 0 0 0,-3 1 0 16,1-6 0-16,3-4 0 0,3-4 0 0,1-2 0 16,13-12 0-16,2-5 0 0,3-5 0 0,1-3 0 15,4-3 0-15,0 3 0 0,4 1 0 16,2-1 0-16,2 4 0 0,6 4 0 0,4 9 0 16,2 1 0-16,4 3 0 0,3 5 0 15,3 3 0-15,1 1 0 0,0-4 0 0,0-1 0 16,4-4 0-16,-6-6 0 0,-1-5 0 15,5 0 0-15,0-5 0 0,-1-5 0 0,-1-4 0 16,0-4 0-16,-4-2 0 0,0-2 0 16,4-6 0-16,-2 2 0 0,-3-3 0 0,2 0 0 15,-8 1 0-15,4 2 0 16,-7 1 0-16,1-1 0 0,-3 2 0 0,-1-1-98 16,0 0-935-16,-1-1 87 0,4 2 99 15,-11 2-944-15,25-3-1221 0</inkml:trace>
  <inkml:trace contextRef="#ctx0" brushRef="#br0" timeOffset="46205.99">28311 7014 5118 0,'0'0'-109'0,"0"0"27"0,15 2 16 0,-15-2 20 0,25 0 12 0,-9 2 19 15,5 3 14-15,4 3 4 0,10 6 7 0,-7 7 4 16,4 12 2-16,-3 6 16 0,-8 13 35 15,0 7 74-15,-2 10 36 0,2 16 14 0,-6-13 29 16,1 20 12-16,-5-19 11 0,-2 2 5 16,1 0 0-16,0 0-6 0,-1-3-2 0,3-2-6 15,-3-2-9-15,5-2-9 16,-1-3-12-16,0-3-13 0,2-3-159 0,-2 0-32 16,1-3 0-16,3 3 0 0,-1-3 0 15,-2-5 0-15,-2 3 0 0,-1-3 0 0,-9-4 0 16,0-1 0-16,-4 0 0 0,-1 10 0 15,-5-2 0-15,1 1 0 0,-5-4 0 0,3-8 0 16,-2-2 0-16,-1-4 0 0,0-2 0 16,0-6 0-16,5-8 0 0,1-3 0 0,3-1 0 15,1-3 0-15,-2-4 0 0,1-1-12 16,-2-3-628-16,5-4-130 0,0 0-147 16,0 0 88-16,-7-24-879 0,8 5-1143 15</inkml:trace>
  <inkml:trace contextRef="#ctx0" brushRef="#br0" timeOffset="47373.12">29321 8009 4450 0,'-2'-9'-30'0,"-4"0"70"0,4 4 44 0,-2-3 33 0,4 8 40 0,-4-8 37 0,4 8 35 16,-2-9 34-16,0 4 5 0,2 5-7 0,0 0-20 15,0 0-21-15,0 0 31 0,0 0 15 16,11 34 6-16,0-2-7 0,1 15-26 0,4 3-10 16,-1 3-54-16,1 0-175 0,-2 0 0 15,-2 1 0-15,3-5 0 0,-1-1 0 16,-5-9 0-16,-1-5 0 0,-1 1 0 15,-2-10 0-15,-3-3 0 0,-1-5 0 0,-1-3 0 16,0-1 0-16,-1-1 0 0,-3 0 0 16,-1-3 0-16,0-1 0 0,-1-3 0 0,-1-1 0 15,-3-1 0-15,-3-1 0 0,13-2 0 16,-23-2 0-16,8-1 0 0,-3-1 0 0,5 1 0 16,-1-3 0-16,5 2 0 0,0-1 0 15,1-2 0-15,2-2 0 0,2-1 0 0,8-2 0 16,5-5 0-16,7-10 0 0,5 0 0 15,15-6 0-15,0-4 0 0,7-4 0 16,2-2 0-16,12-15 0 0,1-3-161 0,-6 1-88 16,-5-4 26-16,-13 14 22 0,-4-3 25 15,-7 3 25-15,0-2 28 0,-10-1 29 16,-5 0 34-16,-4 10 29 0,-6 0 25 0,0 5 18 16,-6 3 7-16,-5 2 3 0,0 6-2 15,-12 4 8-15,2 5 1 0,0 9 5 16,4 6 9-16,1 4 12 0,-6 5 8 0,-2 7 14 15,2 8 13-15,1 4 13 0,3 4 4 16,3 12 6-16,4-2 8 0,7 1-8 0,2 3-8 16,4 0-10-16,0 0-7 0,6-2-11 15,1 0-16-15,4-2-61 0,1-6 0 0,-1 2 0 16,3-3 0-16,-3-4 0 0,0-6 0 16,0-5 0-16,-4 0 0 0,0-2 0 0,1-3 0 15,-2 1 0-15,-2-5 0 16,2 2 0-16,-1-4 0 0,-1 0 0 0,-1 1 0 15,1-1 0-15,1-2 0 0,0 4 0 16,-1-4 0-16,2 2 0 0,1 1 0 0,-2 0 0 16,4 2 0-16,0 3 0 0,-2-1 0 15,5 1 0-15,-2 4 0 0,-1-1 0 0,3 2 0 16,-5 0 0-16,4 0 0 0,1-1 0 16,-4-4 0-16,1 0 0 0,-3-2 0 0,2-3 0 15,-3 1 0-15,5-8-260 0,-3 0-375 16,-7 0-189-16,23-8-62 0,-9 0 90 0,3-5-833 15,8-5-1068-15</inkml:trace>
  <inkml:trace contextRef="#ctx0" brushRef="#br0" timeOffset="48039.4">30176 8272 4805 0,'-11'2'55'0,"1"2"25"0,10-4 23 0,-11 4 18 0,11-4 9 0,0 0 5 0,0 0 11 0,0 0-10 0,0 0-12 15,0 0-17-15,0 0-7 0,57-14-11 16,-38 3 4-16,4 3-28 0,-4-2-18 16,0-1-5-16,-4-1 0 0,-4 2-6 0,-1-2 0 15,-2 0 3-15,-5 0-2 0,-3 0-1 16,0 2 7-16,-5 1-2 0,-4-1 1 15,-5 6 8-15,-1 4 10 0,-4 4 17 0,-14 5 32 16,5 4 15-16,3 4 14 0,2 5 8 16,4 3 10-16,5 3 10 0,7-7-9 0,1 1 2 15,8-1-40-15,2 2-119 0,8 4 0 16,3 1 0-16,4-5 0 0,3-2 0 0,5-6 0 16,2-1 0-16,-3-7 0 0,-1-4 0 15,0-3 0-15,4-1 0 0,7-5 0 0,-7 1 0 16,1-5 0-16,-1-3 0 0,-6 5 0 15,-8-2 0-15,-1 0 0 0,-1 0 0 16,-6-2 0-16,-2-2 0 0,-5 2 0 16,-1-7 0-16,-1 2 0 0,-6-1 0 0,1-2 0 15,0 5 0-15,0 1 0 0,-2 3 0 16,1 1 0-16,-2 3 0 0,3 3 0 0,-2 2 0 16,9 2 0-16,-16-4 0 0,16 4 0 15,0 0 0-15,-17 0 0 0,17 0 0 0,0 0 0 16,0 0 0-16,8-12 0 0,5 4 0 15,12-7 0-15,1-5 0 0,7 2 0 0,-5 0 0 16,5 5 0-16,-10 4 0 16,-2 4 0-16,-4 3 0 0,-2 2 0 0,4 6 0 0,-2 4 0 15,-4 0 0-15,1 7 0 16,-5-2 0-16,1 6 0 0,-2-2 0 0,-2 3 0 16,-1-1 0-16,-1 2 0 0,-1-3 0 15,-1-1 0-15,0-3 0 0,3 1 0 0,-3-5 0 16,0 0 0-16,-1-3 0 0,3 0 0 15,-2 0 0-15,2-2 0 0,-3-4 0 0,-1-3-390 16,0 0-624-16,0 0 98 0,24-10 88 16,-13-2-887-16,2-2-1149 0</inkml:trace>
  <inkml:trace contextRef="#ctx0" brushRef="#br0" timeOffset="48372.42">31141 8086 4493 0,'-24'4'14'0,"24"-4"75"0,0 0 41 0,-14-2 25 0,14 2 26 0,0 0 30 0,-14-2 24 0,14 2-6 16,0 0-25-16,0 0-13 0,0 0-20 15,0 0-16-15,0 0-17 0,0 0-12 0,16-15-10 16,-16 15-11-16,12-10-7 0,-6 7-8 16,-1-2-5-16,-5 5 19 0,9-9 16 15,-7 3 7-15,-2 6 1 0,0 0-1 16,-16-6 4-16,16 6 4 0,-47 17-32 0,13-1-103 15,-7 9 0-15,3 2 0 0,11-5 0 16,9 4 0-16,-2 1 0 0,11-4 0 0,3-3 0 16,4-2 0-16,4-1 0 0,1-1 0 15,6-3 0-15,2 1 0 0,5-3 0 0,-2 0 0 16,6-4 0-16,-4-2 0 0,4-3 0 16,-4-2 0-16,2 0 0 0,1 0 0 0,-2-4 0 15,-1 3 0-15,-3-1 0 0,1 0 0 16,-3-3-880-16,-8 2-101 0,-3 3 106 0,0 0-980 15,0 0-1281-15</inkml:trace>
  <inkml:trace contextRef="#ctx0" brushRef="#br0" timeOffset="48606.07">28351 8218 5649 0,'-24'-3'208'0,"10"2"11"16,0-2 27-16,5 2 23 0,9 1 10 0,-13-6-16 15,8 3-26-15,5 3-29 16,10-12-19-16,14-4-22 0,22-6-23 0,15-4-70 0,27-9-94 16,2 3-130-16,7-2-166 15,2 0-189-15,-1 1-261 0,-10 4-104 0,-18 9 84 16,-10 2-826-16,-4 5-1051 0</inkml:trace>
  <inkml:trace contextRef="#ctx0" brushRef="#br0" timeOffset="49155.59">29398 9353 4924 0,'0'0'202'16,"-7"15"12"-16,-1-1 41 0,3 5 44 16,-3 2 43-16,2 0 13 0,-1 12-5 0,-1 0-19 15,3-2-22-15,3-3-45 0,4-4-28 16,0-2-126-16,3 0-110 0,2-2 0 15,7 5 0-15,1-9 0 0,1-2 0 0,-1-3 0 16,4-2 0-16,-2-6 0 0,2-1 0 16,0-4 0-16,4-1 0 0,0-4 0 15,-2-3 0-15,6-3 0 0,-3-3 0 0,-5 3 0 16,-6 3 0-16,-1 4 0 0,-3-2 0 16,2 3 0-16,-4 1 0 0,-2 1 0 0,-5 3 0 15,0 0 0-15,18 7 0 0,-12 0 0 16,1 1 0-16,2 2 0 0,1 1 0 0,1-1 0 15,7 2 0-15,-1-2 0 0,2 1 0 16,-1-5 0-16,6 0 0 0,-5-6 0 0,-1 0 0 16,7-6 0-16,-2 0 0 0,8-7 0 15,-2-3 0-15,-3 0 0 0,1-5 0 16,-7 1 0-16,2-2 0 0,-9 3 0 0,-3 0 0 16,-5 0 0-16,1-1 0 0,-2 2 0 15,-3 3 0-15,1 1 0 0,0 4 0 16,-2 2 0-16,0 1 0 0,0 7 0 0,-5-8-288 15,5 8-278-15,-11 0-105 0,11 0-121 16,0 0-27-16,-20 4 81 0,20-4-730 16,0 0-917-16</inkml:trace>
  <inkml:trace contextRef="#ctx0" brushRef="#br0" timeOffset="49338.95">30182 9375 4038 0,'5'-7'124'16,"0"3"94"-16,-3-4 62 15,-2 8 71-15,1-8 38 0,-1 8 41 0,6-5 17 16,-6 5 3-16,0 0-17 0,6-8-37 15,-6 8-34-15,0 0-89 0,0 0-273 0,0 0 0 16,24 9 0-16,-16 3 0 0,-3 0 0 16,2 5 0-16,-3 4 0 0,-3 4 0 0,-1 1 0 15,0 9 0-15,4-6 0 0,-4-3-239 16,-2 0-322-16,0-4-120 0,2-3-176 0,0-2 44 16,-1-5 82-16,2-2-735 0,-1-5-913 15</inkml:trace>
  <inkml:trace contextRef="#ctx0" brushRef="#br0" timeOffset="49505.7">30422 9031 4393 0,'-2'-19'197'0,"0"7"37"0,-2 2 25 16,4 1 23-16,-1 4 19 0,1 5-1 16,-6-5-19-16,6 5-34 0,0 0-28 0,0 0-36 15,0 0-74-15,0 0-103 0,0 0-95 16,-10 19-101-16,10-12-117 0,0-1-137 0,0 6-172 15,-2 4-152-15,-4 4 75 0,-1 1-635 16,-5 9-784-16</inkml:trace>
  <inkml:trace contextRef="#ctx0" brushRef="#br0" timeOffset="49755.93">30497 9027 4080 0,'-2'-19'235'15,"2"4"30"-15,0 3 28 0,0 4 28 0,0 2 25 16,0 6 31-16,0 0 20 0,0 0 0 16,11 19-18-16,-6 5-51 0,1 12-31 0,-1 3-32 15,-2 7-54-15,-1 1-211 0,-2 12 0 16,0-1 0-16,2-12 0 0,-2-2 0 0,0 2 0 16,2-8 0-16,0 1 0 0,1-8 0 15,-3-9 0-15,0-4 0 0,2 0-257 0,0-3-213 16,0-5-99-16,0-3-107 15,1-5-129-15,-3-2 23 0,0 0 81 0,18-10-636 16,-11-5-793-16</inkml:trace>
  <inkml:trace contextRef="#ctx0" brushRef="#br0" timeOffset="49955.56">30803 8844 3610 0,'6'-33'103'0,"-2"7"73"0,-4 9 39 16,1 5 23-16,1 4 42 0,0 4 72 15,-2 4 41-15,0 0 23 0,6 24 8 0,-5 1-12 16,4 13-15-16,-5 5-41 0,0 15-30 15,0 3-27-15,2 2-105 0,0 5-194 0,2-2 0 16,1-2 0-16,1-4 0 0,-1-6 0 16,3-2 0-16,-4-12 0 0,0-11 0 0,-2-7 0 15,1-3-237-15,-3-5-281 16,0-4-135-16,0-3-159 0,2-2-25 0,-2-5 88 16,4 5-742-16,-4-5-939 0</inkml:trace>
  <inkml:trace contextRef="#ctx0" brushRef="#br0" timeOffset="50642">28922 11451 4485 0,'-14'0'194'0,"14"0"-1"0,-22-6-3 0,14 0 5 0,1 2 11 0,1-3 23 0,2-3-14 15,1-4-18-15,1-5-23 0,4-5-17 0,3-12-21 16,14-17-17-16,0-4-35 0,1-7-53 15,12-18-34-15,2-3-27 0,0-2-20 0,2 6-22 16,-2-2-18-16,-7 24-10 16,-4 4-6-16,0 6 8 0,-10 18 6 0,-1 2 3 15,-4 8 7-15,-6 5 7 0,-2 10 4 16,-4 1 13-16,4 5 9 0,0 0 14 0,-27 18 23 16,4 2 21-16,0 6 17 0,-8 6 13 15,11-4 12-15,1-3 13 0,4 3 12 0,5-6 13 16,2-2 10-16,8-2 6 0,4 1 25 15,3 2 9-15,6 4-2 0,5 1-13 16,1-2-9-16,6 1-4 0,-2-5-12 0,-2 1-4 16,2 2 6-16,-6-7 8 0,2 4 9 15,-3-1 9-15,-5-2 8 0,-2 0 7 16,-3-3 8-16,2 2-42 0,-5-1-108 16,-3-1 0-16,0 2 0 0,-3-2 0 0,-5 3 0 15,-4 3 0-15,-1-5 0 0,-8 3 0 16,2-5 0-16,0-5 0 0,4-6 0 0,-2-5 0 15,1-9-474-15,-2-15-236 0,9-9-189 16,6-8 48-16,6-15 95 0,9-6-775 0,9-24-975 16</inkml:trace>
  <inkml:trace contextRef="#ctx0" brushRef="#br0" timeOffset="50872.54">29541 9976 4085 0,'2'-18'112'0,"-2"5"130"0,2 4 53 0,-4 0 32 15,0 4 22-15,2 5 26 16,0 0 23-16,0 0 14 0,-13 34-4 0,10 3 0 0,-4 6-19 15,5 13-33-15,6 8-321 16,1 2-35-16,2 3 0 0,2 0 0 0,3-2 0 16,-1-4 0-16,1-2 0 0,1-5 0 15,-3-3 0-15,5-7 0 0,-7-10 0 0,-1-3 0 16,-1-10 0-16,-5-2 0 0,5-4 0 16,-3-2-100-16,-3-2-380 0,0-5-45 0,-3 0-31 15,-1-3-40-15,4-5-54 0,-7 5-52 16,7-5 11-16,-15-2-632 0,15 2-781 0</inkml:trace>
  <inkml:trace contextRef="#ctx0" brushRef="#br0" timeOffset="51006.18">29528 10851 3632 0,'-15'-8'58'0,"2"4"96"0,1 4 75 16,12 0 63-16,-21-3 71 0,21 3 51 0,-17 0 29 15,17 0 25-15,-13 3-1 0,13-3-47 16,0 0-34-16,-18-3-40 0,18 3-32 16,0 0-109-16,0 0-205 0,0 0 0 0,33-18 0 15,-5 5 0-15,5-2 0 0,-1-2 0 16,0 0-108-16,9-7-464 0,-9 7-222 15,1 1-109-15,-5 1 93 0,5 5-892 0,-10 1-1136 16</inkml:trace>
  <inkml:trace contextRef="#ctx0" brushRef="#br0" timeOffset="51455.96">29900 10878 4829 0,'-11'12'96'0,"1"-1"43"16,2-2 30-16,3 0 28 0,1-4 25 15,4-5 12-15,-4 8-3 0,4-8-24 0,0 0-21 16,0 0-18-16,0 0-19 0,24-2-20 16,-24 2-27-16,27-15-33 0,-13 3-15 0,-3 3-8 15,-2 0-8-15,1-2-1 0,-4 1 1 16,-2-1 7-16,-3 0 8 0,-1-2 15 0,-3-2 10 16,-1-1 14-16,-1-4 4 15,-9-6-1-15,-1 1-1 0,1 6-4 0,5 3-5 0,1 5-30 16,0-2-55-16,1 6 0 15,-1 1 0-15,3 3 0 0,5 3 0 0,-12-4 0 16,12 4 0-16,0 0 0 0,0 0 0 16,0 0 0-16,-17 7 0 0,17-7 0 0,0 0 0 15,0 0 0-15,0 0 0 0,32-5 0 16,-17-1 0-16,5 0 0 0,1 0 0 16,-1 0 0-16,1 1 0 0,1 3 0 0,-6 0 0 15,2 4 0-15,0 0 0 0,-2 3 0 16,0 1 0-16,-3 2 0 0,-2 4 0 15,3 1 0-15,-3 1 0 0,-4 3 0 0,1 0 0 16,0-2 0-16,-3 1 0 0,3-2 0 0,-5-1 0 16,4-3 0-16,-3 2 0 0,-1-3 0 15,3-1-20-15,-1-2-536 0,2-3-51 16,-7-3-28-16,0 0-2 0,17-9 24 16,-12-5 43-16,3-4 98 0</inkml:trace>
  <inkml:trace contextRef="#ctx0" brushRef="#br0" timeOffset="51687.58">30244 10699 3661 0,'7'-34'-24'0,"-3"-1"95"0,-3-1 60 16,3 10 43-16,-2 3 43 0,0 4 39 0,-2 3 37 15,0 3 29-15,0 1 11 0,2 5 7 16,-2 7-1-16,0 0-9 0,0 0-18 0,0 0-21 16,0 0-24-16,15 32-23 0,-9-18-22 15,-1 4-23-15,3 0-17 0,1 0-151 16,-1-2-31-16,2 1 0 0,1-4 0 16,-1-3 0-16,1 0 0 0,3-2 0 0,-1-3 0 15,-2-2 0-15,1-3 0 0,-12 0 0 16,25-5 0-16,-12-2 0 0,0-2 0 0,1 0 0 15,-3 0 0-15,1-5 0 0,-3 0-97 16,-4 1-40-16,1 1-26 0,-1 4-36 16,-5-1-37-16,3 7-51 0,-3 2-87 0,0 0-97 15,0 0-139-15,0 0-191 0,-10-6 90 16,10 6 73-16,0 0-541 0,0 0-645 0</inkml:trace>
  <inkml:trace contextRef="#ctx0" brushRef="#br0" timeOffset="51938.49">30933 10192 3618 0,'-23'-7'178'0,"4"5"18"0,0 7 21 16,-3 4 30-16,2 8 27 0,-3 5 26 0,4 10-3 16,4-3-11-16,1 6-21 0,7 2-25 15,3-2-26-15,2-6-20 0,4-1-21 0,3 3-18 16,5-1-22-16,4-3-34 15,-3-8-52-15,-1-2-52 0,3-5-53 0,-2-2-50 16,3-2-50-16,-1-4-57 0,-1-2-63 16,1-4-70-16,-1-2-65 0,2-2-82 0,6-6-98 15,2-9-89-15,1-4 57 0,2-12-448 16,2-4-545-16</inkml:trace>
  <inkml:trace contextRef="#ctx0" brushRef="#br0" timeOffset="52304.68">31226 9697 3021 0,'0'-64'76'16,"0"12"63"-16,-1 8 31 0,-1 3 31 0,-1 10 37 15,3 6 38-15,-2 7 37 0,0-1 35 16,0 9 0-16,1 6 24 0,1 4 7 0,0 0-2 16,-11 45-1-16,5-1-17 0,-2 18-17 15,2 5-18-15,2 7-34 0,-1 5-48 16,1 3-242-16,1-3 0 0,1-1 0 16,2-2 0-16,0-5 0 0,2-7 0 0,1-4 0 15,-1-4 0-15,0-13 0 0,0-6 0 16,-2-8 0-16,2-5 0 0,-2-7 0 0,-2-1 0 15,2-4 0-15,0-4 0 0,-2-2 0 16,2-6 0-16,0 0 0 0,0 0 0 0,0 0 0 16,-11-35 0-16,11 13 0 0,-3-4 0 15,3 1 0-15,5-1 0 0,-3 3 0 0,-2 6 0 16,3 3 0-16,1 4 0 0,0 1 0 16,3 5 0-16,-2 0 0 0,8 2 0 0,-13 2 0 15,18-2 0-15,-18 2 0 16,25 2 0-16,-11-2 0 0,-1-2 0 0,1 2 0 15,2-2 0-15,-2-4 0 0,1 1 0 16,-1 0 0-16,-3-2 0 0,-2 1 0 0,-2-2 0 16,2 4 0-16,-6-1-76 0,-3 5-581 15,0 0-154-15,0 0-92 0,0 0 96 0,-15 36-872 16,-11 5-1115-16</inkml:trace>
  <inkml:trace contextRef="#ctx0" brushRef="#br0" timeOffset="53071.94">29900 11930 5160 0,'-21'-3'274'0,"2"-1"28"0,0 6 11 0,-1 6 15 0,-8 9 8 0,-8 12-5 0,-2 4 0 15,0 10-25-15,6 4-23 0,1-1-56 16,10 2-227-16,8 3 0 0,5-13 0 0,9-1 0 16,11-4 0-16,9-3 0 0,5-8 0 15,7-3 0-15,8-11 0 0,0-2 0 16,3-10 0-16,13-6 0 0,2-7 0 16,-6-6 0-16,-1-4 0 0,-3-2 0 0,-3-2-23 15,-2-4-271-15,-7-4 8 0,-5 1 24 16,-3-2 22-16,-7-2 30 0,-5 10 31 0,-5-2 39 15,-4 0 37-15,-4 8 33 0,-3 3 33 16,-1 10 31-16,0 3 28 0,-1 0 27 0,-3 8 26 16,4 2 14-16,0 0 23 0,0 0 13 15,0 0 16-15,-20 18-4 0,20-11-15 0,0-1-14 16,4 4-14-16,2-4-11 0,-1 2-4 16,5-4-17-16,1-1-23 0,3-3-33 15,1 0-38-15,3-4-35 0,10-9-32 16,3-2-36-16,-4-1-39 0,7-4-44 0,-7-2-38 15,2 0-30-15,-2-3-12 0,0 0 7 16,-6-2 29-16,-2-2 42 0,-4 3 52 0,-6-3 57 16,-2 4 45-16,-3 4 40 0,-3 4 35 15,1 5 38-15,0-1 30 0,-2 4 30 0,0 1 27 16,0 3 29-16,0 5 17 0,0 0 10 16,0 0-1-16,0 0-12 0,-4 23-9 0,8-11-19 15,0 3-16-15,-1-1-17 0,3-3-12 16,0-1-13-16,2 2-10 0,1-1-15 0,-2-5-23 15,6-2-23-15,-1 0-18 0,2-4-12 16,5-4-12-16,2-4-15 0,-3 3-25 0,11-10 3 16,-4-2 3-16,0-2 7 0,0 0 12 15,-4 1 29-15,0 1 38 0,-8 1 46 16,-2 5 44-16,1 3 55 0,-4 1 45 16,-3 2 31-16,-1 0 26 0,0 1-116 0,-4 4-161 15,0 0 0-15,0 0 0 0,0 0 0 16,19 9 0-16,-15-4 0 0,0 2 0 0,1-3 0 15,-1 0 0-15,0 2 0 0,2-3 0 16,0 2 0-16,-1 1 0 0,2-5 0 0,2 5 0 16,0 0 0-16,2 1-16 0,3 1-469 15,-3 0-75-15,0-2-91 0,1 1-146 16,-3 2-14-16,11 4 72 0,-4-7-666 16,11-3-858-16</inkml:trace>
  <inkml:trace contextRef="#ctx0" brushRef="#br0" timeOffset="53289.39">31623 11644 3708 0,'15'-9'5'0,"-8"-4"94"0,1 0 78 0,-4 4 62 0,-2 2 52 16,-2 7 51-16,-9-13 31 0,9 13 12 16,-29 4-5-16,-17 16-10 0,-12 6-2 0,-21 20-9 15,-7 10-5-15,-5 9-22 0,-4 7-22 16,-3 5-211-16,-3-5-99 0,-2 2 0 0,2 1 0 16,0-1 0-16,4-2 0 0,6-2 0 15,3-5 0-15,7-1 0 0,7-8 0 0,10-6 0 16,16-13 0-16,4-2 0 15,8-6 0-15,10-8 0 0,2-1 0 0,7-5 0 16,4-3-101-16,2-7-444 0,3 1-85 16,0-4-98-16,8-2-95 0,0 0 52 0,-17-9-791 15,13 2-1005-15</inkml:trace>
  <inkml:trace contextRef="#ctx0" brushRef="#br0" timeOffset="55503.8">24212 8197 5704 0,'-39'4'8'0,"8"-2"-6"0,5 1-1 0,0 1 11 0,6-3 29 0,3 2 23 0,4-3 11 15,4 0-9-15,9 0 2 0,0 0 11 16,34-20 4-16,30-4-8 0,47-15-6 0,66-17-7 16,21 1-9-16,27-4-11 0,25-3-27 15,5 1-55-15,9 1-60 0,-8 2-37 0,-4 4 7 16,-12 6 17-16,-18 4 22 15,-19 3 23-15,-60 12 23 0,-12 3 11 0,-16 5 21 16,-24 0 33-16,-26 7 56 0,-15 1 81 16,-20 3 73-16,-3 2 56 0,-7 2 22 0,-8-1-16 0,-2-1-21 15,-5 0-23-15,-3 2-25 16,0 0-18-16,-2 6-78 0,-8-11-127 0,7 5 0 16,-5 1 0-16,6 5 0 0,-7-3 0 15,7 3 0-15,-10-2-228 0,10 2-301 0,0 0-167 16,-23 8-190-16,15-7 76 0,8-1 80 15,-13 5-737-15,6-2-914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3:27:29.3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6102 2433 1698 0,'0'0'392'0,"0"0"-25"0,0 0-6 0,0 0-36 0,0 0-13 0,0 0-19 0,0 0-16 16,0 0-15-16,0 0 10 16,0 0 2-16,0 0-6 0,0 0-20 0,0 0-16 15,0 0-7-15,0 0-6 0,0 0-13 16,0 0-8-16,0 0-9 0,0 0-5 0,0 0 6 16,0 0 2-16,0 0 5 0,0 0 6 15,0 0 2-15,0 0 10 0,-29-10-28 16,29 10-187-16,0 0 0 0,0 0 0 0,-4-7 0 15,4 7 0-15,-4-7 0 0,4 7 0 16,0 0 0-16,-3-12 0 0,3 12 0 16,-2-12 0-16,2 4 0 0,0 8 0 15,2-14 0-15,1 3 0 0,1 3 0 0,2-2 0 16,1 1 0-16,1 1 0 0,2-4 0 16,3 7 0-16,-5-1 0 0,5 4 0 0,-2-2 0 15,3 4 0-15,-14 0 0 0,30 6 0 16,-15 0 0-16,-1-1 0 0,-1 4 0 15,1 0 0-15,-3 2 0 0,-4-1 0 0,2 0 0 16,-6 2 0-16,1 2 0 16,-2 0 0-16,-2-2 0 0,-4 6 0 0,0-1 0 15,-4 2 0-15,2-2 0 0,-1-1 0 0,2-3 0 16,-1-1 0-16,1-3 0 0,2 0 0 16,-1-3 0-16,2 1 0 0,2-7 0 15,-4 10 0-15,4-10 0 0,-1 10 0 16,1-10 0-16,0 7 0 0,0-7 0 0,3 12 0 15,1-8 0-15,2 2 0 0,0 1 0 16,3 1 0-16,0 0 0 0,-1 1 0 0,0-2 0 16,1 2 0-16,-3 1 0 0,-1-3 0 15,2 2 0-15,-1-4 0 0,-5 3 0 0,-1 1 0 16,0-1 0-16,-1 2 0 0,-3 1 0 16,-3-3 0-16,2 1 0 0,-3 1 0 15,-3 0 0-15,1-3 0 0,-1 0 0 16,-2-2 0-16,1 0 0 0,-3-3 0 0,1 1 0 15,2-3 0-15,-4 2 0 0,1-4 0 16,15 2 0-16,-25 0 0 0,11 0 0 16,3-1 0-16,0 1 0 0,11 0 0 0,-17-2 0 15,9 0 0-15,8 2 0 0,-11-2 0 16,11 2-637-16,0 0-385 0,0 0 97 0,0 0-982 16,0 0-1329-16</inkml:trace>
  <inkml:trace contextRef="#ctx0" brushRef="#br0" timeOffset="549.08">6769 2402 4712 0,'-4'-7'-209'0,"2"1"102"0,2 6 63 0,-4-12 42 0,4 12 34 0,2-11 24 15,0 5 11-15,4-2 4 0,-3 2-5 0,-3 6-8 16,14-10-4-16,-7 8-1 0,-7 2-6 16,17 0-8-16,-17 0 0 0,21 6-7 15,-13 0-1-15,2 4-2 0,-5 3 2 16,3 7 9-16,-3-3 23 0,-5 5 22 0,2 2 33 15,-5 10 34-15,-5-2 39 0,3 1 11 16,-6-2 16-16,6-6-10 0,-1-3-24 16,3-5-20-16,-1-3-17 0,4 1-19 0,-2-5-6 15,2 0-14-15,4 1-11 0,0-3-6 16,1-1-15-16,2-4-25 0,-7-3-26 0,18 2-8 16,-18-2-9-16,21-7 4 0,-12-2 14 15,-1 3 29-15,-3-4 29 0,-5-3 43 16,0 0 31-16,-1-4 21 0,-7-3-179 0,-5-9 0 15,-6 3 0-15,-1-3 0 16,-4 4 0-16,1 1 0 0,0-2 0 0,2 4 0 16,3 0 0-16,2 6 0 0,7 3 0 15,-1 1 0-15,0 2 0 0,6 4 0 0,-3-1 0 16,5 3 0-16,2 4 0 0,-2-14 0 16,6 8 0-16,3 0 0 0,4 3 0 0,0-3 0 15,5 2 0-15,4 0 0 0,5 1-164 16,14 0-842-16,4-1 32 0,22 2 87 15,-13 2-868-15,16-3-1186 0</inkml:trace>
  <inkml:trace contextRef="#ctx0" brushRef="#br0" timeOffset="1066.15">6422 1736 4576 0,'-37'-25'-206'0,"-3"-1"35"0,-5 5 28 0,-7 6 39 0,-5 7 41 0,-6 6 36 0,-1 10 45 16,-8 8 37-16,-19 11 19 0,6 9 21 15,-1 9 13-15,8 10 28 0,2 8 15 16,5 14 18-16,8 9 21 0,6 10 25 0,10 3 21 16,10 8-15-16,14 5 25 0,16-2 12 15,14-5-3-15,18 2-14 0,15-3 0 16,21-7 3-16,16-7-12 0,8-10-22 0,14-9-19 16,6-9-20-16,6-11-21 0,2-10-41 15,6-9-48-15,-1-12-69 0,-4-10-39 16,-22-10-58-16,15-8 10 0,-4-13 0 15,-6-8 4-15,-8-10 13 0,-3-9 10 0,-7-11 15 16,-9-4 29-16,-5-11 39 0,-10-10 39 16,-4-8 22-16,-11-7 31 0,-11-7 8 0,-12-11-8 15,-15-1 0-15,-15 4-8 0,-20 0-63 16,-17 6-36-16,-12 7 0 0,-18 10 0 0,-16 16 0 16,-5 18 0-16,-11 20 0 0,-9 20 0 15,-2 15 0-15,-7 16 0 0,-1 15 0 0,4 12-200 16,10 10-135-16,6 11-139 0,11 6-183 15,14 0-263-15,11-4 85 0,10-7 93 16,22-14-628-16,5-4-824 0</inkml:trace>
  <inkml:trace contextRef="#ctx0" brushRef="#br0" timeOffset="2634.63">5999 3500 1493 0,'7'-6'345'0,"-1"0"-61"0,-6 6-18 0,9-5-17 0,-9 5-16 0,7-6 6 0,-7 6-18 0,0 0-16 15,0 0 6-15,1-6-3 16,-1 6-6-16,0 0-3 0,0 0 7 0,-40 20 15 0,0 7 1 15,-12 8 25-15,-23 18 17 16,-15 5-6-16,-12 8-9 0,-6 4-13 0,-39 22-4 16,9-3-14-16,36-22-2 0,7-5-1 15,4-4 5-15,6-2 2 0,8-9-7 16,9-5 1-16,18-10-37 0,3-3-179 0,6-3 0 16,3 1 0-16,8-8 0 15,3 1 0-15,2-3 0 0,2 2 0 0,0-1 0 0,6-4 0 16,1-3 0-16,5-1 0 0,0 0 0 15,3-3 0-15,0 1 0 0,1-4 0 0,1 2 0 16,0 0 0-16,6-6 0 16,-9 5 0-16,9-5 0 0,-6 6 0 0,2-4 0 0,4-2 0 15,0 0 0-15,-3 4 0 16,3-4 0-16,0 0 0 0,0 0-331 0,0 0-581 16,0 0-46-16,0 0 105 0,30-8-894 15,-21 4-1179-15</inkml:trace>
  <inkml:trace contextRef="#ctx0" brushRef="#br0" timeOffset="3850.23">3649 4871 4267 0,'0'0'-311'0,"-6"-4"56"0,6 4 51 16,0 0 37-16,0 0 39 0,-2-8 28 0,2 8 32 15,0 0 25-15,0 0 21 0,0 0 21 16,0 0 20-16,-7-6 20 0,7 6 12 16,0 0 13-16,0 0 14 0,0 0 18 0,0 0 6 15,-4-8 20-15,4 8 3 16,0 0 16-16,0 0 3 0,0 0-4 0,0 0 0 0,0 0-4 15,0 0-1-15,0 0-9 16,0 0-11-16,0 0-7 0,-10-4-5 0,10 4-10 16,0 0-10-16,0 0-3 0,0 0-2 15,0 0 0-15,0 0 3 0,0 0 4 16,0 0 3-16,0 0 5 0,0 0 6 0,0 0 6 16,0 0 1-16,0 0 6 0,0 0 4 15,0 0-3-15,0 0 3 0,0 0-7 0,0 0 0 16,0 0-16-16,0 0-13 0,0 0-13 15,0 0-18-15,0 0-3 0,0 0 4 0,-9 29 24 16,3-7 13-16,-4 14 9 0,-1 10 10 16,-2 0 11-16,-3 2-5 0,7-9 0 15,2-1 1-15,-3-1-3 0,0-6-5 16,3 1-27-16,0-8-78 0,4-4 0 16,-1-4 0-16,2-1 0 0,0-3 0 0,-1 1 0 15,1-4 0-15,0 0 0 0,0-2 0 16,2-7 0-16,0 10 0 0,0-10 0 0,-2 9 0 15,2-9 0-15,0 0 0 0,0 0 0 16,0 0 0-16,0 0 0 0,0 0-232 0,0 0-243 16,0 0-111-16,0 0-120 0,0 0-170 15,22-21 88-15,-15 14-752 0,0-1-984 16</inkml:trace>
  <inkml:trace contextRef="#ctx0" brushRef="#br0" timeOffset="4282.26">3805 5003 4004 0,'0'-7'-77'0,"0"0"57"0,0 7 38 0,0 0 27 0,3-6 29 0,-3 6 58 16,0 0 38-16,0 0 24 0,0 0 5 16,7 24-6-16,-5-13 0 0,3 3-1 0,-3 2-16 15,4 2-11-15,-1-2 0 16,4 3-18-16,-4-4-8 0,3-1-19 0,-1-1-6 15,1 1-6-15,2-1-16 0,-3-4 0 0,2 0-13 16,-1-1-4-16,0-4-5 16,1 2-8-16,1-4-4 0,-10-2-3 0,22-4-7 15,-4 0 1-15,-1-4-7 0,0-5-4 16,4-3-22-16,3-5-1 0,-6 0 12 0,-2 7 19 16,-5 2 13-16,-2 2 15 0,-1 2 0 15,-2 5-12-15,-1-3-16 0,-5 6-1 0,0 0 3 16,0 0 10-16,0 0 11 0,6 27 1 15,-8-11-2-15,-2 3-8 0,1 1 4 16,1 3 7-16,-2 0-63 0,2 0-8 0,0 0 0 16,0-5 0-16,0 0 0 0,2 0 0 15,0-4 0-15,-2 0 0 0,2-1 0 16,0-1 0-16,0-3 0 0,0-1 0 16,-2 1-163-16,2-2-139 0,0-2-91 0,0-5-107 15,-2 8-134-15,2-8-205 0,0 0 47 16,0 0 76-16,0 0-594 0,0 0-768 0</inkml:trace>
  <inkml:trace contextRef="#ctx0" brushRef="#br0" timeOffset="4715.32">3796 4668 3396 0,'-27'-18'-21'0,"0"1"42"0,-2 5 14 0,-3 0 22 0,-4 4 6 0,-4 7 24 0,-2 6 21 16,-11 13 27-16,-4 9 30 0,-14 16 18 0,-5 12 11 16,6 11 4-16,0 14 14 0,4 7 18 15,7 6 11-15,10 6-8 0,10 7 12 0,14-2 1 16,10-3-19-16,17-19-13 0,11 13-17 16,16 1 10-16,11-10-12 0,13-9-32 0,11-8-13 15,8-12-10-15,2-9-19 0,10-11-10 16,4-11-10-16,-12-11-12 0,6-9-23 15,2-8-19-15,-2-7-10 0,20-13-13 0,-6-7-14 16,-9-8-3-16,-1-4-1 16,-4-6 1-16,-8-7 3 0,-5-5-4 0,-8-6 4 15,-8-10 8-15,-6-7-18 0,-11-1 0 16,-10-8 0-16,-13-9 0 0,-9 18 0 0,-13-24 0 16,-16 1 0-16,-15-1 0 0,-14 7 0 15,-12 11 0-15,-9 16 0 0,-8 19 0 0,-10 15 0 16,-11 18 0-16,16 18 0 0,-23 12 0 15,-4 11 0-15,8 11-107 0,8 11-147 0,9-2-51 16,13 2-86-16,21-8-101 0,10 0-134 16,6 1-241-16,12-3 90 0,10-7 79 15,9-6-552-15,5-4-710 0</inkml:trace>
  <inkml:trace contextRef="#ctx0" brushRef="#br0" timeOffset="6366.8">6053 3554 1511 0,'-7'-3'333'0,"0"-5"-85"0,1 4-34 0,6 4-34 0,-8-12-14 16,6 5-6-16,2 7 1 0,-2-10 16 0,2 10 1 15,0-12 8-15,0 12-5 16,4-10-11-16,-4 10-13 0,4-7-14 0,-4 7-12 16,8-8-9-16,-8 8 4 0,0 0 3 15,28 6 13-15,-11 3 13 0,15 3 2 0,7 13-4 16,6 6 14-16,7 0 9 0,20 13-19 16,5 6 7-16,9 1-6 0,5 5-10 15,6 2-13-15,4 0-1 0,6 5-21 0,-1 0-8 16,4 3-6-16,-1-2-13 0,6 2 19 15,3-2 8-15,37 17 6 0,-34-21 2 0,1-2 3 16,2-4 5-16,-4-1 9 0,0-3-1 16,-9-3-1-16,-8-3-6 0,-4-4-113 0,-12-1-17 15,-10-2 0-15,-23-10 0 16,-11-5 0-16,-11-3 0 0,-3-2 0 0,-8-5 0 16,-8-2 0-16,1-1 0 0,-3-4 0 15,-2 0 0-15,-2 2 0 0,0-4 0 0,-1 3 0 16,-6-6 0-16,11 5 0 0,-11-5 0 15,10 2 0-15,-10-2 0 0,0 0 0 16,0 0 0-16,0 0 0 0,13-6 0 0,-13 6 0 16,2-8 0-16,-2 8 0 0,0-9 0 15,0 9-40-15,-6-6-780 0,6 6-169 0,-19-2 96 16,2 4-960-16,-2 0-1279 16</inkml:trace>
  <inkml:trace contextRef="#ctx0" brushRef="#br0" timeOffset="6948.85">8884 5107 4721 0,'0'0'-164'0,"0"0"68"0,0 0 62 0,0 0 50 0,0 0 36 0,-32-12 29 16,20 9 23-16,-5 2 22 0,-2 1 16 0,-3 0 1 15,2 0 2-15,-5 4-5 0,0 0-11 16,2 1 1-16,0 3-17 0,3 0-10 0,0-2-10 16,7 4-13-16,1-3-8 0,3 4 8 15,4 0-17-15,1-1-1 0,4-1-7 0,2 7 5 16,5 0 1-16,4 1 9 0,5 7-6 16,2-2-7-16,2 2-1 0,1-2 17 15,0-1-2-15,2-1-7 0,-4-1-2 16,-6-1 0-16,3-3 8 0,-7-1 13 15,-2 0 20-15,2-1 23 0,-8 3 22 0,1-3 20 16,-4 5 11-16,-3-3 13 0,-7 4-126 16,1-2-66-16,-9 4 0 0,6-6 0 0,-10 4 0 15,3-7 0-15,3-2 0 0,-4-1 0 16,5-3 0-16,0-2 0 0,2-1 0 0,2 1 0 16,1-3 0-16,1 1 0 0,-1 1 0 15,12-3 0-15,-13 0 0 0,3 2 0 16,10-2 0-16,0 0 0 0,-13-2 0 0,13 2 0 15,-6-5-247-15,6 5-431 0,0 0-124 16,12-16-94-16,-1 8 79 0,0 0-799 16,10-1-1055-16</inkml:trace>
  <inkml:trace contextRef="#ctx0" brushRef="#br0" timeOffset="7332.21">9242 5254 4444 0,'2'-6'9'0,"-2"6"73"0,0-10 47 0,0 10 28 0,0 0 16 0,0 0 32 0,0 0 44 15,-23 12 32-15,-2 5 15 0,0 5-1 16,-5 9-6-16,-2 3-8 0,-3 4-10 16,1 2-13-16,-2 1-17 0,4 0-23 15,1 2-16-15,8-5-91 0,4-8-111 0,4-1 0 16,5 1 0-16,6-7 0 0,4-4 0 15,2-3 0-15,6-3 0 0,0-1 0 0,3-2 0 16,5-2 0-16,0-5 0 0,6-1 0 16,-3-2 0-16,5-2 0 0,1-2 0 0,-2-3 0 15,-2 0 0-15,0-4 0 0,-4 0 0 16,4-11 0-16,-8 3 0 0,-4 4 0 0,0-3 0 16,-4 2 0-16,-5-1 0 15,0 1 0-15,-1 5 0 0,-5-3 0 0,-2 2 0 16,-3 2 0-16,-5 1 0 0,-1 4 0 15,0 0 0-15,-4 0 0 0,-2 5 0 0,-2 3 0 16,-1 0-373-16,-10 3-509 0,1 4-54 16,3 0 88-16,3 0-904 0,6-3-1184 15</inkml:trace>
  <inkml:trace contextRef="#ctx0" brushRef="#br0" timeOffset="7766.6">8762 4742 5017 0,'-50'-11'-76'0,"2"7"37"0,-15 4 28 16,-5 9 44-16,-2 6 33 0,-18 16 48 0,4 7 36 15,5 14 24-15,6 11-3 0,2 7 25 16,14 14 13-16,7 11 11 0,16 7 1 15,13 4-4-15,13 1-11 0,14-3-14 0,13 0-16 16,16-3-5-16,11-6-17 0,13-9-15 16,15-8-13-16,8-8-14 0,9-12-17 15,3-7-26-15,3-11-26 0,0-15-13 16,-21-11-14-16,0-11-16 0,1-4 0 0,-1-7 0 16,-3-10 0-16,14-8 0 0,-4-4 0 15,-6-12 0-15,-3-7 0 0,-5-9 0 0,-4-6 0 16,-4-10 0-16,-4-6 0 0,-8-8 0 15,-4-3 0-15,-9-5 0 0,-10-5 0 0,-9-2 0 16,-11 2 0-16,-12 20 0 0,-16-10 0 16,-15 13 0-16,-19 9 0 0,-14 13 0 0,-16 17 0 15,-11 14 0-15,-11 13 0 16,-8 15 0-16,-1 12 0 0,1 6 0 0,5 14-53 16,5 6-476-16,5 4-182 0,8 1-210 15,14-2 69-15,9 0 89 0,24-12-721 0,8-1-930 16</inkml:trace>
  <inkml:trace contextRef="#ctx0" brushRef="#br0" timeOffset="9915.14">3336 6208 3871 0,'0'0'-107'0,"6"-5"49"0,-6 5 39 0,4-7 41 0,-4 7 33 0,0 0 23 0,0 0 22 16,0 0 9-16,0 0 12 0,0 0 18 15,-38 12 27-15,5 7 13 0,-16 9 24 0,-9 8 33 16,-19 14 19-16,-11 5 1 16,-4 8-4-16,-3 0 0 0,0 3 1 0,7-6-13 0,8 0-6 15,8-6-3-15,7-8-3 16,17-8-10-16,10-6-16 0,2 1-13 0,11-8-24 15,2-5-44-15,6-5-121 0,4-1 0 16,2-3 0-16,-1-1 0 0,4-3 0 0,1 1 0 16,1-2 0-16,-2-1 0 0,8-5 0 15,-9 6 0-15,9-6 0 0,-8 5 0 0,8-5 0 16,-5 4 0-16,5-4 0 0,-7 2 0 16,7-2 0-16,-9 3 0 0,9-3-79 15,-7 5-577-15,3 0-177 0,-2 3-97 0,0 0 100 16,4 2-824-16,0 2-1091 15</inkml:trace>
  <inkml:trace contextRef="#ctx0" brushRef="#br0" timeOffset="10430.75">1703 7385 4683 0,'9'-19'-151'15,"3"7"20"-15,1 0 19 0,3 1 18 0,2 0 13 16,0-1 23-16,1 7 11 0,-2-1 8 16,2 5 13-16,0 2 4 0,-2 5 7 0,8 9 19 15,-4 7 9-15,-4 4 13 0,-8 5 18 16,-2 4 31-16,-7 2 16 0,-7 4 26 15,0-1 24-15,-8 9 21 0,-2 1 20 0,-3-4 31 16,-2-1 14-16,3-6-11 16,-1-8 0-16,7-5-15 0,4-6-19 0,1-2-12 0,2-5-4 15,3-3-13-15,3 1 0 16,0-4 2-16,3-1-1 0,9-2-12 0,-1-2-9 16,4-2-11-16,6-6-12 0,-1 1-1 15,0-3 13-15,0-1 16 0,-3-3 14 16,-4-3 12-16,-4-3-133 0,-4 3-31 0,-10-7 0 15,-8-11 0-15,-13-6 0 0,-10 1 0 16,-7-1 0-16,-2 2 0 0,0 2 0 0,2 4 0 16,5 2 0-16,4 1 0 0,9 10 0 15,6 2 0-15,4 3 0 0,-1 4 0 16,9 1 0-16,-1 0 0 0,8 1 0 0,0 7 0 16,15-19 0-16,6 9 0 0,10-4 0 15,7 5 0-15,4 2 0 0,2-1 0 0,4 8-52 16,-1 4-707-16,1-2-232 0,-3 4 83 15,0 5 106-15,7-1-789 0,-4 5-1033 16</inkml:trace>
  <inkml:trace contextRef="#ctx0" brushRef="#br0" timeOffset="11582.4">3340 6284 4507 0,'-5'-10'-117'0,"-3"2"42"0,2-1 57 0,0 1 52 0,2 2 36 0,-1 0 42 16,5 6 35-16,-6-8 18 0,6 8 7 16,-5-9-9-16,5 9-9 0,-7-4-15 0,7 4-16 15,0 0-19-15,0 0-12 0,0 0-2 16,0 0 46-16,0 0-3 0,23 25 27 0,-1 2 11 16,12 14 3-16,16 23 7 0,6 5 11 15,13 6 8-15,4 6-10 0,3 0-11 16,0 4-19-16,-4 4-13 0,-5 0-13 15,-6 1-10-15,-3-2-76 0,-8-4-48 0,0-1 0 16,-8-6 0-16,2-6 0 0,-13-20 0 16,-3-6 0-16,-4-4 0 0,-12-10 0 15,1-3 0-15,-2-9 0 0,-6-5 0 0,2 0 0 16,-3-3 0-16,0-3 0 0,1-2 0 16,-2 0 0-16,-3-6 0 0,6 11 0 0,-6-11 0 15,3 6 0-15,-1-3 0 0,-2-3 0 16,0 0 0-16,0 0 0 0,0 0 0 15,0 0 0-15,0 0 0 0,0 0 0 0,0 0 0 16,0 0-198-16,-25-7-854 0,14 5 113 16,-3 0-1102-16,1-1-1456 0</inkml:trace>
  <inkml:trace contextRef="#ctx0" brushRef="#br0" timeOffset="13230.99">3833 8053 5151 0,'0'0'-140'0,"-5"-6"90"0,5 6 53 0,0 0 56 0,-6-11 49 0,6 11 41 0,-1-8 29 0,1 8 31 15,1-10-7-15,-1 10 9 16,6-12 1-16,-4 6-16 0,-2 6-21 0,9-9-12 0,-9 9-4 15,12-1-2-15,-12 1 3 16,15 13-3-16,-7-1 12 0,0 5 18 0,-5 4 12 0,-1 4-22 16,-6 0-177-16,-1 11 0 15,-4-2 0-15,2-1 0 0,-2 0 0 0,3-8 0 16,4-3 0-16,-4-5 0 0,6-2 0 16,-2-1 0-16,2-1 0 0,2-1 0 15,1-2 0-15,0 2 0 0,1-3 0 0,4-1 0 16,1 1 0-16,3-2 0 0,3-2 0 15,0 0 0-15,4-3 0 0,0-2 0 0,4 0 0 16,2-2 0-16,4-1 0 0,7-2 0 16,2-2 0-16,-2-2 0 0,3-3 0 0,-2-1-425 15,-4-3-599-15,-5 1 92 16,-4-1-1044-16,-4 1-1394 0</inkml:trace>
  <inkml:trace contextRef="#ctx0" brushRef="#br0" timeOffset="13614.76">4428 8032 4981 0,'4'-8'-213'16,"-2"4"69"-16,2-1 46 0,-4 5 41 0,10-8 57 16,-5 4 42-16,1 0 25 0,5 2 13 15,-1 0 10-15,1 0 4 0,-11 2-4 0,23 2-3 16,-10 0 4-16,-4 1 0 16,5 4 8-16,-6 1 4 0,1 1 17 0,-1 3 2 15,-2 2 23-15,-4-3 29 0,-2 2 34 16,0 3 29-16,-6 1 15 0,2 3 13 0,-6-3 3 15,1 0 8-15,4-1-15 0,-3-3-10 16,3 0-42-16,2-5-209 0,-1 3 0 0,2-2 0 16,0-3 0-16,4 2 0 0,-2-8 0 15,4 16 0-15,1-9 0 0,2 1 0 0,0 2 0 16,-1-3 0-16,1 3 0 0,0-2 0 16,-2-1 0-16,1 1 0 0,-1 1 0 15,-1-2 0-15,0 1 0 0,-2-1 0 0,-1 1 0 16,-4 3 0-16,-1-1 0 0,-5 2 0 15,-5 2 0-15,-10 3 0 0,-1-3 0 0,2-1 0 16,4-8 0-16,-2 4 0 0,4-6 0 16,0-1 0-16,-1-2 0 0,2-3 0 15,-2-1 0-15,1-6 0 0,0-2-108 16,1-2-904-16,7 1 59 0,-2-3 93 0,3 1-928 16,2 0-1218-16</inkml:trace>
  <inkml:trace contextRef="#ctx0" brushRef="#br0" timeOffset="14030.21">3939 7565 4810 0,'-56'12'-119'0,"-5"5"43"0,2 7 44 0,-2 5 57 0,-14 15 32 0,7 9 40 0,7 1 25 15,0 11 24-15,12 9 18 0,5 7-6 16,11 4 7-16,14 9-13 0,10 2-12 0,11-18-9 16,13 18-7-16,14-3-9 0,11-8-24 15,13-6 0-15,14-6-28 0,17-9-11 0,9-4 0 16,8-12-18-16,4-10-15 16,3-9-21-16,3-17-10 0,-23-10-23 0,-3-6-10 15,13-11 5-15,-5-6 7 0,-5-6 1 16,-3-4 7-16,-7-6 12 0,-1-4 19 0,-10-9 17 15,-8-9 24-15,-7-4 32 0,-9-7 31 16,-7-7 23-16,-15 9-15 0,-6-21 6 16,-11 12 3-16,-12-22-17 0,-13-8-12 0,-17 3-11 15,-14-1-16-15,-9 6-7 0,-12 12-12 16,-8 17-5-16,-7 17-21 0,-3 16-38 0,-10 18-45 16,17 11-66-16,-20 24-79 0,-5 10-111 15,10 10-146-15,4 7-159 0,5 3-233 0,10 3 84 16,10-2 77-16,7 0-526 0,13-13-678 15</inkml:trace>
  <inkml:trace contextRef="#ctx0" brushRef="#br0" timeOffset="15780.11">3959 9106 3501 0,'8'-7'-35'0,"-4"1"33"0,-2 0 36 0,-2 6 32 0,6-10 31 0,-6 6 9 0,0 4 6 0,0 0-12 0,0 0-2 16,0 0 8-16,0 0 24 0,-27 14 20 15,-2 9 14-15,-11 10 14 0,-6 4 9 0,-17 16 18 16,2-3 16-16,-1 6 18 0,-3-1 8 16,-2 2-7-16,3 0-8 0,3-3 3 0,3-2-6 15,14-10-13-15,6-5-18 0,2-4-16 16,4-2-15-16,7-9-16 0,5 0-14 0,4-8-15 15,0 1-10-15,7-5-46 0,0 0-66 16,-2-1 0-16,6 0 0 0,-1-4 0 0,1 0 0 16,1 0 0-16,4-5 0 0,-10 9 0 15,10-9 0-15,-7 6 0 0,7-6 0 0,-6 6 0 16,6-6 0-16,-5 6 0 0,5-6 0 16,-8 4-22-16,8-4-352 0,0 0-117 15,-10 1-135-15,10-1-181 0,0 0-43 16,0 0 92-16,-9-9-692 0,9 9-899 0</inkml:trace>
  <inkml:trace contextRef="#ctx0" brushRef="#br0" timeOffset="17246.64">2578 10586 3701 0,'0'0'-112'0,"4"-10"42"0,-3 4 25 0,-1 6 31 0,2-10 30 0,-2 10 27 0,2-9 23 0,-2 9 23 16,4-6 13-16,-4 6 3 0,0 0-5 16,5-9-17-16,-5 9-10 0,0 0 20 15,0 0 54-15,1 24 10 0,-1-4 12 16,-4 15 2-16,0 3 6 0,-2 3 20 0,-1 0-11 16,3 2-8-16,-4 8-5 0,3-9-15 15,-1-4-6-15,2-3-10 0,-1 2-14 0,3-12 1 16,-2-2-19-16,2-5-12 0,0-1-6 15,0-3-10-15,0-2-7 0,0-2 3 16,2 0-16-16,-2-2-7 0,0-1-29 0,2-7-57 16,-3 8-91-16,3-8-104 15,0 0-117-15,0 0-118 0,0 0-132 0,-11-19-192 16,11 9 55-16,1-5 77 0,3-3-445 16,5-11-568-16</inkml:trace>
  <inkml:trace contextRef="#ctx0" brushRef="#br0" timeOffset="17630">3107 10710 2859 0,'5'5'-59'0,"-1"2"57"0,-8 4 50 16,-3 2 38-16,-2 3 44 0,-10 12 35 16,-8 6 43-16,-2 3 34 0,-7-1 16 15,6 1 3-15,-1-2-4 0,9-7-11 16,1-2-16-16,2-2-6 0,6-4-8 0,3-4-11 15,4-2-17-15,4-1-8 0,4-1-12 16,4-1-12-16,9 1-14 0,5-4-14 0,2-2-11 16,3-1-8-16,0-4-9 0,-4-1-5 15,-3-1-26-15,0 0 36 0,-3-3 33 0,-3-4-1 16,-9-1-11-16,-6-5-4 0,-11-12 15 16,-13-8 10-16,-9-2 3 0,-6 1-47 15,-6 3-103-15,1 1 0 0,3 2 0 0,2 4 0 16,12 6 0-16,3 1 0 0,8 4 0 15,6 4 0-15,2 1 0 0,2 3 0 0,8 0 0 16,1 6 0-16,19-11 0 0,4 4 0 16,13 2 0-16,4 1 0 0,8 6 0 15,3-2 0-15,0 3 0 0,7 6-600 16,1-1-352-16,-6 1 28 0,-11 3 90 0,-2 0-826 16,-3 1-1097-16</inkml:trace>
  <inkml:trace contextRef="#ctx0" brushRef="#br0" timeOffset="18131.12">2926 10386 4396 0,'-26'-11'-164'0,"-7"5"23"0,-1 6 32 0,-11 3 42 0,-13 11 40 16,-3 6 58-16,0 9 27 15,-15 16 46-15,7 6 34 0,7 8 22 0,1 6 16 16,9 3 13-16,10 6 9 0,8 3 8 15,15-8 7-15,8 3 27 0,7 0 1 0,13 2-18 16,12 11-24-16,15-8-14 0,8-7-18 16,17-12-7-16,14-5-19 0,12-11-20 0,7-9-12 15,5-12-49-15,3-10-46 0,-18-7-47 16,25-14-23-16,-3-8-7 0,-4-7 5 16,-9-6 12-16,-11-7 5 0,-4-7 3 0,-6-4 7 15,-9-6 5-15,-9-7 9 16,-12-9 16-16,-11-7 7 0,-17 9 2 0,-10-11 6 0,-8-24-1 15,-15-5-11-15,-13-1-5 0,-14 2 0 16,-16 4-1-16,-13 10-15 0,-5 9-1 16,-4 17 1-16,-5 18-5 0,-8 16-2 15,-5 19-3-15,17 15-26 0,-26 12-20 0,9 17-49 16,10 8-74-16,6 8-99 0,11 7-122 16,13 0-180-16,16-5-170 0,10-1 89 0,6 2-507 15,7-1-653-15</inkml:trace>
  <inkml:trace contextRef="#ctx0" brushRef="#br0" timeOffset="19384.08">3304 11639 3460 0,'0'-9'7'0,"-2"1"30"0,2 8 34 0,0-13 27 0,0 13 23 0,-2-5 9 0,2 5-3 16,0 0-14-16,0 0-7 0,0 0 72 0,0 0 40 15,23 47 55-15,-4-2-42 0,2 4 5 16,8 10 3-16,9 17 6 0,3 0-5 16,11-2-3-16,0-2-6 0,3-3-11 0,4-3-20 15,-6-6-17-15,-9-13-16 16,-6-5-10-16,-2-2-1 0,-2-6 1 0,-10-8-6 15,-3-4-9-15,-3-1-82 0,-4-3-60 16,-5-7 0-16,1-1 0 0,-4-2 0 0,1-2 0 16,-3-1 0-16,2 1 0 0,-3-2 0 15,-3-4 0-15,7 6 0 0,-7-6 0 0,4 5 0 16,-4-5 0-16,0 0-271 0,-9 9-349 16,2-6-185-16,-8 5-105 0,-14 6 99 15,1-1-813-15,-5 7-1062 0</inkml:trace>
  <inkml:trace contextRef="#ctx0" brushRef="#br0" timeOffset="19713.09">3586 12859 4825 0,'-2'-4'93'0,"0"-4"23"15,2 8 15-15,6-10 20 0,1 6 12 16,1 0 13-16,4 0-15 0,0 3-12 0,4 1-16 15,2 3-5-15,2 4-6 16,1 4-13-16,4 8-1 0,-4 6 0 0,-8 6 19 16,-3 3 5-16,-7 4 17 0,-5 1 24 15,-5 2 43-15,-8 5 40 0,-4 0 46 0,3-11-139 16,1-2-163-16,2-2 0 0,0-6 0 16,3-4 0-16,2-4 0 0,4-5 0 0,1-2 0 15,-1 0 0-15,6-4 0 16,-2-6 0-16,9 8 0 0,1-3 0 0,3-3 0 0,3 0 0 15,2-4 0-15,5-2 0 0,2 0 0 16,10-3 0-16,-3-2 0 0,0-6-83 16,2 4-983-16,-1-6 107 0,4 1-1110 0,4-4-1481 15</inkml:trace>
  <inkml:trace contextRef="#ctx0" brushRef="#br0" timeOffset="20029.07">4369 12983 5291 0,'-9'-1'-97'0,"9"1"77"15,-18 0 65-15,18 0 71 0,-24 13 71 16,5-1 51-16,-2 7 37 0,0 1 27 0,0 5 8 16,4 0-2-16,1 3-18 0,7-5-31 15,3-4-19-15,6 1-22 0,4-1-21 0,3 3-165 16,5-5-32-16,7 2 0 0,6-4 0 16,2-5 0-16,-3-6 0 0,3-2 0 15,0-4 0-15,13-7 0 0,-4-1 0 16,2-2 0-16,-1-3 0 0,-5-2 0 0,-2-1 0 15,-6 0 0-15,-4-3 0 0,-3-1 0 16,-7-2 0-16,-5-1 0 0,-5 1 0 0,-2-1 0 16,-5-10 0-16,-7 1 0 0,-1 5 0 15,-4 1 0-15,-6 7 0 0,-1 4 0 0,-6 3 0 16,-5 4 0-16,-1 5 0 0,4 4 0 16,-6 5 0-16,1 0-113 0,1 6-286 15,2 5-165-15,-2-1-228 0,-2 11-96 0,7-9 90 16,5 2-779-16,1 0-1019 0</inkml:trace>
  <inkml:trace contextRef="#ctx0" brushRef="#br0" timeOffset="20446.22">3844 12223 4190 0,'-58'14'74'0,"-4"9"29"16,-19 20 19-16,-1 13 44 0,4 14 60 0,3 6 27 16,9 6 28-16,7 9 17 0,10 6 14 0,10 4 7 15,19 1-14-15,10-1-11 16,18 0-9-16,18-8-31 0,14-8-21 0,13-8-28 16,18-4-18-16,15-8-103 0,17-7-84 15,8-8 0-15,4-7 0 0,7-10 0 16,-6-16 0-16,-7-11 0 0,-25-10 0 0,-4-3 0 15,15-16 0-15,-3-7 0 0,-7-11 0 16,-2-5 0-16,-8-8 0 0,-5-8 0 0,-6-8 0 16,-12-9 0-16,-7-12 0 0,-9-8 0 15,-11-4 0-15,-5-7 0 0,-13-4 0 0,-11-4 0 16,-13 2 0-16,-17 3 0 0,-12 6 0 16,-13 19 0-16,-12 13 0 0,-8 16 0 15,-11 16 0-15,-5 13 0 0,-9 20 0 16,15 12-134-16,-21 12-179 0,3 8-144 0,6 10-152 15,-155 68-318-15,190-67 97 16,10-11 82-16,9-3-671 0,13-5-871 16</inkml:trace>
  <inkml:trace contextRef="#ctx0" brushRef="#br0" timeOffset="21879.32">2010 6791 3064 0,'-8'-6'145'0,"-3"-2"-31"0,-1-2-5 0,-6 2 12 0,-2-2 9 0,-10-2 7 0,-2 0 3 16,-3 3 1-16,-1 1-11 0,-1-1 1 16,-2 2-5-16,-1 6-9 0,-3 2-7 15,0 4-7-15,-12 9-3 0,-3 5 4 16,-1 7-4-16,0 6-6 0,-13 14-6 0,4 10-2 16,7 7-4-16,3 9 7 0,3 6 0 15,12 5 9-15,7 5 14 0,11 2-1 0,9 3-10 16,10-19-3-16,10-2-13 0,7 2-6 15,12 10-11-15,11-2-6 0,9-7-5 16,8-7-11-16,10-4 7 0,5-10-17 16,11-4 3-16,5-8-7 0,6-10 2 15,2-9-18-15,-18-12-8 0,0-3-7 0,2-10 0 16,-5-10-3-16,1-5 18 0,-5-8 6 16,8-17 1-16,-5-5 17 0,-7-5 23 0,-6-6 28 15,-6-3 18-15,-8-8 18 0,-5-8 8 16,-7-7 3-16,-10-7-1 0,-10 14-5 0,-7-30-10 15,-9-2-9-15,-13 5-10 0,-12 2-68 16,-8 3-35-16,-17 6 0 0,-6 12 0 16,-12 10 0-16,-4 14 0 0,-14 11 0 0,-7 13 0 15,-3 15 0-15,14 16 0 0,-16 10-193 16,0 13-161-16,10 7-119 0,2 9-151 0,8 1-286 16,10-4 78-16,16-6 80 15,5-4-627-15,2-4-831 0</inkml:trace>
  <inkml:trace contextRef="#ctx0" brushRef="#br0" timeOffset="23545.01">9017 6546 1298 0,'4'-7'357'0,"-4"7"-113"0,4-7-29 0,-4 7-11 0,1-8-1 0,-1 8 11 15,2-7-5-15,-2 7-27 0,0 0 6 16,0 0 1-16,0 0 11 0,-28 9 18 0,-10 16 9 16,-11 6 5-16,-21 16 32 15,-3 3 4-15,-12 1 7 0,-4 7-3 0,-3 0 5 0,-1 3-4 16,5-1-10-16,6-4-8 15,6-2-13-15,8-5-21 0,20-12-19 0,6 0-19 16,6-6-17-16,10-8-20 0,1 1-13 16,3-3-12-16,9-4-12 0,0-2-11 0,3-4-55 15,1-3-43-15,1 2 0 0,2-4 0 16,1 2 0-16,-1-5 0 0,6-3 0 0,-9 8 0 16,9-8 0-16,-5 5 0 0,5-5 0 15,0 0-11-15,-3 3-331 0,3-3-125 16,0 0-119-16,0 0-150 0,0 0-119 0,0 0 84 15,14 13-733-15,-11-7-951 0</inkml:trace>
  <inkml:trace contextRef="#ctx0" brushRef="#br0" timeOffset="24145.02">7097 7983 4307 0,'7'-11'-71'0,"-2"1"44"0,-1 2 46 0,0-1 45 0,0 4 46 0,-2 2 36 0,-2 3 25 0,4-9 5 16,-4 9-4-16,0 0-12 0,0 0 27 0,0 0 38 15,-10 32 17-15,-3-2-3 0,-5 16-12 16,0 3 0-16,0-2-4 0,4 3-13 0,1-1-8 16,4-10-20-16,6 0-14 15,-1 1-10-15,4-10-17 0,4-4-14 0,-1-2-10 16,3-2-28-16,2-1-89 0,3-4 0 15,0-4 0-15,5 0 0 0,2-4 0 16,2-7 0-16,5-4 0 0,9-6 0 0,0-4 0 16,0-3 0-16,7-7 0 0,-3-4 0 15,-4-1 0-15,-7 3 0 0,-2-1 0 0,-3 4 0 16,-3-2 0-16,-6 9 0 0,1 0 0 16,-5 7 0-16,-3 1 0 0,0 0 0 0,-6 6 0 15,0 0 0-15,0 0 0 0,4 21 0 16,-6-5 0-16,0 3 0 0,-4 3 0 15,0 11 0-15,-1-1 0 0,3-3 0 0,-1 4 0 16,3-4 0-16,0-6 0 0,-3 3 0 0,5-5 0 16,-1-4 0-16,1 1 0 15,-2-4 0-15,0-1 0 0,2-3 0 0,-2 1 0 16,0-3 0-16,2-1-185 0,-2-2-270 16,2-5-110-16,0 0-117 0,0 0-186 0,0 0 79 15,0 0 81-15,0 0-632 0,0 0-795 16</inkml:trace>
  <inkml:trace contextRef="#ctx0" brushRef="#br0" timeOffset="24528.14">7872 8203 3705 0,'1'-7'28'0,"-1"7"54"0,2-9 30 0,-2 9 31 0,0 0 21 0,0 0 20 16,0 0 35-16,0 0 4 0,-34 12 15 15,18 0 5-15,-8 5-10 0,-2 4 0 0,-1 0-10 16,2-1-20-16,1 3-15 0,3-1-24 16,3-3-19-16,9-4-7 0,3 1-17 0,4-1-8 15,2-3-6-15,4 1-8 0,7 3-8 16,5-4-8-16,7 3-8 0,5-1 2 16,-2 0-2-16,-1-2 7 0,-5-2 7 0,-4-2 14 15,2 3 9-15,-5-3-16 16,-1 2-96-16,-3-4 0 0,0 3 0 0,-4-1 0 15,-5 0 0-15,-3 3 0 0,1-1 0 16,-7 3 0-16,-2-1 0 0,-3 3 0 0,-2-3 0 16,-2 0 0-16,-3-2 0 0,2 1 0 15,0-3 0-15,-4-3 0 0,6-2 0 0,-4 1 0 16,3-4 0-16,-4-4 0 0,-1-2 0 16,-5-8 0-16,1-7-144 0,0-2-610 0,1-10-216 15,7 2 94-15,-4-4 89 0,4 4-798 16,3-2-1026-16</inkml:trace>
  <inkml:trace contextRef="#ctx0" brushRef="#br0" timeOffset="24912.72">7144 7771 4531 0,'-33'8'-78'0,"-3"6"47"16,-11 13 52-16,-5 11 41 0,-12 19 35 15,1 10 41-15,2 4 49 0,7 9 23 16,4 10 13-16,7 2-5 0,9 5-14 16,13-3-4-16,5-1-15 0,16-16-15 0,17 14-7 15,10-5-31-15,17-7-14 0,13-11-11 0,20-6-12 16,12-13-20-16,12-9-40 0,10-9-28 16,2-7-30-16,9-12-16 0,0-9-12 0,-3-9-9 15,-7-8-5-15,-5-9 3 0,-10-2 7 0,-7-14 8 16,-7-2 7-16,-10-3 24 15,-8-6 32-15,-22 6 26 0,2-22 30 0,-13-9 8 16,-9-7 3-16,-16 6-4 0,-7-32-16 16,-15-3-8-16,-16-3 0 0,-14-3-32 0,-12 2 7 15,-31-28-36-15,12 47-19 0,-10 16-7 16,-7 17-7-16,0 17-14 0,-5 17-24 0,-5 19-35 16,17 12-28-16,-18 13-59 0,5 9-61 15,5 8-80-15,14 4-100 0,21-5-129 16,9-1-172-16,12 3 79 0,13-9-533 15,9-2-660-15</inkml:trace>
  <inkml:trace contextRef="#ctx0" brushRef="#br0" timeOffset="25545.28">9338 6578 3184 0,'-16'-17'11'0,"-3"-5"44"0,-2 3 32 0,2-1 32 15,0 6 33-15,7 2 24 0,-4-1 22 0,0 2 18 16,7 3 4-16,0 3-3 0,0-3-19 16,0 4-24-16,4 0-20 0,5 4-18 0,0 0 9 15,-11 14 18-15,13 5 25 0,12 17 23 16,13 17 7-16,18 23-3 0,18 7 2 16,14 8-4-16,29 27-12 0,7-1-18 15,-1-4-14-15,0 0-17 0,-24-20-12 0,25 24-3 16,-28-28 22-16,1-2 16 0,-4-3-167 15,-6-5-8-15,-11-8 0 0,-10-10 0 16,-17-18 0-16,-5-6 0 0,-12-12 0 0,-2-1 0 16,-6-7 0-16,-4-5 0 0,2-1 0 15,-4-1 0-15,0-3 0 0,-3 1 0 0,2-4 0 16,-6-4 0-16,8 8 0 0,-8-8 0 16,6 2 0-16,-6-2 0 0,0 0 0 0,0 0 0 15,0 0 0-15,11-11 0 0,-11 11 0 16,0 0-464-16,0 0-545 0,0 0 98 0,-19-10 94 15,19 10-880-15,-23 2-1132 16</inkml:trace>
  <inkml:trace contextRef="#ctx0" brushRef="#br0" timeOffset="26161.24">10391 8323 4639 0,'-2'-12'-39'0,"0"7"37"0,2 5 30 0,0-9 19 0,0 9 25 0,8-11 13 0,-2 5 11 0,5 0 9 15,2-2 2-15,5 4-7 0,-4-1-4 16,4 5-11-16,0 0-6 0,-2 3-1 0,2 1 7 16,-2 6 7-16,2 5 1 15,-1 9 8-15,-7 5 8 0,-7-2 21 0,-3 9 10 16,-9 2 18-16,-8 6 19 0,-12 0 21 15,0-3 14-15,-1-4 13 0,1-1 0 0,1-3-3 16,7-9-27-16,6-2-8 0,2-5-121 16,2-2-66-16,10-4 0 0,1-1 0 0,3-2 0 15,11 1 0-15,6-2 0 0,5-2 0 16,16-3 0-16,1-2 0 0,-3-4 0 0,2-1 0 16,-7-1 0-16,-7-2 0 0,2-5 0 15,-13-1 0-15,-7-1 0 0,-4-2 0 0,-10-4 0 16,-11-10 0-16,-16-5 0 15,-15 1 0-15,-7 2 0 0,-5 3 0 0,-18-6 0 0,18 11 0 16,3 3 0-16,8 3 0 0,13 5 0 16,5 2 0-16,9 3 0 0,1 2 0 15,9 1 0-15,7 2 0 0,4 1 0 16,0 3 0-16,25-5 0 0,11 0 0 0,11 1 0 16,16 0 0-16,5 0 0 0,-2 1-176 15,3-3-832-15,-3 1 68 0,-7 0 100 16,8-2-938-16,-8 0-1207 0</inkml:trace>
  <inkml:trace contextRef="#ctx0" brushRef="#br0" timeOffset="26444.5">10982 8260 4985 0,'0'0'15'0,"-17"-6"52"0,17 6 56 0,-15-5 43 16,9 1 39-16,6 4-2 16,-10-6-13-16,10 6-25 0,0 0-16 0,0 0-14 15,20-16-17-15,-8 15-20 0,2 1-3 16,1 3-18-16,6 4 4 0,8 6-6 0,-6 4-2 15,-4 4 12-15,-6 3 16 0,-7 1 13 16,-4 1 24-16,-8 11 25 0,-4 1 27 0,-6 8 23 16,-8-3-46-16,-1-5-167 0,0-1 0 15,5-9 0-15,3-3 0 0,2-6 0 0,5-3 0 16,2-3 0-16,5-1 0 0,3-3 0 16,1 1 0-16,5-1 0 0,6-1 0 15,5-1 0-15,-2-4 0 0,6-1 0 16,0-4 0-16,8-1 0 0,5-4 0 0,0-5 0 15,2-3 0-15,6-9 0 0,0-6-234 16,-3 0-594-16,-3-4-126 0,-4-1 97 0,-3 0-952 16,-13 5-1236-16</inkml:trace>
  <inkml:trace contextRef="#ctx0" brushRef="#br0" timeOffset="26811.08">10494 7870 4661 0,'-69'12'-196'0,"-3"5"63"0,-18 15 66 0,-7 11 76 16,4 9 70-16,4 10 49 16,3 13 49-16,7 7 38 0,7 13 32 0,9 3 21 0,11 7 10 15,15 2-1-15,13 5-4 16,15-2-15-16,17-6-10 0,17-5-23 0,16-5-19 0,23-6-20 16,13-9-33-16,17-10-15 15,13-9-17-15,9-12-23 0,2-17-25 0,0-7-28 16,-2-16-29-16,-24-11-14 0,17-13-22 15,-10-8-6-15,-10-8 4 0,-3-6-1 0,-12-9 11 16,-3-5-4-16,-6-8 5 0,-8-11 6 16,-8 1 13-16,-11-4 9 0,-6-5 9 0,-10-6 2 15,-12 7 0-15,-10-6-4 0,-16-18-5 16,-13-4-5-16,-16 2-7 0,-16 11 1 16,-14 17 3-16,-9 9-7 0,-13 17-6 15,-11 17-6-15,-14 18-26 0,-2 15-25 0,-4 16-34 16,2 9-51-16,10 9-78 0,8 7-114 15,11 8-149-15,13 1-202 0,7 3-146 0,12 1 79 16,20-14-738-16,1-3-939 0</inkml:trace>
  <inkml:trace contextRef="#ctx0" brushRef="#br0" timeOffset="27777.94">10469 9579 4378 0,'4'-4'22'0,"-2"0"11"0,-2 4 12 0,0 0 44 0,0 0 62 0,-18 22 53 0,-11 11 45 15,-8 9 31-15,-12 24 21 0,-6 1 12 0,-5 7-12 16,3-1 3-16,-2 1 4 0,5-2-6 15,2-2-6-15,6-1-10 0,15-16-23 0,2-3-197 16,6-4-66-16,5-3 0 16,2-9 0-16,5-3 0 0,2-2 0 0,1-6 0 15,2-7 0-15,0-2 0 0,5-1 0 0,-5-5 0 16,2 0 0-16,2 1 0 0,-4-2 0 16,2-1 0-16,1-3 0 0,3-3 0 15,-15 6-482-15,7-4-304 0,-2 2-145 0,-1-2 89 16,1 4-909-16,-1 0-1184 0</inkml:trace>
  <inkml:trace contextRef="#ctx0" brushRef="#br0" timeOffset="28195.8">9124 11168 5203 0,'-21'0'81'0,"5"3"38"0,3-3 53 15,2 0 71-15,11 0 39 0,-14 0 15 0,14 0-6 16,-11-3-12-16,11 3-36 0,0 0-3 16,0 0-15-16,0 0-18 0,56-3-23 0,-15 2-59 15,6-2-125-15,5 1 0 0,-2 2 0 16,-1 2 0-16,-5 2 0 0,-6 7 0 15,-2-1 0-15,-9 9 0 0,-6 5 0 0,-6 5 0 16,-6 5 0-16,-11 3 0 0,-7 2 0 16,-4 7 0-16,-4 4 0 0,0-3 0 15,-4 0 0-15,3-4 0 0,-4-2 0 0,7-7 0 16,2-2 0-16,1-1 0 0,2-7 0 16,5-7 0-16,1 0 0 0,2-4 0 0,0-1 0 15,1 0 0-15,1-3 0 0,0-4 0 16,1 2 0-16,3-4 0 0,-4-3 0 0,15 2 0 15,-15-2 0-15,27-12 0 0,-8 2-869 16,6-6-99-16,-1-1 95 0,1 0-991 0,2 0-1289 16</inkml:trace>
  <inkml:trace contextRef="#ctx0" brushRef="#br0" timeOffset="28811.02">10130 11217 5232 0,'-19'9'25'15,"2"5"40"-15,-13 10 52 0,-7 10 74 0,-5 5 60 0,-2 5 35 0,2 5 21 0,-5 11 16 0,14-10-2 16,3 2-26-16,6-5-16 0,4-1-14 16,11-9-31-16,9-5-234 0,2 2 0 0,7-1 0 15,9-3 0-15,4-4 0 0,3-7 0 16,5-4 0-16,2-4 0 0,-1-8 0 0,-2-3 0 15,8-4 0-15,2-7 0 16,-1-3 0-16,8-6 0 0,-8-3 0 0,0-1 0 0,-13 0 0 16,-2-3 0-16,-3-3 0 0,-9-2 0 15,-4-4 0-15,-5-4 0 0,-2 0 0 0,-7-12 0 16,-6 1 0-16,-5 1 0 16,-1 7 0-16,-4 3 0 0,-8 11 0 0,4 5 0 15,-7 11 0-15,-4 4 0 0,-3 7 0 16,-4 7-162-16,-8 6-350 0,2 3-69 0,1 9-113 15,3 4-160-15,4-1 80 0,6 6-795 16,0 2-1012-16</inkml:trace>
  <inkml:trace contextRef="#ctx0" brushRef="#br0" timeOffset="29260.66">9345 10492 4550 0,'-65'-2'-31'16,"3"9"17"-16,-6 10 27 0,-19 14 57 16,1 18 53-16,1 15 43 0,4 17 32 0,5 11 43 15,5 11 21-15,12 14 13 0,10 6 4 16,11 4-3-16,10 2-7 0,10-2-11 0,14-3-22 15,14-1-16-15,13-12-24 0,16-4-22 16,17-10-13-16,22-8-19 0,14-12-15 16,14-11-127-16,14-10 0 0,6-12 0 0,6-8 0 15,1-9 0-15,5-16-58 0,-9-9-27 16,-2-11-5-16,-6-11-3 0,-11-7-27 16,-9-10 15-16,-8-7 9 0,-8-9 9 15,-12-8 8-15,-3-9 16 0,-11-8 8 0,-8-10 9 16,-11-11 17-16,-5-9 6 0,-12-13 10 15,-9-4-3-15,-8-7 0 0,-13-1-1 0,-17 3-1 16,-17 2-1-16,-34-22-8 16,1 46-7-16,-14 17-10 0,-14 14-27 0,-11 16-31 15,-9 20-39-15,-10 24-50 0,-7 21-74 16,-6 21-85-16,-39 27-103 0,4 16-166 0,3 9-93 16,6 6 67-16,-4 4-515 0,5-2-625 15</inkml:trace>
  <inkml:trace contextRef="#ctx0" brushRef="#br0" timeOffset="36260.31">3668 8187 1603 0,'0'0'222'0,"0"0"-27"0,0 0-18 0,0 0 9 0,0 0 0 0,0 0-9 0,0 0-2 15,0 0-7-15,0 0 5 16,0 0 11-16,0 0 8 0,0 0 4 0,0 0 2 16,0 0-2-16,0 0 5 0,0 0-4 15,0 0 0-15,0 0-2 0,0 0-2 16,0 0 11-16,0 0-4 0,0 0-16 0,0 0-5 16,0 0 8-16,0 0 1 0,0 0-5 15,0 0-5-15,0 0-4 0,0 0-5 0,0 0 2 16,0 0-4-16,0 0-1 15,0 0-10-15,0 0 1 0,0 0-10 0,0 0-3 0,0 0-118 16,0 0-26-16,0 0 0 16,0 0 0-16,0 0 0 0,0 0 0 0,0 0 0 0,0 0 0 15,0 0 0-15,0 0 0 16,0 0 0-16,0 0 0 0,6-6 0 0,-6 6 0 16,1-9 0-16,-1 9 0 0,2-12 0 15,0 3 0-15,0 2 0 0,0 1 0 16,2-1 0-16,-4 7 0 0,4-16 0 0,-2 11 0 15,-2 5 0-15,4-10 0 0,-1 3 0 16,-3 7 0-16,6-8 0 0,-4 1 0 0,-2 7 0 16,7-11 0-16,-2 5 0 15,-5 6 0-15,5-9 0 0,-1 6 0 0,-4 3 0 16,7-9 0-16,-7 9 0 0,8-8 0 16,-8 8 0-16,8-6 0 0,-8 6 0 0,9-6 0 15,-9 6 0-15,10-7 0 0,-5 3 0 16,-5 4 0-16,14-6 0 0,-7 2 0 0,1 0 0 15,2-1 0-15,-1 1 0 0,0 0 0 16,2 0 0-16,-11 4 0 0,14-4 0 0,-8 2 0 16,-6 2 0-16,12-6 0 0,-12 6 0 15,7-4 0-15,-7 4 0 0,0 0 0 0,11-1 0 16,-11 1 0-16,0 0 0 0,0 0 0 16,0 0 0-16,0 0 0 0,20 5 0 15,-20-5 0-15,9 8 0 0,-9-8 0 16,7 4 0-16,-2 1 0 0,-5-5 0 15,7 8 0-15,-3-2 0 0,-4-6 0 0,8 9 0 16,-8-9 0-16,3 9 0 0,2-4 0 16,-3 1 0-16,-2-6 0 0,0 12 0 0,2-6 0 15,-2-6 0-15,-2 11 0 0,2-11 0 16,2 10 0-16,-2-10 0 0,-2 14 0 0,2-14 0 16,0 11 0-16,0-11 0 0,-2 10 0 15,-1-3 0-15,3-7 0 0,-2 14 0 0,0-8 0 16,1-1 0-16,1-5 0 0,-4 14 0 15,0-9 0-15,2 2 0 0,0 0 0 16,2-7 0-16,-7 12 0 0,5-4 0 0,-2-3 0 16,0 2 0-16,4-7 0 0,-6 13 0 15,3-8 0-15,-1 2 0 0,4-7 0 16,-6 10 0-16,3-5 0 0,3-5 0 0,-7 10 0 16,5-4 0-16,2-6 0 0,-5 8 0 15,5-8 0-15,-4 9 0 0,4-9 0 16,-3 6 0-16,3-6 0 0,-6 10 0 0,6-10 0 15,-4 5 0-15,4-5 0 0,-3 8 0 16,3-8 0-16,-5 4 0 0,5-4 0 0,-4 8 0 16,4-8 0-16,0 0 0 15,-5 12 0-15,5-12 0 0,-4 9 0 0,4-9 0 0,-4 8 0 16,2-1 0-16,2-7 0 16,-6 9 0-16,6-9 0 0,-4 8 0 0,4-8 0 15,-2 9 0-15,2-9 0 0,-5 6 0 16,5-6 0-16,-2 7 0 0,2-7 0 0,0 0 0 15,-4 9 0-15,4-9 0 0,0 0 0 16,-3 7 0-16,3-7 0 0,0 0 0 0,-4 6 0 16,4-6 0-16,0 0 0 0,-4 7 0 15,4-7 0-15,0 0 0 0,0 0 0 0,-6 7 0 16,6-7 0-16,0 0 0 0,0 0 0 16,0 0 0-16,-4 5 0 0,4-5 0 15,0 0 0-15,0 0 0 0,0 0 0 16,0 0 0-16,0 0 0 0,0 0 0 0,0 0 0 15,0 0 0-15,0 0 0 0,0 0 0 16,0 0 0-16,0 0 0 0,0 0 0 16,0 0 0-16,0 0 0 0,0 0 0 0,0 0 0 15,0 0 0-15,0 0 0 0,0 0 0 16,0 0 0-16,0 0 0 0,0 0 0 0,0 0 0 16,21 2 0-16,-21-2 0 0,0 0 0 15,29-2 0-15,-16 0 0 0,5 2 0 0,-4 0 0 16,8 0 0-16,-1-1 0 15,-1 1 0-15,1 0 0 0,1-2 0 0,-1 2 0 0,-3-1 0 16,2-1 0-16,-4 2 0 0,2-2 0 16,-3 2 0-16,-1 0 0 0,-14 0 0 0,23-2 0 15,-14 1 0-15,-9 1 0 16,16 0 0-16,-16 0 0 0,0 0 0 0,18-2 0 16,-18 2 0-16,0 0 0 0,13 0 0 15,-13 0 0-15,0 0 0 0,0 0 0 0,19 0 0 16,-19 0 0-16,0 0 0 0,11-2 0 15,-11 2 0-15,0 0 0 0,0 0 0 16,0 0 0-16,13-2 0 0,-13 2 0 0,0 0 0 16,0 0 0-16,0 0 0 0,0 0 0 15,0 0 0-15,0 0 0 0,0 0 0 0,0 0 0 16,0 0 0-16,0 0 0 16,0 0 0-16,0 0-402 0,-33-5-621 0,19 2-1278 15,1-2-1700-15</inkml:trace>
  <inkml:trace contextRef="#ctx0" brushRef="#br0" timeOffset="41092.11">4392 3705 5667 0,'0'0'-427'0,"0"0"80"0,0 0 62 0,0 0 50 0,0 0 44 0,2 22 41 0,-2-13 44 0,2-3 35 16,0 4 36-16,0-3 32 0,3 2 29 15,1-2 26-15,2 1 7 16,1-3 23-16,2-2-10 0,3-2-9 0,-1 1-8 0,3-4-11 15,4-1-23-15,3-2-49 0,2 0-75 16,-2-3-103-16,-4 2-155 0,0-4-267 16,-4 3 60-16,-3 1 61 0,-4 3-136 0,-8 3-140 15</inkml:trace>
  <inkml:trace contextRef="#ctx0" brushRef="#br0" timeOffset="45490.87">2085 5231 1886 0,'0'0'50'0,"0"0"1"0,0 0-3 0,0 0 11 0,0 0 22 0,0 0 12 15,0 0 10-15,1 14 7 0,-1-14-5 16,2 7 9-16,-2-7 12 0,11 7 9 15,1-6-9-15,3-2-3 0,10-1-14 16,15-7-13-16,13-1-9 0,3-3-19 16,3-6-45-16,0-3-63 0,-2 9-79 0,-8-1-102 15,-11 6-156-15,-11 4-181 0,-9 2 68 16,-7 2-118-16,-11 0-108 0</inkml:trace>
  <inkml:trace contextRef="#ctx0" brushRef="#br0" timeOffset="46990.1">10238 4766 1835 0,'2'-6'255'0,"0"-1"-17"0,0 2-44 0,-2 5-30 16,0 0-42-16,0-6-31 0,0 6 8 0,0 0 23 15,0 0 17-15,0 0 5 0,0 26-7 16,0-14-1-16,3 0 0 0,1 1-11 0,-1 0-9 16,5-3 3-16,3 5-4 15,6-3-1-15,12 0-5 0,7-3-10 0,5-1-9 16,8-8-10-16,0-2-8 0,14-8-4 15,2 5-12-15,-4-5-8 0,0 2-10 0,-8-3-27 16,-13 5-28-16,-6 0-21 0,-7 1-36 16,-7 2-48-16,-8 1-52 0,0 2-49 15,-12 0-47-15,0 0-65 0,8 4-85 0,-8-4-146 16,0 0 5-16,-12 14-212 0,3-10-262 16</inkml:trace>
  <inkml:trace contextRef="#ctx0" brushRef="#br0" timeOffset="48340.28">6578 7320 771 0,'0'0'239'0,"0"0"-72"16,0 0-14-16,0 0-14 0,0 0-10 0,0 0-12 0,0 0-6 0,0 0-11 0,0 0 0 15,0 0-7-15,0 0-12 0,0 0-9 16,0 0-9-16,0 0 5 0,29 0 3 16,-29 0 7-16,0 7-2 0,0-7-8 0,2 6-5 15,-2-6 4-15,3 7-10 16,-3-7 2-16,4 5 7 0,-4-5 9 0,7 4 7 0,-7-4 1 16,13 1-7-16,-13-1-2 15,14-1-1-15,-14 1-21 0,22-4-1 0,-13-1-2 16,2 2-20-16,1-1-20 0,-3 2-25 15,0-1-31-15,0 2-17 0,-9 1-34 0,13-4-25 16,-13 4-23-16,0 0-21 0,9 0-25 16,-9 0-38-16,0 0-65 0,0 0-112 0,0 0-231 15,-2 12-136-15</inkml:trace>
  <inkml:trace contextRef="#ctx0" brushRef="#br0" timeOffset="51723.18">10921 7628 2059 0,'-2'-5'178'0,"2"5"-2"0,0 0 5 0,-5-7-3 0,5 7-3 0,0 0-2 0,0 0 48 0,0 0 16 15,0 0 5-15,-7 23-4 0,7-15-1 0,7 1-1 16,2 3 0-16,6 0-7 0,13 1-22 15,8-3-14-15,7-4-20 0,9-4-22 0,14-10-51 16,6 0-78-16,3-7-100 0,-5-3-135 16,-5-1-136-16,-6-3-134 0,-9 3-163 15,-14 4-6-15,-13 5 65 0,-10 5-377 16,-9 5-442-16</inkml:trace>
  <inkml:trace contextRef="#ctx0" brushRef="#br0" timeOffset="54355.8">3494 7357 2568 0,'0'0'-29'0,"0"-7"35"0,0 7 19 0,0 0 14 0,0 0 5 0,0 0 10 0,-3-7 6 16,3 7 7-16,0 0 17 0,0 0 18 16,0 0 6-16,0 0-6 0,0 0-7 15,0 0-1-15,-2 25-8 0,2-25 5 0,7 9-2 16,-1-7 0-16,4 2-4 0,1-1-7 15,7 0-7-15,2-3-2 0,1 0-7 0,6-3-9 16,-2 2-22-16,-5-1-32 0,1-2-48 16,-5 4-66-16,-3-1-68 0,-2 1-92 15,1 0-123-15,-12 0-172 0,17 0 43 0,-17 0-189 16,12 1-209-16</inkml:trace>
  <inkml:trace contextRef="#ctx0" brushRef="#br0" timeOffset="62040">1389 10018 2019 0,'0'0'34'0,"-18"0"15"16,18 0 8-16,0 0 1 0,0 0 1 0,-14-2-7 0,14 2 5 0,0 0 5 0,0 0-3 15,-7 4-3-15,7-4-3 16,0 0 33-16,0 0 15 0,5 16 6 0,-5-16-7 16,9 13 6-16,-2-6-2 0,1 0 0 15,4 2 6-15,4-4 13 0,8-1 12 0,13-6 10 16,8-8-13-16,14-3-11 16,4-9-8-16,19-11-11 0,-3-6-13 0,5-1-34 15,-5-1-66-15,-23 9-80 0,-2-2-118 0,-14 5-160 16,-14 10-258-16,-14 5 51 15,-10 8 65-15,-9 4-188 0,7 2-192 0</inkml:trace>
  <inkml:trace contextRef="#ctx0" brushRef="#br0" timeOffset="65270.27">11710 8561 2477 0,'-10'3'406'0,"6"-3"-30"0,4 0-35 0,0 0-38 0,0 0-26 0,11-17-29 0,-6 5-27 16,4 3-16-16,5-3-24 0,-3 0-63 16,2-1-120-16,-1 3-183 0,-1 1-243 15,3-1-235-15,-3 0 39 0,0 1 67 16,1 0-359-16,-1 2-398 0</inkml:trace>
  <inkml:trace contextRef="#ctx0" brushRef="#br0" timeOffset="68870.14">2151 2331 2347 0,'-4'-10'360'0,"3"2"-44"0,-3 0-28 0,1 4-13 0,3 4-4 0,-4-9-6 0,4 9-9 0,0 0-1 15,-3-8 10-15,3 8-5 0,0 0-11 16,0 0-23-16,-6-8-28 0,6 8-29 0,0 0-19 16,0 0-10-16,0 0-7 15,2 25-12-15,2-9-14 0,-1 9-1 0,1 9 11 16,4 2 13-16,0 0-8 0,-1 2-16 16,3-2-7-16,0-2-8 0,-3 0-8 15,0-1-9-15,0-10-5 0,-2 1-7 0,-1-5-5 16,0-4-6-16,-1 0-6 0,-1-3-3 15,0 0-3-15,2-2-2 0,-4 1-5 0,0-3-8 16,0-1-5-16,0-7-16 0,-2 12-47 16,2-12-74-16,-4 5-102 0,4-5-93 15,-9 2-88-15,9-2-87 0,0 0-99 0,-14-14-157 16,11 6-42-16,-3-4 78 16,4 0-533-16,-2 1-704 0</inkml:trace>
  <inkml:trace contextRef="#ctx0" brushRef="#br0" timeOffset="69436.61">2040 2363 3262 0,'-5'-9'-19'15,"1"3"57"-15,4 6 45 0,-4-12 37 16,1 7 12-16,3-5-10 0,0 10 1 0,3-19-17 15,1 5-5-15,3 2-12 16,3-5-3-16,5 2-14 0,-2 1-6 16,3 2-10-16,-1-1-4 0,4 4-9 0,-1 4 5 15,0 0-12-15,5 1-6 0,-3 4-2 16,2 4 1-16,1 1-3 0,-2 3-1 0,1 1-1 16,-6 1 3-16,-2 4 0 0,-1 1 8 15,-4 1 25-15,-2 3 23 0,0 4 18 16,-5-5 20-16,-2 1 13 0,-4 5 6 0,-1-1 1 15,-2-2-8-15,0 0-8 0,-1-2-5 16,3-3-16-16,-2-3-12 0,4-1-5 0,-1-2-10 16,4-3-3-16,-4 2-9 0,4-2-3 15,0-7-8-15,-2 12-6 16,2-12-6-16,4 11-3 0,-2-3 0 0,3 0-3 0,2 0-4 16,2 3-3-16,2 1-4 15,3 1 0-15,6 7 7 0,-2-5-8 0,-3 1-8 16,-1-2 7-16,-1 3 3 0,-1 0 24 15,-3 0 34-15,-4 3 40 0,-3-3 21 16,-2 0 8-16,0-1 10 0,-5 3 20 0,-3-1-10 16,-2 1-133-16,3-1-40 0,-4-1 0 15,-1-1 0-15,-1-2 0 0,0-1 0 0,-1-3 0 16,1-1 0-16,-1-1 0 16,3-4 0-16,-3-2 0 0,3-2 0 0,-2-1 0 15,-1-2 0-15,1-5 0 0,1 3 0 16,-1-4-11-16,4 0-463 0,-1-2-104 15,3-1-125-15,1-2-187 0,4 4 59 0,2 1 100 16,2-4-620-16,4 1-807 0</inkml:trace>
  <inkml:trace contextRef="#ctx0" brushRef="#br0" timeOffset="70102.55">3071 2206 3405 0,'0'-8'-116'0,"0"8"65"0,0 0 42 0,2-7 33 0,-2 7 34 0,0 0 12 0,0 0 29 0,4-7 10 15,-4 7 12-15,0 0 9 0,0 0 14 16,3-7 10-16,-3 7 15 0,0 0 12 0,0 0 8 16,0 0 9-16,0 0 3 0,0 0-4 15,0-10-15-15,0 10-7 0,0 0-1 0,-5-12-8 16,3 7-13-16,2 5-16 0,-7-15-8 16,3 6-17-16,-1-1-8 0,-2 0-13 15,1 2-4-15,-3-1-8 0,2 1-17 16,1 2-8-16,-6-6-8 0,5 9-4 15,-7-3-6-15,3 6-1 0,11 0-2 0,-29 4-16 16,13 1 0-16,-4 5-6 0,3 0-5 16,-7 9-2-16,2 0 4 0,7-2-5 0,4-2 2 15,3-4-6-15,5 1 0 0,-1 0-3 16,4-4 6-16,4 4-1 0,1-2 9 16,4 2-2-16,7 2-3 0,1-3-2 0,0-1 3 15,2 1-2-15,2-2 2 16,6 6-4-16,1-2-17 0,-3 3 4 0,4-1 3 15,-9-3 3-15,-2 0 0 0,-2 0 4 16,-2 0 2-16,-1 2 21 0,-2-2 22 0,-4 1 43 16,-3 1 30-16,-3 1 17 0,-1-1 19 15,-3 1 11-15,-5 4 5 0,-2-1-106 16,-1-2-63-16,-7 7 0 0,-2-3 0 0,-1 0 0 16,0-8 0-16,6-2 0 15,-3-2 0-15,2-4 0 0,0-3 0 0,1-2 0 16,-6-7 0-16,2-2 0 0,-5-6 0 15,4 3 0-15,5-1 0 0,3 5 0 0,3-1 0 16,0 4 0-16,2-1 0 0,0 0 0 16,3 4 0-16,-1-3-157 0,5 6-418 15,0 0-154-15,0 0-206 0,23-6 77 0,-8 6 106 16,4 0-671-16,3-2-875 0</inkml:trace>
  <inkml:trace contextRef="#ctx0" brushRef="#br0" timeOffset="70418.92">3365 2106 3666 0,'0'-19'-60'0,"0"3"77"0,-2 5 62 0,2-1 55 0,0 4 44 0,0 8 28 0,0-11 7 0,0 11-7 15,2-8-26-15,-2 8-13 0,0 0-21 16,0 0-9-16,0 0 9 0,0 0 27 0,11 42-16 15,-1-8-5-15,-4 4-16 0,-1 1 24 16,-1 4-5-16,2-4-22 0,-3 1-7 16,1-2-19-16,3-1 1 0,-2-2-16 0,-1-10-15 15,-1-3-2-15,1-5-14 0,-2 1-6 16,0-5-3-16,1-2-14 0,-3-3-1 16,3-1-64-16,-1-2-66 0,-2-5-74 0,0 7-112 15,0-7-106-15,0 0-125 0,0 0-152 16,0 0-114-16,2-27 55 0,-2 8-534 15,-2-7-715-15</inkml:trace>
  <inkml:trace contextRef="#ctx0" brushRef="#br0" timeOffset="70618.97">3239 1944 3606 0,'-17'-5'142'0,"6"0"62"0,2 1 52 15,0 2 49-15,9 2 32 0,-7-6 4 0,7 6-10 16,0 0-31-16,-6-9-26 0,6 9-33 15,0 0-23-15,13-14-26 0,1 8-19 16,6-3-21-16,5 2-70 0,6-6-100 16,5 4-111-16,-4 1-105 0,-5 2-111 15,-4 4-102-15,-3 2-98 0,-8 4-124 0,2 5-78 16,-3 3 60-16,-3 10-447 0,-6 16-601 16</inkml:trace>
  <inkml:trace contextRef="#ctx0" brushRef="#br0" timeOffset="70987.28">1956 3367 3437 0,'-36'4'134'15,"-2"3"17"-15,0-1 21 0,1-2 24 16,5 1 42-16,10-2 34 0,4 1 16 0,5-3-7 15,3 1-40-15,10-2-12 0,0 0-21 16,0 0-18-16,35-12-16 0,22-5-17 16,39-12-24-16,26-10-15 0,54-23-15 0,17-3-70 15,-1 3-59-15,2 4-27 0,0 3 8 16,-11-1 5-16,-42 18 4 0,1-1 6 0,-13 4 4 16,-16 4 3-16,-18 7 4 0,-32 9 38 15,-9 2 60-15,-16 3 67 0,-12 4 35 16,-8 0 19-16,-5 1-2 0,-1 2-8 0,-3-1-5 15,0 1-10-15,-9 3-15 16,12-6-15-16,-12 6-89 0,6-4-56 0,-6 4 0 16,2-5 0-16,-2 5 0 0,0 0-33 15,0 0-349-15,0 0-160 0,0 0-248 0,0 0-122 16,0 0 92-16,-31 15-783 0,22-5-1042 16</inkml:trace>
  <inkml:trace contextRef="#ctx0" brushRef="#br0" timeOffset="72302.14">10357 2073 2054 0,'-17'2'232'0,"1"-2"-13"0,4 2-5 0,-2-2-17 0,14 0-7 16,-24 0 2-16,13 0 9 0,11 0-2 16,-16 0 6-16,16 0 1 0,-12 3-9 0,12-3-2 15,0 0-3-15,-13 1-1 0,13-1-16 16,0 0-4-16,0 0-6 0,43 8-16 0,0-3-16 15,20-1-11-15,5 2-15 0,4-4-8 16,3 1-23-16,1-2-5 0,-5-1-12 16,-5-1-5-16,-12 2-7 0,-9-5 2 0,-1 4-6 15,-14 0-8-15,-5 0-2 0,-6 0-6 16,-2 0 0-16,-3 0-1 0,-3-2 1 16,-11 2-3-16,19 0-3 0,-19 0-7 15,13-2-21-15,-13 2-35 0,10-2-63 0,-10 2-80 16,0 0-95-16,0 0-114 0,0 0-160 15,0 0-211-15,0 0 51 0,0 0 84 16,0 0-378-16,0 0-482 0</inkml:trace>
  <inkml:trace contextRef="#ctx0" brushRef="#br0" timeOffset="72601.84">10445 2300 2786 0,'-27'1'180'0,"5"3"55"0,10-4 41 0,-1 4 5 15,2 0 11-15,11-4 20 0,-14 4 21 16,14-4 20-16,-11 0 11 0,11 0-18 0,0 0-32 16,0 0-32-16,0 0-27 0,41-4-27 15,1 2-23-15,9 0-17 0,14-2-31 16,3 0-40-16,4-1-56 0,-8-1-64 0,-3 1-77 15,-14 4-71-15,-6-3-51 16,-9 2-49-16,-7 0-52 0,-4-1-45 0,-2 3-52 16,-6-3-77-16,1 1-72 0,-3-1-136 15,-4-1-4-15,0 2-477 0,-4-4-631 0</inkml:trace>
  <inkml:trace contextRef="#ctx0" brushRef="#br0" timeOffset="72902.1">11136 1734 3440 0,'2'-8'95'0,"2"1"36"0,-4 7 14 0,7-2-8 16,-7 2-7-16,0 0 36 16,0 0 9-16,35 17 3 0,-14 3-21 0,2 3-6 15,0 2-16-15,4 11-8 0,-5 2 10 16,-1 1 1-16,-6-5-6 0,-5 5 5 0,-6 4-4 15,-6 3 1-15,-5 5 11 0,-11-2-8 16,-1 0-12-16,-7-2-8 0,-3-3-15 16,-3-1 0-16,0-4-15 0,-2-3 0 0,2-2-18 15,1-2-35-15,6-9-51 0,3-3-57 16,1-1-70-16,3-6-75 0,6-4-65 0,1-2-77 16,0-5-80-16,6-2-101 0,5 0-151 15,0 0-1-15,-9-16 77 0,5 9-368 16,6-1-463-16</inkml:trace>
  <inkml:trace contextRef="#ctx0" brushRef="#br0" timeOffset="73503.95">12453 1949 2624 0,'4'-12'95'0,"-4"5"80"0,1 1 55 0,-1 6 38 0,0-9 13 0,0 9 12 0,0 0 7 0,2-7-5 0,-2 7-18 16,0 0-8-16,0 0 41 0,0 0-10 16,-5 24 5-16,-1-3-4 0,1 11-9 0,-1 4-25 15,1 3-23-15,-2 1-26 16,3-1-18-16,1 1-22 0,-1-6-18 0,2-5-16 15,0-4-14-15,1-4-95 0,-1-4-35 16,-2 1 0-16,4-7 0 0,0 3 0 0,0-2 0 16,-2-6 0-16,2 3 0 0,0-9 0 15,0 0 0-15,-3 6 0 0,3-6-70 16,0 0-349-16,0 0-97 0,5-33-93 0,-1 16-139 16,-1-9-96-16,1 3 67 0,3-12-654 15,1 1-882-15</inkml:trace>
  <inkml:trace contextRef="#ctx0" brushRef="#br0" timeOffset="73718.89">12338 1869 3960 0,'-14'-5'22'0,"-4"1"81"0,5 1 56 0,6-1 45 16,7 4 34-16,-16-3 16 0,16 3 22 16,0 0 6-16,-11-3-12 0,11 3-9 15,0 0-16-15,0 0-23 0,0 0-14 0,0 0-26 16,30-9-18-16,-6 6-17 0,1-1-18 15,16-3-52-15,-1 2-73 0,-1 0-95 0,0 1-95 16,-3 0-92-16,-5 4-94 0,-4 0-79 16,-9 3-91-16,1 2-136 0,-3 5-79 15,-3 4 63-15,-5 1-448 0,-8 6-610 0</inkml:trace>
  <inkml:trace contextRef="#ctx0" brushRef="#br0" timeOffset="73937.06">12049 2457 3259 0,'-17'10'79'16,"4"-5"54"-16,4 0 38 0,0 0 35 16,5-1 24-16,4-4 19 0,-5 7-2 0,5-7 4 15,0 0 3-15,0 0-11 0,0 0-24 16,27 3-12-16,-6-6-29 0,6-1-12 0,11-1-19 16,0-3-18-16,-1 1-17 0,2 0-72 15,-1 0-82-15,-4 2-90 0,0-2-102 16,-7 2-96-16,-2 0-83 0,-6 2-102 15,2-3-121-15,-2 1-43 0,-4-2 42 16,-1 4-350-16,1-2-464 0</inkml:trace>
  <inkml:trace contextRef="#ctx0" brushRef="#br0" timeOffset="74353.25">12699 2212 2865 0,'0'-4'114'0,"0"4"64"15,0-9 39-15,0 9 30 0,0 0 15 16,0 0 2-16,0 0-17 0,0 0-11 0,0 0-43 15,0 0-15-15,0 0-16 0,0 0 59 0,0 0 0 16,14 27-20-16,-13-14-19 16,-1-1 22-16,2 2-7 0,-2 1-4 0,2-1-6 15,-4-1-9-15,2 1-11 0,0-1-9 16,0-1-8-16,-2-2-14 0,2-2-6 16,0 1-9-16,0-9-9 0,-1 12-6 0,2-5-9 15,-1-7-30-15,0 0-67 0,0 9 0 16,0-9 0-16,0 0 0 0,0 0 0 0,15-20 0 15,-5 8 0-15,1-1 0 0,0-1 0 16,3 1 0-16,-4 1 0 0,4 0 0 16,-2 3 0-16,-1 1 0 0,5 4 0 0,-3-2 0 15,1 4 0-15,1 4 0 16,0 2 0-16,-2 2 0 0,3 4 0 0,1 1 0 16,-2 3 0-16,-2-1 0 0,-2-1 0 15,-4 3 0-15,0-3 0 0,-1 2 0 0,-2-4 0 16,0 1 0-16,-2 2 0 0,0-5 0 15,-2 0 0-15,4 1 0 0,-4-9 0 0,0 12 0 16,0-6 0-16,1-3 0 0,-1-3-246 16,0 0-253-16,2 7-98 0,-2-7-139 15,0 0-120-15,0 0 60 0,15-12-721 0,-5 5-963 16</inkml:trace>
  <inkml:trace contextRef="#ctx0" brushRef="#br0" timeOffset="74736.61">13416 2155 3812 0,'-2'-7'-107'0,"2"7"68"0,-4-13 54 0,0 11 37 0,4 2 18 0,-10-9 14 16,6 4 16-16,4 5 12 0,-14-3-3 0,14 3 1 16,-22 0-15-16,22 0-7 0,-28 7-8 15,13-2-6-15,1 2-7 0,1-1-3 16,1 3-14-16,3 0-7 0,3 2-2 15,1-2-5-15,5 1 2 0,2 0-3 0,1 3 2 16,3 1-7-16,5 1-2 0,1-1 2 16,3 1-4-16,1-1-1 0,-2 0-1 15,4-3 10-15,-3 3 5 0,-3-3 19 0,-3-3 17 16,-2 1 24-16,2-2 18 0,-6-1 31 16,3 1 31-16,-2-2 23 0,-4-5 14 15,0 13 5-15,0-13-1 0,-10 15-15 0,4-9-19 16,-3 2-22-16,-2-2-16 0,-3 1-11 15,-1-3-15-15,-1 2-13 0,0-2-14 0,-2-2-11 16,1-2-20-16,2-4-47 0,-5-1-71 16,4-5-93-16,-2 1-85 0,5 0-100 0,-1 0-118 15,3 0-140-15,2 0-177 16,4 2-52-16,-2 0 74 0,3 4-626 0,4 3-826 16</inkml:trace>
  <inkml:trace contextRef="#ctx0" brushRef="#br0" timeOffset="75419">13749 2288 3877 0,'0'0'93'0,"0"0"66"0,0 0 40 0,0 0 37 0,0 0 35 16,0 0 28-16,0 0-2 15,6-8-15-15,-6 8-19 0,0 0-15 0,0 0-31 0,14-4-23 16,-14 4-17-16,11-8-19 15,-4 3-18-15,2 1-17 0,1-4-9 0,1 3-13 16,-3-2-11-16,0 0-4 0,1 1-10 16,-5 0-6-16,-4 6-10 0,7-10-4 15,-7 10-7-15,2-7-8 0,-2 7-7 0,0 0-5 16,-13-8-1-16,13 8-5 0,-25 1 2 16,4 6-10-16,-6 3 5 0,3 3-3 0,-1 2-1 15,1 3-8-15,2 3-8 0,9-3 0 16,0 1 0-16,3-2 0 0,5 3 0 0,1-3 0 15,2 1 0-15,4-1 0 16,2-2 0-16,5 2 0 0,5 0 0 16,7 2 0-16,-1-5 0 0,13-1 0 0,-3-6 0 15,4 0 0-15,0-4 0 0,-9-3 0 16,4 2 0-16,-4-4 0 0,2-1 0 0,-8 0 0 16,0-3 0-16,0 1 0 0,-2-7 0 15,-3 0 0-15,-1-1 0 0,-3-3 0 0,-1-2 0 16,-2-6 0-16,-3 5 0 0,0-4 0 15,-1 5 0-15,-3 1 0 0,0 2 0 16,-3 3 0-16,-3 2 0 0,1 2 0 0,-3 2 0 16,3 1 0-16,5 5 0 0,-10-6 0 15,10 6 0-15,-8-6 0 0,8 6 0 16,0 0 0-16,0 0 0 0,0 0 0 16,20-14 0-16,-6 11 0 0,9-2 0 0,2 3 0 15,2 0 0-15,-5 1 0 0,0 1 0 16,-3 3 0-16,-1 1 0 0,0 1 0 0,1 5 0 15,-4 2 0-15,-1 2 0 0,-3 0 0 16,-2 1 0-16,2 1 0 0,-8-3 0 16,1 5 0-16,0-1 0 0,-2 0 0 0,-1 0 0 15,1 0 0-15,-2 2 0 0,2-4 0 16,-2-1 0-16,2 0 0 0,0-1 0 0,-2-6 0 16,2 3 0-16,-2-2 0 15,0-2 0-15,1 0 0 0,-1-6-14 0,7 6-604 16,-7-6-199-16,0 0-106 0,22-10 79 15,-8-4-848-15,6-10-1127 0</inkml:trace>
  <inkml:trace contextRef="#ctx0" brushRef="#br0" timeOffset="75685.2">14679 1734 4715 0,'-12'-21'21'0,"3"5"56"0,0 3 50 0,2 0 51 0,4 3 53 0,-3 2 11 0,3-1-12 0,1 4-21 15,2 5-29-15,-8-5-13 0,8 5-12 0,0 0-18 16,-3 29-8-16,-4 5 1 16,5 5-3-16,0 2-13 0,-3 13-8 0,-1 3-15 15,5 1-6-15,-5 1-6 0,1-1-10 16,3-9-7-16,2-4-2 0,-1-3-8 0,1-2-4 16,0-3-11-16,1-6-3 0,-1-7-28 15,0-4-86-15,2-3-81 0,0 0-74 16,1-3-69-16,-1-4-70 0,0 0-67 0,-2-1-76 15,2-4-107-15,-2-5-140 0,0 0 61 16,-9 5-554-16,9-5-717 0</inkml:trace>
  <inkml:trace contextRef="#ctx0" brushRef="#br0" timeOffset="75836.77">14461 2392 3323 0,'-11'-3'30'16,"11"3"95"-16,-13-4 61 0,13 4 44 0,0 0 24 16,-8-4 46-16,8 4 42 15,0 0-4-15,0 0-27 0,0 0-30 0,14-13-32 16,-3 8-33-16,3 2-23 0,1-3-77 15,-1 3-90-15,0-4-101 0,4 5-94 0,-3 0-122 16,2 0-120-16,-2 2-157 0,1 2-181 16,-3-2 55-16,-1 4-518 0,-3-2-675 15</inkml:trace>
  <inkml:trace contextRef="#ctx0" brushRef="#br0" timeOffset="76385.5">15047 2517 3671 0,'-10'-2'176'0,"10"2"46"0,0 0 23 0,0 0 19 0,0 0 22 0,0 0 0 0,0 0 13 16,0 0 8-16,0 0-11 0,55 2-29 0,-5-4-30 16,17 4-17-16,5-2-25 15,1 1-25-15,-3-1-16 0,-2 2-68 0,-2-4-93 0,-5-1-112 16,-12 5-119-16,-5-2-141 0,0 0-167 16,-5-4-189-16,-6 1-53 0,-8-1 67 0,-6 1-588 15,-8 1-766-15</inkml:trace>
  <inkml:trace contextRef="#ctx0" brushRef="#br0" timeOffset="76634.55">15710 2284 3772 0,'0'0'79'0,"-2"-13"27"16,2 13 5-16,0 0 22 0,0 0 23 0,15 0 27 15,-15 0 17-15,35 17 11 16,-9 0 7-16,1 1-10 0,2 5-18 0,-2 4-4 15,-2-1-14-15,-3 1-3 0,-7-1-4 16,-2 1-5-16,-2-5 3 0,-10-1 6 0,-1-2 2 16,-4 1-12-16,-9 7-11 0,-5-1-14 15,0-1-15-15,-7-4-17 0,-2-6-42 0,0 4-105 16,0-7-116-16,7-2-128 0,4-3-140 16,3 0-186-16,1-4-233 0,7 1 56 15,5-4 98-15,0 0-589 0,0 0-741 0</inkml:trace>
  <inkml:trace contextRef="#ctx0" brushRef="#br0" timeOffset="77720">16964 1924 3471 0,'4'-12'-43'0,"-4"5"52"0,2 0 45 0,-2 7 49 0,1-14 38 15,1 9 35-15,-2 5 29 0,4-9 21 0,-4 9 14 16,0-6-1-16,0 6-9 0,0 0-29 16,0 0-22-16,0 0-15 0,2-11-18 15,-2 11-12-15,0 0-15 0,0 0 27 0,-13 35-3 16,4-6-21-16,-1 1-15 15,0 7-10-15,1 2 24 0,3-2-6 0,0-2-11 16,2 1-3-16,4-8-8 0,-1-3-6 16,2-6-8-16,-1 0-1 0,2-2-6 0,4 0-6 15,-2-3-10-15,0-2-1 0,3-4-3 16,1 2 3-16,1-5-3 0,7-3-7 16,1 0-5-16,4-4 0 0,4-4-3 15,5-3-6-15,1-5-1 0,-3-5-3 16,1-1-6-16,-2-2 1 0,-4 3 0 0,-3 2 11 0,-2 5 0 15,-9 2-18-15,-2 3-15 16,2 2 0-16,-6 1 0 0,-3 4 0 0,0 0 0 16,0 0 0-16,0 0 0 0,8 24 0 15,-10-10 0-15,-2 3 0 0,0 2 0 0,3 1 0 16,-3 2 0-16,1 1 0 0,1-3 0 0,0-1 0 16,2-2 0-16,0 1 0 15,0-3 0-15,0-1 0 0,0-2 0 0,2 0 0 16,0-3 0-16,-2-1 0 0,0-1 0 15,0-7 0-15,5 10 0 0,-5-10 0 0,0 0-198 16,2 9-175-16,-2-9-120 16,0 0-158-16,0 0-231 0,0 0 57 0,22-17 87 15,-16 10-633-15,9-5-825 0</inkml:trace>
  <inkml:trace contextRef="#ctx0" brushRef="#br0" timeOffset="78051.39">17688 2152 3705 0,'0'0'-22'0,"-15"0"57"0,15 0 51 0,-22 8 25 0,11 1 28 15,-2 1 26-15,3 0 16 0,1 6-1 16,3-3-4-16,-1 1-8 0,2 1-12 0,5-1-3 16,3 1-15-16,3 1-21 15,1-1-3-15,6-1-12 0,3-1-7 0,-1-3 0 16,4-2-9-16,0-2-1 0,0-4-11 15,0 1 22-15,-4-3 26 0,3 0 31 16,-5-3 11-16,0-1 7 0,0-4 3 0,-1-2-12 16,-2-1-13-16,-3-7-17 0,-2-3-17 15,0-4-8-15,-5-1-14 0,0 2-12 0,-5 2-13 16,2 0-7-16,-5 3-22 0,3 4-28 16,-4 4-52-16,-3 1-57 0,-1 2-56 0,-1 8-61 15,3 0-59-15,-9 0-79 0,7 6-81 16,1 3-104-16,-1 0-191 0,1-1-59 15,1 2 80-15,8-1-552 0,3-2-721 0</inkml:trace>
  <inkml:trace contextRef="#ctx0" brushRef="#br0" timeOffset="78403.03">18872 1526 3613 0,'-7'-16'88'0,"5"6"44"16,2 2 19-16,-1 1 9 0,1 7-1 15,0 0-3-15,0 0 26 0,0 0 44 0,-35 44 39 16,12 3-9-16,-1 4-4 16,-6 7-22-16,-9 20 3 0,-1 4-13 0,4 3 4 15,-2 4-11-15,1 6-14 0,1-4 2 16,4-2-20-16,3-3-16 0,1-6-16 15,9-18-16-15,-2-2-9 0,4-3-12 0,-2-7-10 16,3-6-37-16,5-10-65 0,0-3 0 16,3-9 0-16,2-4 0 0,1-5 0 0,3-2 0 15,-2-2 0-15,4-4 0 0,0-5 0 16,0 0 0-16,0 0-34 0,0 0-319 0,19-3-116 16,-4-8-143-16,10-9-179 0,10-9-62 15,-1-2 78-15,5 1-689 0,4-4-912 16</inkml:trace>
  <inkml:trace contextRef="#ctx0" brushRef="#br0" timeOffset="78834.31">19702 1939 3952 0,'2'-9'-13'0,"-4"3"84"0,2 6 44 16,-1-11 28-16,1 11 9 16,0 0 8-16,0 0 10 0,0 0 16 0,-52 28 19 15,14 1 7-15,-5 8-13 0,-15 16 5 16,-1 3 2-16,2 2-1 0,1 0-1 0,5 2-18 16,13-14-17-16,2 3-11 0,7-6-11 15,4-1-12-15,10-9-9 0,2 0-10 0,3-4-15 16,5-8-10-16,3-2-8 0,2-5-4 15,4-1-6-15,1-1-2 0,8-4-4 16,5-2-4-16,3 0-8 0,3-2-7 0,-3-4-8 16,0-2-28-16,4 0-12 15,-3-4 0-15,2-3 0 0,-5 0 0 0,-2-2 0 0,-3-3 0 16,-2 2 0-16,-1-1 0 0,-8 1 0 16,3 3 0-16,-4-3 0 0,-4 2 0 15,-6 0 0-15,0 1 0 0,-1 3 0 16,-9 0 0-16,4 3 0 0,-6 1 0 15,4 2 0-15,-4-1 0 0,2 4 0 0,-2 2-150 16,1 1-332-16,2 0-114 0,3 1-165 16,5-2-113-16,5 0 69 0,3-1-733 0,1-4-983 15</inkml:trace>
  <inkml:trace contextRef="#ctx0" brushRef="#br0" timeOffset="79151.32">19713 2424 4211 0,'-20'6'0'16,"1"-1"65"-16,-1 1 43 0,7 3 32 0,-1 1 22 0,-4 2 23 0,5 0-1 0,-1 2 2 0,7 0-8 16,0 0-10-16,2-1-20 0,3 1-9 15,4-2-8-15,3 1 16 0,4-1 6 0,4 3-2 16,1-6-2-16,6 0-13 15,1-3-14-15,6-1-10 0,-2-4-16 0,-4-2 1 0,1 1 22 16,0-3 19-16,-5 1 10 16,0-4 16-16,-2 0 2 0,-4-4-12 0,2 1-20 15,-1-7-134-15,-6 1 0 0,0-8 0 16,-6 5 0-16,0-7 0 0,-4 0 0 0,-5-4 0 16,-11-4 0-16,5 11-84 0,-10-1-339 15,8 10-153-15,-2 5-190 0,2 4-131 16,-3 0 83-16,8 2-761 0,-8 4-1017 0</inkml:trace>
  <inkml:trace contextRef="#ctx0" brushRef="#br0" timeOffset="80102.42">21047 1663 4529 0,'2'-19'-23'0,"0"7"49"0,-2 2 23 0,3 3 13 0,-3 7 5 0,0 0 38 16,0 0 48-16,-25 41 20 0,-2 4 10 15,-3 5 9-15,-13 20-11 0,0 7-14 16,-2 9-6-16,-2 3-8 0,2 7 20 0,3-2-16 16,-2-3-15-16,5-2-11 0,1-8-16 15,12-20-4-15,-1-4-12 0,3-5-10 0,1-6-9 16,2-7-5-16,6-10-6 0,1-3-6 15,5-7-8-15,-1-5-11 0,2-3-36 16,4-4-58-16,1-4-80 0,3-3-101 0,0 0-132 16,0 0-138-16,0 0-125 0,30-42-174 15,3 4 42-15,4-6 86 0,15-14-504 16,9-2-642-16</inkml:trace>
  <inkml:trace contextRef="#ctx0" brushRef="#br0" timeOffset="80484.11">21397 2017 3211 0,'0'-12'35'16,"0"4"66"-16,-2 1 33 0,2 7 30 0,-4-10 14 15,4 10-4-15,0 0 4 16,-14-2 9-16,14 2 2 0,-23 7 2 0,8 0 4 0,-2 3-1 16,-7 5-10-16,-5 2-19 15,4 3-33-15,2 3-15 0,7-3-7 0,2-1-11 16,4-4-16-16,7 1-4 0,1-3-7 15,4 1-9-15,3 1-3 0,3 1-1 16,6-3-5-16,-2 3-6 0,1-1-5 16,1-1-2-16,-1-1 17 0,-3-4 27 0,0 2 29 15,-5-2 23-15,1-1 27 0,-4 0 14 0,-1 2 20 16,-1-3 15-16,-1 1 14 0,-3 4-7 16,-5-1-163-16,-1 1-57 0,-5 2 0 0,0-3 0 15,-5 4 0-15,-3-1 0 16,-2 3 0-16,3-7 0 0,5-2 0 0,-1-1 0 15,3-3 0-15,2-3 0 0,0 1 0 16,0-4 0-16,1-1 0 0,1-2 0 16,1-3-225-16,2 1-326 0,2-2-116 0,6-2-196 15,2 2 12-15,7-3 79 0,-4 0-678 16,6-2-898-16</inkml:trace>
  <inkml:trace contextRef="#ctx0" brushRef="#br0" timeOffset="80800.3">21812 2089 4256 0,'0'-6'64'0,"0"0"56"0,0 6 43 0,0 0 49 16,0 0 53-16,-35 12 25 15,21 1 5-15,-10 6 6 0,3 3 3 0,1 2-10 16,2 2-15-16,5-1-23 0,3-2-24 16,7-5-19-16,-1-1-29 0,6-1-15 0,1-1-16 15,8 1-12-15,3-1-141 0,9 1 0 16,1-6 0-16,1-5 0 0,11 1 0 15,-4-6 0-15,-3-2 0 0,8-3 0 0,-2-3 0 16,-3-4 0-16,-2-5 0 0,-5-1 0 16,0-7 0-16,-3-4 0 0,-10-3 0 0,-1-2 0 15,-2-4 0-15,-7 1 0 0,-4-1 0 16,-7 4 0-16,-2 5 0 0,-10 4 0 16,1 4 0-16,-11 6 0 0,-1 3 0 15,-1 5 0-15,0 4 0 0,5 3 0 0,-1 1-304 16,5 5-216-16,-6 4-103 0,5-2-189 15,-6 9-61-15,10-5 103 0,4-3-689 16,3 3-907-16</inkml:trace>
  <inkml:trace contextRef="#ctx0" brushRef="#br0" timeOffset="81668.3">22944 1296 4031 0,'0'-24'-28'0,"-2"4"54"0,0 9 30 0,-1 1 15 0,-6 8 27 0,9 2 43 0,-28 18 31 0,-5 16 35 0,-3 15 33 15,-11 26 19-15,-3 9 14 0,9 3-10 16,-2 3-29-16,9 2-18 0,4 2-24 16,3 5-16-16,2-4-13 0,1-6-20 15,6-23-13-15,1 0-13 0,0-6-10 0,1-4-9 16,2-6-12-16,2-13-8 0,2-2-7 16,1-6-33-16,4-8-51 0,-4-5-67 0,6-3-65 15,1-5-66-15,-2-2-97 0,4-6-99 16,0 0-128-16,0 0-179 0,0 0-61 15,0 0 68-15,31-27-573 0,-10 7-739 0</inkml:trace>
  <inkml:trace contextRef="#ctx0" brushRef="#br0" timeOffset="82084.12">23120 1926 3787 0,'3'-16'82'0,"7"4"21"0,-3 2 27 15,3 1 11-15,5 2 10 0,1-1 3 16,4 3-11-16,1 1-11 0,1 2-11 0,-4 2-14 16,1 4-11-16,3 1-6 0,-6 2-9 15,4 1-7-15,-6 4-7 0,-2 2-2 16,-4 0 18-16,-4 1 18 0,-3 2 32 0,-4 0 10 16,-5 5 23-16,-6 7 17 0,-4 0-1 15,-9 6-3-15,0 2-5 0,-1-3-4 16,5-9 0-16,4-3-8 0,5-4-3 15,3-5-5-15,4-2-15 0,0-1-7 0,4-2-6 16,-1 0-15-16,2-2-111 0,2 3 0 16,0-9 0-16,4 14 0 0,-2-8 0 0,-1 1 0 15,3 1 0-15,-2 2 0 0,1-1 0 16,-1 1 0-16,-2 2 0 0,-5-1 0 0,1 1 0 16,-3 2 0-16,-2 1 0 0,-5 1 0 15,-3-3 0-15,-4 7 0 0,2-5 0 16,2-5 0-16,1-1 0 0,3-1 0 0,2-6 0 15,-1 1 0-15,3-1 0 16,9-2-618-16,-9-7-190 0,7-1-118 0,6-8 75 0,9-11-845 16,8-11-1132-16</inkml:trace>
  <inkml:trace contextRef="#ctx0" brushRef="#br0" timeOffset="82467.47">23640 1884 4441 0,'15'-10'-91'16,"-2"0"65"-16,0 6 56 0,1-1 35 15,-3 3 35-15,0 1 16 0,-11 1 15 0,22 1-4 16,-9 1-8-16,-3 3-9 0,-1 2-6 16,-2 2-6-16,4 1-8 0,-10 0-8 15,3 2 5-15,-2 2 11 0,-6 3 12 16,-1 3 7-16,-9 6-4 0,-3 2 12 16,-2-1-2-16,-10 10-5 0,1 0-4 0,-3-4-12 15,2-1-13-15,10-10 15 0,4-1 4 16,8-8-12-16,3 1-5 0,4-4 1 0,4 1 14 15,1 1 0-15,5-2 14 0,2-1 7 16,-1-1 22-16,0 0 17 0,3 4 14 0,-1-5-126 16,-1 3-54-16,-1 0 0 0,0-2 0 15,-3 3 0-15,-2-3 0 0,-3 1 0 16,3 3 0-16,-4-4 0 0,-6 4 0 0,-2-1 0 16,-6 7 0-16,0-4 0 0,-3 0 0 15,-8 6 0-15,-2-6 0 0,-6 1 0 16,3-3 0-16,-7-3 0 0,9-1 0 15,4 0 0-15,2-4 0 0,1-4 0 0,4 0 0 16,-3-4 0-16,5-2 0 0,0-6 0 16,1 2-127-16,0-7-928 0,5-2 96 0,5-2-1098 15,2-6-1472-15</inkml:trace>
  <inkml:trace contextRef="#ctx0" brushRef="#br0" timeOffset="82733.89">24515 1218 5898 0,'-2'-16'-95'0,"-3"6"53"0,3 2 29 0,2 8 19 0,0 0 57 0,0 0 58 0,-14 22 54 16,-6 20 12-16,2 16 13 0,-7 24-13 16,-2 7-14-16,2 3-16 0,-2-3-13 15,6 5-14-15,-3 1-11 0,-3 0-7 0,-1-1-11 16,-3 1-9-16,1-6-9 0,1-2-8 15,-2-5-5-15,-1-5-10 0,5-23-19 0,4-3-35 16,0-5-58-16,1-5-60 16,4-10-68-16,2-6-68 0,4-6-82 0,4-5-100 15,3-6-126-15,3-1-182 0,0-3-49 0,2-4 69 16,0 0-608-16,20-13-783 0</inkml:trace>
  <inkml:trace contextRef="#ctx0" brushRef="#br0" timeOffset="83119">24698 2060 3795 0,'0'-14'-45'0,"0"4"32"0,-2 5 33 16,2 5 27-16,-9-10 20 15,9 10 21-15,-12 0 22 0,12 0 19 0,-31 10 9 16,12-1 2-16,-12 5 9 0,2 3-2 15,1 4-9-15,-1 1-15 0,2 2-7 0,5 2-16 16,3-2-10-16,8 0-8 0,2-4-1 16,9-3-9-16,7-1 6 0,0 1 6 15,13 6 16-15,4-1 36 0,1-1 20 0,7 7 22 16,2 2 26-16,-7-6 0 0,0-2 1 16,-2 0-9-16,-4 0-17 0,-10-5 12 0,-2 0 10 15,-2-1 7-15,-7-1-10 0,-3 0-99 16,-4 1-99-16,-4-1 0 0,-13 5 0 0,1-1 0 15,-3-5 0-15,-2 1 0 16,3-5 0-16,-6 0 0 0,5-3 0 0,1-3 0 16,3-4 0-16,4-2 0 0,-1-1 0 15,1-9 0-15,3 0 0 0,4-5-222 16,3-3-530-16,6-3-195 0,4-2 57 0,8-6 98 16,3 2-768-16,4-2-1004 0</inkml:trace>
  <inkml:trace contextRef="#ctx0" brushRef="#br0" timeOffset="83483.22">25338 2083 4208 0,'5'-18'-38'0,"-3"7"80"0,-2 1 35 16,0 2 35-16,0 8 22 0,-5-9 15 16,5 9 14-16,-16-6 8 0,1 6 9 15,-2 4-7-15,-6 2-1 0,-8 5-7 16,-1 3-19-16,-4 11-16 0,9-2-11 0,2 3-8 15,8-3-16-15,3 3-2 0,11-2-11 16,3-3-11-16,3 1-6 0,4-1-7 16,2 6-2-16,0-4 25 0,3-6 23 0,3 9 31 15,3-1 23-15,-3-1 17 16,-2-3 16-16,-5-1 20 0,-4-3 14 0,-3 0-48 0,-1 2-177 16,-3 2 0-16,-7-1 0 0,-3 7 0 15,-6-2 0-15,-4-4 0 0,-2-3 0 16,-4 1 0-16,3-3 0 0,-5-5 0 15,1 0 0-15,5-4 0 0,3-2 0 0,2-3 0 16,3-2 0-16,2-2 0 0,1-1 0 16,3-4 0-16,2-4 0 0,5-2 0 0,4-6-628 15,4-3-376-15,5-15 94 0,5 1-1011 16,2-7-1343-16</inkml:trace>
  <inkml:trace contextRef="#ctx0" brushRef="#br0" timeOffset="83816.27">26204 1218 4954 0,'-3'-37'-103'0,"-5"4"88"0,1 2 57 16,-1 9 30-16,4 7 13 0,0 1 0 15,2 4-5-15,1 5-4 0,1 5 22 0,0 0 15 16,-13 31 32-16,1 17 18 0,1 16 13 15,-5 26 11-15,-1 8 15 0,-2 3 1 0,-3 2-16 16,-3-1 1-16,-4 2-10 16,-3 0-15-16,-7 5-13 0,1-4-13 0,-2-2-11 0,0-7-10 15,0-1-11-15,4-11-8 16,4-9-8-16,5-17-11 0,2-6-64 0,2-6-14 16,4-5 0-16,4-10 0 0,2-5 0 0,1-7 0 15,6-4 0-15,0-4 0 16,3-2 0-16,1-5 0 0,2-4 0 0,0 0-278 15,0 0-148-15,0 0-130 0,0 0-159 16,36-22-138-16,-15 3 62 0,6-3-764 0,5-8-998 16</inkml:trace>
  <inkml:trace contextRef="#ctx0" brushRef="#br0" timeOffset="84117.43">26326 1992 4242 0,'-5'-14'6'0,"3"6"65"0,4-1 33 15,-2 4 7-15,0 5-4 0,0 0 34 16,0 0 47-16,0 0 40 0,0 0 21 0,14 32-2 16,-12-15-5-16,-2 7-20 0,-2 10-13 15,-3 3-19-15,-2 1-17 0,-3 0-15 0,3-2-13 16,-3-1-21-16,1 0-7 0,-1-3-13 15,2 0-11-15,1-10-12 0,1-3-7 16,2-4-42-16,1 1-58 0,1-6-78 16,-3 0-82-16,5 0-88 0,-2-5-105 15,2-5-112-15,2 9-127 0,-2-9-189 0,12 0 68 16,-12 0 74-16,27-9-481 0,-8-1-613 16</inkml:trace>
  <inkml:trace contextRef="#ctx0" brushRef="#br0" timeOffset="84282.87">26762 2014 3032 0,'5'-1'11'0,"-5"1"77"16,0 0 78-16,0 0 64 0,2 21 61 16,-6-7 43-16,1 9 15 0,-10 8-3 15,4 5-27-15,-2 0-30 0,-5 10-32 16,5-1-26-16,-2 3-27 0,0-1-116 0,-1-1-152 16,-1 0-169-16,1 3-227 0,-43 98-343 15,36-103 90-15,2-3 76 16,1 0-494-16,-9 2-599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29:06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1254 184 5228 0 0,'9'-9'-303'0'0,"-7"7"1506"0"0,-1 0 0 0 0,0 1 0 0 0,1-1 0 0 0,-1 0 0 0 0,0 0 0 0 0,0 0 0 0 0,0 0 0 0 0,-1 0 0 0 0,1 0 0 0 0,0-1-1 0 0,-1 1 1 0 0,1-3 0 0 0,-3-8 1125 0 0,1 10-1380 0 0,0 0-652 0 0,0 0 0 0 0,-1 0 1 0 0,1 1-1 0 0,-1-1 0 0 0,0 1 0 0 0,0-1 1 0 0,0 1-1 0 0,0 0 0 0 0,0 0 0 0 0,-1 0 1 0 0,1 0-1 0 0,-1 0 0 0 0,1 0 0 0 0,-6-2 1 0 0,-15-10 181 0 0,0 1 1 0 0,-2 2 0 0 0,1 0 0 0 0,-49-14 0 0 0,42 19-131 0 0,0 0 1 0 0,-1 3-1 0 0,0 0 0 0 0,0 2 1 0 0,-36 3-1 0 0,38 0-348 0 0,1 1 0 0 0,0 2 0 0 0,0 0 0 0 0,1 2 0 0 0,0 1 0 0 0,0 2 0 0 0,0 0 0 0 0,2 2 0 0 0,-38 22 0 0 0,35-17 0 0 0,2 1 0 0 0,0 1 0 0 0,1 2 0 0 0,-43 44 0 0 0,25-18 0 0 0,-57 82 0 0 0,70-79 0 0 0,2 2 0 0 0,-40 100 0 0 0,57-126 0 0 0,1 4 0 0 0,1 1 0 0 0,1 0 0 0 0,1 0 0 0 0,-4 42 0 0 0,1 131 0 0 0,12-171 0 0 0,2-1 0 0 0,1 0 0 0 0,2 0 0 0 0,16 51 0 0 0,-2-22 0 0 0,40 81 0 0 0,-46-115 0 0 0,2 0 0 0 0,0-1 0 0 0,2 0 0 0 0,1-2 0 0 0,1 0 0 0 0,1-1 0 0 0,1-1 0 0 0,1-1 0 0 0,1-1 0 0 0,0-1 0 0 0,2-2 0 0 0,0 0 0 0 0,41 19 0 0 0,-8-10 0 0 0,2-2 0 0 0,0-3 0 0 0,1-3 0 0 0,1-2 0 0 0,95 10 0 0 0,-103-20 0 0 0,0-3 0 0 0,1-2 0 0 0,66-8 0 0 0,164-39 0 0 0,-255 39 0 0 0,0-1 0 0 0,-1-2 0 0 0,0 0 0 0 0,49-27 0 0 0,-65 29 0 0 0,0 0 0 0 0,0-1 0 0 0,-1-1 0 0 0,0 0 0 0 0,-1-1 0 0 0,0-1 0 0 0,0 0 0 0 0,-1 0 0 0 0,-1-1 0 0 0,16-26 0 0 0,-17 23 0 0 0,16-29 0 0 0,31-75 0 0 0,-36 67 0 0 0,-2-1 0 0 0,-3 0 0 0 0,12-79 0 0 0,-8-98 0 0 0,-19 191 0 0 0,-1 0 0 0 0,-2 0 0 0 0,-14-70 0 0 0,-6 30 0 0 0,-3 1 0 0 0,-4 0 0 0 0,-2 2 0 0 0,-79-131 0 0 0,100 190 0 0 0,-1 1 0 0 0,-1 0 0 0 0,-1 0 0 0 0,0 1 0 0 0,-2 1 0 0 0,1 0 0 0 0,-2 2 0 0 0,0 0 0 0 0,0 0 0 0 0,-1 2 0 0 0,-1 0 0 0 0,0 1 0 0 0,0 1 0 0 0,-1 0 0 0 0,-33-8 0 0 0,19 9 0 0 0,0 1 0 0 0,0 2 0 0 0,-1 2 0 0 0,1 1 0 0 0,-1 2 0 0 0,0 1 0 0 0,1 1 0 0 0,-64 14 0 0 0,59-7-1772 0 0,0 1 0 0 0,-58 24 1 0 0,81-27 898 0 0,0 0-1 0 0,0 1 1 0 0,1 1 0 0 0,0 0 0 0 0,1 1 0 0 0,0 1-1 0 0,1 0 1 0 0,-16 18 0 0 0,15-12-6166 0 0,4-2-3659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3:29:32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3433 4727 451 0,'0'0'280'0,"0"0"-87"0,-11 5-41 0,11-5-41 15,0 0-20-15,0 0-15 0,0 0-10 16,0 0-3-16,0 0-3 0,0 0-2 0,-8 2 8 16,8-2 5-16,0 0-3 0,0 0-6 15,0 0-1-15,0 0-4 0,23-14-1 16,-19 11-3-16,-4 3 1 0,12-5-6 0,-12 5-5 16,7-4 1-16,-7 4 0 15,0 0 0-15,6-3 3 0,-6 3-4 0,0 0-3 16,0 0-4-16,0 0-4 0,0 0-3 15,0 0-2-15,0 0-2 0,0 0-2 0,0 0-5 16,0 0 3-16,0 0-3 0,0 0-2 16,0 0-5-16,0 0 2 0,0 0 3 15,0 0-6-15,0 0-4 0,0 0 8 0,0 0-1 16,0 0 0-16,0 0 3 0,0 0 5 16,0 0 2-16,0 0 6 0,0 0-3 15,0 0-5-15,-25 10 4 0,25-10-9 16,0 0-5-16,0 0-10 0,0 0-7 0,0 0-10 15,0 0-13-15,25-13-13 0,-13 7-15 16,-3 1-24-16,2 0-31 0,-1 0-35 16,1-1-53-16,0 2-72 0,1 0-100 0,-4 1-206 15,-1-1-78-15</inkml:trace>
  <inkml:trace contextRef="#ctx0" brushRef="#br0" timeOffset="7614.91">3738 7810 1541 0,'-11'5'31'0,"11"-5"23"0,-10 2 9 0,10-2 8 16,0 0 13-16,0 0 17 0,-13 2 14 16,13-2 14-16,0 0 9 0,0 0-3 15,0 0-6-15,0 0-3 0,0 0-9 16,-15 0 2-16,15 0-8 0,0 0-12 0,0 0-8 15,0 0-12-15,13-21-16 0,2 9 4 16,10-7-8-16,5 1-8 0,6-7-9 0,3 0 3 16,-1 0-5-16,2 0-7 0,-10 8-6 15,-1 3-3-15,-8 2-5 0,-1 2-5 16,-6 3-2-16,-4 0-11 0,2 2 0 0,-3 2-12 16,-4-1 6-16,-5 4-5 15,14-7-10-15,-14 7 2 0,0 0-14 0,0 0-4 0,0 0-9 16,0 0-4-16,0 0-9 15,0 0-10-15,0 0-5 0,-23 26-2 0,9-19-3 16,-2 3-1-16,-4-2 8 0,-8 6 8 16,-1-2 4-16,0 0 3 0,2 0 9 0,-2 1 11 15,6-5 14-15,5 0 9 0,2-2 8 16,0-2 10-16,7 2 10 0,-2-2 5 16,2-2 3-16,9-2 2 0,-11 5 5 0,11-5 2 15,0 0-3-15,0 0 3 16,0 0-4-16,0 0 0 0,44-20-6 0,-16 9-5 0,1-4-14 15,0 1-38-15,1 1-61 0,1 3-89 16,-8 1-113-16,-4 1-172 0,-4 2 14 16,-6 3-79-16,1 0-37 0</inkml:trace>
  <inkml:trace contextRef="#ctx0" brushRef="#br0" timeOffset="8014.99">3578 7848 1533 0,'0'0'34'0,"-7"2"8"0,7-2 6 0,0 0-3 16,0 0 7-16,0 0 6 0,-6 4 3 15,6-4-3-15,0 0 0 0,0 0-8 0,0 0-6 16,25-16-2-16,-10 5-6 15,12-2-4-15,0-3-5 0,3 0-13 0,3 1-16 16,-3 1-27-16,3-3-33 0,-3 3-27 16,-3 1-32-16,-5 1-37 0,-3 4-42 15,-6 0-335-15,-3 1-39 0</inkml:trace>
  <inkml:trace contextRef="#ctx0" brushRef="#br0" timeOffset="14145.21">4724 8936 1646 0,'4'-1'113'0,"-4"1"12"0,5-5 4 0,-5 5-2 16,4-3 4-16,-4 3 6 0,0 0 7 16,0 0 19-16,0 0 8 0,0 0-6 0,0 0-8 15,0 0-15-15,0 0-11 0,2-12-11 16,-2 12-14-16,0 0-12 0,0 0-8 0,0 0-7 16,0 0-7-16,0 0-1 0,0 0-11 15,0 0-7-15,0 0-4 0,0 0-8 0,0 0 4 16,0 0-12-16,0 0-6 0,0 0-7 15,0 0 0-15,0 0-11 0,0 0-9 16,0 0-27-16,0 0-27 0,0 0-37 0,0 0-44 16,0 0-48-16,0 23-48 0,0-14-60 15,-2 1-60-15,0 0-87 0,-2 2-69 16,4 1-227-16,-3 0-226 0</inkml:trace>
  <inkml:trace contextRef="#ctx0" brushRef="#br0" timeOffset="14395.07">4823 9261 2070 0,'0'0'24'0,"2"7"21"0,-2-7 10 16,3 3 9-16,-3-3 13 0,0 0 6 0,4 5 11 16,-4-5-1-16,0 0-6 15,0 0-12-15,0 0-1 0,6 5-6 0,-6-5-8 16,6 7-6-16,-2-2-3 0,1 4-8 15,1-1-16-15,-1 3-17 0,-1 1-20 0,5-1-23 16,-4 3-24-16,2-2-28 0,-3 3-30 16,2-1-35-16,0-2-34 0,-2 1-34 15,0 3-30-15,-3-5-36 0,1 3-318 0,-2-3-102 16</inkml:trace>
  <inkml:trace contextRef="#ctx0" brushRef="#br0" timeOffset="14562.25">4931 9614 1529 0,'5'7'-24'0,"-5"-7"39"15,1 5 26-15,-1-5 15 0,4 5 9 16,-4-5 6-16,0 0 8 0,0 0 5 0,2 8 4 16,0-3 4-16,-2-5-3 0,2 7-8 15,1-2-8-15,-3-5-7 0,0 14-8 16,4-7-6-16,-4 1-14 0,4-2-22 0,-2 0-34 16,-1 2-39-16,2-2-53 15,-1 1-60-15,0-1-63 0,0 2-441 0,0 0-169 16</inkml:trace>
  <inkml:trace contextRef="#ctx0" brushRef="#br0" timeOffset="14727.98">4990 9964 1761 0,'5'4'-6'0,"-5"-4"31"16,0 0 19-16,3 8 12 0,-3-8 9 0,0 0 13 15,2 6-6-15,-2-6-3 0,4 7-10 16,-2 1-10-16,-2-8-25 0,4 8-31 0,-3-4-41 15,-1-4-49-15,2 9-64 0,0-1-75 16,0-3-358-16,-2-5-95 0</inkml:trace>
  <inkml:trace contextRef="#ctx0" brushRef="#br0" timeOffset="14861.68">5051 10202 1703 0,'0'8'58'0,"2"-2"21"0,-2-6 16 0,3 6 1 16,-3-6 1-16,2 5-1 0,-2-5-6 15,0 0-8-15,0 0-15 0,0 0-34 0,0 0-67 16,0 0-118-16,0 0-182 0,0 0-338 16,14-13-168-16</inkml:trace>
  <inkml:trace contextRef="#ctx0" brushRef="#br0" timeOffset="18327.93">4841 9199 1754 0,'0'0'-18'16,"0"0"35"-16,0 0 24 0,0 0 24 15,0 0 16-15,0 0 15 0,0 0 17 0,0 0 2 16,0 0 5-16,0 0-4 0,0 0-2 16,0 0-10-16,0 0-4 0,0 0-5 0,0 0-12 15,0 0-7-15,0 0-9 0,0 0-8 16,0 0-3-16,0 0 0 0,0 0 0 0,0 0 12 16,0 0 10-16,0 0 1 0,0 0 16 15,0 0-5-15,0 0 10 0,-1-13 1 16,1 13-3-16,0 0-2 0,0 0-2 15,0 0-3-15,0 0-4 0,0 0-5 16,0 0-7-16,0 0-1 0,0 0-3 0,0 0-2 16,0 0-6-16,-6-10 0 0,6 10-4 15,0 0 3-15,0 0 0 0,0 0 1 0,-2-7 1 16,2 7 6-16,0 0-2 0,0 0 4 16,-4-6 2-16,4 6-3 0,0 0 1 0,0 0-2 15,-3-6-5-15,3 6-4 0,0 0-6 16,0 0-8-16,0 0-1 0,-6-8-6 15,6 8-4-15,0 0-3 0,0 0-8 16,0 0-1-16,0 0-8 0,0 0-7 0,0 0-4 16,0 0 2-16,0 0 0 0,0 0 0 15,0 20-4-15,0-20 3 0,2 20-3 16,2-8 0-16,-2 2-2 0,-1-1 1 0,1 1 1 16,2 1-2-16,-2-1 6 0,2-2-5 15,-3-2 0-15,2 2 4 0,-1-2 0 0,0-1 4 16,0 0 8-16,0-3 6 0,-2-6-1 15,1 12 7-15,-1-7 6 0,0-5-2 0,2 9 5 16,-2-9-4-16,2 8-3 0,-2-8 0 16,0 0-5-16,2 8 0 0,-2-8-4 15,0 0-14-15,0 0-6 0,2 8-12 16,-2-8-24-16,0 0-21 0,0 0-36 16,0 5-45-16,0-5-44 0,0 0-65 0,0 0-60 15,0 0-68-15,-2 9-94 0,2-9-121 16,-4 5-64-16,2 1 42 0,2-6-392 0,-3 14-478 15</inkml:trace>
  <inkml:trace contextRef="#ctx0" brushRef="#br0" timeOffset="18878.03">4873 9607 2610 0,'0'0'-53'0,"0"0"49"0,2-5 43 16,-2 5 36-16,0 0 32 0,0 0 34 0,2-9 24 15,-2 9 14-15,0 0 17 0,1-7 1 16,-1 7 9-16,0 0 2 0,0 0 5 16,0 0-6-16,0-8 2 0,0 8-7 15,0 0-12-15,0 0-4 0,0 0-22 0,0 0-11 16,2-9-17-16,-2 9-7 0,0 0-12 16,0 0-13-16,0 0-18 0,0 0-10 15,0 0-5-15,0 0-7 0,0 0 1 0,0 0 3 16,0 0 8-16,15 17-11 0,-10-8 1 15,2 2-2-15,-1 2 0 0,1 1-12 0,-2-1-2 16,1 3-5-16,2-1-3 0,0 2-4 16,-1-2-4-16,0 0-3 0,-2-1 11 0,1-1 14 15,-3-1 4-15,1-1-5 0,0-1 6 16,-1-2-7-16,-1-1-1 0,0 0-7 16,3 0-1-16,-5-7-3 0,3 10-5 15,-3-10 1-15,4 9-8 0,-4-9-1 0,2 3-12 16,-2-3-22-16,0 0-23 0,0 0-33 15,0 0-34-15,0 0-36 0,0 0-37 16,0 0-41-16,0 0-49 0,0 0-77 0,0 0-79 16,0 0-81-16,0 0-119 0,0 0-102 15,7 4 34-15,-7-4-538 0,-3 8-683 0</inkml:trace>
  <inkml:trace contextRef="#ctx0" brushRef="#br0" timeOffset="19362.09">4986 10011 3258 0,'0'0'-21'0,"0"0"64"0,-1-8 49 0,1 8 47 15,0 0 33-15,-4-6 23 0,4 6 9 16,0 0 12-16,0 0-1 0,0 0-8 0,0-10-11 16,0 10-9-16,0 0-14 0,0 0-10 15,0 0 1-15,0 0 10 0,0 0 17 16,0 0-10-16,0 0-5 0,0 0-5 0,23 16-6 15,-19-8-8-15,-1 1-9 0,1 2-14 16,-2-2-10-16,2 2-12 0,-3 1-8 0,2 0-5 16,1-1-10-16,-2 1-6 15,1 0-3-15,-3-4-11 0,2 1-2 0,-2-3-7 16,2 1-6-16,-2-7 0 0,4 14 2 16,-4-14-16-16,4 8-40 0,-4-8 0 0,1 9 0 15,-1-9 0-15,2 5 0 0,-2-5 0 16,0 0 0-16,4 7 0 0,-4-7-1 0,0 0-204 15,3 3-67-15,-3-3-96 0,0 0-105 16,0 0-109-16,0 0-130 0,0 0-76 0,3 7 63 16,-3-7-658-16,0 0-835 0</inkml:trace>
  <inkml:trace contextRef="#ctx0" brushRef="#br0" timeOffset="19793.73">4985 10251 3638 0,'-2'-6'-55'0,"2"6"67"0,-2-9 48 0,2 9 27 0,0-7 34 16,0 7 16-16,-2-7 0 0,2 7 8 0,0 0-4 15,-2-4-4-15,2 4 4 0,0 0 7 0,0 0 3 16,0 0 5-16,0 0 4 0,0 0-6 16,9 21-5-16,-9-15-5 0,2 2-9 15,-2 1-7-15,2 1-6 0,-2 0-4 0,2 1-8 16,-2-3-11-16,0 1 8 0,3 0 1 16,-1-2-1-16,-1-1 1 0,-1 2 0 0,0-2 3 15,0-6 3-15,2 9-10 0,0-3-6 16,-2-6-5-16,0 8-6 0,0-8-10 15,2 8-7-15,-2-8-9 0,0 7-5 0,0-7-7 16,0 0-8-16,2 6-3 16,-2-6-6-16,0 0-20 0,0 0-32 0,2 8-47 15,-2-8-57-15,0 0-65 0,0 0-87 16,0 0-111-16,3 5-128 0,-3-5-154 0,0 0-136 16,0 0 56-16,0 0-698 0,0 0-897 15</inkml:trace>
  <inkml:trace contextRef="#ctx0" brushRef="#br0" timeOffset="20976.74">4853 10760 3698 0,'0'0'-74'0,"0"0"77"0,0-13 79 0,0 13 55 0,0 0 49 15,0 0 36-15,-3-8 25 0,3 8 16 16,0 0-4-16,-2-9-23 0,2 9-6 0,0 0-11 16,-2-7-17-16,2 7-3 0,0 0-13 15,0 0-10-15,-2-10-17 0,2 10-4 0,0 0-9 16,0 0-4-16,0 0-2 0,0 0-1 16,0-9-6-16,0 9-7 0,0 0-9 15,0 0-6-15,0 0-8 0,0 0-4 0,0 0-8 16,0 0-32-16,0 0-59 15,0 0 0-15,0 0 0 0,2-8 0 0,-2 8 0 0,0 0 0 16,0 0 0-16,0 0 0 16,0 0 0-16,0 0 0 0,0 0 0 0,0 0 0 15,0 0 0-15,0 0 0 0,0 0 0 16,0 0 0-16,0 0 0 0,0 0 0 0,0 0 0 16,0 0 0-16,0 0 0 0,0 0 0 15,0 32 0-15,0-20 0 0,2 4 0 16,0-1 0-16,-2 1 0 0,3 2 0 15,-1-1 0-15,2 0 0 0,1 1 0 0,-1-1 0 16,3-1 0-16,0-3 0 0,0 1 0 0,1-3 0 16,0 1 0-16,1 0 0 0,1-6 0 15,3 1 0-15,-1-3 0 0,0-1 0 16,2-1 0-16,-14-2 0 0,27-5 0 16,-10 3 0-16,-2-2 0 0,0-2 0 0,-1-1 0 15,-1 0 0-15,1-2 0 0,-3 3 0 16,0-5 0-16,-3 4 0 0,0-2 0 0,-3 2 0 15,3 1 0-15,-2-2 0 0,-2 2 0 16,1 0 0-16,-3 2 0 0,2-3 0 16,0 1 0-16,-1 2 0 0,-3 4 0 0,4-8 0 15,-4 8 0-15,7-8 0 0,-7 8 0 16,3-5 0-16,-3 5 0 0,0 0 0 0,0 0 0 16,0 0 0-16,0 0 0 0,0 0 0 15,17 13 0-15,-14-3 0 0,2 3 0 16,1 3 0-16,-3 3 0 0,3 3 0 0,-1 2 0 15,1 7 0-15,2-6 0 0,-4-1 0 16,0-1 0-16,-1-2 0 0,1-7 0 0,0 2 0 16,-1-1 0-16,2-2 0 0,-3-3 0 15,2 0 0-15,-2-2 0 0,-1 2 0 0,1-5 0 16,-2-5 0-16,4 10 0 16,-4-10 0-16,2 4 0 0,-2-4 0 0,0 0 0 15,0 0 0-15,5 4 0 0,-5-4 0 16,0 0 0-16,0 0 0 0,0 0 0 0,0 0 0 15,0 0-703-15,0 0-256 0,0 0 61 16,0 0 103-16,0 0-850 0,0 0-1082 16</inkml:trace>
  <inkml:trace contextRef="#ctx0" brushRef="#br0" timeOffset="21461.01">5531 10805 4076 0,'0'0'-206'0,"-1"-5"62"0,1 5 54 0,0 0 43 15,-2-7 32-15,2 7 28 0,0 0 24 0,0 0 20 16,0 0 29-16,0 0 32 0,0 0 25 15,0 0 22-15,0 0 12 0,0 0 11 16,0 0 8-16,-9 26 8 0,7-18 2 0,0 4-6 16,2 2-3-16,0 1 0 0,2-3-7 15,-2 2-9-15,2 1 0 0,-1 0-14 16,5-3-5-16,-1 2-17 0,1-1-13 0,2-2-17 16,2-1-4-16,-1-1-13 0,3-3-6 15,-1-2-3-15,0-4-13 0,5 0-11 16,-2-2-3-16,2-3-4 0,4-4-2 0,-2 3 10 15,1-7 19-15,-4 3 23 0,1-5 15 16,-1 0-52-16,-3-2-71 0,-3-1 0 0,-2-3 0 16,-1 0 0-16,0-1 0 0,-6 5 0 15,-1 1 0-15,-4 0 0 0,-1 4 0 0,-5 0 0 16,-3 3 0-16,2 2 0 0,-6 2 0 16,-1 3 0-16,-2 1 0 0,0 2 0 0,-3 1 0 15,-3 2-193-15,-7 3-443 0,7-1-181 16,-9 3-69-16,3-1 70 0,7-1-831 15,7 0-1085-15</inkml:trace>
  <inkml:trace contextRef="#ctx0" brushRef="#br0" timeOffset="22910.03">5472 10439 4028 0,'0'0'-230'0,"0"0"71"0,-16 0 66 15,16 0 49-15,-10-2 53 0,10 2 46 16,-12-2 29-16,3-1 30 0,9 3 26 16,-14-4 13-16,5 1 7 0,2-1 1 15,-2 3 1-15,-2-2-3 0,2-1 0 0,-3 1-1 16,3 1-4-16,-2 0-7 0,-1 0-2 15,-1 1-3-15,13 1 3 0,-29 0 3 16,15 0-1-16,1 0-3 0,-3 0-5 0,-2 1-13 16,-3-1-10-16,3 2-11 0,-6-2-3 15,-1 2-13-15,-1 0-7 0,-1 1-6 0,0 1-6 16,1-1-9-16,1 0-6 0,-11 4 2 16,9 0-1-16,4-2-1 0,-2 0-2 0,2 2 4 15,3 0 1-15,-1-1 0 0,1 2-1 16,2-2 4-16,-2 3 2 0,1 1-1 15,2 0-1-15,-2 2-3 0,2-3-3 16,0 2-3-16,0-2-5 0,3 4-5 0,-2-1-12 16,2 0-30-16,1 1 0 0,1 1 0 15,1-3 0-15,3 2 0 0,-2 1 0 0,3 0 0 16,1 0 0-16,-3-1 0 0,3 1 0 16,0 0 0-16,1-1 0 0,-1 1 0 0,2-1 0 15,-1 1 0-15,-2 0 0 0,5-2 0 16,-1 0 0-16,1 1 0 0,0 3 0 15,2-2 0-15,2 0 0 0,-2 1 0 16,2 2 0-16,1-1 0 0,-1 5 0 16,5 1 0-16,-2-2 0 0,3-1 0 0,-1 2 0 15,0-3 0-15,4 2 0 0,0-2 0 16,4 4 0-16,-2-3 0 0,5 1 0 0,-1-2 0 16,-4-4 0-16,4 0 0 0,6 2 0 15,0 4 0-15,2-2 0 0,1 1 0 0,1-2 0 16,1 1 0-16,-1-1 0 0,0 0 0 15,2-2 0-15,-1 1 0 0,-3-3 0 0,-3-3 0 16,0 2 0-16,-3-4 0 0,1 1 0 16,0 0 0-16,-1 0 0 0,2-1 0 15,-2-2 0-15,0 0 0 0,0 0 0 16,0-3 0-16,1 3 0 0,-2-5 0 0,3 3 0 16,3-1 0-16,-1 0 0 0,-1-1 0 15,-3-2 0-15,4 2 0 0,-1-2 0 0,0 0 0 16,-1 0 0-16,-1 0 0 0,1-2 0 15,1 0 0-15,-4 0 0 0,3 1 0 0,-1-1 0 16,-4-2 0-16,4 2 0 0,-4-2 0 16,2 0 0-16,2 0 0 0,-6 1 0 0,4-2 0 15,-2 1 0-15,0 0 0 0,-1-1 0 16,2 0 0-16,-2-2 0 0,1-1 0 0,2 1 0 16,0-3 0-16,0 0 0 0,-2 0 0 15,2 1 0-15,0-4 0 0,-2 2 0 16,2 0 0-16,0-1 0 0,0-1 0 15,-6 2 0-15,6-3 0 0,-5 3 0 0,3 0 0 16,-3 2 0-16,-4-1 0 0,3 0 0 16,-3-1 0-16,0 3 0 0,3-3 0 0,-2-1 0 15,-3 2 0-15,3-2 0 0,-3-1 0 16,1-2 0-16,1-3 0 0,-1 0 0 0,0-1 0 16,-1 2 0-16,1-1 0 0,-2 1 0 15,0-1 0-15,-3 1 0 0,1 0 0 16,0 0 0-16,-2 0 0 0,-1 0 0 0,-1 1 0 15,0 3 0-15,-1-4 0 0,-3-1 0 16,2 1 0-16,-2-1 0 0,-1 1 0 0,-2 0 0 16,4 0 0-16,-7 1 0 0,3-2 0 15,1 3 0-15,-4 1 0 0,3 2 0 16,-1-2 0-16,-4 2 0 0,5 2 0 0,-4-2 0 16,-1 2 0-16,1 1 0 0,0-1 0 15,-5-3 0-15,3 5 0 0,1-1 0 16,1 3 0-16,-2-2 0 0,1-2 0 0,-1 4 0 15,1-2 0-15,-1 3 0 0,-1-4 0 16,1 2 0-16,-1-1 0 0,-2 3 0 0,3-5 0 16,-3 3 0-16,3 0 0 0,-6-1 0 15,1 1 0-15,6 0 0 0,-3 0 0 16,-1 0 0-16,0 1 0 0,3 1 0 16,0-2 0-16,1 2 0 0,1 1 0 0,-1-1 0 15,1 2 0-15,0-1 0 0,1 2 0 16,-3-1 0-16,2 2 0 0,-3-1 0 0,-1 0 0 15,-2 2 0-15,0 0 0 0,-4 2 0 16,0 0 0-16,-6-1 0 0,0 2 0 0,-11 3 0 16,2-3 0-16,-4 4 0 0,3 0 0 15,1 1 0-15,2 1 0 0,0 1 0 0,7-1 0 16,6-2-891-16,1-1-71 0,6 1-1193 16,1 3-1564-16</inkml:trace>
  <inkml:trace contextRef="#ctx0" brushRef="#br0" timeOffset="38306.94">4981 9907 3179 0,'0'0'57'0,"4"7"-38"16,-4-7 8-16,3 7 31 0,-3-7 17 0,4 5 20 15,-4-5 4-15,6 5-2 0,-6-5-11 16,0 0-5-16,4 5 4 0,-4-5-5 0,0 0-2 16,0 0-10-16,15-9-6 0,-11 3-5 15,0-5-2-15,2-1-8 0,-3-3-6 16,-3 1 0-16,0-5-12 0,-3-4 0 16,-6-8 2-16,-2 2-2 0,-2 2-2 0,0 7-9 15,0 7 2-15,-3 3-4 0,1 6-4 16,-4 5 1-16,-8 12-2 0,0 8 7 15,-5 20 0-15,3 9 21 0,5 12 7 0,-6 17 15 16,10-11 7-16,6 2-3 0,5-2-5 16,7 1-2-16,6-7-2 0,6-4-5 0,11-2-5 15,3-11-6-15,5-6-6 16,7-5 0-16,2-8-3 0,-1-11-3 0,-1-7-1 0,-2-6 1 16,8-12-4-16,6-7-3 15,-1-10-3-15,-1-9 2 0,-3-3-3 0,-4-11-1 16,-4-1-1-16,-11-8-2 0,-5-1-1 15,-7-3 12-15,-8-1 15 0,-8 0 7 0,-10 4 5 16,-1 2-1-16,-8 7 4 0,-4 7 0 16,-1 7-6-16,1 16-4 0,0 5-4 0,0 12-7 15,3 12-2-15,-18 14-5 0,2 14 2 16,2 13 4-16,-2 22 1 0,4 5 14 16,9 7 4-16,12-15-1 0,10 5 11 0,6-3-18 15,7-1-6-15,9-6 2 0,7-7-7 16,9-4-6-16,2-7-5 0,6-7-10 0,3-9 1 15,4-9-15-15,-7-10-12 16,6-8-14-16,0-7-15 0,6-10-12 0,-3-8-6 16,-3-8 1-16,-4-2 8 0,-7-4 5 15,-8-4 16-15,-4-1 17 0,-15 7 20 0,-4-5 7 16,-7 1 15-16,-9-10 8 0,-10 3 23 16,-4 0-1-16,-5 5 8 0,-3 8 3 0,-3 6 4 15,2 13-7-15,6 12-12 0,-12 10 6 16,-5 17-20-16,0 13 7 0,-7 22-1 15,8 12 0-15,4 9 13 0,10 1 9 0,13-16-8 16,5 5-2-16,10-3-4 0,8-1-13 16,6-5-2-16,6-3-3 0,5-11-6 0,8-2-5 15,1-14-18-15,6-6-17 16,-6-14-25-16,11-8-31 0,0-11-12 0,9-10-16 16,0-8-4-16,-3-7 0 0,-3-7 1 15,-3-9 7-15,-7-4 10 0,-7-1 11 0,-4-2 18 16,-5-2 22-16,-13 3 21 0,-3 7 19 15,-10-6 20-15,-10 0 15 0,-2 7 19 0,-13 7 8 16,-3 8 4-16,-2 4-6 0,1 17-10 16,1 10 0-16,-6 10-6 0,-10 18-9 0,3 14-7 15,-8 21 3-15,7 7 0 0,6 7 9 16,10 1 3-16,12-12 6 0,11 1 1 0,4-1-6 16,8-2-11-16,7-4-4 0,3-5-3 15,14-9-10-15,-1-8-10 0,1-12-21 16,3-9-25-16,6-11-29 0,7-6-17 0,9-16-15 15,-3-9 2-15,0-9 1 0,12-17 8 16,-5-5-1-16,-5-3 3 0,-13 8 11 16,-5-1 9-16,-8 1 18 0,-7 1 32 15,-10 9 36-15,-7 2 19 0,-6 1 28 0,-4 1 13 16,-7 4 8-16,-10-2 0 0,1 11 0 16,-7 7-12-16,1 7-4 0,-1 11-12 0,-9 12-8 15,-4 17-6-15,-1 13-11 0,-1 20-5 16,2 8-4-16,8 4-3 0,6 2-4 0,13-10-5 15,9-1 0-15,7-3-4 0,8-6-5 16,4-8-4-16,5-5-5 0,2-15-20 0,7-6-24 16,5-7-16-16,-2-9-20 0,-4-10-24 15,13-10-14-15,8-11-19 0,-2-11 3 16,-1-6-5-16,0-5 10 0,-3-5 12 16,-4 3 19-16,-5-2 27 0,-8 3 27 0,-12 10 38 15,-1-1 35-15,-12 9 32 0,-1-3 19 16,-8 6 11-16,-3 7-4 0,1 7-6 0,-2 5-12 15,-3 7-9-15,-7 4-12 0,-7 13-2 16,-7 9-9-16,1 8-5 0,3 4-2 0,5 1-23 16,3 6-24-16,3-1-28 15,1-1-32-15,4-4-49 0,6-7-54 0,3-5-71 16,5-7-92-16,1 0-96 0,2-9-105 16,3 0-150-16,1-7-48 0,0-4 74 15,0 0-544-15,0 0-671 0</inkml:trace>
  <inkml:trace contextRef="#ctx0" brushRef="#br0" timeOffset="41459.04">7563 1564 3276 0,'0'0'-22'0,"0"-11"53"0,0 11 54 0,-2-10 54 15,2 10 36-15,0-10 36 0,0 10 32 16,0-10 17-16,0 10 8 0,0-11 1 15,0 11 0-15,0 0-23 0,-2-8-19 0,2 8-21 16,0 0-19-16,0-10-18 0,0 10-29 16,0 0-13-16,0 0-21 0,0 0-5 15,0 0-5-15,0 0-5 0,0 0-4 16,-2 41-2-16,2-21 9 0,0 1-4 0,0 4 1 16,0-1-19-16,2 0-2 0,2 0-7 15,0-2-10-15,1 2-4 0,2-5-3 16,-2-1-2-16,-1-1-6 0,3-3 2 0,-5-5-8 15,2 1 4-15,1 2-3 16,-2-7 13-16,-1 1 13 0,-2-6 4 0,13 4-3 0,-13-4-20 16,27-9-40-16,-11 3 0 0,-2-8 0 15,9-7 0-15,-4-2 0 0,0-3 0 16,1 3 0-16,-6 4 0 0,-6 3 0 0,2 3 0 16,-3 3 0-16,-1 3 0 15,-1-2 0-15,2 4 0 0,-3 0 0 0,-4 5 0 16,0 0 0-16,0 0 0 0,13 15 0 15,-10-4 0-15,1 2 0 0,2 3 0 0,0-1 0 16,1 5 0-16,1-3 0 0,0 0 0 16,-1-3 0-16,-1 1 0 0,1-3 0 15,-1 2 0-15,-1-4 0 0,-2-2 0 0,1-1 0 16,1 0 0-16,-3-2 0 0,-2-5 0 16,6 10 0-16,-6-10 0 0,5 6 0 0,-5-6 0 15,0 0-183-15,0 0-226 16,0 0-116-16,0 0-141 0,2-20-243 0,-2 20 70 15,3-13 96-15,-3 6-589 0,4-2-789 16</inkml:trace>
  <inkml:trace contextRef="#ctx0" brushRef="#br0" timeOffset="41823.08">8117 1431 3408 0,'-13'-3'-93'0,"13"3"63"0,0 0 64 0,-19 10 59 0,12 0 29 16,-3 1 36-16,0 5 18 16,1 3 8-16,3 3-4 0,-3 7-14 0,7-2-8 15,1-3-14-15,2-2-17 0,1 1-10 16,4-3-13-16,1 1-6 0,4-4 0 0,3-2 3 16,6-3 17-16,0-4-1 0,3-2-2 15,2-4 0-15,2-2 1 0,-1-6 3 16,7-4 1-16,-1-2 0 0,-1-1-5 0,-5-6-5 15,-2-2 3-15,-1-3-6 0,-5-1 1 16,-3-3-13-16,-3-3-13 0,-5 1-7 16,-5 3-15-16,-2 4-1 0,-2 1-12 15,-3 1-12-15,-6 2-32 0,0 1-45 0,-4 7-45 16,-4 0-52-16,-11 1-59 0,-1 5-72 16,4 3-85-16,-1 4-89 0,-12 1-126 0,1 2-233 15,1-1 69-15,4 1 78 0,6 2-363 16,4-3-494-16</inkml:trace>
  <inkml:trace contextRef="#ctx0" brushRef="#br0" timeOffset="42239.53">7694 979 2626 0,'-32'-3'-30'0,"0"4"23"0,-12 3 18 16,-8 9 11-16,-3 1 25 0,4 10 16 0,-2 7 26 16,-14 15 14-16,6 9 22 0,6 8 5 15,5 8 29-15,8 7 5 0,10 6-4 0,14-13 28 16,7-1-17-16,11 0-12 0,11 1-9 16,18 11 6-16,13-8 5 0,13-8-3 15,12-7 4-15,7-13-2 0,14-9-30 0,7-8-9 16,0-11-9-16,-12-11-12 0,-1-10-9 15,3-6-8-15,16-9-3 0,-4-8-13 0,-5-5-2 16,-4-6-3-16,-6-2-15 16,-5-5 6-16,-3-3 12 0,-12-7 15 0,-3-9 12 15,-10-3 5-15,-2-4 11 0,-13-2 7 16,-13 7-6-16,-6 0-8 0,-10-6-11 16,-10 1-7-16,-13 1-17 0,-16-8-9 0,-8 12-7 15,-2 22-10-15,-10 10-12 0,-18 13-19 16,-11 10-41-16,-6 10-53 0,-28 10-55 0,3 9-79 15,1 5-83-15,12 6-97 16,6 3-114-16,9 4-200 0,25-12-83 0,4 4 96 16,12-2-466-16,6-2-633 0</inkml:trace>
  <inkml:trace contextRef="#ctx0" brushRef="#br0" timeOffset="48905.03">9354 4828 3234 0,'0'0'19'0,"0"0"51"0,0 0 50 0,0 0 35 16,0 0 30-16,0 0 25 0,0 0 14 15,0 0 10-15,0 0 5 0,0 0-2 16,0 0-2-16,0 0-1 0,0 0-11 0,0 0-7 16,0 0-12-16,0 0-16 0,0 0-17 15,0 0-11-15,0 0-10 0,0 0-18 0,0 0-13 16,0 0-12-16,0 0-2 0,0 0-8 16,0 0-2-16,0 0-9 0,0 0-8 15,0 0-5-15,0 0-12 0,0 0-4 16,0 0-10-16,0 0 2 0,0 0-9 0,0 0-5 15,-25 2-3-15,16 2-5 0,0 0-3 16,3-1 1-16,-4 1-6 0,10-4 1 16,-13 8 0-16,6-6-3 0,7-2-1 0,0 0 1 15,-14 8 0-15,14-8-2 0,-7 2 0 16,7-2 3-16,0 0 2 0,-10 2-20 0,10-2 0 16,0 0 0-16,0 0 0 0,-8 5 0 15,8-5 0-15,0 0 0 0,0 0 0 0,0 0 0 16,0 0 0-16,0 0 0 15,-25-5 0-15,25 5 0 0,-11-6 0 0,6 2 0 16,5 4 0-16,-13-7 0 0,4 4 0 16,2-1 0-16,0 2 0 0,-6-1 0 15,4-3 0-15,0 2 0 0,-3 0 0 0,5 0 0 16,7 4 0-16,-22-8 0 0,11 3 0 16,0 3 0-16,1-2 0 0,-1 0 0 0,0 2 0 15,11 2 0-15,-20-4 0 0,9 4 0 16,-2-2 0-16,13 2 0 0,-31 3 0 0,16 0 0 15,-4-2 0-15,-1 2 0 0,4 3 0 16,-4-4 0-16,4 0 0 0,-4 3 0 16,3-1 0-16,2-1 0 0,-3 0 0 0,6-1 0 15,-2 2 0-15,1-2 0 16,0 2 0-16,1-2 0 0,-5 1 0 0,5 3 0 16,-3-3 0-16,2 2 0 0,-2-1 0 15,-1 2 0-15,1-1 0 0,1-1 0 0,3 2 0 16,-2-2 0-16,0 2 0 0,1 0 0 15,0-2 0-15,3 2 0 0,-2-3 0 0,1 1 0 16,1 0 0-16,1 0 0 0,-4 0 0 16,5 1 0-16,-2-2 0 0,0 1 0 0,-2-1 0 15,2-1 0-15,0 4 0 16,-1 0 0-16,0-1 0 0,-1 0 0 0,-1 0 0 16,1 0 0-16,2 0 0 0,-1 0 0 15,2 0 0-15,-1-1 0 0,9-4 0 0,-14 5 0 16,9-1 0-16,5-4 0 0,-11 5 0 15,11-5 0-15,-10 3 0 0,10-3 0 16,0 0 0-16,-12 2 0 0,12-2 0 0,0 0 0 16,-9 3 0-16,9-3 0 0,0 0 0 15,0 0 0-15,-12 5 0 0,12-5 0 0,0 0 0 16,0 0 0-16,-7 4 0 0,7-4 0 16,0 0 0-16,0 0 0 0,0 0 0 0,0 0 0 15,0 0 0-15,0 0 0 0,0 0 0 16,0 0 0-16,19-19 0 0,-11 14 0 15,3-4 0-15,1 1 0 0,1 0 0 0,1 0 0 16,-2 0 0-16,1 1 0 0,-1 0 0 16,1-1 0-16,-1 1 0 0,3 2 0 15,-1-3 0-15,3 2 0 0,-2 1 0 0,2-1 0 16,4 2 0-16,2-4 0 0,-1 4 0 16,15-6 0-16,-2 3 0 0,-1 3 0 0,2-4 0 15,0 2 0-15,0 0 0 0,5 1 0 16,-4 1 0-16,1 0 0 0,3 0 0 15,1 2 0-15,-1-2 0 0,2 0 0 0,-4 0 0 16,-1 1 0-16,-6 0 0 0,-7 2 0 16,-3-1 0-16,-4 0 0 0,-2 0 0 0,-1 2 0 15,-1-2 0-15,-14 2 0 16,19 0 0-16,-19 0 0 0,17-1 0 0,-17 1 0 0,0 0 0 16,15 0 0-16,-15 0 0 15,0 0 0-15,13 0 0 0,-13 0 0 0,0 0 0 16,0 0 0-16,0 0 0 0,16-1 0 15,-16 1 0-15,0 0 0 0,0 0 0 0,0 0 0 16,0 0 0-16,0 0 0 0,11-3 0 16,-11 3 0-16,0 0 0 0,0 0 0 0,0 0 0 15,-29-12 0-15,18 9-237 0,-3-1-823 16,1 2 123-16,0-3-1089 0,2 2-1441 16</inkml:trace>
  <inkml:trace contextRef="#ctx0" brushRef="#br0" timeOffset="55036.75">7254 7711 5111 0,'0'0'-282'0,"8"-4"55"0,-8 4 35 16,0 0 39-16,0 0 42 0,0 0 46 15,0 0 36-15,0 0 51 0,0 0 21 16,0 0 15-16,0 0 15 0,0 0 8 0,0 0 7 16,0 0 3-16,0 0 5 15,0 0 6-15,0 0 6 0,5-7 2 0,-5 7 3 16,0 0-3-16,0 0-4 0,0 0 1 16,0 0 3-16,0 0-3 0,0 0 1 0,0 0-2 15,0 0-9-15,0 0-7 0,0 0-11 16,0 0-1-16,0 0 1 0,-32 15 1 0,25-12-9 15,-3-1 3-15,10-2-12 0,-17 9-3 16,9-6-6-16,1 3-5 0,7-6-3 0,-14 6-2 16,7-4-10-16,1 4 7 0,6-6-2 15,-12 6 6-15,12-6 3 0,-11 6 1 16,4-5 1-16,7-1 1 0,-12 6-13 16,4-3 1-16,1 4-3 0,7-7-1 15,-13 9-4-15,5-4 6 0,0 0-15 0,-1 2-1 16,1 0 4-16,0 3 1 0,-1-5-1 15,4 4-2-15,-1-6 4 0,6-3 6 0,-14 9 7 16,11-5 3-16,-3 2-4 0,6-6 0 16,-10 8 5-16,6-2-8 0,4-6 0 0,-7 8-7 15,1-5 2-15,6-3-7 0,-7 7 3 16,7-7-2-16,-7 7-5 0,7-7-1 16,-7 7-1-16,7-7 3 0,-4 5-6 15,4-5-2-15,-5 7-2 0,5-7 2 0,-6 7-1 16,6-7 8-16,-3 6 1 0,3-6-2 15,-9 6-4-15,9-6 5 0,-5 8 0 16,5-8 7-16,-8 9-6 0,5-3-20 0,3-6 0 16,-9 10 0-16,7-6 0 0,-3 4 0 15,1-4 0-15,0 3 0 0,4-7 0 0,-7 13 0 16,3-8 0-16,3 2 0 0,-6-3 0 16,7-4 0-16,-5 13 0 0,1-8 0 0,4-5 0 15,-6 10 0-15,4-3 0 16,2-7 0-16,-7 12 0 0,2-7 0 0,4 2 0 0,-3 0 0 15,4-7 0-15,-6 12 0 16,5-5 0-16,-3 0 0 0,0 3 0 0,0-2 0 16,-2 1 0-16,2 0 0 0,2-1 0 15,-3 1 0-15,3-1 0 0,-2-2 0 0,2 0 0 16,2-6 0-16,-5 14 0 0,3-9 0 16,2-5 0-16,-5 10 0 0,5-10 0 0,-1 10 0 15,1-10 0-15,-6 11 0 0,4-5 0 16,2-6 0-16,-2 11 0 0,2-11 0 0,-1 10 0 15,1-10 0-15,-4 10 0 0,4-2 0 16,0-8 0-16,-4 11 0 0,4-5 0 16,0-6 0-16,-4 12 0 0,4-5 0 0,0-7 0 15,-1 12 0-15,-2-6 0 0,3-6 0 16,-2 13 0-16,2-13 0 0,-2 9 0 0,2-9 0 16,-2 9 0-16,2-9 0 15,-2 11 0-15,2-11 0 0,0 10 0 0,0-10 0 16,-1 12 0-16,-1-5 0 0,2-7 0 15,-4 12 0-15,2-7 0 0,2-5 0 0,0 14 0 16,0-9 0-16,0-5 0 16,-2 15 0-16,2-8 0 0,0-7 0 0,-1 14 0 0,1-7 0 15,-2 0 0-15,2-7 0 0,-2 9 0 16,2-9 0-16,0 13 0 0,0-13 0 0,-4 11 0 16,4-6 0-16,0-5 0 15,-3 12 0-15,3-12 0 0,-2 10 0 0,2-10 0 16,0 8 0-16,0-8 0 0,0 9 0 0,0-9 0 15,0 0 0-15,-1 12 0 0,1-12 0 16,-2 7 0-16,2-7 0 0,0 0 0 16,0 10 0-16,0-10 0 0,0 0 0 0,-2 7 0 15,2-7 0-15,0 0 0 0,0 9 0 16,0-9 0-16,0 0 0 0,-2 10 0 16,2-10 0-16,0 0 0 0,0 7 0 0,0-7 0 15,0 0 0-15,0 0 0 0,0 12 0 16,0-12 0-16,0 0 0 0,4 8 0 15,-4-8 0-15,0 0 0 0,-2 7 0 16,2-7 0-16,0 0 0 0,2 10 0 0,-2-10 0 16,0 7 0-16,0-7 0 0,3 7 0 15,-3-7 0-15,2 7 0 0,-2-7 0 0,3 8 0 16,-3-8 0-16,2 7 0 0,-2-7 0 16,2 9 0-16,-2-9 0 0,4 7 0 0,-4-7 0 15,0 8 0-15,0-8 0 0,1 9 0 16,-1-9 0-16,0 8 0 0,0-8 0 0,2 10 0 15,-2-10 0-15,0 7 0 0,0-7 0 16,0 0 0-16,2 12 0 0,-2-12 0 0,2 7 0 16,-2-7 0-16,0 9 0 0,0-9 0 15,4 6 0-15,-4-6 0 0,1 9 0 16,-1-9 0-16,4 10 0 0,-4-10 0 0,4 10 0 16,-4-10 0-16,4 9 0 0,-4-4 0 15,0-5 0-15,4 13 0 0,-2-9 0 16,0 4 0-16,-2-8 0 0,4 9 0 15,-3-1 0-15,-1-8 0 0,2 10 0 0,0-4 0 16,-2-6 0-16,6 11 0 0,-5-5 0 16,4-2 0-16,-1 4 0 0,-4-8 0 0,7 11 0 15,-3-5 0-15,1-1 0 0,-3 2 0 16,-2-7 0-16,10 11 0 0,-6-5 0 0,0 0 0 16,1 1 0-16,-1 0 0 15,2-2 0-15,-3 2 0 0,4-2 0 0,-7-5 0 16,9 11 0-16,-3-6 0 0,-1 2 0 15,2-2 0-15,-4 0 0 0,5 0 0 0,-8-5 0 16,11 12 0-16,-6-7 0 0,4 0 0 16,-4 2 0-16,2-2 0 0,-3-2 0 0,6 3 0 15,-2 0 0-15,-1-4 0 0,1 3 0 16,-8-5 0-16,15 7 0 0,-7-2 0 0,-3-3 0 16,-5-2 0-16,16 6 0 0,-7-4 0 15,-9-2 0-15,16 5 0 0,-9-2 0 16,-7-3 0-16,17 3 0 0,-9-1 0 15,-8-2 0-15,17 6 0 0,-7 0 0 0,-1-2 0 16,-1-2 0-16,-8-2 0 0,15 6 0 16,-5-2 0-16,-5-2 0 0,-5-2 0 15,16 5 0-15,-9-3 0 0,-7-2 0 0,15 4 0 16,-15-4 0-16,17 4 0 0,-7-4 0 16,-10 0 0-16,15 2 0 0,-5-2 0 0,-10 0 0 15,15 3 0-15,-15-3 0 0,15 1 0 16,-15-1 0-16,14 2 0 0,-14-2 0 0,13 2 0 15,-13-2 0-15,13 0 0 16,-13 0 0-16,0 0 0 0,19 0 0 0,-19 0 0 0,16 2 0 16,-16-2 0-16,13 2 0 0,-13-2 0 15,13 0 0-15,-13 0 0 0,12 1 0 0,-12-1 0 16,0 0 0-16,18 0 0 16,-18 0 0-16,0 0 0 0,18-1 0 0,-18 1 0 15,0 0 0-15,19 0 0 0,-19 0 0 16,15-2 0-16,-15 2 0 0,14-4 0 0,-14 4 0 15,15-2 0-15,-15 2 0 0,11-1 0 16,-11 1 0-16,12-3 0 0,-12 3 0 0,0 0 0 16,15 0 0-16,-15 0 0 0,0 0 0 15,17-2 0-15,-17 2 0 0,15-2 0 16,-15 2 0-16,17-2 0 0,-5-2 0 16,0 2 0-16,-3-3 0 0,0 3 0 0,3-2 0 15,-3-2 0-15,2 2 0 0,0 0 0 16,-2 0 0-16,0 2 0 0,-9 2 0 15,18-7 0-15,-13 3 0 0,-5 4 0 0,14-4 0 16,-7 2 0-16,-7 2 0 0,13-6 0 16,-13 6 0-16,14-4 0 0,-5 2 0 0,-9 2 0 15,15-4 0-15,-5-4 0 0,-2 5 0 16,-1-2 0-16,3 4 0 0,1-3 0 0,-1 0 0 16,-2-4 0-16,1 3 0 0,0 1 0 15,-1 0 0-15,0-2 0 0,0 1 0 0,-3 2 0 16,2-1 0-16,2 1 0 0,-9 3 0 15,11-7 0-15,-6 5 0 0,3-1 0 0,0-1 0 16,-1 1 0-16,1 0 0 16,-3-1 0-16,7-1 0 0,-4-2 0 0,-1 2 0 15,2 0 0-15,-2 0 0 0,2-2 0 16,-1 2 0-16,0-2 0 0,-1 2 0 0,2 0 0 16,-1 0 0-16,-2-1 0 0,2 0 0 15,-3 2 0-15,1 0 0 0,1 0 0 0,0-1 0 16,0-1 0-16,0 0 0 0,-1-2 0 15,2 2 0-15,-4 3 0 0,3-6 0 0,-1 2 0 16,1-1 0-16,2 2 0 0,-4-2 0 16,3 1 0-16,-3-1 0 0,-1 3 0 15,2-2 0-15,0 2 0 0,-1 1 0 16,-3-2 0-16,2 2 0 0,1-2 0 0,-5 6 0 16,7-9 0-16,-5 4 0 0,1 2 0 15,-3 3 0-15,6-9 0 0,0 4 0 0,-5 0 0 16,1 0 0-16,2 0 0 0,-4 5 0 15,6-9 0-15,-4 2 0 0,0 0 0 0,2 2 0 16,-2-2 0-16,0 1 0 0,-1 0 0 16,1-1 0-16,0 2 0 0,-2 5 0 0,6-10 0 15,-6 5 0-15,0 5 0 0,1-9 0 16,-1 4 0-16,0 5 0 0,2-10 0 0,-2 10 0 16,0-8 0-16,0 1 0 0,0 7 0 15,0-11 0-15,0 5 0 0,-2-3 0 16,2 1 0-16,-1-4 0 0,-3 1 0 15,2-1 0-15,0 0 0 0,0 1 0 0,1-1 0 16,-3-2 0-16,0-1 0 0,0 1 0 16,3 3 0-16,-4-1 0 0,1-2 0 0,1 0 0 15,-3-1 0-15,2 1 0 0,-1 0 0 16,0 1 0-16,1-1 0 0,-1 2 0 16,1 0 0-16,-1 2 0 0,1-1 0 0,-2-1 0 15,2 1 0-15,-2-3 0 0,4 1 0 16,-3 1 0-16,1 2 0 0,1-1 0 0,-3 1 0 15,1-2 0-15,3 1 0 0,-3-3 0 16,-1 0 0-16,5 3 0 0,-7-2 0 16,6 1 0-16,-4 2 0 0,0-4 0 15,3 3 0-15,-3-2 0 0,2 3 0 0,-1 0 0 16,0 1 0-16,1-1 0 0,-1-1 0 16,1 2 0-16,1 0 0 0,-3 1 0 0,2-4 0 15,-2 5 0-15,0-3 0 0,3 0 0 16,-5 3 0-16,5-2 0 0,-3 0 0 0,0 2 0 15,-2-2 0-15,4 4 0 16,-1-2 0-16,-1 2 0 0,6 5 0 0,-10-10 0 0,7 4 0 16,-3 2 0-16,6 4 0 15,-7-11 0-15,1 9 0 0,6 2 0 0,-10-12 0 16,6 7 0-16,-1 1 0 0,-1-3 0 16,1 0 0-16,-6 1 0 0,4-1 0 0,1-1 0 15,-4 1 0-15,-1 0 0 0,4 0 0 16,-1 1 0-16,-2-1 0 0,1-1 0 0,4 2 0 15,-6 1 0-15,4-2 0 0,1 0 0 16,-1 2 0-16,1 0 0 0,-4 0 0 0,1-1 0 16,2 1 0-16,-4-2 0 0,4 3 0 15,-2-2 0-15,-1 2 0 0,-3-4 0 0,0 4 0 16,-3-1 0-16,1-3 0 16,-6 4 0-16,4-2 0 0,-7 0 0 0,0 4 0 15,1-1 0-15,-2 3 0 0,0 0 0 16,5 3 0-16,-5-2 0 0,-2 2 0 0,8-1 0 15,-5 2 0-15,6 0 0 0,1 0 0 16,0 2 0-16,0-1 0 0,0-1 0 0,-1 2 0 16,0 1 0-16,0-4 0 0,3 4 0 15,0 0 0-15,-1-2 0 0,3 2-600 0,0-2-396 16,1 0 95-16,3-1 93 0,2-1-854 16,7-3-1098-16</inkml:trace>
  <inkml:trace contextRef="#ctx0" brushRef="#br0" timeOffset="56653.73">7208 9286 4132 0,'0'0'-237'16,"5"-3"65"-16,-5 3 54 0,0 0 48 15,5-5 49-15,-5 5 38 0,0 0 38 0,4-5 30 16,-4 5 13-16,0 0 14 0,0 0 10 15,0 0-1-15,2-5-1 0,-2 5-6 0,0 0-6 16,0 0-6-16,0 0-1 0,0 0-10 16,0 0-1-16,0 0 0 0,0 0 2 0,0 0 2 15,2-7-2-15,-2 7 2 16,0 0-4-16,0 0 1 0,0 0-4 0,0 0 2 16,0 0-4-16,0 0-8 0,0 0-3 15,0 0-6-15,0 0-9 0,0 0-8 0,0 0-2 16,0 0-3-16,0 0-8 0,0 0 0 15,0 0-6-15,0 0 0 0,0 0 3 16,0 0 4-16,0 0 10 0,0 0 2 0,0 0 14 16,0 0 5-16,0 0-2 0,0 0 3 15,0 0-3-15,0 0 2 0,0 0 2 0,0 0-17 16,0 0 1-16,0 0 0 16,0 0 5-16,0 0-9 0,0 0-4 0,0 0-1 15,0 0 7-15,0 0-4 0,0 0 1 0,0 0-2 16,0 0-1-16,0 0-2 0,0 0 6 15,0 0 4-15,0 0 23 0,0 0 2 16,-21 15 6-16,21-15-1 0,-4 7-1 0,4-7-69 16,-4 9-16-16,0-3 0 0,3 1 0 15,-3 2 0-15,-2 1 0 0,0 1 0 0,-1 2 0 16,-5 3 0-16,2 2 0 0,-3 5 0 16,-1 3 0-16,-2-2 0 0,-2 3 0 15,2-3 0-15,-2 2 0 0,2-2 0 16,-4-1 0-16,7-4 0 0,-1-2 0 0,3-1 0 15,-3 1 0-15,1 0 0 0,2 0 0 16,-1 0 0-16,-2 6 0 0,-2-5 0 0,7-1 0 16,-5 0 0-16,5-1 0 0,-4 0 0 15,2-1 0-15,0 1 0 0,4-3 0 0,1-2 0 16,-4 1 0-16,7-4 0 0,-3 3 0 16,0-5 0-16,5 0 0 0,-3 0 0 0,4-6 0 15,-7 9 0-15,7-9 0 0,-3 7 0 16,3-7 0-16,-6 5 0 0,6-5 0 15,0 0 0-15,0 0 0 0,-3 8 0 0,3-8 0 16,0 0 0-16,0 0 0 0,-4 8 0 16,4-8 0-16,0 0 0 0,0 0 0 15,0 0 0-15,0 0 0 0,0 0-271 0,0 0-765 16,21 1 111-16,-12 1-1102 0,-9-2-1441 16</inkml:trace>
  <inkml:trace contextRef="#ctx0" brushRef="#br0" timeOffset="57903.65">6629 10324 5187 0,'5'-5'-223'0,"-5"5"61"0,0 0 56 0,2-8 41 0,-2 8 45 16,0-6 39-16,0 6 33 0,0-8 19 16,0 8 22-16,-2-8 4 0,2 8 7 15,-3-7 4-15,3 7 5 0,0 0-1 16,0 0 7-16,0 0 1 0,-2-10-1 16,2 10-2-16,0 0-2 0,0 0-5 0,0 0 12 15,0 0-6-15,2-10 2 0,-2 10-4 16,0 0 1-16,0 0 2 0,0 0 7 0,-6-6-11 15,6 6 1-15,0 0-1 0,0 0-8 16,0 0-9-16,0 0-1 0,0 0-1 0,0 0-11 16,0 0-3-16,0 0-8 0,0 0 0 15,0 0-4-15,0 0 1 0,0 0-3 0,0 0-21 16,0 0-45-16,0 0 0 16,0 0 0-16,0 0 0 0,0 0 0 0,0 0 0 15,0 0 0-15,0 0 0 0,0 0 0 16,0 0 0-16,0 0 0 0,0 0 0 0,0 0 0 15,0 0 0-15,2-9 0 0,-2 9 0 16,0 0 0-16,0 0 0 0,0 0 0 0,0 0 0 16,0 0 0-16,0 0 0 0,0 0 0 15,0 0 0-15,0 0 0 0,0 0 0 0,0 0 0 16,0 0 0-16,0 0 0 0,0 0 0 16,0 0 0-16,0 0 0 0,0 0 0 15,0 0 0-15,0 0 0 0,0 0 0 0,0 0 0 16,0 0 0-16,0 0 0 15,0 0 0-15,0 0 0 0,0 0 0 0,0 0 0 16,0 0 0-16,0 0 0 0,0 0 0 16,0 0 0-16,0 0 0 0,0 0 0 0,0 0 0 15,0 0 0-15,0 0 0 16,0 0 0-16,10 27 0 0,-4-14 0 0,-1 3 0 0,-1 1 0 16,3 6 0-16,6 3 0 0,-6-1 0 15,2 4 0-15,-1-5 0 0,4-3 0 0,-7-2 0 16,4-1 0-16,3-1 0 15,-6-3 0-15,1 1 0 0,2-6 0 0,0 1 0 0,-2-2 0 16,2-1 0-16,0-4 0 16,0-1 0-16,-9-2 0 0,27-8 0 0,-9 0 0 15,0-4 0-15,7-5 0 0,0-2 0 16,2-3 0-16,-7-1 0 0,-1 3 0 0,-2-1 0 16,-3 4 0-16,-5 4 0 0,-2 1 0 15,0 3 0-15,-2-1 0 0,-3 3 0 0,2 0 0 16,0-1 0-16,-3 4 0 0,-1 4 0 15,2-9 0-15,-2 9 0 0,2-6 0 0,-2 6 0 16,0 0 0-16,0 0 0 0,0 0 0 16,0 0 0-16,-4 23 0 0,4-9 0 0,4 3 0 15,0 6 0-15,4 8 0 16,0-1 0-16,1-1 0 0,3 1 0 0,-3-7 0 16,0-3 0-16,1-1 0 0,-2-1 0 15,-1-5 0-15,2 2 0 0,-2-5 0 0,-2-2 0 16,-1 0 0-16,2 0 0 0,-3-1 0 15,1-2 0-15,-2 0 0 0,3 0 0 0,-5-5 0 16,0 0 0-16,0 0 0 0,0 0 0 16,0 0 0-16,0 0 0 0,0 0-157 15,0 0-682-15,0 0-119 0,0 0 96 0,0 0-966 16,-5-25-1255-16</inkml:trace>
  <inkml:trace contextRef="#ctx0" brushRef="#br0" timeOffset="58353.25">7290 10171 4821 0,'0'0'-146'0,"2"-9"24"0,-2 9 21 0,0 0 6 0,-2-6 16 0,2 6 8 0,0 0 10 16,0 0 8-16,0 0 3 0,0 0 9 15,0 0 2-15,0 0 3 0,0 0 3 0,-9 20 4 16,9-15 2-16,0-5 6 16,-2 11 8-16,2-3 22 0,2 2 31 0,-2-1 27 15,0 3 27-15,0 2 17 0,0 3 11 16,2 1 13-16,0 1 12 0,0 1 3 0,1 1 4 16,1 2 6-16,5-4 1 0,-6 2-7 15,5-4 0-15,1 0-1 0,-2-3 8 0,3-6 9 16,1 1 1-16,3-6 2 0,-3-3-10 15,-11 0-13-15,31-7-7 0,-14-1-10 0,2-4-1 16,-1-2-10-16,-4 1 9 0,6-8 7 16,-6 4 5-16,-7 3 6 0,0-5-3 0,-5 5 2 15,0-3-18-15,-4-1-57 16,-3-1-73-16,-7-8 0 0,-3 2 0 0,-6 3 0 16,-1 3 0-16,0 0 0 0,-1 7 0 15,2 5 0-15,-1 4 0 0,0 3 0 0,-3 3 0 16,-11 7 0-16,2 4 0 0,2 1-434 15,3 3-148-15,1 0-199 0,1 1-95 0,6-4 84 16,2 1-815-16,5-3-1048 0</inkml:trace>
  <inkml:trace contextRef="#ctx0" brushRef="#br0" timeOffset="58836.47">6912 9844 4086 0,'-29'5'-147'0,"-5"3"38"16,-1 4 33-16,-5 12 33 0,-7 5 46 0,4 7 55 0,-2 5 48 15,3 6 38-15,-4 17 22 0,9 7 13 16,1 6 18-16,8 9 5 0,13 3 8 0,8-12-4 16,7 1 8-16,9 18-12 15,10-5-9-15,12-5-22 0,10-7-12 0,7-9-22 16,7-11 3-16,10-10-23 0,-8-20-17 16,10-8-9-16,7-13-16 0,3-10-32 0,2-9-39 15,21-16-27-15,-3-9-17 0,-5-3-22 16,-7-12 0-16,-7-2 2 0,-10-5 4 0,-7 2 9 15,-11-4 6-15,-14 5 17 0,-7 2 20 16,-8 1 18-16,-4-3 25 0,-9-6 15 16,-10 0 17-16,-6 1 12 0,-7-4-1 15,-15-13-13-15,-10 3-1 0,-10 4-9 0,-11 1-7 16,-7 9-5-16,-7 7-23 0,-3 15-15 16,13 19-26-16,-2 13-28 0,3 11-50 0,-1 12-62 15,-14 15-68-15,7 8-97 0,4 7-102 16,3 4-136-16,19-10-197 0,5 0 67 15,0-3 77-15,8 0-467 0,5-5-551 0</inkml:trace>
  <inkml:trace contextRef="#ctx0" brushRef="#br0" timeOffset="61119.28">7472 1231 3012 0,'-10'4'-139'0,"-2"6"29"0,1 3 30 15,-5 13 17-15,-2 3 28 0,2 4 22 0,0 9 22 16,7-4 3-16,-2 0 11 16,9 0 20-16,2-5-2 0,4 1 11 0,8-2 8 15,7-3 3-15,4-4 0 0,7-4-3 16,12-2 0-16,-2-5-6 0,2-4 4 15,2-4-16-15,0-8 0 0,-1 0 1 0,-2-2 3 16,-5-8 8-16,-6-5-3 0,-3-3 1 16,-4-6-1-16,-8-3-3 0,-3-5-1 0,-8-2 3 15,-6-3-9-15,-8-11-6 0,-9-3-2 16,-2 3 0-16,-8-2-16 0,-3 5 5 16,-2 1-6-16,-2 4 6 0,-3 6-10 0,-1 10-4 15,8 7-10-15,-4 12 8 16,-5 2-2-16,2 12 0 0,-13 7-6 0,3 11 7 15,5 6-5-15,4 1 1 0,9 6 2 16,8 0-4-16,12-1 6 0,7 0-2 16,6-1 2-16,9 3 3 0,12 4-2 0,10-4-1 15,7-3 6-15,9-7 4 0,12-4-5 16,8-6 1-16,4-2 0 0,4-8-2 0,4-3 4 16,-4-6 13-16,-4-4-22 0,-8-3 1 15,-8-2 6-15,-17-1-1 0,-6-4 6 16,-3-6-3-16,-8-5-5 0,-6 0 13 0,-7-8 7 15,-10-2-21-15,-8-9 2 0,-8-5-1 16,-9-5 8-16,-7 3-16 0,-4-1 4 16,-14-8-4-16,3 19-4 0,-1 7-5 15,-1 7 10-15,-3 9-9 0,9 12 0 16,0 6 3-16,-10 12-1 0,6 7-9 0,-3 6 7 16,6 11 0-16,8 6 12 0,8 6 3 15,8 3 9-15,9 2 1 0,11-5 1 0,11 10 5 16,5-1-7-16,16-2 6 0,17 3-8 15,12-3 3-15,6-11-6 0,6-6 4 16,-7-13 2-16,22 1 0 0,-14-9-14 0,-1-7-19 16,-3-5-8-16,-7-5 7 0,-13-3 11 15,-5-1-13-15,-6-4-1 0,-7-6 11 16,-6-5 0-16,-5-6-3 0,-7-6 5 0,-6-6 5 16,-3-6 15-16,-8-1-22 15,-15-8 4-15,0-5 8 0,-13 4-12 0,-5 0 2 16,-5 7-2-16,0 3-5 0,-4 10-3 15,-2 8 3-15,-6 11 0 0,9 10-3 16,-2 9 11-16,-7 12 2 0,-2 12 11 0,7 3 1 16,5 9-5-16,6 5 3 0,8 5 6 15,12 4-8-15,12-1 9 0,5-8-5 0,13 7 9 16,8-3-3-16,11-6 5 0,10-5-7 16,12-8 4-16,8-4 2 0,9-7-8 15,3-9 5-15,2-3-18 0,3-6-11 16,-5-6-8-16,-1-4 1 0,-7-7 0 15,-3-5 4-15,-8-3 9 0,-4-6 3 0,-8-6-2 16,-9-5 0-16,-6-3 2 0,-8-2 6 16,-5-5 0-16,-12 6 0 0,-5-14-1 0,-5 3 5 15,-9-4-9-15,-2 2 0 0,-5 6 8 16,-6 2-10-16,-3 10 3 0,1 10-11 16,-1 10 5-16,-4 14 2 0,4 5-6 0,-20 12 0 15,-2 9 6-15,7 6-1 0,1 5-1 16,8 8 5-16,6 3-5 0,9 1 6 15,8 1 6-15,10-7-8 0,12 1 10 0,8 7-9 16,6-7 2-16,9-6 1 16,8-2 4-16,4-5 4 0,4-9-7 0,8-3 12 0,-11-7-10 15,1-4-14-15,3-6 0 16,1-4 2-16,3-5-2 0,-3-5-1 16,-12 1 1-16,-5-4 6 0,-4-3 1 0,-8-4 2 15,-4-4 10-15,-8-2-6 0,-4-6-5 16,-8 0 2-16,-8-9 0 0,-8 0 1 0,-8 0-5 15,-3 5 8-15,-4 3-8 0,-4 8 4 16,-4 9-10-16,4 10 13 0,-1 9-15 16,-5 9-1-16,-12 14 10 0,1 11 16 0,-8 16-8 15,20-3 3-15,4 7-2 0,11 4 6 16,8 1 2-16,12 1-6 0,6-13-1 16,13 9 30-16,11-6-25 0,6-5-7 15,10-5 13-15,7-8 1 0,0-3-2 16,5-8 14-16,-10-5-27 0,6-8 4 0,-2-2 2 15,-2-6 7-15,0-1 1 0,-8-4 14 16,0-8 10-16,-3-1 8 0,-4-3-4 0,-6-4 3 16,-6-3 4-16,-4-4 3 0,-8 6-3 15,-7-8-3-15,-11-10-6 0,-6 1-8 16,-7 2-4-16,-8 9-2 0,-5 5-6 0,-6 11-7 16,-4 6-4-16,3 13-1 15,-15 11-2-15,2 13-7 0,-14 14 7 0,7 7 8 16,11 8-13-16,18-13 2 0,8 4-4 15,8-2 0-15,14-7-5 0,6-3 4 16,7-9 4-16,3-4-1 0,17 5 10 0,1-5-10 16,8-3 0-16,10-7 3 0,0-5 5 15,5-6-6-15,2-2-2 0,-2-4 2 0,5-7 4 16,-13-2 5-16,-3 5-1 0,-7-3 10 16,-9 1 16-16,-5-1 1 0,-9-2-5 15,-1 5-1-15,-6 1-8 0,-4-2-7 0,-6 4-6 16,-1 4-1-16,-6 4-3 0,-8 2-26 15,-9 5-52-15,-2 2-69 0,2 2-91 0,6 1-96 16,9-3-174-16,4-3-177 16,5-4 61-16,6-2-277 0,6-2-375 15</inkml:trace>
  <inkml:trace contextRef="#ctx0" brushRef="#br0" timeOffset="67088.13">5364 11192 1683 0,'6'2'184'15,"-6"-2"-75"-15,4 6-46 0,-4-6-8 0,0 0-4 16,0 0-8-16,0 0-7 16,0 0-8-16,7-14 4 0,-5 4-6 0,1-2-5 15,0-5 1-15,-1 0 0 0,-2-3-7 16,0-3-4-16,-5-3-2 0,0-5 2 0,-2 7 2 15,-3 4 5-15,2 2 8 0,-1 3 1 16,1 5 1-16,-3 3-1 0,1 1-2 0,1 8 6 16,9-2-6-16,-20 14 6 0,9 3 0 15,-3 12 1-15,7 0 4 0,3-3-2 0,3-2-1 16,1 2-2-16,1-4-2 0,5 1 0 16,1-2-3-16,2-4 1 0,-2 0-3 15,4-5-1-15,1-4 12 0,1-3 0 16,1-4 2-16,3-5 3 0,2-6-8 0,8-9-4 15,-5-6-3-15,-1-4 1 0,-5-2 0 16,-5-1 3-16,-5 6 13 0,-8 2 11 16,-6-6 22-16,-6 2 6 0,0 2-5 0,-8 8-8 15,6 4-5-15,-2 6-5 0,3 6-7 16,0 2-10-16,-2 6-3 0,0 5-10 0,-5 11 0 16,6 4-5-16,0 5-19 0,7-2-29 15,1 1-33-15,3-6-45 0,2-3-53 0,6-2-68 16,-3-5-81-16,5 1-140 0,-3-5-84 15,4-2 59-15,-3-6-127 0,-3-2-96 0</inkml:trace>
  <inkml:trace contextRef="#ctx0" brushRef="#br0" timeOffset="71384.16">19842 1613 1726 0,'0'0'103'0,"0"0"47"0,0 0 31 16,0 0 46-16,2-8 30 0,-2 8 24 0,0 0 16 16,0 0 6-16,0 0 0 0,0 0-3 15,0 0-8-15,0 0-10 0,0 0-16 16,0 0-12-16,0 0-10 0,0 0-5 16,0 0-9-16,0 0-5 0,0 0-12 15,0 0 1-15,0 0-24 0,0 0-15 0,-10-11-17 16,10 11-8-16,-13-5-5 0,5 2-9 15,8 3-10-15,-19-7-10 0,8 4-10 0,-3-1-10 16,1 1-11-16,-5-2-6 0,4 3-37 16,-2-2-42-16,-3 1 0 0,4 0 0 15,-5-1 0-15,7 3 0 0,-1-1 0 0,0 2 0 16,-3-2 0-16,3 0 0 0,1 2 0 16,-2-2 0-16,0 2 0 0,-3 2 0 0,4-2 0 15,-8 4 0-15,5-2 0 0,-2-1 0 16,-2 3 0-16,-2-1 0 0,1 2 0 15,-3-1 0-15,2-1 0 0,0 2 0 0,1-1 0 16,6 1 0-16,-6-2 0 16,8 1 0-16,-6 1 0 0,4 0 0 0,-2-2 0 0,1 2 0 15,-2 1 0-15,3-1 0 16,2 0 0-16,-4 0 0 0,3 0 0 0,0 2 0 16,0 0 0-16,-5 0 0 0,4-2 0 15,-2 1 0-15,2 1 0 0,2 2 0 16,1-1 0-16,-3-3 0 0,3 1 0 0,-3 0 0 15,5 2 0-15,-3-2 0 0,3 0 0 16,-1-1 0-16,1-1 0 0,2 2 0 0,-1 0 0 16,1-1 0-16,-2 0 0 0,0-1 0 15,2 1 0-15,-2 3 0 0,4-4 0 16,-3 4 0-16,-2-4 0 0,3 3 0 0,1-1 0 16,0 1 0-16,-3 0 0 15,3 0 0-15,-1-3 0 0,1 4 0 0,-1-2 0 16,-1 0 0-16,3 0 0 0,-1 1 0 15,5-3 0-15,-8 2 0 0,6 1 0 0,-2-1 0 16,-1 0 0-16,0 0 0 0,0 2 0 16,3-1 0-16,-3 1 0 0,-2 1 0 0,5-1 0 15,-3-1 0-15,1 4 0 0,0-1 0 16,-2 0 0-16,2 1 0 0,1-1 0 16,-2 1 0-16,1 1 0 0,1 0 0 15,2-3 0-15,1 4 0 0,-3-4 0 0,2 6 0 16,0-1 0-16,-2 3 0 0,4-4 0 15,-1 3 0-15,-1-1 0 0,0-1 0 16,3 4 0-16,-1-2 0 0,-5 1 0 0,5-2 0 16,0 2 0-16,1 1 0 0,-1-1 0 15,-2 1 0-15,2-1 0 0,0-3 0 16,2 3 0-16,0 3 0 0,0-3 0 0,0 0 0 16,0-1 0-16,0-1 0 0,0 2 0 15,0 0 0-15,0-2 0 0,0 4 0 0,2-7 0 16,-2 5 0-16,2 0 0 15,0 1 0-15,2-1 0 0,-3 2 0 0,3 1 0 0,0-1 0 16,2 1 0-16,2 1 0 0,-1 2 0 16,9 4 0-16,-5-1 0 0,5-2 0 15,-2 0 0-15,6 1 0 0,-4 0 0 16,4-2 0-16,-4-1 0 0,4 1 0 16,-3 0 0-16,2-3 0 0,0 2 0 0,1-1 0 15,-6-6 0-15,2 1 0 0,-3-1 0 16,2 1 0-16,-1-3 0 0,1 1 0 0,0 1 0 15,0-4 0-15,1-1 0 0,-2 0 0 16,4 1 0-16,3-3 0 0,-2 0 0 0,2 1 0 16,2-4 0-16,2 2 0 0,-1-1 0 15,3-4 0-15,-2 4 0 0,0-2 0 16,0-2 0-16,0-1 0 0,-3-1 0 16,-1 0 0-16,4-3 0 0,2 1 0 0,-3 0 0 15,1-2 0-15,-2 2 0 0,0-6 0 16,-3 4 0-16,5-4 0 0,6-1 0 0,-6-3 0 15,1-1 0-15,-1-1 0 0,2-1 0 16,-5 1 0-16,3 0 0 0,-2-1 0 16,1 3 0-16,-10 0 0 0,4 0 0 0,-3 0 0 15,0 0 0-15,-4 0 0 0,3-2 0 16,-1 1 0-16,1-2 0 0,-1 1 0 0,-4-2 0 16,3-1 0-16,-1 0 0 0,0-1 0 15,0-1 0-15,0-8 0 0,3 2 0 16,-5 0 0-16,2 0 0 0,-1 5 0 15,-3 2 0-15,1 0 0 0,-3 2 0 0,1 1 0 16,-1 1 0-16,0 0 0 0,-1 2 0 16,-1-1 0-16,1 1 0 0,0-3 0 0,0 1 0 15,-3-3 0-15,6-1 0 0,-3-5 0 16,-1 1 0-16,1-2 0 0,0-1 0 0,-3 1 0 16,3 2 0-16,0 1 0 0,1-1 0 15,-4 6 0-15,1-1 0 0,-2 5 0 0,4-1 0 16,-4 1 0-16,0 0 0 0,0 1 0 15,2 1 0-15,-4-3 0 0,2 5 0 0,-4-4 0 16,4 0 0-16,-2-2 0 0,-1 0 0 16,-2-1 0-16,1 1 0 0,1 0 0 15,-3 1 0-15,2 3 0 0,1-2 0 16,-3 2 0-16,2-1 0 0,2 5 0 0,-4-4 0 16,2 3 0-16,3-1 0 0,-5 2 0 15,4 0 0-15,0 0 0 0,1 1 0 0,-4-3 0 16,5 8 0-16,-6-10 0 0,3 4 0 15,1 0 0-15,-2 1 0 0,4 5 0 0,-4-12 0 16,1 6 0-16,1 1 0 16,2 5 0-16,-7-8 0 0,7 8 0 0,-3-8 0 0,3 8 0 15,-6-9 0-15,4 4 0 16,0-1 0-16,-1 1 0 0,-5-3 0 0,5 1 0 16,-6-5 0-16,0 2 0 0,-2-6 0 15,-3 3 0-15,1-3 0 0,-1 1 0 0,0 0 0 16,0-1 0-16,1 3 0 0,-5 1 0 15,2-2 0-15,-6 7 0 0,-3 2 0 0,0 2 0 16,-14 3 0-16,-3 3 0 0,-2 4 0 16,2 0 0-16,3 5-605 0,0-4-430 15,6 1 100-15,7-1-975 0,9-1-1332 0</inkml:trace>
  <inkml:trace contextRef="#ctx0" brushRef="#br0" timeOffset="73751.78">8236 2217 4795 0,'1'-5'-257'0,"-1"5"71"0,7-7 58 16,-7 7 53-16,0 0 37 0,0 0 40 0,2-7 37 15,-2 7 18-15,0 0 14 0,0 0 9 16,0 0 1-16,0 0 2 0,0 0 5 0,0 0-7 16,0 0 8-16,3-7 6 15,-3 7-5-15,0 0 2 0,0 0 7 0,0 0 8 16,0 0 1-16,0 0 3 0,0 0-1 15,0 0-6-15,0 0-7 0,0 0-11 16,0 0-17-16,0 0-6 0,-40 21-9 0,16-3-5 16,-1 5-3-16,-9 12 3 0,1 0-1 15,-2 5 3-15,3 3-3 0,1-1 6 0,1 3 1 16,8-6-9-16,4-4-12 0,7-2-2 16,3-3-3-16,2-6 0 0,6-5 3 15,2-3-2-15,5 1-1 0,-2-4 22 0,4-1 14 16,4-2 6-16,1-1-2 0,-1-2 1 15,5-4-6-15,-4-1-3 0,2-4-6 16,5-1-6-16,-4-2 2 0,2-2-7 16,0-3 4-16,-2-1 11 0,-6 1 10 0,0 0-7 15,-4-2 6-15,0 0-8 0,-5 0-1 16,0 0-8-16,0 2-4 0,-2-1-4 16,0 1-6-16,-2 2-10 0,2 8-7 0,-4-12 2 15,-1 7-11-15,5 5-4 0,-11-4-16 16,11 4-29-16,0 0-34 0,-31 9-42 0,17-5-42 15,3 4-53-15,-3-4-63 0,5 2-66 16,0-2-73-16,-1 2-81 0,4-1-117 16,-1-3-201-16,7-2 64 0,0 0-544 0,0 0-748 15</inkml:trace>
  <inkml:trace contextRef="#ctx0" brushRef="#br0" timeOffset="74100.23">8345 2356 3265 0,'0'0'-93'0,"-23"4"52"0,13-1 37 15,-2 0 26-15,1 6 27 0,0 1 27 16,1 2 27-16,1 3 22 0,3-1 21 0,2 3-8 16,1 0-8-16,5 0 0 0,3 2 6 15,4 0-1-15,3-2 1 0,11 0 1 16,2-1-5-16,-1-8-12 0,0-3-10 15,-4-5-12-15,8-2-6 0,-1-1-9 0,7-7-7 16,-3 0-4-16,-1-4 18 0,-5-1 14 16,-3 1 35-16,-9 2-6 0,-3-4 9 15,-3 3-3-15,-3-3-5 0,-4 1-15 0,-2-4-11 16,-4-1-9-16,-6-10-12 0,1 3-15 16,-6 2-15-16,-2 0-19 0,0 6-39 0,0 5-45 15,0 8-46-15,1 2-49 0,0 2-61 16,-1 4-71-16,-5 4-71 0,2 0-77 15,-1 1-131-15,4 1-208 0,2-4 59 0,2 1-422 16,2 0-591-16</inkml:trace>
  <inkml:trace contextRef="#ctx0" brushRef="#br0" timeOffset="74500.14">8007 1988 3029 0,'-36'14'-66'0,"-12"11"21"15,3 11 30-15,-12 17 43 0,7 7 14 16,7 3 25-16,2 9 24 0,5 2 28 16,16-12-2-16,4 3 3 0,8-1-13 15,10-5 12-15,11 0 6 0,12-10-12 0,9-6-3 16,13-7-5-16,5-9-6 0,13-5-11 15,11-8-8-15,5-7-12 0,0-9 0 16,3-4-11-16,-5-7-5 0,-3-7-3 0,-8-1-2 16,-5-8-7-16,-8-1 4 0,-1-4 22 15,-13-1 29-15,-4-3 29 0,-8 1 22 0,-13 4 16 16,-3-2-22-16,-8-4-1 0,-9 1-12 16,-4-3-12-16,-9-11-16 15,-6 3-14-15,-3 1-11 0,-9 3-22 0,-3 4-39 16,-6 7-35-16,4 7-41 0,-3 6-61 15,2 13-72-15,2 6-68 0,-17 12-93 0,3 7-125 16,2 4-240-16,1 6 18 0,7-1 82 16,0 3-310-16,9-2-411 0</inkml:trace>
  <inkml:trace contextRef="#ctx0" brushRef="#br0" timeOffset="85581.06">8880 10967 2487 0,'-10'1'49'0,"10"-1"16"0,-13 6 0 15,3-5-1-15,10-1 1 0,-13 4 20 0,6-2 28 16,7-2 38-16,-12 1 14 0,12-1 1 16,0 0-5-16,0 0-4 0,-13-3-15 0,13 3-16 15,2-12-14-15,3 0-10 0,9-4-9 16,8-9-8-16,11-9-12 0,7-3-1 16,7-2-11-16,16-9-7 0,7 2-8 15,-2 1-12-15,2 4-19 0,-14 8-21 0,-5 6-13 16,0 2-3-16,-1 2-2 0,-16 5-1 15,-2 5-1-15,-3 1 7 0,-8 3 3 16,-6 2 1-16,1 1 6 0,-7 2 24 0,1-1 15 16,0 2 19-16,-5-1 11 0,2 2 12 15,-3-3 7-15,-4 5 7 0,10-3-3 0,-10 3-5 16,8-2-8-16,-8 2-7 0,0 0-4 16,7-3-7-16,-7 3-16 0,0 0-38 0,0 0-49 15,0 0-74-15,0 0-105 0,0 0-106 16,0 0-147-16,0 0-171 0,0 0 57 0,0 0-417 15,-7 20-489-15</inkml:trace>
  <inkml:trace contextRef="#ctx0" brushRef="#br0" timeOffset="88363.93">9139 12576 2664 0,'7'-2'-40'0,"-7"2"19"0,0 0 7 16,13-4 10-16,-13 4 16 0,0 0 24 0,5-2 24 15,-5 2 19-15,0 0 10 0,0 0 5 16,7-4 3-16,-7 4-6 0,0 0-2 15,0 0-4-15,0 0 4 0,0 0-8 16,0 0-2-16,0 0-7 0,0 0-7 0,0 0-5 16,0 0 3-16,0 0 10 0,0 0-4 15,-9 20 2-15,6-11 4 0,-6 9 11 0,-4 8 11 16,0 6 15-16,-12 11 3 0,-1 7 2 16,-14 17-6-16,-3 5 6 0,-4 3 1 0,-3 1-6 15,2 0-7-15,3 1 0 0,-1-2-1 16,2-3-3-16,10-16-8 0,4-2-7 15,1-5-4-15,4-1-6 0,2-3-5 0,3-3-2 16,2-11 0-16,3-2-2 0,2-2-7 16,3-5-7-16,0-6 1 0,5-3-10 15,-3-1-1-15,5-3-4 0,-1-1-1 16,0 1-7-16,1-4-3 0,3-5-3 0,-7 12 1 0,5-7 1 16,2-5-3-16,-5 7-4 15,5-7-3-15,-4 8-3 0,4-8-3 0,-4 7-16 16,4-7-29-16,-2 5-50 0,2-5-69 15,0 0-108-15,-3 7-129 0,3-7-179 0,-4 4-194 16,4-4 71-16,0 0 85 0,-8 10-455 16,4-5-535-16</inkml:trace>
  <inkml:trace contextRef="#ctx0" brushRef="#br0" timeOffset="89346.9">8135 14233 2719 0,'0'0'-84'0,"0"0"20"16,4-4 17-16,-4 4 18 0,0 0 16 16,0 0 17-16,1-8 15 0,-1 8 9 15,0 0 4-15,0 0 9 0,0 0 9 16,2-5 15-16,-2 5 11 0,0 0 15 15,0 0 23-15,0 0 23 0,0 0 7 0,0 0 13 16,0 0 0-16,0 0 7 0,0 0-3 16,-5-10-11-16,5 10-7 0,0 0-8 0,-13 0-10 15,13 0-10-15,0 0-6 0,-20 6-9 16,11-2-3-16,-1 3-3 0,-1-1-3 0,-2 4 0 16,-1-3-2-16,3 5-5 0,-5 0-2 15,3 2-3-15,-8 9 1 0,2 0 3 16,-2 6 9-16,2 5 2 0,-4 5 2 0,1 4-2 15,2 1-1-15,1 1-7 0,2 0-7 16,3 1-4-16,3-8-6 0,2 3-11 0,4-5-7 16,0 3-16-16,1-5-11 15,6-7 6-15,0-2-8 0,4-2 4 0,2-1-4 16,-1-4 1-16,2 0 1 0,4-3-1 16,-2-5 0-16,1 0-2 0,-1-6 4 0,2 0 5 15,0-4-9-15,-13 0-2 0,31-8-6 16,-13 0 6-16,2-2-5 0,-3-1 1 15,-2-2 1-15,1-2 3 0,-3 1-1 0,-2-2-1 16,-1 3 20-16,-3 1 8 0,-1-3 3 16,-2 3-1-16,-3 2 1 0,-1 2 0 0,0-1-4 15,-1 1-9-15,-3 0-10 16,-2 0-7-16,1 3-4 0,5 5-5 0,-16-7-12 16,7 6-18-16,9 1-24 0,-23-2-24 15,23 2-26-15,-25 6-31 0,14-2-42 0,2 1-52 16,-5 0-51-16,4 1-68 0,-1-1-73 15,-1-1-99-15,5-2-171 0,0 2-27 0,1 0 74 16,6-4-442-16,0 0-549 0</inkml:trace>
  <inkml:trace contextRef="#ctx0" brushRef="#br0" timeOffset="89963.72">8479 14219 2737 0,'0'0'-70'0,"-7"-5"27"0,7 5 21 0,-4-2 25 0,4 2 35 0,-9-6 30 15,9 6 22-15,-6-4 10 16,6 4-4-16,0 0-2 0,0 0 3 0,-15-2-5 16,15 2 5-16,0 0-3 0,-18 4 1 15,11 0 10-15,0 2 10 0,-4 3 7 0,-5 3 4 16,3 3 4-16,-7 7 6 0,3 6 5 15,0 1-5-15,-6 9-3 0,2 3 3 16,6-7-6-16,1 3-1 0,3-2-10 0,2 1 0 16,3-3-8-16,5-3-10 0,-2-9-7 15,6-2-3-15,-2 0-10 0,5 0-5 16,3-2-7-16,2 0-1 0,3-3-3 16,6-2-8-16,-6 0-4 0,6-5-11 0,-2 0 0 15,2-4-5-15,-1 0-3 0,-1-3-1 16,4-4-8-16,1-4-6 0,7-2 0 0,-1-3 1 15,-3-6-4-15,1 1 1 0,-2-7 8 16,-4 1-8-16,-1-5 2 0,-2-3-2 16,-3 1 11-16,-4-4 23 0,-1 2-14 0,-7-3 14 15,-3 6 0-15,-3-6 22 0,-3 3-30 16,-3 2-7-16,3 8 0 0,-6 5-10 0,-1 2-4 16,-2 3-11-16,-4 5-31 0,4 2-34 15,-5 6-48-15,0 3-63 0,-11 8-85 16,-1 2-95-16,2 7-126 0,-3-3-161 15,5 5-120-15,-3-1 66 0,6 2-531 0,2-2-681 16</inkml:trace>
  <inkml:trace contextRef="#ctx0" brushRef="#br0" timeOffset="91496.89">8685 13784 3254 0,'0'0'-45'0,"2"-5"44"16,-2 5 28-16,0 0 39 0,0 0 35 0,4-10 36 15,-4 10 15-15,0 0 11 0,-2-7 1 16,2 7 2-16,0 0 0 0,0 0-7 0,-4-11-2 16,4 11 2-16,0 0-4 0,-9-6-13 15,9 6-7-15,-7-6-15 0,7 6-7 16,-12-3-12-16,12 3-11 0,-13-2-9 0,13 2-2 16,-18 0-3-16,18 0 1 0,-23 0 6 15,10 2-7-15,0-2-4 0,-6 3-5 0,1-1 5 16,-4 3-1-16,-3 0-2 15,0 1 4-15,-9 2-3 0,0 1-9 0,2-1 6 16,-2 3 0-16,0-1-3 0,2-2 14 16,1 3-7-16,6-4 0 0,1 0 4 0,3 1-4 15,0-3-4-15,1 2 2 16,-2 0-9-16,-1 1-7 0,3-1-5 0,-7 5-1 0,4 0 0 16,-6 0-10-16,3 3-6 0,3 2 3 15,-4-3-7-15,6-2-1 0,-3 5-6 16,2-5 4-16,-3 3-5 0,7-1-1 0,0-2 0 15,5-3 4-15,-4 4-1 0,0-1-3 16,3-2 1-16,0 2 0 0,-2-2-5 16,1 0 3-16,3 1-3 0,1-1 0 15,-2 2 0-15,-3 0 0 0,3 0 3 0,1 1-4 16,-1 1 4-16,0 0-3 0,0 1-3 16,2 0 4-16,-5 1-14 0,5 1-1 0,-3-3 0 15,5 2 0-15,-1 1 0 0,-2-1 0 16,3 1 0-16,0-2 0 0,2-1 0 0,0 1 0 15,2-1 0-15,-3 1 0 0,4-1 0 16,-4 1 0-16,4 1 0 0,-1-1 0 0,-1 2 0 16,1-1 0-16,0 0 0 0,1 1 0 15,1 1 0-15,1-1 0 0,0 1 0 16,0 0 0-16,2 0 0 0,0 0 0 16,0 1 0-16,2-2 0 0,0 2 0 0,0 0 0 15,3 1 0-15,0 1 0 0,1-1 0 16,-1 3 0-16,2-3 0 0,4 9 0 15,-2 0 0-15,-2-4 0 0,2-6 0 0,0 1 0 16,0 1 0-16,0-2 0 0,5 5 0 16,-3-3 0-16,5 2 0 0,-3-2 0 0,6 1 0 15,-6-5 0-15,-2-1 0 16,9 5 0-16,-1-1 0 0,-4-5 0 0,2-1 0 0,-2 0 0 16,8 3 0-16,-5-4 0 0,0 0 0 15,5 5 0-15,-1-7 0 0,-4-1 0 16,3 0 0-16,3-3 0 0,-1 1 0 0,1-2 0 15,1-1 0-15,1-2 0 0,3 1 0 16,0-4 0-16,-1 2 0 0,-1-2 0 16,4 0 0-16,-5 0 0 0,0-2 0 0,3 1 0 15,-1-2 0-15,9-1 0 0,-1-4 0 16,-1-2 0-16,-1 3 0 0,-2-6 0 0,0 1 0 16,-1-4 0-16,-1 1 0 0,1-2 0 15,-1-1 0-15,1 2 0 0,-1-3 0 16,-3 0 0-16,0 0 0 0,0 2 0 0,0-3 0 15,-2 0 0-15,-3 2 0 0,-1-2 0 16,2 2 0-16,-5-3 0 0,2 2 0 0,-2 2 0 16,-2-5 0-16,4-2 0 0,-4 0 0 15,0 0 0-15,-1-3 0 0,-2 4 0 16,2-1 0-16,-3 3 0 0,-1 2 0 16,-1 4 0-16,-2-3 0 0,-1 4 0 0,-1-2 0 15,1 3 0-15,-1 0 0 0,0 1 0 16,-2-3 0-16,1 3 0 0,-1 2 0 0,0-6 0 15,0 3 0-15,-1-2 0 0,2 1 0 16,-3-3 0-16,1 1 0 0,1-1 0 0,0-1 0 16,-1 1 0-16,-3 2 0 0,2-2 0 15,0 4 0-15,-2-2 0 0,0 2 0 16,0-1 0-16,0 2 0 0,0 0 0 16,-2 1 0-16,2 0 0 0,-2-1 0 0,1 0 0 15,-3 0 0-15,2-3 0 0,0 2 0 16,0-3 0-16,-1 2 0 0,-2-3 0 0,3 0 0 15,-1 2 0-15,-1 1 0 0,0-3 0 16,0 2 0-16,-1 0 0 0,-1-1 0 0,0-4 0 16,0 0 0-16,-3 2 0 0,4-1 0 15,-6-2 0-15,4 3 0 0,-2-3 0 0,1 2 0 16,-4-6 0-16,1 3 0 0,-4-3 0 16,4 6 0-16,-1 2 0 0,0 3 0 0,0-3 0 15,-12-1 0-15,3 4 0 0,1 5 0 16,-11-3 0-16,-4 5 0 0,3 6 0 15,-12 1 0-15,-2 5 0 0,-15 6 0 16,2 7 0-16,-2-1 0 0,7 4 0 0,0 2 0 16,6 1 0-16,7 1-580 0,-1-2-426 15,11-6-1240-15,3 3-1649 0</inkml:trace>
  <inkml:trace contextRef="#ctx0" brushRef="#br0" timeOffset="95462.99">21461 1922 637 0,'0'0'254'15,"0"0"-36"-15,15 2-25 0,-15-2-11 16,0 0-10-16,0 0-3 0,0 0-7 16,0 0-2-16,0 0 9 0,0 0 13 0,0 0 8 15,0 0 0-15,0 0 4 16,0 0-4-16,0 0-7 0,0 0-7 0,0 0-6 15,0 0-17-15,0 0-10 0,0 0-14 16,0 0-12-16,0 0-7 0,0 0-13 16,0 0-9-16,0 0 3 0,0 0 7 0,0 0 5 0,0 0 4 15,0 0 9-15,0 0-1 16,0 0 2-16,0 0 11 0,0 0 6 0,0 0-6 16,0 0 6-16,-38 10-7 0,22-9-5 15,-6 1-11-15,3 0-16 0,1 0 0 16,-2-1-18-16,4 1-4 0,0 0-6 0,3-2-9 15,-1 1-1-15,14-1-9 16,-18 2 2-16,18-2-5 0,-20 0-1 0,20 0-5 0,0 0 12 16,-16 0 12-16,16 0 3 15,0 0 5-15,-13-2-5 0,13 2-1 0,0 0-2 16,0 0-8-16,-12-1 7 0,12 1-6 16,0 0-11-16,0 0 2 0,0 0-9 15,-12-2-3-15,12 2-3 0,0 0-5 0,0 0 1 16,0 0-11-16,0 0 2 0,0 0-6 15,0 0-3-15,0 0 6 0,0 0-3 0,0 0-3 16,-15-2 0-16,15 2 3 0,0 0-7 16,0 0 0-16,0 0 0 0,0 0 3 15,0 0-5-15,0 0 1 0,0 0 3 0,0 0 1 16,0 0-2-16,0 0-5 0,0 0 6 16,0 0-1-16,0 0-2 0,0 0-2 0,0 0 1 15,0 0-4-15,-9-5 2 16,9 5 0-16,0 0-4 0,0 0 2 0,0 0-4 15,0 0-1-15,0 0 6 0,0 0-4 16,0 0-7-16,0 0 5 0,0 0-5 16,0 0 1-16,0 0-1 0,0 0 1 0,-3 18 4 15,3-12-9-15,-2 3 6 0,0 3-1 16,0 0 1-16,0 1 1 0,-1 5 2 0,1-1 1 16,-2 1 5-16,0-1-2 0,3 0-1 15,-2-5 0-15,-1 1 1 0,2-1-2 16,0 0 4-16,2-2-1 0,-1-1 12 0,1-2 12 15,-2 1 6-15,2-8 10 0,0 11 3 16,0-11 6-16,0 7-14 0,0-7-35 0,0 8 0 16,0-8 0-16,0 0 0 15,0 0 0-15,0 10 0 0,0-10 0 0,0 0 0 16,0 0 0-16,0 9 0 0,0-9 0 0,0 0 0 16,0 0 0-16,0 0 0 0,0 0 0 15,3 8 0-15,-3-8 0 0,0 0 0 16,11 5 0-16,-6-1 0 0,3-1 0 15,1 2 0-15,-1 1 0 0,3 0 0 0,-2 0 0 16,2 0 0-16,-2-1 0 0,-4 4 0 16,5 0 0-16,-4-1 0 0,0 1 0 15,-3 1 0-15,3 0 0 0,-2-1 0 16,-3 2 0-16,1-2 0 0,-2 0 0 0,0 2 0 0,-2-2 0 16,-1 3 0-16,-5 1 0 15,1-1 0-15,-3 0 0 0,-3 2 0 0,-5 0 0 16,2-4 0-16,-6 2 0 0,-4 1 0 15,2-6 0-15,4 0 0 0,1 2 0 16,1-6 0-16,5 0 0 0,2-1 0 0,-1 0 0 16,3 0 0-16,9-2 0 0,-19 3 0 15,19-3 0-15,-13-1 0 0,13 1 0 0,0 0 0 16,-18-4 0-16,12 0 0 16,6 4 0-16,-11-4 0 0,6-2 0 0,0 1 0 0,5 5 0 15,-3-10 0-15,3 6-99 16,0 4-686-16,-2-13-216 0,4 6 87 0,-1 0 114 15,1 0-762-15,7 0-1004 0</inkml:trace>
  <inkml:trace contextRef="#ctx0" brushRef="#br0" timeOffset="96046.15">21341 1955 3832 0,'0'0'-214'0,"0"0"66"0,0 0 58 16,-17 0 47-16,17 0 36 0,0 0 34 0,0 0 28 15,-15 0 25-15,15 0 14 0,0 0 10 16,0 0 8-16,0 0 9 0,0 0 1 15,-16 0 1-15,16 0 6 0,0 0-5 0,0 0-4 16,0 0-4-16,0 0-11 0,0 0-9 16,0 0-11-16,0 0-7 0,0 0-8 0,0 0 1 15,0 0-8-15,0 0-2 0,46 8-2 16,-24-7-7-16,-2-1-6 0,1 2-4 16,1 0-4-16,-8-2 1 0,4 0-4 0,-5 0 1 15,1 2 12-15,-14-2 20 16,16 1 24-16,-16-1 26 0,14 0 25 0,-14 0-10 15,0 0-25-15,0 0-2 0,0 0-14 16,0 0-16-16,0 0-14 0,0 0 4 0,0 0-17 16,0 0-2-16,-41-7-8 0,41 7-51 15,-22 0-55-15,10-1-72 0,12 1-84 16,-23 1-108-16,14-1-123 0,-2 0-169 0,-5 0-153 16,3 2 59-16,-1-2-486 0,14 0-668 15</inkml:trace>
  <inkml:trace contextRef="#ctx0" brushRef="#br0" timeOffset="97095.8">21843 1765 3105 0,'0'0'-114'0,"0"0"34"15,-8-11 28-15,0 5 22 0,3 2 27 0,-5-4 21 16,2 3 20-16,-1-1 6 0,0 0 2 15,-3-2-6-15,-1 2-4 0,-5-4 3 16,3 3-2-16,0 3 10 0,-6-4 2 16,-2 0 11-16,-7-1 7 0,-4 1 7 15,-1 1 1-15,-2 0 7 0,0 2 8 0,-3 1 2 16,-1 3 7-16,1-1-1 0,6 2-2 16,-5 2-2-16,-2 3-5 0,-1 0-10 15,4 4-8-15,2 3-4 0,-1 1-10 0,1 1-4 16,4 2-3-16,3 2-2 0,1-1 0 15,-1 5-4-15,4 0-2 0,-1 0-3 0,1 2-2 16,4 2-3-16,2-1 1 0,0 3-3 16,2-3-2-16,-2 6-1 0,4-2-2 15,2 4 0-15,-3 0-2 0,3 0 0 16,-1 1 2-16,3 2-2 0,0 0 5 16,1-1 6-16,1 0 4 0,-1 0-1 0,2-1-2 15,2 1 1-15,1 2-6 0,1-8 0 16,4-2-5-16,0 0 1 0,2 10-1 0,4-2-2 15,3 0 2-15,3-2-3 0,1-2 7 16,8 10 1-16,10-7-16 0,3 0 1 16,5-2 3-16,13-1-1 0,2-1-2 0,1-4 2 15,4-1-3-15,4-3-1 16,-2-1 1-16,4-4-5 0,-4-5 2 0,0-2-2 0,0-3 1 16,-11-3-4-16,0-3 0 0,2-1-4 15,0-3 0-15,-3 0-2 0,12-4 0 16,-2-4-4-16,-4-2 1 0,3-5 4 15,-5-4-3-15,0-2 1 0,-3-7 4 0,0-5 17 16,-3-5 20-16,-7-4 17 0,-2-6 9 16,4-17 0-16,-10-7 2 0,-9 12-5 15,-5-3-10-15,-11 2-2 0,-5 3 5 0,-11 3-2 16,-11 7-13-16,-6 3-7 0,-18 10-2 16,-6 5-9-16,-12 4-30 0,-9 8-39 0,-2 5-59 15,-6 4-78-15,-5 5-89 0,3 3-96 16,4 4-128-16,-2 0-242 0,7 2-1 15,3 0 74-15,18 0-386 0,1-2-521 16</inkml:trace>
  <inkml:trace contextRef="#ctx0" brushRef="#br0" timeOffset="98412.54">7862 2576 3041 0,'-19'8'289'0,"6"-2"-24"0,4-2-16 16,0 0 1-16,9-4-5 0,0 0-37 16,0 0-54-16,0 0-34 0,0 0-26 0,43-42-9 15,2 13-10-15,13-3-8 0,22-10-7 16,4-5-7-16,-1 1-17 0,-3-3-28 0,-4 3-18 15,-6 3-21-15,-20 12-1 0,-3 2-1 16,-15 8 2-16,-3 6 1 16,-13 3-13-16,-2 7-11 0,-7 2 10 0,-7 3 7 15,0 0 11-15,-25 39-2 0,-9 2 1 16,-9 3 3-16,-24 16 8 0,-6 4 3 0,-4-6 4 16,-4 0-3-16,7-1 11 0,1-8 5 15,3-2 5-15,19-14 14 0,3-4 8 16,18-10 13-16,3-2 14 0,10-5 10 0,4-4 7 15,4-2 9-15,9-6 2 0,0 0-3 16,0 0-6-16,61-33 1 0,-11 8-11 0,27-13-7 16,0-2-10-16,8 0-9 0,-5-1-5 15,-2 4-5-15,-21 8-7 0,-5 3-2 16,-9 6-4-16,-13 3 0 0,-8 5-4 16,-8 6 4-16,-2-1-3 0,-8 4-5 15,-4 3 1-15,0 0 0 0,0 0-5 0,-44 12 3 16,6 2 1-16,-11 5-2 0,-5 1-1 15,-1 1 2-15,1-3-2 0,18-6-5 0,4 0 1 16,9-3-4-16,6-4-29 0,3 0-44 16,5-1-46-16,6-1-56 0,3-3-70 15,0 0-104-15,0 0-147 0,0 0-231 0,43-15 60 16,-18 8 76-16,-2 0-273 16,7-3-349-16</inkml:trace>
  <inkml:trace contextRef="#ctx0" brushRef="#br0" timeOffset="99029.43">9179 2486 2269 0,'0'0'47'16,"0"0"59"-16,3-10 34 0,-3 10 32 0,0 0 7 0,0 0 6 0,-9-12 2 16,9 12-16-16,-7-4-15 0,7 4-11 15,-13-1-17-15,13 1-11 0,-23 5-15 16,9 1-6-16,-3 3 8 0,-2 3-11 0,-6 5-12 16,0 1-8-16,5 3-4 0,0-1-10 15,6-3-4-15,3-3-5 0,2-3-5 16,6 1 0-16,1-2 5 0,2 1 7 0,3-1 5 15,5-2 0-15,4 4-2 0,4-3-4 16,2-1-8-16,0 2-3 0,2-3-3 0,1 5-7 16,-2-4 4-16,-2 1 2 0,4-1 3 15,-10-1 8-15,4 2 18 0,-3-2 17 16,-3 1 3-16,-1 0 16 0,0-1 16 0,-4 0 5 16,0 0 11-16,-3 0 15 15,-1-7-7-15,-5 17-7 0,-4-10-9 0,2 3-18 16,-4 1-3-16,-3-3-12 0,-2 0-10 15,-2 1-11-15,0-1-11 0,0-2-12 0,3 0-42 16,-1-4-65-16,2 1-71 0,0-2-96 16,1-2-105-16,13 1-122 0,-16-7-143 15,13 1-248-15,-1-1 64 0,8-2 92 0,1-2-481 16,5-5-631-16</inkml:trace>
  <inkml:trace contextRef="#ctx0" brushRef="#br0" timeOffset="99362.4">9374 2565 3148 0,'0'0'-12'0,"0"0"47"0,0 0 34 0,0 0 17 15,-6-9 11-15,6 9 28 0,0 0 24 16,0 0 9-16,0 0 10 0,0 0-7 16,-15 22-3-16,13-15-6 0,0 4-9 0,0-2-10 15,4 3-12-15,2 0-5 0,-1-2-5 16,7-1-9-16,1 3-6 0,2-6-11 0,3 1-11 15,4-5-3-15,0 0-4 0,-1-2-5 16,4-2-9-16,-2 2 2 0,0-3-10 16,-2-3 21-16,2 0 22 0,-7 0 26 15,-2-2 7-15,-1 1 24 0,-2-3 13 16,-4-2-16-16,-1 0-15 0,-2-1-11 0,-4-3-10 16,-2-1-12-16,-3-1-16 0,-3-1-12 15,-3 2-16-15,-7-4-42 0,0 9-51 0,1 4-45 16,-3 4-56-16,2 4-66 0,-7 6-80 15,-9 2-82-15,1 4-87 0,3 0-108 16,1 0-207-16,9-2 44 0,7 0 84 0,3-2-369 16,4-4-490-16</inkml:trace>
  <inkml:trace contextRef="#ctx0" brushRef="#br0" timeOffset="99751.15">9248 2123 2751 0,'-27'8'-16'0,"-3"6"36"0,-8 10 39 0,-5 10 27 16,2 5 27-16,-13 21 38 0,3 6 16 16,3 4 4-16,6 4-3 0,8-1-6 0,14-12-9 15,7 2-15-15,13-3-12 0,13 1-26 16,9-7 0-16,8-3-9 0,13-9-11 15,7-5-4-15,4-9-6 0,7-8-7 16,2-4-4-16,1-12-7 0,6-5-4 16,-4-8-7-16,4-4-3 0,-3-6-2 0,2-5-2 15,11-9 3-15,-17 4 4 0,10-12 8 16,-9-3 3-16,-17 5 16 0,-4-5 22 0,-7-4 12 16,-6-3 9-16,-5-5 2 0,-6-2-3 15,-11-3-8-15,-8-3-14 0,-10-1-9 16,-17-13-19-16,-13 8-17 0,-10 12-23 0,0 19-40 15,-11 7-63-15,-14 15-80 0,-28 5-83 16,-9 15-113-16,-7 14-164 0,-4 9-235 0,-3 6 59 16,6 6 92-16,7 4-360 0,5-1-446 15</inkml:trace>
  <inkml:trace contextRef="#ctx0" brushRef="#br0" timeOffset="114126.58">7845 9207 2640 0,'0'0'2'15,"-8"-4"46"-15,8 4 25 0,-9-2 17 16,9 2 8-16,0 0 11 0,-3-7 2 0,3 7 4 16,0 0 3-16,0-8 21 0,0 8 3 15,-4-6 9-15,4 6 13 0,0 0 18 16,0 0 9-16,-2-8 5 0,2 8 10 15,0 0-9-15,0 0 1 0,0 0-6 16,0 0-9-16,-7-5-18 0,7 5-19 0,0 0-15 16,0 0-9-16,0 0-9 0,0 0-13 15,-7-6-16-15,7 6-10 0,0 0 1 0,0 0-13 16,0 0-1-16,0 0-1 0,0 0-2 16,0 0 4-16,0 0-4 0,0 0-1 0,0 0 7 15,0 0 16-15,0 0 12 0,0 0-4 16,0 0-4-16,0 0-11 0,0 0-2 0,0 0-6 15,0 0-3-15,0 0-7 0,0 0-4 16,0 0 3-16,14 19-12 0,-14-19-5 0,0 0-1 16,7 10-10-16,-5-6 4 15,4 3-10-15,-6-7 7 0,9 10-9 0,-3-2 4 16,2 1-10-16,1 0 4 0,-2 1-2 16,5 0 0-16,-2 2-5 0,-1-2 2 0,3 4 1 15,-1 0-5-15,1 1 6 0,-1 2-3 16,0-3-7-16,1 1-3 0,-1 2 0 0,0-1 0 15,1 1 0-15,-1-1 0 0,3-1 0 16,-3 1 0-16,2-1 0 0,-1-1 0 0,-1 0 0 16,3-1 0-16,-3 1 0 0,0 0 0 15,2-1 0-15,-2 3 0 0,-2-2 0 16,3 1 0-16,-1 0 0 0,-2 2 0 0,3 0 0 16,-4-5 0-16,1 5 0 0,1-1 0 15,-3-3 0-15,3 1 0 0,-5-2 0 16,3 1 0-16,0-3 0 0,-3-1 0 0,-1-1 0 15,3-2 0-15,-4-2 0 0,-3-4 0 16,8 11 0-16,-5-6 0 0,-3-5 0 16,6 9 0-16,-6-9 0 0,5 4 0 0,-5-4 0 15,5 6 0-15,-5-6 0 0,6 5 0 16,-6-5 0-16,0 0 0 0,3 7 0 0,-3-7 0 16,0 0 0-16,0 0 0 15,6 5 0-15,-6-5 0 0,0 0 0 0,0 0 0 0,0 0 0 16,4 5 0-16,-4-5 0 0,0 0 0 15,0 0 0-15,0 0 0 0,0 0 0 0,0 0 0 16,0 0 0-16,0 0-308 16,-8 10-443-16,8-10-163 0,-9 7 58 0,2-2 88 15,2 1-794-15,-1 0-1006 0</inkml:trace>
  <inkml:trace contextRef="#ctx0" brushRef="#br0" timeOffset="115358.61">8445 9842 4178 0,'0'0'-66'0,"0"0"54"0,0 0 43 0,0 0 34 0,2-7 30 16,-2 7 20-16,0 0 20 15,0 0 12-15,0 0 2 0,0 0-2 0,0 0 3 16,0 0-1-16,0 0 0 0,0 0 8 16,0 0-2-16,0 0 19 0,0 0 5 0,0 0 10 15,0 0 6-15,0 0 1 0,0 0-2 16,0 0-9-16,-27 15-8 0,18-9-12 0,-2-1-16 16,-1 2-13-16,1 0-16 0,-2 1-11 15,-1-1-14-15,3-4-11 0,-1 2-4 0,3 1-60 16,0 0-20-16,-2-2 0 15,4-1 0-15,7-3 0 0,-15 7 0 0,9-4 0 16,6-3 0-16,-9 4 0 0,9-4 0 16,-10 4 0-16,10-4 0 0,0 0 0 0,-12 4 0 15,12-4 0-15,0 0 0 0,-7 4 0 16,7-4 0-16,0 0 0 0,0 0 0 16,0 0 0-16,0 0 0 0,0 0 0 0,0 0 0 15,0 0 0-15,-15 2 0 0,15-2 0 16,0 0 0-16,0 0 0 0,0 0 0 0,0 0 0 15,0 0 0-15,0 0 0 0,0 0 0 16,0 0 0-16,-8 3 0 0,8-3 0 16,0 0 0-16,0 0 0 0,0 0 0 0,0 0 0 15,0 0 0-15,0 0 0 0,0 0 0 16,0 0 0-16,0 0 0 0,0 0 0 16,0 0 0-16,0 0 0 0,0 0 0 0,0 0 0 15,0 0 0-15,0 0 0 0,0 0 0 16,0 0 0-16,-9 3 0 0,9-3 0 0,0 0 0 15,0 0 0-15,0 0 0 0,0 0 0 16,0 0 0-16,0 0 0 0,0 0 0 0,0 0 0 16,0 0 0-16,0 0 0 0,0 0 0 15,0 0 0-15,0 0 0 0,0 0 0 0,0 0 0 16,0 0 0-16,0 0 0 0,0 0 0 16,0 0 0-16,0 0 0 0,0 0 0 0,0 0 0 15,0 0 0-15,0 0 0 0,0 0 0 16,0 0 0-16,0 0 0 0,0 0 0 15,0 0 0-15,0 0 0 0,0 0 0 16,0 0 0-16,0 0 0 0,0 0 0 0,0 0 0 16,0 0 0-16,0 0 0 0,12 17 0 15,-11-9 0-15,1 1 0 0,2 0 0 0,0 2 0 16,-1-2 0-16,-1-1 0 0,2-2 0 16,0 4 0-16,-3-5 0 0,-1-5 0 15,7 10 0-15,-5-6 0 0,-2-4 0 0,3 10 0 16,-3-10 0-16,6 5 0 0,-6-5 0 15,7 5 0-15,-7-5 0 0,0 0 0 16,11 2 0-16,-11-2 0 0,0 0 0 0,11 3 0 16,-11-3 0-16,0 0 0 0,14 2 0 15,-14-2 0-15,14 5 0 0,-4-4 0 16,-10-1 0-16,17 8 0 0,-8-5 0 0,-1 2 0 16,2 0 0-16,-3 2 0 0,-1 2 0 15,1-1 0-15,-1 1 0 0,-2 1 0 0,-2 0 0 16,0 4 0-16,-4-2 0 0,0 5 0 15,-4-3 0-15,0 4 0 0,-1-1 0 0,0-3 0 16,-4 3 0-16,2-3 0 0,4 0 0 16,-5-3 0-16,0 1 0 0,5-4 0 0,-1-1 0 15,2-3 0-15,-3 0 0 16,1 0 0-16,6-4 0 0,-12 4 0 0,12-4 0 16,-11 0 0-16,11 0 0 0,0 0 0 15,-15 0 0-15,15 0 0 0,0 0 0 0,-13-2 0 16,13 2 0-16,-9-4 0 0,9 4-460 15,0 0-231-15,-7-8-141 0,7 8-21 0,2-5 92 16,-2 5-801-16,9-14-1006 0</inkml:trace>
  <inkml:trace contextRef="#ctx0" brushRef="#br0" timeOffset="115826.81">8539 9868 3949 0,'0'0'-167'0,"0"0"61"16,0 0 46-16,0 0 38 0,-17 13 30 15,15-6 31-15,-2 3 17 0,2 2 16 16,-2 2 15-16,0 3 11 0,1 4 4 0,-1-2 2 16,2 1 0-16,0 1-7 0,0-3 1 15,2 2-11-15,0-1-6 0,2-2-2 0,2 0 0 16,1-3 0-16,1-1 1 0,2-1 2 16,0-3-4-16,-1-4-1 0,2-3-5 0,-9-2-9 15,20-2-3-15,-20 2-5 0,25-10-7 16,-11 0 3-16,0-4 4 0,-1-1 13 0,-1-1 14 15,-3-3 12-15,-1-2 2 0,-3 0 20 16,6-10-15-16,-10 3 12 0,1 5-3 0,-4 4-15 16,2-1-10-16,-5-1-11 0,-2 1-7 15,4 4-14-15,-5 4-33 0,1 1-5 0,-5 2-20 16,5 2-22-16,-5 3-31 16,0 0-35-16,1 4-38 0,11 0-44 0,-23 4-67 15,8 2-72-15,3 1-64 0,0 0-92 16,0 0-124-16,0 1-52 0,1 0 41 0,-3 1-428 15,5-2-506-15</inkml:trace>
  <inkml:trace contextRef="#ctx0" brushRef="#br0" timeOffset="116374.87">8322 9544 2753 0,'-24'6'30'0,"4"0"42"0,3 2 23 0,-14 4 22 0,2 4 30 0,-1 2 28 15,1 3 29-15,-5 8 8 0,2 2 3 16,1 4-13-16,1 8-18 0,1-1-14 16,6 4-13-16,5 7-7 0,2-3-12 15,5 4-5-15,3-1-15 0,7-9-8 16,2 1-17-16,10 6-5 0,1 0-10 0,5 0-10 16,4-5-8-16,8-5-18 0,-1-5-28 15,7-1-36-15,6-9-44 0,3-1-44 0,0-8-55 16,-2-7-44-16,-2-4-23 0,4-6-11 15,-3-6 3-15,7-10 15 0,-2-3 21 0,-2-6 26 16,-2-4 31-16,-4-4 44 0,2-4 44 16,-6-5 50-16,0-3 55 0,-5-3 62 0,-2-6 39 15,-4-3 39-15,-3-1 36 16,-4-2 32-16,-7 2 25 0,3-4 4 0,-12 2-7 16,0 0-22-16,-6 6-12 0,-7 5-20 0,2 13-14 15,-9 5-24-15,-1 5-19 0,-6 8-20 16,-5 6-28-16,-4 5-45 0,-6 2-58 15,-4 8-72-15,1 2-90 0,-9 7-107 0,3 5-136 16,-2 4-166-16,-1 3-207 0,3 1 28 16,-1 5 97-16,1 0-548 0,3-1-651 15</inkml:trace>
  <inkml:trace contextRef="#ctx0" brushRef="#br0" timeOffset="117725.59">9244 2147 507 0,'-2'17'150'0,"-2"0"-23"0,2-2-18 15,0 2-13-15,0-3-14 0,2 0-9 0,0 0 11 16,0-1-1-16,2 1 3 0,0 0 1 15,2-5 0-15,0 3 2 0,4-4 2 16,-1 1 5-16,2-5 1 0,2 0 5 0,0-2 8 16,-11-2 8-16,0 0-1 0,27-10-2 15,-22 5 14-15,2-7 3 0,0 0 4 16,-5-5 2-16,-4-1-8 0,-3 1-11 16,0-2 0-16,-1 5-21 0,-3 0-7 15,-3 6-8-15,-5 3-19 0,-2 8-5 0,-12 11-9 16,-8 13-5-16,-1 12 7 0,1 12-5 15,-2 17-11-15,5 6 6 0,12-13-17 0,7 1 7 16,8-3-6-16,3-6-1 0,8-10 0 16,5-2 8-16,15 1 0 0,3-7-6 15,7-2-7-15,9-10 0 0,9-7-1 0,-4-7 10 16,0-9-10-16,1-2 1 0,16-11-5 16,-6-5 6-16,-5-3 3 0,-4-4 20 0,-7-8 12 15,-5-5 7-15,-1-1 18 16,-10-6 11-16,-8-3 9 0,-6-5-3 0,-7 1-10 15,-6-6-11-15,-5 0 1 0,-5 4 7 16,-5 9-2-16,-2 6-10 0,0 10-11 16,-8 12-10-16,2 13-7 0,-12 10-4 0,-19 17-4 15,-14 20 1-15,2 11-4 0,6 10-6 16,4 4-2-16,11-3-3 0,20-12-2 0,10-3-3 16,11-10 1-16,6-2-2 0,12-4 2 15,7-5-2-15,15-2-4 0,10-5 2 16,10-8-1-16,2-9-5 0,0-5-1 0,10-6 0 15,4-7 0-15,-2-5 1 16,-2-5 1-16,-6-2 0 0,-11-4 3 0,-7-2 20 16,-10-4 15-16,-7 0 18 0,-14 2 6 15,-4-4-17-15,-12-3-6 0,-6-7-3 0,-12-1-3 16,-6-1-7-16,-3 3-13 0,-6 5 1 16,-2 7-13-16,-2 5-19 0,-5 11-44 15,6 11-45-15,-2 8-64 0,-13 11-56 0,6 5-88 16,1 9-86-16,5 6-125 0,8-2-228 15,9 3 42-15,13-6 80 0,4-3-335 0,10-6-435 16</inkml:trace>
  <inkml:trace contextRef="#ctx0" brushRef="#br0" timeOffset="120157.4">23778 1639 2416 0,'11'-7'-58'0,"-11"7"50"0,0 0 36 0,0 0 32 15,1-7 25-15,-1 7 15 16,0 0 7-16,0 0 12 0,0-10 13 0,0 10 7 16,0 0-2-16,-5-9 0 0,5 9 8 15,-7-8-4-15,7 8 2 0,-5-9-2 16,-1 6-3-16,6 3-4 0,-13-10-8 0,3 4-3 15,1 0 2-15,-7 2 6 0,1-3-7 16,-4 1-5-16,1-2-1 0,-5 2-7 0,-1 0-2 16,1 2-4-16,-1-3-4 0,1 1-6 15,-2 2-6-15,2-2-8 0,-2 4-6 16,1-2-11-16,5 2-5 0,-1-1-1 0,2 3-11 16,0 0-2-16,4 0-7 15,-2 0-2-15,1 0-3 0,-1 3-1 0,2-1-1 16,-6-2 5-16,3 4-13 0,0 2 4 15,-1-4 5-15,0 6 7 0,-3-1 13 16,-1 1-8-16,0 1 0 0,3 0-2 0,0 0-6 16,-2 2-6-16,4 1-1 0,-1 0 0 15,1 2-2-15,2-1-7 0,2 1 10 0,-3 1-9 16,3 1 3-16,0-3-2 0,1 3 5 16,-1 1 0-16,3-3 8 0,-3 3 4 15,2-3 0-15,1 1-1 0,1 1 9 0,0-3 3 16,-4 3 2-16,4-4-1 15,0 3-5-15,-1 1-4 0,2-1-8 0,-3 2 0 0,4 0-11 16,-1 1 0-16,0-1-3 16,3 1 3-16,-3 1-6 0,2 2-5 0,-2-3 3 15,3 3-1-15,-1 1-1 0,1-2 0 16,-2-2-1-16,2 3 0 0,-3-2 1 16,5-2-5-16,-5 2 2 0,4-4-1 0,-2-1 9 15,2 1-13-15,1 1-1 0,1-1 4 16,0-3-3-16,0 5 4 0,2-3-2 0,-2 1 0 15,4 1 1-15,0 1-3 0,2 3 2 16,-2-4-1-16,1 2 2 0,3 2-4 0,0-1 3 16,0 0 1-16,-1 1-3 0,3-1 3 15,-3 0 1-15,6 1 0 0,3 3 3 16,0 0 3-16,1-5 0 0,4 2 1 16,5 0 0-16,-8-6-1 0,5 6 1 15,2-5-2-15,1 1 2 0,1-1 0 0,-1-3-3 16,-5-1-1-16,1-3 2 0,0-1 0 15,1 0-2-15,-3 0 1 0,5-2 14 0,-3-2 7 16,0 2 2-16,0-2-34 0,-2 1-2 16,1-2 0-16,3-1 0 0,-1 1 0 0,-3 0 0 15,4-2 0-15,1 0 0 0,-5-2 0 16,7 0 0-16,-2-1 0 0,2-1 0 0,4-1 0 16,3 0 0-16,2-3 0 15,1-1 0-15,-3 1 0 0,-2-6 0 0,3 2 0 16,-3-3 0-16,1-2 0 0,-1 1 0 0,1-3 0 15,-3-1 0-15,3-3 0 16,-3 0 0-16,3-6 0 0,-1 0 0 0,-3 2 0 16,4-6 0-16,-4 1 0 0,-4-4 0 15,4-2 0-15,-2-1 0 0,4-1 0 0,-6-1 0 16,4 0 0-16,-7 0 0 0,3-2 0 16,-2-1 0-16,-6-2 0 0,-1-1 0 0,-5 9 0 15,-5-1 0-15,-4-2 0 0,-4 3 0 16,-7-1 0-16,-12-6 0 0,-9 5 0 0,-6 1 0 15,-8 6 0-15,-12 4 0 0,-3 4 0 16,0 4 0-16,-1 4 0 0,-1 6 0 16,2 5 0-16,12 4 0 0,3 4 0 15,-1 0-341-15,4 2-418 0,2 4-213 16,0-4 63-16,1 2 108 0,15-1-699 0,5-2-945 16</inkml:trace>
  <inkml:trace contextRef="#ctx0" brushRef="#br0" timeOffset="122041.31">5162 1192 1379 0,'-9'-6'686'0,"0"1"-158"0,2 1-86 16,7 4-61-16,-6-13-44 0,3 6-34 15,1-2-45-15,2 1-36 0,2-1-1 16,1-1-11-16,3 2-21 0,0 0-22 0,4-4-19 16,1 4-13-16,3 1-17 15,-1 2-6-15,1 0-18 0,0 1-3 0,4 3-15 0,-3 1-1 16,-1 0-14-16,0 3-1 16,-1 1-9-16,-1 2-10 0,-1 3 0 0,-2 1-2 15,-2 2 3-15,-1 2-8 0,-5 3-3 16,-1 0 5-16,-1 3-13 0,-3-1 0 15,0 1 5-15,-1 1-1 0,4-4-6 0,-3-2 1 16,2-1-4-16,-2-4 6 0,4 2-10 16,0-3 3-16,0-1 4 0,0 0 11 0,0 1 13 15,2 0 10-15,2-2 9 0,1 1-5 16,-2 2-1-16,3-1-7 0,-1-1-1 16,1-1 0-16,-1 3 5 0,-1-4-6 15,1 2 19-15,-2-3 11 0,-3-5 4 16,4 12 10-16,-2-6-4 0,-2 3 5 0,0-9 0 15,0 12-4-15,-2-6-5 0,2-6-83 16,-4 12-2-16,-2-4 0 0,0-3 0 16,-3 3 0-16,2-4 0 0,-2 2 0 0,-2 0 0 15,-2-5 0-15,1 3-25 0,1-4-357 16,-1 0-146-16,12 0-207 0,-20-4-189 0,15 1 84 16,-2-3-778-16,7 6-1057 0</inkml:trace>
  <inkml:trace contextRef="#ctx0" brushRef="#br0" timeOffset="122442.77">5610 1088 4267 0,'0'0'-117'0,"2"-12"37"0,0 4 19 0,-2 8 31 0,7-10 22 15,-3 4 9-15,1 1 20 0,-5 5-7 0,12-5 5 16,-12 5 2-16,13-3 13 15,-13 3-10-15,0 0-6 0,22 3-8 0,-22-3 9 16,11 12 1-16,-8-3-1 0,4-1-2 0,-4 1 1 16,3 3-5-16,-4 1 10 15,2 4 13-15,-3-1 13 0,-1 1 24 0,2-1 14 16,-2-1 22-16,0-1 14 0,-2 4 15 0,2-7 0 16,0 3 0-16,0-1-1 15,0 0-12-15,0-1 4 0,0 1-5 0,0-1-4 16,0 2 6-16,0-2-11 0,0 0-5 15,0-2-10-15,2 0-7 0,-2-1-5 0,0 0-14 16,0-1-9-16,2 1 7 0,-2-9-19 16,0 14 10-16,0-14-4 15,-2 9-5-15,2-9-1 0,0 12-2 0,0-12-7 0,-2 6-9 16,2-6-16-16,-7 11-55 0,1-8-86 16,6-3-108-16,-12 6-118 0,5-2-134 15,7-4-171-15,-13-1-131 0,13 1 54 16,-10-8-521-16,4 1-711 0</inkml:trace>
  <inkml:trace contextRef="#ctx0" brushRef="#br0" timeOffset="122875.36">5282 761 3408 0,'-29'-5'-35'0,"6"2"40"0,1 3 25 0,-5 6 25 0,-13 3 19 16,-9 11 39-16,-3 8 21 0,-2 7 30 16,-14 14 23-16,3 9 6 0,3 9-3 15,2 7 16-15,3 4 3 0,11 1 0 16,8 4-2-16,9 0-2 0,20-16-12 16,11-1 2-16,9-4 3 0,18-6 5 0,21 7-2 15,14-12-11-15,20-9-13 0,10-11-15 16,8-5-14-16,9-14-18 0,-21-9-12 0,-1-6-15 15,18-9-19-15,-8-7-6 0,-11-5-9 16,-7-9-6-16,-6-8-4 0,-5-5-6 16,-3-4 4-16,-10-6 21 0,-15 9 0 0,-5-4-78 15,-1-20 0-15,-11 11 0 0,-9-5 0 16,-7-6 0-16,-7 3 0 0,-13-5 0 0,-15-15 0 16,-14 5 0-16,-8 10 0 15,-8 17 0-15,-14 13 0 0,7 20 0 0,-14 15 0 16,-9 12 0-16,-25 11 0 0,-4 7 0 15,0 11 0-15,0 7-23 0,10 3-488 16,8-2-134-16,7 8-211 0,11-1-39 0,8-2 85 16,26-7-704-16,7-1-959 0</inkml:trace>
  <inkml:trace contextRef="#ctx0" brushRef="#br0" timeOffset="124156.83">5537 1090 3874 0,'0'0'-165'0,"0"0"55"0,0 0 50 16,0 0 40-16,0 0 39 0,0 0 41 16,0 0 30-16,0 0 18 0,0 0 13 0,0 0 15 15,0 0-3-15,0 0 1 0,0 0-2 16,0 0 4-16,0 0 2 0,0 0-2 16,0 0-1-16,0 0 3 0,0 0-1 0,0 0-2 15,0 0 4-15,0 0 9 0,0 0-7 16,0 0 21-16,0 0-11 0,0 0-2 0,0 0 3 15,0 0 2-15,0 0-9 16,0 0 3-16,0 0-2 0,0 0-5 16,0 0-2-16,0 0-7 0,0 0-17 0,19-12-11 15,-19 12-15-15,8-5-5 0,-8 5-7 16,10-5-8-16,-10 5-5 0,15-7-4 0,-8 5-8 16,-7 2-29-16,16-5-23 0,-9 3 0 15,-7 2 0-15,18-5 0 0,-11 4 0 16,-7 1 0-16,18-4 0 0,-18 4 0 0,15-1 0 15,-15 1 0-15,12 1 0 0,-12-1 0 16,14 4 0-16,-14-4 0 0,13 5 0 0,-3-2 0 16,-10-3 0-16,12 7 0 0,-7 0 0 15,-1 1 0-15,2-1 0 0,-4 0 0 16,0 2 0-16,0-1 0 0,-2 2 0 16,0-1 0-16,-2 0 0 0,0 0 0 15,0 0 0-15,-1 2 0 0,-2 0 0 0,3-3 0 16,-3 1 0-16,-1-1 0 0,2-2 0 15,2 0 0-15,-4 0 0 0,6-6 0 0,-6 9 0 16,3-3 0-16,3-6 0 0,-6 6 0 16,6-6 0-16,0 0 0 0,-5 9 0 15,5-9 0-15,0 0 0 0,-6 4 0 0,6-4 0 16,0 0 0-16,0 0 0 0,-5 8 0 16,5-8 0-16,0 0 0 0,0 0 0 0,0 0 0 15,0 0 0-15,0 0 0 16,9 10 0-16,-9-10 0 0,9 9 0 0,-2-5 0 15,-1 2 0-15,2 1 0 0,2 0 0 16,-3 2 0-16,-2-1 0 0,4 2 0 16,-2-1 0-16,-1 1 0 0,-1-1 0 0,-1-1 0 15,1 2 0-15,-4-2 0 0,1-2 0 16,-2-6 0-16,-2 15 0 0,-4-3 0 0,0-7 0 16,-5 7 0-16,-3-4 0 0,3 1 0 15,-3-3 0-15,-2 1 0 0,3 0 0 0,-1-3 0 16,3 1 0-16,-3-2 0 15,1 1 0-15,-1-2 0 0,5 1 0 0,9-3 0 16,-15 2 0-16,15-2 0 0,-14 2 0 16,14-2 0-16,-11 2 0 0,11-2 0 15,-9 2 0-15,9-2 0 0,0 0 0 0,0 0 0 16,0 0-508-16,0 0-547 0,0 0 113 16,0 0-992-16,0 0-1354 0</inkml:trace>
  <inkml:trace contextRef="#ctx0" brushRef="#br0" timeOffset="140587.26">4750 9068 796 0,'0'0'342'16,"0"0"-75"-16,0 0-49 0,0 0-38 15,-6-4-13-15,6 4-14 0,0 0-5 0,0 0-9 16,0 0 9-16,0 0 14 0,0 0 4 15,0 0-8-15,-3-6-5 0,3 6-4 16,0 0-5-16,0 0 4 0,0 0-4 0,0 0 1 16,0 0 2-16,0 0-1 0,-6 14-5 15,6-14-7-15,-2 9-5 0,0-3-6 0,2-6-3 16,-3 7-6-16,3-7-4 0,-2 8-3 16,2-8-2-16,0 0 3 0,-2 8 5 15,2-8 7-15,0 0 0 0,0 0 6 16,-5 8 2-16,5-8 8 0,0 0-2 0,0 0-6 0,0 8 3 15,0-8-16-15,0 0-2 16,0 0-4-16,0 0-10 0,0 0-10 0,0 0-1 16,0 0-10-16,0 0-8 0,0 0-13 15,0 0-3-15,-3 8-4 0,3-8-3 0,0 0-10 16,0 0-2-16,0 0-4 0,0 0 1 16,0 0-5-16,0 0 3 0,0 0 9 15,0 0 10-15,0 0 2 0,0 0 11 0,0 0 0 16,0 0-6-16,0 0 14 0,0 0-5 15,0 0-36-15,0 0-29 0,0 0 0 0,0 0 0 16,0 0 0-16,0 0 0 16,0 0 0-16,0 0 0 0,0 0 0 0,0 0 0 15,0 0 0-15,0 0 0 0,0 0 0 16,0 0 0-16,0 0 0 0,0 0 0 0,0 0 0 16,0 0 0-16,0 0 0 0,0 0 0 15,0 0 0-15,32-6 0 0,-32 6 0 0,0 0 0 16,19 0 0-16,-19 0 0 0,13 4 0 15,-4-2 0-15,-9-2 0 0,16 5 0 0,-7-4 0 16,-9-1 0-16,18 7 0 16,-9-5 0-16,3 2 0 0,-1 0 0 0,2-1 0 15,-4 2 0-15,2-1 0 0,1 1 0 0,-3 1 0 16,2-2 0-16,-1 1 0 0,1 0 0 16,-1 0 0-16,0-1 0 0,1 0 0 15,-2 4 0-15,1-5 0 0,1 2 0 16,-1 0 0-16,-2 0 0 0,-1 0 0 0,3-1 0 15,-3 1 0-15,1-2 0 0,-8-3 0 16,15 7 0-16,-8-3 0 0,0-1 0 0,2 2 0 16,-1-1 0-16,-8-4 0 0,13 8 0 15,-7-4 0-15,-1-1 0 0,-5-3 0 0,13 7 0 16,-4-4 0-16,-9-3 0 0,14 6 0 16,-14-6 0-16,14 1 0 0,-14-1 0 15,15 3 0-15,-15-3 0 0,18 0 0 16,-18 0 0-16,14 0 0 0,-14 0 0 0,14 0 0 15,-14 0 0-15,0 0 0 0,15 0 0 16,-15 0 0-16,0 0 0 0,0 0 0 0,16 0 0 16,-16 0 0-16,0 0 0 0,0 0 0 15,0 0 0-15,0 0 0 0,0 0 0 0,13-1 0 16,-13 1 0-16,0 0 0 0,0 0 0 16,0 0 0-16,0 0 0 0,0 0 0 15,0 0 0-15,0 0 0 0,0 0-522 0,0 0-368 16,0 0-21-16,0 0 98 0,-22 14-906 15,22-14-1153-15</inkml:trace>
  <inkml:trace contextRef="#ctx0" brushRef="#br0" timeOffset="141120.2">5298 9165 4573 0,'-14'4'-64'0,"14"-4"79"0,0 0 45 0,0 0 40 0,0 0 26 15,0 0 25-15,0 0 23 0,0 0 21 0,0 0 1 16,0 0-12-16,0 0-6 0,0 0-18 16,-7-8-16-16,7 8-1 0,0 0-15 0,0 0-9 15,0 0-14-15,14-17-7 16,-7 13-10-16,0 1-8 0,2 0-8 0,2 0-10 0,0 0-18 16,-11 3-2-16,16-4 1 15,-16 4-13-15,22 2 3 0,-22-2 22 0,17 8 26 16,-10-3 15-16,1 3 23 0,3 2 13 15,-3 5 8-15,0-1 7 0,-1 3-5 0,0-1-142 16,-2 0 0-16,-1-1 0 0,-1 1 0 16,1-3 0-16,0-2 0 0,1-1 0 0,-3-2 0 15,5 1 0-15,-4-4 0 0,1 0 0 16,-4-5 0-16,9 9 0 0,-1-6 0 0,-2 1 0 16,0-1 0-16,1-1 0 15,-7-2 0-15,18 5 0 0,-11-2 0 0,2-1 0 0,0 0 0 16,0 2 0-16,-2 0 0 0,16 232 0 15,17-300 0 1,-40 64 0-16,13 4 0 16,-10 2 0-16,-3 0 0 0,2 0 0 15,-1 1 0-15</inkml:trace>
  <inkml:trace contextRef="#ctx0" brushRef="#br0" timeOffset="143953.73">13694 8502 2430 0,'-29'6'283'0,"2"-3"-22"0,5 1 4 0,3-3 11 0,-3 1 20 0,10 2 26 0,-1-2 36 0,4 0 2 16,9-2-27-16,-9 0-23 0,9 0-8 0,0 0-26 16,57 5-7-16,6-5-31 0,11 0-25 15,10 0-18-15,27-5-37 0,-1 1-14 0,-21 0-16 16,1 1-15-16,-6 2-56 0,-10-5-84 16,-5 6-83-16,-18 0-89 0,-6-2-110 0,-13 2-105 15,-5 0-81-15,-11 0-94 16,-2 0-148-16,-5 0 37 0,-9 0 76 0,0 0-527 15,0 0-617-15</inkml:trace>
  <inkml:trace contextRef="#ctx0" brushRef="#br0" timeOffset="144203.37">14696 8299 3515 0,'7'4'123'0,"0"0"20"0,-2 4 15 15,3 0 19-15,-1 4 20 0,3 2 13 16,0 2 23-16,-5 4 7 0,3 0 2 16,-7 4 22-16,-1 0-6 0,-1 4-20 15,-7 5-18-15,-3-2-21 0,-5 2-16 0,-4-2-19 16,-9 5-9-16,3-2-22 0,-9-3-20 16,0-3-14-16,-3-1-51 0,6-7-74 0,3-4-91 15,3 1-105-15,-1-4-146 0,8-1-170 16,6-6-263-16,0 0 45 0,3-4 92 0,4 1-635 15,6-3-758-15</inkml:trace>
  <inkml:trace contextRef="#ctx0" brushRef="#br0" timeOffset="145603.31">20468 4468 2289 0,'0'0'402'0,"0"0"-21"0,-18-7-22 0,18 7-45 0,-9-7-36 0,8 1-23 16,1 6-28-16,0-11-28 0,0 11-18 0,3-15-18 15,7 6-14-15,-2 1-21 16,3-1-10-16,3 2-9 0,1 1-12 0,-3 2-11 16,2 0-8-16,2 3-10 0,-1 1-7 15,-1 1-6-15,-1 3-3 0,2 0-4 0,-4 1-7 16,1 3 3-16,-2 1 14 0,-5 3 6 15,3 0 21-15,-5 1 26 0,-3 5 31 16,-3 2 13-16,-7 9 7 0,-2 0 11 16,-1 3-3-16,-1-3 1 0,-4-3-7 0,9-6-14 15,-1-3-16-15,0-5-15 0,7 2-9 0,-1-4-69 16,0-2-41-16,3 1 0 16,1-2 0-16,0-7 0 0,1 15 0 0,3-6 0 0,2-1 0 15,-3 1 0-15,5 1 0 16,-3-1 0-16,4 0 0 0,-2 1 0 0,0-2 0 15,-1 3 0-15,0-3 0 0,0 2 0 16,-2-3 0-16,-3 3 0 0,-1 0 0 0,0-4 0 16,0 3 0-16,-1 1 0 0,-5-1 0 15,1-1 0-15,-4-2 0 0,2 4 0 0,-2-3 0 16,-2 0 0-16,0-2 0 0,2-2 0 16,-3-2 0-16,3-1 0 0,9 0 0 0,-23-8 0 15,10 0 0-15,4-3 0 0,-2-1 0 16,2 1 0-16,4-1-283 0,-1-1-504 15,3 1-143-15,1 3 71 0,4 0 82 0,1 0-772 16,4 1-993-16</inkml:trace>
  <inkml:trace contextRef="#ctx0" brushRef="#br0" timeOffset="146469.4">21092 4511 3906 0,'0'0'-206'0,"-8"-4"53"0,8 4 56 0,-6-5 39 0,6 5 39 0,0 0 39 15,-6-6 35-15,6 6 24 0,-5-9 19 16,5 9 10-16,-6-10 11 0,5 4-3 0,1 6 11 15,-2-11-2-15,2 11 5 0,-2-12-6 16,2 5-12-16,0 7-8 0,4-12-14 16,-3 5-13-16,3-1-2 0,3 2-8 15,1 1-7-15,0-2-8 0,3 4-5 0,0-2-7 16,1 1-5-16,1 3-6 0,-1-1-3 16,-12 2-14-16,22 2 3 0,-10 1-1 15,-2 2-3-15,-5 4 3 0,1-1-1 0,-2 6-4 16,-5-1 1-16,-2 6 3 0,-6 10 5 15,-4 2 14-15,-3 2 9 0,-3 0 11 0,2-2 5 16,-6 6 17-16,2-6-7 0,6-4 0 16,-3-1-6-16,7-5-4 0,4-4-8 0,1-4-6 15,4 0-3-15,1-3-3 16,1-2 16-16,0-8-20 0,3 14 0 0,3-8-7 16,1-2-4-16,-7-4-1 0,23 0-5 15,-10 0-2-15,5-4 0 0,-4 0-8 0,0-1 11 16,-1 1-6-16,-3-3 3 0,2-1 13 15,-5-2 29-15,-2-3 23 0,-3 1 33 16,-2-3 13-16,-2-2 9 0,-3-4-7 0,-2 1-12 16,-6-7-8-16,1 8-12 0,2 0-11 15,-4 2-8-15,3 0-8 0,4 4-11 0,0-1 0 16,0 3-8-16,3-3-16 16,3 2-31-16,1-2-59 0,1-1-52 0,3 0-45 15,6-1-51-15,1 1-48 0,2-2-50 16,5 5-59-16,-1 1-49 0,-4 3-61 0,7-1-96 15,-5 4-131-15,2 3 34 0,0 1-532 16,-2 1-661-16</inkml:trace>
  <inkml:trace contextRef="#ctx0" brushRef="#br0" timeOffset="146986.01">20949 3995 3127 0,'-35'-17'-114'0,"-6"-1"29"0,-9 3 24 0,-4 3 19 0,-7 4 30 0,-3 4 33 0,-8 7 28 15,-3 1 25-15,-3 9 7 0,-17 10 9 0,4 8 10 16,-4 8 10-16,9 10 8 0,3 5 5 16,7 8-2-16,11 6-1 0,11 10 1 15,15 8 11-15,8 7 12 0,18 4-14 0,13-13-1 16,13 18-13-16,16-3 10 0,9-7-11 16,13-8-11-16,10-5-8 0,11-9-11 15,16-8-8-15,7-12-7 0,11-10-7 16,2-5-11-16,-3-15-11 0,1-9-38 0,-20-10-25 15,-2-9-20-15,13-10-2 0,0-7 3 16,-5-4 3-16,-4-5 6 0,-4-7 1 0,-8-6 5 16,-7-5 11-16,-6-2 26 0,-6-10 31 15,-8-2 13-15,-5-13 22 0,-8-5 5 16,-7-7-3-16,-10-1 8 0,-11 14 4 0,-10-1 4 16,-16-18-6-16,-14 4-15 0,-17 10-9 15,-15 15-11-15,-13 8-7 0,-13 12-5 16,-13 16-4-16,4 11-10 0,-11 15-43 0,-3 10-61 15,6 14-85-15,2 11-115 0,8 7-130 16,13 5-184-16,9 1-112 0,21-9 63 0,8-1-492 16,10-2-598-16</inkml:trace>
  <inkml:trace contextRef="#ctx0" brushRef="#br0" timeOffset="147906.26">20482 5545 2381 0,'0'-7'188'0,"0"7"-43"0,-4-7-26 0,4 7-29 0,-12 0-13 0,12 0 25 15,-36 23 22-15,0 4 8 0,-10 8 25 16,-19 15 6-16,-1 5-5 0,-8 9-6 0,-4 3 5 16,-3 5 16-16,0-1 1 15,0 1-7-15,3-6-1 0,8-4 2 0,5-6-10 16,19-15-7-16,4-1-15 0,6-7-15 15,11-7-9-15,2-4-14 0,8-7-7 0,2-1-10 16,3-6-8-16,1 1-7 0,4-2-6 16,-4-4-18-16,6 0-59 0,3-3-65 0,0 0-85 15,0 0-101-15,-17-8-83 0,10 3-85 16,4 0-138-16,-5 1-79 0,8 4 46 16,-14-5-423-16,14 5-503 0</inkml:trace>
  <inkml:trace contextRef="#ctx0" brushRef="#br0" timeOffset="148323.23">18440 7071 2707 0,'12'-17'16'0,"-2"3"28"0,-5 5 15 0,2-1 17 16,-4 3 17-16,-1 2 0 0,0 2-4 15,-2 3 7-15,0 0 39 0,0 0 19 16,6 22 4-16,-10 0 4 0,-2 11-11 0,0 4-14 15,0 2-12-15,-1 0-13 0,-2 9-6 0,0-9-10 16,2-1-12-16,1 0-5 0,-1-4-8 16,3-5-6-16,3-7-5 0,-1 1-7 0,-3-6-6 15,3-1-7-15,0-5-4 0,2 1-8 16,-1-5-27-16,1 0-44 0,0-7-61 16,0 0-81-16,0 0-64 0,0 0-76 15,0 0-91-15,17-31-154 0,-10 11 10 0,6-11 46 16,3-2-237-16,2-1-241 0</inkml:trace>
  <inkml:trace contextRef="#ctx0" brushRef="#br0" timeOffset="148702.31">18892 6903 2229 0,'0'0'74'0,"0"0"16"15,0 0 24-15,-4 26 22 16,-3-7 21-16,-2 8 9 0,-3 6 12 0,1 1-4 15,0-2-10-15,0 2-10 0,0 1-12 16,2-3-9-16,5-5-18 0,0-5-11 0,0-6-11 16,4 2-12-16,4-1 1 0,0-3-11 15,2 0-5-15,3-4-7 0,2-3-6 0,3-2-3 16,5-3-11-16,-2-4-27 0,8-2-19 16,-3-3-25-16,13-5-3 0,-4-5-6 0,-2 0 2 15,-4-3 5-15,-3-1 11 0,-3-2 0 16,-4 7 19-16,-5 2 21 0,-3 5-3 0,-3 5 5 15,-2 0 0-15,-2 4 2 0,0 0 8 16,-18 18 5-16,7-3-2 0,-3 8 0 16,-4 3-6-16,0 2 1 0,4 1-1 15,-4 0-6-15,5-2-4 0,4-5 1 0,2-3 0 16,0-2-8-16,3-1-21 0,3-2-43 16,-1-1-58-16,0-2-64 0,-2-2-64 15,4-4-83-15,0 1-111 0,0-6-125 0,2 6 24 16,-2-6-287-16,0 0-310 0</inkml:trace>
  <inkml:trace contextRef="#ctx0" brushRef="#br0" timeOffset="149102.15">18786 6627 2278 0,'-38'-7'96'0,"-3"7"13"15,-4 4-1-15,-12 12 4 0,0 11 22 0,-17 19 31 16,1 10 39-16,1 14 15 0,3 10 17 16,8 5-2-16,4 8 4 0,13 5-8 0,8 4-11 15,11 1-12-15,12-1-23 0,15-25-17 16,9 21-15-16,14-11-13 0,5-3-9 0,15-9-16 16,3-9-13-16,10-11-11 15,-8-18-8-15,6-6-11 0,10-10-46 0,2-4-37 16,2-11-32-16,9-9-31 0,-4-7-15 15,21-16-1-15,-7-5 4 0,3-6 6 0,-10-6 7 16,-2-6 7-16,-8-5 6 0,-3-6 12 16,-7-5 4-16,-6-6 9 0,-8-1 33 0,-12-7 26 15,-7 1 22-15,-18 7 9 0,-8-9 4 16,-12-22-6-16,-9 1-2 0,-19 2-10 16,-10 3-9-16,-12 8-3 0,-10 16-1 0,0 19-6 15,-3 14-9-15,7 18-3 0,0 11-7 16,-4 12-52-16,3 10-61 0,-5 7-100 15,9 4-109-15,-17 13-142 0,24-7-198 0,2 3 43 16,7-5 73-16,8-4-377 0,11-2-400 16</inkml:trace>
  <inkml:trace contextRef="#ctx0" brushRef="#br0" timeOffset="149838.23">20477 5517 2722 0,'-9'-6'72'0,"4"-1"21"0,-1 3 18 0,2 0-13 0,4 4-5 0,0 0-14 16,-7-6-3-16,7 6-6 0,0 0-4 0,0 0 38 15,7 21-3-15,12 6 32 0,10 13 8 16,9 6 0-16,20 17-9 0,12 5-14 0,12 2 4 16,11 10-11-16,12-7-11 0,34 16-7 15,-31-21-10-15,1-7-8 0,-6 2-8 0,-10-7-8 16,-3-5-4-16,-12 1-4 0,-15-4-6 15,-16-16-5-15,-8-2-2 0,1-5-5 16,-15-8-2-16,-9-1-1 0,-2-6-2 0,-3-2 40 16,0-3 29-16,-4 3 15 15,-2-5 10-15,-1 2-4 0,2 1-5 0,-6-6-10 0,5 5-12 16,-5-5-14-16,0 0-6 16,7 6-5-16,-7-6-25 0,0 0-51 0,0 0-82 15,0 0-95-15,-9 8-125 0,4-4-139 16,5-4-166-16,-17 6-86 0,9-4 55 0,1-1-532 15,7-1-646-15</inkml:trace>
  <inkml:trace contextRef="#ctx0" brushRef="#br0" timeOffset="150534.76">22103 6882 3167 0,'6'-4'-18'0,"-6"4"36"0,2-6 29 0,-2 6 30 0,0 0 22 0,-9-11 22 0,-1 7 13 0,-2-1 6 0,1 2 9 0,-2 3-8 16,-1-3-8-16,-4 6-6 0,-5 1-15 0,-9 4-7 15,-3 3-10-15,5 3-10 0,-1 2-7 16,5 3-11-16,1 2-4 0,3 0-7 0,10-5-5 15,3 4-5-15,9-5-5 0,3 3-1 16,4-1-6-16,4 0-5 0,13 5-1 0,1-2 0 16,-1 0-1-16,2-2-5 0,3-3 0 15,-4 2-3-15,0-3-4 0,-8 1 3 0,-2-3 6 16,-1-2 21-16,-5 0 26 0,-1-1 29 16,-3-1 37-16,-1 3 35 0,-2 0 11 0,-4 0 9 15,-6 3 8-15,-3 3-5 16,-2-2-11-16,-11 4-14 0,0-2-15 0,-2 1-16 15,1-4-16-15,2-2-9 0,2-3-15 16,2-1-11-16,1-5-8 0,5 0-32 0,2-1-66 16,1-2-87-16,10 0-98 0,-15-8-104 15,10 5-127-15,0-4-136 0,5 0-202 0,5-2 0 16,-1-2 70-16,-1 1-676 0,6-1-832 16</inkml:trace>
  <inkml:trace contextRef="#ctx0" brushRef="#br0" timeOffset="150918.28">22713 6895 3774 0,'0'0'-25'0,"0"0"31"0,-11-5 26 0,11 5 18 0,0 0 34 0,-19 12 29 0,8-3 21 15,-11 14 14-15,-1 3 11 0,-5 10 1 0,0 5 1 16,-3 1-8-16,-2 1 2 0,7 0-15 16,1-1 4-16,8-10-14 0,0 1-15 0,5-3-8 15,8-7-11-15,1-3-2 0,5-3-6 16,-1-1-1-16,9-3-7 0,0-1-6 16,3-5-3-16,3-2-14 0,2 0 0 15,1-5-12-15,3 0-3 0,-6-6-2 0,7 1-2 16,-3-1-5-16,-4-4-5 0,-2 2-1 15,-3-3 7-15,-1-1 1 0,-7 0-5 0,2 1-1 16,-8-3-5-16,1 2-7 0,-3-2-2 16,-4 2-4-16,-5 0-6 0,-1 2-35 0,-5 1-42 15,6 3-55-15,-6 4-68 0,-3-4-101 16,5 6-108-16,-4 0-149 0,1 2-181 0,1 0 46 16,-1-2 89-16,-4 3-489 15,6-3-559-15</inkml:trace>
  <inkml:trace contextRef="#ctx0" brushRef="#br0" timeOffset="151354.07">22121 6348 3092 0,'-66'0'23'0,"6"5"8"0,-2 8 0 0,-21 17 2 0,1 14 29 16,2 11 37-16,2 11 30 16,6 9 26-16,6 14 6 0,9 6 11 0,12 6 11 15,14 9 3-15,14 2-6 0,17 3 1 16,17-5-17-16,18-3-17 0,16-7-12 0,12-9-17 16,13-8-10-16,14-8-11 0,5-12-12 15,5-10-24-15,-7-11-42 0,-4-13-15 0,-17-14-2 16,-1-9-1-16,-4-6 0 15,3-4 0-15,-1-9 1 0,-5-7 0 0,4-5-11 16,9-13-2-16,-2-7 0 0,-3-9 1 0,-2-8 2 16,0-10 0-16,-6-7 1 0,-4-9-2 0,-8-2 6 15,-6-12 7-15,-6 0 4 16,-9-4-2-16,-12-6 3 0,-12-1-3 0,-16 5-4 16,-16 9-1-16,-13 12-1 0,-17 13-4 15,-13 13 2-15,-15 16-5 0,-12 14 0 0,-8 18-33 16,11 16-49-16,-28 14-83 0,5 14-92 15,-4 12-121-15,9 5-234 0,5 3-10 0,14-2 56 16,10-1-391-16,7-6-442 0</inkml:trace>
  <inkml:trace contextRef="#ctx0" brushRef="#br0" timeOffset="152668.1">18418 8211 1603 0,'9'-10'105'0,"-1"-1"-14"0,-3 3 18 0,0 1 0 0,1-1-5 0,-3 1-1 0,-1 0 12 16,2 2-3-16,-4 5-2 0,0 0-15 0,0 0 0 15,0 0-10-15,-31 13 24 0,-3 18 17 16,-14 9 9-16,-17 19 11 0,-7 11 1 16,-6 1 3-16,-3 7-6 0,-2-2 1 0,5-3-14 15,2-3 12-15,3-2-7 0,8-8 9 16,13-2-12-16,11-16-12 0,11-4-12 15,3-6-9-15,8-8-13 0,2-2-7 0,6-6-9 16,0-4-8-16,4-2-3 0,3-3-7 16,1-1-5-16,-1-2-6 0,4-4-17 15,-4 4-63-15,4-4-56 0,0 0-93 0,0 0-86 16,6-21-81-16,-1 12-129 0,-1 1-139 16,0-1 35-16,-1 3-381 0,0-1-447 0</inkml:trace>
  <inkml:trace contextRef="#ctx0" brushRef="#br0" timeOffset="153201.26">16577 9486 2719 0,'18'-12'-31'15,"-6"-2"6"-15,6 3 2 0,1 2 3 0,2 1 1 16,-2 2 4-16,3 0 15 0,-2 4 11 16,-1 4 20-16,1 4 9 0,-2 4 4 0,-3 5 4 15,-1 8 22-15,-11 2 16 16,-3 1 25-16,-7 8-1 0,-7 2 20 0,-9 8 13 15,-1 2 9-15,-3-5 15 0,0 2 1 16,1-4 0-16,-1-3 0 0,8-9-4 0,4-3-11 16,5-7-12-16,2-3-15 0,4-1-14 15,4-4-5-15,0-1-6 0,9 0-7 0,0-4-8 16,4-2-7-16,6 0-9 0,3-4-6 16,2 0-7-16,0-2-3 0,0-2-4 0,-5-2-6 15,-1-1 7-15,-5 1 14 0,-4-3 9 16,-6-1-5-16,-3 0-3 0,-3-5-13 0,-10-8 0 15,-7-3-8-15,-3-1 7 16,-5-5 3-16,-1 1 17 0,2-2 15 0,11 6 15 16,0 0-4-16,3 0-2 0,7 5-7 0,3 4-15 15,3-2-1-15,2 3-18 0,5-2 1 16,4-7-12-16,8 5-6 0,6-2-44 16,0 5-65-16,6 1-74 0,-1 3-75 0,5 5-95 15,1 0-105-15,-2 4-119 0,2 4-214 16,-8 1 45-16,-1 4 67 0,-2 0-510 0,2-1-618 15</inkml:trace>
  <inkml:trace contextRef="#ctx0" brushRef="#br0" timeOffset="153618.01">16737 9186 3318 0,'-33'3'-39'0,"-4"7"28"0,-13 6 27 0,1 6 23 0,-7 9 28 0,-6 16 27 0,-3 10 20 15,6 9 14-15,0 4 12 0,3 7-4 16,6 6-5-16,9-4-8 0,5 4-4 0,11-1-13 16,14-16-1-16,7-1-11 0,8-4-8 15,9-3-11-15,8-2-2 0,7-6-5 16,12-7-7-16,10-4-5 0,9-8-6 0,11-9-9 15,6-8-2-15,8-10-29 0,8-5-36 16,20-13-28-16,-5-8-22 0,-4-7 1 0,-8-7-2 16,-11-2 9-16,-8-7 10 0,-15-3 3 15,-22 2 16-15,-10-2 9 0,-13-6 18 16,-12-5 3-16,-13-7 2 0,-22-16-3 0,-13-2 4 16,-14 5-4-16,-12 6 0 0,-4 4 7 15,-4 8-9-15,-3 8 3 0,4 11 4 0,12 16-5 16,1 9 1-16,-4 10-9 0,5 9-7 15,4 5-46-15,5 5-65 0,7 7-82 0,11-2-125 16,11 1-236-16,14-5 15 16,8-5 67-16,6-2-224 0,8-2-212 0</inkml:trace>
  <inkml:trace contextRef="#ctx0" brushRef="#br0" timeOffset="154186.23">18487 8398 2005 0,'-6'-17'64'0,"2"1"23"0,3 1 25 0,-1 1 18 0,2 4 10 15,-3-3 13-15,6 1 16 0,-6 1 12 0,3 3 7 16,3 0-16-16,-3 0-18 0,0 8-16 16,3-5-15-16,-3 5-12 0,15 13-4 0,10 12 9 15,11 11-3-15,20 19-10 0,5 6-12 16,7 6-9-16,5 1-5 0,8 5-8 0,1-1-5 16,1-1-7-16,-8 3-3 0,-2-3-8 15,-8-3 0-15,-4-4-7 0,-7-6-3 16,-17-15-3-16,-2-4-4 0,-9-1 0 15,-2-10 15-15,-10-5 11 0,-3-4-4 0,1-3 4 16,-4-3 10-16,-3-5 2 0,1-2-6 0,-1 1-3 16,-2-2-7-16,1-2-3 15,-4-3-9-15,5 4-8 0,-5-4-50 0,0 0-67 16,0 0-96-16,0 0-119 0,0 0-139 16,0 0-241-16,0 0 37 0,0 0 73 0,0 0-388 15,0 0-437-15</inkml:trace>
  <inkml:trace contextRef="#ctx0" brushRef="#br0" timeOffset="154701.29">19299 9835 2998 0,'-20'-7'168'16,"7"2"-10"-16,3 0 1 0,5 0 7 16,1-2-10-16,4 2-5 0,0 5-10 0,7-15-13 15,5 8-17-15,3 0-10 0,5 2-9 16,1 3-13-16,-1 0-6 0,7 4-7 0,9 2-6 16,-4 2-8-16,2 5-5 0,-3 1-7 15,-6-2-3-15,-8 0-3 0,-2 2-1 16,-1 2-2-16,-8-1 0 0,-5 3 14 15,-2-1 17-15,-7 4 19 0,-8 7 13 0,-4-1 11 16,-3 2 16-16,-2-1 16 0,0-3 0 16,0-2 6-16,7-2 4 0,2-7-17 0,5 3-8 15,4-6-12-15,-2 0-6 0,7 0-5 16,1-2-7-16,2 2-11 0,5-1-8 0,0 1-6 16,6 1-4-16,-1 0-6 0,2 2-3 15,2-1-25-15,3 1 11 0,-3 1-5 0,-2-1 0 16,2 0-7-16,-3 0 3 0,-3 1-11 15,1-2 4-15,-7-1 1 0,4 2 8 0,-7 3 6 16,0-1 6-16,-4-1 6 16,0 3 5-16,-4-1 4 0,3-1-5 0,-5-2-2 15,-2 3-6-15,1 0-4 0,2-1-7 16,-5 0-4-16,3 1-7 0,-3-1-25 0,3-4-50 16,0-1-72-16,3 1-84 0,0-5-93 15,1 0-142-15,1-2-137 0,6-3-185 0,0 0-25 16,0 0 65-16,-3-15-674 0,3 15-850 15</inkml:trace>
  <inkml:trace contextRef="#ctx0" brushRef="#br0" timeOffset="155417.26">19288 9881 3684 0,'-11'-3'-86'0,"4"0"36"0,0-1 37 0,-2 2 50 0,9 2 52 0,-11-5 49 16,11 5 25-16,-3-7 19 0,3 7 14 15,-2-8-13-15,4 1-19 0,3-2-16 0,4 1-11 16,9-4-16-16,-2 2-12 16,8 1-9-16,-1 1-9 0,2 2-10 0,-5 5-6 15,3 1-9-15,-2 1 5 0,2 8 0 16,4 6 15-16,-6 6 1 0,-6 4 16 0,-6 8 0 0,-1 1 8 16,-10 5 11-16,-4 2 13 15,-6 8 19-15,-8 1 10 0,-5 0-10 0,-2 1 4 16,-5 1 0-16,-2-2-5 0,-4 1-1 15,0-7-1-15,1-1-2 0,5-9-12 0,7-8-4 16,6-4-109-16,6-6-24 0,1-2 0 16,3-7 0-16,6 2 0 0,-2-4 0 0,1-3 0 15,4-2 0-15,0 0 0 16,0 0 0-16,33-12 0 0,-12 5 0 0,9-3 0 16,4 2 0-16,1-1 0 0,3 2 0 15,0 2 0-15,-2 1 0 0,2 1 0 0,-4 1 0 16,-9 2 0-16,2 2 0 0,2 1 0 15,-6-3 0-15,2 4 0 0,-9 0 0 0,4-3 0 16,-7 2 0-16,1-3 0 0,-7 2 0 16,4 0 0-16,-11-2 0 0,12 1 0 0,-12-1 0 15,0 0 0-15,17 2 0 16,-17-2 0-16,0 0 0 0,15-3-621 0,-11-1-131 0,4-2-144 16,-1 0 63-16,1-7 98 15,3 3-746-15,11-13-928 0</inkml:trace>
  <inkml:trace contextRef="#ctx0" brushRef="#br0" timeOffset="155851.21">19968 9842 3866 0,'-13'-5'-25'0,"6"1"51"0,2 1 21 0,1 0 16 0,4 3 29 0,-6-8 10 0,6 8-14 0,0 0-5 0,15-6-12 0,-3 3-6 15,5 3-3-15,0 0-12 0,4 3-1 16,0 2-5-16,2 2-4 0,-3 1-6 16,0 3 1-16,-5 1-7 0,-2 1 4 0,-3 1-4 15,-7 1 11-15,0 4 26 0,-6 0 29 16,-4 1 25-16,-8 9 11 0,-2 1 7 0,-5-5 4 16,4 2 2-16,-2-2 7 0,4-4 0 15,4-4-11-15,4-1-13 0,3-5 5 16,1 0-13-16,4-3-13 0,0 1 18 0,4-1-12 15,1 1-9-15,3-1-11 0,-3 3-8 16,7-5-9-16,-2 6-3 0,-1-6-9 0,3 2-9 16,-5 1-4-16,2-1-9 0,0 0 4 15,-6 0 11-15,3 0 16 0,-4 1 11 0,-2-2 9 16,-4 2 4-16,0-2-3 0,1 3-3 16,-6-3-43-16,-2 2-46 0,-2-1 0 0,-2-3 0 15,-5-1 0-15,4 2 0 16,-6-4 0-16,-1-2 0 0,1 0 0 0,-1-3-186 15,-13-6-210-15,6-3-163 0,3-5-193 16,0-2-99-16,8-4 66 0,4 5-801 0,7-2-1026 16</inkml:trace>
  <inkml:trace contextRef="#ctx0" brushRef="#br0" timeOffset="156266.99">19421 9474 4283 0,'-61'12'-103'0,"0"6"31"0,-2 8 47 0,-12 12 51 0,7 8 46 0,5 8 29 0,6 4 27 16,7 10 19-16,10 7 20 0,9 3 6 16,14-9-3-16,9 7 3 0,10 3-12 0,14 18-8 15,15-2-19-15,14-7-7 0,10-4-10 16,15-10-14-16,11-6-12 0,5-8-10 0,3-8-8 15,5-10-16-15,-3-14-5 0,-17-9-2 16,3-7-10-16,-3-9 1 0,-3-6-5 16,5-9-9-16,13-9 1 0,1-7-3 15,-6-4 1-15,-5-7-3 0,-4-8-4 0,-5-6 1 16,-5-4-4-16,-4-2-3 0,-7-8 0 16,-10-5 2-16,-4-5-3 0,-12-6 7 0,-5-4-5 15,-12-6-2-15,-7 11-6 0,-13-24 3 16,-14-6 0-16,-10 2-7 0,-18 7 0 0,-16 10-4 15,-9 13 2-15,-8 18-2 0,-11 20-4 16,-6 21-12-16,11 19-39 0,-22 18-58 16,3 15-76-16,-2 8-114 0,9 12-133 15,1 9-210-15,8 1-90 0,7 0 63 0,9-4-574 16,14-4-709-16</inkml:trace>
  <inkml:trace contextRef="#ctx0" brushRef="#br0" timeOffset="157368.49">19555 10943 3569 0,'-1'-9'-78'0,"-1"3"11"0,-6 4 10 0,8 2 23 0,-21 2 31 0,5 6 26 0,-17 11 28 15,-7 10 32-15,-9 8 26 0,-19 11 20 16,2 9 13-16,-3 2 13 0,-3 4 0 0,5 2-5 16,-3 2-8-16,-2 0 2 15,4-3-11-15,3-3-17 0,4-3-5 0,4-3-14 0,16-10-9 16,-3-4-7-16,3-2-10 16,5-1-7-16,0 0-8 0,6-3-5 0,-1-5-5 15,8-8 0-15,0 1-8 0,8-8-5 16,2-1-3-16,2-4-12 0,-1 1-13 0,4-6-25 15,3 3-37-15,-3-1-51 0,3-4-73 16,-1 1-96-16,6-4-94 0,0 0-132 0,0 0-148 16,0 0 39-16,0 0-380 0,4-19-469 15</inkml:trace>
  <inkml:trace contextRef="#ctx0" brushRef="#br0" timeOffset="157900">17590 12752 2779 0,'3'-4'-5'0,"-3"4"0"0,0 0 3 0,0 0 16 0,0 0 17 0,-6 31 21 0,-3 0 18 16,-3 6 17-16,0 9 17 15,0 1-7-15,-1 3-10 0,2 0 16 0,2-13-9 16,2 2-13-16,-2-4-2 0,2-2-6 15,3-6-8-15,-1-4-8 0,-1-3-7 0,3-3-8 16,2 0 1-16,-3-1-13 0,0-4-34 16,2-2-56-16,2-2-57 0,0-2-74 0,0-6-99 15,0 0-123-15,11 3-116 0,-11-3 27 16,24-12-151-16,-7 2-150 0</inkml:trace>
  <inkml:trace contextRef="#ctx0" brushRef="#br0" timeOffset="158249.71">18223 12787 1784 0,'9'2'29'0,"-9"-2"22"0,3 7 17 15,-3 1 25-15,-3 2 20 0,-6 1 33 0,-2 9 36 16,-6 3 22-16,-4 5 21 0,-9 2 0 16,1 5-6-16,6-9-14 0,4-1-18 0,0-3-8 15,5-4-5-15,5-3-12 0,5-1-11 16,8-4-19-16,4 0-10 0,5-1-11 15,8-1-12-15,14 2-9 0,-6-9-17 0,3 0-31 16,-5-1-15-16,2-1-17 0,-6 1 2 16,-5-3-11-16,-5 1-11 0,-8 0 4 15,-5 2-1-15,0 0-3 0,-14-18 9 16,-17 3-2-16,-3 1 0 0,-14-11 6 0,1 0-3 16,-1-2-3-16,1-2 18 0,10-3-4 15,2 0 6-15,14 3 4 0,6 0-6 0,10-4-2 16,7 6-2-16,11-3-2 0,8 2 0 15,15 1-15-15,8 3-20 0,-6 10-68 0,5 5-103 16,4 5-115-16,-4 0-164 0,1 4-165 16,-4 6 47-16,-2 0-376 0,-6 4-447 15</inkml:trace>
  <inkml:trace contextRef="#ctx0" brushRef="#br0" timeOffset="158700">17780 12305 2773 0,'-43'-6'-12'0,"-4"6"12"0,-16 6 20 0,1 14 23 0,-21 14 34 0,1 12 42 0,1 12 29 0,-1 12 29 0,1 2 19 16,7 10 11-16,10 10 7 0,6-1 3 16,10 5 1-16,14 0-19 0,13-1-2 0,15-20-7 15,16 0-6-15,18 7-16 0,20-5-1 16,15-9-28-16,18-12-11 0,14-8-12 16,11-11-14-16,12-8-8 0,8-12-26 0,-1-12-47 15,4-7-40-15,-7-10-30 0,-9-11-13 16,0-8-6-16,-2-8 4 0,-7-9 12 0,-8-3 2 15,-11-7 4-15,-6-7 7 16,-12-3 3-16,-14-12 4 0,-9-5 5 0,-16-4 2 0,-8-6 5 16,-19-9-5-16,-14-5 1 15,-18-3 4-15,-18 7 0 0,-17 1 0 0,-38-25 7 16,14 47-2-16,-10 18-3 0,-7 15 2 16,-7 17 3-16,-1 18-7 0,-5 21-50 0,2 12-83 15,5 19-90-15,5 13-100 0,8 10-195 16,9 9-112-16,15 0 72 0,15 0-375 0,15-3-432 15</inkml:trace>
  <inkml:trace contextRef="#ctx0" brushRef="#br0" timeOffset="159918.07">19651 10924 2605 0,'-11'-14'-56'0,"1"1"24"0,0 2 9 0,6 1 35 0,-1 2 23 0,-1-3 6 0,5 1 10 0,-3-1 12 15,4 2 0-15,-2 0-6 0,4 1-5 0,-2 0 1 16,0 8-9-16,2-9-3 0,-2 9-3 15,0 0-2-15,0 0 34 0,34 33 30 0,-7 3-13 16,3 12 1-16,14 19-6 0,5 8-7 16,11 5-11-16,6 3-1 0,13 2-4 15,2-4-7-15,7-1-7 0,1-6-3 16,-3-3-10-16,0-4 11 0,2-5-9 0,-7-4-1 16,0-8-5-16,-15-4 0 0,-20-13 0 0,-4-8-7 15,-13-6 1-15,-8-6 34 0,-5-3 25 16,-2-2 16-16,-5-2 19 0,3-1 9 15,-4-1 7-15,-3 2 5 0,3-5-13 0,-8-1-18 16,7 3-10-16,-7-3-4 0,0 0-14 16,0 0-17-16,18-3-62 0,-18 3-71 0,3-5-92 15,-3 5-98-15,2-6-104 0,-2 6-169 16,0-7-113-16,0 7 60 0,0 0-378 16,0 0-445-16</inkml:trace>
  <inkml:trace contextRef="#ctx0" brushRef="#br0" timeOffset="160982.5">20554 12416 2900 0,'-4'-5'79'0,"4"5"9"0,2-13-10 0,6 7-5 0,4-6 21 0,4 0 4 0,13-5 9 16,3 5 1-16,7-1-16 0,3 4 1 15,-3 0-8-15,-1 4-14 0,1 1-4 0,-7 4-7 16,-5 0-6-16,2 4-1 0,-9-2-14 15,1 4 1-15,-1 0-4 0,-5-1-5 16,-3 5 8-16,-3-2 25 0,-5 3 19 16,-3 2 16-16,-2 3 4 0,-7 2 8 0,-8 10-2 15,0-1 8-15,-7 1-4 0,0-1 4 0,1-2-6 16,-2-4-1-16,9-3-3 16,2-4-5-16,4-3-9 0,2-3 1 0,3 4-4 15,1-4 13-15,3 1-11 0,3 1-8 16,1-1-3-16,3 1-13 0,5 2-4 0,-2-4-8 15,1 4-5-15,3 0-3 0,0 0-6 16,-2-2-5-16,-1 2-5 0,3 1 0 0,-4-2-5 16,-5 1 5-16,3 0-5 0,-5-1 13 15,2-1 16-15,-5 2 10 0,-5 0 12 16,0 1-1-16,-5 4-9 0,-2-2-2 0,-4-1-6 16,-2 1-15-16,-4 0-7 0,3-4-6 0,-3 1 1 15,4-5-12-15,0-2-14 16,2 0-41-16,0-4-88 0,3-1-105 0,-1-5-128 15,3-1-128-15,0-5-151 0,1-5-177 16,4-1 67-16,3 1 91 0,3-3-540 0,2 0-658 16</inkml:trace>
  <inkml:trace contextRef="#ctx0" brushRef="#br0" timeOffset="161366.47">21047 12434 3272 0,'13'-13'-40'0,"-2"-3"14"0,1 4 0 0,1 1 23 0,1-2 22 0,6 3 11 0,-1-1 7 0,12 2 5 16,-6 2-5-16,-3 3-5 16,-3 2-3-16,2 4 2 0,3 0 0 0,-2 5-3 0,-3 3 5 15,-2 0-4-15,-2 2-2 16,-5 5-1-16,-3 2-2 0,-5-2 2 0,-4 2 5 16,-5 11 17-16,-3-1 26 0,-2 0 14 15,-1 0 9-15,2-8 6 0,1-3 2 0,5 2 5 16,-3-5-3-16,5 0-3 0,-1-1-11 15,2 0-1-15,-1-2-4 0,6 1-3 0,-1-1-6 16,0 0 1-16,0-2-8 0,1 2-4 16,1 2-8-16,0-3-4 0,-3-1-5 15,3 1-1-15,2-2-6 0,-3 4 7 0,-2-5 2 16,-1 3 10-16,0 1 13 0,-1 1 2 16,-8-1-1-16,2 2-4 0,-11 7-7 15,3-4-7-15,-2-5-3 0,-5 5-5 16,-1-7-6-16,1 0-4 0,2-3-14 0,-1 0-30 15,1-2-65-15,2-5-75 0,-1-2-121 16,-1-3-122-16,2-5-150 0,-4-9-168 0,5-3 35 16,0-5 83-16,3 2-400 0,3-2-464 15</inkml:trace>
  <inkml:trace contextRef="#ctx0" brushRef="#br0" timeOffset="161800.06">20990 12122 2660 0,'-41'4'-9'0,"-17"4"18"0,-3 6 10 0,0 5 23 0,0 6 33 0,-1 5 26 0,-12 12 22 0,4 9 28 15,8 3 16-15,2 6 7 0,12 5 3 16,5 3 1-16,16-10-7 0,11 2-5 15,6 3-10-15,10 6-11 0,11-2-13 0,11-2-13 16,16 8-13-16,12-6-12 0,10-8-6 16,13-6-10-16,9-10-9 0,9-9-4 15,6-10-21-15,-16-12-28 0,0-7-26 0,3-8-11 16,-6-6-7-16,19-11 4 0,-7-8 3 16,-9-3 3-16,-4-6 2 0,-9-4 2 15,-5-8 6-15,-2-4 5 0,-16 8 10 0,-8-6 8 16,1-17 8-16,-15 5 2 0,-3-7 2 15,-11-3 0-15,-5-4-2 0,-13-19-3 0,-13 1-3 16,-8 0-1-16,-14 8-3 0,-11 11-3 16,-13 9 1-16,-9 17-4 0,-7 13-2 0,-8 16-4 15,17 15-1-15,-8 10-7 16,-19 11-52-16,9 12-82 0,1 7-99 0,10 3-118 16,7 3-215-16,8 4-78 0,20-10 61 15,3 0-371-15,10-3-437 0</inkml:trace>
  <inkml:trace contextRef="#ctx0" brushRef="#br0" timeOffset="163467.34">17892 13712 2728 0,'0'-6'16'0,"0"6"27"0,-2-9 23 0,2 9-3 0,-4-10 2 0,4 10-2 16,0 0-7-16,0 0 41 0,0 0 22 15,10 19 17-15,1 9 10 0,4 17-9 16,6 6-14-16,10 7-5 0,10 16 7 0,7 0-14 15,6-2-20-15,0-3 0 0,-4-5-9 16,2-5-6-16,-12-12-8 0,13 13-8 16,-11-16-6-16,1-3-4 0,-4-4-4 0,-3-4-6 15,-9-8-1-15,-4-3-7 0,-5-7 1 16,-7-3-4-16,-4-1 0 0,2-3-3 0,2-4-6 16,-8 2 1-16,3 0-2 15,-2-3-19-15,-4-3-32 0,5 3-82 0,-5-3-109 16,0 0-112-16,0 0-167 0,5 6-140 15,-5-6 53-15,0 0-323 0,-12 13-393 0</inkml:trace>
  <inkml:trace contextRef="#ctx0" brushRef="#br0" timeOffset="163799.2">18264 15334 2602 0,'-16'-11'200'0,"14"1"-17"16,1-2-1-16,1 5-6 0,3-5-9 0,6-3 0 16,5 2-3-16,-1 0-8 0,5 2-10 15,-3 6-22-15,-2 1-5 0,2 4-15 16,1 4-6-16,1 4-10 0,-2 6 6 16,5 6 9-16,-7 7 16 0,-4 6 25 15,-4 2 7-15,-2-2 10 0,-3-2 11 0,-3 6 7 16,-2-3 7-16,-1-1-11 0,4-6 7 15,-1-5-10-15,3-5-13 0,-2 0-8 16,2-3-4-16,-2-1-16 0,6-1-14 16,-2-2-7-16,1-3-12 0,3-3-11 0,-1 2-58 15,-5-6-78-15,16 1-88 0,-7 2-83 0,-9-3-89 16,22-10-110-16,-11 6-90 0,1-7-109 16,11-6-160-16,-3-1 60 0,1-6-570 15,-1 2-746-15</inkml:trace>
  <inkml:trace contextRef="#ctx0" brushRef="#br0" timeOffset="164098.97">18827 15234 3519 0,'0'-5'-12'16,"0"5"25"-16,0 0 45 15,0 0 38-15,0 0 37 0,-24 25 26 0,12-9 15 0,5 4 0 16,-5 9-13-16,3 0-15 0,0 0-10 16,5-6-12-16,0 1-10 0,4-7-10 15,4 3-14-15,0-3-10 0,1-3-4 16,4-1-6-16,3-2-5 0,-1-4-7 15,2-4-7-15,3-1-7 0,4-4-4 0,-2-1-11 16,3-7-27-16,10-3-26 0,-12 3-15 16,1 0 7-16,5-6 4 0,-12 3 4 0,-1-1-3 15,-6 2 5-15,-4-1 5 0,-2 1 3 16,-6-8 7-16,-1 2 5 0,-13-8 2 0,6 2 4 16,-8 2-1-16,3 2-3 0,-1 7 0 15,0 6-1-15,-3 2-2 0,-4 1-3 16,-12 4-28-16,1 6-73 0,-1 2-91 0,-1 2-107 15,-5 8-140-15,8-5-232 16,6 2 34-16,1-1 82 0,12-7-288 0,2-2-333 16</inkml:trace>
  <inkml:trace contextRef="#ctx0" brushRef="#br0" timeOffset="164499.44">18199 14904 2616 0,'-59'25'131'0,"7"8"3"0,-10 20 17 0,-1 7 21 15,7 6 21-15,6 9 13 16,13 3 11-16,10 1 12 0,14-14-3 0,11 1-12 16,17-3-16-16,17 11-16 0,22-9-19 15,14-5-18-15,12-3-13 0,8-6-17 0,11-5-6 16,8-6-16-16,1-9-5 0,0-10-37 15,-6-8-39-15,-22-9-34 0,-6-11-17 0,-2-7 7 16,-2-7 0-16,-6-4 5 0,-3-4 5 16,11-14-2-16,-22 3 7 0,8-13 0 0,-21 5 1 15,-2-6 6-15,-10-5 8 0,-8-8 12 16,-6-2 3-16,-7-2 4 0,-13-24 0 0,-13-1 1 16,-12 2-4-16,-14-2 0 0,-9 6-3 15,-10 12-2-15,-5 10-2 0,-4 15-2 16,-4 17 2-16,14 18-4 0,-7 13 0 15,2 8-10-15,-2 11-55 0,-13 11-85 16,3 13-112-16,7 11-117 0,4-3-188 0,1 5-114 16,23-14 63-16,5 1-391 0,4-3-481 15</inkml:trace>
  <inkml:trace contextRef="#ctx0" brushRef="#br0" timeOffset="165882.31">22790 7870 1326 0,'-4'-5'75'16,"2"-2"27"-16,-2-1-11 0,2 2-11 0,-2 0 10 0,4-3-5 0,-2 0 7 0,0 1-5 16,2 0 14-16,0 0 7 0,-1 0-1 0,1-1 4 15,0 3-9-15,0 6 5 0,-2-12-7 16,2 6-9-16,0 6-10 0,0 0-9 16,2-9-7-16,-2 9-3 0,0 0-7 0,23 15 2 15,4-1 4-15,14 9-8 0,15 3 1 16,21 8-1-16,13 4 4 0,11 6-5 0,14 2 0 15,4 3-12-15,10 4 0 0,38 13-1 16,-40-14 1-16,41 16-8 0,2 0 2 0,-4-3-7 16,-35-15-6-16,3-1-5 0,-1 2 4 15,0-7 0-15,-5-1-8 0,-6-2 8 16,-10-7-4-16,-5-2-7 0,-12-1 2 16,-9-3-5-16,-25-10 4 0,-7-2-1 0,-16-3-2 15,-8-1 0-15,-3-5-3 0,-10 1 3 16,-2-6-3-16,-4 2 3 0,1 0 4 0,-4-2-8 15,-8-2-6-15,5 3-30 0,-5-3-54 16,0 0-67-16,0 0-80 0,-13 10-95 0,1-6-199 16,-2 1 4-16,-8 2 70 0,-6 4-143 15,-3 0-97-15</inkml:trace>
  <inkml:trace contextRef="#ctx0" brushRef="#br0" timeOffset="166315.94">25560 9165 1671 0,'13'-4'18'0,"1"4"-5"0,-3 2 8 0,1 2 9 0,-2 1-4 0,-1 1-4 0,-1 5 4 15,0 3 3-15,-7 1 24 0,-1 5 14 0,-1 5 15 16,-10 9 10-16,-5 8 18 0,-9 1 15 15,0 1 16-15,-4-3 12 0,-1 0-2 0,6-5-3 16,4-9 1-16,5 2-5 0,5-7-7 16,5-3-12-16,3-2-12 0,4-3-9 15,3-1-18-15,5-1-2 0,4 2-9 16,4-5-5-16,1-3-10 0,3 0-4 0,1-2-9 16,-3-4-1-16,-1 2-4 0,0-6-6 15,-2 1 0-15,-4-2 1 0,-2-3-2 0,-8-1 8 16,-3-3 8-16,-3-4 21 0,-13-14 9 15,-9-4 16-15,-7-4 2 0,-3-1 9 0,-4 3 3 16,-1-1 2-16,-3 2-1 16,6 2-4-16,2 2-13 0,10 6 0 0,2 3-12 0,10 6-5 15,4 3-9-15,6-1-12 16,3 4-8-16,5-1-15 0,4 3-41 0,6-1-62 16,4 2-83-16,3 2-103 0,3 4-100 15,-5-1-128-15,7 4-191 0,0-1 34 0,-1 3 66 16,-3-1-381-16,13 2-432 0</inkml:trace>
  <inkml:trace contextRef="#ctx0" brushRef="#br0" timeOffset="166598.44">25876 9244 2505 0,'-1'-6'9'16,"1"0"9"-16,0 6 2 0,8-14-3 15,-1 9 3-15,6-2-5 0,3 0-1 0,-1 2 0 16,2 1 2-16,6 4 0 15,0 2-2-15,1 5 0 0,7 3 5 0,-2 4 6 16,-3 5 6-16,-4 2 21 0,-11-1 22 16,-6-1 29-16,-1 3 26 0,-10 4 25 0,-3 6 19 15,-7 0 21-15,4-1 10 0,-4-2 1 16,-1-2-10-16,8-7-11 0,1-2-3 16,4-7-12-16,0 1-11 0,8 1-17 0,1-5-10 15,8 1-15-15,-1-3-11 0,8-2-12 16,5 0-51-16,2-4-67 0,12-2-87 0,1-4-116 15,1-2-124-15,-2-3-146 0,1 1-160 16,0-2 44-16,10-5-435 0,-2-4-521 16</inkml:trace>
  <inkml:trace contextRef="#ctx0" brushRef="#br0" timeOffset="166998.51">26041 8844 2870 0,'-82'7'-54'16,"8"5"41"-16,-23 15 39 0,-5 11 41 0,-4 10 43 16,-1 12 45-16,2 6 30 15,10 10 12-15,7 7 9 0,12 4 12 0,15 5-9 16,16 1-7-16,16 3-8 0,15 1-21 16,18-13-9-16,19 12-18 0,19-8-18 0,19-3-10 15,17-7-11-15,11-8-13 0,10-3-9 16,14-11-9-16,2-10-6 0,1-12-7 0,-1-12-12 15,2-7-8-15,-3-14-34 0,-5-8-24 16,-6-10 2-16,-10-7-3 0,-3-7 2 0,-4-6 0 16,-9-14 1-16,-5-3 3 0,-8-12 2 15,-6-4 1-15,-11-7 1 0,-9-6 0 16,-14-11 4-16,-8-6-4 0,-16-7 2 0,-16-3-2 16,-14-2-1-16,-15 1 4 0,-9 5-2 15,-11 9-2-15,-10 7 1 0,-11 13-2 16,-9 16 1-16,-7 20 1 0,-2 14 0 0,-4 15-4 15,22 14-55-15,-14 12-87 0,7 11-118 16,8 14-125-16,12 2-237 0,10 6-26 16,17-13 65-16,9 4-403 0,11 1-473 0</inkml:trace>
  <inkml:trace contextRef="#ctx0" brushRef="#br0" timeOffset="168348.21">22942 7832 2618 0,'6'-7'-97'0,"-6"7"30"0,4-5 22 0,-4 5 18 0,0-6 13 0,0 6 21 0,0 0 21 16,0-10 15-16,0 10 1 0,0 0 2 15,-4-8 1-15,4 8 2 0,0 0 2 0,-4-6-6 16,4 6-4-16,0 0-4 0,0 0-1 16,0 0 0-16,0 0 7 0,-17 34-1 0,7-2 20 15,-5 22-5-15,-2 8 39 16,-6 21-4-16,0 6-3 0,-1 6-11 0,-3 4-5 16,0-1-9-16,0-3-1 0,2-5 0 15,2-1-14-15,7-18 4 0,2 1 20 0,5-4-4 16,-1-6-3-16,2-6-10 0,3-2-2 15,1-15-6-15,-2-4-4 0,6-8-1 16,-3-8-7-16,1-2 0 0,2-5 41 0,-2 0 26 16,0-2 17-16,0-3 14 0,0 0 6 15,2 0-4-15,0-7-16 0,-4 7-12 16,4-7-12-16,0 0-10 0,0 0-9 0,0 0-9 16,0 0-7-16,0 0-10 0,0 0-44 15,0 0-62-15,0 0-90 0,0 0-95 0,0 0-107 16,0 0-100-16,0 0-198 0,0 0 18 15,-19 0 72-15,12 5-346 0,-7 5-384 0</inkml:trace>
  <inkml:trace contextRef="#ctx0" brushRef="#br0" timeOffset="168815.17">22100 9786 2796 0,'0'0'103'0,"0"0"-16"0,0 0-8 0,0 0-5 0,-23 15-4 0,12-1 0 0,-5 11 16 16,1 1 11-16,-1 1 2 0,3 2-3 15,1 0 4-15,1 2-9 0,4-4-6 0,3-5-12 16,4-4-2-16,2 2-4 0,4-3-6 15,1 0-11-15,3-1 5 0,1-2-6 0,7-1-4 16,-5-5-6-16,6-3-2 16,3 0-5-16,0-5 0 0,1-2-6 0,2-1-1 15,7-7-2-15,-2-2-8 0,-1-2 3 16,0-3-2-16,-5 0-2 0,-1 0-3 0,-6 2 4 16,-4 2-4-16,-2 5-4 0,-4 0-1 15,-2 2-4-15,1 2-2 0,-2 1 2 0,-4 3-2 16,0 0 4-16,0 0 3 15,0 21 5-15,-2-9 0 0,0 3 2 0,0 3 10 0,0 0-3 16,0 2 2-16,2 5-6 0,0-1 0 16,2 0-2-16,-2 0-3 0,2-4 1 15,0 0 0-15,0-2-7 0,0-1 1 0,-2-1 1 16,0-4-4-16,2-3-51 0,-2 3-62 16,0-4-65-16,1-1-78 0,-1-7-91 15,2 2-128-15,-2-2-102 0,0 0 36 0,0 0-299 16,23-17-322-16</inkml:trace>
  <inkml:trace contextRef="#ctx0" brushRef="#br0" timeOffset="169181.03">22912 9801 2363 0,'4'-15'32'16,"-3"6"32"-16,1 1 22 0,-2 0 6 0,0 8 23 15,-2-4 15-15,2 4 6 16,0 0 16-16,-19 0 4 0,8 8 9 0,-9 1 10 15,4 3 3-15,-7 3 5 0,0 3-10 16,1 3-9-16,0-2-13 0,8 0-15 0,3-4-12 16,8 2-12-16,1-3-11 0,4 1-9 15,3 4-5-15,6-1-6 0,12 3-9 0,0-2-8 16,4 1-9-16,0-5 0 0,0 3-11 16,-9-6-1-16,0-3-7 0,-3 2-11 15,-2-1 1-15,-1-3-2 0,-5 2 0 0,-1-1 25 16,-6 1 24-16,0-2 19 0,-2 3 11 0,-6-2 8 15,1 4 1-15,-4-3-9 0,-1 1-2 16,-1 0-11-16,-3-4-5 0,0 2-14 16,-4 1-8-16,4-3-4 0,-2-2-7 0,-2-2-12 15,0 0-48-15,3 0-78 0,-1-2-83 16,0-2-111-16,-2-2-114 0,4 0-137 16,0-4-229-16,-3-1 50 0,4-1 80 15,0-2-510-15,5 0-608 0</inkml:trace>
  <inkml:trace contextRef="#ctx0" brushRef="#br0" timeOffset="169581.45">22467 9268 3203 0,'-39'-7'-21'0,"-6"5"9"0,-16 9 12 16,0 8 21-16,-18 19 28 0,-1 13 37 15,2 15 31-15,-1 10 15 0,9 8 19 0,5 9 11 16,8 6 17-16,11 4 6 0,10 0 2 16,13 3-15-16,12-5-2 0,13-18-16 0,14 13-11 15,13-3-15-15,14-9-13 0,14-9-9 16,15-7-9-16,12-10-7 0,7-7-8 0,12-7-9 16,2-8-7-16,3-10-4 0,1-10-7 15,-21-9-8-15,2-10-2 0,18-6-16 16,-9-12-15-16,-3-3-12 0,-9-8-5 15,-7-8-3-15,-3-5-3 0,-9-9-2 0,-9-6 0 16,-5-7-1-16,-15-9 4 0,-8-7 1 16,-14-7-2-16,-11-6 2 0,-16-5-3 0,-10-7-1 15,-17 0 2-15,-10 1-2 0,-11 12 0 16,-10 12-2-16,-14 14 1 0,-10 15-3 0,-3 19-4 16,-7 17-22-16,14 17-26 0,-2 6-36 15,-17 16-44-15,3 10-62 0,10 11-76 0,6 9-90 16,14 5-199-16,9 2-71 0,23-11 69 15,6-4-401-15,13 1-455 0</inkml:trace>
  <inkml:trace contextRef="#ctx0" brushRef="#br0" timeOffset="170998.25">22869 10948 2624 0,'5'-8'-60'15,"-5"2"25"-15,0 6 15 0,-5-8 26 0,5 8 12 0,-2-9 6 0,2 9 2 0,-7-3 5 16,7 3 1-16,0 0 2 0,-21 8 5 0,4 4 9 15,-4 12 14-15,-6 14 6 0,-1 5 24 16,-3 5 12-16,-1 1 1 0,-2 5-2 0,-8 14 10 16,10-13-6-16,-1 0 2 0,5-4 4 15,1 1-9-15,4-8-11 0,0-1-7 0,8-9-9 16,-1-4-7-16,3-1-7 0,1-1-4 16,3-10-7-16,2-1-7 0,1-1-3 0,1-4-3 15,-2-3-3-15,2 1-4 16,1-2-5-16,-4-1-2 0,7 0-4 0,-3-2-20 15,-3 0-40-15,7-5-78 0,-5 4-73 16,5-4-79-16,0 0-106 0,0 0-181 0,-8-17 3 16,10 8 60-16,4-3-195 0,-1-4-183 15</inkml:trace>
  <inkml:trace contextRef="#ctx0" brushRef="#br0" timeOffset="171331.69">22975 10928 2179 0,'0'-7'136'16,"0"1"2"-16,0 6-15 0,0-6-19 0,0 6-7 16,0 0-8-16,0 0-11 0,14 29-1 15,4 0 22-15,5 10 19 0,4 7 1 0,5 2-10 16,2 3-9-16,17 15-8 0,3-2-10 15,3-3-6-15,4 0-5 0,2-7-11 0,0-1-5 16,-13-12-7-16,-3-5-2 0,-1 0-6 16,-6-3-2-16,-6-6-5 0,-7-5-5 0,-4-5-2 15,-8-2-4-15,-2-5 7 16,-2-3-6-16,-2 0 3 0,-4-3-1 0,3 0-5 16,-5 0 0-16,-3-4-5 0,10 2-7 15,-10-2-24-15,0 0-63 0,0 0-67 0,8-14-75 16,-8 14-108-16,-4-10-206 0,4 10-18 15,-6-9 57-15,-4 6-210 0,1-2-198 0</inkml:trace>
  <inkml:trace contextRef="#ctx0" brushRef="#br0" timeOffset="172413.57">22092 11993 1910 0,'6'-10'9'0,"-6"10"23"0,0 0 14 0,0-7 18 0,0 7 24 0,0 0 21 15,4-6 20-15,-4 6 9 0,1-6 5 16,-1 6-1-16,2-6-16 0,-2 6-14 0,0 0-8 16,6-7-11-16,-6 7-9 0,0 0-16 15,5-4-3-15,-5 4-4 0,0 0-12 0,0 0 0 16,0 0-12-16,0 0 0 0,0 0 3 15,0 0-4-15,0 0-9 0,0 0-5 0,0 23 7 16,-3-12-5-16,3 4 2 16,0-1 3-16,0-2-2 0,3 3-6 0,-3 2 5 15,1-2-2-15,5-1 1 0,-2 1-3 16,-1-2-3-16,1-2 4 0,0 0-13 0,-1-1 5 16,4-2 1-16,-3-1-1 0,-1 0 0 15,1-1 0-15,1-1 0 0,1 0 1 0,0-4 0 16,-6-1-3-16,15 2 1 0,-15-2-6 15,20-5-3-15,-11 1 2 0,4-6-2 0,-3 0 0 16,-1-2-2-16,0 2-2 16,3-2 4-16,-4 0 0 0,-1 3-6 0,-1 2 2 0,-2 0 1 15,2 1-8-15,-2 4 1 16,-4 2 4-16,0 0-1 0,0 0-2 0,0 0 12 16,3 22-5-16,-1-10 22 0,0 2-4 15,0 1 0-15,0 4 16 0,1-2 1 0,-1 2-4 16,5-1 2-16,-4 1-2 0,3-2-6 15,0-3-1-15,-3 2-10 0,1-3 6 0,2-3-3 16,-4 0-1-16,4-1-2 0,-4-1-5 16,-1-1-13-16,3-2-43 0,-2 0-54 0,-2-5-76 15,2 7-84-15,-2-7-110 0,0 0-162 16,0 0-23-16,0 0 31 0,0 0-218 16,0 0-231-16</inkml:trace>
  <inkml:trace contextRef="#ctx0" brushRef="#br0" timeOffset="172747.33">22532 12094 1987 0,'0'0'53'0,"0"0"15"0,-25 17 9 0,16-5 11 0,-2 6 11 0,-1-2 17 0,-5 11 16 0,5-1 13 0,3-3 20 16,3-6-1-16,3 1 0 0,1-3-15 0,2 1-9 15,2 0-10-15,3-3-12 0,4 3-8 16,5-3-13-16,3-2-16 0,2-4 2 16,-1-2-10-16,2-3-7 0,2-1-9 0,2-4-8 15,1-1-8-15,-1-1-20 0,0-3-5 16,-3-1-1-16,-5 1-4 0,2-4-1 16,-9 0-3-16,1 0-3 0,-8-5-2 15,-2 3-4-15,-2-1 6 0,-2-2-1 0,-6-5 0 16,-1 5 1-16,-6-5-6 0,0 7 0 15,2 2-6-15,-5 5-25 0,2-1-43 0,-5 2-59 16,-1 4-60-16,2 1-85 0,1 1-118 16,-2 1-161-16,0 0 26 0,-1 1-259 0,4 3-281 15</inkml:trace>
  <inkml:trace contextRef="#ctx0" brushRef="#br0" timeOffset="173181.23">22148 11672 2258 0,'-25'8'47'0,"-6"5"15"0,-5 16 10 16,-4 4 26-16,-2 14 27 0,-6 16 15 0,3 7 30 15,2 3 5-15,9-1 6 0,9-6-2 16,5-4-6-16,4 6-8 0,11-4-8 15,5 0-4-15,5-6-9 0,13-2-10 16,7-6-11-16,11-5-11 0,9-5-12 0,10-5-7 16,6-9-13-16,8-4-38 0,4-8-47 15,2-7-49-15,6-9-34 0,-3-5-29 0,-2-7-13 16,14-9 7-16,-24 0 9 0,13-11 8 16,-22 2 16-16,-6-1 10 0,-5-6 7 0,-3-5 18 15,-8 0 23-15,-9-6 10 0,-2-7 14 16,-11 1 7-16,-13-10 15 0,0-4-4 0,-12-3 4 15,-6-14 0-15,-7 0-2 16,-2 7-7-16,0 19 3 0,1 8 0 0,-7 7-2 0,-3 10 0 16,-2 11-1-16,1 14-2 15,1 5-3-15,-3 9-11 0,-1 7-38 0,-4 9-62 16,9 1-84-16,3 6-128 0,9 1-226 16,6 0 31-16,3 0 57 0,13-4-142 0,4-3-103 15</inkml:trace>
  <inkml:trace contextRef="#ctx0" brushRef="#br0" timeOffset="173663.84">24017 11780 1817 0,'-19'0'45'0,"4"0"-3"0,-3 3 11 15,0 0 24-15,-13 8 24 0,1 1 28 0,-3 0 17 0,3 3 13 0,-3 4 2 0,3-2-10 16,1 2-12-16,6 0 2 0,7-4-2 15,4 1 3-15,2-3-14 0,8-1-8 16,2 2-7-16,2-1-9 0,8 2-12 16,7 7-6-16,7-1-12 0,3 1-10 0,3-1-1 15,7 4-7-15,-6-3-9 0,-1-1-2 16,-2-1-6-16,-1-1-2 0,-4 1-9 16,-5-6 2-16,-7 1 2 0,-4-1 26 0,-3-5 15 15,-3 3 18-15,-4 0 10 0,-1 2 11 16,-3-3 7-16,-6 4 2 0,-1-4-3 0,-3 2-5 15,0-3-12-15,-3-1-9 0,2-1-11 16,0-3-9-16,2-1-3 0,-4-1-13 16,7-3-17-16,-1 0-58 0,2-2-76 0,-2-1-107 15,3-2-110-15,3-3-115 0,4-1-142 16,0 0-98-16,6-4 57 0,2 1-450 16,6-2-531-16</inkml:trace>
  <inkml:trace contextRef="#ctx0" brushRef="#br0" timeOffset="173996.96">24240 11997 2801 0,'0'0'42'0,"-14"-6"17"0,14 6 3 0,-21 2 26 0,5 8 33 16,-11 3 24-16,2 5 20 16,0-1 5-16,3 5 0 0,0-2 6 0,9-2-15 15,3-1-14-15,7-2-12 0,-1 0-15 16,4-1-9-16,7 3-10 0,7-1-6 0,8 1-12 15,9-2-8-15,1-5-8 0,5-3-8 16,3-1-10-16,-6-6-22 0,6-2-12 0,-3-2-9 16,-3-3 1-16,-7 3 1 0,-7-4-1 15,-4 3 0-15,-3-4-2 0,-6-2 8 0,-2-1 8 16,-5-4 5-16,-3-1 7 0,-10-12 1 16,-2 0-6-16,0 2 0 0,-3 2-1 0,-2 5-5 15,-2 1-4-15,6 6-2 0,-2 3-4 16,1 0-1-16,0 6-16 0,-1 1-45 15,0 6-76-15,0-1-90 0,2 6-104 16,-4-1-126-16,3 2-197 0,2 0 31 0,1-1 65 16,7 0-340-16,1-3-370 0</inkml:trace>
  <inkml:trace contextRef="#ctx0" brushRef="#br0" timeOffset="174383.3">24013 11623 2641 0,'-48'17'51'15,"-5"11"12"-15,-13 14 30 0,-3 16 40 0,-2 7 36 16,7 7 3-16,3 3 13 0,5 2 2 16,13 2-4-16,8 0-9 0,14-14-13 0,11-1-14 15,12-3-12-15,12-3-12 0,13 0-10 16,12-9-11-16,22 3-12 0,11-8-8 15,5-10-11-15,13-6-6 0,-12-15-8 0,0-4-31 16,2-9-24-16,2-7-17 0,-2-5-12 16,13-10-9-16,-5-4-4 0,-8-4 0 15,-19-1 7-15,8-12 4 0,-21 3 4 0,-7-7 3 16,-6-4 0-16,-10-5 7 0,-9-7-2 16,-9-9 6-16,-9-3-1 0,-16-24 1 15,-10-1 1-15,-10 1-5 0,-9 8 5 0,-5 15 3 16,-4 12-1-16,-5 14-2 0,8 23 2 15,-8 8 1-15,-4 12-1 0,-1 8 2 0,-4 13-6 16,2 5-49-16,3 5-85 0,6 5-103 16,7 3-124-16,7-1-234 0,11-2 41 0,11-6 57 15,5 1-259-15,11-7-258 0</inkml:trace>
  <inkml:trace contextRef="#ctx0" brushRef="#br0" timeOffset="175364.17">26204 10311 2230 0,'4'-12'37'0,"1"4"18"0,-3-1 19 0,-1 5 18 15,-1-2 6-15,0 6-7 0,0-7-10 0,0 7-12 16,0 0-8-16,0 0 8 0,-10 21 57 15,-3 15 18-15,-10 17 12 0,-7 24-9 0,-3 7 4 16,-3 4-6-16,0 3-13 0,-1 4 11 16,5 0-1-16,2-4-14 0,4-2-7 15,1-6-5-15,7-15 10 0,3-6-9 16,0-6-12-16,6-3-9 0,-4-3-11 0,6-14-7 16,2-3-10-16,-1-8-6 0,0-4-8 15,5-4-9-15,-4-5-3 0,1 0-4 0,2-2-3 16,1-3-2-16,-1 0-26 0,0-2-59 15,2-5-96-15,-6 4-116 0,6-4-102 16,0 0-138-16,0 0-137 0,-14-11 39 0,14 11-426 16,-5-6-502-16</inkml:trace>
  <inkml:trace contextRef="#ctx0" brushRef="#br0" timeOffset="175679.96">25557 11976 3164 0,'-11'0'161'0,"2"0"19"16,9 0 16-16,-13 0 6 0,13 0 2 15,0 0-1-15,0 0-15 0,0 0-16 0,0 0-16 16,0 0-13-16,0 0-17 0,31-14-15 16,-13 14-9-16,2 2-11 0,-1 0-11 0,3 5-9 15,7 7-4-15,-6 4-9 0,-2 2-3 16,-4 2-7-16,-3 6-3 0,-3-1-7 0,-4 4 1 15,0-6 10-15,-3-1-2 16,-3 2-1-16,1 1 12 0,0-4-4 0,-2 2-5 16,0 0-7-16,0-5-5 0,2-1-3 15,-2-2-3-15,0 1-5 0,0-3-5 0,2-3-68 16,0-2-72-16,-2-1-100 0,1-1-102 16,-1-1-102-16,0-7-153 0,6 5-112 15,-6-5 48-15,0 0-503 0,0 0-611 0</inkml:trace>
  <inkml:trace contextRef="#ctx0" brushRef="#br0" timeOffset="176080.12">26118 12175 3130 0,'0'0'103'16,"-7"-4"21"-16,7 4-16 0,0 0-8 15,0 0-9-15,-15 6-11 0,9 1 0 0,0 1-6 16,3 4 2-16,-3-2 13 0,2-1-4 16,4 3-13-16,0 3-1 0,0-3-7 0,2-1-1 15,6 3-8-15,-1-2-4 0,1 0 0 16,3-1-9-16,2-1 0 0,3-2-6 0,2-1-1 16,-4-3-8-16,8 0-5 15,-2-2-3-15,1-2-7 0,0-2-12 0,6-2-8 0,-5-1-4 16,2-2 7-16,-5-4-2 15,6-4 2-15,-10-2-2 0,-6 0 5 0,-3-2 0 16,0-4 11-16,-8 0 10 0,-3-12 3 16,-8 3 5-16,2 0 8 0,-6 5-5 0,0 3 1 15,0 8-8-15,0 3-5 0,-10 0 2 16,6 2-4-16,0 5 0 0,0 4-1 0,0 0-1 16,0 4-4-16,-2 0-3 0,3 4-44 15,-2 1-89-15,3 1-114 0,2 1-124 16,1 0-225-16,2-2-18 0,0 1 66 0,3 1-331 15,0-2-354-15</inkml:trace>
  <inkml:trace contextRef="#ctx0" brushRef="#br0" timeOffset="176563.41">25729 11606 2418 0,'-50'29'-6'0,"-11"19"18"0,0 14 27 0,0 7 30 0,2 13 34 15,5 1 25-15,7 1 14 0,4 0 31 0,11 2-9 16,17-16 18-16,9 2-13 0,12-1 0 16,13-1-14-16,20 11-11 0,11-7-15 0,15 1-13 15,14-9-14-15,8-2-12 0,9-12-10 16,2 2-8-16,4-11-11 0,-1-10-5 0,-2-7-15 16,-21-12-16-16,-2-8-20 15,-5-6-6-15,-3-8-2 0,-7-1-2 0,-3-13 1 16,-9-7 5-16,-5-5-3 0,-8-9 5 15,-6-8-1-15,-6-10-1 0,-10-11 2 0,-2-25 3 16,-12 15-7-16,-12-27 4 0,-6 0-3 16,-11 1 5-16,-10 3-1 0,-8 9-4 0,-8 12-4 15,-6 14 0-15,-7 18 1 0,-7 17 5 16,10 14-4-16,-7 11-4 0,-1 11-3 0,1 5-57 16,4 7-88-16,3 6-107 0,4 7-151 15,7 3-199-15,10 3 40 0,4 1 80 0,8 0-277 16,5 4-258-16</inkml:trace>
  <inkml:trace contextRef="#ctx0" brushRef="#br0" timeOffset="177064.03">26136 12772 2415 0,'6'-15'154'0,"-5"4"-16"0,1 1-16 0,-2 3-10 0,0 7-14 0,0 0-7 0,0 0-7 0,-36 26 50 16,4 8 22-16,-10 12 14 0,-17 24 11 0,-4 7-6 15,1 4 13-15,-8 7-7 16,4 5 8-16,-1-3-12 0,4 2 5 0,2-9-14 15,4-4 6-15,5-1-12 0,7-7-22 16,13-17-15-16,3-1-12 0,4-7-8 0,8-3-10 16,2-8-17-16,6-8-7 0,0-6-10 15,2-4-6-15,1-4-8 0,3-2-38 0,-1-1-40 16,-1-3-43-16,4-2-51 0,-1 0-77 16,2-5-76-16,0 0-71 0,-8 4-88 15,8-4-111-15,0 0-102 0,0 0 37 0,0 0-422 16,-16-4-509-16</inkml:trace>
  <inkml:trace contextRef="#ctx0" brushRef="#br0" timeOffset="177564.1">25090 14403 2709 0,'10'-5'22'0,"-7"3"35"16,-3 2 8-16,6-5-4 0,-6 5-5 15,0 0 17-15,0 0 15 0,0 0 31 0,-23 29 19 16,6-5 9-16,-6 3 1 0,-4 10 9 15,-3 2 3-15,-3 1 9 0,1 1 4 16,0 5 4-16,-3-5-1 0,5 1 1 0,1-4-5 16,4 0-8-16,9-7-9 0,2 0-14 15,5-4-6-15,5-1-10 0,4-7-7 0,4-3-5 16,1-1-12-16,6 0-12 0,5-5-11 16,2 1 7-16,6-4-32 0,1-4-23 0,1-1-31 15,1-4-26-15,0 0-15 16,0 0-10-16,-3-4 3 0,6-6 2 0,-7 2 1 15,-7-1 7-15,-5 1 3 0,-4 3 5 16,-1-3 7-16,-3-1 0 0,-6 0 4 0,-3 0 4 16,-3 0-1-16,0 3 3 0,-3-1 4 15,-3 3 1-15,1 0-4 0,1 4 1 0,1 0-4 16,1 0-54-16,11 2-55 0,-18 0-81 16,18 0-90-16,-18 4-97 0,13-2-147 0,5-2-106 15,-12 4 34-15,12-4-408 0,0 0-494 16</inkml:trace>
  <inkml:trace contextRef="#ctx0" brushRef="#br0" timeOffset="177898.02">25500 14676 3199 0,'0'0'219'0,"0"0"-13"0,-46 17-4 0,19 1 10 0,3 1 10 0,-3 2 7 15,4 1-6-15,0 0-7 0,4 3-24 0,7-4-13 16,6-4-17-16,6 1-19 16,4-3-15-16,6 3-14 0,13 2-18 0,1-4-29 0,3-4-42 15,2-6-36-15,-2-2-36 16,1-2-29-16,1-4-9 0,7-6 3 0,-7 4 9 16,-6-3 5-16,-3-1 8 0,-4-2 19 15,-3-1 17-15,-7-1 21 0,-2-4 15 16,-4 3 11-16,-7-7 6 0,-4 1 10 0,-3-5 2 15,-6 3 0-15,-1 4-4 0,2 3-3 16,0 5-6-16,1 5-3 0,4-2-6 0,-4 4-11 16,5 1-52-16,0 1-66 0,1 1-102 15,-1 1-113-15,-1 4-135 0,3-4-222 0,-1 4 48 16,7-5 61-16,-3 3-366 0,8-4-418 16</inkml:trace>
  <inkml:trace contextRef="#ctx0" brushRef="#br0" timeOffset="178298.41">25046 13837 2895 0,'-70'55'169'0,"-13"17"13"0,-1 21 20 0,-22 37 29 16,7 7 18-16,10 2 14 0,25-34 12 15,11 3 2-15,13-4-1 0,7-1-20 0,19-4 0 16,15-24-30-16,21 15-20 0,14-8-13 16,21-10-26-16,9-11-17 0,17-14-18 15,3-9-12-15,9-12-23 0,2-9-24 0,-18-13-25 16,5-8-22-16,20-10 2 0,-5-4-7 16,-4-8-4-16,-4-11-18 0,-5-4-6 0,-6-8-13 15,-7-8-3-15,-11-11 1 0,-6-8 7 16,-9-13 2-16,-8-5 4 0,-9-15-2 15,-8-5 2-15,-10-6 4 0,-12 0 0 0,-13 5 4 16,-14 11 4-16,-17 12 2 0,-17 14-7 16,-7 16-6-16,-16 15 4 0,-13 16 0 15,-8 14 0-15,13 17-33 0,-24 14-60 0,-4 14-80 16,6 7-113-16,7 10-132 0,4 7-169 16,10 6-155-16,3 7 48 0,16 2-602 15,7 7-758-15</inkml:trace>
  <inkml:trace contextRef="#ctx0" brushRef="#br0" timeOffset="184194.79">25342 1637 1088 0,'-11'-12'103'0,"0"0"-28"0,-2 0 1 0,-10-3-3 0,-4-1-20 0,-5 1 2 0,-4 3-1 0,-2 2-1 16,-6 3 8-16,-8 4 12 0,-16 11 3 15,-4 8 10-15,-28 18 7 0,1 10 11 16,-5 9 4-16,-3 5 4 0,-2 4 3 15,10 7-3-15,2 8-3 0,5 2 25 16,13 4-2-16,9 2-1 0,11 2-16 0,20 1 1 16,12-2-7-16,19-18-6 0,14 2-8 15,17 13-1-15,19-4-26 0,15-4-1 0,21-8 16 16,10-5-7-16,15-6-11 0,8-11-3 16,6-13-7-16,1-8-7 0,4-13-8 0,-2-10-9 15,2-13 1-15,-5-8-2 0,-7-9-9 16,-5-11 3-16,-5-7-1 0,-14-11 7 15,-1-10 15-15,-14-12 3 0,-13-2 0 0,-12-11 1 16,-14-5-3-16,-8-1-6 0,-19 0-4 16,-12-2-5-16,-16 6-6 0,-13-2-23 15,-14 10-5-15,-15 12-2 0,-17 11-10 16,-10 17 10-16,-7 18 4 0,-10 12-8 0,-6 17-39 16,-5 13-44-16,0 11-70 0,7 7-81 15,4 5-134-15,16 1-265 0,11-2 27 0,29-4 66 16,7 0-154-16,10 2-197 0</inkml:trace>
  <inkml:trace contextRef="#ctx0" brushRef="#br0" timeOffset="194443.4">24289 12814 1933 0,'-7'-6'32'0,"7"6"20"0,0 0 17 0,-6-4 20 0,6 4 20 0,0 0 23 16,0 0 17-16,-3-4 8 0,3 4-4 0,0 0-3 16,0 0 4-16,0 0 4 0,-9-6 7 15,9 6 3-15,0 0 6 0,0 0-5 16,0 0-2-16,0 0-5 0,-5-3-2 15,5 3 1-15,0 0 1 0,0 0 4 0,0 0-7 16,0 0-2-16,0 0-4 0,0 0 4 16,0 0-9-16,0 0-3 0,0 0-2 0,-9-4-5 15,9 4-7-15,0 0 0 0,0 0-6 16,0 0-7-16,0 0-1 0,0 0-9 0,0 0-4 16,0 0-6-16,0 0-6 0,0 0-3 15,-4-8-8-15,4 8-6 0,0 0-3 16,0 0-3-16,0 0-6 0,0 0 3 15,0 0-5-15,0 0-5 0,0 0-5 0,0 0 4 16,0 0 1-16,0 0 5 0,0 0-4 16,0 0 7-16,0 0-64 0,0 0 0 15,0 0 0-15,0 0 0 0,0 0 0 0,-6-7 0 16,6 7 0-16,0 0 0 0,0 0 0 16,0 0 0-16,0 0 0 0,0 0 0 0,0 0 0 15,0 0 0-15,0 0 0 0,0 0 0 16,0 0 0-16,0 0 0 0,0 0 0 0,0 0 0 15,0 0 0-15,0 0 0 0,10 22 0 16,-7-12 0-16,1 2 0 0,-2-1 0 0,1 5 0 16,1 0 0-16,1 1 0 15,-3 0 0-15,1 7 0 0,-3-7 0 0,4 0 0 16,0 0 0-16,-2-2 0 0,-1-3 0 16,-1 2 0-16,2-2 0 0,2 0 0 0,-2-2 0 15,-2 1 0-15,2-3 0 0,-1 2 0 16,-1-3 0-16,3 3 0 0,-1-3 0 0,-2 1 0 15,2-4 0-15,0 4 0 0,-2-8 0 16,2 10 0-16,-2-7 0 0,0-3 0 0,2 8 0 16,-2-8 0-16,0 10 0 0,0-10 0 15,1 6 0-15,-1-6 0 0,0 0 0 0,0 0 0 16,0 6 0-16,0-6-83 0,0 0-279 16,0 0-107-16,0 7-105 0,0-7-141 15,0 0-115-15,-7 8 73 0,0-6-740 16,2 4-943-16</inkml:trace>
  <inkml:trace contextRef="#ctx0" brushRef="#br0" timeOffset="197078.46">24449 13288 3809 0,'0'0'-111'0,"0"0"50"0,0 0 35 0,0 0 34 0,0 0 34 0,0 0 33 16,-7-5 26-16,7 5 16 0,0 0-2 16,0 0-6-16,0 0-8 0,-2-5-5 15,2 5-6-15,0 0-8 0,0 0-2 16,0 0-8-16,0 0-6 0,0 0-8 0,0 0-3 16,0 0-4-16,0 0-6 0,-2-9-2 15,2 9-4-15,0 0 3 0,0 0-4 0,0 0 5 16,0 0-1-16,0 0 4 0,0 0-2 15,-6-6-5-15,6 6-1 0,0 0-1 0,0 0 1 16,0 0-2-16,0 0-2 0,0 0 0 16,0 0-3-16,-9-4-6 0,9 4-1 15,0 0 2-15,-12-5 1 0,12 5 3 0,-11-1 0 16,11 1 4-16,-16-2-1 0,16 2 5 16,-18 0 5-16,18 0-3 0,-27 3 1 15,13 1-5-15,0-1 0 0,0 4 0 0,-1-2 1 16,1 0-4-16,3 0-1 0,-2 2-4 15,1 0-4-15,3 0-4 0,1-2-2 0,-2 3 2 16,7 0-2-16,-1-2 0 0,2 1-1 16,-2 1-2-16,4-8 1 0,0 16-6 15,4-6 3-15,-2-3-1 0,2 1-3 0,-1 2 2 16,4-3-6-16,-2 3 1 0,1-2 0 16,-1 0 1-16,1 3-6 0,0-2 5 15,-2 0 0-15,2-2 0 0,-5 3 6 16,1-2 8-16,-2-1 8 0,0-7 2 0,0 14 17 15,-2-4 11-15,1-3 5 0,1-7 5 16,-4 12-4-16,-2-4-9 0,0-1-2 0,-2-4 0 16,8-3-3-16,-11 7-9 0,3-3-1 15,8-4-4-15,-17 3-8 0,8-1-5 0,9-2-21 16,-17 1-24-16,6-1-24 0,0 2-29 16,11-2-32-16,-16 0-40 0,7 2-42 0,9-2-49 15,-11 2-64-15,11-2-70 0,0 0-79 16,0 0-84-16,-11-6-136 0,11 6 10 0,0 0-511 15,0 0-638-15</inkml:trace>
  <inkml:trace contextRef="#ctx0" brushRef="#br0" timeOffset="197559.33">24653 13319 2968 0,'0'0'-75'0,"-3"-8"44"0,3 8 27 0,0 0 24 0,-18 0 30 0,18 0 27 16,-17 1 20-16,6 3 19 0,-3 1 10 15,-2 0 2-15,0 2 5 0,-1 1-2 16,2-1-8-16,-3 3-21 0,5-1-2 0,4-1-12 16,-1 0-6-16,4-2-13 0,-1 0 4 15,3 0-5-15,2 1-5 0,2 1-4 16,0 0-2-16,0-2-1 0,2-1 3 16,2 3 4-16,0-1 1 0,-1 2 2 0,3-2 4 15,-1 3 5-15,2-2 9 0,-3 2 6 16,-3 1 12-16,3-3 11 0,0 1 13 0,-4-1 11 15,2 1 15-15,-4-1 6 0,0-1-3 0,-2 0-11 16,1 3-8-16,-8-3-11 0,6 0-10 16,-2 0-15-16,-3 1-9 0,2-4-7 15,-3 1-38-15,2-3-28 0,-3 1-60 0,1-1-63 16,11-2-87-16,-20 0-100 0,20 0-99 16,-15-4-106-16,8 1-116 0,-1-1-122 0,8 4 72 15,-11-5-534-15,7 1-661 0</inkml:trace>
  <inkml:trace contextRef="#ctx0" brushRef="#br0" timeOffset="198041.96">24472 13096 3040 0,'-13'0'-75'0,"-1"0"43"0,0 2 32 0,-6 1 36 0,-3 0 43 15,-7 9 48-15,-5 1 34 16,-1 1 22-16,-9 7 13 0,1 6 1 0,0 4-5 16,4 3-7-16,0 6 1 0,4 2 4 15,4 3-6-15,1 2-6 0,6-1-14 0,6 1-13 16,4-2-12-16,8-9-15 0,7 0-15 15,2-6-9-15,3 1-12 0,8-2-5 16,6 0-7-16,17-2-22 0,-9-8-9 0,6-1-10 16,3-5-6-16,1-3-6 0,2-5-7 15,3-2-2-15,0-3-6 0,2-3-3 0,1-4-5 16,7-5 2-16,-1 0 0 16,-3-5-2-16,-2-2 3 0,-5-3 1 0,4-4-3 15,-7-2-1-15,-1-1-2 0,-1-4 0 16,1-6 2-16,-4 1-4 0,-5-2-1 0,-1-3 1 15,-5 2 2-15,1 0-1 0,-11 4 1 16,-8 1-2-16,2 1 4 0,-12-3-1 0,-4 2-4 16,-13-6 0-16,-9 5 0 0,-10 4-10 15,-12 4-16-15,-5 6-29 0,-5 6-48 0,-8 5-81 16,-7 8-104-16,0 2-110 0,-2 7-151 16,1 7-150-16,-12 10 77 0,26-5-487 0,5 0-582 15</inkml:trace>
  <inkml:trace contextRef="#ctx0" brushRef="#br0" timeOffset="202343.27">27223 1642 1011 0,'-6'-22'51'0,"-2"-2"12"0,-9-5-13 0,-4 0-2 0,-13-3-9 15,-4-3 7-15,-10 6 4 0,-6 6-1 16,-5 1 7-16,-8 7-2 15,-1 9-3-15,-6 6 8 0,-6 14 0 0,-24 15 3 0,4 15 6 16,-5 9 4-16,0 8 5 16,1 9-4-16,-2 6 1 0,-16 30-2 0,34-17-3 15,16 4 5-15,11 2 4 0,20 4-6 16,21-2 0-16,22-14-8 0,32 18-3 16,29-5-4-16,52 19 11 0,30-7-4 0,18-8-9 15,26-10-2-15,11-13-4 0,-6-15-11 16,7-8 2-16,-49-25 19 0,3-7 7 0,-7-11 14 15,-4-7 1-15,-11-12 12 0,-15-11 8 16,-11-8 14-16,-8-10 12 0,-22-9 5 0,-9-9-3 16,-14-8-16-16,-11-17-14 15,-13-9-11-15,-15-6-13 0,-19-13-14 0,-10-2-6 16,-20-1-13-16,-22 1 1 0,-35-24-9 16,-17 12-14-16,15 37-17 0,-44-10-18 15,25 37-9-15,-10 19-26 0,-8 14-31 0,4 15-28 16,4 16-47-16,16 11-63 0,5 7-85 15,32-3-147-15,6 7-166 0,12-2 66 0,10 3-176 16,18-5-219-16</inkml:trace>
  <inkml:trace contextRef="#ctx0" brushRef="#br0" timeOffset="203774.09">22698 4600 1966 0,'8'-4'-9'0,"-8"4"19"0,7-6 11 0,-1 4 0 0,-6 2-3 0,0 0-2 0,0 0-1 15,0 0-3-15,0 0 2 0,12 12 0 0,-12-5 0 16,0-1 0-16,0 4 0 0,0-2 2 15,0 3-2-15,0-1-2 0,2 0-1 0,-2-1-2 16,0 3 2-16,0-4-2 0,1 1 0 16,-1 1 1-16,2-3 1 0,-2 1-9 15,2-1-31-15,-2-7-31 0,4 7-76 0,-4-7-67 16,7 2-112-16,-7-2-199 16,0 0-19-16</inkml:trace>
  <inkml:trace contextRef="#ctx0" brushRef="#br0" timeOffset="203941.95">23001 4574 1329 0,'0'0'-71'0,"0"0"32"0,0 0 26 0,2 14 3 16,-4-6 11-16,-3 1 17 0,0-1 9 15,0 4-2-15,-1 1 2 0,3-3-4 16,-3 4-2-16,0-1-2 0,0 0-1 0,0 1-4 16,3-4 0-16,1 2-1 0,-2-2-7 15,0-1-49-15,3-1-89 0,-1-1-161 16,2-7-32-16,0 8 160 0</inkml:trace>
  <inkml:trace contextRef="#ctx0" brushRef="#br0" timeOffset="204275.04">22731 4352 918 0,'-50'15'12'0,"-6"6"5"0,4 8 9 0,-2 0 4 15,2 8 4-15,7 5 2 0,6 0-5 0,7 2 2 16,10 2 2-16,10 0 2 0,10-7 2 16,9 1 6-16,15 6 4 0,14-2 0 15,25 12-5-15,14-9 0 0,14-2-3 16,12-4-2-16,13-7-4 0,8-5 0 0,6-8-3 16,-4-7-7-16,-8-12-3 0,-28-2-3 15,-9-11 22-15,-9-5 26 0,-11-9 10 0,-12-2-3 16,-15-7-7-16,-9-4-6 0,-15 1-9 15,-12-8-4-15,-17-16-6 0,-19-17-6 0,-16 2-7 16,-14 5-3-16,-6 7-7 0,-8 7 2 16,-9 9-5-16,0 10-3 0,-3 13-13 15,20 11-41-15,-3 9-69 0,6 3-91 16,6 6-193-16,8 3-174 0,15 1-70 16</inkml:trace>
  <inkml:trace contextRef="#ctx0" brushRef="#br0" timeOffset="208394.76">16693 10500 1627 0,'0'0'23'0,"0"0"1"0,0 0 14 0,0 0 9 0,-15-7 12 0,15 7 8 16,-8-4 7-16,8 4 10 0,-3-9 14 16,-1 5-8-16,4 4-2 0,-6-8 7 0,6 8-11 15,-1-7-6-15,1 7-7 0,-2-7-3 16,2 7 2-16,-5-7-7 0,5 7 2 0,-2-7-5 15,2 7-5-15,0-7-7 0,0 7 1 16,0-8-3-16,0 8 1 0,5-10-2 16,-3 5-7-16,0-2-2 0,-2 7 0 15,1-11 27-15,1 6-8 0,-2 5 1 0,2-10-10 16,-2 10-2-16,4-8-8 0,-4 8-6 16,0-6-2-16,0 6-3 0,0 0 1 0,3-6-5 15,-3 6 0-15,0 0-2 0,0 0 2 16,12 12-6-16,-6 0 1 0,1 1-3 15,4 6 0-15,7 8 9 0,0 4-13 0,4 8-1 16,3 2 3-16,-2-2-4 0,2-3-1 16,-3 3 6-16,-3-8 1 0,4-2-7 15,-6 2 7-15,2-4-2 0,-2-3-3 16,1-2-6-16,-5-2 7 0,-3-7-2 0,-3-1 1 16,1-4 1-16,-5 2-5 0,6-3 6 15,-8-1-4-15,5 0 4 0,-2 0-7 0,-1-1 7 16,1-1-2-16,-4-4 0 0,6 8 12 15,-6-8-13-15,2 5 7 0,-2-5-5 0,0 0-1 16,4 5-38-16,-4-5-90 0,0 0-83 16,0 0-118-16,0 0-190 0,-10 6-54 0,10-6 67 15,-15 5-166-15,3-2-159 0</inkml:trace>
  <inkml:trace contextRef="#ctx0" brushRef="#br0" timeOffset="210107.13">16798 11300 1787 0,'-2'-6'9'0,"2"6"21"0,-6-7 14 0,6 7 13 0,-1-6 3 0,1 6 7 15,-2-8 13-15,2 8 14 0,-4-6-7 0,4 6 1 16,-2-7-3-16,2 7-8 0,0 0-4 16,-2-7 0-16,2 7 2 0,0 0-6 15,0-7 0-15,0 7-5 0,0 0-5 16,0 0-3-16,0 0-7 0,0-8 1 0,0 8 12 15,0 0-5-15,0 0-5 0,0 0 0 16,0-7 1-16,0 7-8 0,0 0 16 16,0 0-12-16,0 0-7 0,0 0 6 0,0 0-1 15,0 0-1-15,0 0-7 0,0-9-3 16,0 9-3-16,0 0 1 0,0 0-8 0,0 0-1 16,2-7-3-16,-2 7 4 0,0 0-10 15,0 0 3-15,0 0-1 0,0 0-5 16,0 0-1-16,0 0-2 0,0-6-1 15,0 6-3-15,0 0-2 0,0 0 4 0,0 0-4 16,0 0 4-16,0 0-4 0,0 0-4 16,0 0 3-16,0 0 4 0,0 0-4 0,0 0-7 0,0 0 11 15,0 0-10-15,0 0 2 16,0 0-3-16,0 0 4 0,0 0-3 0,0 0 10 16,0 0-3-16,0 0 2 0,0 0-3 15,0 0-2-15,0 0 2 0,0 0-7 0,0 0 7 16,0 0-7-16,0 0 7 0,0 0-2 15,0 0 6-15,0 0-8 0,0 0-1 16,0 0 3-16,0 0 4 0,0 0-7 0,0 0 0 16,0 0-12-16,0 0 18 0,0 0-8 15,0 0 5-15,0 0-1 0,0 0 14 0,0 0-9 16,0 0-1-16,0 0-8 16,0 0 8-16,0 0-5 0,0 0 6 0,0 0-3 0,0 0-1 15,0 0-2-15,0 0 8 16,0 0-10-16,0 0-1 0,0 0 2 0,0 0 1 15,0 0 4-15,0 0 0 0,0 0-6 16,0 0 10-16,0 0-1 0,0 0-5 0,0 0 24 16,0 0 11-16,0 0 2 0,0 0-2 15,0 0-4-15,0 0 2 0,0 0-15 0,0 0-2 16,0 0 3-16,0 0-8 0,0 0 1 16,0 0-1-16,0 0 4 0,0 0-1 15,0 25-2-15,0-13-5 0,-2 0 4 16,2 2-3-16,0 6 2 0,-1-2 2 0,1 1 0 15,-2-1 3-15,0 2-1 0,2-2-9 16,-3 1 5-16,1-1-1 0,2-1-1 0,0-5-4 16,-2 2 6-16,0-1-1 0,2-3-5 15,0 0 4-15,0-3-5 0,0 2 3 0,-1-2-1 16,1-7-1-16,0 12 0 0,0-7-1 16,0-5 0-16,0 8 1 0,0-8-4 15,-2 7 1-15,2-7 0 0,0 0-2 0,0 7-11 16,0-7-57-16,0 0-75 0,0 0-73 15,0 0-95-15,0 0-111 0,0 0-177 16,0 0 31-16,0 0-272 0,0 0-326 16</inkml:trace>
  <inkml:trace contextRef="#ctx0" brushRef="#br0" timeOffset="210489.75">17050 11226 2280 0,'-4'-9'-40'0,"0"2"21"0,-2 0 20 0,6 2 16 0,0 5 15 0,-4-6 13 16,4 6 2-16,0 0-3 0,-1-7-6 0,1 7-5 15,0 0-3-15,0 0-1 0,0 0 0 16,0 0 2-16,-2 26 11 0,2-8 15 0,0 1-10 16,0 6 2-16,-2 2 42 0,2 0-15 15,-2 2-9-15,2-4-2 0,0 4-10 16,0-5-2-16,0 1-2 0,0-4-8 0,0-1-5 16,0-1-3-16,0-5-1 0,0-1-3 15,0-1-3-15,0 1 0 0,2-5-4 16,-2 0-4-16,0-1-1 0,0-1-2 15,0-6-3-15,0 8-4 0,0-8-61 0,0 0-78 16,0 0-111-16,0 0-129 0,0 0-152 16,0 0 33-16,0 0-122 0,0-24-109 0</inkml:trace>
  <inkml:trace contextRef="#ctx0" brushRef="#br0" timeOffset="210957.08">16790 10967 1717 0,'-28'-5'-7'0,"3"3"7"0,-2 2 11 15,-1 2 9-15,-9 4 6 0,-1 7 14 16,-5 9 17-16,2 5 22 0,4 7 14 0,1 7 16 15,5 9 22-15,4 5 12 16,8 4-6-16,4 7 29 0,8 0-15 0,2 1-3 16,12-4 1-16,4 0-17 0,8-1-10 15,10-6-11-15,10 12-12 0,-1-19-5 0,8-3-9 16,15 4-5-16,-3-13-11 0,5-8-8 16,18-1-1-16,-10-7-9 0,1-7-8 0,3-5-2 15,1-9-3-15,-3-8-3 0,8-7 0 16,12-11-5-16,-3-5-5 0,-10-5 1 0,-6-7-2 15,-7-8-1-15,-10-9-5 0,-7-7-4 16,-11-8 1-16,-10-5-5 0,-8-11 0 0,-13 15-2 16,-12-7-1-16,-9-17 0 0,-14 4 0 15,-9 3-1-15,-14 13 0 0,-12 10 0 16,-13 17-10-16,-6 14 2 0,-7 13 0 0,5 18-2 16,-1 8 3-16,1 6-40 0,-15 12-76 15,9 9-93-15,2 5-138 0,28 0-274 16,3-4 40-16,6 3 78 0,7 2-221 15,4-2-217-15</inkml:trace>
  <inkml:trace contextRef="#ctx0" brushRef="#br0" timeOffset="-211138.3">17839 4696 2288 0,'-18'17'139'0,"-3"2"17"0,3 0-11 0,-2-4-14 16,7-1-16-16,5-2-8 0,2 1 11 0,3-4 8 0,5 1 18 16,3 0 15-16,11-3-5 0,20-1-5 15,27-3-14-15,12-6-13 0,33-6-11 0,14-4-13 16,7-6-10-16,7-7-10 16,-3 0-34-16,-8-4-18 0,-14 1-8 0,-16-4-10 15,-32 13-9-15,-9 1-10 0,-18 7-26 16,-9-3-41-16,-10 7-47 0,-8 4-25 15,-7 4-25-15,-2 0-24 0,0 0-42 0,0 0-60 16,-36 17-107-16,19-5-164 0,-12 6 62 16,0 1-120-16,2 2-127 0</inkml:trace>
  <inkml:trace contextRef="#ctx0" brushRef="#br0" timeOffset="-205309.31">17276 7020 1750 0,'-3'12'-10'0,"-1"1"29"0,0-1 17 0,4-3 19 0,2-1 23 0,4 1 37 0,-1-4 19 15,9 0 12-15,6-3-3 16,9-2 2-16,21-5-9 0,16-7-13 0,11-4-9 16,24-6-13-16,1-5-10 0,4-4-9 15,-9-1-16-15,-4 1 4 0,-9-6-15 0,-21 10-8 16,-8 1-3-16,-9 2-26 0,-16 9-43 16,-3-1-48-16,-11 6-77 0,-9 3-92 0,-5 2-115 15,-2 5-161-15,0 0 43 0,-18-3-110 16,3 3-84-16</inkml:trace>
  <inkml:trace contextRef="#ctx0" brushRef="#br0" timeOffset="-202956.69">23655 6531 1874 0,'-10'12'148'0,"5"-4"6"0,5 2 42 0,2-6 47 16,-2-4 24-16,16 5 9 0,2-5 4 0,10-2-9 0,12-5-14 15,21-5-17-15,4-5-24 16,4 0-17-16,3-2-22 0,2-1-16 0,14-6-17 16,-19 4-55-16,0 0-60 0,-7 1-71 15,-3 1-87-15,-7 1-90 0,-8 1-87 0,-14 7-106 16,-7 3-163-16,-8 3-26 0,-7 4 67 16,-4-1-284-16,-4 2-303 0</inkml:trace>
  <inkml:trace contextRef="#ctx0" brushRef="#br0" timeOffset="-201926.78">15539 9821 2591 0,'-6'7'187'0,"2"4"-64"0,4-1 15 0,0-2 13 0,0 1 10 0,0-2-8 0,4-2 13 16,3 2 5-16,3-4 6 0,5 1-3 0,9-3-16 16,15-6-15-16,17-7-12 0,5-3-16 15,1-6-9-15,3-6-15 0,13-7-35 0,-3-5-52 16,-22 8-52-16,0-4-57 0,-9 4-55 16,-6 3-52-16,-9 8-51 0,-8 1-69 0,-4 7-93 15,-12 2-158-15,0 5 58 0,-5 3-272 16,0 2-285-16</inkml:trace>
  <inkml:trace contextRef="#ctx0" brushRef="#br0" timeOffset="-200843.9">18309 9876 2488 0,'0'9'144'0,"0"-1"-19"0,2-1 29 0,-2 0 19 0,2 0 21 0,-2-7 16 0,4 7 17 0,-4-7 12 15,6 6-1-15,-6-6-9 0,20-1-23 0,2-4-13 16,10-4-25-16,6-3-20 0,8-5-11 15,6-2-14-15,-1-1-36 0,-3-1-41 0,-3 1-53 16,-11 6-51-16,1 2-60 16,-13 2-66-16,-2 3-59 0,-5 4-38 0,-5 3-38 15,-10 0-46-15,7 4-68 0,-7-4-123 16,2 11 26-16,-6-3-298 0,2 1-315 0</inkml:trace>
  <inkml:trace contextRef="#ctx0" brushRef="#br0" timeOffset="-198177.5">21410 9206 2549 0,'-10'9'174'0,"1"3"4"0,3-2 5 0,-2 0 11 0,5 0 0 0,1-3 8 16,-2 0 11-16,2 0 9 0,2-7-2 15,8 10-13-15,3-6-18 0,4-4-19 0,10-4-20 16,17-3-13-16,13-8-27 16,4-2-36-16,1-2-44 0,-1-2-47 0,0-2-43 0,-6-3-50 15,-5 3-30-15,-14 4-22 16,-6 5-15-16,-6 3-1 0,-8 3 0 0,-2 4-1 16,-4 0-15-16,-4 2-22 0,-4 2-18 15,0 0-40-15,0 0-107 0,0 0-144 0,-22 22 54 16,15-15-175-16,-2 7-144 0</inkml:trace>
  <inkml:trace contextRef="#ctx0" brushRef="#br0" timeOffset="-196061.16">27392 9578 2252 0,'-6'5'365'0,"2"-3"-14"0,4-2-3 0,0 0 4 0,0 0 17 0,0 0 13 16,23-23-15-16,1 5-27 0,1-5-35 16,14-8-32-16,5-2-27 0,2-2-27 0,1-2-50 15,18-15-95-15,2 0-101 0,0-2-98 16,-5 1-108-16,-13 16-122 0,-2 4-120 0,-8 8-203 16,-10 10-13-16,-12 7 80 15,-5 5-483-15,-5 6-565 0</inkml:trace>
  <inkml:trace contextRef="#ctx0" brushRef="#br0" timeOffset="-193311.23">26887 12039 3209 0,'-8'9'96'0,"0"-2"10"0,3-3 2 0,3 1 24 0,-2 0 30 0,4-5 24 0,0 0 31 15,0 0 16-15,13 7-3 0,5-5-20 16,9-5-21-16,14-3-22 0,16-4-13 16,8-2-14-16,3-5-21 0,6-2-12 15,-2 1-22-15,-4-5-33 0,-1 3-36 0,-6 0-38 16,-6 5-43-16,-5-2-53 0,-16 5-78 16,-4 2-86-16,-5 3-91 0,-7 1-112 0,-5 1-195 15,-4 2 61-15,-2 3 66 0,-7 0-306 16,0 0-343-16</inkml:trace>
  <inkml:trace contextRef="#ctx0" brushRef="#br0" timeOffset="-189594.86">24236 12791 2335 0,'-2'-8'16'0,"2"8"24"0,-4-8 9 0,4 8 19 0,-2-4 16 15,2 4 16-15,0 0 24 0,-2-8 25 0,2 8 17 16,0 0 6-16,-3-5-7 0,3 5-9 16,0 0-11-16,-6-4-12 0,6 4-11 0,0 0-5 15,0 0-7-15,0 0-8 16,0 0-6-16,0 0-10 0,0 0-11 0,0 0-7 15,0 0 1-15,0 0 21 0,0 0 1 0,0 0 1 16,15 18-3-16,-1-3-8 0,-1-2-4 16,10 8-8-16,2-5-3 0,2 5-8 15,-2-3-7-15,9-1-3 0,-7-1-6 16,2 0-3-16,0-4-5 0,-6-2-4 0,-4-3-3 16,2 0 2-16,-6 0-5 0,0-2-2 15,-1-2-1-15,-5 3-1 0,1-5 0 0,0 3-2 16,-5-1 0-16,-5-3 1 0,11 2 17 15,-11-2 6-15,10 3 3 0,-10-3-2 0,0 0-5 16,0 0-8-16,0 0 0 16,0 0-2-16,0 0-3 0,-8-19-4 0,2 11-3 0,-5-2-2 15,2-2-3-15,-7-2 2 0,5 0-3 16,-4 1-5-16,2 1 1 0,-5 3 1 16,5-1-3-16,-1 2 2 0,1 0-5 15,1 0-1-15,1 3 2 0,4-1 2 0,0 2-5 16,-2 2-4-16,9 2 6 0,-11-8-2 15,7 7-1-15,4 1-1 0,-5-6 3 0,5 6-2 16,0 0 3-16,0 0 1 0,0 0-1 16,0 0-3-16,29 16 2 0,-15-3 2 0,2-1-4 15,4 5 2-15,5 0-1 16,-5-1-2-16,-6-3 6 0,8 7-6 0,-7-6 1 16,-2-4-3-16,-2-1 3 0,-2-2 0 15,-4-1-4-15,3-2 2 0,-3 1 4 0,-1 0-2 16,0-2 4-16,-4-3-1 0,0 0 0 15,0 0 0-15,-19 4 4 0,5-4-3 16,-2-4 2-16,-7-3 0 0,-10-3 1 0,3-3 0 16,-4-4-2-16,1-2 2 0,-6-3-2 15,9 4 2-15,2-1 5 0,3 5 8 0,6 3 5 16,2 3 10-16,5 0-3 0,3 3 0 16,0 0 0-16,0 1-3 0,4 0-3 0,5 4-5 15,-9-7 2-15,9 7-4 16,-8-6-5-16,8 6 4 0,0 0-3 0,0 0-5 0,0 0 1 15,42 6 2-15,-19-2-2 16,13 5-3-16,4 1-1 0,2 0-1 0,11 1-3 16,-1 3 1-16,-15-2 3 0,2-3-13 0,-3 3-2 15,-5-2 6-15,-9-3-3 0,-4-3 2 16,-6 2-1-16,2-4 6 0,-4 3-4 16,-3-2 3-16,-7-3 6 0,8 4 8 0,-8-4 4 15,0 0 6-15,0 0 4 0,0 0 1 16,0 0-2-16,-48-7-2 0,27 2-1 0,-1-3-3 15,-9-1 0-15,1-3-6 0,-2-2-4 16,-4-1 2-16,4 1-1 0,0-1-4 0,-1 1 1 16,3-1-4-16,1 1-6 0,9 1 7 15,2 5 4-15,4 0-1 0,0 2 1 16,5 2-11-16,-4-1 4 0,8 2 2 0,5 3-7 16,-15-5-4-16,15 5 2 0,0 0 2 15,0 0 4-15,0 0-6 0,0 0 3 16,0 19 4-16,15-7-4 0,4 5 4 15,8 1-4-15,7-3 1 0,1-1 1 0,8 3-5 16,-2-1 5-16,2 0 0 0,-7-3-12 16,-3 0-8-16,-2-3-5 0,-9-2-8 0,-4-2 2 15,-6-3 3-15,1 1 5 0,-6-1-3 16,0 0 7-16,-7-3 2 0,8 4 3 0,-8-4 0 16,0 0 0-16,0 0 9 0,-22 3 2 15,22-3 5-15,-35-2 1 0,12-3 1 16,-4 0 1-16,-9-3 3 0,-2-4 2 15,2 0-8-15,-2-2 4 0,-10-3 2 0,10 2 1 16,2 1 4-16,3-1 17 0,3 2 7 16,5 3 9-16,8 2 7 0,3 0 4 0,3 4-4 15,-1-2-2-15,3 2-6 0,2 1-9 16,7 3-3-16,-10-4-6 0,10 4-5 0,0 0 0 16,0 0-4-16,0 0 2 0,44 19-5 15,-12-1-4-15,12 3 5 0,0 0-9 0,3 2 4 16,-1-1-2-16,0 1-3 0,-8-6 0 15,2 5-2-15,-8-5-18 0,-5-2-11 16,-5-1 4-16,-6-4-8 0,-2-1 3 16,-5-4-1-16,0 2 10 0,0-2 3 0,-4 0 0 15,-3 0 7-15,-2-5-5 0,0 0 9 16,-10 10 4-16,10-10-1 0,-24 2-2 0,5-4 0 16,-5-2-3-16,0-2 6 0,-13-4-1 15,1-2 2-15,0-3-2 0,0 1-3 16,2-2 4-16,7 1 3 0,-1 0-3 0,5 6 1 15,7 3-1-15,3-1 6 0,4 1-1 16,0 5-7-16,0-4 5 0,9 5-7 0,-9-8 0 16,9 8 5-16,0 0-2 0,0 0-1 15,0 0-3-15,0 0 4 0,56 11 2 16,-20-1 1-16,3 2-6 0,4-2 1 16,6 8 0-16,-7-8-2 0,0-3 0 0,-3 6-1 15,-3-2 2-15,-9-6 3 0,-4-2-4 16,-7 2 0-16,1 0 6 0,-5-3-3 0,-3 2 4 15,-9-4 3-15,17 2 2 0,-17-2-7 16,8 0 0-16,-8 0-5 0,0 0-9 0,0 0-38 16,0 0-47-16,0 0-71 0,0 0-94 15,0 0-131-15,0 0-139 0,0 0-166 0,-19-14-98 16,19 14 81-16,0 0-639 0,0 0-807 16</inkml:trace>
  <inkml:trace contextRef="#ctx0" brushRef="#br0" timeOffset="-188895.3">23998 11171 3749 0,'-15'-7'-2'0,"4"4"18"0,-2-1 6 0,4 2 7 0,9 2 33 16,-16 0 24-16,16 0 21 0,-11 2 11 15,11-2-2-15,0 0 7 0,0 0 14 0,0 0 8 16,0 0-4-16,0 0-10 0,71 0-13 16,-25-6-10-16,17-6-13 0,5-1-7 0,9-3-10 15,20-5-9-15,-4-4-14 0,-2 1-42 16,-1-1-55-16,-22 3-73 0,-5-3-88 0,0 5-89 15,-6-4-82-15,-7 1-109 16,-10 2-162-16,-11 6 53 0,-14 7-380 0,-5 2-450 16</inkml:trace>
  <inkml:trace contextRef="#ctx0" brushRef="#br0" timeOffset="-188029.72">21713 11551 2792 0,'0'0'35'0,"0"0"12"0,0 0 18 0,-8 24 12 0,5-13 26 0,-3-1 24 0,2-1 6 15,3-1-3-15,1 1 2 0,0-2 24 0,3-1 17 16,5-2-4-16,3-1-15 16,4-3-16-16,6 0-15 0,5-3-8 0,15-3-11 15,10-5-16-15,-1-3-17 0,3-1-38 16,-4-1-59-16,7-3-88 0,-3 1-107 0,3 4-115 15,-3-2-161-15,-9 8-124 0,-4-1 72 16,-12 6-336-16,-5 3-367 0</inkml:trace>
  <inkml:trace contextRef="#ctx0" brushRef="#br0" timeOffset="-186494.54">21084 14689 2107 0,'-4'-12'800'0,"-2"4"-321"0,3 1-197 0,-1 2-106 16,4 5-34-16,0 0-2 0,0 0 6 0,-11 30-10 16,4-6 15-16,5 11 0 0,-3 7-12 0,1 5-12 15,2 9-15-15,2 1-10 16,0-11-11-16,-1 1-8 0,-1-2-44 0,0-2-58 15,0-6-79-15,0-6-85 0,0-7-97 16,-4-5-108-16,-2-4-158 0,7-3-113 0,-1-5 64 16,2-5-301-16,0-2-379 0</inkml:trace>
  <inkml:trace contextRef="#ctx0" brushRef="#br0" timeOffset="-186097.27">21112 14514 2696 0,'-5'-14'77'0,"-1"1"2"0,2 3-10 0,4 3 0 16,0 7-8-16,6-11 7 16,1 10 8-16,-7 1 6 0,29 3-1 0,1 7-9 15,3 6-7-15,0 3-8 0,5 7-9 16,-4 3 1-16,-11-3-4 0,-2 3-6 16,-8 3-4-16,-7 3 4 0,-10 1 9 0,-8 2 11 15,-8 11 9-15,-9 0 1 0,-1-3 6 16,-3 0 11-16,1-7 14 0,11-10-2 0,1-3-1 15,8-6-4-15,4-4-11 16,4-1-4-16,3-1-5 0,2 0-4 0,3 1 1 0,5 3-10 16,1-1-5-16,3 6-7 0,0-3-6 15,3 3-5-15,1 0 0 0,-7 1-4 16,-3-6-1-16,3 4 5 0,-7-3 19 16,-1 1 16-16,0-2 17 0,-4 2 11 15,-2 2 14-15,1-3 10 0,-7 1 15 0,-2-1-2 16,-6 1 0-16,-1-1-24 0,-3-4-9 15,6-4-9-15,-13 1-10 0,4-7-18 0,4-2-37 16,1-3-57-16,-4-3-67 0,3-4-84 16,-1-10-110-16,8-2-121 0,10 0-133 0,4-1-162 15,12-11-33-15,9-6 82 0,13-2-427 16,7 2-553-16</inkml:trace>
  <inkml:trace contextRef="#ctx0" brushRef="#br0" timeOffset="-185745.55">22094 14674 3159 0,'-9'-10'-1'0,"-3"4"17"0,-1 5 23 0,-5 2 25 0,-6 5 15 0,-12 2 28 16,-12 11 10-16,-3 3 4 0,-7 6-5 16,-1 2 0-16,-9 15-14 0,12-7-12 15,8-1-5-15,11 0-10 0,10-3-6 0,14-8-9 16,9-6-3-16,10-3-8 0,7-1-5 15,13 1-1-15,7 0-3 0,6-1-6 0,-2-3-4 16,3-1-3-16,0 1 1 16,-3-1-5-16,-1 0-2 0,-6-1-2 0,-1 1-6 15,-9 0-2-15,-2 0 27 0,-11-1 56 16,3 3 50-16,-10-3 36 0,0 7 40 0,-8 0 7 16,-7 8 7-16,-2-1 2 0,-8 0-10 15,-8 4-16-15,-6-2-22 0,-5-2-15 0,-2 0-23 16,-1-4-16-16,1-2-14 0,10-8-31 15,3 0-59-15,10-6-97 0,6-3-123 16,4-7-130-16,4-4-135 0,5-8-126 16,11-17-143-16,15-9-76 0,3-7 85 15,12-2-541-15,14-7-718 0</inkml:trace>
  <inkml:trace contextRef="#ctx0" brushRef="#br0" timeOffset="-185529.52">22410 14657 3685 0,'10'-21'108'15,"-4"5"53"-15,-1 5 26 0,-3 2 10 0,2 2-7 16,-4 7-20-16,5-4 49 0,-5 4 33 16,0 0-3-16,2 27-3 0,-4-3-24 0,1 12-16 15,-3 7-21-15,-5 9-34 0,0 6-16 16,-2-5-15-16,2-1-4 0,0-2-57 0,2-11-62 16,0-1-55-16,1-4-53 15,3-4-44-15,1-8-49 0,-2-5-62 0,2 1-57 0,1-7-46 16,1-4-103-16,1-3-154 15,-1-4-67-15,11 1 66 0,-11-1-377 0,22-15-479 16</inkml:trace>
  <inkml:trace contextRef="#ctx0" brushRef="#br0" timeOffset="-185362.68">22300 14634 2965 0,'-23'-8'136'0,"7"0"41"15,5 4 20-15,0-1 3 0,5 1 11 16,6 4-18-16,-2-8-21 0,2 8-17 15,27-15-15-15,12 1-18 0,13 0-70 0,9-1-102 16,4-1-139-16,0 1-161 16,-4 2-224-16,0 3-49 0,-14 7 75 0,2 3-264 15,-12 5-298-15</inkml:trace>
  <inkml:trace contextRef="#ctx0" brushRef="#br0" timeOffset="-184930.26">21716 13662 2428 0,'-79'-10'46'0,"0"12"18"0,-25 10 28 16,-3 11 18-16,-10 18 35 0,4 15 32 15,-36 38 33-15,10 21 29 0,4 22 20 16,4 18-2-16,18 12 1 0,11 13-13 0,19 7-12 16,22 5-18-16,22-8-20 0,36-51-19 15,20 0-11-15,26-6-6 0,42 21-15 0,21-17-15 16,24-17-8-16,23-22-9 0,14-14-11 16,10-14 3-16,10-15-28 0,-39-22-8 0,5-15-3 15,-4-14-12-15,-2-15-10 16,-4-15-18-16,-10-11-4 0,-8-13-3 0,17-29-1 15,-42 8 1-15,22-40-1 0,-11-18-6 16,-16-10 1-16,-10-13-3 0,-15-10 2 0,-17-11-7 16,-15-11-5-16,-20 39-13 0,-16-8-14 15,-26-34 1-15,-24 16 17 0,-33 18-17 0,-33 26-26 16,-33 24-28-16,-20 32-38 0,-25 31-50 16,31 32-71-16,-72 26-111 0,-9 27-132 0,0 28-251 15,3 22 15-15,2 16 83 0,6 7-439 16,19 2-546-16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4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165 133 5004 0 0,'0'-31'5918'0'0,"-9"-59"-1"0"0,9 88-4866 0 0,-3-8 158 0 0,3 11-1122 0 0,0-1 0 0 0,0 0 0 0 0,0 0 0 0 0,0 0 0 0 0,0 0 1 0 0,0 0-1 0 0,0 1 0 0 0,-1-1 0 0 0,1 0 0 0 0,0 0 0 0 0,0 0 0 0 0,0 0 0 0 0,0 0 0 0 0,0 0 0 0 0,0 0 0 0 0,0 1 0 0 0,0-1 1 0 0,0 0-1 0 0,0 0 0 0 0,0 0 0 0 0,-1 0 0 0 0,1 0 0 0 0,0 0 0 0 0,0 0 0 0 0,0 0 0 0 0,0 0 0 0 0,0 0 0 0 0,0 1 0 0 0,0-1 1 0 0,-1 0-1 0 0,1 0 0 0 0,0 0 0 0 0,0 0 0 0 0,0 0 0 0 0,0 0 0 0 0,0 0 0 0 0,-1 0 0 0 0,1 0 0 0 0,0 0 0 0 0,0 0 0 0 0,0 0 0 0 0,0 0 1 0 0,0 0-1 0 0,-1 0 0 0 0,1-1 0 0 0,-89 603 9134 0 0,86-588-9119 0 0,0 9-257 0 0,-2 0 0 0 0,0-1 0 0 0,-2 0 0 0 0,-10 26 0 0 0,16-47-1129 0 0,1-5-3235 0 0,-1 2 4153 0 0,1 0 0 0 0,-1 0 1 0 0,1 0-1 0 0,-1 0 0 0 0,0 0 0 0 0,1 0 1 0 0,-1 1-1 0 0,0-1 0 0 0,-2-3 1 0 0,-3-7-746 0 0,5 2 239 0 0,0 1 0 0 0,1-1 0 0 0,0 0 0 0 0,1 1-1 0 0,0-1 1 0 0,0 1 0 0 0,1 0 0 0 0,0-1 0 0 0,5-10 0 0 0,0-6-1965 0 0,8-37-4831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4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94 14501 0 0,'-45'-7'717'0'0,"3"-1"2042"0"0,14 6 3722 0 0,38 2-6111 0 0,-1-1 0 0 0,0 0 1 0 0,1-1-1 0 0,17-5 0 0 0,21-5 326 0 0,-18 6-476 0 0,243-36-26 0 0,-237 39-1568 0 0,0 1 0 0 0,0 2 0 0 0,0 1 0 0 0,0 2 1 0 0,56 12-1 0 0,-85-13 618 0 0,0-1 1 0 0,0 1-1 0 0,0 1 1 0 0,0 0-1 0 0,0 0 0 0 0,0 0 1 0 0,-1 1-1 0 0,0-1 1 0 0,0 2-1 0 0,0-1 1 0 0,0 1-1 0 0,0-1 1 0 0,6 10-1 0 0,6 16-5986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4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93 14681 0 0,'-83'23'15188'0'0,"94"-26"-14128"0"0,163-31 851 0 0,10 4-3944 0 0,189-15-12498 0 0,-309 42 8714 0 0,-12 3-2786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4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61 17246 0 0,'-38'-60'10053'0'0,"40"69"-8907"0"0,25 68-40 0 0,-17-53-704 0 0,-1 0 0 0 0,-2 1 0 0 0,0 0 0 0 0,-1 0 0 0 0,-2 1 0 0 0,0 0 0 0 0,-1 30 0 0 0,-6-19-402 0 0,-14 59 0 0 0,3-24 0 0 0,42-109 0 0 0,-1-5 0 0 0,92-142 0 0 0,-92 148 0 0 0,1 1 0 0 0,61-57 0 0 0,-85 88 0 0 0,0 0 0 0 0,0 1 0 0 0,1-1 0 0 0,-1 1 0 0 0,0 0 0 0 0,1 0 0 0 0,0 1 0 0 0,0 0 0 0 0,0 0 0 0 0,0 0 0 0 0,0 0 0 0 0,0 1 0 0 0,1 0 0 0 0,-1 0 0 0 0,0 0 0 0 0,1 0 0 0 0,-1 1 0 0 0,1 0 0 0 0,-1 0 0 0 0,0 1 0 0 0,6 0 0 0 0,-5 1 0 0 0,0 1 0 0 0,0-1 0 0 0,-1 1 0 0 0,1 0 0 0 0,-1 0 0 0 0,0 1 0 0 0,1 0 0 0 0,-2 0 0 0 0,1 0 0 0 0,0 0 0 0 0,-1 1 0 0 0,0-1 0 0 0,0 1 0 0 0,0 0 0 0 0,-1 0 0 0 0,1 1 0 0 0,4 11 0 0 0,0 2-2 0 0,-1 1-1 0 0,-1-1 1 0 0,-1 2-1 0 0,-1-1 1 0 0,3 36-1 0 0,11 49-353 0 0,-15-86-1556 0 0,6 23-1292 0 0,2-27-2297 0 0,8-10-5128 0 0,8-8 1335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5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411 60 15825 0 0,'-9'-36'26'0'0,"8"35"43"0"0,1 0-1 0 0,0 0 0 0 0,-1 0 0 0 0,1-1 1 0 0,0 1-1 0 0,-1 0 0 0 0,1 0 0 0 0,-1 0 1 0 0,0 0-1 0 0,1 0 0 0 0,-1 0 0 0 0,0 0 1 0 0,0 0-1 0 0,0 0 0 0 0,1 1 0 0 0,-1-1 1 0 0,0 0-1 0 0,0 0 0 0 0,0 1 0 0 0,0-1 1 0 0,0 1-1 0 0,-1-1 0 0 0,1 1 0 0 0,0-1 1 0 0,0 1-1 0 0,0-1 0 0 0,0 1 0 0 0,0 0 1 0 0,-3 0-1 0 0,-12 5 249 0 0,1 0-1 0 0,-1 1 1 0 0,1 1 0 0 0,0 1-1 0 0,1 0 1 0 0,0 1 0 0 0,0 0-1 0 0,1 1 1 0 0,-16 15-1 0 0,9-6-28 0 0,1 0-1 0 0,1 2 0 0 0,1 0 1 0 0,-29 46-1 0 0,42-61-249 0 0,1 0 0 0 0,-1 0 0 0 0,2 0-1 0 0,-1 1 1 0 0,1-1 0 0 0,0 1 0 0 0,0-1 0 0 0,0 1 0 0 0,1 0-1 0 0,0 0 1 0 0,1-1 0 0 0,0 1 0 0 0,0 0 0 0 0,0 0 0 0 0,1 0-1 0 0,1 8 1 0 0,1-7-44 0 0,0 0-1 0 0,1 0 0 0 0,-1 0 0 0 0,2 0 0 0 0,-1 0 0 0 0,1-1 1 0 0,0 0-1 0 0,1 0 0 0 0,0 0 0 0 0,0-1 0 0 0,0 0 1 0 0,9 7-1 0 0,65 48-93 0 0,-47-38 1602 0 0,52 48 0 0 0,-50-24 3523 0 0,-34-42-3826 0 0,-1-3-1178 0 0,1 0 1 0 0,-1 0-1 0 0,-1 0 1 0 0,1-1-1 0 0,0 1 1 0 0,0 0-1 0 0,-1 0 1 0 0,1 0-1 0 0,-1 0 1 0 0,1 0-1 0 0,-1-1 1 0 0,0 1-1 0 0,0 0 1 0 0,1 0-1 0 0,-1-1 1 0 0,-1 1-1 0 0,1-1 1 0 0,0 1-1 0 0,0-1 1 0 0,0 1-1 0 0,-1-1 1 0 0,1 0-1 0 0,-1 0 1 0 0,1 1-1 0 0,-1-1 0 0 0,-1 1 1 0 0,-3 1-20 0 0,1 1 3 0 0,0-1 0 0 0,-1 0-1 0 0,0 0 1 0 0,0 0 0 0 0,0-1 0 0 0,0 0 0 0 0,0 0 0 0 0,0 0 0 0 0,-1-1-1 0 0,1 0 1 0 0,-1 0 0 0 0,1 0 0 0 0,-1-1 0 0 0,1 0 0 0 0,-1-1-1 0 0,1 1 1 0 0,0-1 0 0 0,-1 0 0 0 0,1-1 0 0 0,0 0 0 0 0,-10-3-1 0 0,0-1-80 0 0,0-1 0 0 0,1-1 0 0 0,0 0 1 0 0,0-2-1 0 0,1 1 0 0 0,-25-22 0 0 0,-11-24-7168 0 0,47 51 5402 0 0,0-1 0 0 0,0 1-1 0 0,0-1 1 0 0,1 0 0 0 0,0 0-1 0 0,-3-9 1 0 0,6 2-8504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5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43 18322 0 0,'0'0'714'0'0,"-2"-4"-50"0"0,3-2 5535 0 0,9 7-2916 0 0,32 13-2009 0 0,23 7-287 0 0,-54-19-829 0 0,3 0 103 0 0,1 0-1 0 0,0-1 1 0 0,25-2 0 0 0,-34 1-186 0 0,26-1-27 0 0,-2-3-48 0 0,-23-1 0 0 0,-4 2 0 0 0,6-6 0 0 0,-9 9 0 0 0,1-1 0 0 0,-1 1 0 0 0,0-1 0 0 0,0 1 0 0 0,0 0 0 0 0,1-1 0 0 0,-1 1 0 0 0,0-1 0 0 0,0 1 0 0 0,0-1 0 0 0,0 1 0 0 0,0-1 0 0 0,0 1 0 0 0,0 0 0 0 0,0-1 0 0 0,0 1 0 0 0,0-1 0 0 0,0 1 0 0 0,0-1 0 0 0,0 1 0 0 0,0-1 0 0 0,0 1 0 0 0,0-1 0 0 0,-1 1 0 0 0,1 0 0 0 0,0-1 0 0 0,0 1 0 0 0,0-1 0 0 0,-1 0 0 0 0,-1 1 0 0 0,1-1 0 0 0,-1 0 0 0 0,1 1 0 0 0,-1-1 0 0 0,1 1 0 0 0,-1-1 0 0 0,1 1 0 0 0,-1 0 0 0 0,0 0 0 0 0,1 0 0 0 0,-1 0 0 0 0,0 0 0 0 0,1 0 0 0 0,-1 0 0 0 0,0 0 0 0 0,-1 1 0 0 0,-10 3 0 0 0,-1 0 0 0 0,1 0 0 0 0,0 2 0 0 0,0-1 0 0 0,1 2 0 0 0,-1 0 0 0 0,2 0 0 0 0,-1 1 0 0 0,1 1 0 0 0,0-1 0 0 0,-17 19 0 0 0,21-20 0 0 0,1 0 0 0 0,-1 1 0 0 0,1-1 0 0 0,0 1 0 0 0,1 0 0 0 0,0 1 0 0 0,0-1 0 0 0,1 1 0 0 0,0 0 0 0 0,0 0 0 0 0,1 0 0 0 0,1 1 0 0 0,-1-1 0 0 0,1 1 0 0 0,1 0 0 0 0,0-1 0 0 0,0 1 0 0 0,2 11 0 0 0,0-14 0 0 0,1 0 0 0 0,0 0 0 0 0,1 0 0 0 0,0-1 0 0 0,0 1 0 0 0,0 0 0 0 0,1-1 0 0 0,0 0 0 0 0,0 0 0 0 0,1 0 0 0 0,0-1 0 0 0,0 1 0 0 0,0-1 0 0 0,0 0 0 0 0,1 0 0 0 0,0-1 0 0 0,0 0 0 0 0,0 0 0 0 0,1 0 0 0 0,-1-1 0 0 0,1 0 0 0 0,11 4 0 0 0,7 2 0 0 0,0-2 0 0 0,0 0 0 0 0,1-2 0 0 0,51 5 0 0 0,-58-8 0 0 0,-1-2 0 0 0,1 0 0 0 0,0-1 0 0 0,0 0 0 0 0,-1-2 0 0 0,36-9 0 0 0,-47 10 0 0 0,0-1 0 0 0,0 0 0 0 0,0 0 0 0 0,0-1 0 0 0,0 1 0 0 0,-1-1 0 0 0,0-1 0 0 0,0 1 0 0 0,0-1 0 0 0,-1 0 0 0 0,1-1 0 0 0,-1 1 0 0 0,0-1 0 0 0,-1 0 0 0 0,1 0 0 0 0,-1-1 0 0 0,-1 1 0 0 0,1-1 0 0 0,4-12 0 0 0,-1-1 0 0 0,-1-1 0 0 0,-1 0 0 0 0,-1 0 0 0 0,-1-1 0 0 0,-1 0 0 0 0,-1 1 0 0 0,0-1 0 0 0,-2 0 0 0 0,-1 1 0 0 0,0-1 0 0 0,-11-41 0 0 0,7 54 0 0 0,6 9 0 0 0,0-1 0 0 0,-1 1 0 0 0,1-1 0 0 0,0 0 0 0 0,0 1 0 0 0,0-1 0 0 0,0 0 0 0 0,-1 1 0 0 0,1-1 0 0 0,0 1 0 0 0,0-1 0 0 0,0 0 0 0 0,0 1 0 0 0,1-1 0 0 0,-1 0 0 0 0,0 1 0 0 0,0-1 0 0 0,0 1 0 0 0,0-1 0 0 0,1 0 0 0 0,-1 1 0 0 0,0-1 0 0 0,1 1 0 0 0,-1-1 0 0 0,0 1 0 0 0,1-1 0 0 0,-1 1 0 0 0,0-1 0 0 0,1 1 0 0 0,-1-1 0 0 0,1 1 0 0 0,-1-1 0 0 0,1 1 0 0 0,-1 0 0 0 0,1-1 0 0 0,0 1 0 0 0,-1 0 0 0 0,1 0 0 0 0,-1-1 0 0 0,1 1 0 0 0,0 0 0 0 0,-1 0 0 0 0,1 0 0 0 0,0 0 0 0 0,0 0 0 0 0,-1 0 0 0 0,18-6 0 0 0,0 2 0 0 0,1 0 0 0 0,-1 1 0 0 0,0 0 0 0 0,1 2 0 0 0,0 0 0 0 0,-1 2 0 0 0,1-1 0 0 0,0 2 0 0 0,21 5 0 0 0,-30-5 0 0 0,-1 0 0 0 0,0 1 0 0 0,0 0 0 0 0,-1 0 0 0 0,1 1 0 0 0,-1 0 0 0 0,0 1 0 0 0,0-1 0 0 0,0 2 0 0 0,0-1 0 0 0,-1 1 0 0 0,0 0 0 0 0,0 1 0 0 0,-1-1 0 0 0,1 2 0 0 0,-2-1 0 0 0,1 0 0 0 0,-1 1 0 0 0,0 0 0 0 0,4 9 0 0 0,-2 0 0 0 0,-2-1 0 0 0,1 1 0 0 0,-2 0 0 0 0,0 0 0 0 0,-1 1 0 0 0,-1-1 0 0 0,-1 1 0 0 0,0-1 0 0 0,-1 1 0 0 0,-3 17 0 0 0,-8 193-4276 0 0,11-226 2584 0 0,-1 3 3373 0 0,35-48-28305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6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569 56 16422 0 0,'-10'-17'408'0'0,"8"14"-58"0"0,-1-1 1 0 0,1 0 0 0 0,0 0 0 0 0,0 0 0 0 0,0 1-1 0 0,0-2 1 0 0,-1-6 0 0 0,2 13-203 0 0,1 0 0 0 0,-1-1 0 0 0,1 1 0 0 0,-1 0 0 0 0,0 0 1 0 0,1 0-1 0 0,-1-1 0 0 0,0 1 0 0 0,0 0 0 0 0,0-1 0 0 0,-3 3 0 0 0,-5 11 304 0 0,-5 29 332 0 0,3 0-1 0 0,1 2 1 0 0,3-1 0 0 0,-3 62 0 0 0,3-36-116 0 0,-42 497 2248 0 0,-16 139 483 0 0,62-685-3596 0 0,-1 3-711 0 0,1 0 0 0 0,1 0 1 0 0,3 38-1 0 0,-4-85 630 0 0,-2-1 0 0 0,0 0 0 0 0,-1 1 0 0 0,-1 0 0 0 0,-1 0 0 0 0,-1 1 0 0 0,-1 0 0 0 0,-1 1 0 0 0,-1 0 0 0 0,-1 0 0 0 0,-16-18 0 0 0,25 33 230 0 0,-1 1 0 0 0,0-1-1 0 0,0 2 1 0 0,0-1 0 0 0,0 0 0 0 0,-1 1 0 0 0,1 0-1 0 0,-1 0 1 0 0,0 1 0 0 0,0-1 0 0 0,0 1 0 0 0,0 1 0 0 0,0-1-1 0 0,-1 1 1 0 0,1 0 0 0 0,-10 0 0 0 0,7 1 116 0 0,0 0 1 0 0,0 1-1 0 0,0-1 1 0 0,0 2-1 0 0,1 0 1 0 0,-1 0-1 0 0,0 0 1 0 0,1 1-1 0 0,0 0 1 0 0,-1 1-1 0 0,-6 4 1 0 0,13-7 995 0 0,31 8 161 0 0,-18-8-1069 0 0,1-1 0 0 0,0 0 0 0 0,-1-1 0 0 0,1-1 0 0 0,-1 1 0 0 0,1-2 0 0 0,16-5 0 0 0,18-3 165 0 0,65-14 238 0 0,93-17 335 0 0,-173 38-614 0 0,-1 1 0 0 0,1 1 0 0 0,-1 2-1 0 0,54 6 1 0 0,-75-4-263 0 0,0-1 0 0 0,-1 1 0 0 0,0 0 0 0 0,1 1 0 0 0,-1 0 0 0 0,0 0 0 0 0,0 1 0 0 0,-1 0 0 0 0,1 0-1 0 0,-1 1 1 0 0,0 0 0 0 0,0 0 0 0 0,0 1 0 0 0,-1-1 0 0 0,0 2 0 0 0,0-1 0 0 0,0 1 0 0 0,6 9 0 0 0,-7-7-9 0 0,-1 1 1 0 0,0 0 0 0 0,0-1-1 0 0,-1 1 1 0 0,0 1-1 0 0,0-1 1 0 0,-1 0 0 0 0,-1 1-1 0 0,0-1 1 0 0,0 1 0 0 0,-1 0-1 0 0,0-1 1 0 0,-1 1-1 0 0,-3 15 1 0 0,1-10-224 0 0,1 4-1344 0 0,-1-1-1 0 0,0 1 0 0 0,-2 0 1 0 0,-1-1-1 0 0,0 0 1 0 0,-1-1-1 0 0,-1 1 0 0 0,-12 19 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6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28 122 14889 0 0,'-2'-15'313'0'0,"1"7"488"0"0,0 0-1 0 0,0 0 1 0 0,0 0 0 0 0,-1-1 0 0 0,-1 2 0 0 0,-5-15 0 0 0,0-6 5547 0 0,7 20-7319 0 0,10 18-3760 0 0,0 2 2694 0 0,-1 0-1 0 0,0 1 1 0 0,-1 0 0 0 0,-1 0 0 0 0,10 27-1 0 0,0 14-5336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7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451 103 15169 0 0,'-12'-2'402'0'0,"0"2"-1"0"0,0-1 1 0 0,1 2-1 0 0,-1-1 1 0 0,0 2-1 0 0,0 0 1 0 0,1 0-1 0 0,-1 1 0 0 0,1 0 1 0 0,0 1-1 0 0,0 0 1 0 0,0 1-1 0 0,0 0 1 0 0,1 1-1 0 0,0 0 1 0 0,0 1-1 0 0,0 0 0 0 0,1 0 1 0 0,0 1-1 0 0,1 0 1 0 0,0 1-1 0 0,0 0 1 0 0,0 0-1 0 0,1 1 1 0 0,-6 11-1 0 0,9-14-113 0 0,0 1 0 0 0,0 0-1 0 0,1 0 1 0 0,0 0 0 0 0,0 1 0 0 0,1-1 0 0 0,0 1 0 0 0,0-1-1 0 0,1 1 1 0 0,0 0 0 0 0,1-1 0 0 0,0 1 0 0 0,2 15 0 0 0,-1-17-156 0 0,1-1 1 0 0,0 1 0 0 0,0-1-1 0 0,1 0 1 0 0,0 0-1 0 0,0 0 1 0 0,0 0 0 0 0,1 0-1 0 0,0-1 1 0 0,0 0 0 0 0,0 0-1 0 0,1 0 1 0 0,0 0 0 0 0,0-1-1 0 0,0 1 1 0 0,0-1 0 0 0,1 0-1 0 0,9 5 1 0 0,-4-4-109 0 0,0 0 1 0 0,0 0-1 0 0,1-1 1 0 0,-1 0-1 0 0,1-1 0 0 0,0-1 1 0 0,0 0-1 0 0,0 0 1 0 0,0-1-1 0 0,0-1 0 0 0,0 0 1 0 0,0 0-1 0 0,0-2 1 0 0,0 1-1 0 0,13-4 0 0 0,-19 3-16 0 0,1 0 0 0 0,-1 0 0 0 0,1 0 0 0 0,-1-1 0 0 0,0 0 0 0 0,0 0-1 0 0,0-1 1 0 0,0 0 0 0 0,0 0 0 0 0,-1 0 0 0 0,0-1 0 0 0,0 1-1 0 0,0-1 1 0 0,-1 0 0 0 0,1-1 0 0 0,-1 1 0 0 0,0-1 0 0 0,-1 0-1 0 0,1 0 1 0 0,-1 0 0 0 0,0 0 0 0 0,-1-1 0 0 0,0 1 0 0 0,0-1-1 0 0,0 1 1 0 0,-1-1 0 0 0,2-11 0 0 0,-3 3-8 0 0,1 0 0 0 0,-2 0 0 0 0,0 0 0 0 0,-1 0 0 0 0,0 0 0 0 0,-1 0 0 0 0,-1 1 0 0 0,-1 0 0 0 0,0-1 0 0 0,0 1 0 0 0,-1 1 0 0 0,-1-1 0 0 0,-1 1 0 0 0,1 1 0 0 0,-2-1 0 0 0,0 1 0 0 0,-13-13 0 0 0,13 16 0 0 0,0 0 0 0 0,0 1 0 0 0,-1 0 0 0 0,0 1 0 0 0,0 0 0 0 0,-1 0 0 0 0,0 1 0 0 0,-1 1 0 0 0,1 0 0 0 0,-1 0 0 0 0,0 1 0 0 0,0 1 0 0 0,0 0 0 0 0,0 0 0 0 0,-1 1 0 0 0,1 1 0 0 0,-1 0 0 0 0,1 1 0 0 0,-1 0 0 0 0,-24 4 0 0 0,22-1 0 0 0,0 0 0 0 0,1 2 0 0 0,0-1 0 0 0,-1 2 0 0 0,2 0 0 0 0,-15 8 0 0 0,21-10 0 0 0,0 1 0 0 0,0 0 0 0 0,0 0 0 0 0,0 1 0 0 0,1 0 0 0 0,0 0 0 0 0,0 0 0 0 0,0 1 0 0 0,1 0 0 0 0,0 0 0 0 0,-7 13 0 0 0,11-17 0 0 0,0-1 0 0 0,0 0 0 0 0,0 0 0 0 0,0 1 0 0 0,1-1 0 0 0,-1 0 0 0 0,1 1 0 0 0,-1-1 0 0 0,1 1 0 0 0,0-1 0 0 0,0 1 0 0 0,0-1 0 0 0,0 0 0 0 0,1 1 0 0 0,-1-1 0 0 0,0 1 0 0 0,1-1 0 0 0,0 0 0 0 0,0 1 0 0 0,0-1 0 0 0,2 4 0 0 0,0-2 0 0 0,0 0 0 0 0,0 0 0 0 0,0-1 0 0 0,1 1 0 0 0,-1-1 0 0 0,1 0 0 0 0,0 0 0 0 0,0-1 0 0 0,0 1 0 0 0,7 3 0 0 0,7 2 0 0 0,2-1 0 0 0,-1-1 0 0 0,40 8 0 0 0,-20-8 0 0 0,1-1 0 0 0,-1-2 0 0 0,1-2 0 0 0,0-2 0 0 0,-1-1 0 0 0,43-8 0 0 0,228-65 0 0 0,-287 69 0 0 0,22-3 0 0 0,-43 8 0 0 0,1 0 0 0 0,-1 0 0 0 0,1 1 0 0 0,0-1 0 0 0,-1 1 0 0 0,1 0 0 0 0,0 0 0 0 0,-1 0 0 0 0,1 0 0 0 0,0 0 0 0 0,-1 0 0 0 0,1 1 0 0 0,0-1 0 0 0,-1 1 0 0 0,1 0 0 0 0,-1 0 0 0 0,1 0 0 0 0,-1 0 0 0 0,1 0 0 0 0,-1 1 0 0 0,4 2 0 0 0,1 2 0 0 0,2 1 0 0 0,-1 0 0 0 0,0 1 0 0 0,0 1 0 0 0,-1-1 0 0 0,0 1 0 0 0,10 18 0 0 0,-9-15 0 0 0,0 0 0 0 0,21 23 0 0 0,-25-32 0 0 0,0 1 0 0 0,0-1 0 0 0,0 1 0 0 0,1-1 0 0 0,-1 0 0 0 0,1-1 0 0 0,0 1 0 0 0,0-1 0 0 0,0 0 0 0 0,0 0 0 0 0,0-1 0 0 0,7 2 0 0 0,0 0 0 0 0,-8-2 0 0 0,1 0 0 0 0,0 0 0 0 0,0 0 0 0 0,-1-1 0 0 0,1 0 0 0 0,0 0 0 0 0,0 0 0 0 0,6-2 0 0 0,44-3 0 0 0,-16 0 0 0 0,43 1 0 0 0,-62 4 0 0 0,24-2 0 0 0,-13-3 0 0 0,-19 3 0 0 0,1-1-836 0 0,1-1 0 0 0,-2 0 0 0 0,1-1 1 0 0,21-11-1 0 0,-29 14 401 0 0,-1-1 0 0 0,1 1 1 0 0,-1-1-1 0 0,1 0 1 0 0,-1 0-1 0 0,0-1 0 0 0,0 1 1 0 0,-1-1-1 0 0,1 0 1 0 0,-1 0-1 0 0,0 0 0 0 0,0-1 1 0 0,0 1-1 0 0,0-1 1 0 0,2-5-1 0 0,-6 4-7354 0 0,-7-13-4200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7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15 22258 0 0,'0'0'191'0'0,"0"-1"1"0"0,0 1-1 0 0,0-1 1 0 0,0 0-1 0 0,0 1 1 0 0,0-1-1 0 0,0 1 1 0 0,-1-1-1 0 0,1 0 1 0 0,0 1-1 0 0,0-1 1 0 0,-1 1-1 0 0,1-1 0 0 0,0 1 1 0 0,-1-1-1 0 0,1 1 1 0 0,0-1-1 0 0,-1 1 1 0 0,1-1-1 0 0,-1 1 1 0 0,1 0-1 0 0,-1-1 1 0 0,1 1-1 0 0,-1-1 1 0 0,1 1-1 0 0,-1 0 0 0 0,1 0 1 0 0,-1-1-1 0 0,1 1 1 0 0,-1 0-1 0 0,0 0 1 0 0,1 0-1 0 0,-2-1 1 0 0,-8 22 2416 0 0,-5 63-2174 0 0,11-57 487 0 0,-9 47-901 0 0,6-22-80 0 0,-3 0 0 0 0,-26 78 0 0 0,27-111-605 0 0,8-18 240 0 0,0 0-1 0 0,0 1 0 0 0,0-1 1 0 0,0 0-1 0 0,0 1 0 0 0,0-1 1 0 0,0 0-1 0 0,0 0 0 0 0,-1 0 1 0 0,1 0-1 0 0,0 0 0 0 0,-1 0 1 0 0,1 0-1 0 0,-1-1 0 0 0,1 1 0 0 0,-1 0 1 0 0,1-1-1 0 0,-1 1 0 0 0,1-1 1 0 0,-1 0-1 0 0,-2 1 0 0 0,0-5-3487 0 0,0-14 1817 0 0,4 17 1618 0 0,-2-20-5253 0 0,7-4-2736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8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52 14937 0 0,'-3'-40'1332'0'0,"1"29"3771"0"0,23 62-7418 0 0,-17-42 1055 0 0,0-1 0 0 0,1 0 0 0 0,0 0 0 0 0,1 0 0 0 0,0-1-1 0 0,0 1 1 0 0,0-1 0 0 0,9 7 0 0 0,7 1-4600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8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458 11 11069 0 0,'-3'-2'396'0'0,"-1"0"-123"0"0,0 1-1 0 0,0 0 1 0 0,-1 0-1 0 0,1 0 1 0 0,0 0-1 0 0,0 0 1 0 0,-1 1 0 0 0,1 0-1 0 0,0 0 1 0 0,-1 0-1 0 0,1 0 1 0 0,0 1 0 0 0,0-1-1 0 0,-1 1 1 0 0,1 0-1 0 0,-7 3 1 0 0,3 0 85 0 0,0 0 0 0 0,1 0-1 0 0,-1 1 1 0 0,1 0 0 0 0,0 0 0 0 0,0 1 0 0 0,0-1 0 0 0,-5 8 0 0 0,1-1 9 0 0,2 0 1 0 0,-1 0 0 0 0,2 1 0 0 0,-1 0-1 0 0,2 0 1 0 0,0 1 0 0 0,0 0-1 0 0,2 0 1 0 0,-7 22 0 0 0,11-29-288 0 0,0 0 0 0 0,0 1 0 0 0,1-1 1 0 0,0 0-1 0 0,0 1 0 0 0,1-1 0 0 0,0 0 0 0 0,0 1 1 0 0,1-1-1 0 0,-1 0 0 0 0,2 0 0 0 0,-1 0 0 0 0,1 0 1 0 0,0 0-1 0 0,5 6 0 0 0,5 8 418 0 0,2 0 1 0 0,1-1 0 0 0,19 20-1 0 0,28 36 3843 0 0,-60-71-4273 0 0,0-1-1 0 0,-1 0 1 0 0,1 0 0 0 0,-1 1 0 0 0,0 0-1 0 0,0-1 1 0 0,-1 1 0 0 0,0 0 0 0 0,1 0-1 0 0,-1 0 1 0 0,-1 0 0 0 0,1 0 0 0 0,-1 0 0 0 0,0 0-1 0 0,0 0 1 0 0,0 0 0 0 0,-1 0 0 0 0,0 0-1 0 0,0 0 1 0 0,-2 6 0 0 0,0-5-19 0 0,0 0-1 0 0,0 0 1 0 0,-1 0-1 0 0,0-1 1 0 0,0 1 0 0 0,-1-1-1 0 0,1 0 1 0 0,-1-1-1 0 0,0 1 1 0 0,0-1 0 0 0,-1 0-1 0 0,1 0 1 0 0,-1 0-1 0 0,-9 4 1 0 0,1-1-601 0 0,-1 0 0 0 0,0-1 0 0 0,0 0 0 0 0,0-1 0 0 0,-1-1 1 0 0,1 0-1 0 0,-32 2 0 0 0,37-5 42 0 0,0-1-1 0 0,-1-1 1 0 0,1 0 0 0 0,0 0 0 0 0,0-1 0 0 0,0 0 0 0 0,0-1-1 0 0,0 0 1 0 0,1 0 0 0 0,-1-1 0 0 0,1-1 0 0 0,0 1-1 0 0,-13-10 1 0 0,8 4-7122 0 0,6-1-4089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9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1150 20110 0 0,'0'1'77'0'0,"0"-1"0"0"0,-1 0 1 0 0,1 0-1 0 0,0 0 0 0 0,0 1 1 0 0,0-1-1 0 0,-1 0 0 0 0,1 0 0 0 0,0 0 1 0 0,-1 1-1 0 0,1-1 0 0 0,0 0 0 0 0,0 0 1 0 0,-1 0-1 0 0,1 0 0 0 0,0 0 1 0 0,-1 0-1 0 0,1 0 0 0 0,0 0 0 0 0,-1 0 1 0 0,1 0-1 0 0,0 0 0 0 0,-1 0 1 0 0,1 0-1 0 0,0 0 0 0 0,0 0 0 0 0,-1 0 1 0 0,1 0-1 0 0,0 0 0 0 0,-1 0 1 0 0,1 0-1 0 0,0-1 0 0 0,0 1 0 0 0,-1 0 1 0 0,1 0-1 0 0,0 0 0 0 0,-1 0 1 0 0,1-1-1 0 0,0 1 0 0 0,0 0 0 0 0,0 0 1 0 0,-1-1-1 0 0,1 1 0 0 0,0 0 0 0 0,0 0 1 0 0,0-1-1 0 0,0 1 0 0 0,-1 0 1 0 0,1-1-1 0 0,0-24 1105 0 0,1 17-1024 0 0,1 0 1 0 0,0 0-1 0 0,0 1 1 0 0,0-1 0 0 0,6-9-1 0 0,104-187 52 0 0,99-249 0 0 0,-129 265-1001 0 0,-81 185 773 0 0,84-201-1620 0 0,-84 189 366 0 0,-14 24 1015 0 0,9-4 242 0 0,0 1-1 0 0,-1-1 0 0 0,2 1 1 0 0,-1 0-1 0 0,-5 12 0 0 0,3 0 1 0 0,1-1-1 0 0,1 1 1 0 0,0 1-1 0 0,2-1 1 0 0,0 0-1 0 0,1 1 1 0 0,1-1 0 0 0,1 1-1 0 0,0-1 1 0 0,1 0-1 0 0,1 0 1 0 0,6 19-1 0 0,9 21 575 0 0,2 0 0 0 0,37 71 0 0 0,-8-18 1474 0 0,-44-99-1634 0 0,-1-1 0 0 0,-1 1 0 0 0,0 0 0 0 0,-1 0-1 0 0,0 0 1 0 0,-1 0 0 0 0,0 1 0 0 0,-1 22 0 0 0,-1-30-265 0 0,1 0-1 0 0,-1 0 1 0 0,0 0 0 0 0,0 0 0 0 0,0 0 0 0 0,-1 0-1 0 0,0-1 1 0 0,0 1 0 0 0,0 0 0 0 0,0-1 0 0 0,-1 0-1 0 0,0 0 1 0 0,0 1 0 0 0,0-2 0 0 0,0 1 0 0 0,0 0-1 0 0,-1-1 1 0 0,0 1 0 0 0,0-1 0 0 0,0 0 0 0 0,0 0-1 0 0,0-1 1 0 0,-9 5 0 0 0,-4-5-134 0 0,12-2-203 0 0,-1-1 0 0 0,1 0 0 0 0,0 0-1 0 0,-1-1 1 0 0,1 1 0 0 0,0-1 0 0 0,0-1 0 0 0,-9-4 0 0 0,6 2-619 0 0,1-1 0 0 0,-1 1 0 0 0,1-1 1 0 0,0-1-1 0 0,1 0 0 0 0,0 0 0 0 0,0 0 1 0 0,-8-12-1 0 0,9 12 100 0 0,1-1 1 0 0,0 1 0 0 0,0-1-1 0 0,1 0 1 0 0,0 1 0 0 0,0-2-1 0 0,0 1 1 0 0,1 0 0 0 0,1 0-1 0 0,-1-1 1 0 0,1 1-1 0 0,1-1 1 0 0,0 1 0 0 0,0-1-1 0 0,0 1 1 0 0,1-1 0 0 0,2-9-1 0 0,6-8-7980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19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198 198 17358 0 0,'0'0'6956'0'0,"4"-1"-6231"0"0,13-1-380 0 0,0-1 1 0 0,0-1-1 0 0,0-1 0 0 0,-1 0 1 0 0,0-1-1 0 0,25-12 0 0 0,-32 13-282 0 0,-1 0 1 0 0,1-1-1 0 0,-1 1 0 0 0,0-2 0 0 0,0 1 0 0 0,-1-1 1 0 0,0 0-1 0 0,0 0 0 0 0,-1-1 0 0 0,0 0 0 0 0,0 0 1 0 0,9-18-1 0 0,-15 25-56 0 0,1 0 1 0 0,0-1-1 0 0,-1 1 1 0 0,1 0-1 0 0,-1 0 0 0 0,1 0 1 0 0,-1-1-1 0 0,1 1 1 0 0,-1 0-1 0 0,0-1 0 0 0,0 1 1 0 0,0 0-1 0 0,0-1 1 0 0,0 1-1 0 0,0 0 0 0 0,0-1 1 0 0,0 1-1 0 0,0 0 1 0 0,-1-1-1 0 0,1 1 1 0 0,0 0-1 0 0,-1 0 0 0 0,1-1 1 0 0,-1 1-1 0 0,0 0 1 0 0,1 0-1 0 0,-1 0 0 0 0,0 0 1 0 0,0 0-1 0 0,1 0 1 0 0,-1 0-1 0 0,0 0 0 0 0,0 0 1 0 0,0 0-1 0 0,0 0 1 0 0,-1 0-1 0 0,1 1 0 0 0,0-1 1 0 0,0 1-1 0 0,0-1 1 0 0,0 0-1 0 0,-1 1 1 0 0,1 0-1 0 0,0-1 0 0 0,-1 1 1 0 0,1 0-1 0 0,0 0 1 0 0,-1 0-1 0 0,1 0 0 0 0,0 0 1 0 0,-2 0-1 0 0,-6-1 10 0 0,0 1 1 0 0,0 0-1 0 0,0 1 0 0 0,0 0 0 0 0,0 0 0 0 0,-10 4 0 0 0,-5 3 9 0 0,0 0-1 0 0,1 2 1 0 0,0 1-1 0 0,1 1 0 0 0,0 0 1 0 0,1 2-1 0 0,-26 22 1 0 0,34-25 4 0 0,0 1 1 0 0,1 0 0 0 0,0 1 0 0 0,1 0-1 0 0,1 1 1 0 0,0 0 0 0 0,1 1-1 0 0,0 0 1 0 0,1 0 0 0 0,1 1 0 0 0,-9 28-1 0 0,14-33-30 0 0,-1 0 0 0 0,2 0-1 0 0,-1 1 1 0 0,1-1 0 0 0,1 0-1 0 0,0 1 1 0 0,1-1 0 0 0,0 0-1 0 0,1 1 1 0 0,0-1-1 0 0,1 0 1 0 0,0 0 0 0 0,0 0-1 0 0,1-1 1 0 0,1 1 0 0 0,0-1-1 0 0,0 0 1 0 0,1 0 0 0 0,0 0-1 0 0,13 13 1 0 0,-12-15-240 0 0,0-1 1 0 0,1 0-1 0 0,0 0 1 0 0,0-1 0 0 0,0 0-1 0 0,1 0 1 0 0,0-1-1 0 0,0 0 1 0 0,1 0-1 0 0,0-1 1 0 0,-1-1-1 0 0,1 0 1 0 0,0 0-1 0 0,17 2 1 0 0,9-2-1680 0 0,1-2 1 0 0,0-1 0 0 0,0-3 0 0 0,0 0-1 0 0,-1-2 1 0 0,0-2 0 0 0,0-2 0 0 0,50-18-1 0 0,0-5-4716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0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1 13237 0 0,'-6'0'577'0'0,"-2"0"-219"0"0,0 1 0 0 0,0 0 0 0 0,0 0 0 0 0,0 1-1 0 0,0 0 1 0 0,0 0 0 0 0,1 1 0 0 0,-1 0 0 0 0,1 1 0 0 0,0-1 0 0 0,-8 6 0 0 0,2 0 119 0 0,0 1-1 0 0,1 0 1 0 0,1 1 0 0 0,-1 0 0 0 0,-12 17 0 0 0,4 0 185 0 0,1 0-1 0 0,1 1 0 0 0,1 1 1 0 0,-22 59-1 0 0,24-51-316 0 0,-17 72 1 0 0,30-97-743 0 0,0 0-1 0 0,0 0 1 0 0,1 0 0 0 0,1 1 0 0 0,0-1 0 0 0,0 0-1 0 0,2 0 1 0 0,0 0 0 0 0,6 22 0 0 0,-8-32 72 0 0,1 0 0 0 0,1-1-1 0 0,-1 1 1 0 0,0-1 0 0 0,1 1 0 0 0,-1-1 0 0 0,1 1-1 0 0,0-1 1 0 0,0 0 0 0 0,-1 0 0 0 0,2 0 0 0 0,-1 0-1 0 0,0 0 1 0 0,0 0 0 0 0,1-1 0 0 0,-1 1 0 0 0,0-1-1 0 0,5 2 1 0 0,-1-1-604 0 0,0 0-1 0 0,1 0 1 0 0,-1-1-1 0 0,0 0 1 0 0,1 0-1 0 0,-1-1 1 0 0,8 1-1 0 0,15-3-4595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0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53 11185 0 0,'-7'0'404'0'0,"0"1"0"0"0,-1 0 0 0 0,1 0-1 0 0,0 0 1 0 0,0 1 0 0 0,0 0 0 0 0,0 1 0 0 0,0 0 0 0 0,0 0-1 0 0,1 0 1 0 0,-12 8 0 0 0,7-3 227 0 0,0 1 0 0 0,1 0 1 0 0,0 0-1 0 0,1 1 0 0 0,-16 21 0 0 0,8-5 392 0 0,1 0 1 0 0,1 2-1 0 0,1 0 1 0 0,-19 56-1 0 0,32-79-886 0 0,-1 1 1 0 0,1 0 0 0 0,0 0-1 0 0,0-1 1 0 0,0 1-1 0 0,1 0 1 0 0,0 0-1 0 0,2 12 1 0 0,-2-17-109 0 0,0 1 1 0 0,1 0-1 0 0,-1-1 1 0 0,1 1-1 0 0,0 0 1 0 0,-1-1 0 0 0,1 1-1 0 0,0-1 1 0 0,0 1-1 0 0,0-1 1 0 0,0 0-1 0 0,1 1 1 0 0,-1-1-1 0 0,0 0 1 0 0,0 0-1 0 0,1 1 1 0 0,-1-1 0 0 0,1 0-1 0 0,-1 0 1 0 0,1-1-1 0 0,-1 1 1 0 0,1 0-1 0 0,-1-1 1 0 0,1 1-1 0 0,0 0 1 0 0,-1-1-1 0 0,1 0 1 0 0,0 1-1 0 0,0-1 1 0 0,-1 0 0 0 0,1 0-1 0 0,0 0 1 0 0,0 0-1 0 0,-1 0 1 0 0,1-1-1 0 0,0 1 1 0 0,0 0-1 0 0,-1-1 1 0 0,3 0 0 0 0,28-6 61 0 0,-1 0 0 0 0,0-3 0 0 0,0 0 0 0 0,-1-2 0 0 0,0-1 0 0 0,33-21 0 0 0,-52 28-49 0 0,0-1 0 0 0,-1 0 0 0 0,0-1 0 0 0,0 0 0 0 0,0-1 0 0 0,-1 0 0 0 0,-1 0-1 0 0,1-1 1 0 0,-1 0 0 0 0,-1-1 0 0 0,0 1 0 0 0,-1-2 0 0 0,0 1 0 0 0,0 0 0 0 0,-1-1-1 0 0,-1 0 1 0 0,0-1 0 0 0,-1 1 0 0 0,3-15 0 0 0,-5 22-41 0 0,-1 0 0 0 0,1 0 0 0 0,-1 0 0 0 0,0 0 0 0 0,0-1 0 0 0,-1 1 0 0 0,1 0 0 0 0,-1 0 0 0 0,0 0 0 0 0,-1 0 0 0 0,1 0 0 0 0,-1 0 0 0 0,0 0 0 0 0,0 1 0 0 0,-1-1 0 0 0,1 1 0 0 0,-1-1 0 0 0,0 1 0 0 0,0 0 0 0 0,-1 0 0 0 0,1 0 0 0 0,-6-4 0 0 0,4 5-30 0 0,-1-1-1 0 0,0 1 0 0 0,1 0 0 0 0,-2 1 1 0 0,1 0-1 0 0,0 0 0 0 0,0 0 1 0 0,-1 0-1 0 0,1 1 0 0 0,-1 0 1 0 0,1 1-1 0 0,-1-1 0 0 0,1 1 0 0 0,-1 0 1 0 0,1 1-1 0 0,-1 0 0 0 0,-7 1 1 0 0,-14 6-139 0 0,1 1 0 0 0,0 0 0 0 0,0 2 0 0 0,1 2 1 0 0,0 0-1 0 0,1 1 0 0 0,1 2 0 0 0,-26 20 0 0 0,11 0-216 0 0,37-34 345 0 0,0 0 0 0 0,-1 1-1 0 0,1-1 1 0 0,0 1-1 0 0,0-1 1 0 0,1 1-1 0 0,-1 0 1 0 0,1 0-1 0 0,-1 0 1 0 0,1 0 0 0 0,0 0-1 0 0,-1 5 1 0 0,2-7 28 0 0,1 0-1 0 0,0-1 1 0 0,-1 1 0 0 0,1 0 0 0 0,0-1 0 0 0,0 1 0 0 0,0-1-1 0 0,-1 1 1 0 0,1-1 0 0 0,0 0 0 0 0,0 1 0 0 0,0-1 0 0 0,0 0-1 0 0,0 1 1 0 0,0-1 0 0 0,0 0 0 0 0,0 0 0 0 0,0 0 0 0 0,0 0-1 0 0,-1 0 1 0 0,1 0 0 0 0,0 0 0 0 0,0 0 0 0 0,0-1 0 0 0,0 1-1 0 0,0 0 1 0 0,0 0 0 0 0,1-1 0 0 0,30-5-60 0 0,-31 5 64 0 0,44-11-91 0 0,-1-1 1 0 0,57-27-1 0 0,56-18-83 0 0,-140 53 211 0 0,0 1 0 0 0,0 1 1 0 0,1 1-1 0 0,-1 0 1 0 0,1 1-1 0 0,-1 1 1 0 0,25 3-1 0 0,-35-1 131 0 0,1 0 1 0 0,0 1-1 0 0,-1-1 0 0 0,0 1 1 0 0,1 1-1 0 0,-1 0 1 0 0,-1 0-1 0 0,1 0 0 0 0,0 1 1 0 0,-1-1-1 0 0,0 2 0 0 0,0-1 1 0 0,-1 1-1 0 0,1 0 0 0 0,-1 0 1 0 0,-1 0-1 0 0,8 12 0 0 0,21 24 1133 0 0,-31-41-1252 0 0,0 1 0 0 0,0-1 0 0 0,0 0 0 0 0,0 1 0 0 0,0-1 0 0 0,1 0 0 0 0,-1 0 1 0 0,0 0-1 0 0,1 0 0 0 0,-1-1 0 0 0,0 1 0 0 0,1-1 0 0 0,-1 1 0 0 0,1-1 0 0 0,-1 0 0 0 0,0 0 0 0 0,1 0 0 0 0,-1 0 0 0 0,1 0 0 0 0,-1-1 0 0 0,1 1 0 0 0,-1-1 0 0 0,0 0 0 0 0,1 1 0 0 0,-1-1 0 0 0,0 0 0 0 0,0 0 0 0 0,4-3 0 0 0,9-4-15 0 0,0-1 0 0 0,0-1-1 0 0,13-12 1 0 0,-4 4 93 0 0,-21 17-115 0 0,11-10 241 0 0,2 1 0 0 0,-1 0 0 0 0,1 2 0 0 0,1 0 0 0 0,21-8 0 0 0,-23 14 59 0 0,15 6-234 0 0,-23 3-79 0 0,-6-5 3 0 0,2 2 5 0 0,0-1 0 0 0,0 1 0 0 0,0 0 0 0 0,-1 0 0 0 0,0 0 0 0 0,1 0 0 0 0,-2 0 0 0 0,1 1 0 0 0,0-1 0 0 0,-1 1 0 0 0,0-1 0 0 0,0 1 0 0 0,1 8 0 0 0,0 66 0 0 0,-2-55 0 0 0,0-15-49 0 0,3 53-2125 0 0,-3-58 1942 0 0,1 0-1 0 0,0-1 0 0 0,0 1 0 0 0,0 0 1 0 0,0-1-1 0 0,1 1 0 0 0,-1-1 0 0 0,1 0 1 0 0,0 1-1 0 0,0-1 0 0 0,0 0 0 0 0,0 0 1 0 0,4 4-1 0 0,34-35-25197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1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717 7 16542 0 0,'-1'-1'49'0'0,"0"0"1"0"0,0 0-1 0 0,0 1 1 0 0,0-1-1 0 0,0 1 1 0 0,0-1-1 0 0,-1 1 1 0 0,1-1-1 0 0,0 1 1 0 0,0 0-1 0 0,0 0 1 0 0,-1 0-1 0 0,1-1 1 0 0,0 1-1 0 0,0 0 1 0 0,-1 0-1 0 0,1 1 1 0 0,0-1-1 0 0,0 0 1 0 0,0 0-1 0 0,-1 0 1 0 0,1 1-1 0 0,0-1 1 0 0,0 1-1 0 0,0-1 1 0 0,0 1-1 0 0,0-1 1 0 0,0 1-1 0 0,0 0 1 0 0,0 0-1 0 0,0-1 1 0 0,0 1-1 0 0,0 0 1 0 0,0 0-1 0 0,0 0 1 0 0,1 0-1 0 0,-1 0 1 0 0,0 0-1 0 0,1 0 1 0 0,-1 0 0 0 0,0 2-1 0 0,-4 7 306 0 0,1-1 0 0 0,0 1 0 0 0,1 0 0 0 0,-3 11 1 0 0,5-17-210 0 0,-22 95 1988 0 0,-16 153 1 0 0,11 108 1037 0 0,25-309-2640 0 0,7 466 3719 0 0,-4-512-4251 0 0,0 0 0 0 0,1-1 0 0 0,-1 1 0 0 0,1 0 0 0 0,0 0 0 0 0,1-1 0 0 0,-1 1 0 0 0,1 0 0 0 0,0-1 0 0 0,3 6 0 0 0,3-1 0 0 0,7-9 0 0 0,-12-3 0 0 0,-1 1 0 0 0,1-1 0 0 0,0 1 0 0 0,-1-1 0 0 0,1 0 0 0 0,-1 0 0 0 0,0 0 0 0 0,0 0 0 0 0,0 0 0 0 0,0 0 0 0 0,0-1 0 0 0,-1 1 0 0 0,0-1 0 0 0,0 1 0 0 0,0-1 0 0 0,0 0 0 0 0,0 1 0 0 0,-1-1 0 0 0,1 0 0 0 0,-1 1 0 0 0,0-7 0 0 0,0 6 0 0 0,0 0 0 0 0,0 0 0 0 0,-1 0 0 0 0,1 0 0 0 0,-1 0 0 0 0,0 0 0 0 0,0 0 0 0 0,0 0 0 0 0,-1 0 0 0 0,1 1 0 0 0,-1-1 0 0 0,0 0 0 0 0,0 1 0 0 0,0 0 0 0 0,0-1 0 0 0,-1 1 0 0 0,1 0 0 0 0,-1 0 0 0 0,0 0 0 0 0,-6-4 0 0 0,0 3 0 0 0,0 0 0 0 0,0 1 0 0 0,0 1 0 0 0,0-1 0 0 0,-1 2 0 0 0,1-1 0 0 0,-1 1 0 0 0,1 1 0 0 0,-1-1 0 0 0,1 2 0 0 0,-1-1 0 0 0,1 1 0 0 0,-1 1 0 0 0,1 0 0 0 0,-16 5 0 0 0,-2 1 0 0 0,1 2 0 0 0,0 0 0 0 0,0 2 0 0 0,-27 17 0 0 0,27-13 0 0 0,-1 2 0 0 0,2 2 0 0 0,1 0 0 0 0,-42 44 0 0 0,54-51 0 0 0,1 1 0 0 0,0 0 0 0 0,1 1 0 0 0,1 0 0 0 0,0 0 0 0 0,1 1 0 0 0,1 0 0 0 0,0 0 0 0 0,1 1 0 0 0,-4 22 0 0 0,9-35 0 0 0,0 1 0 0 0,0-1 0 0 0,0 1 0 0 0,1-1 0 0 0,0 1 0 0 0,0-1 0 0 0,0 1 0 0 0,1 0 0 0 0,-1-1 0 0 0,1 1 0 0 0,0-1 0 0 0,0 0 0 0 0,1 1 0 0 0,-1-1 0 0 0,1 0 0 0 0,0 0 0 0 0,0 0 0 0 0,6 8 0 0 0,-5-8 0 0 0,1-1 0 0 0,1 1 0 0 0,-1-1 0 0 0,0 0 0 0 0,1 0 0 0 0,-1 0 0 0 0,1-1 0 0 0,0 0 0 0 0,0 0 0 0 0,0 0 0 0 0,0 0 0 0 0,0-1 0 0 0,10 2 0 0 0,8-1 0 0 0,-1-1 0 0 0,1 0 0 0 0,0-2 0 0 0,0-1 0 0 0,-1-1 0 0 0,27-6 0 0 0,132-40-7333 0 0,-179 49 3853 0 0,4 1-1892 0 0,10 0 484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1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99 16133 0 0,'0'-20'-369'0'0,"1"10"305"0"0,-1 0-1 0 0,0 1 1 0 0,0-1 0 0 0,-1 0 0 0 0,-5-18 0 0 0,6 27 472 0 0,-2 7 179 0 0,-11 66 382 0 0,3 1-1 0 0,4 0 0 0 0,3 87 1 0 0,1-66-253 0 0,-17 1566 7396 0 0,12-1179-7143 0 0,0-362-1029 0 0,-7-1 0 0 0,-28 121 0 0 0,39-227-31 0 0,1 1-177 0 0,-1 0 0 0 0,0 0 1 0 0,-2 0-1 0 0,1-1 0 0 0,-1 1 0 0 0,-12 19 0 0 0,17-31 204 0 0,0-1 0 0 0,0 0 0 0 0,-1 0 1 0 0,1 0-1 0 0,0 1 0 0 0,0-1 0 0 0,0 0 0 0 0,0 0 0 0 0,0 0 0 0 0,0 0 0 0 0,-1 0 0 0 0,1 1 0 0 0,0-1 0 0 0,0 0 1 0 0,0 0-1 0 0,0 0 0 0 0,-1 0 0 0 0,1 0 0 0 0,0 0 0 0 0,0 0 0 0 0,0 0 0 0 0,-1 0 0 0 0,1 0 0 0 0,0 0 0 0 0,0 0 1 0 0,0 0-1 0 0,-1 0 0 0 0,1 0 0 0 0,0 0 0 0 0,0 0 0 0 0,0 0 0 0 0,-1 0 0 0 0,1 0 0 0 0,0 0 0 0 0,0 0 0 0 0,0 0 1 0 0,0 0-1 0 0,-1 0 0 0 0,1 0 0 0 0,0 0 0 0 0,0 0 0 0 0,0 0 0 0 0,-1-1 0 0 0,1 1 0 0 0,0 0 0 0 0,0 0 0 0 0,0 0 1 0 0,0 0-1 0 0,0-1 0 0 0,0 1 0 0 0,-1 0 0 0 0,1 0 0 0 0,0 0 0 0 0,-6-18-1202 0 0,2-29-295 0 0,10-59-2256 0 0,33-186 0 0 0,-22 192 2154 0 0,8-53-2228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1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74 357 10869 0 0,'57'-307'585'0'0,"-56"304"-455"0"0,-1 1-1 0 0,0 0 1 0 0,1-1-1 0 0,-1 1 0 0 0,1 0 1 0 0,0 0-1 0 0,0 0 0 0 0,0 0 1 0 0,0 0-1 0 0,0 0 1 0 0,0 0-1 0 0,1 0 0 0 0,-1 0 1 0 0,0 0-1 0 0,1 1 0 0 0,0-1 1 0 0,-1 0-1 0 0,1 1 1 0 0,0 0-1 0 0,0-1 0 0 0,0 1 1 0 0,0 0-1 0 0,0 0 0 0 0,0 0 1 0 0,0 0-1 0 0,0 0 1 0 0,0 0-1 0 0,1 1 0 0 0,-1-1 1 0 0,0 1-1 0 0,0 0 0 0 0,1 0 1 0 0,-1-1-1 0 0,0 1 1 0 0,1 1-1 0 0,-1-1 0 0 0,0 0 1 0 0,0 0-1 0 0,1 1 0 0 0,-1 0 1 0 0,0-1-1 0 0,3 2 1 0 0,4 1 154 0 0,-1 1 1 0 0,1 0 0 0 0,-1 0 0 0 0,0 1-1 0 0,0-1 1 0 0,0 2 0 0 0,-1-1 0 0 0,1 1-1 0 0,9 11 1 0 0,-8-7-15 0 0,-1 0-1 0 0,-1 1 1 0 0,0 0-1 0 0,0 0 1 0 0,-1 0 0 0 0,0 1-1 0 0,-1 0 1 0 0,0 0-1 0 0,-1 1 1 0 0,-1-1-1 0 0,0 1 1 0 0,0 0 0 0 0,-2 0-1 0 0,1 0 1 0 0,-2 0-1 0 0,1 0 1 0 0,-2 0-1 0 0,0 0 1 0 0,0 0 0 0 0,-1 0-1 0 0,-1-1 1 0 0,0 1-1 0 0,-1-1 1 0 0,0 1-1 0 0,-1-1 1 0 0,-1 0 0 0 0,-11 19-1 0 0,-2 1 567 0 0,-2 0-1 0 0,-43 49 1 0 0,52-68-683 0 0,-1 0 0 0 0,0-1 0 0 0,0-1 0 0 0,-1 0 0 0 0,-1 0 0 0 0,0-2 0 0 0,-30 15 0 0 0,43-23-267 0 0,0 0-1 0 0,0 0 1 0 0,1 0-1 0 0,-1 0 1 0 0,0-1-1 0 0,0 1 1 0 0,0-1-1 0 0,0 1 1 0 0,0-1-1 0 0,0 0 1 0 0,0 0-1 0 0,0 1 1 0 0,0-2-1 0 0,0 1 1 0 0,0 0-1 0 0,0 0 1 0 0,0-1-1 0 0,0 1 1 0 0,0-1-1 0 0,1 1 1 0 0,-1-1-1 0 0,0 0 1 0 0,0 0-1 0 0,0 0 1 0 0,1 0-1 0 0,-1 0 1 0 0,0 0-1 0 0,1 0 1 0 0,-1 0-1 0 0,1-1 0 0 0,-1 1 1 0 0,1-1-1 0 0,0 1 1 0 0,0-1-1 0 0,0 1 1 0 0,0-1-1 0 0,0 0 1 0 0,0 0-1 0 0,0 0 1 0 0,0 1-1 0 0,0-5 1 0 0,-3-6-771 0 0,1-1 1 0 0,1 0-1 0 0,0 0 0 0 0,1 1 0 0 0,1-16 1 0 0,0 25 768 0 0,1-55-2747 0 0,3 1 1 0 0,2 0 0 0 0,29-112 0 0 0,5 9-4744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2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13621 0 0,'-2'5'5211'0'0,"-12"42"-4243"0"0,11-1-73 0 0,1 1 0 0 0,2 0-1 0 0,11 78 1 0 0,-2-9 6 0 0,4 278 2010 0 0,-43 457 0 0 0,16-715-1481 0 0,14-134-940 0 0,6-11-476 0 0,32-65-278 0 0,33-86 0 0 0,-46 96-13 0 0,3 1 1 0 0,3 1-1 0 0,45-68 0 0 0,-75 128 298 0 0,1-1 0 0 0,0 1 1 0 0,-1 0-1 0 0,1 0 0 0 0,0 0 0 0 0,0 0 1 0 0,0 0-1 0 0,0 1 0 0 0,0-1 0 0 0,1 1 1 0 0,-1-1-1 0 0,0 1 0 0 0,1 0 0 0 0,3-1 0 0 0,-4 1 191 0 0,2 6 16 0 0,1 2-175 0 0,-1 1 0 0 0,0-1 0 0 0,0 0 0 0 0,-1 1 0 0 0,0 0 1 0 0,0 0-1 0 0,-1 0 0 0 0,0 0 0 0 0,-1 0 0 0 0,2 13 0 0 0,1 100 208 0 0,-4-65-245 0 0,0 140-1206 0 0,-1-88-4162 0 0,5-87 2191 0 0,-4-20 2392 0 0,1 0-1 0 0,-1 0 1 0 0,1 1 0 0 0,0-1 0 0 0,0 0 0 0 0,-1 0 0 0 0,1 1 0 0 0,0-1 0 0 0,0 0-1 0 0,0 0 1 0 0,0 0 0 0 0,0 0 0 0 0,0 0 0 0 0,1-1 0 0 0,-1 1 0 0 0,2 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2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1 14781 0 0,'0'0'4715'0'0,"-1"8"-3186"0"0,-3 19 1040 0 0,-1 54 0 0 0,5-56-918 0 0,-1 1 0 0 0,-1-1 0 0 0,-11 50 0 0 0,11-70-1679 0 0,0 0 1 0 0,0 0-1 0 0,-1-1 1 0 0,1 1-1 0 0,-1-1 1 0 0,0 1-1 0 0,-1-1 1 0 0,1 0-1 0 0,-1 0 1 0 0,1-1-1 0 0,-1 1 1 0 0,-1-1-1 0 0,1 0 0 0 0,0 0 1 0 0,-1 0-1 0 0,1 0 1 0 0,-1-1-1 0 0,0 0 1 0 0,0 0-1 0 0,0 0 1 0 0,0-1-1 0 0,0 1 1 0 0,0-1-1 0 0,0 0 1 0 0,0-1-1 0 0,-1 1 1 0 0,1-1-1 0 0,-7-1 0 0 0,7 1-16 0 0,0 0 0 0 0,0 0 0 0 0,0-1 0 0 0,0 0 0 0 0,0 0 1 0 0,0 0-1 0 0,0 0 0 0 0,0-1 0 0 0,1 0 0 0 0,-1 0 0 0 0,0 0 0 0 0,1-1 0 0 0,0 0 0 0 0,-1 1 0 0 0,1-1 0 0 0,0-1 0 0 0,1 1 0 0 0,-1-1 0 0 0,0 1 0 0 0,1-1 0 0 0,0 0 0 0 0,0 0 0 0 0,0-1 0 0 0,1 1 0 0 0,-1 0 0 0 0,1-1 0 0 0,0 0 0 0 0,0 0 0 0 0,-1-5 0 0 0,-1-59-3025 0 0,4 54 2449 0 0,0 15 626 0 0,1 0 1 0 0,-1 0-1 0 0,0 0 1 0 0,0 1-1 0 0,0-1 1 0 0,1 0-1 0 0,-1 0 1 0 0,0 0-1 0 0,0 0 1 0 0,1 0-1 0 0,-1 0 1 0 0,0 1-1 0 0,0-1 1 0 0,1 0-1 0 0,-1 0 1 0 0,0 0-1 0 0,0 0 1 0 0,1 0-1 0 0,-1 0 1 0 0,0 0-1 0 0,0 0 1 0 0,1 0-1 0 0,-1 0 1 0 0,0 0-1 0 0,1 0 1 0 0,-1 0-1 0 0,0 0 1 0 0,0-1-1 0 0,1 1 1 0 0,-1 0-1 0 0,0 0 1 0 0,0 0-1 0 0,0 0 1 0 0,1 0-1 0 0,-1-1 1 0 0,0 1 0 0 0,0 0-1 0 0,1 0 1 0 0,-1 0-1 0 0,0-1 1 0 0,0 1-1 0 0,0 0 1 0 0,0 0-1 0 0,0 0 1 0 0,1-1-1 0 0,-1 1 1 0 0,0 0-1 0 0,0 0 1 0 0,0-1-1 0 0,0 1 1 0 0,0 0-1 0 0,0 0 1 0 0,0-1-1 0 0,0 1 1 0 0,0 0-1 0 0,0-1 1 0 0,0 1-1 0 0,0 0 1 0 0,0 0-1 0 0,0-1 1 0 0,0 1-1 0 0,0 0 1 0 0,0 0-1 0 0,0-1 1 0 0,-1 1-1 0 0,15 16 786 0 0,-13-14-896 0 0,39 60 1569 0 0,-31-45-1122 0 0,1-1 1 0 0,2 0-1 0 0,17 21 0 0 0,-23-30-420 0 0,1 0 0 0 0,0-1 0 0 0,1 0 0 0 0,-1 0-1 0 0,1-1 1 0 0,0 0 0 0 0,0 0 0 0 0,1-1 0 0 0,-1 0 0 0 0,12 3 0 0 0,-15-5-252 0 0,1-1-1 0 0,0 0 1 0 0,0 0-1 0 0,0-1 1 0 0,-1 0 0 0 0,1 0-1 0 0,0 0 1 0 0,0-1-1 0 0,0 1 1 0 0,-1-1-1 0 0,1-1 1 0 0,0 1 0 0 0,-1-1-1 0 0,1 0 1 0 0,-1 0-1 0 0,0-1 1 0 0,8-5 0 0 0,9-7-1533 0 0,-1-2 1 0 0,0-1-1 0 0,-2 0 1 0 0,0-1-1 0 0,-1-1 1 0 0,-1-1-1 0 0,26-42 1 0 0,-3 2-5529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2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22 12373 0 0,'0'0'6'0'0,"1"-1"-1"0"0,-1 1 0 0 0,0-1 1 0 0,0 1-1 0 0,1-1 1 0 0,-1 1-1 0 0,0-1 1 0 0,0 1-1 0 0,0-1 1 0 0,1 1-1 0 0,-1-1 0 0 0,0 1 1 0 0,0-1-1 0 0,0 0 1 0 0,0 1-1 0 0,0-1 1 0 0,0 1-1 0 0,0-1 0 0 0,0 1 1 0 0,0-1-1 0 0,-1 1 1 0 0,1-1-1 0 0,0 0 1 0 0,0 1-1 0 0,0-1 1 0 0,-1 1-1 0 0,1-1 0 0 0,0 1 1 0 0,0-1-1 0 0,-1 1 1 0 0,1 0-1 0 0,0-1 1 0 0,-1 1-1 0 0,1-1 1 0 0,-1 1-1 0 0,1 0 0 0 0,-1-1 1 0 0,1 1-1 0 0,-1 0 1 0 0,1-1-1 0 0,-1 1 1 0 0,1 0-1 0 0,-1 0 0 0 0,1 0 1 0 0,-1-1-1 0 0,1 1 1 0 0,-1 0-1 0 0,1 0 1 0 0,-1 0-1 0 0,1 0 1 0 0,-1 0-1 0 0,0 0 0 0 0,1 0 1 0 0,-1 0-1 0 0,1 0 1 0 0,-1 0-1 0 0,1 0 1 0 0,-1 0-1 0 0,1 1 0 0 0,-1-1 1 0 0,1 0-1 0 0,-1 0 1 0 0,0 1-1 0 0,-33 20 1376 0 0,31-19-1566 0 0,-6 5 559 0 0,1 0 0 0 0,0 0 0 0 0,0 1 1 0 0,1 0-1 0 0,0 1 0 0 0,0 0 1 0 0,1 0-1 0 0,0 0 0 0 0,1 1 0 0 0,0-1 1 0 0,1 1-1 0 0,0 1 0 0 0,-5 15 0 0 0,8-18-49 0 0,0 0 0 0 0,0 0 0 0 0,1 0 0 0 0,0 0 0 0 0,0 0 0 0 0,1 0 0 0 0,0-1 0 0 0,1 1 0 0 0,4 14 0 0 0,2 2 905 0 0,22 39 0 0 0,1 4 364 0 0,-15-24-1108 0 0,-2 2-1 0 0,-1 0 1 0 0,-3 0-1 0 0,-2 1 0 0 0,-2 0 1 0 0,1 81-1 0 0,-7-98-261 0 0,-2-1 0 0 0,-1 0-1 0 0,-1 0 1 0 0,-2 0 0 0 0,-1 0 0 0 0,-1-1-1 0 0,-1 0 1 0 0,-1-1 0 0 0,-1 0 0 0 0,-2 0-1 0 0,-1-1 1 0 0,-21 29 0 0 0,30-47-224 0 0,-1 1 0 0 0,0-1 0 0 0,0 0 0 0 0,-1-1 0 0 0,0 0 0 0 0,0 0 0 0 0,-1 0 0 0 0,1-1 0 0 0,-1 0 0 0 0,0-1 0 0 0,-1 1 0 0 0,-15 4 0 0 0,19-7 0 0 0,0-1 0 0 0,0-1 0 0 0,0 1 0 0 0,0-1 0 0 0,0 1 0 0 0,-1-1 0 0 0,1-1 0 0 0,0 1 0 0 0,0-1 0 0 0,0 0 0 0 0,0 0 0 0 0,0 0 0 0 0,0-1 0 0 0,0 0 0 0 0,1 0 0 0 0,-1 0 0 0 0,1-1 0 0 0,-1 1 0 0 0,1-1 0 0 0,0 0 0 0 0,0 0 0 0 0,0 0 0 0 0,0-1 0 0 0,-5-6 0 0 0,0-1-447 0 0,1 0 1 0 0,1-1-1 0 0,0 0 0 0 0,1 0 0 0 0,0 0 1 0 0,1-1-1 0 0,0 0 0 0 0,1 0 0 0 0,0 0 1 0 0,1 0-1 0 0,1-1 0 0 0,-2-18 0 0 0,2-5-2443 0 0,1 0-1 0 0,2 0 1 0 0,8-54-1 0 0,10-12-10650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3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125 340 24662 0 0,'0'0'924'0'0,"-5"0"-304"0"0,-14 0 42 0 0,14 0 1607 0 0,15-3-1889 0 0,15-6-232 0 0,-1-2 0 0 0,0 0 0 0 0,0-2 0 0 0,-1 0 0 0 0,40-32 0 0 0,-54 38-104 0 0,-1-1 1 0 0,-1 1 0 0 0,1-2 0 0 0,-2 1 0 0 0,1 0 0 0 0,-1-1 0 0 0,0-1 0 0 0,5-11 0 0 0,-8 15 9 0 0,-1 1 0 0 0,0-1 0 0 0,-1 0 0 0 0,1 0 0 0 0,-1 0 0 0 0,0 0 0 0 0,-1-1 0 0 0,1 1 0 0 0,-1 0 0 0 0,0 0 0 0 0,-1 0 0 0 0,0 0-1 0 0,0 0 1 0 0,0-1 0 0 0,-4-8 0 0 0,5 13-34 0 0,-1-1 0 0 0,0 1-1 0 0,0 0 1 0 0,0-1 0 0 0,-1 1 0 0 0,1 0-1 0 0,-1 0 1 0 0,1 0 0 0 0,-1 0 0 0 0,1 0-1 0 0,-1 1 1 0 0,0-1 0 0 0,0 0 0 0 0,0 1-1 0 0,0-1 1 0 0,0 1 0 0 0,0 0 0 0 0,0 0-1 0 0,-1 0 1 0 0,-3-2 0 0 0,1 2-1 0 0,0 0 1 0 0,0 1 0 0 0,1-1 0 0 0,-1 1-1 0 0,0 0 1 0 0,0 0 0 0 0,0 1-1 0 0,0-1 1 0 0,0 1 0 0 0,-5 2-1 0 0,-4 1 8 0 0,0 1 0 0 0,-1 0 0 0 0,2 2 0 0 0,-1 0-1 0 0,1 0 1 0 0,-14 10 0 0 0,14-6-16 0 0,0 0 0 0 0,1 1 0 0 0,0 0-1 0 0,0 1 1 0 0,1 0 0 0 0,1 1 0 0 0,1 0 0 0 0,0 1 0 0 0,0 0 0 0 0,1 0-1 0 0,1 1 1 0 0,1 0 0 0 0,-6 24 0 0 0,9-29-5 0 0,0-1-1 0 0,1 1 1 0 0,1 0 0 0 0,0 0-1 0 0,0 0 1 0 0,1 0-1 0 0,1 0 1 0 0,0 0 0 0 0,0 0-1 0 0,1 0 1 0 0,0 0 0 0 0,1-1-1 0 0,0 1 1 0 0,1-1 0 0 0,0 0-1 0 0,1 0 1 0 0,0 0-1 0 0,0 0 1 0 0,1-1 0 0 0,0 0-1 0 0,13 14 1 0 0,-4-9-6 0 0,0 0 0 0 0,0-1 0 0 0,2 0 0 0 0,0-1 0 0 0,0-1 0 0 0,1-1 0 0 0,0-1 0 0 0,1 0 0 0 0,0-1 0 0 0,0-1 0 0 0,0-1 0 0 0,1-1 0 0 0,0-1 0 0 0,36 4 0 0 0,-44-6-431 0 0,60 12-9773 0 0,-69-13 6471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4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813 33 17574 0 0,'-8'-5'160'0'0,"0"0"1"0"0,-1 1-1 0 0,0 1 1 0 0,0-1-1 0 0,0 1 1 0 0,0 1-1 0 0,-1 0 1 0 0,1 0-1 0 0,0 1 1 0 0,-1 0-1 0 0,0 0 1 0 0,1 1-1 0 0,-15 2 1 0 0,-15 2 998 0 0,-71 18 0 0 0,76-12-701 0 0,1 1-1 0 0,0 2 0 0 0,0 1 1 0 0,2 1-1 0 0,-59 39 0 0 0,52-27-66 0 0,2 0-1 0 0,2 3 0 0 0,0 0 0 0 0,-34 42 0 0 0,62-65-298 0 0,0 1 0 0 0,0-1 0 0 0,1 1 0 0 0,0 0 0 0 0,0 1 0 0 0,1-1 0 0 0,0 1-1 0 0,1 0 1 0 0,0 0 0 0 0,0 0 0 0 0,1 0 0 0 0,0 0 0 0 0,-1 19 0 0 0,3-20-19 0 0,1-1 0 0 0,-1 1-1 0 0,2 0 1 0 0,-1-1 0 0 0,1 1 0 0 0,0-1 0 0 0,1 1 0 0 0,0-1 0 0 0,0 0 0 0 0,1 0 0 0 0,-1 0 0 0 0,1 0 0 0 0,1-1 0 0 0,-1 0 0 0 0,1 0 0 0 0,1 0 0 0 0,5 5 0 0 0,24 19 254 0 0,0-2 1 0 0,2-2-1 0 0,2-1 1 0 0,71 35-1 0 0,-73-43-85 0 0,-1 3 1 0 0,0 0-1 0 0,-2 3 0 0 0,-1 1 0 0 0,0 1 1 0 0,32 34-1 0 0,-61-55-242 0 0,0 0 0 0 0,-1 0 0 0 0,0 0 0 0 0,0 1 0 0 0,0-1 0 0 0,0 1 0 0 0,-1 0 0 0 0,0 0 0 0 0,0 0 0 0 0,0 0 0 0 0,-1 0 0 0 0,0 0 0 0 0,1 1 0 0 0,-2-1 0 0 0,1 0 0 0 0,-1 1 0 0 0,0-1 0 0 0,0 7 0 0 0,-2-3 0 0 0,0 0 0 0 0,0-1 0 0 0,-1 1 0 0 0,0-1 0 0 0,0 0 0 0 0,-1 0 0 0 0,0 0 0 0 0,-1 0 0 0 0,0-1 0 0 0,-6 9 0 0 0,-10 7 0 0 0,0 0 0 0 0,-1-2 0 0 0,-1 0 0 0 0,-1-2 0 0 0,-33 20 0 0 0,-59 31 0 0 0,101-62 0 0 0,-1-1 0 0 0,0-1 0 0 0,0 0 0 0 0,0-1 0 0 0,-32 5 0 0 0,45-10-74 0 0,0 0 0 0 0,-1 1 0 0 0,1-1 0 0 0,0 0 0 0 0,0 0 0 0 0,0-1 0 0 0,0 1 0 0 0,0-1 0 0 0,0 0 0 0 0,-1 1 0 0 0,1-1 0 0 0,1-1 0 0 0,-1 1 0 0 0,0 0 0 0 0,0-1 0 0 0,0 1 0 0 0,1-1 0 0 0,-1 0 0 0 0,1 0 0 0 0,-4-3 0 0 0,3 1-232 0 0,0 0 0 0 0,0 0 0 0 0,0-1 0 0 0,0 0 0 0 0,1 1-1 0 0,0-1 1 0 0,0 0 0 0 0,0 0 0 0 0,0-1 0 0 0,1 1 0 0 0,-1-6 0 0 0,0-7-806 0 0,0-1 1 0 0,2 1 0 0 0,0-1 0 0 0,1 1 0 0 0,0-1-1 0 0,5-18 1 0 0,14-38-5985 0 0,7 3-3713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4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36 228 19098 0 0,'-2'8'211'0'0,"1"-5"117"0"0,0 0-1 0 0,0 0 0 0 0,1-1 0 0 0,-1 1 0 0 0,1 0 1 0 0,0 0-1 0 0,0 0 0 0 0,0 0 0 0 0,0 4 1 0 0,1-6-267 0 0,0 0 1 0 0,-1 0-1 0 0,1 0 1 0 0,0 0 0 0 0,-1-1-1 0 0,1 1 1 0 0,0 0 0 0 0,0 0-1 0 0,0-1 1 0 0,0 1-1 0 0,-1 0 1 0 0,1-1 0 0 0,0 1-1 0 0,0-1 1 0 0,0 0 0 0 0,0 1-1 0 0,1-1 1 0 0,-1 0-1 0 0,0 1 1 0 0,0-1 0 0 0,0 0-1 0 0,0 0 1 0 0,0 0-1 0 0,0 0 1 0 0,0 0 0 0 0,0 0-1 0 0,0 0 1 0 0,0 0 0 0 0,1-1-1 0 0,-1 1 1 0 0,0 0-1 0 0,0-1 1 0 0,0 1 0 0 0,1-1-1 0 0,28-6 259 0 0,-1 0 0 0 0,0-2 0 0 0,-1-1 0 0 0,49-25 0 0 0,-67 29-205 0 0,0 0 0 0 0,0-1 0 0 0,-1 0 0 0 0,0 0 0 0 0,0-1 0 0 0,15-17 0 0 0,-20 20 23 0 0,-1-1-1 0 0,1 1 1 0 0,-1-1 0 0 0,0 0 0 0 0,0 0 0 0 0,-1 0 0 0 0,1 0 0 0 0,-1 0-1 0 0,-1-1 1 0 0,1 1 0 0 0,-1 0 0 0 0,0-1 0 0 0,0-9 0 0 0,-1 14-81 0 0,0 0 0 0 0,0 0 1 0 0,0 0-1 0 0,0 0 1 0 0,0 0-1 0 0,0 0 1 0 0,-1 0-1 0 0,1 0 0 0 0,-1 0 1 0 0,1 0-1 0 0,-1 1 1 0 0,0-1-1 0 0,0 0 0 0 0,0 0 1 0 0,0 0-1 0 0,0 1 1 0 0,0-1-1 0 0,0 1 0 0 0,0-1 1 0 0,-1 1-1 0 0,1-1 1 0 0,-1 1-1 0 0,1 0 0 0 0,-1 0 1 0 0,-2-2-1 0 0,1 2 1 0 0,-1 0-1 0 0,1 0 1 0 0,-1 0 0 0 0,1 1-1 0 0,-1-1 1 0 0,0 1 0 0 0,1 0-1 0 0,-1 0 1 0 0,1 1-1 0 0,-1-1 1 0 0,1 1 0 0 0,-1-1-1 0 0,-3 3 1 0 0,-8 2 68 0 0,0 0 1 0 0,0 1-1 0 0,1 1 0 0 0,0 1 1 0 0,-19 13-1 0 0,17-8-90 0 0,1 1 0 0 0,0 0 0 0 0,1 1 0 0 0,1 1 0 0 0,0 0 0 0 0,1 1 0 0 0,1 0 0 0 0,0 1 0 0 0,1 0 0 0 0,-8 23 0 0 0,10-21-12 0 0,0 1 0 0 0,2 0 0 0 0,0 1 0 0 0,2-1 1 0 0,0 1-1 0 0,1 0 0 0 0,1 0 0 0 0,1 0 0 0 0,3 30 0 0 0,0-38-314 0 0,1-1 0 0 0,0 0 0 0 0,1 0 0 0 0,0 0 0 0 0,1 0 0 0 0,0-1 0 0 0,1 0 0 0 0,1 0 0 0 0,-1 0 0 0 0,2-1 0 0 0,0 0 0 0 0,0 0 0 0 0,1-1 0 0 0,0 0 0 0 0,16 12 0 0 0,-17-16 17 0 0,0 0 0 0 0,0 0-1 0 0,1-1 1 0 0,-1 0 0 0 0,1-1 0 0 0,0 0 0 0 0,0 0 0 0 0,1-1 0 0 0,-1 0 0 0 0,1-1-1 0 0,-1 0 1 0 0,1 0 0 0 0,0-1 0 0 0,0-1 0 0 0,-1 1 0 0 0,1-2 0 0 0,0 1-1 0 0,0-1 1 0 0,0-1 0 0 0,-1 0 0 0 0,1 0 0 0 0,13-5 0 0 0,71-33-9933 0 0,-49 13 423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4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16 18498 0 0,'-1'-1'72'0'0,"1"0"0"0"0,-1 1 0 0 0,0-1 0 0 0,1 1 0 0 0,-1-1 0 0 0,0 1 0 0 0,0-1 0 0 0,1 1 0 0 0,-1-1 0 0 0,0 1 0 0 0,0 0 0 0 0,0-1 0 0 0,1 1 0 0 0,-1 0 0 0 0,0 0 1 0 0,0 0-1 0 0,0-1 0 0 0,0 1 0 0 0,0 0 0 0 0,0 0 0 0 0,1 0 0 0 0,-1 0 0 0 0,0 1 0 0 0,0-1 0 0 0,0 0 0 0 0,0 0 0 0 0,0 0 0 0 0,1 1 0 0 0,-1-1 0 0 0,0 1 0 0 0,0-1 0 0 0,0 0 0 0 0,1 1 0 0 0,-1-1 0 0 0,0 1 1 0 0,1-1-1 0 0,-1 1 0 0 0,0 0 0 0 0,1-1 0 0 0,-1 1 0 0 0,1 0 0 0 0,-1 0 0 0 0,1-1 0 0 0,-1 1 0 0 0,1 0 0 0 0,-1 0 0 0 0,1-1 0 0 0,0 1 0 0 0,0 0 0 0 0,-1 0 0 0 0,1 0 0 0 0,0 0 0 0 0,0 0 0 0 0,0 0 0 0 0,0-1 1 0 0,0 1-1 0 0,0 0 0 0 0,0 0 0 0 0,0 0 0 0 0,1 1 0 0 0,-1 12 377 0 0,1-1-1 0 0,1 0 1 0 0,0 0 0 0 0,1 0 0 0 0,1-1 0 0 0,0 1 0 0 0,0-1-1 0 0,1 1 1 0 0,1-1 0 0 0,0-1 0 0 0,1 1 0 0 0,0-1 0 0 0,0 0-1 0 0,1-1 1 0 0,1 0 0 0 0,0 0 0 0 0,0-1 0 0 0,1 0 0 0 0,0 0-1 0 0,1-1 1 0 0,15 9 0 0 0,-10-15-449 0 0,7-14 0 0 0,-22 11 0 0 0,-1 1 0 0 0,1-1 0 0 0,-1 1 0 0 0,1-1 0 0 0,-1 0 0 0 0,1 1 0 0 0,-1-1 0 0 0,0 1 0 0 0,0-1 0 0 0,1 0 0 0 0,-1 1 0 0 0,0-1 0 0 0,0 0 0 0 0,1 1 0 0 0,-1-1 0 0 0,0 0 0 0 0,0 0 0 0 0,0 1 0 0 0,0-1 0 0 0,0 0 0 0 0,0 1 0 0 0,0-1 0 0 0,-1-1 0 0 0,-2-30 19 0 0,-14-61 1 0 0,14 78-48 0 0,-1 0 0 0 0,-1 0 1 0 0,-1 1-1 0 0,0 0 0 0 0,-1 0 0 0 0,-13-20 1 0 0,19 33-148 0 0,0 0-1 0 0,0-1 1 0 0,0 1 0 0 0,0 0 0 0 0,-1 0 0 0 0,1 0 0 0 0,-1 0 0 0 0,1 0-1 0 0,0 0 1 0 0,-1 0 0 0 0,1 1 0 0 0,-1-1 0 0 0,0 0 0 0 0,1 1 0 0 0,-1-1-1 0 0,0 1 1 0 0,1 0 0 0 0,-1-1 0 0 0,0 1 0 0 0,1 0 0 0 0,-4 0 0 0 0,0 1-333 0 0,0 0 0 0 0,0 0 1 0 0,0 0-1 0 0,0 1 0 0 0,1-1 1 0 0,-1 1-1 0 0,-6 4 0 0 0,-5 3-1112 0 0,1 0-1 0 0,1 2 1 0 0,-19 16-1 0 0,-32 40-6933 0 0,46-42 749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5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46 285 15373 0 0,'0'0'1960'0'0,"-8"0"-745"0"0,-13 0-413 0 0,5 0 7001 0 0,19 5-6997 0 0,12 17-136 0 0,-13-21-619 0 0,-1 0 1 0 0,1 1 0 0 0,-1-1 0 0 0,1 0 0 0 0,-1 0-1 0 0,1 0 1 0 0,0 0 0 0 0,-1 0 0 0 0,1 0 0 0 0,0 0 0 0 0,0 0-1 0 0,0-1 1 0 0,0 1 0 0 0,0-1 0 0 0,0 1 0 0 0,0-1-1 0 0,0 0 1 0 0,2 0 0 0 0,4 1 198 0 0,4 1-71 0 0,0 0 1 0 0,0-1-1 0 0,22 0 0 0 0,-26-1-80 0 0,-5 0-83 0 0,0-1 0 0 0,-1 1-1 0 0,1-1 1 0 0,-1 0-1 0 0,0 0 1 0 0,1 0-1 0 0,-1 0 1 0 0,0 0-1 0 0,1 0 1 0 0,-1-1-1 0 0,0 1 1 0 0,0-1-1 0 0,0 0 1 0 0,0 1-1 0 0,0-1 1 0 0,-1 0-1 0 0,1 0 1 0 0,-1 0-1 0 0,1 0 1 0 0,-1-1-1 0 0,1 1 1 0 0,-1 0-1 0 0,0-1 1 0 0,0 1-1 0 0,0 0 1 0 0,-1-1-1 0 0,1 1 1 0 0,-1-1-1 0 0,1 1 1 0 0,-1-5-1 0 0,3-7-65 0 0,-1-1-1 0 0,-1 1 0 0 0,-1-27 0 0 0,-1 19-47 0 0,-1 0-1 0 0,-1 0 1 0 0,-9-31 0 0 0,11 47 79 0 0,-1 1-1 0 0,0-1 1 0 0,-1 1-1 0 0,0-1 1 0 0,1 1-1 0 0,-2 0 1 0 0,-6-9-1 0 0,8 12 15 0 0,0 0-1 0 0,0 0 0 0 0,0 0 1 0 0,0 1-1 0 0,0-1 1 0 0,-1 1-1 0 0,1-1 0 0 0,0 1 1 0 0,-1 0-1 0 0,1 0 0 0 0,-1 0 1 0 0,0 0-1 0 0,1 0 0 0 0,-1 0 1 0 0,0 1-1 0 0,0 0 0 0 0,-4-1 1 0 0,3 1 46 0 0,0 0 0 0 0,1 0 0 0 0,-1 1 1 0 0,0-1-1 0 0,0 1 0 0 0,1 0 0 0 0,-1 0 0 0 0,1 0 1 0 0,-1 0-1 0 0,1 1 0 0 0,-1-1 0 0 0,1 1 1 0 0,0 0-1 0 0,0 0 0 0 0,-6 5 0 0 0,7-6 174 0 0,17 22 218 0 0,-10-18-374 0 0,-1-1 1 0 0,1 0-1 0 0,0 0 0 0 0,0-1 0 0 0,0 1 1 0 0,1-1-1 0 0,-1 0 0 0 0,1-1 1 0 0,11 5-1 0 0,8 4 94 0 0,-7-1-133 0 0,0 1 0 0 0,-1 1 1 0 0,0 1-1 0 0,-1 0 0 0 0,-1 1 1 0 0,0 1-1 0 0,-1 0 1 0 0,0 1-1 0 0,-2 1 0 0 0,0 0 1 0 0,0 0-1 0 0,-2 1 0 0 0,0 1 1 0 0,-1 0-1 0 0,-1 0 1 0 0,-1 1-1 0 0,-1-1 0 0 0,0 2 1 0 0,3 29-1 0 0,-3-5-1565 0 0,-6-33 534 0 0,1 0 1 0 0,0 0-1 0 0,1 0 0 0 0,0 0 1 0 0,1-1-1 0 0,0 1 0 0 0,1-1 1 0 0,0 0-1 0 0,8 14 0 0 0,-8-22-3823 0 0,4-2 962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5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311 1179 16626 0 0,'-2'-3'95'0'0,"0"0"0"0"0,0 0 0 0 0,0 1 1 0 0,-1-1-1 0 0,1 1 0 0 0,-1-1 0 0 0,1 1 1 0 0,-1 0-1 0 0,0 0 0 0 0,0 0 0 0 0,0 0 1 0 0,-5-2-1 0 0,6 4 29 0 0,-1 0-1 0 0,1-1 1 0 0,0 1 0 0 0,-1 0-1 0 0,1 0 1 0 0,-1 0 0 0 0,1 1-1 0 0,0-1 1 0 0,-1 0 0 0 0,1 1-1 0 0,0 0 1 0 0,-1-1 0 0 0,1 1-1 0 0,0 0 1 0 0,0 0 0 0 0,0 0-1 0 0,-4 3 1 0 0,-5 5 126 0 0,0 0-1 0 0,1 0 1 0 0,0 1 0 0 0,1 1-1 0 0,0-1 1 0 0,1 1 0 0 0,0 1-1 0 0,-11 20 1 0 0,12-21-102 0 0,-14 25 298 0 0,1 1 0 0 0,2 1 1 0 0,-27 79-1 0 0,40-99-325 0 0,0-1 0 0 0,1 1 1 0 0,1 0-1 0 0,1 0 0 0 0,1 0 0 0 0,0 0 0 0 0,1 0 1 0 0,1 0-1 0 0,1 0 0 0 0,0 0 0 0 0,9 31 0 0 0,-10-45-114 0 0,1 1-1 0 0,-1-1 0 0 0,1 0 0 0 0,0 0 0 0 0,0 0 0 0 0,0 0 1 0 0,0 0-1 0 0,1 0 0 0 0,0 0 0 0 0,0-1 0 0 0,0 0 0 0 0,0 1 1 0 0,0-1-1 0 0,1 0 0 0 0,-1-1 0 0 0,1 1 0 0 0,0 0 0 0 0,0-1 1 0 0,7 3-1 0 0,-5-3-75 0 0,0-1 0 0 0,0 0 0 0 0,-1-1 1 0 0,1 0-1 0 0,0 0 0 0 0,0 0 0 0 0,-1 0 1 0 0,1-1-1 0 0,0 0 0 0 0,0 0 0 0 0,-1-1 1 0 0,1 1-1 0 0,-1-1 0 0 0,1 0 0 0 0,8-6 1 0 0,17-9-456 0 0,-1-1 1 0 0,-1-1 0 0 0,-1-2-1 0 0,-1-1 1 0 0,0-1 0 0 0,-2-1-1 0 0,-1-2 1 0 0,-1 0 0 0 0,-1-1-1 0 0,26-44 1 0 0,-1-8-679 0 0,-4-1 0 0 0,59-155 0 0 0,-65 136 771 0 0,-5 0 1 0 0,-4-3-1 0 0,-5 0 1 0 0,-4-2-1 0 0,-4 0 1 0 0,0-123-1 0 0,-14 207 502 0 0,-2 0-1 0 0,0 0 1 0 0,-1 0-1 0 0,-1 1 1 0 0,-1-1-1 0 0,-1 1 1 0 0,0-1-1 0 0,-2 1 1 0 0,0 1-1 0 0,-13-24 1 0 0,18 38-24 0 0,1 1 1 0 0,-2 0-1 0 0,1 0 0 0 0,0 0 1 0 0,-1 0-1 0 0,1 0 1 0 0,-1 0-1 0 0,0 0 1 0 0,0 1-1 0 0,0-1 1 0 0,0 1-1 0 0,0 0 1 0 0,0 0-1 0 0,-1 0 1 0 0,1 1-1 0 0,-1-1 1 0 0,0 1-1 0 0,1 0 1 0 0,-1 0-1 0 0,-5-1 1 0 0,4 2 25 0 0,0 0 0 0 0,-1 0 0 0 0,1 1 0 0 0,0 0 0 0 0,0 0 0 0 0,0 0 0 0 0,0 1 1 0 0,0 0-1 0 0,0 0 0 0 0,0 0 0 0 0,0 0 0 0 0,1 1 0 0 0,-6 3 0 0 0,-6 6 145 0 0,1 0 0 0 0,0 2 0 0 0,1-1 0 0 0,0 2 0 0 0,1 0 0 0 0,-18 28 0 0 0,10-8 160 0 0,3 1 0 0 0,1 0 0 0 0,1 1-1 0 0,-19 72 1 0 0,-23 154 835 0 0,54-240-1140 0 0,-18 106 596 0 0,6 1 1 0 0,6 1-1 0 0,5 0 0 0 0,6 0 0 0 0,5 0 0 0 0,25 132 0 0 0,-29-250-377 0 0,11 48 1015 0 0,-13-60-1197 0 0,0 1 0 0 0,1 0 0 0 0,0 0 0 0 0,-1-1 0 0 0,1 1 1 0 0,0 0-1 0 0,0-1 0 0 0,0 1 0 0 0,0 0 0 0 0,0-1 0 0 0,0 0 0 0 0,0 1 0 0 0,1-1 0 0 0,-1 0 0 0 0,0 1 0 0 0,1-1 0 0 0,-1 0 1 0 0,1 0-1 0 0,0 0 0 0 0,-1 0 0 0 0,1 0 0 0 0,0-1 0 0 0,-1 1 0 0 0,1 0 0 0 0,0-1 0 0 0,3 1 0 0 0,4-5 411 0 0,14-10-295 0 0,-1 0 1 0 0,-1-1-1 0 0,-1-1 0 0 0,0-1 0 0 0,20-23 1 0 0,-18 18-21 0 0,1 1 1 0 0,0 0 0 0 0,2 2-1 0 0,31-19 1 0 0,-54 37-196 0 0,0 0 1 0 0,0 0-1 0 0,-1 1 1 0 0,1-1-1 0 0,0 0 0 0 0,0 1 1 0 0,0-1-1 0 0,0 1 1 0 0,0-1-1 0 0,0 1 0 0 0,0 0 1 0 0,0 0-1 0 0,0 0 1 0 0,0 0-1 0 0,0 1 0 0 0,0-1 1 0 0,0 0-1 0 0,0 1 1 0 0,0-1-1 0 0,0 1 0 0 0,0 0 1 0 0,0-1-1 0 0,0 1 1 0 0,-1 0-1 0 0,1 0 0 0 0,0 1 1 0 0,0-1-1 0 0,-1 0 1 0 0,1 0-1 0 0,-1 1 0 0 0,0-1 1 0 0,1 1-1 0 0,-1-1 1 0 0,1 3-1 0 0,2 1 19 0 0,-1 0 1 0 0,0 0-1 0 0,-1 0 0 0 0,1 1 0 0 0,-1-1 1 0 0,0 1-1 0 0,0 0 0 0 0,-1-1 0 0 0,0 1 1 0 0,1 8-1 0 0,1 20-490 0 0,1-1-1 0 0,1 1 1 0 0,19 60-1 0 0,-12-81-6384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5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0 15437 0 0,'0'0'1075'0'0,"-3"6"-153"0"0,-6 9 132 0 0,2 0 1 0 0,0 1 0 0 0,1 0-1 0 0,1 0 1 0 0,0 1-1 0 0,1-1 1 0 0,1 1 0 0 0,-1 28-1 0 0,-14 55 1004 0 0,-3-1-1280 0 0,-5 17-3177 0 0,4-44-7535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6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64 12985 0 0,'-3'-26'-156'0'0,"-3"9"280"0"0,-4 8 116 0 0,4 0 268 0 0,-17 6-316 0 0,-6 15-1292 0 0,20-6-196 0 0,2 2-776 0 0,-2 1 208 0 0,2 5-709 0 0,1 1-559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6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659 78 8645 0 0,'-4'8'1382'0'0,"1"1"1"0"0,0-1 0 0 0,0 1-1 0 0,0 0 1 0 0,1 0 0 0 0,1 0-1 0 0,-2 13 1 0 0,4-18-856 0 0,-1 0-1 0 0,0 1 1 0 0,1-1 0 0 0,-1 0 0 0 0,1 0 0 0 0,0 0 0 0 0,1 0-1 0 0,-1 0 1 0 0,1-1 0 0 0,0 1 0 0 0,0 0 0 0 0,0-1-1 0 0,0 1 1 0 0,0-1 0 0 0,1 1 0 0 0,0-1 0 0 0,-1 0 0 0 0,5 3-1 0 0,-5-4-434 0 0,0-1 0 0 0,1 1 0 0 0,-1-1-1 0 0,0 0 1 0 0,1 0 0 0 0,-1 1 0 0 0,1-2 0 0 0,-1 1-1 0 0,1 0 1 0 0,-1 0 0 0 0,1-1 0 0 0,0 1-1 0 0,-1-1 1 0 0,1 0 0 0 0,0 0 0 0 0,-1 0-1 0 0,1 0 1 0 0,0-1 0 0 0,-1 1 0 0 0,1-1 0 0 0,0 1-1 0 0,-1-1 1 0 0,1 0 0 0 0,-1 0 0 0 0,1 0-1 0 0,-1 0 1 0 0,1-1 0 0 0,1-1 0 0 0,6-2-152 0 0,-1-2 1 0 0,-1 1-1 0 0,1-1 1 0 0,-1 0-1 0 0,12-15 1 0 0,6-10-124 0 0,26-44 0 0 0,-2 2 175 0 0,-44 73 711 0 0,1 13-532 0 0,-1 20-4 0 0,-3 103-140 0 0,6 0-1 0 0,33 162 1 0 0,-29-223-27 0 0,-3 0 0 0 0,2 136 0 0 0,-13-191 0 0 0,0 1 0 0 0,-1-1 0 0 0,-1 0 0 0 0,-1 1 0 0 0,-1-2 0 0 0,0 1 0 0 0,-1 0 0 0 0,-1-1 0 0 0,-13 22 0 0 0,12-26 0 0 0,-1 0 0 0 0,-1-1 0 0 0,-1 0 0 0 0,0-1 0 0 0,0 0 0 0 0,-1-1 0 0 0,-1 0 0 0 0,1-1 0 0 0,-2 0 0 0 0,0-1 0 0 0,-24 12 0 0 0,-6-1 0 0 0,-2-1 0 0 0,0-3 0 0 0,-1-2 0 0 0,-1-1 0 0 0,-54 6 0 0 0,4-7 0 0 0,-154 0 0 0 0,240-12-1179 0 0,1 0 1 0 0,-1-1-1 0 0,0 0 0 0 0,-15-5 1 0 0,22 5 349 0 0,1-1 1 0 0,0 1 0 0 0,-1-1-1 0 0,1 0 1 0 0,0 0-1 0 0,0-1 1 0 0,0 1 0 0 0,1-1-1 0 0,-1 0 1 0 0,0 0-1 0 0,1 0 1 0 0,0 0-1 0 0,-5-7 1 0 0,-5-7-12592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8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 93 7165 0 0,'4'-65'6716'0'0,"-5"37"-222"0"0,-5 39-5087 0 0,-37 68 647 0 0,4 2 1 0 0,-29 86-1 0 0,38-92-1016 0 0,4-11-480 0 0,3 2 0 0 0,2 0 1 0 0,-15 91-1 0 0,31-131-429 0 0,2 1 0 0 0,2 0 1 0 0,0 1-1 0 0,2-1 0 0 0,0 0 0 0 0,2 0 1 0 0,1-1-1 0 0,1 1 0 0 0,2-1 0 0 0,0 0 1 0 0,18 41-1 0 0,-15-47-120 0 0,0 0-1 0 0,1-1 1 0 0,1 0 0 0 0,1-1 0 0 0,0 0-1 0 0,18 17 1 0 0,-26-30-15 0 0,1 0 0 0 0,-1 0 0 0 0,1-1 0 0 0,0 0 0 0 0,0 0-1 0 0,1 0 1 0 0,-1-1 0 0 0,1 0 0 0 0,11 4 0 0 0,-13-6-9 0 0,0-1-1 0 0,0 1 1 0 0,-1 0 0 0 0,1-1 0 0 0,0 0-1 0 0,0 0 1 0 0,0-1 0 0 0,0 1-1 0 0,-1-1 1 0 0,1 0 0 0 0,0 0-1 0 0,-1-1 1 0 0,1 1 0 0 0,0-1 0 0 0,7-5-1 0 0,62-39-8383 0 0,-17 9-3081 0 0,-28 19 693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8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12 19934 0 0,'-4'-8'258'0'0,"6"4"886"0"0,4 7 2462 0 0,31 20-3034 0 0,-1 2 0 0 0,-1 1 0 0 0,-2 2 0 0 0,-1 1 0 0 0,-1 2 0 0 0,-1 1 0 0 0,44 63 0 0 0,-68-84-524 0 0,0 0 0 0 0,0 0 0 0 0,-1 1-1 0 0,-1-1 1 0 0,0 1 0 0 0,0 0 0 0 0,-1 0 0 0 0,-1 0 0 0 0,0 1-1 0 0,-1-1 1 0 0,0 0 0 0 0,-2 23 0 0 0,-1-17 75 0 0,-1 0-1 0 0,0-1 1 0 0,-2 1 0 0 0,0-1-1 0 0,-1 0 1 0 0,0-1 0 0 0,-2 1-1 0 0,-11 19 1 0 0,3-11 15 0 0,0-1 1 0 0,-2 0-1 0 0,-1-2 1 0 0,-1 0-1 0 0,-1-1 1 0 0,0-1-1 0 0,-2 0 1 0 0,0-2-1 0 0,-1-1 1 0 0,-44 23-1 0 0,57-34-1179 0 0,-1-1 0 0 0,0-1 0 0 0,-22 6 0 0 0,32-9 786 0 0,-1 0 1 0 0,0-1-1 0 0,1 1 1 0 0,-1-1-1 0 0,0 1 1 0 0,0-1-1 0 0,1 0 1 0 0,-1 0-1 0 0,0-1 1 0 0,0 1-1 0 0,1 0 1 0 0,-1-1-1 0 0,0 0 1 0 0,1 0-1 0 0,-1 1 1 0 0,0-1-1 0 0,1-1 1 0 0,-1 1-1 0 0,1 0 1 0 0,0-1-1 0 0,-1 1 1 0 0,-2-4-1 0 0,5 5-199 0 0,-1-1 0 0 0,1 0 0 0 0,-1 0 0 0 0,1 0 0 0 0,0-1 0 0 0,0 1-1 0 0,-1 0 1 0 0,1 0 0 0 0,0 0 0 0 0,0 0 0 0 0,0 0 0 0 0,0 0 0 0 0,0 0 0 0 0,0 0-1 0 0,1 0 1 0 0,-1 0 0 0 0,0 0 0 0 0,1-2 0 0 0,0 1-1535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9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54 20522 0 0,'-2'-2'83'0'0,"0"-2"442"0"0,-1 0 0 0 0,0 0 1 0 0,0 0-1 0 0,0 1 1 0 0,-1-1-1 0 0,1 1 1 0 0,-1 0-1 0 0,1 0 0 0 0,-1 0 1 0 0,0 0-1 0 0,-1 1 1 0 0,1-1-1 0 0,0 1 0 0 0,-1 0 1 0 0,1 0-1 0 0,-6-1 1 0 0,1 8 1149 0 0,1 3-1565 0 0,1 1 0 0 0,1 0 0 0 0,-1 1-1 0 0,1-1 1 0 0,1 1 0 0 0,0 0 0 0 0,1 1 0 0 0,-1-1 0 0 0,-1 12-1 0 0,-23 107 332 0 0,24-101-425 0 0,-21 142-16 0 0,8 2 0 0 0,3 185 0 0 0,19-329-1961 0 0,-4-27 1852 0 0,0-1 0 0 0,0 0-1 0 0,0 0 1 0 0,0 1-1 0 0,0-1 1 0 0,0 0 0 0 0,0 0-1 0 0,0 1 1 0 0,0-1-1 0 0,1 0 1 0 0,-1 0 0 0 0,0 0-1 0 0,0 1 1 0 0,0-1-1 0 0,0 0 1 0 0,1 0 0 0 0,-1 0-1 0 0,0 0 1 0 0,0 1-1 0 0,0-1 1 0 0,1 0 0 0 0,-1 0-1 0 0,0 0 1 0 0,0 0-1 0 0,0 0 1 0 0,1 0-1 0 0,-1 0 1 0 0,0 0 0 0 0,0 0-1 0 0,1 0 1 0 0,-1 0-1 0 0,0 0 1 0 0,0 0 0 0 0,1 0-1 0 0,-1 0 1 0 0,0 0-1 0 0,0 0 1 0 0,1 0 0 0 0,-1 0-1 0 0,0 0 1 0 0,0 0-1 0 0,1 0 1 0 0,-1 0 0 0 0,26-33-11674 0 0,-21 26 10146 0 0,26-46-9080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9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71 149 20838 0 0,'-17'-10'759'0'0,"-34"-24"8706"0"0,48 32-8248 0 0,4-1-781 0 0,7-11-384 0 0,5 5-139 0 0,-1 1 0 0 0,1 1 1 0 0,1 0-1 0 0,-1 1 0 0 0,1 0 0 0 0,0 1 1 0 0,28-5-1 0 0,108-15-2147 0 0,-141 24 1099 0 0,0 0 1 0 0,0 0-1 0 0,0 1 0 0 0,0 1 0 0 0,0-1 0 0 0,0 1 0 0 0,16 5 0 0 0,8 12-7379 0 0,-16-1-1876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9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81 205 20254 0 0,'-49'17'1825'0'0,"19"-3"2142"0"0,29-13-2076 0 0,168-39 721 0 0,133-64-3123 0 0,-42 12-3253 0 0,-256 89 3733 0 0,1 0 0 0 0,-1 0 0 0 0,1 0 0 0 0,-1 0-1 0 0,1 1 1 0 0,-1-1 0 0 0,1 1 0 0 0,0-1 0 0 0,-1 1-1 0 0,1 0 1 0 0,-1 0 0 0 0,1 0 0 0 0,0 1 0 0 0,-1-1-1 0 0,1 1 1 0 0,0-1 0 0 0,-1 1 0 0 0,1 0 0 0 0,-1 0-1 0 0,0 0 1 0 0,1 0 0 0 0,2 2 0 0 0,-3 0 136 0 0,0 0 0 0 0,0 0 0 0 0,0 0 0 0 0,-1 0 1 0 0,1 0-1 0 0,-1 1 0 0 0,0-1 0 0 0,0 1 0 0 0,0-1 0 0 0,0 1 1 0 0,0-1-1 0 0,-1 1 0 0 0,0-1 0 0 0,0 1 0 0 0,0 0 0 0 0,0 3 0 0 0,-13 185 2837 0 0,0 2-2036 0 0,13-130-1491 0 0,0-38-2184 0 0,0-7-3511 0 0,0 0-5275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29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82 16213 0 0,'-13'-26'433'0'0,"7"6"91"0"0,-4 5 12 0 0,7 4-64 0 0,0 2 476 0 0,38 41-9037 0 0,-22-12 6093 0 0,0 9-1080 0 0,3 5-1033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0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114 661 8833 0 0,'0'0'8477'0'0,"6"-2"-7243"0"0,5-3-600 0 0,0 0 1 0 0,-1-1 0 0 0,0 0 0 0 0,0 0-1 0 0,-1-1 1 0 0,1 0 0 0 0,-1-1 0 0 0,14-15-1 0 0,-19 16-453 0 0,1 1-1 0 0,-1-1 0 0 0,0 0 0 0 0,-1 0 0 0 0,1 0 1 0 0,-1-1-1 0 0,-1 1 0 0 0,1-1 0 0 0,-2 1 1 0 0,1-1-1 0 0,-1 0 0 0 0,0 0 0 0 0,0 0 0 0 0,-1 0 1 0 0,-1-9-1 0 0,-1-14 134 0 0,-2 0 0 0 0,-2-1 0 0 0,-1 2 0 0 0,-1-1 0 0 0,-1 1 0 0 0,-2 0 0 0 0,-1 1 0 0 0,-1 0 0 0 0,-2 1 0 0 0,-29-42 0 0 0,38 63-188 0 0,0 1 0 0 0,0 0 0 0 0,-1 1-1 0 0,0 0 1 0 0,0 0 0 0 0,0 0 0 0 0,-1 1 0 0 0,1 0 0 0 0,-1 0-1 0 0,-9-2 1 0 0,-26-15 546 0 0,49 19-573 0 0,38-2-94 0 0,0 2-1 0 0,0 1 1 0 0,0 3-1 0 0,81 13 1 0 0,-99-11-6 0 0,0 2 1 0 0,0 1-1 0 0,0 0 1 0 0,-1 2-1 0 0,-1 2 1 0 0,1 0-1 0 0,-2 1 1 0 0,0 1-1 0 0,33 25 1 0 0,-35-18-1463 0 0,-1 1 1 0 0,0 1-1 0 0,19 28 0 0 0,-21-24-747 0 0,2-2-1 0 0,32 31 1 0 0,-27-43-7256 0 0,-13-9 503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0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87 16277 0 0,'-9'-17'-181'0'0,"7"10"674"0"0,-1 1 0 0 0,0 0 0 0 0,-1 0 0 0 0,1 0 0 0 0,-1 1 0 0 0,0-1 0 0 0,-1 1 0 0 0,1 0 0 0 0,-1 0 0 0 0,-9-7 0 0 0,13 11 323 0 0,-5 3-5 0 0,-6 2-423 0 0,1 0 0 0 0,-1 0 0 0 0,1 1 1 0 0,0 1-1 0 0,0 0 0 0 0,1 1 0 0 0,0 0 0 0 0,0 0 0 0 0,-14 15 0 0 0,12-11-59 0 0,1 1-1 0 0,0 0 0 0 0,1 1 0 0 0,0 0 1 0 0,1 1-1 0 0,1 0 0 0 0,-9 19 0 0 0,14-26-264 0 0,1-1 0 0 0,0 1-1 0 0,1 0 1 0 0,-1 0-1 0 0,1 0 1 0 0,1 0 0 0 0,-1 0-1 0 0,1 0 1 0 0,0 0-1 0 0,1 0 1 0 0,0 0 0 0 0,0 0-1 0 0,0 0 1 0 0,1-1-1 0 0,0 1 1 0 0,0 0 0 0 0,1-1-1 0 0,5 10 1 0 0,6 8 337 0 0,0-1 0 0 0,2-1-1 0 0,28 31 1 0 0,2 3-99 0 0,-32-38-302 0 0,-1 1 0 0 0,-1 0 0 0 0,-1 1 0 0 0,11 26 0 0 0,-19-40 0 0 0,-1 0 0 0 0,0 0 0 0 0,0 1 0 0 0,-1-1 0 0 0,1 1 0 0 0,-2-1 0 0 0,1 1 0 0 0,-1-1 0 0 0,0 1 0 0 0,0-1 0 0 0,0 1 0 0 0,-1-1 0 0 0,0 1 0 0 0,-1-1 0 0 0,1 1 0 0 0,-1-1 0 0 0,0 0 0 0 0,-1 0 0 0 0,-4 9 0 0 0,4-11 0 0 0,1-1 0 0 0,-1 0 0 0 0,0 0 0 0 0,0 0 0 0 0,0 0 0 0 0,0-1 0 0 0,-1 1 0 0 0,1-1 0 0 0,-1 0 0 0 0,1 0 0 0 0,-1 0 0 0 0,0 0 0 0 0,0-1 0 0 0,-4 2 0 0 0,-15-3 0 0 0,17-2-333 0 0,-1 0 1 0 0,1 0-1 0 0,0-1 0 0 0,0 0 0 0 0,0 0 1 0 0,1-1-1 0 0,-1 1 0 0 0,1-1 1 0 0,0-1-1 0 0,0 1 0 0 0,0-1 1 0 0,0 1-1 0 0,1-1 0 0 0,0-1 0 0 0,0 1 1 0 0,0-1-1 0 0,1 1 0 0 0,0-1 1 0 0,0 0-1 0 0,0 0 0 0 0,-3-11 0 0 0,-2-10-2105 0 0,0 1 0 0 0,2-1 0 0 0,0 0 0 0 0,-1-30 0 0 0,0-44-8963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0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21330 0 0,'1'-2'385'0'0,"2"-18"-665"0"0,0 15 1508 0 0,-1 9 2963 0 0,56 286-2929 0 0,29 167 1729 0 0,-33 8-1331 0 0,-51-418-1660 0 0,2 38 0 0 0,-8 120 0 0 0,-4-117-409 0 0,-12 107-2298 0 0,13-160 1946 0 0,-1-1-1 0 0,-1 1 1 0 0,-18 45 0 0 0,6-39-4531 0 0,1-21-5192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0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23 178 15977 0 0,'-11'-50'654'0'0,"0"-4"5062"0"0,11 54-5622 0 0,1-1 1 0 0,-1 0 0 0 0,0 0-1 0 0,1 1 1 0 0,-1-1 0 0 0,1 0-1 0 0,-1 0 1 0 0,1 1 0 0 0,-1-1-1 0 0,1 1 1 0 0,-1-1 0 0 0,1 0-1 0 0,0 1 1 0 0,-1-1 0 0 0,1 1-1 0 0,0-1 1 0 0,0 1-1 0 0,-1 0 1 0 0,1-1 0 0 0,0 1-1 0 0,0 0 1 0 0,-1 0 0 0 0,1-1-1 0 0,0 1 1 0 0,2 0 0 0 0,28-6 1011 0 0,-19 5-872 0 0,213-40-5576 0 0,-160 34-302 0 0,104 2 0 0 0,-59 9-2018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1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398 109 13901 0 0,'-68'-64'2459'0'0,"62"58"-1854"0"0,-1 1 1 0 0,1 0 0 0 0,-1 0 0 0 0,0 1-1 0 0,0 0 1 0 0,-1 0 0 0 0,1 0 0 0 0,-15-3-1 0 0,18 6-427 0 0,0 1-1 0 0,-1 0 1 0 0,1 0-1 0 0,-1 1 1 0 0,1-1-1 0 0,0 1 0 0 0,-1 0 1 0 0,1 0-1 0 0,0 1 1 0 0,0-1-1 0 0,0 1 1 0 0,0 0-1 0 0,0 0 1 0 0,0 0-1 0 0,0 1 1 0 0,-4 3-1 0 0,-7 6 361 0 0,2 0 1 0 0,-18 20-1 0 0,26-27-410 0 0,-9 10 234 0 0,1 1 0 0 0,0 1-1 0 0,1 0 1 0 0,1 1 0 0 0,1 0 0 0 0,-14 33-1 0 0,21-44-225 0 0,0 1-1 0 0,0-1 0 0 0,1 1 1 0 0,0 0-1 0 0,1-1 0 0 0,0 1 0 0 0,0 0 1 0 0,0 0-1 0 0,1 0 0 0 0,1 0 1 0 0,-1 0-1 0 0,1 0 0 0 0,0 0 0 0 0,1 0 1 0 0,0-1-1 0 0,0 1 0 0 0,1 0 0 0 0,0-1 1 0 0,0 0-1 0 0,7 12 0 0 0,7 3-48 0 0,1-1 0 0 0,0 0 0 0 0,2-1 0 0 0,26 21 0 0 0,97 64 219 0 0,-36-29-224 0 0,-91-64-82 0 0,1 0 0 0 0,0 1 0 0 0,-2 1 0 0 0,1 0 0 0 0,22 28 0 0 0,-35-39 0 0 0,-1 1 0 0 0,1-1 0 0 0,-1 1 0 0 0,0 0 0 0 0,0 0 0 0 0,0 0 0 0 0,0 0 0 0 0,-1 0 0 0 0,0 1 0 0 0,0-1 0 0 0,0 0 0 0 0,0 1 0 0 0,0-1 0 0 0,-1 1 0 0 0,0-1 0 0 0,0 0 0 0 0,0 1 0 0 0,-1-1 0 0 0,0 1 0 0 0,1-1 0 0 0,-1 0 0 0 0,-1 1 0 0 0,1-1 0 0 0,-1 0 0 0 0,1 0 0 0 0,-1 0 0 0 0,0 0 0 0 0,-3 4 0 0 0,-7 7 0 0 0,-1 0 0 0 0,0-1 0 0 0,-1 0 0 0 0,0-1 0 0 0,-1 0 0 0 0,-1-1 0 0 0,0-1 0 0 0,0 0 0 0 0,-1-2 0 0 0,-1 0 0 0 0,1-1 0 0 0,-1 0 0 0 0,-1-1 0 0 0,1-2 0 0 0,-28 6 0 0 0,39-10-60 0 0,1 0 0 0 0,-1 0 0 0 0,1-1 0 0 0,-1 0 1 0 0,1 0-1 0 0,-1-1 0 0 0,1 0 0 0 0,-1 0 0 0 0,1 0 0 0 0,0-1 0 0 0,0 0 0 0 0,0 0 0 0 0,0-1 0 0 0,0 0 1 0 0,0 0-1 0 0,0 0 0 0 0,1 0 0 0 0,-1-1 0 0 0,1 0 0 0 0,0 0 0 0 0,1-1 0 0 0,-1 1 0 0 0,1-1 0 0 0,-1 0 1 0 0,2 0-1 0 0,-1-1 0 0 0,0 1 0 0 0,1-1 0 0 0,0 0 0 0 0,0 1 0 0 0,-3-13 0 0 0,-1-3-366 0 0,2 0 0 0 0,0 0 0 0 0,1-1 0 0 0,1 0 0 0 0,1 0 0 0 0,1 0 0 0 0,1 0 0 0 0,3-27 0 0 0,14-48-5051 0 0,1 34-1606 0 0,7 0-5517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1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154 161 22158 0 0,'0'0'71'0'0,"-1"3"406"0"0,0-1-1 0 0,0 1 0 0 0,0 0 1 0 0,1 0-1 0 0,-1 0 0 0 0,1 0 1 0 0,0 0-1 0 0,0 0 0 0 0,1 4 0 0 0,6-3-267 0 0,0-1-1 0 0,0-1 0 0 0,1 1 0 0 0,-1-1 0 0 0,1 0 0 0 0,0-1 0 0 0,-1 0 0 0 0,1 0 1 0 0,0-1-1 0 0,0 0 0 0 0,0 0 0 0 0,-1-1 0 0 0,1 0 0 0 0,0 0 0 0 0,0-1 0 0 0,9-3 0 0 0,1 0-70 0 0,-1 0-1 0 0,0-1 1 0 0,0-1-1 0 0,-1-1 1 0 0,1 0-1 0 0,21-15 1 0 0,-36 21-119 0 0,1 0 0 0 0,0 1 0 0 0,-1-1 0 0 0,1 0 0 0 0,-1-1 0 0 0,0 1 0 0 0,0 0-1 0 0,0-1 1 0 0,0 1 0 0 0,0-1 0 0 0,0 1 0 0 0,-1-1 0 0 0,1 0 0 0 0,-1 0 0 0 0,0 0 0 0 0,0 0 0 0 0,0 0 0 0 0,0 0 0 0 0,0 0 0 0 0,-1 0 0 0 0,1 0 0 0 0,-1 0 0 0 0,0-1 0 0 0,0 1 0 0 0,0 0 0 0 0,0 0-1 0 0,-1 0 1 0 0,1 0 0 0 0,-1 0 0 0 0,-2-6 0 0 0,1 5-9 0 0,0 0 1 0 0,-1 1-1 0 0,1-1 0 0 0,-1 1 0 0 0,0 0 0 0 0,0 0 0 0 0,0 0 0 0 0,-1 0 1 0 0,1 1-1 0 0,-1-1 0 0 0,1 1 0 0 0,-1 0 0 0 0,0 0 0 0 0,0 0 0 0 0,0 1 1 0 0,0-1-1 0 0,0 1 0 0 0,0 0 0 0 0,0 0 0 0 0,-1 0 0 0 0,1 1 0 0 0,-8-1 1 0 0,-5 2 7 0 0,0 0 0 0 0,0 1 0 0 0,0 0 0 0 0,0 1 0 0 0,1 1-1 0 0,0 1 1 0 0,-1 1 0 0 0,1 0 0 0 0,1 1 0 0 0,0 0 0 0 0,0 2 0 0 0,-28 19 0 0 0,32-21-5 0 0,1 2 0 0 0,-1-1 0 0 0,1 1 0 0 0,1 1 0 0 0,-1 0 0 0 0,2 0 0 0 0,-1 1 0 0 0,2 0 0 0 0,-1 1 0 0 0,2-1-1 0 0,-1 1 1 0 0,2 1 0 0 0,-1-1 0 0 0,2 1 0 0 0,0 0 0 0 0,-5 25 0 0 0,8-29-13 0 0,1-1 0 0 0,0 1 0 0 0,1-1 0 0 0,-1 1-1 0 0,2-1 1 0 0,-1 0 0 0 0,1 0 0 0 0,0 1 0 0 0,1-1 0 0 0,0 0 0 0 0,0-1 0 0 0,6 11-1 0 0,-2-7-5 0 0,1 0-1 0 0,0 0 1 0 0,0-1-1 0 0,1 0 0 0 0,0-1 1 0 0,1 0-1 0 0,15 11 0 0 0,-7-7-48 0 0,1-2 0 0 0,0 0 0 0 0,0-1 0 0 0,1-1 0 0 0,1 0 0 0 0,-1-2 0 0 0,1 0 0 0 0,1-2 0 0 0,28 4 0 0 0,-23-6-2451 0 0,1-1 0 0 0,0-2 1 0 0,55-6-1 0 0,-57 2-1402 0 0,0-1 0 0 0,34-13-1 0 0,-8-2-4649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1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97 14945 0 0,'-2'-2'236'0'0,"0"0"-1"0"0,1 0 0 0 0,-1 0 0 0 0,0 1 0 0 0,0-1 1 0 0,0 0-1 0 0,0 1 0 0 0,0 0 0 0 0,0-1 1 0 0,0 1-1 0 0,0 0 0 0 0,-1 0 0 0 0,1 0 0 0 0,-5 0 1 0 0,3 0 1046 0 0,1 1-1063 0 0,1 1-1 0 0,-1 0 0 0 0,1 0 0 0 0,-1 0 0 0 0,0 1 0 0 0,1-1 0 0 0,0 1 0 0 0,-1-1 0 0 0,1 1 0 0 0,0 0 0 0 0,0 0 0 0 0,0 0 0 0 0,0 0 0 0 0,0 0 0 0 0,0 0 0 0 0,1 0 0 0 0,-1 1 0 0 0,1-1 0 0 0,-1 1 0 0 0,1-1 0 0 0,0 1 0 0 0,-1 3 0 0 0,-2 2 417 0 0,1 1 0 0 0,0 0 0 0 0,0 1 0 0 0,0-1 0 0 0,0 13 0 0 0,2-13-488 0 0,1 0-1 0 0,0 0 1 0 0,1 0-1 0 0,0-1 1 0 0,0 1-1 0 0,1 0 1 0 0,0-1-1 0 0,1 0 1 0 0,-1 1-1 0 0,2-1 1 0 0,-1 0-1 0 0,1 0 1 0 0,0 0-1 0 0,1-1 1 0 0,6 8-1 0 0,-7-10-66 0 0,0 0 0 0 0,0-1 0 0 0,1 0 0 0 0,-1 0 1 0 0,1 0-1 0 0,0-1 0 0 0,0 1 0 0 0,1-1 0 0 0,-1 0 0 0 0,1-1 0 0 0,-1 1 0 0 0,1-1 0 0 0,0 0 0 0 0,0-1 0 0 0,0 1 0 0 0,0-1 1 0 0,0-1-1 0 0,0 1 0 0 0,0-1 0 0 0,0 0 0 0 0,1 0 0 0 0,8-2 0 0 0,-3 1-80 0 0,0-2 0 0 0,0 1 0 0 0,0-2 0 0 0,-1 1 0 0 0,1-2 0 0 0,-1 1 0 0 0,0-2 0 0 0,0 1 0 0 0,-1-1 0 0 0,0-1 0 0 0,10-8 0 0 0,-16 11 0 0 0,1 0 0 0 0,-1-1 0 0 0,0 0 0 0 0,0 1 0 0 0,-1-2 0 0 0,1 1 0 0 0,-1 0 0 0 0,0-1 0 0 0,-1 1 0 0 0,1-1 0 0 0,-1 0 0 0 0,0 0 0 0 0,-1 0 0 0 0,1 0 0 0 0,-1 0 0 0 0,0 0 0 0 0,-1 0 0 0 0,0-1 0 0 0,0 1 0 0 0,0 0 0 0 0,0 0 0 0 0,-1 0 0 0 0,-2-9 0 0 0,0 2 0 0 0,0 0 0 0 0,-1 0 0 0 0,0 0 0 0 0,-1 1 0 0 0,0 0 0 0 0,-1 0 0 0 0,0 0 0 0 0,-10-13 0 0 0,12 20 0 0 0,1 1 0 0 0,-1 1 0 0 0,1-1 0 0 0,-1 0 0 0 0,0 1 0 0 0,-1 0 0 0 0,1 0 0 0 0,0 0 0 0 0,-1 0 0 0 0,0 1 0 0 0,1 0 0 0 0,-1 0 0 0 0,0 0 0 0 0,0 1 0 0 0,0-1 0 0 0,-1 1 0 0 0,1 0 0 0 0,0 1 0 0 0,0-1 0 0 0,-1 1 0 0 0,1 0 0 0 0,0 0 0 0 0,0 1 0 0 0,-6 1 0 0 0,-70 19-3332 0 0,65-15 1763 0 0,2 0 0 0 0,-1 1 0 0 0,1 0 0 0 0,0 2 0 0 0,0-1 0 0 0,1 2 0 0 0,0 0 0 0 0,1 0 0 0 0,0 1 0 0 0,-14 17 0 0 0,12-10-8751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2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1 394 17226 0 0,'12'-3'42'0'0,"-8"6"4583"0"0,-3-2-4369 0 0,-1 1-1 0 0,1-1 0 0 0,-1 1 0 0 0,1-1 1 0 0,0 1-1 0 0,-1-1 0 0 0,1 1 1 0 0,0-1-1 0 0,0 1 0 0 0,0-1 0 0 0,0 0 1 0 0,0 0-1 0 0,0 1 0 0 0,1-1 1 0 0,-1 0-1 0 0,0 0 0 0 0,1 0 0 0 0,-1 0 1 0 0,0 0-1 0 0,1-1 0 0 0,-1 1 1 0 0,1 0-1 0 0,0-1 0 0 0,-1 1 0 0 0,1-1 1 0 0,-1 0-1 0 0,1 1 0 0 0,0-1 1 0 0,-1 0-1 0 0,1 0 0 0 0,3 0 0 0 0,-3 0-154 0 0,0 0 0 0 0,0-1 0 0 0,0 1 0 0 0,0-1 0 0 0,0 1-1 0 0,0-1 1 0 0,0 0 0 0 0,0 0 0 0 0,0 0 0 0 0,0 0 0 0 0,0 0 0 0 0,-1 0-1 0 0,1 0 1 0 0,0-1 0 0 0,-1 1 0 0 0,1-1 0 0 0,1-1 0 0 0,1-3-66 0 0,-1 0 0 0 0,1 0 0 0 0,-1 0 0 0 0,-1 0 0 0 0,1-1 0 0 0,-1 1 0 0 0,0-1 0 0 0,0 1 0 0 0,-1-1 0 0 0,0 0 0 0 0,0-12 0 0 0,-5-82 377 0 0,1 63-355 0 0,4 30-57 0 0,-1 0 0 0 0,-1 1 0 0 0,1-1 0 0 0,-1 0 0 0 0,-1 0 0 0 0,1 0 0 0 0,-1 1 0 0 0,-1-1 0 0 0,1 1 0 0 0,-1 0 0 0 0,-1-1 0 0 0,1 1 0 0 0,-1 1 0 0 0,-1-1 0 0 0,1 0 0 0 0,-1 1 0 0 0,0 0 0 0 0,-9-8 0 0 0,14 14 0 0 0,0 0 0 0 0,-1 0 0 0 0,1 0 0 0 0,0 0 0 0 0,0 0 0 0 0,0-1 0 0 0,-1 1 0 0 0,1 0 0 0 0,0 0 0 0 0,0 0 0 0 0,0 0 0 0 0,-1 0 0 0 0,1-1 0 0 0,0 1 0 0 0,0 0 0 0 0,0 0 0 0 0,0 0 0 0 0,-1 0 0 0 0,1-1 0 0 0,0 1 0 0 0,0 0 0 0 0,0 0 0 0 0,0-1 0 0 0,0 1 0 0 0,0 0 0 0 0,0 0 0 0 0,0-1 0 0 0,0 1 0 0 0,0 0 0 0 0,0 0 0 0 0,0-1 0 0 0,0 1 0 0 0,0 0 0 0 0,0 0 0 0 0,0 0 0 0 0,0-1 0 0 0,0 1 0 0 0,0 0 0 0 0,0 0 0 0 0,0-1 0 0 0,0 1 0 0 0,0 0 0 0 0,0 0 0 0 0,1-1 0 0 0,4-2 0 0 0,0 0 0 0 0,0 0 0 0 0,1 0 0 0 0,-1 1 0 0 0,1 0 0 0 0,0 0 0 0 0,-1 1 0 0 0,1-1 0 0 0,0 1 0 0 0,0 0 0 0 0,0 1 0 0 0,0-1 0 0 0,10 2 0 0 0,4-1 0 0 0,0 1 0 0 0,-1 1 0 0 0,26 6 0 0 0,-34-6 0 0 0,0 2 0 0 0,-1-1 0 0 0,1 1 0 0 0,-1 1 0 0 0,0 0 0 0 0,0 0 0 0 0,-1 1 0 0 0,0 0 0 0 0,0 1 0 0 0,0 0 0 0 0,-1 0 0 0 0,0 1 0 0 0,0 0 0 0 0,-1 0 0 0 0,0 1 0 0 0,0 0 0 0 0,10 19 0 0 0,-6-4 0 0 0,-1 0 0 0 0,-1 1 0 0 0,-2 0 0 0 0,0 0 0 0 0,-1 1 0 0 0,3 41 0 0 0,-1 39-371 0 0,-6-65-603 0 0,1-1 1 0 0,16 74 0 0 0,-18-112 347 0 0,-1-1-1 0 0,1 0 1 0 0,-1 0-1 0 0,1 0 1 0 0,0 0 0 0 0,-1 0-1 0 0,1 1 1 0 0,0-1-1 0 0,0 0 1 0 0,-1-1 0 0 0,1 1-1 0 0,0 0 1 0 0,0 0-1 0 0,0 0 1 0 0,0 0 0 0 0,0-1-1 0 0,0 1 1 0 0,1 0-1 0 0,-1-1 1 0 0,0 1 0 0 0,0-1-1 0 0,0 0 1 0 0,1 1-1 0 0,0-1 1 0 0,19 6-11334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2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1119 22258 0 0,'-14'-6'333'0'0,"1"1"-1"0"0,-1 0 1 0 0,0 1 0 0 0,0 1 0 0 0,-1 0-1 0 0,1 1 1 0 0,0 0 0 0 0,-1 1-1 0 0,0 1 1 0 0,1 0 0 0 0,-1 1 0 0 0,1 1-1 0 0,-1 0 1 0 0,1 1 0 0 0,-20 6 0 0 0,18-4 37 0 0,1 1 0 0 0,0 0 1 0 0,1 1-1 0 0,0 1 0 0 0,0 0 1 0 0,0 0-1 0 0,1 2 1 0 0,0 0-1 0 0,1 0 0 0 0,0 1 1 0 0,1 1-1 0 0,0 0 1 0 0,-17 25-1 0 0,24-31-372 0 0,0 0 0 0 0,1 0-1 0 0,-1 0 1 0 0,2 0 0 0 0,-1 1 0 0 0,1-1 0 0 0,0 1-1 0 0,0 0 1 0 0,0-1 0 0 0,1 1 0 0 0,0 0-1 0 0,1 0 1 0 0,0 0 0 0 0,0 0 0 0 0,0 0 0 0 0,1 0-1 0 0,0 0 1 0 0,0 0 0 0 0,0-1 0 0 0,1 1 0 0 0,0 0-1 0 0,1-1 1 0 0,0 1 0 0 0,0-1 0 0 0,0 0 0 0 0,0 0-1 0 0,1 0 1 0 0,0-1 0 0 0,0 1 0 0 0,1-1 0 0 0,0 0-1 0 0,0 0 1 0 0,0 0 0 0 0,0-1 0 0 0,1 0-1 0 0,-1 0 1 0 0,1 0 0 0 0,0-1 0 0 0,0 1 0 0 0,1-1-1 0 0,-1-1 1 0 0,1 0 0 0 0,-1 1 0 0 0,1-2 0 0 0,0 1-1 0 0,0-1 1 0 0,10 0 0 0 0,-2-1-479 0 0,-1-1 0 0 0,0 0 0 0 0,0-1 0 0 0,1-1 0 0 0,-2 0 0 0 0,1-1 0 0 0,0-1 0 0 0,25-12 0 0 0,-1-3-1565 0 0,57-38 0 0 0,-68 37 1340 0 0,-1 0 1 0 0,-1-2 0 0 0,-1-1 0 0 0,-1 0 0 0 0,-1-2 0 0 0,-1-1 0 0 0,-2 0 0 0 0,-1-2-1 0 0,-1 0 1 0 0,-1-1 0 0 0,22-58 0 0 0,-1-20-78 0 0,-5-3 1 0 0,19-118-1 0 0,-49 219 775 0 0,9-38 145 0 0,-2-1 0 0 0,-2 1 0 0 0,-2-1 0 0 0,-2 0 0 0 0,-3-1 0 0 0,-5-49 0 0 0,2 85 171 0 0,0 1-1 0 0,0-1 1 0 0,-1 1-1 0 0,-1 0 1 0 0,0 0-1 0 0,-1 1 1 0 0,-15-24-1 0 0,19 33-150 0 0,0-1 1 0 0,0 1-1 0 0,0 0 0 0 0,-1 0 0 0 0,1 0 1 0 0,-1 1-1 0 0,0-1 0 0 0,0 1 0 0 0,0-1 1 0 0,0 1-1 0 0,0 0 0 0 0,-1 0 0 0 0,1 0 1 0 0,-1 1-1 0 0,1-1 0 0 0,-1 1 0 0 0,0 0 1 0 0,1 0-1 0 0,-1 0 0 0 0,0 0 0 0 0,0 1 0 0 0,0 0 1 0 0,1 0-1 0 0,-1 0 0 0 0,0 0 0 0 0,0 0 1 0 0,0 1-1 0 0,0-1 0 0 0,1 1 0 0 0,-1 0 1 0 0,0 0-1 0 0,1 1 0 0 0,-7 2 0 0 0,-3 4 192 0 0,0 1 0 0 0,0 0-1 0 0,1 1 1 0 0,0 0-1 0 0,1 1 1 0 0,0 0 0 0 0,1 1-1 0 0,0 0 1 0 0,0 1-1 0 0,2 0 1 0 0,0 0 0 0 0,0 1-1 0 0,1 0 1 0 0,1 0 0 0 0,-7 21-1 0 0,-4 18 510 0 0,3 1 0 0 0,-16 109 0 0 0,16-31-142 0 0,4 196-1 0 0,33 129 282 0 0,-20-406-997 0 0,2 0 0 0 0,2-1 0 0 0,22 79 0 0 0,-29-125 0 0 0,1-1 0 0 0,0 0 0 0 0,1 0 0 0 0,-1 0 0 0 0,0 1 0 0 0,1-1 0 0 0,0 0 0 0 0,-1-1 0 0 0,1 1 0 0 0,0 0 0 0 0,1-1 0 0 0,-1 1 0 0 0,0-1 0 0 0,1 1 0 0 0,5 3 0 0 0,9-5 0 0 0,-6-5 0 0 0,-1 0 0 0 0,0 0 0 0 0,0-1 0 0 0,0-1 0 0 0,-1 0 0 0 0,0 0 0 0 0,0 0 0 0 0,0-1 0 0 0,11-12 0 0 0,70-85 0 0 0,-49 54 0 0 0,-11 12 0 0 0,-21 26 0 0 0,1-1 0 0 0,0 1 0 0 0,1 0 0 0 0,0 1 0 0 0,1 0 0 0 0,0 1 0 0 0,14-9 0 0 0,-24 19 0 0 0,0-1 0 0 0,0 1 0 0 0,0-1 0 0 0,0 1 0 0 0,0 0 0 0 0,0 0 0 0 0,0 0 0 0 0,0 0 0 0 0,1 0 0 0 0,-1 0 0 0 0,0 0 0 0 0,0 1 0 0 0,0-1 0 0 0,0 1 0 0 0,0 0 0 0 0,0-1 0 0 0,0 1 0 0 0,0 0 0 0 0,-1 0 0 0 0,1 0 0 0 0,0 0 0 0 0,3 3 0 0 0,-1 3 0 0 0,1-1 0 0 0,-1 1 0 0 0,0-1 0 0 0,-1 1 0 0 0,0 0 0 0 0,0 0 0 0 0,0 1 0 0 0,-1-1 0 0 0,0 1 0 0 0,-1-1 0 0 0,1 9 0 0 0,14 42 0 0 0,-13-51 0 0 0,0 0 0 0 0,1 0 0 0 0,0-1 0 0 0,0 1 0 0 0,0-1 0 0 0,1 0 0 0 0,0 0 0 0 0,0 0 0 0 0,1-1 0 0 0,0 0 0 0 0,-1 0 0 0 0,2 0 0 0 0,-1-1 0 0 0,13 7 0 0 0,-11-8 0 0 0,1 0 0 0 0,0 0 0 0 0,-1-1 0 0 0,1 0 0 0 0,0-1 0 0 0,0 0 0 0 0,0 0 0 0 0,0-1 0 0 0,0 0 0 0 0,0-1 0 0 0,0 1 0 0 0,12-4 0 0 0,78-11-98 0 0,-99 15-48 0 0,1 0 0 0 0,-1 0 0 0 0,0 0 0 0 0,1 0 0 0 0,-1 0 0 0 0,0 0 0 0 0,1 0 0 0 0,-1 0 0 0 0,0 0 1 0 0,1 0-1 0 0,-1 0 0 0 0,0 0 0 0 0,1 0 0 0 0,-1 0 0 0 0,1 0 0 0 0,-1 0 0 0 0,0 0 0 0 0,1 0 0 0 0,-1 1 0 0 0,0-1 0 0 0,0 0 0 0 0,1 0 0 0 0,-1 0 0 0 0,0 1 0 0 0,1-1 0 0 0,-1 0 0 0 0,0 0 1 0 0,0 1-1 0 0,1-1 0 0 0,-1 0 0 0 0,0 0 0 0 0,0 1 0 0 0,0-1 0 0 0,0 0 0 0 0,1 1 0 0 0,-1-1 0 0 0,0 0 0 0 0,0 1 0 0 0,0-1 0 0 0,0 0 0 0 0,0 1 0 0 0,0-1 0 0 0,0 0 0 0 0,0 1 0 0 0,0-1 1 0 0,0 0-1 0 0,0 1 0 0 0,0-1 0 0 0,0 1 0 0 0,0-1 0 0 0,0 0 0 0 0,0 1 0 0 0,0-1 0 0 0,0 0 0 0 0,-1 1 0 0 0,1-1 0 0 0,0 0 0 0 0,0 0 0 0 0,0 1 0 0 0,-1-1 0 0 0,1 0 0 0 0,0 1 0 0 0,-1-1 1 0 0,-10 17-8125 0 0,-5 1-4933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4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1170 170 22990 0 0,'23'-100'2678'0'0,"-17"30"2467"0"0,-12 83-4318 0 0,-264 627 300 0 0,8-29-1127 0 0,-217 478 0 0 0,423-974 0 0 0,-60 134 0 0 0,107-224 46 0 0,23-53-34 0 0,9-17-349 0 0,-5 14-1008 0 0,105-169-7136 0 0,-30 75-1546 0 0,-33 57-752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5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93 17842 0 0,'0'0'-421'0'0,"0"-1"273"0"0,-1 1 181 0 0,1 0 0 0 0,0 0 1 0 0,0-1-1 0 0,0 1 0 0 0,-1 0 0 0 0,1 0 0 0 0,0 0 1 0 0,0 0-1 0 0,-1 0 0 0 0,1-1 0 0 0,0 1 1 0 0,0 0-1 0 0,-1 0 0 0 0,1 0 0 0 0,0 0 1 0 0,-1 0-1 0 0,1 0 0 0 0,0 0 0 0 0,0 0 1 0 0,-1 0-1 0 0,1 0 0 0 0,0 0 0 0 0,-1 0 1 0 0,1 0-1 0 0,0 0 0 0 0,0 0 0 0 0,-1 0 0 0 0,1 0 1 0 0,0 1-1 0 0,0-1 0 0 0,-1 0 0 0 0,1 0 1 0 0,0 0-1 0 0,0 0 0 0 0,-1 0 0 0 0,1 1 1 0 0,0-1-1 0 0,0 0 0 0 0,0 0 0 0 0,-1 0 1 0 0,1 1-1 0 0,0-1 0 0 0,0 0 0 0 0,0 0 0 0 0,0 1 1 0 0,-7 28 1374 0 0,1 0-1 0 0,1 0 1 0 0,2 0 0 0 0,1 1 0 0 0,4 51 0 0 0,-2-3 250 0 0,-1-40-1014 0 0,1 0-1 0 0,2 0 0 0 0,2 0 0 0 0,1 0 1 0 0,18 61-1 0 0,-22-94-643 0 0,1-1 0 0 0,-1 1 0 0 0,1-1 0 0 0,0 1 0 0 0,1-1 0 0 0,-1 0 0 0 0,1 1 0 0 0,-1-1 0 0 0,1-1 0 0 0,1 1 0 0 0,-1 0 0 0 0,0-1 0 0 0,1 1 0 0 0,0-1 0 0 0,0 0 0 0 0,0-1 0 0 0,0 1 0 0 0,6 2 0 0 0,-3-2 0 0 0,-1-1 0 0 0,1-1 0 0 0,0 1 0 0 0,-1-1 0 0 0,1 0 0 0 0,0-1 0 0 0,0 0 0 0 0,0 0 0 0 0,0 0 0 0 0,0-1 0 0 0,11-2 0 0 0,6-4 0 0 0,1 0 0 0 0,-1-2 0 0 0,-1-1 0 0 0,0-1 0 0 0,40-25 0 0 0,-9-2 0 0 0,-2-3 0 0 0,-2-2 0 0 0,80-87 0 0 0,-129 129 0 0 0,-1 0 0 0 0,0 1 0 0 0,1-1 0 0 0,-1 1 0 0 0,1-1 0 0 0,-1 1 0 0 0,1 0 0 0 0,-1-1 0 0 0,1 1 0 0 0,-1-1 0 0 0,1 1 0 0 0,-1 0 0 0 0,1-1 0 0 0,-1 1 0 0 0,1 0 0 0 0,-1 0 0 0 0,1-1 0 0 0,0 1 0 0 0,-1 0 0 0 0,1 0 0 0 0,0 0 0 0 0,-1 0 0 0 0,1 0 0 0 0,-1 0 0 0 0,1 0 0 0 0,0 0 0 0 0,-1 0 0 0 0,1 0 0 0 0,0 0 0 0 0,-1 0 0 0 0,1 0 0 0 0,-1 1 0 0 0,1-1 0 0 0,0 0 0 0 0,-1 0 0 0 0,1 1 0 0 0,-1-1 0 0 0,1 0 0 0 0,-1 1 0 0 0,1-1 0 0 0,-1 1 0 0 0,1-1 0 0 0,-1 1 0 0 0,1-1 0 0 0,-1 1 0 0 0,0-1 0 0 0,1 1 0 0 0,-1-1 0 0 0,0 1 0 0 0,1-1 0 0 0,-1 1 0 0 0,0 1 0 0 0,13 39 0 0 0,-10-28 0 0 0,-1-9 0 0 0,0 1 0 0 0,0 0 0 0 0,0 0 0 0 0,1-1 0 0 0,-1 1 0 0 0,1-1 0 0 0,0 0 0 0 0,0 0 0 0 0,1 0 0 0 0,-1 0 0 0 0,1-1 0 0 0,0 1 0 0 0,0-1 0 0 0,0 0 0 0 0,0 0 0 0 0,1-1 0 0 0,5 4 0 0 0,-4-4 0 0 0,1 0 0 0 0,-1-1 0 0 0,1 1 0 0 0,0-1 0 0 0,-1 0 0 0 0,1-1 0 0 0,0 0 0 0 0,0 0 0 0 0,-1 0 0 0 0,1-1 0 0 0,0 0 0 0 0,0 0 0 0 0,6-3 0 0 0,17-4 0 0 0,0-1 0 0 0,0-2 0 0 0,46-23 0 0 0,-60 25 0 0 0,-1 0 0 0 0,0-1 0 0 0,-1-1 0 0 0,0 0 0 0 0,-1-1 0 0 0,0 0 0 0 0,-1-1 0 0 0,14-18 0 0 0,-11 9-721 0 0,0-1 1 0 0,-2 0-1 0 0,0-1 1 0 0,18-48-1 0 0,-27 60 348 0 0,-1 1-1 0 0,0-1 1 0 0,0 0-1 0 0,-1 0 1 0 0,-1 0 0 0 0,0 0-1 0 0,-1 0 1 0 0,0 0-1 0 0,0 0 1 0 0,-2 0-1 0 0,1 0 1 0 0,-2 0 0 0 0,-5-18-1 0 0,6 25-1352 0 0,-1-5-542 0 0,2-1-6671 0 0,1-1-208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5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22 15881 0 0,'2'-17'1742'0'0,"-1"12"7097"0"0,5 23-8194 0 0,0-1 0 0 0,-1 1 0 0 0,-1 0 0 0 0,-1 1 0 0 0,-1-1 0 0 0,1 19 0 0 0,-30 268 958 0 0,-11-105-5048 0 0,26-159 1408 0 0,-3 17-2223 0 0,11-21-4755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5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46 170 14045 0 0,'-1'-7'91'0'0,"-2"-16"1194"0"0,-2-1-1 0 0,0 1 1 0 0,-2 0 0 0 0,-13-32-1 0 0,16 41 94 0 0,10 19-2209 0 0,-4-2 369 0 0,0 0 0 0 0,1 1 1 0 0,-1-1-1 0 0,-1 1 0 0 0,1 0 1 0 0,0-1-1 0 0,1 8 0 0 0,9 67-9117 0 0,-11-42 3602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5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68 13285 0 0,'-5'-28'138'0'0,"-3"-6"6067"0"0,6 29-319 0 0,6 36-3987 0 0,5 26-1275 0 0,-4 0 0 0 0,-1 0 1 0 0,-6 62-1 0 0,-25 168 2003 0 0,17-198-2397 0 0,3-24-230 0 0,-18 207 0 0 0,19-212-730 0 0,4-40-46 0 0,0 0 1 0 0,1 0-1 0 0,1 0 0 0 0,4 38 1 0 0,-4-57 347 0 0,1 1 0 0 0,-1-1 1 0 0,1 0-1 0 0,-1 1 0 0 0,1-1 1 0 0,0 0-1 0 0,-1 1 0 0 0,1-1 1 0 0,0 0-1 0 0,0 0 0 0 0,0 0 1 0 0,0 0-1 0 0,0 0 0 0 0,1 2 1 0 0,-1-3 85 0 0,0 0-1 0 0,-1 0 1 0 0,1 0 0 0 0,0 0 0 0 0,-1 1 0 0 0,1-1-1 0 0,0 0 1 0 0,-1 0 0 0 0,1 0 0 0 0,-1-1 0 0 0,1 1-1 0 0,0 0 1 0 0,-1 0 0 0 0,1 0 0 0 0,0 0 0 0 0,-1-1 0 0 0,1 1-1 0 0,-1 0 1 0 0,1 0 0 0 0,-1-1 0 0 0,1 1 0 0 0,0 0-1 0 0,-1-1 1 0 0,1 1 0 0 0,-1-1 0 0 0,0 1 0 0 0,1-1 0 0 0,-1 1-1 0 0,1-1 1 0 0,-1 1 0 0 0,0-1 0 0 0,1 0 0 0 0,26-33-8254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5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98 14621 0 0,'2'-49'-429'0'0,"1"0"6622"0"0,-2 49-6000 0 0,-1 28 932 0 0,4 247 4193 0 0,-4 205-1425 0 0,-27-74-1948 0 0,-8-137-3886 0 0,30-218-233 0 0,4-19-3252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6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79 15437 0 0,'-31'-77'4187'0'0,"30"76"-2870"0"0,1 7 137 0 0,-1 43 85 0 0,2-1 0 0 0,3 0 0 0 0,13 65 0 0 0,-5-30-457 0 0,-10-67-1033 0 0,47 392 1817 0 0,-31 2-647 0 0,-44-165-1219 0 0,11-134 0 0 0,106-242 0 0 0,-13 33 0 0 0,-66 86 0 0 0,-1 1 0 0 0,1-1 0 0 0,1 2 0 0 0,0 0 0 0 0,23-14 0 0 0,-34 23 0 0 0,1-1 0 0 0,-1 1 0 0 0,1 0 0 0 0,0 0 0 0 0,0 0 0 0 0,-1 0 0 0 0,1 0 0 0 0,0 1 0 0 0,0-1 0 0 0,0 1 0 0 0,0 0 0 0 0,0-1 0 0 0,0 1 0 0 0,0 1 0 0 0,0-1 0 0 0,0 0 0 0 0,0 1 0 0 0,0 0 0 0 0,-1-1 0 0 0,1 1 0 0 0,3 2 0 0 0,-2-1 0 0 0,-1 0 0 0 0,0 1 0 0 0,1 0 0 0 0,-1 0 0 0 0,0 0 0 0 0,-1 0 0 0 0,1 0 0 0 0,0 0 0 0 0,-1 1 0 0 0,0-1 0 0 0,0 1 0 0 0,0 0 0 0 0,2 4 0 0 0,1 5 0 0 0,-1 1 0 0 0,0-1 0 0 0,-1 1 0 0 0,-1-1 0 0 0,0 1 0 0 0,-1 0 0 0 0,0 0 0 0 0,-1 14 0 0 0,-3-2 0 0 0,-1 1 0 0 0,-2-1 0 0 0,0-1 0 0 0,-1 1 0 0 0,-2-1 0 0 0,-12 27 0 0 0,14-37 0 0 0,-1-1 0 0 0,0 1 0 0 0,-1-1 0 0 0,-1-1 0 0 0,0 0 0 0 0,0 0 0 0 0,-2-1 0 0 0,1 0 0 0 0,-1-1 0 0 0,-26 18 0 0 0,35-26-114 0 0,-1-1 1 0 0,1 0-1 0 0,-1 0 1 0 0,1-1-1 0 0,-1 1 1 0 0,0-1-1 0 0,0 1 1 0 0,0-1-1 0 0,0 0 1 0 0,0-1-1 0 0,0 1 1 0 0,0-1-1 0 0,0 0 1 0 0,0 0-1 0 0,0 0 0 0 0,0 0 1 0 0,0-1-1 0 0,0 1 1 0 0,0-1-1 0 0,0 0 1 0 0,0-1-1 0 0,0 1 1 0 0,-6-4-1 0 0,7 3-76 0 0,-1-1 0 0 0,1 1 1 0 0,0-1-1 0 0,0 0 0 0 0,0 0 0 0 0,1-1 0 0 0,-1 1 0 0 0,1-1 0 0 0,-1 1 0 0 0,1-1 0 0 0,0 0 0 0 0,1 1 0 0 0,-1-1 0 0 0,1 0 1 0 0,-1 0-1 0 0,1 0 0 0 0,0-1 0 0 0,1 1 0 0 0,-1 0 0 0 0,1 0 0 0 0,0 0 0 0 0,0-1 0 0 0,0-3 0 0 0,1-7-2182 0 0,1 0 0 0 0,0 0 0 0 0,1 1 1 0 0,7-20-1 0 0,10-16-9397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6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238 286 21886 0 0,'22'-9'673'0'0,"0"2"0"0"0,26-5 0 0 0,-28 8 449 0 0,0-1 0 0 0,0-1 1 0 0,0 0-1 0 0,32-17 0 0 0,-48 20-986 0 0,1 0-1 0 0,-1 0 1 0 0,0 0-1 0 0,0 0 0 0 0,0-1 1 0 0,0 1-1 0 0,0-1 1 0 0,-1 0-1 0 0,0 0 1 0 0,0-1-1 0 0,0 1 1 0 0,0 0-1 0 0,-1-1 0 0 0,0 0 1 0 0,0 0-1 0 0,0 1 1 0 0,0-1-1 0 0,-1 0 1 0 0,0-1-1 0 0,0 1 1 0 0,0 0-1 0 0,-1 0 1 0 0,1-8-1 0 0,-1 9-135 0 0,0 0 0 0 0,0 0 0 0 0,0-1 0 0 0,0 1 0 0 0,-1 0 0 0 0,0 0 0 0 0,1 0 0 0 0,-2 1 0 0 0,1-1 0 0 0,0 0 0 0 0,-1 0 0 0 0,1 0 0 0 0,-1 1 0 0 0,0-1 0 0 0,-1 1 0 0 0,1 0 0 0 0,0-1 0 0 0,-1 1 0 0 0,0 0 0 0 0,0 0 0 0 0,0 1 0 0 0,0-1 0 0 0,0 1 0 0 0,0-1 0 0 0,-1 1 0 0 0,1 0 0 0 0,-1 0 0 0 0,0 1 0 0 0,1-1 0 0 0,-1 1 0 0 0,0-1 0 0 0,0 1 0 0 0,0 1 0 0 0,0-1 0 0 0,0 0 0 0 0,0 1 0 0 0,0 0 0 0 0,-6 0 0 0 0,-6 1 0 0 0,0 0 0 0 0,0 1 0 0 0,0 1 0 0 0,0 0 0 0 0,0 1 0 0 0,1 1 0 0 0,-1 0 0 0 0,-22 13 0 0 0,15-6 0 0 0,1 1 0 0 0,0 1 0 0 0,1 1 0 0 0,1 1 0 0 0,1 1 0 0 0,0 1 0 0 0,1 0 0 0 0,-17 24 0 0 0,27-31 0 0 0,1 0 0 0 0,0 0 0 0 0,0 1 0 0 0,1 0 0 0 0,1 0 0 0 0,0 0 0 0 0,-5 24 0 0 0,8-28 0 0 0,1 1 0 0 0,0 0 0 0 0,0 0 0 0 0,1-1 0 0 0,0 1 0 0 0,1 0 0 0 0,0 0 0 0 0,1-1 0 0 0,-1 1 0 0 0,1-1 0 0 0,1 1 0 0 0,6 14 0 0 0,-4-14 0 0 0,1 1 0 0 0,1 0 0 0 0,0-1 0 0 0,0 0 0 0 0,1-1 0 0 0,0 0 0 0 0,0 0 0 0 0,1 0 0 0 0,0-1 0 0 0,0-1 0 0 0,1 1 0 0 0,0-2 0 0 0,0 1 0 0 0,0-1 0 0 0,1-1 0 0 0,-1 0 0 0 0,18 4 0 0 0,14 3 0 0 0,1-2 0 0 0,1-2 0 0 0,49 2 0 0 0,-13-3-9039 0 0,-76-6 5097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7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38 20346 0 0,'-12'-36'911'0'0,"11"35"1497"0"0,2 12-1242 0 0,24 270 2146 0 0,4 131 1312 0 0,-29-284-14430 0 0,-3-137 6059 0 0,-4-2 2305 0 0,0 2 74 0 0,1-18-4486 0 0,3-7-2840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7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90 17082 0 0,'-3'-23'484'0'0,"-4"6"160"0"0,7 5 68 0 0,-3 1 708 0 0,0-7-260 0 0,0 10-540 0 0,35 39-4180 0 0,-20-11 827 0 0,8 6 225 0 0,5 18 272 0 0,1-1-1536 0 0,-10 9-1685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8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 12385 0 0,'0'18'4505'0'0,"2"-5"-3298"0"0,1 0 1 0 0,0 1 0 0 0,1-1-1 0 0,1-1 1 0 0,0 1 0 0 0,0 0 0 0 0,1-1-1 0 0,1 0 1 0 0,13 18 0 0 0,23 49 2551 0 0,-40-69-3721 0 0,-1-6-42 0 0,-1 0 0 0 0,1 1 0 0 0,0-1 0 0 0,1 0 0 0 0,-1 0 0 0 0,1-1 0 0 0,-1 1 0 0 0,5 4 0 0 0,-6-6-231 0 0,3-10-202 0 0,85-148-967 0 0,-73 132 1395 0 0,0 1-1 0 0,1 1 1 0 0,2 1-1 0 0,34-32 1 0 0,-50 50 42 0 0,1 0-1 0 0,-1 1 1 0 0,1 0 0 0 0,-1 0-1 0 0,1 0 1 0 0,0 0 0 0 0,0 1 0 0 0,-1-1-1 0 0,1 1 1 0 0,0 0 0 0 0,0 0 0 0 0,1 1-1 0 0,-1-1 1 0 0,0 1 0 0 0,0 0 0 0 0,0 0-1 0 0,0 0 1 0 0,0 0 0 0 0,0 1-1 0 0,1 0 1 0 0,-1-1 0 0 0,0 2 0 0 0,0-1-1 0 0,-1 0 1 0 0,1 1 0 0 0,0 0 0 0 0,0 0-1 0 0,-1 0 1 0 0,1 0 0 0 0,-1 0-1 0 0,0 1 1 0 0,6 5 0 0 0,8 8 182 0 0,0 1 0 0 0,-1 1 0 0 0,-1 0 0 0 0,18 29 0 0 0,-28-40-208 0 0,10 15-612 0 0,32 42-4881 0 0,-44-60 5053 0 0,1 0 1 0 0,0-1 0 0 0,0 1-1 0 0,0-1 1 0 0,0 0 0 0 0,0 0 0 0 0,1 0-1 0 0,0 0 1 0 0,-1-1 0 0 0,1 0-1 0 0,10 3 1 0 0,-12-5-167 0 0,0 0 0 0 0,0 0 0 0 0,0 0 0 0 0,1-1 0 0 0,-1 0 1 0 0,0 1-1 0 0,0-1 0 0 0,0 0 0 0 0,0-1 0 0 0,-1 1 0 0 0,1 0 0 0 0,0-1 0 0 0,0 0 0 0 0,2-2 1 0 0,2 0-2088 0 0,18-10-5277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8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12 14393 0 0,'-3'-2'117'0'0,"0"1"0"0"0,0-1-1 0 0,0 1 1 0 0,0 0-1 0 0,0 0 1 0 0,0 0-1 0 0,0 0 1 0 0,0 1 0 0 0,0-1-1 0 0,0 1 1 0 0,-1 0-1 0 0,1-1 1 0 0,0 2 0 0 0,0-1-1 0 0,0 0 1 0 0,-1 1-1 0 0,1-1 1 0 0,-5 3 0 0 0,2-1 84 0 0,1 1 0 0 0,-1-1 1 0 0,1 1-1 0 0,0 1 0 0 0,0-1 1 0 0,0 1-1 0 0,0 0 0 0 0,1 0 1 0 0,-7 7-1 0 0,4-2 31 0 0,0 0 1 0 0,0 1 0 0 0,1-1-1 0 0,0 1 1 0 0,1 0-1 0 0,0 0 1 0 0,1 1-1 0 0,0 0 1 0 0,0-1-1 0 0,-3 19 1 0 0,6-17-80 0 0,1 1 0 0 0,0 0-1 0 0,0 0 1 0 0,1-1 0 0 0,1 1 0 0 0,0-1 0 0 0,1 1-1 0 0,0-1 1 0 0,1 0 0 0 0,1 0 0 0 0,6 14-1 0 0,7 8 1029 0 0,2-1-1 0 0,32 41 0 0 0,13 20 2368 0 0,-52-73-3304 0 0,7 10 296 0 0,-1 1 0 0 0,17 45 0 0 0,-31-65-467 0 0,-1 1 0 0 0,-1-1 0 0 0,0 1-1 0 0,0 0 1 0 0,-1 0 0 0 0,-1 0 0 0 0,0 0 0 0 0,-1 0-1 0 0,0 0 1 0 0,-4 19 0 0 0,1-12-73 0 0,-1-1 0 0 0,-1 0 0 0 0,0 0 0 0 0,-2 0 0 0 0,0-1 0 0 0,-1 0 0 0 0,-1 0 0 0 0,0-1 0 0 0,-2 0 0 0 0,0-1 0 0 0,-1 0 0 0 0,0 0 0 0 0,-1-2 0 0 0,-1 1 0 0 0,-15 12 0 0 0,26-25-51 0 0,1 0-1 0 0,-1 0 1 0 0,1 0-1 0 0,-1 0 1 0 0,0-1 0 0 0,0 1-1 0 0,1-1 1 0 0,-1 1-1 0 0,0-1 1 0 0,-1 0 0 0 0,1 0-1 0 0,0-1 1 0 0,0 1-1 0 0,0 0 1 0 0,0-1 0 0 0,-1 0-1 0 0,1 0 1 0 0,0 0 0 0 0,0 0-1 0 0,0 0 1 0 0,-1-1-1 0 0,1 0 1 0 0,0 1 0 0 0,0-1-1 0 0,0 0 1 0 0,0 0-1 0 0,0-1 1 0 0,0 1 0 0 0,0-1-1 0 0,0 1 1 0 0,1-1-1 0 0,-1 0 1 0 0,1 0 0 0 0,-1 0-1 0 0,1-1 1 0 0,0 1-1 0 0,-1 0 1 0 0,-2-6 0 0 0,-3-4-437 0 0,0 0 0 0 0,1-1 0 0 0,0-1 0 0 0,1 1 0 0 0,1-1 0 0 0,0 0 0 0 0,-3-14 0 0 0,1-7-3672 0 0,1 1-1 0 0,-3-49 1 0 0,8 3-8362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9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1 20890 0 0,'-14'11'31'0'0,"0"1"0"0"0,-20 21 1 0 0,26-24 513 0 0,0 0 0 0 0,1 0 0 0 0,1 1 0 0 0,-1 0 0 0 0,1 0-1 0 0,1 1 1 0 0,0-1 0 0 0,-5 18 0 0 0,10-22 280 0 0,-2 13-206 0 0,-6-15 2857 0 0,6-4-3471 0 0,0-1 1 0 0,0 1-1 0 0,0 0 1 0 0,0 0-1 0 0,-1 0 1 0 0,1 0-1 0 0,0 0 1 0 0,0 1-1 0 0,0-1 1 0 0,0 0-1 0 0,0 1 1 0 0,0 0-1 0 0,0-1 1 0 0,0 1-1 0 0,1 0 1 0 0,-1 0-1 0 0,0 0 1 0 0,0 0-1 0 0,1 0 1 0 0,-1 1-1 0 0,0-1 1 0 0,-1 2-1 0 0,-2 3 13 0 0,0 0-1 0 0,0 0 1 0 0,1 1-1 0 0,0 0 0 0 0,-6 12 1 0 0,3-3 21 0 0,0 0 1 0 0,1 0-1 0 0,1 0 1 0 0,0 0-1 0 0,1 1 1 0 0,1 0-1 0 0,1 0 1 0 0,0-1-1 0 0,1 2 1 0 0,2 17-1 0 0,0-25 32 0 0,0 0 1 0 0,1 0-1 0 0,0 0 0 0 0,1 0 0 0 0,0 0 0 0 0,0 0 1 0 0,1-1-1 0 0,0 1 0 0 0,1-1 0 0 0,0 0 1 0 0,1 0-1 0 0,0-1 0 0 0,0 0 0 0 0,1 0 0 0 0,0 0 1 0 0,0-1-1 0 0,12 10 0 0 0,-6-8-70 0 0,-1-1 1 0 0,1-1-1 0 0,1-1 0 0 0,-1 1 1 0 0,1-2-1 0 0,0 0 1 0 0,0-1-1 0 0,0 0 0 0 0,1-1 1 0 0,25 2-1 0 0,-9-3-2 0 0,0-1 1 0 0,1-2-1 0 0,-1-1 1 0 0,32-7-1 0 0,-57 8 1 0 0,0 0 0 0 0,0 0 0 0 0,0-1 0 0 0,0 0 0 0 0,-1 0 0 0 0,1-1 0 0 0,0 0 0 0 0,-1 0 0 0 0,0 0 0 0 0,1-1 0 0 0,-1 1 0 0 0,-1-1 0 0 0,1-1 0 0 0,0 1 0 0 0,6-10 0 0 0,-5 6 0 0 0,-1 0 0 0 0,0-1 0 0 0,-1 0 0 0 0,0 0 0 0 0,0 0 0 0 0,-1-1 0 0 0,0 1 0 0 0,-1-1 0 0 0,2-11 0 0 0,-1-12 0 0 0,-1 0 0 0 0,-2 0 0 0 0,-1 0 0 0 0,-11-59 0 0 0,-25-106 0 0 0,38 186 0 0 0,0 11 0 0 0,-1 1 0 0 0,1-1 0 0 0,-1 1 0 0 0,1-1 0 0 0,-1 1 0 0 0,1 0 0 0 0,-1-1 0 0 0,1 1 0 0 0,-1 0 0 0 0,1 0 0 0 0,0-1 0 0 0,-1 1 0 0 0,1 0 0 0 0,0 0 0 0 0,-1 0 0 0 0,1 0 0 0 0,-1 0 0 0 0,1 0 0 0 0,0 0 0 0 0,-1 0 0 0 0,1 0 0 0 0,0 0 0 0 0,-1 0 0 0 0,1 0 0 0 0,0 1 0 0 0,0-1 0 0 0,7 2 0 0 0,0 0 0 0 0,-1 0 0 0 0,1 1 0 0 0,-1 0 0 0 0,0 0 0 0 0,0 1 0 0 0,0 0 0 0 0,0 0 0 0 0,0 1 0 0 0,-1-1 0 0 0,10 11 0 0 0,-6-5 0 0 0,0 2 0 0 0,-1-1 0 0 0,0 1 0 0 0,-1 1 0 0 0,13 24 0 0 0,-9-9 0 0 0,-1 0 0 0 0,-1 1 0 0 0,-2 0 0 0 0,0 1 0 0 0,5 53 0 0 0,-9-14-1774 0 0,-4-50 655 0 0,0 1 1 0 0,1-1-1 0 0,2 0 0 0 0,-1 0 1 0 0,2 0-1 0 0,1 0 1 0 0,0-1-1 0 0,9 19 0 0 0,-10-33-3822 0 0,6-2 762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9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429 81 17442 0 0,'-6'-12'266'0'0,"3"5"107"0"0,0 1 0 0 0,-1-1 1 0 0,0 0-1 0 0,0 1 1 0 0,0 0-1 0 0,-1 0 0 0 0,0 0 1 0 0,0 1-1 0 0,-8-7 0 0 0,8 18 813 0 0,-6 10-672 0 0,2 2-1 0 0,0-1 1 0 0,2 1-1 0 0,-1 0 1 0 0,2 1-1 0 0,-6 31 0 0 0,-15 130 1295 0 0,17-105-1126 0 0,-94 1092 2884 0 0,78-799-3076 0 0,19-309-947 0 0,3-33 1 0 0,1 0 0 0 0,0 26 0 0 0,3-55 334 0 0,0 0 0 0 0,-1 0 1 0 0,1 0-1 0 0,-1 0 1 0 0,0 0-1 0 0,0 0 0 0 0,0 0 1 0 0,0 0-1 0 0,-1 0 1 0 0,-2-3-1 0 0,-2-6-121 0 0,-62-210-2358 0 0,57 189 2460 0 0,9 25 295 0 0,0-1-1 0 0,-1 1 1 0 0,0 0-1 0 0,-1 0 0 0 0,-5-9 1 0 0,8 15 379 0 0,49-15 2013 0 0,141-47-1546 0 0,-136 43-617 0 0,1 3-1 0 0,101-22 1 0 0,-149 39-383 0 0,1 0 0 0 0,-1 1 0 0 0,0-1 0 0 0,0 1 0 0 0,0 0 0 0 0,1 1 0 0 0,-1 0 0 0 0,0 0 0 0 0,0 0 0 0 0,0 1 0 0 0,0-1 0 0 0,0 1 0 0 0,-1 1 0 0 0,1-1 0 0 0,0 1 0 0 0,-1 0 0 0 0,0 0 0 0 0,0 1 0 0 0,0 0 0 0 0,0 0 0 0 0,7 7 0 0 0,-5-3 0 0 0,-1 1 0 0 0,-1-1 0 0 0,0 1 0 0 0,0 0 0 0 0,0 0 0 0 0,-1 0 0 0 0,-1 1 0 0 0,0-1 0 0 0,0 1 0 0 0,0 0 0 0 0,-2 0 0 0 0,2 18 0 0 0,-1 14-2390 0 0,-3 0 0 0 0,-9 66-1 0 0,-2 39-4665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39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81 17402 0 0,'-1'-5'192'0'0,"0"1"0"0"0,0-1 0 0 0,0 0 0 0 0,0 1-1 0 0,-1-1 1 0 0,0 1 0 0 0,0-1 0 0 0,0 1 0 0 0,0 0 0 0 0,-1 0 0 0 0,1 0 0 0 0,-1 0 0 0 0,0 0 0 0 0,0 0 0 0 0,-1 1 0 0 0,1 0 0 0 0,-8-5 0 0 0,10 7-115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5:40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14 11997 0 0,'-9'-1'523'0'0,"0"-1"-1"0"0,0 1 1 0 0,0 1-1 0 0,0 0 1 0 0,-1 0 0 0 0,1 1-1 0 0,0 0 1 0 0,0 0-1 0 0,0 1 1 0 0,0 0 0 0 0,0 1-1 0 0,1 0 1 0 0,-1 1-1 0 0,1-1 1 0 0,-1 1 0 0 0,1 1-1 0 0,-13 9 1 0 0,12-6-64 0 0,0 0 0 0 0,1 1 0 0 0,0 0 0 0 0,0 0 0 0 0,1 1 0 0 0,1 0 0 0 0,-1 0-1 0 0,1 1 1 0 0,1-1 0 0 0,0 1 0 0 0,1 0 0 0 0,0 1 0 0 0,-3 14 0 0 0,4-15-278 0 0,-3 14 36 0 0,6-24-230 0 0,0 0-1 0 0,0-1 1 0 0,0 1-1 0 0,0 0 1 0 0,1-1 0 0 0,-1 1-1 0 0,0-1 1 0 0,0 1-1 0 0,0 0 1 0 0,1-1 0 0 0,-1 1-1 0 0,0-1 1 0 0,0 1-1 0 0,1-1 1 0 0,-1 1 0 0 0,1-1-1 0 0,-1 1 1 0 0,0-1-1 0 0,1 1 1 0 0,-1-1-1 0 0,1 1 1 0 0,-1-1 0 0 0,1 0-1 0 0,0 1 1 0 0,-1-1-1 0 0,1 0 1 0 0,-1 1 0 0 0,1-1-1 0 0,-1 0 1 0 0,1 0-1 0 0,0 0 1 0 0,0 1 0 0 0,1-1-142 0 0,19-19-121 0 0,-16 11 291 0 0,1-1 1 0 0,-1 0 0 0 0,-1 0-1 0 0,0 0 1 0 0,0 0 0 0 0,-1-1-1 0 0,0 1 1 0 0,0-1-1 0 0,-1 0 1 0 0,0 0 0 0 0,-1 0-1 0 0,0 0 1 0 0,-1 0 0 0 0,0 0-1 0 0,-3-19 1 0 0,2 26 27 0 0,0-1 0 0 0,0 1 0 0 0,0-1 0 0 0,0 1 1 0 0,-1-1-1 0 0,1 1 0 0 0,-1 0 0 0 0,0 0 0 0 0,0 0 0 0 0,0 0 0 0 0,-1 0 1 0 0,1 0-1 0 0,-1 1 0 0 0,1-1 0 0 0,-1 1 0 0 0,0 0 0 0 0,0-1 0 0 0,0 1 0 0 0,0 1 1 0 0,0-1-1 0 0,0 0 0 0 0,-1 1 0 0 0,1-1 0 0 0,-1 1 0 0 0,1 0 0 0 0,-1 1 1 0 0,1-1-1 0 0,-1 0 0 0 0,0 1 0 0 0,1 0 0 0 0,-1 0 0 0 0,0 0 0 0 0,1 0 1 0 0,-1 0-1 0 0,1 1 0 0 0,-1 0 0 0 0,0 0 0 0 0,1 0 0 0 0,0 0 0 0 0,-1 0 0 0 0,1 1 1 0 0,0-1-1 0 0,-1 1 0 0 0,1 0 0 0 0,0 0 0 0 0,0 0 0 0 0,1 1 0 0 0,-1-1 1 0 0,-4 5-1 0 0,7-6-37 0 0,-1 0 0 0 0,1 0 1 0 0,0 0-1 0 0,-1 0 1 0 0,1 0-1 0 0,0 0 0 0 0,0 1 1 0 0,0-1-1 0 0,0 0 0 0 0,0 0 1 0 0,0 0-1 0 0,0 0 0 0 0,0 0 1 0 0,1 0-1 0 0,-1 0 0 0 0,0 0 1 0 0,1 0-1 0 0,-1 0 1 0 0,0 0-1 0 0,1 0 0 0 0,-1 0 1 0 0,1 0-1 0 0,0 0 0 0 0,-1 0 1 0 0,1-1-1 0 0,0 1 0 0 0,-1 0 1 0 0,1 0-1 0 0,0-1 0 0 0,0 1 1 0 0,0 0-1 0 0,0-1 1 0 0,0 1-1 0 0,0-1 0 0 0,-1 1 1 0 0,3 0-1 0 0,34 18 154 0 0,-17-12 60 0 0,1-2-1 0 0,1 0 1 0 0,-1-2 0 0 0,42 3 0 0 0,92-7 1186 0 0,-114-1-1300 0 0,-11 1-106 0 0,6-1 0 0 0,54 5 0 0 0,-79-1 0 0 0,0-1 0 0 0,0 2 0 0 0,0-1 0 0 0,0 1 0 0 0,-1 1 0 0 0,1 0 0 0 0,-1 1 0 0 0,0 0 0 0 0,11 7 0 0 0,-3-1-1232 0 0,1-1 0 0 0,28 11 0 0 0,-30-14-271 0 0,0 1 0 0 0,0 0-1 0 0,22 16 1 0 0,-26-11-9236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26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312 161 4940 0 0,'0'0'6905'0'0,"-7"-4"-5910"0"0,3 4 2799 0 0,-1 1 4142 0 0,-7 3-8057 0 0,-34 14 6804 0 0,43-16-6281 0 0,-26 9 831 0 0,14-9-1233 0 0,4-13 0 0 0,13-4 0 0 0,3 0 0 0 0,1 0 0 0 0,1 1 0 0 0,0 0 0 0 0,1 0 0 0 0,11-14 0 0 0,-15 22 0 0 0,1 1 0 0 0,0-1 0 0 0,1 1 0 0 0,-1 0 0 0 0,1 1 0 0 0,0-1 0 0 0,0 1 0 0 0,0 0 0 0 0,1 0 0 0 0,-1 1 0 0 0,1 0 0 0 0,0 0 0 0 0,11-3 0 0 0,-15 5 0 0 0,-1 0 0 0 0,1 1 0 0 0,-1-1 0 0 0,1 0 0 0 0,-1 1 0 0 0,1-1 0 0 0,-1 1 0 0 0,1 0 0 0 0,0-1 0 0 0,-1 1 0 0 0,1 1 0 0 0,0-1 0 0 0,-1 0 0 0 0,1 1 0 0 0,4 1 0 0 0,2 0 0 0 0,-2-1 0 0 0,1 1 0 0 0,0-1 0 0 0,0 1 0 0 0,-1 1 0 0 0,1 0 0 0 0,-1 0 0 0 0,1 0 0 0 0,-1 0 0 0 0,0 1 0 0 0,-1 1 0 0 0,1-1 0 0 0,-1 1 0 0 0,0 0 0 0 0,0 0 0 0 0,0 1 0 0 0,-1 0 0 0 0,0 0 0 0 0,0 0 0 0 0,0 1 0 0 0,7 13 0 0 0,-8-11 0 0 0,-1-1 0 0 0,0 1 0 0 0,-1 0 0 0 0,1 0 0 0 0,-2 0 0 0 0,1 0 0 0 0,-1 1 0 0 0,-1-1 0 0 0,0 0 0 0 0,0 1 0 0 0,0-1 0 0 0,-1 0 0 0 0,-1 0 0 0 0,0 0 0 0 0,0 0 0 0 0,-1 0 0 0 0,-4 10 0 0 0,-10 18 0 0 0,-2-1 0 0 0,-1-1 0 0 0,-43 56 0 0 0,26-39 0 0 0,11-10 0 0 0,25-35 0 0 0,14 1 0 0 0,30 11 0 0 0,-22-11 0 0 0,0 1 0 0 0,-1 0 0 0 0,36 25 0 0 0,-50-30 0 0 0,-1 0 0 0 0,0 1 0 0 0,0-1 0 0 0,0 1 0 0 0,-1 0 0 0 0,0 1 0 0 0,0-1 0 0 0,0 1 0 0 0,0 0 0 0 0,-1 0 0 0 0,0 0 0 0 0,0 0 0 0 0,-1 1 0 0 0,0-1 0 0 0,0 1 0 0 0,0-1 0 0 0,1 11 0 0 0,-3-4 0 0 0,0-1 0 0 0,0 1 0 0 0,-2 0 0 0 0,1-1 0 0 0,-2 0 0 0 0,1 1 0 0 0,-2-1 0 0 0,1 0 0 0 0,-2-1 0 0 0,0 1 0 0 0,0-1 0 0 0,-1 0 0 0 0,-9 13 0 0 0,-2 1 0 0 0,-1 0 0 0 0,-1-2 0 0 0,-1 0 0 0 0,-30 25 0 0 0,37-36 0 0 0,0-1 0 0 0,-1 0 0 0 0,-1-1 0 0 0,1-1 0 0 0,-2 0 0 0 0,1-1 0 0 0,-1 0 0 0 0,-22 6 0 0 0,32-12 0 0 0,0-1 0 0 0,-1 1 0 0 0,1-1 0 0 0,-1 0 0 0 0,1-1 0 0 0,0 0 0 0 0,-1 0 0 0 0,1 0 0 0 0,-1-1 0 0 0,1 0 0 0 0,-1 0 0 0 0,1 0 0 0 0,0-1 0 0 0,0 0 0 0 0,0 0 0 0 0,0-1 0 0 0,0 0 0 0 0,0 0 0 0 0,1 0 0 0 0,-1 0 0 0 0,1-1 0 0 0,0 0 0 0 0,0 0 0 0 0,0-1 0 0 0,-5-5 0 0 0,-7-11 0 0 0,0-1 0 0 0,2-1 0 0 0,0 0 0 0 0,-13-30 0 0 0,27 52-180 0 0,1-1 0 0 0,-1 1 0 0 0,1 0 0 0 0,-1-1 0 0 0,1 1 0 0 0,0-1 0 0 0,-1 1 0 0 0,1-1 1 0 0,0 1-1 0 0,0-1 0 0 0,0 1 0 0 0,0-1 0 0 0,0 1 0 0 0,0-1 0 0 0,1 1 0 0 0,-1-1 0 0 0,0 1 0 0 0,1-1 0 0 0,-1 1 0 0 0,2-2 0 0 0,0 0-1101 0 0,0 0-1 0 0,0 0 1 0 0,0 0-1 0 0,1 1 1 0 0,-1-1-1 0 0,1 1 1 0 0,0 0-1 0 0,0-1 1 0 0,5-2-1 0 0,-5 3-244 0 0,18-9-11265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27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231 139 20258 0 0,'-22'-4'-2034'0'0,"20"3"2093"0"0,0 0-1 0 0,0 0 1 0 0,0 0-1 0 0,0 0 1 0 0,1-1-1 0 0,-1 1 1 0 0,0 0-1 0 0,1-1 1 0 0,-1 1-1 0 0,1-1 1 0 0,0 1-1 0 0,-1-1 1 0 0,1 0-1 0 0,0 0 1 0 0,0 1-1 0 0,0-1 1 0 0,0 0-1 0 0,0 0 1 0 0,0 0-1 0 0,1 0 1 0 0,-1 0-1 0 0,1 0 1 0 0,-1-1-1 0 0,1 1 0 0 0,0 0 1 0 0,0 0-1 0 0,0-2 1 0 0,1 0 69 0 0,0 0 0 0 0,0 0-1 0 0,1 1 1 0 0,-1-1 0 0 0,1 1 0 0 0,0-1 0 0 0,0 1-1 0 0,0-1 1 0 0,0 1 0 0 0,1 0 0 0 0,-1 0 0 0 0,1 0-1 0 0,0 1 1 0 0,0-1 0 0 0,5-3 0 0 0,-4 3-53 0 0,0 0 0 0 0,0 0 0 0 0,0 0 0 0 0,0 0 0 0 0,1 1 0 0 0,-1 0 1 0 0,1 0-1 0 0,-1 0 0 0 0,1 1 0 0 0,0-1 0 0 0,0 1 0 0 0,0 0 0 0 0,0 1 0 0 0,0-1 1 0 0,0 1-1 0 0,0 0 0 0 0,0 0 0 0 0,9 2 0 0 0,-12-2-34 0 0,0 1 0 0 0,0 0-1 0 0,0 0 1 0 0,0 0 0 0 0,0 0 0 0 0,0 1-1 0 0,0-1 1 0 0,0 1 0 0 0,0-1 0 0 0,-1 1-1 0 0,1-1 1 0 0,0 1 0 0 0,-1 0 0 0 0,1 0-1 0 0,-1 0 1 0 0,0 0 0 0 0,0 0-1 0 0,0 0 1 0 0,0 0 0 0 0,0 0 0 0 0,0 0-1 0 0,-1 0 1 0 0,1 1 0 0 0,-1-1 0 0 0,1 4-1 0 0,0 2 141 0 0,0 0 0 0 0,0 0 0 0 0,-1 1 0 0 0,0-1 0 0 0,-2 12 0 0 0,-6 15 422 0 0,-2-1 0 0 0,-1-1-1 0 0,-2 0 1 0 0,-30 58 0 0 0,-1 3 635 0 0,35-75-959 0 0,-21 63 886 0 0,29-78-1090 0 0,0 1 0 0 0,0 0 0 0 0,0-1 0 0 0,1 1 0 0 0,-1 0 0 0 0,1-1 0 0 0,0 1 0 0 0,1 0 0 0 0,-1-1 0 0 0,1 1 0 0 0,0 0 0 0 0,0-1 0 0 0,0 1 0 0 0,1-1 0 0 0,2 5 0 0 0,-2-4 18 0 0,-2-4-84 0 0,1 0 1 0 0,0 1-1 0 0,-1-1 0 0 0,1 0 1 0 0,0 0-1 0 0,0 0 1 0 0,0 0-1 0 0,0 0 1 0 0,0 0-1 0 0,0 0 1 0 0,0 0-1 0 0,0 0 0 0 0,0-1 1 0 0,0 1-1 0 0,0 0 1 0 0,1-1-1 0 0,-1 1 1 0 0,0 0-1 0 0,0-1 0 0 0,1 0 1 0 0,-1 1-1 0 0,0-1 1 0 0,1 0-1 0 0,-1 0 1 0 0,1 0-1 0 0,-1 0 1 0 0,0 0-1 0 0,1 0 0 0 0,-1 0 1 0 0,2 0-1 0 0,43 0-1 0 0,-34-4-8 0 0,-3-1-1 0 0,-6 5 1 0 0,0-1 0 0 0,0 0 0 0 0,1 0 0 0 0,-1 0 0 0 0,0 0 0 0 0,0-1 0 0 0,0 1 0 0 0,0-1 0 0 0,0 0 0 0 0,0 1 0 0 0,-1-2 0 0 0,1 1 0 0 0,-1 0 0 0 0,1 0 0 0 0,-1-1 0 0 0,0 1 0 0 0,0-1 0 0 0,0 0 0 0 0,0 0 0 0 0,3-6 0 0 0,-5 6 0 0 0,1 0 0 0 0,-1 0 0 0 0,0-1 0 0 0,0 1 0 0 0,0 0 0 0 0,0 0 0 0 0,-1-1 0 0 0,1 1 0 0 0,-1 0 0 0 0,0 0 0 0 0,0 0 0 0 0,0 0 0 0 0,-1-1 0 0 0,1 2 0 0 0,-1-1 0 0 0,1 0 0 0 0,-4-3 0 0 0,-8-11 0 0 0,0 0 0 0 0,-2 1 0 0 0,0 1 0 0 0,-34-26 0 0 0,-15-7 0 0 0,31 25 0 0 0,1-2 0 0 0,-40-40 0 0 0,69 62-16 0 0,0 0 0 0 0,0-1-1 0 0,0 0 1 0 0,1 1 0 0 0,-1-1 0 0 0,1 0-1 0 0,0 0 1 0 0,0 0 0 0 0,0 0 0 0 0,1-1 0 0 0,-1 1-1 0 0,1 0 1 0 0,0-1 0 0 0,0 1 0 0 0,1-1 0 0 0,-1 1-1 0 0,1-1 1 0 0,1-7 0 0 0,0 6-43 0 0,0 0-1 0 0,1 1 1 0 0,0-1 0 0 0,0 1 0 0 0,0-1-1 0 0,1 1 1 0 0,0 0 0 0 0,0 0 0 0 0,0 0-1 0 0,0 0 1 0 0,1 1 0 0 0,0-1 0 0 0,4-3-1 0 0,0 0-105 0 0,1 1-1 0 0,-1 0 0 0 0,1 1 0 0 0,0 0 0 0 0,1 0 1 0 0,0 1-1 0 0,-1 1 0 0 0,2-1 0 0 0,-1 1 0 0 0,0 1 1 0 0,1 0-1 0 0,-1 1 0 0 0,1 0 0 0 0,0 0 0 0 0,13 0 1 0 0,-1 4-3268 0 0,0 1 0 0 0,0 1 0 0 0,0 1 0 0 0,27 10 0 0 0,-13-1-6523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27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2571 188 16546 0 0,'-31'-19'-231'0'0,"-1"2"1"0"0,0 1 0 0 0,-1 1 0 0 0,-1 2-1 0 0,0 1 1 0 0,-1 2 0 0 0,-50-8 0 0 0,-3 5 685 0 0,-166-2 0 0 0,147 18-13 0 0,-1 5 0 0 0,1 4 0 0 0,1 6 0 0 0,0 3 0 0 0,2 6 0 0 0,0 3 0 0 0,-155 71 0 0 0,193-70-122 0 0,1 3-1 0 0,2 2 1 0 0,2 3 0 0 0,2 3 0 0 0,1 3 0 0 0,2 2-1 0 0,3 2 1 0 0,2 3 0 0 0,-79 101 0 0 0,96-105-61 0 0,3 1 1 0 0,1 1-1 0 0,3 2 1 0 0,2 0-1 0 0,-24 74 1 0 0,35-80-68 0 0,2 0 0 0 0,2 1 0 0 0,2 0 1 0 0,3 0-1 0 0,1 1 0 0 0,5 93 0 0 0,3-99-96 0 0,3 0 1 0 0,1 0-1 0 0,2-1 0 0 0,1 0 0 0 0,3-1 0 0 0,1-1 0 0 0,2 0 0 0 0,1-1 0 0 0,2-1 0 0 0,2 0 0 0 0,1-2 1 0 0,2-1-1 0 0,1-1 0 0 0,2-1 0 0 0,33 30 0 0 0,-14-20-95 0 0,3-2 0 0 0,1-3 0 0 0,1-1 0 0 0,2-3 0 0 0,2-2 0 0 0,0-3 0 0 0,2-2 0 0 0,1-2 0 0 0,88 21 0 0 0,-47-20-613 0 0,0-6 0 0 0,1-3-1 0 0,1-5 1 0 0,0-5-1 0 0,0-4 1 0 0,0-4-1 0 0,0-5 1 0 0,121-24-1 0 0,-134 13 415 0 0,-2-4-1 0 0,-1-4 1 0 0,-1-4-1 0 0,-2-3 0 0 0,-1-3 1 0 0,-1-5-1 0 0,-3-3 1 0 0,-1-3-1 0 0,115-94 0 0 0,-131 87 678 0 0,-2-3 0 0 0,-3-2 0 0 0,-3-3 0 0 0,-2-2 0 0 0,73-123 0 0 0,-76 102 143 0 0,-5-1 0 0 0,-3-3 1 0 0,-4-1-1 0 0,36-138 0 0 0,-63 192-481 0 0,-2 0 0 0 0,-2 0 0 0 0,-1-1 0 0 0,-2 1 0 0 0,-1-1 0 0 0,-2 1-1 0 0,-2-1 1 0 0,-1 1 0 0 0,-2-1 0 0 0,-1 1 0 0 0,-2 1 0 0 0,-1 0 0 0 0,-2 0 0 0 0,-2 1 0 0 0,-1 1 0 0 0,-1 0 0 0 0,-2 1 0 0 0,-1 0-1 0 0,-1 2 1 0 0,-2 1 0 0 0,-1 0 0 0 0,-2 2 0 0 0,0 0 0 0 0,-47-36 0 0 0,31 33-196 0 0,-2 3 0 0 0,0 1-1 0 0,-2 3 1 0 0,-1 1 0 0 0,0 2 0 0 0,-2 3 0 0 0,0 1-1 0 0,0 3 1 0 0,-2 2 0 0 0,1 2 0 0 0,-2 2 0 0 0,-64-1-1 0 0,34 8-577 0 0,0 4 0 0 0,1 3-1 0 0,-1 4 1 0 0,2 4 0 0 0,0 2-1 0 0,-152 57 1 0 0,92-18-2963 0 0,-223 127 1 0 0,53 17-4574 0 0,188-110 1728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29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1693 34 12429 0 0,'11'-27'1545'0'0,"-11"26"-1485"0"0,0 1 1 0 0,0 0 0 0 0,0 0-1 0 0,0 0 1 0 0,0-1 0 0 0,0 1-1 0 0,0 0 1 0 0,0 0-1 0 0,0 0 1 0 0,0-1 0 0 0,-1 1-1 0 0,1 0 1 0 0,0 0 0 0 0,0 0-1 0 0,0-1 1 0 0,0 1 0 0 0,0 0-1 0 0,0 0 1 0 0,0 0-1 0 0,0-1 1 0 0,-1 1 0 0 0,1 0-1 0 0,0 0 1 0 0,0 0 0 0 0,0 0-1 0 0,0 0 1 0 0,-1-1 0 0 0,1 1-1 0 0,0 0 1 0 0,0 0-1 0 0,0 0 1 0 0,0 0 0 0 0,-1 0-1 0 0,1 0 1 0 0,0 0 0 0 0,0 0-1 0 0,-1 0 1 0 0,1 0 0 0 0,0 0-1 0 0,0 0 1 0 0,0 0-1 0 0,-1 0 1 0 0,1 0 0 0 0,0 0-1 0 0,0 0 1 0 0,0 0 0 0 0,-1 0-1 0 0,1 0 1 0 0,0 0 0 0 0,0 0-1 0 0,-1 0 1 0 0,-4 3 283 0 0,-1 0 1 0 0,1 0-1 0 0,-1 0 1 0 0,1 0-1 0 0,-9 9 1 0 0,-161 150 2218 0 0,47-41-1308 0 0,-75 58 476 0 0,-503 466 4193 0 0,395-321-3824 0 0,305-318-2100 0 0,4-4 0 0 0,0 1 0 0 0,-1-1 0 0 0,1 0 0 0 0,0 0 0 0 0,-1-1 0 0 0,0 1 0 0 0,1-1 0 0 0,-1 1 0 0 0,0-1 0 0 0,0 0 0 0 0,0 0 0 0 0,0 0 0 0 0,-3 0 0 0 0,-45 11-6837 0 0,50-12 6282 0 0,0 0-1 0 0,-1 0 1 0 0,1 0-1 0 0,0 1 1 0 0,0-1-1 0 0,-1 0 0 0 0,1 1 1 0 0,0-1-1 0 0,0 1 1 0 0,0-1-1 0 0,-1 1 0 0 0,1-1 1 0 0,0 1-1 0 0,0 0 1 0 0,0-1-1 0 0,0 1 0 0 0,0 0 1 0 0,0 0-1 0 0,0 0 1 0 0,1 0-1 0 0,-1 0 0 0 0,0 0 1 0 0,0 0-1 0 0,1 0 1 0 0,-2 2-1 0 0,-5 11-9073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29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81 18430 0 0,'5'-13'254'0'0,"12"-27"350"0"0,-4 13 3404 0 0,-5 52-1855 0 0,-6-5-1504 0 0,0 1 1 0 0,-1-1-1 0 0,-2 1 1 0 0,0-1-1 0 0,-5 27 0 0 0,-1 21 344 0 0,-1 73 222 0 0,-28 151-1 0 0,28-242-1214 0 0,6-31 0 0 0,-1 1 0 0 0,-11 33 0 0 0,23-62-2714 0 0,46-59-12450 0 0,-26 30 9863 0 0,2-2-2431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0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19 14317 0 0,'9'-10'377'0'0,"-2"2"3376"0"0,-8 17-470 0 0,-1 7-3891 0 0,-1 1 1249 0 0,-5 29 853 0 0,2 1-1 0 0,2 1 1 0 0,2-1 0 0 0,8 92-1 0 0,-6-132-1373 0 0,2 0 0 0 0,-1 0 0 0 0,1 0 0 0 0,0 0 0 0 0,0 0 0 0 0,1 0 0 0 0,0 0 0 0 0,0-1 0 0 0,1 1 0 0 0,0-1 0 0 0,0 0 0 0 0,0 0 0 0 0,1-1 0 0 0,0 1 0 0 0,0-1 0 0 0,0 0 0 0 0,10 8 0 0 0,-9-11-68 0 0,-1 1 0 0 0,1-1 0 0 0,0 0 0 0 0,0 0 1 0 0,0 0-1 0 0,0-1 0 0 0,0 0 0 0 0,0 0 0 0 0,0 0 0 0 0,0-1 0 0 0,0 0 0 0 0,0 0 1 0 0,1-1-1 0 0,-1 1 0 0 0,0-2 0 0 0,0 1 0 0 0,0 0 0 0 0,0-1 0 0 0,-1 0 0 0 0,1-1 1 0 0,8-3-1 0 0,7-5-28 0 0,-1-1 0 0 0,0 0 0 0 0,0-2 1 0 0,31-28-1 0 0,61-73 65 0 0,-42 41-70 0 0,-64 70-19 0 0,-4 8 0 0 0,-9 22 0 0 0,-19 35 0 0 0,1-4 0 0 0,2 1 0 0 0,4 1 0 0 0,-22 104 0 0 0,40-158-1061 0 0,1-1 1 0 0,-1 1-1 0 0,1 0 0 0 0,0 0 0 0 0,0-1 1 0 0,0 1-1 0 0,1 0 0 0 0,0 0 1 0 0,-1-1-1 0 0,2 1 0 0 0,2 7 1 0 0,-2-17-2404 0 0,10-19-2457 0 0,-7 4-2877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0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984 67 16870 0 0,'-28'6'97'0'0,"1"1"1"0"0,0 1-1 0 0,0 1 1 0 0,0 2-1 0 0,2 1 1 0 0,-1 1-1 0 0,2 1 0 0 0,-41 30 1 0 0,15-5 437 0 0,1 2 0 0 0,-74 85 0 0 0,67-59-28 0 0,3 2-1 0 0,3 3 1 0 0,3 2-1 0 0,3 1 1 0 0,4 3-1 0 0,3 1 1 0 0,4 2-1 0 0,3 1 1 0 0,4 1-1 0 0,-27 154 1 0 0,46-195-278 0 0,2 1 0 0 0,2-1 0 0 0,2 1-1 0 0,1 0 1 0 0,3 0 0 0 0,1 0 0 0 0,2-1 0 0 0,2 0 0 0 0,2 0 0 0 0,21 54 0 0 0,-21-71-139 0 0,1 0 0 0 0,1-1 0 0 0,1 0-1 0 0,2-1 1 0 0,0-1 0 0 0,1 0 0 0 0,2-1-1 0 0,0 0 1 0 0,1-2 0 0 0,0 0 0 0 0,2-2-1 0 0,0 0 1 0 0,1-1 0 0 0,1-1 0 0 0,1-1-1 0 0,0-1 1 0 0,28 10 0 0 0,-16-10-110 0 0,1-3 0 0 0,0-1-1 0 0,0-2 1 0 0,1-1 0 0 0,0-2 0 0 0,0-2 0 0 0,0-1-1 0 0,0-2 1 0 0,0-2 0 0 0,0-1 0 0 0,64-17-1 0 0,-16-2-198 0 0,-1-3 0 0 0,-2-5 0 0 0,152-77 0 0 0,-172 74 128 0 0,-3-2 0 0 0,0-3 1 0 0,-3-2-1 0 0,-1-3 1 0 0,-3-2-1 0 0,94-103 1 0 0,-122 118 129 0 0,-1 0 1 0 0,-2-1-1 0 0,-1-1 1 0 0,-1-1 0 0 0,-2 0-1 0 0,-1-2 1 0 0,-2 0-1 0 0,-2-1 1 0 0,-1 0-1 0 0,-2-1 1 0 0,-1-1-1 0 0,-3 1 1 0 0,0-1-1 0 0,-1-42 1 0 0,-7 22 27 0 0,-3 0 1 0 0,-2 0 0 0 0,-3 1-1 0 0,-2-1 1 0 0,-3 2-1 0 0,-24-62 1 0 0,14 56-30 0 0,-2 2 0 0 0,-3 2 0 0 0,-3 0 0 0 0,-2 2 0 0 0,-50-61 0 0 0,64 92-61 0 0,-1 2 0 0 0,-1 0 0 0 0,-1 1 0 0 0,-1 2 0 0 0,-2 1 0 0 0,-52-32 0 0 0,60 41-55 0 0,-1 1 0 0 0,0 2 0 0 0,0 0 1 0 0,-1 1-1 0 0,0 1 0 0 0,0 0 0 0 0,-1 2 0 0 0,0 1 0 0 0,1 0 1 0 0,-1 2-1 0 0,-33 2 0 0 0,15 4-254 0 0,0 1 1 0 0,0 3-1 0 0,1 1 1 0 0,0 2-1 0 0,1 1 0 0 0,-53 28 1 0 0,27-8-888 0 0,2 3 0 0 0,-102 78 0 0 0,102-63-1362 0 0,-87 89 1 0 0,115-102-1290 0 0,-50 70-1 0 0,43-40-2897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1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147 153 14045 0 0,'-36'-37'730'0'0,"-72"-75"8236"0"0,105 109-6627 0 0,16 11-1529 0 0,81 66 646 0 0,165 165-1 0 0,-158-139-974 0 0,367 396 1060 0 0,-387-393-1410 0 0,-6 3 0 0 0,-4 4 0 0 0,109 229 1 0 0,-61-55 287 0 0,-114-268-370 0 0,-3-8-90 0 0,0-1-1 0 0,1 1 1 0 0,0-1 0 0 0,0 0-1 0 0,0 0 1 0 0,1 0-1 0 0,0 0 1 0 0,1-1 0 0 0,6 8-1 0 0,-10-13-2017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2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594 18 19558 0 0,'1'0'88'0'0,"-1"0"1"0"0,0 0 0 0 0,0 0-1 0 0,1 0 1 0 0,-1 0 0 0 0,0 0-1 0 0,1 0 1 0 0,-1 0-1 0 0,0 0 1 0 0,0 0 0 0 0,1 0-1 0 0,-1 0 1 0 0,0 0 0 0 0,1 0-1 0 0,-1 0 1 0 0,0 0 0 0 0,0 0-1 0 0,1 0 1 0 0,-1 0-1 0 0,0 0 1 0 0,0 0 0 0 0,1-1-1 0 0,-1 1 1 0 0,0 0 0 0 0,0 0-1 0 0,1 0 1 0 0,-1-1 0 0 0,0 1-1 0 0,0 0 1 0 0,0 0-1 0 0,0 0 1 0 0,1-1 0 0 0,-1 1-1 0 0,0 0 1 0 0,0 0 0 0 0,0-1-1 0 0,0 1 1 0 0,0 0 0 0 0,0 0-1 0 0,0-1 1 0 0,1 1-1 0 0,-1 0 1 0 0,0-1 0 0 0,0 1-1 0 0,0 0 1 0 0,0 0 0 0 0,0-1-1 0 0,0 1 1 0 0,0 0-1 0 0,-1-1 1 0 0,1 1 0 0 0,-20-7 1134 0 0,12 6-1043 0 0,0 0-1 0 0,-1 0 0 0 0,1 1 0 0 0,0 0 1 0 0,-12 2-1 0 0,-28 10 369 0 0,0 3 1 0 0,1 1 0 0 0,0 3 0 0 0,2 1-1 0 0,0 2 1 0 0,2 3 0 0 0,-59 42-1 0 0,94-61-453 0 0,1 0-1 0 0,0 0 0 0 0,0 1 0 0 0,1-1 0 0 0,0 1 0 0 0,0 1 0 0 0,0-1 0 0 0,1 1 1 0 0,0 0-1 0 0,-5 14 0 0 0,8-18-56 0 0,1 0 0 0 0,0 1 0 0 0,0 0 0 0 0,0-1 0 0 0,0 1 0 0 0,1 0 0 0 0,0-1 1 0 0,0 1-1 0 0,0 0 0 0 0,1-1 0 0 0,-1 1 0 0 0,1 0 0 0 0,0-1 0 0 0,0 1 0 0 0,1-1 0 0 0,-1 0 0 0 0,1 1 0 0 0,0-1 1 0 0,0 0-1 0 0,1 0 0 0 0,-1 0 0 0 0,4 4 0 0 0,13 15-38 0 0,2-1 0 0 0,0-2 0 0 0,1 1 0 0 0,35 23 0 0 0,-32-25 0 0 0,-1 0 0 0 0,0 2 0 0 0,38 43 0 0 0,-61-62 0 0 0,1 1 0 0 0,0-1 0 0 0,-1 0 0 0 0,1 1 0 0 0,-1-1 0 0 0,1 1 0 0 0,-1-1 0 0 0,0 1 0 0 0,0-1 0 0 0,-1 1 0 0 0,1 0 0 0 0,0 0 0 0 0,-1-1 0 0 0,0 1 0 0 0,1 0 0 0 0,-1 0 0 0 0,0 0 0 0 0,-1-1 0 0 0,1 1 0 0 0,0 0 0 0 0,-2 3 0 0 0,1-2 0 0 0,-1 1 0 0 0,0-1 0 0 0,-1 0 0 0 0,1-1 0 0 0,-1 1 0 0 0,0 0 0 0 0,1-1 0 0 0,-1 1 0 0 0,-1-1 0 0 0,1 0 0 0 0,-1 0 0 0 0,-3 2 0 0 0,-6 4 0 0 0,0-1 0 0 0,-1-1 0 0 0,0 0 0 0 0,0-1 0 0 0,-1 0 0 0 0,-24 5 0 0 0,22-7 16 0 0,0 0-52 0 0,0-1 0 0 0,0-1 0 0 0,-25-1 0 0 0,-3 2-233 0 0,31-5-2818 0 0,15-4-4220 0 0,11-4-1064 0 0,-3 5 6423 0 0,-7 3 2625 0 0,28-13-11155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2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666 27 19830 0 0,'-1'-2'109'0'0,"-1"0"-1"0"0,1 1 1 0 0,0-1 0 0 0,-1 0 0 0 0,1 0 0 0 0,-1 1 0 0 0,0-1-1 0 0,0 1 1 0 0,1-1 0 0 0,-1 1 0 0 0,0 0 0 0 0,0 0 0 0 0,0 0-1 0 0,0 0 1 0 0,0 0 0 0 0,-1 0 0 0 0,1 1 0 0 0,0-1-1 0 0,0 1 1 0 0,-1-1 0 0 0,1 1 0 0 0,0 0 0 0 0,0 0 0 0 0,-1 0-1 0 0,-3 0 1 0 0,-5 2 387 0 0,1 0-1 0 0,0 0 0 0 0,0 1 1 0 0,-13 5-1 0 0,14-4-343 0 0,-29 11 581 0 0,1 2 0 0 0,0 1 0 0 0,2 2 1 0 0,0 2-1 0 0,1 1 0 0 0,1 2 1 0 0,1 1-1 0 0,2 1 0 0 0,-47 53 0 0 0,66-67-710 0 0,-1 1 0 0 0,2 0 0 0 0,0 1 0 0 0,1 0 0 0 0,0 1 0 0 0,1 0 0 0 0,-8 23 0 0 0,14-34-25 0 0,1 0 1 0 0,0 0 0 0 0,0 0 0 0 0,0 0 0 0 0,1 0 0 0 0,0 0-1 0 0,0 0 1 0 0,0 0 0 0 0,0 0 0 0 0,1 0 0 0 0,0-1-1 0 0,0 1 1 0 0,0 0 0 0 0,1 0 0 0 0,-1 0 0 0 0,1-1 0 0 0,0 1-1 0 0,1-1 1 0 0,-1 1 0 0 0,1-1 0 0 0,0 0 0 0 0,0 0-1 0 0,0 0 1 0 0,0-1 0 0 0,1 1 0 0 0,-1-1 0 0 0,1 1 0 0 0,0-1-1 0 0,0 0 1 0 0,9 4 0 0 0,2 1 1 0 0,1-1 0 0 0,1 0 0 0 0,-1-1 0 0 0,1-1 0 0 0,0 0 0 0 0,0-1 0 0 0,1-1 0 0 0,-1-1 0 0 0,1-1 0 0 0,0 0 0 0 0,-1-1 0 0 0,1-1 0 0 0,0 0 0 0 0,-1-2 0 0 0,0 0 0 0 0,32-10 0 0 0,-47 13 0 0 0,-1-1 0 0 0,1 1 0 0 0,0-1 0 0 0,0 0 0 0 0,0 1 0 0 0,0-1 0 0 0,-1 0 0 0 0,1 0 0 0 0,-1-1 0 0 0,1 1 0 0 0,0 0 0 0 0,-1 0 0 0 0,0-1 0 0 0,1 1 0 0 0,-1-1 0 0 0,0 1 0 0 0,0-1 0 0 0,0 0 0 0 0,0 0 0 0 0,0 1 0 0 0,0-1 0 0 0,0 0 0 0 0,-1 0 0 0 0,1 0 0 0 0,-1 0 0 0 0,1 0 0 0 0,-1 0 0 0 0,0 1 0 0 0,1-1 0 0 0,-1 0 0 0 0,0 0 0 0 0,0 0 0 0 0,-1-3 0 0 0,0 2 0 0 0,0 0 0 0 0,-1 0 0 0 0,1 0 0 0 0,-1 0 0 0 0,0 0 0 0 0,0 1 0 0 0,0-1 0 0 0,0 0 0 0 0,0 1 0 0 0,-1 0 0 0 0,1-1 0 0 0,-1 1 0 0 0,1 0 0 0 0,-1 0 0 0 0,0 1 0 0 0,0-1 0 0 0,0 0 0 0 0,0 1 0 0 0,-4-2 0 0 0,-11-3-848 0 0,0 1-1 0 0,0 1 1 0 0,0 0-1 0 0,-1 2 1 0 0,1 0 0 0 0,-1 1-1 0 0,0 0 1 0 0,-25 4-1 0 0,-17 5-5334 0 0,-70 18-1 0 0,107-21 5062 0 0,0 1-8664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2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1375 5 16578 0 0,'-31'-3'100'0'0,"1"2"1"0"0,-1 1 0 0 0,0 2 0 0 0,1 1 0 0 0,-1 1 0 0 0,1 1 0 0 0,0 2 0 0 0,1 1 0 0 0,-1 2 0 0 0,2 0-1 0 0,-32 17 1 0 0,-4 7 497 0 0,1 2 0 0 0,1 3 0 0 0,-86 72 0 0 0,78-52 177 0 0,3 3 0 0 0,3 2 0 0 0,2 4 0 0 0,-79 112 0 0 0,107-130-322 0 0,2 2-1 0 0,3 0 1 0 0,2 2-1 0 0,2 1 1 0 0,3 1-1 0 0,2 1 1 0 0,-21 104-1 0 0,35-127-257 0 0,2 0-1 0 0,2 0 0 0 0,1 0 1 0 0,2 0-1 0 0,1 1 0 0 0,1-1 1 0 0,2 0-1 0 0,2-1 0 0 0,1 1 1 0 0,1-1-1 0 0,2-1 1 0 0,1 0-1 0 0,2 0 0 0 0,18 31 1 0 0,-10-28-54 0 0,0-2 1 0 0,2-1 0 0 0,2 0-1 0 0,1-2 1 0 0,1-1 0 0 0,1-2-1 0 0,2 0 1 0 0,0-2 0 0 0,2-1 0 0 0,1-2-1 0 0,57 28 1 0 0,-34-24-179 0 0,2-2-1 0 0,1-3 1 0 0,1-3-1 0 0,0-2 1 0 0,1-3-1 0 0,0-3 1 0 0,1-2 0 0 0,0-3-1 0 0,1-3 1 0 0,-1-3-1 0 0,0-2 1 0 0,0-4 0 0 0,0-2-1 0 0,73-20 1 0 0,-80 14 29 0 0,-1-2-1 0 0,-1-3 1 0 0,-1-2 0 0 0,-1-2 0 0 0,-1-3 0 0 0,-1-1 0 0 0,-1-3 0 0 0,-2-2 0 0 0,-1-2 0 0 0,-2-2 0 0 0,-1-2 0 0 0,-3-2-1 0 0,-1-1 1 0 0,-2-2 0 0 0,57-88 0 0 0,-64 78 100 0 0,-2-2-1 0 0,-2 0 1 0 0,-3-2 0 0 0,-2-1-1 0 0,-3 0 1 0 0,18-106 0 0 0,-28 110-27 0 0,-2 1 1 0 0,-3-1 0 0 0,-2 0-1 0 0,-3 0 1 0 0,-2 0 0 0 0,-3 0-1 0 0,-24-98 1 0 0,22 123-76 0 0,-1-1 1 0 0,-2 2-1 0 0,-1-1 1 0 0,-1 2-1 0 0,-1 0 1 0 0,-1 1-1 0 0,-2 0 1 0 0,-1 1-1 0 0,-1 2 1 0 0,-1 0-1 0 0,-1 0 1 0 0,-1 2-1 0 0,-1 1 0 0 0,-1 1 1 0 0,-1 2-1 0 0,0 0 1 0 0,-1 1-1 0 0,-1 2 1 0 0,-1 1-1 0 0,0 1 1 0 0,-1 1-1 0 0,0 2 1 0 0,0 1-1 0 0,-1 2 1 0 0,-63-8-1 0 0,45 12-248 0 0,-1 1 0 0 0,1 3 1 0 0,-1 3-1 0 0,1 1 0 0 0,-49 12 0 0 0,-4 7-1048 0 0,-127 49 1 0 0,93-20-2779 0 0,-238 130 0 0 0,60 18-6742 0 0,233-139 3315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4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1469 41 14473 0 0,'0'-2'196'0'0,"6"-25"25"0"0,-6 15 1067 0 0,-7 14 2078 0 0,-761 785 5337 0 0,316-240-4475 0 0,364-435-3936 0 0,-42 58-292 0 0,129-170 0 0 0,1 0 0 0 0,0 1 0 0 0,0-1 0 0 0,0 0 0 0 0,0 0 0 0 0,0 1 0 0 0,-1-1 0 0 0,1 0 0 0 0,0 0 0 0 0,0 1 0 0 0,0-1 0 0 0,-1 0 0 0 0,1 0 0 0 0,0 0 0 0 0,0 1 0 0 0,-1-1 0 0 0,1 0 0 0 0,0 0 0 0 0,0 0 0 0 0,-1 0 0 0 0,1 0 0 0 0,0 0 0 0 0,-1 0 0 0 0,1 0 0 0 0,0 0 0 0 0,0 0 0 0 0,-1 1 0 0 0,1-1 0 0 0,0-1 0 0 0,-1 1 0 0 0,1 0 0 0 0,0 0 0 0 0,0 0 0 0 0,-1 0 0 0 0,1 0 0 0 0,0 0 0 0 0,-1 0 0 0 0,-15-17-297 0 0,15 15-128 0 0,1-1 1 0 0,-1 1-1 0 0,0 0 1 0 0,1-1-1 0 0,0 1 1 0 0,0 0-1 0 0,-1-1 1 0 0,1 1-1 0 0,1-1 1 0 0,0-4-1 0 0,0 0-5726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5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14 16013 0 0,'3'-2'-54'0'0,"0"0"-1"0"0,-1 1 1 0 0,1-1-1 0 0,0 1 0 0 0,0 0 1 0 0,0 0-1 0 0,0 0 0 0 0,0 0 1 0 0,0 0-1 0 0,0 1 0 0 0,1-1 1 0 0,-1 1-1 0 0,0 0 0 0 0,0 0 1 0 0,0 0-1 0 0,0 1 0 0 0,0-1 1 0 0,0 1-1 0 0,6 1 1 0 0,-6 0 95 0 0,-1-1 1 0 0,1 1 0 0 0,-1 0 0 0 0,0 0 0 0 0,0 0 0 0 0,0 0 0 0 0,0 0 0 0 0,0 1 0 0 0,-1-1 0 0 0,1 0 0 0 0,0 1 0 0 0,-1-1 0 0 0,0 1 0 0 0,0 0 0 0 0,0-1 0 0 0,0 1 0 0 0,1 4 0 0 0,0 5 149 0 0,0 1-1 0 0,-1-1 1 0 0,0 0 0 0 0,-1 0 0 0 0,0 1 0 0 0,-1-1-1 0 0,-1 0 1 0 0,0 0 0 0 0,-4 15 0 0 0,-5 5 225 0 0,-1-1 0 0 0,-2 0 1 0 0,-1-1-1 0 0,-1 0 1 0 0,-40 53-1 0 0,-123 126 2918 0 0,91-111-1073 0 0,83-92-2005 0 0,0 0 0 0 0,0 1 0 0 0,0-1 0 0 0,1 1 0 0 0,0 0-1 0 0,1 1 1 0 0,-5 10 0 0 0,8-16-194 0 0,-1 0 1 0 0,1 0-1 0 0,-1 0 0 0 0,1-1 0 0 0,-1 1 0 0 0,1 0 0 0 0,0 0 0 0 0,0 0 1 0 0,0 0-1 0 0,0-1 0 0 0,1 1 0 0 0,-1 0 0 0 0,0 0 0 0 0,1 0 1 0 0,-1 0-1 0 0,1-1 0 0 0,-1 1 0 0 0,1 0 0 0 0,0-1 0 0 0,0 1 1 0 0,0 0-1 0 0,0-1 0 0 0,0 1 0 0 0,0-1 0 0 0,1 1 0 0 0,-1-1 0 0 0,0 0 1 0 0,1 0-1 0 0,-1 1 0 0 0,1-1 0 0 0,-1 0 0 0 0,1 0 0 0 0,-1-1 1 0 0,1 1-1 0 0,0 0 0 0 0,3 1 0 0 0,5 1 60 0 0,0-1-1 0 0,0 0 1 0 0,0 0 0 0 0,1-1 0 0 0,-1 0-1 0 0,1-1 1 0 0,-1 0 0 0 0,13-2-1 0 0,88-18 224 0 0,-105 18-325 0 0,56-13 117 0 0,100-37 0 0 0,-132 40-83 0 0,-1-2 0 0 0,-1 0 0 0 0,0-2-1 0 0,-1-1 1 0 0,35-29 0 0 0,-58 42-27 0 0,0 1-1 0 0,0-1 1 0 0,0 1 0 0 0,-1-1-1 0 0,1 0 1 0 0,-1-1 0 0 0,0 1-1 0 0,-1 0 1 0 0,1-1 0 0 0,-1 0-1 0 0,1 1 1 0 0,-1-1 0 0 0,1-6-1 0 0,-3 7-11 0 0,1 1-1 0 0,-1 0 0 0 0,0-1 0 0 0,0 1 1 0 0,-1 0-1 0 0,1-1 0 0 0,-1 1 0 0 0,0 0 0 0 0,0-1 1 0 0,0 1-1 0 0,0 0 0 0 0,0 0 0 0 0,-1 0 0 0 0,1 0 1 0 0,-1 0-1 0 0,0 0 0 0 0,0 1 0 0 0,0-1 0 0 0,0 0 1 0 0,0 1-1 0 0,-4-4 0 0 0,-10-7-14 0 0,0-1 0 0 0,0 2 0 0 0,-2 0 0 0 0,1 2 0 0 0,-1-1 0 0 0,-34-12 0 0 0,-126-37 0 0 0,135 48 0 0 0,18 4 0 0 0,-336-89 0 0 0,344 92 0 0 0,17 5 0 0 0,0 0 0 0 0,0 0 0 0 0,0 0 0 0 0,0 0 0 0 0,-1 0 0 0 0,1 0 0 0 0,0 0 0 0 0,0 0 0 0 0,0 0 0 0 0,0 0 0 0 0,-1 0 0 0 0,1 0 0 0 0,0 0 0 0 0,0 0 0 0 0,0 0 0 0 0,0 0 0 0 0,-1-1 0 0 0,1 1 0 0 0,0 0 0 0 0,0 0 0 0 0,0 0 0 0 0,0 0 0 0 0,0 0 0 0 0,0 0 0 0 0,0-1 0 0 0,-1 1 0 0 0,1 0 0 0 0,0 0 0 0 0,0 0 0 0 0,0 0 0 0 0,0 0 0 0 0,0-1 0 0 0,0 1 0 0 0,0 0 0 0 0,0 0 0 0 0,0 0 0 0 0,0 0 0 0 0,0-1 0 0 0,0 1 0 0 0,0 0 0 0 0,0 0 0 0 0,0 0 0 0 0,0 0 0 0 0,0-1 0 0 0,0 1 0 0 0,0 0 0 0 0,0 0 0 0 0,0 0 0 0 0,0 0 0 0 0,0-1 0 0 0,0 1 0 0 0,0 0 0 0 0,0 0 0 0 0,1 0 0 0 0,-1 0 0 0 0,0 0 0 0 0,0-1 0 0 0,0 1 0 0 0,0 0 0 0 0,0 0 0 0 0,0 0 0 0 0,1 0 0 0 0,-1 0 0 0 0,0 0 0 0 0,0 0 0 0 0,0 0 0 0 0,0 0 0 0 0,0-1 0 0 0,1 1 0 0 0,9-5 0 0 0,0 1 0 0 0,0-1 0 0 0,1 2 0 0 0,-1-1 0 0 0,1 2 0 0 0,0-1 0 0 0,18-1 0 0 0,92-3 0 0 0,-103 6 0 0 0,129-3-3112 0 0,-59 4-5284 0 0,165 21 1 0 0,-182-9-2613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5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1035 188 18434 0 0,'-26'-6'98'0'0,"0"1"1"0"0,-1 2-1 0 0,1 0 1 0 0,-1 2 0 0 0,0 1-1 0 0,1 1 1 0 0,-1 1-1 0 0,0 2 1 0 0,1 0-1 0 0,0 2 1 0 0,0 1 0 0 0,-35 14-1 0 0,26-5 287 0 0,0 1 1 0 0,0 2-1 0 0,2 1 1 0 0,1 1-1 0 0,0 2 0 0 0,2 2 1 0 0,-53 54-1 0 0,39-31 225 0 0,2 1-1 0 0,3 2 1 0 0,-50 87-1 0 0,68-101-243 0 0,2 1 0 0 0,1 1 0 0 0,3 1 0 0 0,1 0-1 0 0,1 1 1 0 0,-9 60 0 0 0,19-78-212 0 0,2 1 1 0 0,0-1-1 0 0,1 1 0 0 0,1-1 0 0 0,2 1 0 0 0,0-1 1 0 0,1 0-1 0 0,2 0 0 0 0,0 0 0 0 0,1-1 0 0 0,2 0 0 0 0,0-1 1 0 0,1 1-1 0 0,23 33 0 0 0,-16-30-49 0 0,1-1 0 0 0,1-1-1 0 0,1-1 1 0 0,1-1 0 0 0,1 0-1 0 0,1-2 1 0 0,1-1 0 0 0,1 0 0 0 0,0-2-1 0 0,54 25 1 0 0,-26-20-222 0 0,0-2 0 0 0,2-2-1 0 0,0-3 1 0 0,0-3 0 0 0,1-2-1 0 0,1-2 1 0 0,-1-3 0 0 0,90-4-1 0 0,-84-4-101 0 0,0-2 0 0 0,0-3 1 0 0,0-3-1 0 0,-1-3 0 0 0,-1-2 0 0 0,-1-3 0 0 0,88-41 0 0 0,-118 45 153 0 0,0 0-1 0 0,-1-2 0 0 0,-1-1 1 0 0,0-1-1 0 0,-2-1 0 0 0,-1-2 1 0 0,0 0-1 0 0,36-48 0 0 0,-44 49 89 0 0,-2-1 0 0 0,0 0-1 0 0,-2-1 1 0 0,0-1 0 0 0,-2 0-1 0 0,-1 0 1 0 0,-1-1 0 0 0,-1 0-1 0 0,-1 0 1 0 0,-1-1 0 0 0,1-33-1 0 0,-5 18 17 0 0,-2 1 0 0 0,-2-1-1 0 0,-1 1 1 0 0,-3 0 0 0 0,-1 0 0 0 0,-2 1-1 0 0,-29-74 1 0 0,12 50-2 0 0,-3 1-1 0 0,-3 2 1 0 0,-76-107 0 0 0,87 140-48 0 0,0 0 1 0 0,-2 1-1 0 0,0 2 1 0 0,-2 1-1 0 0,-1 0 1 0 0,-1 2-1 0 0,-1 1 1 0 0,-33-18-1 0 0,36 26-76 0 0,-1 0-1 0 0,0 2 0 0 0,-1 1 0 0 0,0 1 0 0 0,-1 1 0 0 0,0 2 0 0 0,0 1 1 0 0,0 1-1 0 0,-58 0 0 0 0,35 6-510 0 0,1 2 0 0 0,1 3 0 0 0,-1 1-1 0 0,1 3 1 0 0,1 2 0 0 0,-48 20 0 0 0,59-18-1173 0 0,1 2-1 0 0,1 1 1 0 0,1 2-1 0 0,-54 39 1 0 0,53-25-3388 0 0,21-7-2336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5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45 121 15125 0 0,'-44'-119'4442'0'0,"43"118"-2964"0"0,5 7-598 0 0,29 43 139 0 0,2-1-1 0 0,80 83 0 0 0,-76-88-690 0 0,448 429 2111 0 0,-296-298-1631 0 0,186 220 1 0 0,-345-356-692 0 0,-2 1 1 0 0,-1 2-1 0 0,-3 1 0 0 0,-1 1 1 0 0,-2 1-1 0 0,-3 1 0 0 0,-1 1 1 0 0,16 60-1 0 0,-18-62-149 0 0,-3-18-4896 0 0,-13-10-3777 0 0,-4-1 3356 0 0,2-13 4266 0 0,-5 16-7384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6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67 103 17318 0 0,'-14'-8'527'0'0,"10"7"-291"0"0,0 0-1 0 0,1-1 0 0 0,-1 0 1 0 0,1 0-1 0 0,0 0 0 0 0,-1 0 1 0 0,1 0-1 0 0,0-1 0 0 0,0 0 1 0 0,1 1-1 0 0,-1-1 0 0 0,0 0 1 0 0,1 0-1 0 0,0 0 0 0 0,0-1 1 0 0,-2-3-1 0 0,4 6-137 0 0,1-1 0 0 0,0 1 0 0 0,-1 0 0 0 0,1-1 0 0 0,0 1 0 0 0,0 0 0 0 0,0-1 1 0 0,0 1-1 0 0,0 0 0 0 0,0 0 0 0 0,0 0 0 0 0,1 0 0 0 0,-1 0 0 0 0,0 0 0 0 0,3-1 0 0 0,-4 2 26 0 0,7-4 71 0 0,0 0 0 0 0,-1 1 0 0 0,1-1-1 0 0,1 2 1 0 0,-1-1 0 0 0,0 1-1 0 0,1 0 1 0 0,-1 0 0 0 0,1 1-1 0 0,14-1 1 0 0,0 2 188 0 0,0 0 0 0 0,32 5 0 0 0,-39-3-274 0 0,-1 1 1 0 0,0 0 0 0 0,0 1-1 0 0,0 1 1 0 0,0 0-1 0 0,-1 1 1 0 0,1 0-1 0 0,15 11 1 0 0,-24-14-66 0 0,-1 0 0 0 0,0 0 1 0 0,0 1-1 0 0,0-1 0 0 0,0 1 0 0 0,0 0 1 0 0,-1 0-1 0 0,1 1 0 0 0,-1-1 0 0 0,0 0 0 0 0,0 1 1 0 0,-1 0-1 0 0,0 0 0 0 0,0 0 0 0 0,0 0 1 0 0,0 0-1 0 0,-1 0 0 0 0,1 0 0 0 0,-1 1 1 0 0,-1-1-1 0 0,1 0 0 0 0,-1 1 0 0 0,0-1 1 0 0,0 1-1 0 0,-2 9 0 0 0,-2 4 83 0 0,-1-1 0 0 0,-1 1 0 0 0,-1-1 1 0 0,0-1-1 0 0,-1 0 0 0 0,-1 0 0 0 0,-1 0 0 0 0,-12 15 1 0 0,-16 17 763 0 0,-51 50 0 0 0,-32 42-17 0 0,118-137-874 0 0,-1 0 0 0 0,1 1 0 0 0,1-1 0 0 0,-1 1 0 0 0,1-1 0 0 0,0 1 0 0 0,0 0 0 0 0,0 0 0 0 0,1-1 0 0 0,-1 1 0 0 0,1 0 0 0 0,0 1 0 0 0,1-1 0 0 0,-1 0 0 0 0,1 0 0 0 0,0 0 0 0 0,0 0 0 0 0,2 10 0 0 0,1-9 0 0 0,-1 0 0 0 0,1-1 0 0 0,0 0 0 0 0,0 1 0 0 0,0-1 0 0 0,1-1 0 0 0,-1 1 0 0 0,1 0 0 0 0,0-1 0 0 0,1 0 0 0 0,-1 0 0 0 0,1 0 0 0 0,0 0 0 0 0,0-1 0 0 0,10 6 0 0 0,10 4 3 0 0,0 0 0 0 0,1-2 0 0 0,1-1 0 0 0,51 12 0 0 0,-60-17-11 0 0,1-2-1 0 0,0-1 1 0 0,0 0 0 0 0,0-1 0 0 0,1-1 0 0 0,-1-1 0 0 0,0 0-1 0 0,22-6 1 0 0,-30 4-1001 0 0,0-1-1 0 0,0 0 1 0 0,-1-1-1 0 0,1 0 1 0 0,-1-1-1 0 0,0 0 1 0 0,10-8-1 0 0,63-58-8250 0 0,-51 42 4582 0 0,9-7-4160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6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44 16137 0 0,'0'-2'72'0'0,"0"0"0"0"0,0 0 0 0 0,1 0 0 0 0,-1 0-1 0 0,1 0 1 0 0,-1 1 0 0 0,1-1 0 0 0,0 0 0 0 0,0 0-1 0 0,-1 0 1 0 0,1 1 0 0 0,1-1 0 0 0,-1 1 0 0 0,0-1-1 0 0,0 1 1 0 0,1-1 0 0 0,-1 1 0 0 0,0-1 0 0 0,1 1-1 0 0,-1 0 1 0 0,1 0 0 0 0,0 0 0 0 0,-1 0 0 0 0,1 0-1 0 0,0 0 1 0 0,0 1 0 0 0,0-1 0 0 0,0 0 0 0 0,-1 1-1 0 0,1 0 1 0 0,0-1 0 0 0,0 1 0 0 0,0 0 0 0 0,0 0 0 0 0,0 0-1 0 0,0 0 1 0 0,0 0 0 0 0,3 1 0 0 0,-1 1 42 0 0,0-1 1 0 0,0 1 0 0 0,0 0-1 0 0,-1 0 1 0 0,1 0 0 0 0,0 0-1 0 0,-1 1 1 0 0,0 0-1 0 0,1-1 1 0 0,-1 1 0 0 0,-1 0-1 0 0,1 1 1 0 0,0-1 0 0 0,-1 0-1 0 0,1 1 1 0 0,3 7-1 0 0,-3-4 74 0 0,-1 1-1 0 0,1 0 0 0 0,-1-1 0 0 0,0 1 1 0 0,-1 0-1 0 0,0 0 0 0 0,0 1 0 0 0,-1 10 1 0 0,-2 7 515 0 0,0-1 0 0 0,-2 1 0 0 0,-2-1-1 0 0,-15 48 1 0 0,-8 6 513 0 0,15-49-435 0 0,3 1-1 0 0,0 0 1 0 0,2 0 0 0 0,1 1 0 0 0,2 1-1 0 0,-4 43 1 0 0,11-60-781 0 0,-2 1 0 0 0,0-1 0 0 0,-1 0 0 0 0,-1 1 0 0 0,-1-1 0 0 0,0-1 0 0 0,-10 27 0 0 0,11-36 0 0 0,0-1 0 0 0,0 1 0 0 0,0-1 0 0 0,0 1 0 0 0,-1-1 0 0 0,0 0 0 0 0,0 0 0 0 0,-1-1 0 0 0,1 1 0 0 0,-1-1 0 0 0,0 0 0 0 0,0 0 0 0 0,-1 0 0 0 0,1-1 0 0 0,-1 0 0 0 0,0 0 0 0 0,1-1 0 0 0,-1 1 0 0 0,0-1 0 0 0,-1 0 0 0 0,1-1 0 0 0,-9 2 0 0 0,-23-1-1756 0 0,-22-7-5386 0 0,54 3 6286 0 0,0 1-1 0 0,0-1 1 0 0,0 0-1 0 0,0 0 0 0 0,1-1 1 0 0,-1 0-1 0 0,1 0 1 0 0,0 0-1 0 0,0 0 1 0 0,0-1-1 0 0,0 0 1 0 0,0 0-1 0 0,1 0 1 0 0,-4-6-1 0 0,-6-9-8308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7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1274 59 16822 0 0,'-41'4'170'0'0,"0"1"1"0"0,1 2 0 0 0,-1 2 0 0 0,2 2 0 0 0,-1 2 0 0 0,2 1 0 0 0,0 2-1 0 0,0 1 1 0 0,-36 24 0 0 0,2 4 563 0 0,1 3-1 0 0,3 4 1 0 0,-83 80 0 0 0,90-73 93 0 0,3 3 1 0 0,3 2 0 0 0,-74 111 0 0 0,103-133-407 0 0,1 1 1 0 0,3 1 0 0 0,1 0-1 0 0,2 2 1 0 0,3 0 0 0 0,1 1 0 0 0,-13 76-1 0 0,24-90-211 0 0,2 1 0 0 0,1-1 0 0 0,2 0-1 0 0,1 1 1 0 0,1-1 0 0 0,2 0 0 0 0,2 0-1 0 0,1-1 1 0 0,1 0 0 0 0,2 0 0 0 0,1-1 0 0 0,1 0-1 0 0,2-1 1 0 0,1-1 0 0 0,1 0 0 0 0,30 37-1 0 0,-26-39-202 0 0,2 0-1 0 0,2-2 0 0 0,0 0 0 0 0,1-2 0 0 0,1-1 0 0 0,1-1 0 0 0,1-1 0 0 0,1-2 0 0 0,1-1 0 0 0,0-1 0 0 0,1-2 1 0 0,1-1-1 0 0,0-1 0 0 0,1-2 0 0 0,55 9 0 0 0,-30-12-232 0 0,0-4 0 0 0,0-2 0 0 0,0-2 0 0 0,0-3 0 0 0,110-22 0 0 0,-86 7 27 0 0,0-5 1 0 0,-1-3-1 0 0,110-52 0 0 0,-129 47 173 0 0,0-2-1 0 0,-2-2 1 0 0,-2-4-1 0 0,-1-2 1 0 0,-3-2-1 0 0,56-58 1 0 0,-69 57 94 0 0,-1-2 0 0 0,-3-1 0 0 0,-1-3 0 0 0,-3 0 0 0 0,-3-3 0 0 0,-1 0 0 0 0,28-75 0 0 0,-37 73-15 0 0,-2-2 0 0 0,-2 0 1 0 0,-3-1-1 0 0,-2 0 0 0 0,-3-1 1 0 0,1-88-1 0 0,-9 116-48 0 0,-3-1-1 0 0,0 1 1 0 0,-2 0 0 0 0,-2 0-1 0 0,0 0 1 0 0,-3 0-1 0 0,0 1 1 0 0,-2 1 0 0 0,-1 0-1 0 0,-2 0 1 0 0,-1 1 0 0 0,-1 1-1 0 0,-33-45 1 0 0,33 55-84 0 0,-1 0 0 0 0,-1 2 0 0 0,0 0 0 0 0,-1 1 1 0 0,-1 1-1 0 0,0 0 0 0 0,-1 2 0 0 0,0 0 0 0 0,-1 1 0 0 0,0 2 0 0 0,-1 0 1 0 0,0 1-1 0 0,0 2 0 0 0,0 0 0 0 0,-1 1 0 0 0,-25-1 0 0 0,-20 1-607 0 0,0 3 1 0 0,-1 3-1 0 0,1 3 0 0 0,-94 17 0 0 0,42 1-1840 0 0,2 5-1 0 0,-171 62 1 0 0,-46 56-6382 0 0,205-76 1562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8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17 18314 0 0,'3'-11'355'0'0,"-5"6"528"0"0,-8 8 2912 0 0,-23 22-3037 0 0,1 0 0 0 0,-46 48-1 0 0,-64 80 1111 0 0,100-106-1407 0 0,-73 85 744 0 0,7 5-1 0 0,5 4 1 0 0,-108 199-1 0 0,131-200-1204 0 0,77-133-82 0 0,2-5-624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8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3 17154 0 0,'0'0'92'0'0,"-1"-1"0"0"0,1 1 0 0 0,-1 0 0 0 0,0 0 1 0 0,1-1-1 0 0,-1 1 0 0 0,1 0 0 0 0,-1 0 1 0 0,0 0-1 0 0,1 0 0 0 0,-1 0 0 0 0,1-1 0 0 0,-1 1 1 0 0,0 0-1 0 0,1 1 0 0 0,-1-1 0 0 0,0 0 1 0 0,1 0-1 0 0,-1 0 0 0 0,1 0 0 0 0,-1 0 0 0 0,0 1 1 0 0,1-1-1 0 0,-1 0 0 0 0,1 0 0 0 0,-1 1 1 0 0,0-1-1 0 0,-7 9 455 0 0,-1-1 0 0 0,2 1 0 0 0,-1 1 0 0 0,1-1 0 0 0,1 1 1 0 0,0 0-1 0 0,0 1 0 0 0,1-1 0 0 0,0 1 0 0 0,1 0 0 0 0,0 1 0 0 0,1-1 1 0 0,0 1-1 0 0,-2 19 0 0 0,3-20-269 0 0,1-1 0 0 0,0 1 0 0 0,1 0 0 0 0,0 0 1 0 0,0 0-1 0 0,1 0 0 0 0,1 0 0 0 0,0 0 0 0 0,0 0 0 0 0,1-1 0 0 0,1 1 0 0 0,0-1 1 0 0,0 0-1 0 0,1 0 0 0 0,0 0 0 0 0,10 13 0 0 0,-11-19-273 0 0,-1 0-1 0 0,1-1 1 0 0,1 0-1 0 0,-1 0 1 0 0,0 0-1 0 0,1-1 1 0 0,-1 1-1 0 0,1-1 1 0 0,0 0-1 0 0,0 0 1 0 0,0-1-1 0 0,0 1 1 0 0,0-1-1 0 0,0 0 1 0 0,0-1-1 0 0,0 1 1 0 0,0-1-1 0 0,0 0 1 0 0,1 0-1 0 0,-1-1 1 0 0,0 0-1 0 0,0 0 1 0 0,10-2-1 0 0,9-4-7 0 0,0-1 0 0 0,0-1 0 0 0,33-18 0 0 0,116-72 3 0 0,-62 33 0 0 0,-111 66 0 0 0,1-1 0 0 0,-1 1 0 0 0,0 0 0 0 0,1 0 0 0 0,-1-1 0 0 0,1 1 0 0 0,-1 0 0 0 0,1 0 0 0 0,-1 0 0 0 0,0 0 0 0 0,1-1 0 0 0,-1 1 0 0 0,1 0 0 0 0,-1 0 0 0 0,1 0 0 0 0,-1 0 0 0 0,1 0 0 0 0,-1 0 0 0 0,1 0 0 0 0,-1 1 0 0 0,1-1 0 0 0,-1 0 0 0 0,0 0 0 0 0,1 0 0 0 0,-1 0 0 0 0,1 1 0 0 0,-1-1 0 0 0,1 0 0 0 0,-1 0 0 0 0,1 1 0 0 0,0 1 0 0 0,1 0 0 0 0,-1 0 0 0 0,1 0 0 0 0,-1 0 0 0 0,0 0 0 0 0,0 0 0 0 0,0 1 0 0 0,0-1 0 0 0,0 0 0 0 0,-1 1 0 0 0,1-1 0 0 0,-1 0 0 0 0,0 1 0 0 0,1-1 0 0 0,-1 1 0 0 0,0-1 0 0 0,0 1 0 0 0,0-1 0 0 0,-1 1 0 0 0,0 1 0 0 0,-14 66 0 0 0,7-36 0 0 0,0 4 0 0 0,-10 51 0 0 0,-8 101 0 0 0,24-168 11 0 0,1-13-28 0 0,0 0 1 0 0,1 0-1 0 0,0 0 0 0 0,0 0 0 0 0,1 0 1 0 0,2 11-1 0 0,-2-19-142 0 0,-1 0-1 0 0,1-1 1 0 0,-1 1 0 0 0,1-1-1 0 0,-1 1 1 0 0,1-1-1 0 0,-1 1 1 0 0,1-1 0 0 0,-1 0-1 0 0,1 1 1 0 0,0-1 0 0 0,-1 0-1 0 0,1 1 1 0 0,0-1 0 0 0,-1 0-1 0 0,1 0 1 0 0,0 1-1 0 0,-1-1 1 0 0,1 0 0 0 0,0 0-1 0 0,-1 0 1 0 0,1 0 0 0 0,0 0-1 0 0,0 0 1 0 0,-1 0 0 0 0,1 0-1 0 0,0-1 1 0 0,-1 1-1 0 0,1 0 1 0 0,0 0 0 0 0,0-1-1 0 0,22-6-3234 0 0,-22 7 3390 0 0,25-11-4346 0 0,-2 0 0 0 0,32-20 1 0 0,5-5-4909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8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682 55 16410 0 0,'2'-6'332'0'0,"8"-24"-152"0"0,-10 11 4087 0 0,-6 20-3186 0 0,-6 1-646 0 0,0 1 1 0 0,1 0-1 0 0,-1 1 0 0 0,1 1 1 0 0,0 0-1 0 0,0 0 0 0 0,0 1 1 0 0,1 0-1 0 0,0 1 0 0 0,0 0 1 0 0,-15 15-1 0 0,8-6 207 0 0,0 0 0 0 0,1 1 0 0 0,1 1 0 0 0,1 0 0 0 0,-18 30 0 0 0,31-45-620 0 0,0-1 0 0 0,0 1 0 0 0,0-1 0 0 0,0 1 0 0 0,0-1 0 0 0,1 1 0 0 0,-1 0 0 0 0,1-1 0 0 0,0 1 0 0 0,0 0 0 0 0,0 0 0 0 0,0-1 0 0 0,0 1 0 0 0,0 0 0 0 0,1-1 0 0 0,-1 1 0 0 0,1 0 0 0 0,0-1 0 0 0,0 1 0 0 0,0-1 0 0 0,0 1 0 0 0,0-1 0 0 0,1 0 0 0 0,-1 1 0 0 0,1-1 0 0 0,0 0 0 0 0,-1 0 0 0 0,4 2 0 0 0,6 7 143 0 0,0 0 0 0 0,1-1 0 0 0,26 17 0 0 0,-6-4-42 0 0,-20-13-123 0 0,1 1 0 0 0,-1 0 0 0 0,-1 1 0 0 0,0 0 0 0 0,-1 1 0 0 0,-1 0 0 0 0,14 24 0 0 0,-20-30 0 0 0,0-1 0 0 0,-1 1 0 0 0,0 0 0 0 0,0 0 0 0 0,0 0 0 0 0,-1 0 0 0 0,0 0 0 0 0,0 0 0 0 0,-1 0 0 0 0,0 0 0 0 0,0 0 0 0 0,-1 1 0 0 0,0-1 0 0 0,0 0 0 0 0,-1 0 0 0 0,0 0 0 0 0,0 0 0 0 0,0-1 0 0 0,-7 13 0 0 0,0-3 0 0 0,0-1 0 0 0,-2 0 0 0 0,1-1 0 0 0,-2 0 0 0 0,0-1 0 0 0,0 0 0 0 0,-1-1 0 0 0,-1 0 0 0 0,0-1 0 0 0,0-1 0 0 0,-1 0 0 0 0,-18 8 0 0 0,12-7 0 0 0,0-2 0 0 0,-1 0 0 0 0,0-2 0 0 0,0 0 0 0 0,0-1 0 0 0,-1-2 0 0 0,0 0 0 0 0,-45 1 0 0 0,60-5-27 0 0,-1 0-1 0 0,1-1 1 0 0,0 0 0 0 0,-1-1-1 0 0,1 0 1 0 0,0 0-1 0 0,0-1 1 0 0,0 0 0 0 0,0 0-1 0 0,1-1 1 0 0,-1 0 0 0 0,1 0-1 0 0,0 0 1 0 0,0-1 0 0 0,1 0-1 0 0,-1-1 1 0 0,1 0-1 0 0,0 0 1 0 0,0 0 0 0 0,1-1-1 0 0,0 1 1 0 0,0-1 0 0 0,-4-8-1 0 0,1 0-2234 0 0,-11-20-4391 0 0,5 13-3167 0 0,4 7-1699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9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1366 2 18878 0 0,'-28'-1'15'0'0,"0"1"0"0"0,0 1 0 0 0,1 1 1 0 0,-1 2-1 0 0,0 1 0 0 0,1 1 0 0 0,0 1 1 0 0,0 1-1 0 0,1 2 0 0 0,-28 14 0 0 0,-11 10 385 0 0,1 3 1 0 0,-90 68-1 0 0,79-48 173 0 0,3 2 1 0 0,3 4-1 0 0,2 3 1 0 0,4 3-1 0 0,-95 132 0 0 0,124-151-267 0 0,3 0 0 0 0,2 3 0 0 0,2 0-1 0 0,3 1 1 0 0,2 2 0 0 0,2 0 0 0 0,3 1 0 0 0,2 1-1 0 0,3 1 1 0 0,-5 60 0 0 0,15-90-183 0 0,2 0 1 0 0,1 1 0 0 0,1-1-1 0 0,1 0 1 0 0,1 0-1 0 0,2-1 1 0 0,1 1 0 0 0,1-1-1 0 0,2-1 1 0 0,0 1-1 0 0,2-2 1 0 0,1 1 0 0 0,1-2-1 0 0,1 0 1 0 0,2-1-1 0 0,0 0 1 0 0,1-1 0 0 0,1-1-1 0 0,2-1 1 0 0,28 23-1 0 0,-6-9-30 0 0,1-1 0 0 0,1-3 0 0 0,2-2 0 0 0,1-2 0 0 0,2-2 0 0 0,0-2 0 0 0,1-2 0 0 0,1-3 0 0 0,76 17 0 0 0,-54-20-159 0 0,1-4 1 0 0,0-3-1 0 0,1-4 1 0 0,-1-2 0 0 0,1-4-1 0 0,107-17 1 0 0,-82 3-51 0 0,0-4 1 0 0,-1-5 0 0 0,-1-4 0 0 0,102-45-1 0 0,-152 52 115 0 0,0-2 0 0 0,-2-2-1 0 0,-1-1 1 0 0,-1-3-1 0 0,-1-2 1 0 0,-2-2-1 0 0,-1-1 1 0 0,-2-2-1 0 0,59-73 1 0 0,-76 78 53 0 0,-2 0-1 0 0,-1-1 1 0 0,-2-1-1 0 0,-1-1 1 0 0,-2 0-1 0 0,-1-1 1 0 0,-2 0-1 0 0,-2-1 1 0 0,-1-1-1 0 0,-1 1 1 0 0,0-39-1 0 0,-4 27-36 0 0,-3 0-1 0 0,-1-1 0 0 0,-3 1 1 0 0,-2 0-1 0 0,-2 1 0 0 0,-2 0 1 0 0,-3 0-1 0 0,-18-47 0 0 0,18 64-75 0 0,-1 0-1 0 0,-1 0 0 0 0,-2 2 0 0 0,0 0 0 0 0,-3 1 0 0 0,0 1 1 0 0,-29-30-1 0 0,29 37-102 0 0,0 2 0 0 0,-1 0 0 0 0,-1 2-1 0 0,-1 0 1 0 0,0 1 0 0 0,-1 2 0 0 0,0 0 0 0 0,-1 2 0 0 0,-36-12 0 0 0,9 9-587 0 0,-1 2 1 0 0,0 2-1 0 0,0 3 0 0 0,-1 2 0 0 0,0 2 1 0 0,-66 5-1 0 0,20 7-2436 0 0,0 4-1 0 0,-137 36 1 0 0,134-21-1532 0 0,12 4-2027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39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179 156 14157 0 0,'-3'-3'49'0'0,"-80"-79"2559"0"0,63 65-329 0 0,0 0 0 0 0,-31-18 0 0 0,49 34-1578 0 0,10 8-27 0 0,25 23-240 0 0,2-2-1 0 0,1-2 0 0 0,39 23 1 0 0,134 66 286 0 0,684 289 411 0 0,-168-84-2424 0 0,-456-189 579 0 0,383 180-675 0 0,-551-264 1408 0 0,82 36 4225 0 0,-127-61-1267 0 0,-22-7-9880 0 0,-32-14 3590 0 0,3 7-1867 0 0,-6-2-1763 0 0,-9 11-1317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0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331 189 16366 0 0,'4'-6'55'0'0,"0"1"1"0"0,1 0 0 0 0,-1 0 0 0 0,1 0 0 0 0,0 0 0 0 0,1 1 0 0 0,-1 0 0 0 0,1 0 0 0 0,0 0 0 0 0,0 1 0 0 0,0 0-1 0 0,0 0 1 0 0,1 1 0 0 0,9-3 0 0 0,-6 2 33 0 0,1 1 0 0 0,0 0 0 0 0,0 0 0 0 0,0 1 0 0 0,0 1 0 0 0,0 0 0 0 0,0 1-1 0 0,0 0 1 0 0,11 2 0 0 0,-14-1-12 0 0,-1-1 0 0 0,1 1 0 0 0,-1 1 0 0 0,0 0 0 0 0,0 0 0 0 0,0 0 0 0 0,0 1 0 0 0,-1 0 0 0 0,1 0 0 0 0,-1 1-1 0 0,0-1 1 0 0,10 12 0 0 0,-12-12-18 0 0,-1 0 0 0 0,0 1-1 0 0,0 0 1 0 0,-1-1-1 0 0,1 1 1 0 0,-1 0 0 0 0,0 0-1 0 0,0 1 1 0 0,-1-1-1 0 0,1 0 1 0 0,-1 1-1 0 0,-1-1 1 0 0,1 1 0 0 0,-1-1-1 0 0,0 0 1 0 0,0 1-1 0 0,0-1 1 0 0,-1 1 0 0 0,-1 8-1 0 0,-3 6 160 0 0,-1 0 0 0 0,-1 0-1 0 0,0 0 1 0 0,-2-1 0 0 0,0-1-1 0 0,-15 24 1 0 0,-82 100 1543 0 0,-2 6 953 0 0,104-142-2487 0 0,0 0 1 0 0,1 0-1 0 0,-1 1 1 0 0,1-1 0 0 0,0 1-1 0 0,1 0 1 0 0,0 0-1 0 0,0 0 1 0 0,0 0-1 0 0,0 14 1 0 0,2-17-153 0 0,1-1 1 0 0,0 0-1 0 0,0 0 1 0 0,0 1-1 0 0,0-1 1 0 0,0 0-1 0 0,1 0 1 0 0,-1 0-1 0 0,1 0 1 0 0,0 0-1 0 0,0-1 0 0 0,0 1 1 0 0,0 0-1 0 0,1-1 1 0 0,-1 0-1 0 0,1 1 1 0 0,-1-1-1 0 0,1 0 1 0 0,0 0-1 0 0,0-1 1 0 0,0 1-1 0 0,0-1 0 0 0,0 1 1 0 0,0-1-1 0 0,4 1 1 0 0,10 4-53 0 0,0-1 0 0 0,0-1 1 0 0,1-1-1 0 0,-1 0 0 0 0,1-1 1 0 0,0-1-1 0 0,0-1 0 0 0,-1 0 1 0 0,1-1-1 0 0,0-1 0 0 0,-1-1 0 0 0,1 0 1 0 0,-1-2-1 0 0,0 0 0 0 0,0-1 1 0 0,-1 0-1 0 0,22-12 0 0 0,-34 16 1 0 0,-1 0 0 0 0,1-1-1 0 0,-1 1 1 0 0,0-1 0 0 0,1 1 0 0 0,-1-1-1 0 0,-1 0 1 0 0,1 0 0 0 0,0 0-1 0 0,-1-1 1 0 0,1 1 0 0 0,-1-1 0 0 0,0 1-1 0 0,0-1 1 0 0,-1 0 0 0 0,1 0 0 0 0,-1 0-1 0 0,1 0 1 0 0,-1 0 0 0 0,-1 0-1 0 0,1 0 1 0 0,0 0 0 0 0,-1 0 0 0 0,0 0-1 0 0,0 0 1 0 0,0-1 0 0 0,-1 1 0 0 0,1 0-1 0 0,-1 0 1 0 0,0 0 0 0 0,0 0-1 0 0,0 0 1 0 0,-1 0 0 0 0,-2-4 0 0 0,-3-7 88 0 0,-1 0 1 0 0,-1 1-1 0 0,0 0 1 0 0,-1 1 0 0 0,0 0-1 0 0,-24-23 1 0 0,0 5-113 0 0,-2 2 0 0 0,0 1 0 0 0,-42-24 0 0 0,-123-59 0 0 0,117 67 0 0 0,-111-76 0 0 0,193 118 0 0 0,-1 0 0 0 0,0 0 0 0 0,1 0 0 0 0,-1 0 0 0 0,1 0 0 0 0,0 0 0 0 0,0-1 0 0 0,0 1 0 0 0,0-1 0 0 0,0 0 0 0 0,1 1 0 0 0,-1-1 0 0 0,1 0 0 0 0,-1 0 0 0 0,1 0 0 0 0,-1-6 0 0 0,2 7 0 0 0,0 0 0 0 0,0-1 0 0 0,0 1 0 0 0,1-1 0 0 0,0 1 0 0 0,-1 0 0 0 0,1 0 0 0 0,0-1 0 0 0,0 1 0 0 0,0 0 0 0 0,0 0 0 0 0,0 0 0 0 0,1 0 0 0 0,-1 0 0 0 0,0 0 0 0 0,1 0 0 0 0,0 0 0 0 0,-1 1 0 0 0,1-1 0 0 0,0 1 0 0 0,0-1 0 0 0,4-1 0 0 0,15-10-452 0 0,0 0 0 0 0,1 2 0 0 0,1 0-1 0 0,0 2 1 0 0,0 0 0 0 0,1 2 0 0 0,0 0 0 0 0,1 2 0 0 0,37-4 0 0 0,-1 4-1958 0 0,0 3 1 0 0,112 9 0 0 0,-78 5-5154 0 0,-1 4-4036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0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0 158 18718 0 0,'0'-4'-51'0'0,"1"-1"0"0"0,-1 0 0 0 0,1 1 0 0 0,0-1 0 0 0,0 1 0 0 0,0-1 1 0 0,1 1-1 0 0,-1 0 0 0 0,1-1 0 0 0,0 1 0 0 0,1 0 0 0 0,-1 0 0 0 0,1 1 0 0 0,-1-1 1 0 0,6-5-1 0 0,-1 2 75 0 0,0 1 1 0 0,1 0-1 0 0,-1 0 1 0 0,1 1 0 0 0,0 0-1 0 0,0 0 1 0 0,13-4-1 0 0,-2 2 181 0 0,0 0 0 0 0,1 1 0 0 0,0 2-1 0 0,0 0 1 0 0,0 1 0 0 0,34-1 0 0 0,-43 4-110 0 0,1 1 1 0 0,-1 0-1 0 0,0 1 1 0 0,0 0 0 0 0,0 1-1 0 0,0 1 1 0 0,0-1-1 0 0,-1 2 1 0 0,1-1-1 0 0,-1 1 1 0 0,0 1-1 0 0,-1 0 1 0 0,13 10-1 0 0,-17-12 6 0 0,0 0-1 0 0,-1 0 0 0 0,0 0 1 0 0,0 1-1 0 0,0 0 0 0 0,0 0 1 0 0,-1 0-1 0 0,0 0 0 0 0,0 0 1 0 0,0 1-1 0 0,-1-1 0 0 0,1 1 1 0 0,-1 0-1 0 0,-1-1 0 0 0,1 1 1 0 0,-1 0-1 0 0,0 0 0 0 0,0 0 1 0 0,-1 0-1 0 0,0 0 0 0 0,0 1 1 0 0,0-1-1 0 0,-1 0 0 0 0,0 0 1 0 0,0 0-1 0 0,-4 10 0 0 0,-3 8 318 0 0,-2 0 1 0 0,-1-1-1 0 0,-1 0 0 0 0,-1-1 0 0 0,-1 0 1 0 0,-20 23-1 0 0,-110 110 4084 0 0,22-28-2745 0 0,119-124-1757 0 0,0 0 0 0 0,1 0 0 0 0,-1 1 0 0 0,0-1 0 0 0,1 1 0 0 0,0 0 0 0 0,0-1 0 0 0,0 1 0 0 0,0 0 0 0 0,1 0 0 0 0,-1 0 0 0 0,1 1 0 0 0,0-1 0 0 0,0 0 0 0 0,1 0 0 0 0,-1 6 0 0 0,2-8 0 0 0,0 1 0 0 0,0 0 0 0 0,0-1 0 0 0,0 1 0 0 0,0-1 0 0 0,1 1 0 0 0,-1-1 0 0 0,1 0 0 0 0,-1 1 0 0 0,1-1 0 0 0,0 0 0 0 0,0 0 0 0 0,0 0 0 0 0,0 0 0 0 0,1-1 0 0 0,-1 1 0 0 0,0 0 0 0 0,1-1 0 0 0,-1 0 0 0 0,1 0 0 0 0,-1 0 0 0 0,1 0 0 0 0,0 0 0 0 0,5 1 0 0 0,3 1 6 0 0,1 0 0 0 0,0-1 0 0 0,0-1-1 0 0,0 0 1 0 0,0-1 0 0 0,0 0 0 0 0,0 0 0 0 0,0-2 0 0 0,18-3-1 0 0,11-4-151 0 0,52-20 1 0 0,-35 7-2509 0 0,-2-3 1 0 0,76-44-1 0 0,20-29-8956 0 0,-82 46 503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1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2067 1 18526 0 0,'-101'12'4'0'0,"0"5"0"0"0,2 4 0 0 0,0 4 0 0 0,2 4 0 0 0,-177 81 0 0 0,141-44 752 0 0,3 6 1 0 0,3 5-1 0 0,-153 124 1 0 0,216-149-227 0 0,2 3-1 0 0,3 2 1 0 0,2 3-1 0 0,3 2 1 0 0,-61 93-1 0 0,85-108-200 0 0,2 1-1 0 0,2 1 0 0 0,2 1 1 0 0,2 1-1 0 0,2 1 0 0 0,3 1 1 0 0,2 1-1 0 0,-11 83 1 0 0,22-105-152 0 0,2 1 1 0 0,2-1 0 0 0,1 1-1 0 0,1-1 1 0 0,2 1 0 0 0,1-1 0 0 0,1-1-1 0 0,19 55 1 0 0,-10-49-47 0 0,1-1 0 0 0,1-1 0 0 0,2 0 0 0 0,2-1 0 0 0,1-1 0 0 0,40 45 0 0 0,-17-31-229 0 0,1-2 0 0 0,3-1 0 0 0,2-3-1 0 0,1-2 1 0 0,2-3 0 0 0,2-1-1 0 0,1-4 1 0 0,89 37 0 0 0,-77-42-336 0 0,2-3 0 0 0,0-3-1 0 0,2-4 1 0 0,0-2 0 0 0,1-4 0 0 0,0-3 0 0 0,0-3 0 0 0,0-3 0 0 0,0-4 0 0 0,81-12 0 0 0,-78 2 107 0 0,0-2 0 0 0,-1-4 0 0 0,-1-4 0 0 0,-1-2 1 0 0,-1-4-1 0 0,-1-3 0 0 0,-2-3 0 0 0,-2-3 0 0 0,93-68 0 0 0,-108 63 283 0 0,-2-2-1 0 0,-3-2 1 0 0,-1-2-1 0 0,-2-2 1 0 0,-3-2-1 0 0,66-109 1 0 0,-66 87 64 0 0,-3-1 1 0 0,-4-2 0 0 0,-3-1 0 0 0,-3-2 0 0 0,18-86 0 0 0,-34 108-14 0 0,-2-1 0 0 0,-3 0 1 0 0,-2 0-1 0 0,-3-1 0 0 0,-3 0 1 0 0,-9-80-1 0 0,5 111-6 0 0,-1 1-1 0 0,-2 0 1 0 0,-1 0-1 0 0,-1 1 1 0 0,-1 0-1 0 0,-1 1 1 0 0,-2 0 0 0 0,-1 0-1 0 0,0 2 1 0 0,-3 0-1 0 0,0 0 1 0 0,-1 2-1 0 0,-1 0 1 0 0,-43-38 0 0 0,36 40-5 0 0,-2 2-1 0 0,-1 1 1 0 0,0 1 0 0 0,-1 1 0 0 0,-1 2 0 0 0,0 1 0 0 0,-1 2 0 0 0,0 1 0 0 0,-1 1 0 0 0,0 2-1 0 0,-51-5 1 0 0,7 6-83 0 0,0 4-1 0 0,0 2 0 0 0,-152 23 1 0 0,91 1-684 0 0,2 6 1 0 0,1 6 0 0 0,1 6 0 0 0,-136 64-1 0 0,133-42-1915 0 0,3 5 0 0 0,3 7 0 0 0,-194 147 0 0 0,193-116-1633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3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1 216 9001 0 0,'0'-27'1202'0'0,"1"0"1"0"0,1 0-1 0 0,1 0 1 0 0,13-47-1 0 0,-16 71-839 0 0,0 1-1 0 0,1 0 1 0 0,-1 0-1 0 0,1 0 1 0 0,-1 0-1 0 0,1 0 1 0 0,0 0-1 0 0,0 0 1 0 0,0 0-1 0 0,0 0 1 0 0,0 0-1 0 0,0 0 1 0 0,1 1-1 0 0,-1-1 1 0 0,3-2-1 0 0,-3 5-241 0 0,1 1 0 0 0,-1-1 0 0 0,1 0 0 0 0,-1 0 0 0 0,1 1 0 0 0,-1-1 0 0 0,0 1 0 0 0,0 0 0 0 0,0-1 0 0 0,0 1 0 0 0,0 0 0 0 0,0-1 0 0 0,0 1 0 0 0,-1 0 0 0 0,2 3 0 0 0,5 13 379 0 0,0 1-1 0 0,-1-1 1 0 0,5 26-1 0 0,4 14 341 0 0,119 384 3787 0 0,-109-367-3956 0 0,-4-15-89 0 0,-2 2 0 0 0,14 84-1 0 0,-33-142-1041 0 0,0-1 0 0 0,0 1 0 0 0,-1-1 0 0 0,1 1 0 0 0,-1-1 0 0 0,0 1 0 0 0,0-1 0 0 0,0 0 0 0 0,0 0 0 0 0,0 1 0 0 0,-1-1 0 0 0,0 0 0 0 0,0 0 0 0 0,0 0-1 0 0,-4 4 1 0 0,-43 45-6452 0 0,26-30 4561 0 0,-14 17-3365 0 0,-2 2-2718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3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78 14609 0 0,'-3'-20'-348'0'0,"3"0"32"0"0,-3 8 20 0 0,-1 1-36 0 0,4-4-612 0 0,-6 53-9573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3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49 7553 0 0,'-3'-37'5914'0'0,"3"25"1436"0"0,-1 19-3189 0 0,-2 42-1788 0 0,-2 31-345 0 0,-20 176 1360 0 0,24-251-3787 0 0,1 23-9221 0 0,0-28 9361 0 0,1 1-1 0 0,-1 0 0 0 0,0-1 0 0 0,1 1 0 0 0,-1-1 0 0 0,0 1 1 0 0,1-1-1 0 0,-1 1 0 0 0,1-1 0 0 0,-1 1 0 0 0,1-1 0 0 0,-1 0 1 0 0,1 1-1 0 0,-1-1 0 0 0,1 0 0 0 0,0 1 0 0 0,-1-1 0 0 0,1 0 1 0 0,-1 0-1 0 0,1 1 0 0 0,0-1 0 0 0,-1 0 0 0 0,1 0 0 0 0,0 0 1 0 0,-1 0-1 0 0,1 0 0 0 0,-1 0 0 0 0,1 0 0 0 0,0 0 0 0 0,-1 0 1 0 0,1 0-1 0 0,0 0 0 0 0,-1 0 0 0 0,1-1 0 0 0,0 1 0 0 0,-1 0 1 0 0,1 0-1 0 0,-1-1 0 0 0,1 1 0 0 0,-1 0 0 0 0,1-1 0 0 0,-1 1 1 0 0,2-1-1 0 0,24-11-9200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4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22 17114 0 0,'-1'-7'289'0'0,"-1"-6"-506"0"0,2 14 271 0 0,0-1-1 0 0,0 0 0 0 0,0 0 1 0 0,0 0-1 0 0,-1 0 0 0 0,1 0 1 0 0,0 0-1 0 0,0 0 1 0 0,0 0-1 0 0,0 0 0 0 0,0 0 1 0 0,0 0-1 0 0,0 0 1 0 0,0 1-1 0 0,0-1 0 0 0,0 0 1 0 0,0 0-1 0 0,-1 0 1 0 0,1 0-1 0 0,0 0 0 0 0,0 0 1 0 0,0 0-1 0 0,0 0 0 0 0,0 0 1 0 0,0 0-1 0 0,0 0 1 0 0,0 0-1 0 0,-1 0 0 0 0,1 0 1 0 0,0 0-1 0 0,0 0 1 0 0,0 0-1 0 0,0 0 0 0 0,0 0 1 0 0,0 0-1 0 0,0 0 0 0 0,0 0 1 0 0,-1 0-1 0 0,1-1 1 0 0,0 1-1 0 0,0 0 0 0 0,0 0 1 0 0,0 0-1 0 0,0 0 1 0 0,0 0-1 0 0,0 0 0 0 0,0 0 1 0 0,0 0-1 0 0,0 0 1 0 0,0 0-1 0 0,0 0 0 0 0,0 0 1 0 0,-1-1-1 0 0,1 1 0 0 0,0 0 1 0 0,0 0-1 0 0,0 0 1 0 0,0 0-1 0 0,0 0 0 0 0,0 0 1 0 0,0 0-1 0 0,0 0 1 0 0,0-1-1 0 0,0 1 0 0 0,0 0 1 0 0,0 0-1 0 0,0 0 0 0 0,0 0 1 0 0,0 0-1 0 0,-11 20 522 0 0,1 0 0 0 0,1 1 0 0 0,0 1 0 0 0,2 0 0 0 0,-6 23 0 0 0,-20 127 1638 0 0,16-71-1615 0 0,14-87-871 0 0,-8 35-954 0 0,-1-20-3424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4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1226 31 13081 0 0,'-27'-8'162'0'0,"-1"1"0"0"0,-1 2 1 0 0,1 0-1 0 0,-1 2 0 0 0,0 1 0 0 0,0 2 0 0 0,0 1 0 0 0,-45 6 0 0 0,36 0 216 0 0,0 2 0 0 0,1 1 0 0 0,0 2 0 0 0,0 2 0 0 0,-64 34 0 0 0,51-19 183 0 0,2 2-1 0 0,0 3 1 0 0,2 2-1 0 0,2 1 1 0 0,2 3 0 0 0,1 1-1 0 0,2 2 1 0 0,-52 75-1 0 0,65-80-145 0 0,3 0-1 0 0,1 2 1 0 0,2 0-1 0 0,1 1 1 0 0,3 2-1 0 0,1-1 1 0 0,2 2-1 0 0,2-1 1 0 0,-5 47-1 0 0,13-64-223 0 0,1 0 0 0 0,2 0 1 0 0,0 0-1 0 0,1 0 0 0 0,2 0 0 0 0,1 0 0 0 0,1-1 0 0 0,1 0 0 0 0,1 1 0 0 0,1-2 0 0 0,1 1 0 0 0,1-1 1 0 0,2-1-1 0 0,0 0 0 0 0,1-1 0 0 0,2 0 0 0 0,17 20 0 0 0,-14-21-78 0 0,2 0 1 0 0,0-2-1 0 0,1 0 1 0 0,1-1-1 0 0,1-2 1 0 0,1 0-1 0 0,0-1 1 0 0,1-2-1 0 0,41 17 0 0 0,-29-17-62 0 0,0-2-1 0 0,1-1 0 0 0,0-2 0 0 0,0-2 0 0 0,0-1 0 0 0,56-1 0 0 0,-27-7-41 0 0,0-2-1 0 0,-1-3 0 0 0,0-4 0 0 0,-1-2 1 0 0,0-3-1 0 0,-1-3 0 0 0,114-52 1 0 0,-139 52 9 0 0,-1-2 0 0 0,-2-1 1 0 0,0-2-1 0 0,-1-1 1 0 0,-2-2-1 0 0,0-2 1 0 0,-3 0-1 0 0,0-2 0 0 0,-2-2 1 0 0,-1 0-1 0 0,-2-2 1 0 0,-2-1-1 0 0,30-62 1 0 0,-37 65-11 0 0,-1 0 0 0 0,-2-1 0 0 0,-2 0 0 0 0,-1-1 0 0 0,-2-1 0 0 0,-1 1 0 0 0,-2-1 0 0 0,-2 0 0 0 0,-1 0 0 0 0,-2-1 0 0 0,-1 1 0 0 0,-2 0 1 0 0,-2 0-1 0 0,-1 0 0 0 0,-2 1 0 0 0,-14-40 0 0 0,14 56-24 0 0,0 1-1 0 0,-1 1 1 0 0,-1 0 0 0 0,-1 0 0 0 0,0 1-1 0 0,-1 0 1 0 0,-1 1 0 0 0,-1 0-1 0 0,0 2 1 0 0,-1-1 0 0 0,-1 2 0 0 0,0 0-1 0 0,0 0 1 0 0,-2 2 0 0 0,1 0 0 0 0,-23-9-1 0 0,8 6-196 0 0,-1 2-1 0 0,-1 1 1 0 0,0 1-1 0 0,0 2 1 0 0,-1 2-1 0 0,0 1 1 0 0,0 1-1 0 0,-60 3 1 0 0,21 4-1232 0 0,0 4 0 0 0,0 2 0 0 0,2 4 0 0 0,-125 39 0 0 0,139-32-1595 0 0,2 3-1 0 0,0 2 1 0 0,-75 47-1 0 0,50-19-4903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5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1392 72 14017 0 0,'2'-3'79'0'0,"-1"-1"-1"0"0,1 1 0 0 0,-1-1 1 0 0,0 0-1 0 0,0 0 1 0 0,-1 1-1 0 0,1-1 0 0 0,-1 0 1 0 0,0 0-1 0 0,0 0 0 0 0,0 0 1 0 0,0 0-1 0 0,-1 1 1 0 0,0-1-1 0 0,-1-6 0 0 0,1 9-32 0 0,0 1-1 0 0,1-1 0 0 0,-1 1 0 0 0,1-1 0 0 0,-1 1 1 0 0,0-1-1 0 0,0 1 0 0 0,1 0 0 0 0,-1-1 0 0 0,0 1 1 0 0,1 0-1 0 0,-1 0 0 0 0,0-1 0 0 0,0 1 1 0 0,0 0-1 0 0,1 0 0 0 0,-1 0 0 0 0,0 0 0 0 0,0 0 1 0 0,0 0-1 0 0,1 0 0 0 0,-1 0 0 0 0,0 1 0 0 0,0-1 1 0 0,1 0-1 0 0,-1 0 0 0 0,0 1 0 0 0,0-1 0 0 0,1 0 1 0 0,-2 1-1 0 0,-24 11 495 0 0,-28 24 565 0 0,2 3 0 0 0,-93 88 0 0 0,116-101-793 0 0,-350 330 4283 0 0,33 28 623 0 0,290-306-4423 0 0,31-42-355 0 0,-1-2-1 0 0,-43 45 1 0 0,18-39-7171 0 0,43-35 5050 0 0,0 0-1 0 0,1 0 0 0 0,0 1 0 0 0,0 0 0 0 0,-8 10 0 0 0,-13 19-4011 0 0,-6 8-2703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6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15 16914 0 0,'-3'-11'590'0'0,"1"8"8"0"0,-1 10 3064 0 0,-106 676 7207 0 0,57-424-11484 0 0,56-257-5030 0 0,14-15 2931 0 0,17-18 793 0 0,68-75-2346 0 0,77-73-988 0 0,-108 116 1400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6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45 340 10637 0 0,'16'-12'-75'0'0,"85"-59"-747"0"0,-89 64 1003 0 0,1 0 0 0 0,0 0 0 0 0,1 1 1 0 0,-1 1-1 0 0,1 0 0 0 0,18-4 0 0 0,-30 9 650 0 0,1 1-639 0 0,-1 1-1 0 0,1 1 1 0 0,-1-1 0 0 0,0 0-1 0 0,0 0 1 0 0,0 1-1 0 0,0-1 1 0 0,-1 1 0 0 0,1-1-1 0 0,-1 1 1 0 0,1 0-1 0 0,-1 0 1 0 0,0 0 0 0 0,0 0-1 0 0,0 0 1 0 0,-1 0-1 0 0,1 0 1 0 0,-1 0 0 0 0,1 0-1 0 0,-1 0 1 0 0,0 0-1 0 0,0 0 1 0 0,0 0 0 0 0,-1 0-1 0 0,1 0 1 0 0,-1 0 0 0 0,0 0-1 0 0,0 0 1 0 0,0 0-1 0 0,-2 5 1 0 0,-12 29 1966 0 0,-23 45 0 0 0,25-59-1081 0 0,1 1-1 0 0,1 1 1 0 0,1 0 0 0 0,2 0 0 0 0,-9 40-1 0 0,16-60-987 0 0,1 0 0 0 0,0-1-1 0 0,-1 1 1 0 0,1 0 0 0 0,1-1 0 0 0,-1 1-1 0 0,1 0 1 0 0,0-1 0 0 0,0 1-1 0 0,0-1 1 0 0,1 1 0 0 0,-1-1-1 0 0,1 0 1 0 0,0 1 0 0 0,1-1 0 0 0,-1 0-1 0 0,1 0 1 0 0,-1-1 0 0 0,1 1-1 0 0,0 0 1 0 0,0-1 0 0 0,1 0 0 0 0,-1 0-1 0 0,1 0 1 0 0,5 4 0 0 0,0-3 47 0 0,0 1 0 0 0,1-1 0 0 0,-1-1 0 0 0,1 0 0 0 0,0 0 0 0 0,0-1 0 0 0,0 0 0 0 0,1-1 1 0 0,-1 0-1 0 0,0-1 0 0 0,0 0 0 0 0,1 0 0 0 0,18-4 0 0 0,-26 4-136 0 0,-1-1 0 0 0,1 1 0 0 0,0-1 0 0 0,-1 1 0 0 0,1-1 0 0 0,-1 0 0 0 0,1 0 0 0 0,-1 0 0 0 0,1 0 0 0 0,-1 0 0 0 0,0 0 0 0 0,1-1 0 0 0,-1 1 0 0 0,0-1 0 0 0,0 0 0 0 0,3-3 0 0 0,-4 3 0 0 0,-1 0 0 0 0,1 0 0 0 0,0 0 0 0 0,-1 0 0 0 0,0 0 0 0 0,1 0 0 0 0,-1 0 0 0 0,0 0 0 0 0,0 0 0 0 0,0 0 0 0 0,0 0 0 0 0,-1 0 0 0 0,1 0 0 0 0,0 0 0 0 0,-1 0 0 0 0,0 0 0 0 0,1 0 0 0 0,-1 1 0 0 0,0-1 0 0 0,0 0 0 0 0,0 0 0 0 0,0 0 0 0 0,0 1 0 0 0,0-1 0 0 0,-1 1 0 0 0,-1-3 0 0 0,-42-51 0 0 0,-2 1 0 0 0,-90-79 0 0 0,98 97 0 0 0,7 7 0 0 0,18 18 0 0 0,1 0 0 0 0,0-1 0 0 0,1-1 0 0 0,0 0 0 0 0,1-1 0 0 0,1 0 0 0 0,-10-17 0 0 0,19 29 0 0 0,0-1 0 0 0,0 1 0 0 0,0-1 0 0 0,0 0 0 0 0,0 1 0 0 0,1-1 0 0 0,-1 0 0 0 0,1 0 0 0 0,0 1 0 0 0,0-1 0 0 0,0 0 0 0 0,0 0 0 0 0,0 0 0 0 0,1 1 0 0 0,-1-1 0 0 0,1 0 0 0 0,0 1 0 0 0,0-1 0 0 0,2-4 0 0 0,0 1 0 0 0,1 1 0 0 0,-1 0 0 0 0,1 0 0 0 0,0 1 0 0 0,0-1 0 0 0,1 1 0 0 0,-1 0 0 0 0,10-6 0 0 0,5-3 0 0 0,2 1 0 0 0,0 1 0 0 0,37-13 0 0 0,74-17-3181 0 0,-80 30 386 0 0,1 1 0 0 0,1 3 0 0 0,-1 3 0 0 0,64 2 0 0 0,-84 5-2776 0 0,-1 2-2613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6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1067 0 15605 0 0,'-26'1'174'0'0,"0"0"0"0"0,0 1 0 0 0,0 2 0 0 0,0 0 0 0 0,1 2-1 0 0,0 1 1 0 0,0 1 0 0 0,0 1 0 0 0,1 1 0 0 0,0 1-1 0 0,-39 26 1 0 0,12-3 461 0 0,2 2 0 0 0,2 2-1 0 0,-84 85 1 0 0,77-63 27 0 0,3 2-1 0 0,3 3 1 0 0,2 1 0 0 0,3 2 0 0 0,4 2 0 0 0,2 2 0 0 0,-43 120-1 0 0,68-154-354 0 0,2 0-1 0 0,1 0 0 0 0,2 1 0 0 0,2-1 0 0 0,1 2 1 0 0,2-1-1 0 0,1 0 0 0 0,6 43 0 0 0,-1-54-143 0 0,0-1 0 0 0,2 0 0 0 0,0 0 0 0 0,2-1 0 0 0,1 1 0 0 0,2-2 0 0 0,0 1 0 0 0,1-2-1 0 0,2 0 1 0 0,0 0 0 0 0,2-1 0 0 0,22 26 0 0 0,-13-23-51 0 0,1-1 0 0 0,1-1 0 0 0,1-1 0 0 0,2-2 0 0 0,0-1 0 0 0,0-1 0 0 0,2-1 0 0 0,1-2 0 0 0,0-1 0 0 0,0-2-1 0 0,36 9 1 0 0,-13-9-66 0 0,0-2-1 0 0,0-2 0 0 0,1-3 0 0 0,0-2 0 0 0,0-3 0 0 0,86-9 1 0 0,-39-4-132 0 0,-2-4 1 0 0,0-5 0 0 0,131-44-1 0 0,-172 44 26 0 0,-2-3 0 0 0,0-2 0 0 0,-2-3 0 0 0,-1-2 0 0 0,-2-3 0 0 0,86-68 0 0 0,-123 87 62 0 0,-1-1 1 0 0,0 0-1 0 0,-1-1 0 0 0,-1-1 0 0 0,0 0 0 0 0,-1-1 0 0 0,-1-1 1 0 0,-1 1-1 0 0,-1-2 0 0 0,-1 0 0 0 0,11-34 0 0 0,-14 26 10 0 0,0 1-1 0 0,-2-1 1 0 0,-1-1-1 0 0,-1 1 0 0 0,-2 0 1 0 0,-1-1-1 0 0,-1 1 0 0 0,-10-45 1 0 0,-3 9-76 0 0,-3 1 1 0 0,-2 1-1 0 0,-3 1 0 0 0,-3 1 1 0 0,-3 1-1 0 0,-2 2 1 0 0,-3 0-1 0 0,-2 3 0 0 0,-3 1 1 0 0,-2 2-1 0 0,-2 1 0 0 0,-3 3 1 0 0,-96-81-1 0 0,114 109-170 0 0,-1 2-1 0 0,0 0 1 0 0,-1 2-1 0 0,-1 2 1 0 0,0 0 0 0 0,-1 3-1 0 0,0 0 1 0 0,-1 2-1 0 0,0 1 1 0 0,-62-6-1 0 0,55 12-883 0 0,0 1-1 0 0,1 2 0 0 0,-1 2 0 0 0,1 2 0 0 0,-1 1 0 0 0,1 2 0 0 0,1 1 0 0 0,-67 27 0 0 0,90-29-991 0 0,-1 0 0 0 0,2 1-1 0 0,-26 18 1 0 0,18-11-5478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7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93 14889 0 0,'-48'-45'675'0'0,"5"-3"4263"0"0,58 74-772 0 0,17 48-2725 0 0,8 14-680 0 0,25 38 308 0 0,7-3-1 0 0,103 135 1 0 0,198 209 794 0 0,-123-161-1075 0 0,-170-204-778 0 0,-5 4 0 0 0,-5 3 0 0 0,69 145 0 0 0,-109-191-10 0 0,-18-47 0 0 0,-11-15-251 0 0,-1 0 1 0 0,1 0-1 0 0,0 0 1 0 0,-1 0-1 0 0,1-1 1 0 0,-1 1-1 0 0,1 0 0 0 0,-1 0 1 0 0,1 0-1 0 0,-1 0 1 0 0,0 0-1 0 0,0 0 1 0 0,1 0-1 0 0,-1 0 0 0 0,0 0 1 0 0,0 0-1 0 0,0 0 1 0 0,0 0-1 0 0,0 0 1 0 0,0 0-1 0 0,-1 0 0 0 0,1 0 1 0 0,0 0-1 0 0,0 0 1 0 0,-1 0-1 0 0,1 0 1 0 0,0 0-1 0 0,-1 0 0 0 0,1 0 1 0 0,-1 0-1 0 0,0 0 1 0 0,1 0-1 0 0,-1 0 1 0 0,0-1-1 0 0,1 1 0 0 0,-1 0 1 0 0,-1 0-1 0 0,0 2-1801 0 0,-9 12-5579 0 0,-1-1-4075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7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81 21818 0 0,'-11'-9'79'0'0,"8"7"8"0"0,1-1 0 0 0,-1 1 0 0 0,0 0-1 0 0,1 0 1 0 0,-1-1 0 0 0,1 0 0 0 0,0 1 0 0 0,0-1 0 0 0,-3-5 0 0 0,5 7-51 0 0,1 0 0 0 0,-1 0 0 0 0,0 0-1 0 0,1 0 1 0 0,-1 1 0 0 0,0-1 0 0 0,1 0 0 0 0,-1 0-1 0 0,1 0 1 0 0,-1 1 0 0 0,1-1 0 0 0,-1 0 0 0 0,1 1-1 0 0,0-1 1 0 0,-1 0 0 0 0,1 1 0 0 0,0-1 0 0 0,-1 1-1 0 0,1-1 1 0 0,0 1 0 0 0,0-1 0 0 0,0 1 0 0 0,0-1-1 0 0,21-9 422 0 0,-9 6-305 0 0,1 1-1 0 0,0 0 0 0 0,0 1 1 0 0,0 1-1 0 0,0 0 0 0 0,1 1 1 0 0,-1 0-1 0 0,0 1 1 0 0,0 1-1 0 0,0 0 0 0 0,0 1 1 0 0,0 0-1 0 0,0 1 0 0 0,-1 1 1 0 0,22 10-1 0 0,-28-12-61 0 0,0 1 0 0 0,-1 0 0 0 0,1 0-1 0 0,-1 0 1 0 0,0 1 0 0 0,0-1 0 0 0,0 2 0 0 0,0-1 0 0 0,-1 1-1 0 0,0-1 1 0 0,0 1 0 0 0,-1 1 0 0 0,0-1 0 0 0,0 1-1 0 0,0-1 1 0 0,-1 1 0 0 0,0 0 0 0 0,0 1 0 0 0,-1-1 0 0 0,1 0-1 0 0,-2 1 1 0 0,1-1 0 0 0,-1 1 0 0 0,0 0 0 0 0,-1-1-1 0 0,0 1 1 0 0,0 0 0 0 0,-1-1 0 0 0,-2 14 0 0 0,-2 0 137 0 0,-2-1 1 0 0,0 1-1 0 0,-1-1 0 0 0,-1-1 1 0 0,-1 0-1 0 0,-18 27 1 0 0,-85 101 1569 0 0,75-101-1618 0 0,35-43-179 0 0,1 0 0 0 0,0 0 0 0 0,0-1 0 0 0,0 1 0 0 0,1 0 0 0 0,-1 1 0 0 0,1-1 0 0 0,0 0 0 0 0,0 0 0 0 0,0 1 0 0 0,-1 4 0 0 0,2-5 0 0 0,0 1 0 0 0,0-1 0 0 0,0 1 0 0 0,1-1 0 0 0,0 1 0 0 0,-1-1 0 0 0,1 1 0 0 0,1-1 0 0 0,-1 1 0 0 0,0-1 0 0 0,1 0 0 0 0,0 0 0 0 0,-1 0 0 0 0,1 0 0 0 0,0 0 0 0 0,1 0 0 0 0,-1 0 0 0 0,0-1 0 0 0,1 1 0 0 0,0-1 0 0 0,-1 0 0 0 0,7 4 0 0 0,2 3 0 0 0,32 32 0 0 0,-25-26 0 0 0,0 1 0 0 0,-2 1 0 0 0,0 1 0 0 0,19 27 0 0 0,-31-40 0 0 0,-1 1 0 0 0,0 0 0 0 0,0 0 0 0 0,-1 0 0 0 0,1 0 0 0 0,-1 0 0 0 0,-1 0 0 0 0,1 1 0 0 0,-1-1 0 0 0,0 1 0 0 0,-1-1 0 0 0,1 1 0 0 0,-1-1 0 0 0,-1 1 0 0 0,1-1 0 0 0,-1 1 0 0 0,0-1 0 0 0,0 0 0 0 0,-1 1 0 0 0,-4 9 0 0 0,2-6-16 0 0,0-1 0 0 0,0 1 0 0 0,-1-1 0 0 0,0-1 0 0 0,-1 1 0 0 0,0-1 0 0 0,0 0 0 0 0,-1 0 0 0 0,0 0 1 0 0,0-1-1 0 0,-1 0 0 0 0,0-1 0 0 0,0 0 0 0 0,-1 0 0 0 0,1-1 0 0 0,-1 0 0 0 0,0 0 0 0 0,-1-1 0 0 0,1 0 0 0 0,-1-1 0 0 0,0 0 0 0 0,0 0 0 0 0,0-1 0 0 0,0 0 0 0 0,0-1 0 0 0,0 0 0 0 0,0-1 0 0 0,-1 0 1 0 0,1-1-1 0 0,0 0 0 0 0,0 0 0 0 0,0-1 0 0 0,0-1 0 0 0,0 1 0 0 0,0-2 0 0 0,-16-7 0 0 0,-19-13-5895 0 0,43 22 4947 0 0,0 1 0 0 0,0-1 0 0 0,0 0 0 0 0,0 0 0 0 0,0 0 0 0 0,1 0 0 0 0,-1 0 0 0 0,1 0 0 0 0,-1 0-1 0 0,0-3 1 0 0,-1-15-12841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8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147 155 22318 0 0,'6'-12'82'0'0,"1"1"0"0"0,0 1-1 0 0,0-1 1 0 0,1 1 0 0 0,0 1 0 0 0,1-1-1 0 0,0 2 1 0 0,1-1 0 0 0,-1 1 0 0 0,2 0-1 0 0,-1 1 1 0 0,22-11 0 0 0,-23 14 17 0 0,-1 0 1 0 0,0 1-1 0 0,1 0 1 0 0,0 1-1 0 0,0-1 1 0 0,0 2-1 0 0,0-1 1 0 0,0 1-1 0 0,0 1 1 0 0,0 0-1 0 0,0 0 1 0 0,0 0-1 0 0,0 1 1 0 0,0 1-1 0 0,0 0 1 0 0,0 0-1 0 0,0 0 0 0 0,14 7 1 0 0,-18-6-42 0 0,0-1 0 0 0,0 1 0 0 0,-1 0 0 0 0,0 1 1 0 0,1-1-1 0 0,-1 1 0 0 0,0 0 0 0 0,-1-1 0 0 0,1 2 0 0 0,-1-1 0 0 0,1 0 0 0 0,-1 1 0 0 0,-1 0 1 0 0,1-1-1 0 0,-1 1 0 0 0,1 0 0 0 0,-1 0 0 0 0,-1 1 0 0 0,1-1 0 0 0,-1 0 0 0 0,0 0 0 0 0,0 1 1 0 0,-1-1-1 0 0,1 1 0 0 0,-1-1 0 0 0,0 1 0 0 0,-1-1 0 0 0,0 7 0 0 0,-4 15 355 0 0,-1 0-1 0 0,-1-1 1 0 0,-1 0-1 0 0,-15 35 0 0 0,13-36-63 0 0,-5 13 273 0 0,2 0 0 0 0,-10 48 0 0 0,21-71-469 0 0,0 0 1 0 0,1 0-1 0 0,0 0 1 0 0,1 0-1 0 0,1 0 0 0 0,0 0 1 0 0,1 0-1 0 0,1 0 1 0 0,5 16-1 0 0,9 19-153 0 0,-9-28 0 0 0,-1 0 0 0 0,5 31 0 0 0,-11-46 0 0 0,0 0 0 0 0,0 1 0 0 0,-1-1 0 0 0,0 0 0 0 0,-1 1 0 0 0,0-1 0 0 0,0 0 0 0 0,0 1 0 0 0,-1-1 0 0 0,0 0 0 0 0,-5 11 0 0 0,1-5 0 0 0,-2 0 0 0 0,0-1 0 0 0,0 0 0 0 0,-1 0 0 0 0,-1-1 0 0 0,0 0 0 0 0,0 0 0 0 0,-1-1 0 0 0,-1-1 0 0 0,0 0 0 0 0,0 0 0 0 0,0-1 0 0 0,-20 9 0 0 0,21-12 0 0 0,0 0 0 0 0,-1 0 0 0 0,1-1 0 0 0,-1-1 0 0 0,0 0 0 0 0,0-1 0 0 0,0 0 0 0 0,-1 0 0 0 0,1-1 0 0 0,0-1 0 0 0,-1 0 0 0 0,1-1 0 0 0,0 0 0 0 0,0-1 0 0 0,0-1 0 0 0,-20-6 0 0 0,27 8-425 0 0,0-2 0 0 0,1 1 0 0 0,-1 0 0 0 0,1-1 0 0 0,0 0 0 0 0,0 0 0 0 0,0 0 0 0 0,0-1 0 0 0,0 1 0 0 0,1-1 0 0 0,0 0 0 0 0,0 0-1 0 0,0 0 1 0 0,0 0 0 0 0,0-1 0 0 0,-1-4 0 0 0,1 2-790 0 0,0-1 0 0 0,1 1 0 0 0,0-1-1 0 0,0 0 1 0 0,0 0 0 0 0,1 0 0 0 0,1 0 0 0 0,0 0-1 0 0,1-15 1 0 0,7-37-10318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48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1247 33 20906 0 0,'-15'-6'-76'0'0,"0"0"-1"0"0,0 1 1 0 0,-1 1 0 0 0,0 0 0 0 0,0 1 0 0 0,1 1-1 0 0,-1 0 1 0 0,-1 1 0 0 0,1 1 0 0 0,-17 2-1 0 0,10 1 160 0 0,1 1-1 0 0,-1 1 1 0 0,1 1-1 0 0,1 1 1 0 0,-1 1-1 0 0,-28 15 1 0 0,2 5 336 0 0,1 1 0 0 0,1 3 0 0 0,1 2-1 0 0,-78 79 1 0 0,53-42 282 0 0,4 3-1 0 0,3 2 0 0 0,-78 126 1 0 0,105-144-268 0 0,4 2 1 0 0,1 2 0 0 0,4 1-1 0 0,2 1 1 0 0,-30 124 0 0 0,48-153-264 0 0,2 0 1 0 0,1 0-1 0 0,2 0 1 0 0,2 0 0 0 0,1 0-1 0 0,1 1 1 0 0,2-1 0 0 0,2-1-1 0 0,1 1 1 0 0,1-1 0 0 0,23 57-1 0 0,-21-67-153 0 0,1-1-1 0 0,1-1 1 0 0,1 0-1 0 0,1-1 1 0 0,1 0-1 0 0,0-1 0 0 0,2-1 1 0 0,0 0-1 0 0,2-1 1 0 0,-1-1-1 0 0,2-1 1 0 0,0-1-1 0 0,1-1 1 0 0,1 0-1 0 0,0-2 1 0 0,43 18-1 0 0,-30-19-61 0 0,0-1-1 0 0,1-1 1 0 0,0-3 0 0 0,1 0-1 0 0,0-3 1 0 0,-1-1 0 0 0,1-2-1 0 0,0-1 1 0 0,0-2-1 0 0,47-9 1 0 0,-10-4 1 0 0,0-3 0 0 0,-1-4 0 0 0,139-62 0 0 0,-144 51 89 0 0,-1-2-1 0 0,-2-4 1 0 0,-2-2 0 0 0,-2-3 0 0 0,-2-2 0 0 0,-1-3 0 0 0,-3-3 0 0 0,87-108 0 0 0,-109 117 11 0 0,-3-1-1 0 0,-1-2 1 0 0,-2-1 0 0 0,-3-1 0 0 0,27-76 0 0 0,-38 84-39 0 0,-2 0 0 0 0,-1-1 0 0 0,-3 0 0 0 0,-1-1 0 0 0,-2 0 0 0 0,-2 0 0 0 0,-5-66-1 0 0,-1 77-20 0 0,0-1 0 0 0,-2 1 0 0 0,-1 0 0 0 0,-2 1 1 0 0,-1 0-1 0 0,-17-36 0 0 0,17 47-13 0 0,0 1 1 0 0,-2 1 0 0 0,0 0 0 0 0,-1 0 0 0 0,0 1 0 0 0,-2 1 0 0 0,0 0 0 0 0,0 1 0 0 0,-2 1 0 0 0,-23-16 0 0 0,12 13-86 0 0,0 2-1 0 0,-1 1 1 0 0,-1 2 0 0 0,0 0 0 0 0,-1 2 0 0 0,0 2-1 0 0,0 0 1 0 0,-1 2 0 0 0,0 2 0 0 0,0 1-1 0 0,0 1 1 0 0,-51 4 0 0 0,-2 5-602 0 0,0 4-1 0 0,1 4 1 0 0,-126 39-1 0 0,46 1-2882 0 0,1 7 0 0 0,-221 119-1 0 0,234-96-1965 0 0,19 4-2594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0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94 16057 0 0,'-2'-15'805'0'0,"1"0"0"0"0,0 1-1 0 0,0-1 1 0 0,3-15 0 0 0,-2 30-705 0 0,0 0 1 0 0,0-1 0 0 0,0 1 0 0 0,0 0 0 0 0,0 0 0 0 0,0 0-1 0 0,0 0 1 0 0,0-1 0 0 0,0 1 0 0 0,0 0 0 0 0,0 0 0 0 0,0 0-1 0 0,0 0 1 0 0,0-1 0 0 0,1 1 0 0 0,-1 0 0 0 0,0 0 0 0 0,0 0 0 0 0,0 0-1 0 0,0 0 1 0 0,0 0 0 0 0,0 0 0 0 0,1-1 0 0 0,-1 1 0 0 0,0 0-1 0 0,0 0 1 0 0,0 0 0 0 0,0 0 0 0 0,1 0 0 0 0,-1 0 0 0 0,0 0-1 0 0,0 0 1 0 0,0 0 0 0 0,0 0 0 0 0,1 0 0 0 0,-1 0 0 0 0,0 0 0 0 0,0 0-1 0 0,0 0 1 0 0,0 0 0 0 0,1 0 0 0 0,-1 0 0 0 0,0 0 0 0 0,0 0-1 0 0,0 0 1 0 0,0 0 0 0 0,1 1 0 0 0,-1-1 0 0 0,0 0 0 0 0,0 0-1 0 0,0 0 1 0 0,0 0 0 0 0,0 0 0 0 0,1 0 0 0 0,-1 0 0 0 0,0 1 0 0 0,0-1-1 0 0,0 0 1 0 0,0 0 0 0 0,0 0 0 0 0,0 0 0 0 0,0 0 0 0 0,0 1-1 0 0,0-1 1 0 0,0 0 0 0 0,0 0 0 0 0,0 1 0 0 0,15 20 1432 0 0,11 37-1063 0 0,103 579 2643 0 0,-82-363-2400 0 0,-12-36-713 0 0,-35-234-838 0 0,0 1 1 0 0,0-1-1 0 0,-1 1 0 0 0,1-1 1 0 0,-1 1-1 0 0,0-1 0 0 0,-2 6 1 0 0,-7-8-2045 0 0,-9 3-8358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0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92 17222 0 0,'-1'0'53'0'0,"-1"-1"1"0"0,1 0-1 0 0,-1 1 1 0 0,1-1 0 0 0,-1 0-1 0 0,1 0 1 0 0,0 0-1 0 0,-1 0 1 0 0,1 0 0 0 0,0 0-1 0 0,0-1 1 0 0,-1 1-1 0 0,1 0 1 0 0,0 0-1 0 0,1-1 1 0 0,-1 1 0 0 0,0-1-1 0 0,0 1 1 0 0,0-1-1 0 0,1 1 1 0 0,-1-3 0 0 0,1 2 23 0 0,0 1-1 0 0,0 0 1 0 0,1 0 0 0 0,-1 0 0 0 0,1-1 0 0 0,-1 1 0 0 0,1 0 0 0 0,0 0 0 0 0,-1 0-1 0 0,1 0 1 0 0,0 0 0 0 0,0 0 0 0 0,-1 0 0 0 0,1 0 0 0 0,0 1 0 0 0,0-1 0 0 0,0 0-1 0 0,0 0 1 0 0,0 1 0 0 0,0-1 0 0 0,2 0 0 0 0,5-3 261 0 0,-1 1-1 0 0,0 0 1 0 0,1 1-1 0 0,-1 0 1 0 0,1 0 0 0 0,0 0-1 0 0,15 0 1 0 0,-10 2-82 0 0,-1 1-1 0 0,1 0 1 0 0,-1 0 0 0 0,1 2 0 0 0,-1-1-1 0 0,0 2 1 0 0,0-1 0 0 0,16 9 0 0 0,-23-10-160 0 0,-1 0 0 0 0,0 1 0 0 0,0-1 0 0 0,0 1 0 0 0,0 0 0 0 0,0 0 1 0 0,-1 0-1 0 0,1 1 0 0 0,-1-1 0 0 0,0 1 0 0 0,0 0 0 0 0,0 0 0 0 0,0 0 0 0 0,-1 0 1 0 0,0 1-1 0 0,0-1 0 0 0,0 1 0 0 0,0-1 0 0 0,-1 1 0 0 0,1-1 0 0 0,-1 1 0 0 0,-1 0 1 0 0,1 0-1 0 0,0 8 0 0 0,-3 8 372 0 0,-1 0-1 0 0,-1 0 1 0 0,0-1-1 0 0,-2 1 1 0 0,0-1 0 0 0,-1 0-1 0 0,-1-1 1 0 0,-13 22 0 0 0,-16 45 592 0 0,37-86-1060 0 0,-1 1 0 0 0,1-1 0 0 0,-1 1 0 0 0,1-1 0 0 0,0 1 0 0 0,-1-1 0 0 0,1 1 0 0 0,0-1 0 0 0,-1 1 0 0 0,1 0 0 0 0,0-1 0 0 0,0 1 0 0 0,0 0 0 0 0,-1-1 0 0 0,1 1 0 0 0,0 0 0 0 0,0-1 0 0 0,0 1 0 0 0,0 0 0 0 0,0-1 0 0 0,0 1 0 0 0,0 0 0 0 0,0-1 0 0 0,1 1 0 0 0,-1 0 0 0 0,0-1 0 0 0,0 1 0 0 0,1-1 0 0 0,-1 1 0 0 0,0 0 0 0 0,0-1 0 0 0,1 1 0 0 0,-1-1 0 0 0,1 1 0 0 0,-1-1 0 0 0,0 1 0 0 0,1-1 0 0 0,0 1 0 0 0,0 0 0 0 0,-1 0 0 0 0,1-1 0 0 0,-1 1 0 0 0,1-1 0 0 0,-1 1 0 0 0,1-1 0 0 0,0 0 0 0 0,-1 1 0 0 0,1-1 0 0 0,0 1 0 0 0,-1-1 0 0 0,1 0 0 0 0,0 0 0 0 0,-1 1 0 0 0,1-1 0 0 0,0 0 0 0 0,0 0 0 0 0,-1 0 0 0 0,1 0 0 0 0,0 0 0 0 0,0 0 0 0 0,-1 0 0 0 0,1 0 0 0 0,0 0 0 0 0,0 0 0 0 0,-1 0 0 0 0,2-1 0 0 0,13-3-211 0 0,0 0 1 0 0,0-1-1 0 0,-1-1 1 0 0,1 0-1 0 0,-1-1 0 0 0,-1-1 1 0 0,0 0-1 0 0,22-17 1 0 0,105-97-3223 0 0,-114 98 2826 0 0,137-113-7038 0 0,-70 60-742 0 0,-46 38-557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0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0 16041 0 0,'0'0'220'0'0,"-8"6"204"0"0,-10 9 217 0 0,0 1 0 0 0,1 0 1 0 0,0 1-1 0 0,-20 29 0 0 0,25-29-189 0 0,-5 5 467 0 0,2 1 0 0 0,-22 44-1 0 0,35-63-782 0 0,-1 1 0 0 0,1 0-1 0 0,0 0 1 0 0,1-1-1 0 0,-1 1 1 0 0,1 0 0 0 0,0 1-1 0 0,0-1 1 0 0,1 0-1 0 0,-1 0 1 0 0,1 0 0 0 0,0 1-1 0 0,1-1 1 0 0,-1 0-1 0 0,1 0 1 0 0,0 0-1 0 0,0 0 1 0 0,1 0 0 0 0,0 0-1 0 0,-1 0 1 0 0,5 7-1 0 0,-3-8-85 0 0,1-1-1 0 0,-1 1 0 0 0,1 0 1 0 0,0-1-1 0 0,0 0 0 0 0,1 0 0 0 0,-1 0 1 0 0,0-1-1 0 0,1 1 0 0 0,0-1 1 0 0,-1 0-1 0 0,1 0 0 0 0,0-1 1 0 0,0 1-1 0 0,0-1 0 0 0,0 0 0 0 0,0 0 1 0 0,1-1-1 0 0,-1 0 0 0 0,0 0 1 0 0,0 0-1 0 0,8-1 0 0 0,12-3-185 0 0,0 0-1 0 0,-1-1 0 0 0,31-11 0 0 0,-39 11 49 0 0,2 0-50 0 0,0-1 0 0 0,-1 0 0 0 0,1-1 0 0 0,-1-1-1 0 0,0-1 1 0 0,26-19 0 0 0,-38 25 149 0 0,-2-1 0 0 0,1 1-1 0 0,0-1 1 0 0,-1 0 0 0 0,1 0-1 0 0,-1 0 1 0 0,0 0 0 0 0,-1-1-1 0 0,1 1 1 0 0,-1-1 0 0 0,0 1-1 0 0,0-1 1 0 0,0 0 0 0 0,0 0 0 0 0,-1 0-1 0 0,0 0 1 0 0,0 0 0 0 0,-1 0-1 0 0,1-1 1 0 0,-1 1 0 0 0,0 0-1 0 0,0 0 1 0 0,-1 0 0 0 0,0 0 0 0 0,0-1-1 0 0,0 1 1 0 0,0 0 0 0 0,-1 0-1 0 0,-3-7 1 0 0,1 3 17 0 0,0 1 0 0 0,-1 0 0 0 0,0 1 0 0 0,0-1 0 0 0,-1 1 0 0 0,0 0 0 0 0,0 0 0 0 0,-1 0 0 0 0,0 1 0 0 0,0 0 0 0 0,0 1-1 0 0,-1-1 1 0 0,0 2 0 0 0,0-1 0 0 0,0 1 0 0 0,-1 0 0 0 0,1 0 0 0 0,-17-3 0 0 0,8 2-170 0 0,-1 1 0 0 0,1 1 0 0 0,-1 0 0 0 0,1 2 0 0 0,-1 0-1 0 0,0 1 1 0 0,0 0 0 0 0,0 2 0 0 0,-21 4 0 0 0,-12 5-2446 0 0,-70 26 0 0 0,89-25-2822 0 0,-47 27 1 0 0,55-27-1785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1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1127 1 14713 0 0,'-49'11'404'0'0,"1"3"-1"0"0,0 1 0 0 0,1 3 0 0 0,1 2 0 0 0,1 1 0 0 0,0 3 1 0 0,2 2-1 0 0,1 1 0 0 0,1 3 0 0 0,-70 65 0 0 0,53-37 515 0 0,2 3 0 0 0,3 2-1 0 0,3 3 1 0 0,3 1 0 0 0,-71 137-1 0 0,95-158-457 0 0,2 0 0 0 0,2 2-1 0 0,2 0 1 0 0,3 1 0 0 0,1 0-1 0 0,3 1 1 0 0,-6 73 0 0 0,14-98-300 0 0,1-1 1 0 0,2 1-1 0 0,0 0 0 0 0,2-1 1 0 0,0 1-1 0 0,2-1 1 0 0,1 0-1 0 0,1 0 1 0 0,1-1-1 0 0,1 1 0 0 0,0-2 1 0 0,2 1-1 0 0,1-2 1 0 0,1 0-1 0 0,1 0 1 0 0,0-1-1 0 0,21 22 1 0 0,-15-22-146 0 0,1-1 0 0 0,0-1 0 0 0,1-1 0 0 0,2-1 0 0 0,-1 0 0 0 0,2-2 0 0 0,0-1 0 0 0,0-1 0 0 0,38 12 0 0 0,-27-14-148 0 0,0-1 1 0 0,0-2 0 0 0,1-2 0 0 0,0-1 0 0 0,0-1-1 0 0,55-5 1 0 0,-22-5-145 0 0,0-3-1 0 0,0-4 1 0 0,-1-2-1 0 0,-1-4 1 0 0,-1-2-1 0 0,-1-3 0 0 0,66-37 1 0 0,-64 28 44 0 0,-3-4 0 0 0,-1-2 0 0 0,-2-4 0 0 0,-2-1 1 0 0,-2-4-1 0 0,80-85 0 0 0,-107 100 167 0 0,-1-2 1 0 0,-2-2-1 0 0,-2 0 1 0 0,-1-1 0 0 0,-2-2-1 0 0,-2 0 1 0 0,-2-2-1 0 0,-1 0 1 0 0,-3-1-1 0 0,-1 0 1 0 0,14-85-1 0 0,-25 100 51 0 0,0 0 1 0 0,-2 0-1 0 0,-2 0 0 0 0,0-1 0 0 0,-2 1 0 0 0,-1 0 0 0 0,-1 1 0 0 0,-13-42 1 0 0,12 54 4 0 0,-1-1 1 0 0,0 1 0 0 0,-1 0 0 0 0,0 0-1 0 0,-2 1 1 0 0,0 0 0 0 0,0 1 0 0 0,-2 0 0 0 0,1 1-1 0 0,-2 0 1 0 0,0 0 0 0 0,0 2 0 0 0,-1 0-1 0 0,-1 0 1 0 0,-15-8 0 0 0,2 6-15 0 0,0 0 1 0 0,-1 2-1 0 0,-1 1 0 0 0,0 2 0 0 0,0 1 1 0 0,-1 1-1 0 0,1 1 0 0 0,-1 2 0 0 0,-34 1 1 0 0,-19 3-231 0 0,0 4 0 0 0,-87 17 0 0 0,38 1-1182 0 0,2 7 1 0 0,0 5 0 0 0,-200 84-1 0 0,207-64-3724 0 0,-197 121-1 0 0,196-92-1448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2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1094 67 13189 0 0,'4'-20'-70'0'0,"-2"15"365"0"0,-1-1 0 0 0,0 0 0 0 0,0-1 0 0 0,0 1 0 0 0,-1-10 0 0 0,-9 25 393 0 0,-351 451 4609 0 0,340-431-5044 0 0,-491 788 8255 0 0,486-771-8074 0 0,5-8 241 0 0,-1-1-1 0 0,-2-1 1 0 0,-44 55-1 0 0,57-82-674 0 0,-13 9-439 0 0,15-16-669 0 0,4-3 380 0 0,1 1-1348 0 0,3-6-1874 0 0,1-1 2541 0 0,0 0 0 0 0,0 1-1 0 0,1-1 1 0 0,-1 1 0 0 0,1-1 0 0 0,1 1 0 0 0,-1 0 0 0 0,1 0-1 0 0,5-7 1 0 0,10-16-7109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3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 16614 0 0,'0'-1'7'0'0,"2"-3"76"0"0,-1-1-1 0 0,1 0 0 0 0,0 1 0 0 0,0 0 1 0 0,1-1-1 0 0,-1 1 0 0 0,1 0 0 0 0,4-5 1 0 0,-6 8 393 0 0,3 7 233 0 0,18 40 579 0 0,-1 2 1 0 0,16 57-1 0 0,3 6-55 0 0,45 106 915 0 0,10-5 0 0 0,174 286 0 0 0,-237-446-1985 0 0,293 474 2352 0 0,-311-501-2444 0 0,17 27-507 0 0,-30-50-1551 0 0,-34-6-3323 0 0,28 3 4774 0 0,0 0 1 0 0,0 1-1 0 0,0 0 0 0 0,0-1 0 0 0,0 2 0 0 0,0-1 0 0 0,0 0 0 0 0,0 1 0 0 0,-5 2 0 0 0,-34 8-6560 0 0,-16 3-3698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4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17766 0 0,'9'-12'-120'0'0,"0"-1"0"0"0,13-25 1 0 0,-15 25 1024 0 0,-6 11 621 0 0,1 10-961 0 0,7 36 692 0 0,-2 0 0 0 0,2 84 1 0 0,8 56 1509 0 0,-15-171-2445 0 0,2 18 231 0 0,-3-30-520 0 0,-1 0 1 0 0,0 0 0 0 0,1 0 0 0 0,-1 0 0 0 0,1-1-1 0 0,-1 1 1 0 0,1 0 0 0 0,0 0 0 0 0,-1 0 0 0 0,1 0-1 0 0,0 0 1 0 0,-1-1 0 0 0,1 1 0 0 0,0 0 0 0 0,0-1-1 0 0,0 1 1 0 0,0-1 0 0 0,0 1 0 0 0,0-1 0 0 0,0 1-1 0 0,0-1 1 0 0,0 1 0 0 0,0-1 0 0 0,0 0 0 0 0,2 1-1 0 0,5-1 36 0 0,0 0 0 0 0,0-1 0 0 0,0 0-1 0 0,1 0 1 0 0,-1-1 0 0 0,0 0 0 0 0,-1 0 0 0 0,1 0-1 0 0,0-1 1 0 0,-1-1 0 0 0,13-7 0 0 0,12-8 172 0 0,40-34 1 0 0,5-1 149 0 0,-76 53-233 0 0,4 5-48 0 0,-2-1-82 0 0,0 1 1 0 0,0 0 0 0 0,-1 0 0 0 0,1 0-1 0 0,-1 0 1 0 0,0 1 0 0 0,0-1-1 0 0,-1 0 1 0 0,1 1 0 0 0,-1-1-1 0 0,0 1 1 0 0,0 0 0 0 0,0-1-1 0 0,-1 1 1 0 0,0 0 0 0 0,0 9-1 0 0,1-3 36 0 0,21 155 1 0 0,-16-148-2931 0 0,-6-18 2413 0 0,0 1 0 0 0,1 0 0 0 0,-1-1 1 0 0,0 1-1 0 0,1-1 0 0 0,-1 1 1 0 0,1-1-1 0 0,-1 1 0 0 0,1-1 1 0 0,0 1-1 0 0,-1-1 0 0 0,1 1 1 0 0,-1-1-1 0 0,1 0 0 0 0,0 1 0 0 0,-1-1 1 0 0,1 0-1 0 0,0 1 0 0 0,0-1 1 0 0,-1 0-1 0 0,2 0 0 0 0,14-3-7910 0 0,-5-3 8335 0 0,7-9-8178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4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276 179 14105 0 0,'13'-17'1007'0'0,"-16"21"1610"0"0,-20 34-105 0 0,20-30-2264 0 0,1-1-1 0 0,0 1 1 0 0,0 0 0 0 0,1-1-1 0 0,-1 1 1 0 0,2 0 0 0 0,-1 0-1 0 0,1 0 1 0 0,0-1-1 0 0,1 1 1 0 0,0 0 0 0 0,0 0-1 0 0,1 0 1 0 0,0-1 0 0 0,0 1-1 0 0,5 10 1 0 0,-1-8-105 0 0,-1-1 1 0 0,1 1 0 0 0,0-1-1 0 0,1-1 1 0 0,0 1 0 0 0,1-1-1 0 0,-1-1 1 0 0,2 1-1 0 0,-1-1 1 0 0,1 0 0 0 0,14 8-1 0 0,-5-5 39 0 0,0-1 0 0 0,0-1 0 0 0,1 0-1 0 0,1-1 1 0 0,36 8 0 0 0,-46-13-128 0 0,1 0-1 0 0,-1 0 1 0 0,0-2 0 0 0,1 1 0 0 0,-1-1 0 0 0,0 0-1 0 0,1-1 1 0 0,-1-1 0 0 0,0 1 0 0 0,1-2-1 0 0,-1 1 1 0 0,-1-1 0 0 0,17-8 0 0 0,-22 9-51 0 0,0-1-1 0 0,0 0 1 0 0,0-1-1 0 0,0 1 1 0 0,-1-1 0 0 0,1 1-1 0 0,-1-1 1 0 0,0 0 0 0 0,0 0-1 0 0,-1-1 1 0 0,1 1 0 0 0,-1 0-1 0 0,0-1 1 0 0,0 0 0 0 0,0 1-1 0 0,-1-1 1 0 0,0 0 0 0 0,0 0-1 0 0,0 0 1 0 0,0 0-1 0 0,-1 0 1 0 0,0 0 0 0 0,0 0-1 0 0,0 0 1 0 0,0 0 0 0 0,-3-7-1 0 0,0-10-63 0 0,-2 0 0 0 0,-1 0 0 0 0,-1 1 1 0 0,-14-32-1 0 0,14 37-44 0 0,0 0 0 0 0,-1 1 0 0 0,-1 0 0 0 0,-1 0 0 0 0,0 1 1 0 0,0 0-1 0 0,-2 0 0 0 0,0 2 0 0 0,0-1 0 0 0,-28-20 1 0 0,28 26-235 0 0,0 0 0 0 0,0 0 0 0 0,-1 1 1 0 0,0 1-1 0 0,0 0 0 0 0,0 1 0 0 0,0 1 1 0 0,-1 0-1 0 0,0 0 0 0 0,1 2 1 0 0,-1-1-1 0 0,0 2 0 0 0,0 0 0 0 0,-23 3 1 0 0,8 1-1438 0 0,-1 2 1 0 0,1 1-1 0 0,1 1 1 0 0,-1 1 0 0 0,1 2-1 0 0,1 1 1 0 0,-44 25-1 0 0,17-5-3715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4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842 15 11301 0 0,'-8'-3'78'0'0,"1"0"-1"0"0,-1 1 1 0 0,0 0 0 0 0,0 0-1 0 0,-1 1 1 0 0,1 0 0 0 0,0 1-1 0 0,0 0 1 0 0,-1 0-1 0 0,1 1 1 0 0,0 0 0 0 0,0 0-1 0 0,0 1 1 0 0,0 0 0 0 0,0 0-1 0 0,0 1 1 0 0,-11 5 0 0 0,-14 7 444 0 0,1 2 1 0 0,-46 32-1 0 0,73-46-471 0 0,-44 33 584 0 0,1 3 1 0 0,2 1-1 0 0,2 2 0 0 0,1 3 1 0 0,3 1-1 0 0,1 2 1 0 0,3 1-1 0 0,2 2 1 0 0,-53 105-1 0 0,75-130-264 0 0,0 1 0 0 0,2 0 0 0 0,1 0 0 0 0,1 1 0 0 0,2 0 0 0 0,0 0 0 0 0,2 1 0 0 0,1-1 1 0 0,2 47-1 0 0,2-56-173 0 0,1 0 0 0 0,1 0 1 0 0,1 0-1 0 0,1 0 1 0 0,0-1-1 0 0,1 1 0 0 0,1-1 1 0 0,1-1-1 0 0,1 1 1 0 0,0-2-1 0 0,1 1 0 0 0,1-1 1 0 0,0-1-1 0 0,1 0 0 0 0,19 18 1 0 0,1-5 46 0 0,1-1-1 0 0,1-2 1 0 0,1-1 0 0 0,1-2-1 0 0,1-1 1 0 0,1-2 0 0 0,0-2 0 0 0,2-1-1 0 0,75 19 1 0 0,-32-16 44 0 0,1-4 1 0 0,0-4-1 0 0,1-3 1 0 0,89-4-1 0 0,-44-7-50 0 0,181-28 1 0 0,-250 21-195 0 0,1-3 1 0 0,-2-2 0 0 0,0-3 0 0 0,-1-3 0 0 0,67-33 0 0 0,-103 43-31 0 0,-1-2 0 0 0,0-1 0 0 0,-1-1 1 0 0,0 0-1 0 0,-1-2 0 0 0,-1 0 0 0 0,-1-1 0 0 0,0-1 1 0 0,-2-1-1 0 0,24-35 0 0 0,-31 39-16 0 0,0 0-1 0 0,-2 0 1 0 0,0-1 0 0 0,-1 0-1 0 0,0 0 1 0 0,-2-1-1 0 0,0 1 1 0 0,-1-1 0 0 0,0 0-1 0 0,-2 0 1 0 0,0 0 0 0 0,-1 0-1 0 0,-1 0 1 0 0,-1 0-1 0 0,-7-34 1 0 0,-7-3-104 0 0,-2 0 0 0 0,-2 2 1 0 0,-3 1-1 0 0,-2 0 0 0 0,-3 2 0 0 0,-1 1 0 0 0,-3 1 0 0 0,-2 2 1 0 0,-58-63-1 0 0,69 85-40 0 0,-2 2 1 0 0,0 0-1 0 0,-1 2 0 0 0,-1 0 1 0 0,-1 2-1 0 0,-1 1 1 0 0,0 2-1 0 0,-1 0 0 0 0,-1 2 1 0 0,0 2-1 0 0,-1 0 1 0 0,0 3-1 0 0,0 0 0 0 0,-1 2 1 0 0,-58-3-1 0 0,57 8-403 0 0,0 2-1 0 0,0 1 1 0 0,0 2-1 0 0,0 2 1 0 0,1 0 0 0 0,0 3-1 0 0,0 0 1 0 0,1 2-1 0 0,-46 23 1 0 0,63-27-389 0 0,0 2 1 0 0,0-1 0 0 0,1 2 0 0 0,-21 17-1 0 0,31-23 373 0 0,0-1 1 0 0,0 1-1 0 0,1 0 0 0 0,-1 0 0 0 0,1 1 1 0 0,0-1-1 0 0,0 1 0 0 0,1 0 0 0 0,-1-1 0 0 0,1 1 1 0 0,0 0-1 0 0,0 1 0 0 0,1-1 0 0 0,-1 0 1 0 0,1 0-1 0 0,0 1 0 0 0,1-1 0 0 0,-1 9 0 0 0,4 17-5689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5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579 125 11997 0 0,'0'-7'258'0'0,"0"0"-1"0"0,0 0 1 0 0,-1 0 0 0 0,1 0-1 0 0,-2 1 1 0 0,1-1-1 0 0,-1 0 1 0 0,0 0 0 0 0,0 1-1 0 0,-1-1 1 0 0,-6-11-1 0 0,6 15-109 0 0,1 1 1 0 0,-1-1-1 0 0,0 0 0 0 0,0 1 0 0 0,0 0 0 0 0,0-1 0 0 0,0 1 0 0 0,-1 1 0 0 0,1-1 0 0 0,0 0 0 0 0,-1 1 0 0 0,0 0 0 0 0,1-1 1 0 0,-1 1-1 0 0,0 1 0 0 0,1-1 0 0 0,-1 1 0 0 0,0-1 0 0 0,0 1 0 0 0,0 0 0 0 0,1 0 0 0 0,-1 1 0 0 0,-7 1 0 0 0,-30 3 467 0 0,1 2-1 0 0,0 2 0 0 0,1 1 1 0 0,0 2-1 0 0,0 2 0 0 0,2 1 1 0 0,0 3-1 0 0,-69 42 1 0 0,102-58-536 0 0,0 1 0 0 0,1-1 0 0 0,-1 1 0 0 0,1 0 0 0 0,0 0 1 0 0,0 1-1 0 0,0-1 0 0 0,0 0 0 0 0,0 1 0 0 0,1 0 0 0 0,0 0 1 0 0,0-1-1 0 0,0 2 0 0 0,0-1 0 0 0,0 0 0 0 0,1 0 0 0 0,0 0 1 0 0,-2 8-1 0 0,3-7-8 0 0,1 0 1 0 0,0 0-1 0 0,0-1 1 0 0,0 1-1 0 0,0-1 1 0 0,1 1-1 0 0,0-1 1 0 0,0 1-1 0 0,0-1 1 0 0,0 0-1 0 0,1 0 1 0 0,-1 0 0 0 0,1 0-1 0 0,0 0 1 0 0,0-1-1 0 0,1 1 1 0 0,4 3-1 0 0,24 19 186 0 0,1-1 0 0 0,2-2 0 0 0,0-1-1 0 0,1-2 1 0 0,49 20 0 0 0,-9-4 104 0 0,-22-11-67 0 0,-38-19-63 0 0,-1 0 0 0 0,1 1 0 0 0,-1 1 0 0 0,0 1 0 0 0,-1 0 0 0 0,0 1 0 0 0,-1 0 0 0 0,0 1 0 0 0,12 13 0 0 0,-24-23-214 0 0,0 0-1 0 0,0 0 1 0 0,-1 1 0 0 0,1-1 0 0 0,-1 0-1 0 0,1 1 1 0 0,-1-1 0 0 0,1 0 0 0 0,-1 1 0 0 0,0-1-1 0 0,1 1 1 0 0,-1-1 0 0 0,0 1 0 0 0,0-1-1 0 0,0 0 1 0 0,0 1 0 0 0,0-1 0 0 0,-1 1-1 0 0,1-1 1 0 0,0 1 0 0 0,-1-1 0 0 0,0 2 0 0 0,-1 1 36 0 0,1 0 0 0 0,-2-1 0 0 0,1 1 0 0 0,0-1 1 0 0,-1 1-1 0 0,1-1 0 0 0,-7 5 0 0 0,-2 2 69 0 0,-1 0 0 0 0,0-1-1 0 0,-19 10 1 0 0,-1-1-122 0 0,-1-2 0 0 0,-54 18 0 0 0,72-29 0 0 0,0 0 0 0 0,-1-1 0 0 0,0-1 0 0 0,0-1 0 0 0,0 0 0 0 0,0-1 0 0 0,0 0 0 0 0,-23-4 0 0 0,37 3-120 0 0,0 0-1 0 0,0 0 1 0 0,0 0-1 0 0,0-1 1 0 0,1 1-1 0 0,-1-1 1 0 0,0 1-1 0 0,0-1 1 0 0,1 0-1 0 0,-1 0 1 0 0,0 0-1 0 0,1 0 1 0 0,-1 0-1 0 0,1 0 1 0 0,0 0 0 0 0,-1 0-1 0 0,1-1 1 0 0,0 1-1 0 0,-1 0 1 0 0,0-3-1 0 0,1 3-194 0 0,1-1 0 0 0,0 0 0 0 0,-1 1 1 0 0,1-1-1 0 0,0 0 0 0 0,0 1 0 0 0,0-1 0 0 0,0 0 0 0 0,0 1 0 0 0,0-1 0 0 0,0 0 0 0 0,1 1 0 0 0,-1-1 1 0 0,1 0-1 0 0,-1 1 0 0 0,1-1 0 0 0,-1 1 0 0 0,2-2 0 0 0,3-6-1498 0 0,0 1 1 0 0,1 0-1 0 0,0 1 1 0 0,0-1-1 0 0,1 1 0 0 0,11-10 1 0 0,21-13-7898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5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477 19 16406 0 0,'11'-16'-300'0'0,"-11"16"363"0"0,0 0-1 0 0,0-1 1 0 0,-1 1-1 0 0,1 0 1 0 0,0 0-1 0 0,0 0 1 0 0,-1 0-1 0 0,1 0 1 0 0,0-1-1 0 0,0 1 1 0 0,-1 0-1 0 0,1 0 1 0 0,0 0-1 0 0,-1 0 1 0 0,1 0-1 0 0,0 0 1 0 0,0 0-1 0 0,-1 0 1 0 0,1 0-1 0 0,0 0 1 0 0,-1 0-1 0 0,1 0 1 0 0,0 0-1 0 0,0 0 1 0 0,-1 0-1 0 0,1 0 1 0 0,0 0-1 0 0,-1 0 1 0 0,1 1-1 0 0,0-1 1 0 0,0 0-1 0 0,-1 0 1 0 0,1 0-1 0 0,0 0 1 0 0,0 1-1 0 0,-1-1 1 0 0,1 0-1 0 0,-13 8 291 0 0,1-1-1 0 0,0 2 1 0 0,0 0-1 0 0,1 0 1 0 0,0 1 0 0 0,0 0-1 0 0,1 1 1 0 0,1 0-1 0 0,0 1 1 0 0,0 0-1 0 0,-13 26 1 0 0,19-31-239 0 0,0 0-1 0 0,1 0 1 0 0,0 1-1 0 0,0-1 1 0 0,0 0 0 0 0,1 1-1 0 0,0-1 1 0 0,0 1-1 0 0,1-1 1 0 0,0 1 0 0 0,1 0-1 0 0,-1-1 1 0 0,2 1-1 0 0,-1-1 1 0 0,1 0 0 0 0,0 1-1 0 0,0-1 1 0 0,1 0-1 0 0,0 0 1 0 0,0 0 0 0 0,5 7-1 0 0,-2-6-33 0 0,0 1 0 0 0,0-1 0 0 0,1-1 1 0 0,1 1-1 0 0,-1-1 0 0 0,1 0 0 0 0,0-1 0 0 0,1 0 0 0 0,-1 0 0 0 0,1 0 0 0 0,0-1 1 0 0,1-1-1 0 0,-1 0 0 0 0,1 0 0 0 0,11 2 0 0 0,-3-1 51 0 0,1-1-1 0 0,0-1 1 0 0,0-1 0 0 0,0-1-1 0 0,0-1 1 0 0,1 0-1 0 0,25-4 1 0 0,-37 2-81 0 0,-1 1 1 0 0,0-1-1 0 0,0 0 0 0 0,0-1 0 0 0,0 1 1 0 0,0-1-1 0 0,-1-1 0 0 0,1 1 1 0 0,10-10-1 0 0,-13 10-22 0 0,-1 0-1 0 0,0 0 1 0 0,0-1-1 0 0,0 1 1 0 0,0-1 0 0 0,-1 0-1 0 0,0 0 1 0 0,1 0-1 0 0,-1 0 1 0 0,-1 0 0 0 0,1 0-1 0 0,-1-1 1 0 0,1 1-1 0 0,-1 0 1 0 0,0-1 0 0 0,-1 1-1 0 0,1-7 1 0 0,0-3 8 0 0,-1 0 0 0 0,-1 0 0 0 0,0-1 0 0 0,-1 1 0 0 0,-1 1 0 0 0,0-1 0 0 0,0 0 0 0 0,-1 0-1 0 0,-1 1 1 0 0,-11-22 0 0 0,12 28-110 0 0,0 0 0 0 0,-1 0 0 0 0,0 1 0 0 0,0 0 0 0 0,0 0-1 0 0,-1 0 1 0 0,1 0 0 0 0,-1 1 0 0 0,-1 0 0 0 0,1 0 0 0 0,-1 1-1 0 0,0 0 1 0 0,0 0 0 0 0,0 0 0 0 0,0 1 0 0 0,-1 0 0 0 0,1 1-1 0 0,-1-1 1 0 0,0 2 0 0 0,-10-2 0 0 0,-16 0-808 0 0,-1 2 0 0 0,1 2 1 0 0,-1 1-1 0 0,1 1 0 0 0,0 2 1 0 0,-35 10-1 0 0,15 0-3044 0 0,0 2 0 0 0,-97 45 0 0 0,82-27-3644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6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1084 125 13413 0 0,'-25'-4'112'0'0,"1"0"-1"0"0,-2 2 1 0 0,1 0-1 0 0,0 2 1 0 0,0 1 0 0 0,0 1-1 0 0,0 1 1 0 0,0 2-1 0 0,0 0 1 0 0,1 1-1 0 0,0 2 1 0 0,0 0 0 0 0,-30 16-1 0 0,-5 5 522 0 0,2 3-1 0 0,1 3 1 0 0,-98 79 0 0 0,106-74-82 0 0,2 1 1 0 0,1 3 0 0 0,3 1-1 0 0,-42 57 1 0 0,70-82-327 0 0,0 0 0 0 0,1 1-1 0 0,2 1 1 0 0,0 0 0 0 0,1 0 0 0 0,1 1 0 0 0,1 1 0 0 0,1-1 0 0 0,1 1 0 0 0,1 0-1 0 0,1 0 1 0 0,2 1 0 0 0,-1 32 0 0 0,6-38-87 0 0,0 0 0 0 0,0-1 1 0 0,2 1-1 0 0,0-1 0 0 0,2 0 0 0 0,0-1 0 0 0,0 1 0 0 0,2-2 0 0 0,0 1 1 0 0,1-1-1 0 0,0 0 0 0 0,2-1 0 0 0,0 0 0 0 0,0-1 0 0 0,1-1 0 0 0,29 24 1 0 0,-8-11 41 0 0,1-1 1 0 0,1-2-1 0 0,0-1 0 0 0,2-2 1 0 0,1-1-1 0 0,55 18 1 0 0,-35-20-14 0 0,1-2 0 0 0,0-3 0 0 0,0-3 0 0 0,1-2 0 0 0,0-3 0 0 0,121-8 0 0 0,-63-7 60 0 0,0-6 0 0 0,172-47 0 0 0,-238 49-142 0 0,-1-3 0 0 0,0-1 0 0 0,-2-3 0 0 0,-1-2 0 0 0,0-2 0 0 0,-2-2 0 0 0,-1-2 0 0 0,46-40 0 0 0,-67 49-39 0 0,-2 0 0 0 0,0-2 0 0 0,-2-1 0 0 0,0 0-1 0 0,-2-2 1 0 0,-1 0 0 0 0,-1-1 0 0 0,-1-1 0 0 0,-1 0 0 0 0,-2-1 0 0 0,-1-1-1 0 0,-1 0 1 0 0,-1-1 0 0 0,-2 0 0 0 0,4-33 0 0 0,-8 31-46 0 0,-2 1-1 0 0,-1-1 1 0 0,-1 0 0 0 0,-2 1 0 0 0,-1-1 0 0 0,-2 1 0 0 0,-1 0 0 0 0,-2 0-1 0 0,-13-36 1 0 0,13 47-69 0 0,-1 1 0 0 0,-1 0 0 0 0,-1 1 0 0 0,-1 0-1 0 0,0 1 1 0 0,-1 0 0 0 0,-1 1 0 0 0,-1 0 0 0 0,0 1-1 0 0,-1 1 1 0 0,-1 1 0 0 0,0 0 0 0 0,-1 1 0 0 0,-30-17-1 0 0,9 12-318 0 0,-1 1 0 0 0,0 2 0 0 0,-2 2-1 0 0,1 1 1 0 0,-2 3 0 0 0,1 1 0 0 0,-80-4-1 0 0,14 10-2475 0 0,-207 22 0 0 0,208-7-887 0 0,1 6 0 0 0,-167 51 0 0 0,133-22-3639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8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595 176 13169 0 0,'4'-110'229'0'0,"-2"44"5505"0"0,-6 80-4890 0 0,-240 884 7101 0 0,99-320-3740 0 0,113-458-3892 0 0,-63 195 15 0 0,65-230-328 0 0,30-84-253 0 0,0 0 0 0 0,-1 0 0 0 0,1 0-1 0 0,0 0 1 0 0,0-1 0 0 0,-1 1 0 0 0,1 0 0 0 0,0 0 0 0 0,-1 0 0 0 0,1 0-1 0 0,-1-1 1 0 0,1 1 0 0 0,-1 0 0 0 0,1 0 0 0 0,-1-1 0 0 0,0 1 0 0 0,1 0 0 0 0,-1-1-1 0 0,0 1 1 0 0,1-1 0 0 0,-1 1 0 0 0,0-1 0 0 0,0 1 0 0 0,0-1 0 0 0,0 1-1 0 0,1-1 1 0 0,-1 0 0 0 0,0 1 0 0 0,0-1 0 0 0,0 0 0 0 0,0 0 0 0 0,0 0-1 0 0,-1 0 1 0 0,-9 4-5651 0 0,3 5-644 0 0,-2-2-3304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8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5 17010 0 0,'-29'0'1356'0'0,"37"-2"1195"0"0,39 0-1129 0 0,-19 2-1081 0 0,0 1 1 0 0,-1 1 0 0 0,43 9 0 0 0,-55-8-130 0 0,0 1 1 0 0,-1 1 0 0 0,1 0-1 0 0,-1 1 1 0 0,0 1-1 0 0,-1 0 1 0 0,20 13-1 0 0,-26-13-9 0 0,0 0 0 0 0,0 0-1 0 0,-1 0 1 0 0,0 1 0 0 0,0 0-1 0 0,-1 0 1 0 0,0 0 0 0 0,-1 1-1 0 0,1 0 1 0 0,-2 0-1 0 0,1 0 1 0 0,-1 0 0 0 0,-1 1-1 0 0,0-1 1 0 0,0 1 0 0 0,-1 0-1 0 0,0-1 1 0 0,0 11 0 0 0,-1 18 674 0 0,-1 1 1 0 0,-2-1-1 0 0,-9 40 1 0 0,3-22-866 0 0,-4 16-390 0 0,-6 131-1 0 0,20-199-2710 0 0,6 3 2041 0 0,4-9-7581 0 0,29-22 1707 0 0,1-5-3556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9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660 149 19606 0 0,'-7'0'39'0'0,"-21"0"185"0"0,13 6 240 0 0,-19 17 451 0 0,2 1 1 0 0,0 2-1 0 0,-36 37 0 0 0,55-49-508 0 0,0 0-1 0 0,1 1 1 0 0,1 1 0 0 0,0 0-1 0 0,1 1 1 0 0,1 0 0 0 0,0 0-1 0 0,1 1 1 0 0,-8 29 0 0 0,14-42-320 0 0,1-1 0 0 0,0 1-1 0 0,0-1 1 0 0,0 1 0 0 0,1 0 0 0 0,-1-1 0 0 0,1 1 0 0 0,0 0 0 0 0,0 0 0 0 0,1-1 0 0 0,-1 1 0 0 0,1-1 0 0 0,0 1 0 0 0,1 0 0 0 0,-1-1 0 0 0,1 0 0 0 0,0 1 0 0 0,0-1 0 0 0,0 0 0 0 0,0 0 0 0 0,1 0 0 0 0,0 0 0 0 0,0 0 0 0 0,0-1 0 0 0,0 1 0 0 0,0-1 0 0 0,1 0 0 0 0,-1 0 0 0 0,1 0 0 0 0,0-1 0 0 0,0 1 0 0 0,0-1 0 0 0,0 0 0 0 0,1 0 0 0 0,4 2-1 0 0,6 0 32 0 0,0 1 0 0 0,0-2 0 0 0,0 0-1 0 0,1-1 1 0 0,0-1 0 0 0,-1 0-1 0 0,1-1 1 0 0,0 0 0 0 0,18-4-1 0 0,-8 0-84 0 0,1-1-1 0 0,-1 0 1 0 0,0-3-1 0 0,-1 0 1 0 0,0-1 0 0 0,0-1-1 0 0,23-14 1 0 0,-40 19-27 0 0,0 0 0 0 0,0 0 0 0 0,0-1 0 0 0,-1 0 0 0 0,0 0 0 0 0,0-1 0 0 0,0 1 0 0 0,-1-2 0 0 0,0 1 0 0 0,0-1 0 0 0,-1 0 0 0 0,0 0 0 0 0,-1 0 0 0 0,1-1 0 0 0,-2 1 0 0 0,1-1 0 0 0,-1 0 0 0 0,-1 0 0 0 0,1-1 0 0 0,-1 1 0 0 0,-1 0 0 0 0,1-18 0 0 0,-3 10-4 0 0,0-1 0 0 0,-1 0 1 0 0,0 0-1 0 0,-2 0 0 0 0,0 1 0 0 0,-1 0 0 0 0,0 0 0 0 0,-2 0 1 0 0,0 0-1 0 0,-1 1 0 0 0,-1 1 0 0 0,0-1 0 0 0,-1 1 0 0 0,-18-21 1 0 0,20 27-11 0 0,-1 0 1 0 0,0 0-1 0 0,-1 1 1 0 0,0 0 0 0 0,-1 1-1 0 0,1 0 1 0 0,-1 0-1 0 0,-1 2 1 0 0,1-1 0 0 0,-1 1-1 0 0,0 1 1 0 0,0 0-1 0 0,0 0 1 0 0,-1 2 0 0 0,1-1-1 0 0,-1 2 1 0 0,0-1 0 0 0,0 2-1 0 0,1 0 1 0 0,-1 0-1 0 0,-16 4 1 0 0,-4 2-841 0 0,0 2 1 0 0,0 1-1 0 0,1 1 1 0 0,0 2-1 0 0,-54 29 0 0 0,18-1-4442 0 0,-84 63-1 0 0,107-66-779 0 0,11 0-2974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9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981 46 17294 0 0,'-30'2'120'0'0,"0"1"0"0"0,0 1 0 0 0,0 2 0 0 0,1 1 0 0 0,0 1 0 0 0,0 1 1 0 0,1 2-1 0 0,0 1 0 0 0,1 1 0 0 0,0 1 0 0 0,-27 21 0 0 0,5-1 353 0 0,2 2 0 0 0,2 2 0 0 0,1 2 1 0 0,-67 80-1 0 0,74-74-97 0 0,1 3 1 0 0,2 1 0 0 0,3 1 0 0 0,2 2 0 0 0,2 1 0 0 0,3 1 0 0 0,2 1 0 0 0,3 1 0 0 0,2 0-1 0 0,-12 76 1 0 0,25-101-168 0 0,1 0-1 0 0,1 0 1 0 0,2 0-1 0 0,1 0 1 0 0,2-1-1 0 0,1 1 1 0 0,15 58-1 0 0,-11-67-102 0 0,0 0 1 0 0,1-1-1 0 0,1 0 0 0 0,1-1 1 0 0,2 0-1 0 0,-1 0 0 0 0,2-1 1 0 0,1-1-1 0 0,1 0 0 0 0,0-2 1 0 0,22 20-1 0 0,-10-14-31 0 0,1-2 0 0 0,0 0-1 0 0,2-2 1 0 0,0-1 0 0 0,1-2 0 0 0,1-1 0 0 0,1-1 0 0 0,51 13 0 0 0,-39-17-79 0 0,0-1 0 0 0,1-2 1 0 0,0-3-1 0 0,0-1 0 0 0,0-3 1 0 0,55-6-1 0 0,-11-4-106 0 0,-1-4 0 0 0,-1-4 0 0 0,0-4 0 0 0,-2-3 0 0 0,139-62 1 0 0,-180 66 69 0 0,0-3 0 0 0,-2-1 0 0 0,0-2 0 0 0,-2-2 0 0 0,-2-2 1 0 0,0-2-1 0 0,-3-1 0 0 0,0-2 0 0 0,-2-2 0 0 0,-2 0 0 0 0,45-71 1 0 0,-60 76 20 0 0,-2 0 1 0 0,-2-1 0 0 0,0-1 0 0 0,-3 0 0 0 0,-1-1-1 0 0,-1 0 1 0 0,-2 0 0 0 0,-2-1 0 0 0,-1 0 0 0 0,-2 0-1 0 0,-2 0 1 0 0,-1 0 0 0 0,-9-59 0 0 0,3 56-18 0 0,-1-1 1 0 0,-2 1-1 0 0,-2 0 1 0 0,-1 1 0 0 0,-2 1-1 0 0,-2 0 1 0 0,-1 1-1 0 0,-2 1 1 0 0,-2 1-1 0 0,-1 1 1 0 0,-49-56-1 0 0,51 70-82 0 0,0 2 0 0 0,-1 0-1 0 0,0 2 1 0 0,-1 0 0 0 0,-1 2-1 0 0,-1 1 1 0 0,0 0 0 0 0,-1 2-1 0 0,0 1 1 0 0,0 1-1 0 0,-1 1 1 0 0,0 2 0 0 0,-1 0-1 0 0,-47-2 1 0 0,7 4-479 0 0,0 4 0 0 0,1 3 0 0 0,-1 3 0 0 0,-122 26 0 0 0,96-10-804 0 0,2 4-1 0 0,0 5 1 0 0,-131 62-1 0 0,144-53-991 0 0,2 4 1 0 0,1 3-1 0 0,-133 110 0 0 0,97-56-2834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6:59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879 92 11669 0 0,'15'-27'1055'0'0,"-9"17"499"0"0,0 0 0 0 0,-1-1 1 0 0,7-20-1 0 0,-11 28-262 0 0,-9 9 43 0 0,-49 38 387 0 0,3 2 0 0 0,-69 75 0 0 0,-86 120 1315 0 0,-211 339-41 0 0,394-545-2996 0 0,19-29-41 0 0,5-5-490 0 0,1-9-8658 0 0,-7-11 7587 0 0,4 14-1763 0 0,-1 0-3664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00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490 8 16169 0 0,'0'0'-73'0'0,"7"-6"35"0"0,-6 4 493 0 0,-5 6 2192 0 0,-223 213 3873 0 0,192-179-5405 0 0,1 1-1 0 0,3 2 0 0 0,1 1 0 0 0,-30 56 1 0 0,58-95-1076 0 0,1-1 0 0 0,-1 1 0 0 0,1 0 0 0 0,0 0 0 0 0,-1 0 0 0 0,1 0 0 0 0,0 0 0 0 0,1 0 0 0 0,-1 0 1 0 0,1 0-1 0 0,-1 0 0 0 0,1 0 0 0 0,0 0 0 0 0,0 0 0 0 0,0 0 0 0 0,0 0 0 0 0,1 0 0 0 0,0 0 0 0 0,-1 1 0 0 0,1-1 1 0 0,0-1-1 0 0,2 5 0 0 0,-1-4-7 0 0,1 0 1 0 0,0-1-1 0 0,-1 1 1 0 0,1-1-1 0 0,0 1 0 0 0,1-1 1 0 0,-1 0-1 0 0,0-1 1 0 0,0 1-1 0 0,1 0 1 0 0,-1-1-1 0 0,1 0 0 0 0,0 0 1 0 0,-1 0-1 0 0,1 0 1 0 0,0 0-1 0 0,-1-1 1 0 0,7 0-1 0 0,10 2-32 0 0,-1-2 0 0 0,1-1 0 0 0,0 0 0 0 0,0-1 0 0 0,23-6 0 0 0,-36 6 0 0 0,1 1 0 0 0,-1-1 0 0 0,0-1 0 0 0,0 1 0 0 0,0-1 0 0 0,0 0 0 0 0,0-1 0 0 0,0 0 0 0 0,-1 0 0 0 0,0 0 0 0 0,0-1 0 0 0,0 0 0 0 0,0 0 0 0 0,-1-1 0 0 0,0 1 0 0 0,6-9 0 0 0,-9 11 0 0 0,0 0 0 0 0,-1 0 0 0 0,0 0 0 0 0,0 0 0 0 0,0 0 0 0 0,0 0 0 0 0,0 0 0 0 0,-1 0 0 0 0,1-1 0 0 0,-1 1 0 0 0,0 0 0 0 0,0 0 0 0 0,0-1 0 0 0,0 1 0 0 0,-1 0 0 0 0,1 0 0 0 0,-1 0 0 0 0,0-1 0 0 0,0 1 0 0 0,0 0 0 0 0,0 0 0 0 0,-1 0 0 0 0,1 1 0 0 0,-1-1 0 0 0,0 0 0 0 0,1 0 0 0 0,-1 1 0 0 0,-1-1 0 0 0,1 1 0 0 0,-5-5 0 0 0,1 3 0 0 0,-1 0 0 0 0,1 0 0 0 0,-1 0 0 0 0,0 1 0 0 0,0-1 0 0 0,0 2 0 0 0,-1-1 0 0 0,1 1 0 0 0,-1 0 0 0 0,1 1 0 0 0,-1 0 0 0 0,1 0 0 0 0,-1 0 0 0 0,0 1 0 0 0,0 0 0 0 0,-13 3 0 0 0,-1 0-1556 0 0,1 1 1 0 0,-1 1-1 0 0,-33 13 1 0 0,42-13 481 0 0,1 0 0 0 0,-1 1 0 0 0,1 0 0 0 0,1 1-1 0 0,0 0 1 0 0,0 1 0 0 0,-18 16 0 0 0,21-15-5368 0 0,7-1-3212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00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605 1 18886 0 0,'-16'-1'500'0'0,"0"1"1"0"0,0 1-1 0 0,0 1 0 0 0,0 0 1 0 0,0 1-1 0 0,0 0 1 0 0,0 2-1 0 0,1 0 1 0 0,0 0-1 0 0,-24 13 0 0 0,30-13-191 0 0,-1 0 0 0 0,1 1-1 0 0,0 0 1 0 0,0 0-1 0 0,0 1 1 0 0,1 0 0 0 0,0 1-1 0 0,0 0 1 0 0,1 0-1 0 0,0 1 1 0 0,1-1 0 0 0,0 1-1 0 0,0 1 1 0 0,1-1 0 0 0,0 1-1 0 0,-5 15 1 0 0,9-22-222 0 0,0 0 1 0 0,0 1-1 0 0,1-1 1 0 0,-1 1-1 0 0,1-1 1 0 0,0 1-1 0 0,0-1 1 0 0,0 0-1 0 0,1 1 1 0 0,-1-1 0 0 0,1 1-1 0 0,0-1 1 0 0,0 0-1 0 0,0 1 1 0 0,0-1-1 0 0,0 0 1 0 0,1 0-1 0 0,-1 0 1 0 0,3 3-1 0 0,0-1-20 0 0,0-1 0 0 0,0 1 0 0 0,0-1 0 0 0,1 0-1 0 0,0 0 1 0 0,-1-1 0 0 0,1 1 0 0 0,1-1 0 0 0,-1 0 0 0 0,7 2-1 0 0,2 1-60 0 0,1-1 0 0 0,0 0-1 0 0,0-2 1 0 0,0 0 0 0 0,0 0-1 0 0,1-1 1 0 0,24-1 0 0 0,-22-1-14 0 0,0-1 0 0 0,1-2 0 0 0,-2 1 1 0 0,1-2-1 0 0,0 0 0 0 0,-1-1 1 0 0,1-1-1 0 0,17-9 0 0 0,-33 14 23 0 0,0 0 0 0 0,0-1-1 0 0,-1 1 1 0 0,1 0 0 0 0,0-1 0 0 0,0 1-1 0 0,-1-1 1 0 0,1 0 0 0 0,-1 0-1 0 0,1 1 1 0 0,-1-1 0 0 0,0 0-1 0 0,0 0 1 0 0,0 0 0 0 0,0 0 0 0 0,0-1-1 0 0,0 1 1 0 0,0 0 0 0 0,-1 0-1 0 0,1-4 1 0 0,-1 2 4 0 0,0 0 0 0 0,0-1 0 0 0,0 1 0 0 0,-1 0 0 0 0,1 0 0 0 0,-1 0 0 0 0,0-1 0 0 0,-1 1 0 0 0,1 0 0 0 0,-3-5 0 0 0,-2-2-1 0 0,0 1 1 0 0,0 0-1 0 0,-1 0 0 0 0,0 1 1 0 0,-1 0-1 0 0,0 0 1 0 0,-9-8-1 0 0,3 7-261 0 0,0 1 0 0 0,-1 1 0 0 0,1 0 0 0 0,-2 1 0 0 0,1 0 0 0 0,-1 1 0 0 0,0 1 0 0 0,0 1 0 0 0,0 0-1 0 0,-1 1 1 0 0,0 1 0 0 0,1 0 0 0 0,-23 1 0 0 0,-7 2-2538 0 0,-1 2-1 0 0,1 2 1 0 0,-68 15-1 0 0,47-4-1832 0 0,41-9 633 0 0,-7 2-3802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01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958 124 15661 0 0,'-54'23'263'0'0,"2"2"-1"0"0,0 2 1 0 0,2 2-1 0 0,1 3 0 0 0,2 1 1 0 0,1 3-1 0 0,-51 51 1 0 0,35-24 370 0 0,3 3 1 0 0,3 2 0 0 0,3 3 0 0 0,-48 83-1 0 0,73-106-197 0 0,3 1 0 0 0,1 1 0 0 0,3 1 0 0 0,3 1-1 0 0,1 0 1 0 0,3 1 0 0 0,-9 60 0 0 0,18-72-106 0 0,2 1 0 0 0,1 0 0 0 0,2 0 0 0 0,2 0 0 0 0,2 0 0 0 0,2 0 0 0 0,1-1 0 0 0,3 0 0 0 0,27 75 0 0 0,-23-80-195 0 0,2-2 0 0 0,1 1 0 0 0,1-2 0 0 0,3 0 0 0 0,0-2 0 0 0,2 0 0 0 0,1-1 0 0 0,2-2 0 0 0,0 0 0 0 0,2-2 0 0 0,1-1 0 0 0,1-1 0 0 0,1-2 0 0 0,1-1 0 0 0,1-1 0 0 0,1-2 0 0 0,0-2 0 0 0,1-1 0 0 0,1-1 0 0 0,0-2 0 0 0,1-2 0 0 0,0-1 0 0 0,45 5 0 0 0,-26-11-146 0 0,1-2 0 0 0,-1-2 0 0 0,1-3 0 0 0,-1-3 1 0 0,0-1-1 0 0,84-26 0 0 0,-65 11-61 0 0,-1-4 0 0 0,0-4 0 0 0,-3-2 0 0 0,76-47 0 0 0,-91 44 59 0 0,-1-2 0 0 0,-2-3-1 0 0,-2-2 1 0 0,-2-2 0 0 0,-2-2 0 0 0,-2-2 0 0 0,-2-2-1 0 0,-2-2 1 0 0,-3-2 0 0 0,-2-1 0 0 0,-3-2 0 0 0,-2-1-1 0 0,-3-1 1 0 0,-2-2 0 0 0,20-76 0 0 0,-24 59 11 0 0,-4-1-1 0 0,-3 0 1 0 0,8-129 0 0 0,-21 154-10 0 0,-2 0 0 0 0,-3 0 0 0 0,-2 1 0 0 0,-2-1 0 0 0,-3 1 0 0 0,-20-64 0 0 0,24 99-3 0 0,-1 0-1 0 0,0 1 1 0 0,-2 0-1 0 0,0 1 1 0 0,-2 0-1 0 0,1 0 1 0 0,-2 1 0 0 0,0 0-1 0 0,-1 1 1 0 0,-1 1-1 0 0,0 0 1 0 0,-21-16-1 0 0,16 17-46 0 0,0 1-1 0 0,-2 0 1 0 0,1 2-1 0 0,-1 1 1 0 0,-1 0-1 0 0,0 1 1 0 0,0 2-1 0 0,0 0 1 0 0,-46-5-1 0 0,18 6-204 0 0,-1 3 0 0 0,1 2-1 0 0,0 2 1 0 0,-91 16 0 0 0,33 5-697 0 0,-115 40 0 0 0,91-16-1813 0 0,-241 123-1 0 0,-101 106-8769 0 0,352-195 4379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03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5473 0 0,'0'0'8288'0'0,"6"0"-7353"0"0,17-2-14 0 0,-17 2 811 0 0,21 5 632 0 0,-16 4-1941 0 0,0 0 0 0 0,-1 1 0 0 0,0 0 0 0 0,0 0 0 0 0,-1 1 0 0 0,-1 1 0 0 0,0-1 0 0 0,10 19 0 0 0,50 116 1694 0 0,-25-48-802 0 0,75 140 3159 0 0,-115-227-4084 0 0,-2-9-348 0 0,-1 1 0 0 0,1-1 0 0 0,0 0 0 0 0,0 0 0 0 0,0 0 0 0 0,0 1 0 0 0,0-1 0 0 0,0 0 0 0 0,1 0 0 0 0,-1-1 0 0 0,0 1 0 0 0,1 0 0 0 0,0 0 0 0 0,-1-1 0 0 0,1 1 0 0 0,0-1 0 0 0,2 2 0 0 0,-2-2-679 0 0,5 2-1323 0 0,-5-1 405 0 0,-18 13-25009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03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60 14097 0 0,'-7'-38'948'0'0,"7"37"-823"0"0,-1-1 0 0 0,1 1 0 0 0,-1 0 0 0 0,1 0 0 0 0,-1 0 0 0 0,0 0 0 0 0,0-1 0 0 0,1 1 0 0 0,-1 0 0 0 0,0 0 0 0 0,0 0 0 0 0,0 1 0 0 0,0-1 0 0 0,0 0 0 0 0,0 0 0 0 0,0 0 0 0 0,-1 1 0 0 0,1-1 0 0 0,0 1 0 0 0,0-1 0 0 0,-1 1 0 0 0,1-1 0 0 0,0 1 0 0 0,0 0 0 0 0,-1 0 0 0 0,1-1 0 0 0,0 1 0 0 0,-1 0 0 0 0,1 0 0 0 0,0 0 0 0 0,-3 1 0 0 0,-4 0 88 0 0,-1 1 0 0 0,0 0 1 0 0,1 1-1 0 0,-1 0 0 0 0,1 0 0 0 0,0 1 0 0 0,0 0 0 0 0,1 0 0 0 0,-1 1 1 0 0,1 0-1 0 0,0 0 0 0 0,0 1 0 0 0,0 0 0 0 0,1 0 0 0 0,-8 10 0 0 0,14-15-186 0 0,-1 1 0 0 0,1-1 0 0 0,0 0-1 0 0,0 1 1 0 0,0-1 0 0 0,0 0 0 0 0,0 1 0 0 0,0-1-1 0 0,0 0 1 0 0,0 1 0 0 0,0-1 0 0 0,1 0-1 0 0,-1 0 1 0 0,0 1 0 0 0,1-1 0 0 0,-1 0 0 0 0,1 0-1 0 0,0 0 1 0 0,-1 1 0 0 0,1-1 0 0 0,0 0-1 0 0,0 0 1 0 0,0 0 0 0 0,1 2 0 0 0,23 23 227 0 0,31 13 126 0 0,-43-31-109 0 0,1 1 0 0 0,-1 1-1 0 0,0 0 1 0 0,-1 1-1 0 0,17 19 1 0 0,-28-28-118 0 0,1-1-1 0 0,-1 1 1 0 0,0 0-1 0 0,0 0 1 0 0,0 1-1 0 0,0-1 1 0 0,0 0-1 0 0,0 0 1 0 0,0 0-1 0 0,-1 1 1 0 0,1-1-1 0 0,-1 0 1 0 0,1 1-1 0 0,-1-1 1 0 0,0 0-1 0 0,0 1 1 0 0,0-1 0 0 0,0 1-1 0 0,-1-1 1 0 0,1 0-1 0 0,-1 3 1 0 0,-1-1-16 0 0,1-1 0 0 0,-1 1 1 0 0,0-1-1 0 0,0 0 0 0 0,-1 0 1 0 0,1 0-1 0 0,-1 0 0 0 0,1 0 1 0 0,-1 0-1 0 0,0-1 0 0 0,-6 5 1 0 0,-2 0 38 0 0,0 0 1 0 0,-1-1 0 0 0,0-1-1 0 0,0 0 1 0 0,0 0 0 0 0,-19 4 0 0 0,-3 0-893 0 0,-5 1 43 0 0,13-4-2865 0 0,5-3-2845 0 0,3-2-4248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04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534 18 14109 0 0,'-1'-2'4'0'0,"0"1"0"0"0,0 0 0 0 0,0-1 0 0 0,-1 1-1 0 0,1 0 1 0 0,0 0 0 0 0,-1 0 0 0 0,1 0 0 0 0,-1 0 0 0 0,1 0-1 0 0,-1 0 1 0 0,0 0 0 0 0,1 1 0 0 0,-1-1 0 0 0,0 1 0 0 0,0-1-1 0 0,1 1 1 0 0,-1 0 0 0 0,0 0 0 0 0,0 0 0 0 0,1 0-1 0 0,-1 0 1 0 0,-3 0 0 0 0,-44 9 1408 0 0,42-8-1390 0 0,-9 3 512 0 0,1 1 1 0 0,-1 0-1 0 0,1 1 1 0 0,0 0 0 0 0,1 1-1 0 0,0 1 1 0 0,-20 14-1 0 0,32-20-434 0 0,0 0 0 0 0,0 0-1 0 0,0 0 1 0 0,0 0 0 0 0,0 0 0 0 0,0 1-1 0 0,0-1 1 0 0,1 1 0 0 0,-1-1-1 0 0,1 1 1 0 0,0 0 0 0 0,0-1 0 0 0,0 1-1 0 0,0 0 1 0 0,0 0 0 0 0,1 0-1 0 0,-1 0 1 0 0,1 0 0 0 0,0 0 0 0 0,0-1-1 0 0,0 1 1 0 0,0 0 0 0 0,0 0 0 0 0,1 0-1 0 0,0 0 1 0 0,0 4 0 0 0,4 3 123 0 0,0 1 1 0 0,0-1-1 0 0,1 1 1 0 0,0-2-1 0 0,11 14 0 0 0,15 28 1055 0 0,-27-41-631 0 0,0 1 0 0 0,-1-1 0 0 0,-1 1 1 0 0,1 0-1 0 0,2 21 0 0 0,-6-29-517 0 0,0 0 1 0 0,0 0 0 0 0,0 0 0 0 0,0 0 0 0 0,-1 0-1 0 0,1 0 1 0 0,-1 0 0 0 0,0-1 0 0 0,0 1 0 0 0,0 0-1 0 0,0 0 1 0 0,0 0 0 0 0,-1-1 0 0 0,1 1 0 0 0,-1-1-1 0 0,0 1 1 0 0,1-1 0 0 0,-1 0 0 0 0,0 0 0 0 0,-1 1-1 0 0,1-2 1 0 0,0 1 0 0 0,-1 0 0 0 0,1 0 0 0 0,-1-1-1 0 0,1 1 1 0 0,-6 1 0 0 0,-7 3-999 0 0,-1-1-1 0 0,0-1 1 0 0,0 0-1 0 0,0-1 1 0 0,-1-1 0 0 0,1-1-1 0 0,-1 0 1 0 0,-31-3-1 0 0,23 1-1037 0 0,0 1 0 0 0,-47 7 0 0 0,65-5 603 0 0,3 0-824 0 0,-2 0-3500 0 0,-13 5-2693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04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1059 317 14413 0 0,'-30'6'158'0'0,"-1"2"-1"0"0,2 0 0 0 0,-1 2 0 0 0,2 1 1 0 0,-1 1-1 0 0,2 2 0 0 0,-1 1 0 0 0,2 1 1 0 0,0 1-1 0 0,1 1 0 0 0,-38 37 0 0 0,30-24 306 0 0,2 2 0 0 0,1 1-1 0 0,2 1 1 0 0,2 1-1 0 0,1 2 1 0 0,1 0 0 0 0,-25 60-1 0 0,38-73-143 0 0,1 1 0 0 0,1 1 0 0 0,1 0 0 0 0,1 0 0 0 0,-5 48 0 0 0,11-64-221 0 0,1 1-1 0 0,0-1 1 0 0,0 0 0 0 0,1 0 0 0 0,1 0 0 0 0,0 0-1 0 0,0 0 1 0 0,1 0 0 0 0,1-1 0 0 0,0 1 0 0 0,0-1 0 0 0,1 0-1 0 0,0 0 1 0 0,1 0 0 0 0,0-1 0 0 0,1 0 0 0 0,8 10 0 0 0,-2-7-40 0 0,0 0 0 0 0,1-1 1 0 0,1 0-1 0 0,0-2 0 0 0,0 0 1 0 0,1 0-1 0 0,0-1 0 0 0,0-1 1 0 0,1-1-1 0 0,0 0 0 0 0,0-1 1 0 0,0-1-1 0 0,1-1 0 0 0,0 0 1 0 0,33 0-1 0 0,10-3-201 0 0,0-2-1 0 0,-1-3 1 0 0,79-17 0 0 0,-68 8-97 0 0,-1-3 0 0 0,0-3 1 0 0,107-48-1 0 0,-139 51 178 0 0,-1-2-1 0 0,-1-1 0 0 0,-1-2 1 0 0,0-2-1 0 0,-2 0 1 0 0,-1-3-1 0 0,49-52 1 0 0,-68 64 78 0 0,-1 0 0 0 0,-1-1 1 0 0,0 0-1 0 0,-2-1 1 0 0,0-1-1 0 0,0 1 0 0 0,-2-1 1 0 0,0-1-1 0 0,-1 1 0 0 0,-1-1 1 0 0,-1 0-1 0 0,3-25 1 0 0,-6 21-3 0 0,0 0-1 0 0,-2 0 1 0 0,0 1 0 0 0,-2-1 0 0 0,0 0 0 0 0,-2 1 0 0 0,0 0 0 0 0,-2 0 0 0 0,0 0 0 0 0,-13-25 0 0 0,4 15-125 0 0,-2 1 0 0 0,-1 0 0 0 0,-1 1 0 0 0,-2 1 1 0 0,-1 1-1 0 0,-1 1 0 0 0,-1 1 0 0 0,-2 2 0 0 0,0 0 0 0 0,-1 2 1 0 0,-2 1-1 0 0,0 1 0 0 0,-1 1 0 0 0,-1 2 0 0 0,-1 2 0 0 0,0 0 1 0 0,-1 3-1 0 0,0 0 0 0 0,-1 3 0 0 0,0 0 0 0 0,0 3 0 0 0,-1 0 1 0 0,0 3-1 0 0,-65 1 0 0 0,33 7-718 0 0,-1 3 0 0 0,2 3-1 0 0,-1 2 1 0 0,2 4 0 0 0,-74 28 0 0 0,37-5-1992 0 0,3 5-1 0 0,-137 83 1 0 0,106-45-2056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11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485 45 5473 0 0,'0'0'3153'0'0,"15"-4"-1564"0"0,-8 1 1670 0 0,42-15 3368 0 0,-46 17-5637 0 0,5-2 237 0 0,-6-2 68 0 0,-8 2 2745 0 0,-11 0-3787 0 0,-1 1-1 0 0,1 0 0 0 0,-1 1 1 0 0,1 1-1 0 0,-1 1 0 0 0,1 1 1 0 0,0 0-1 0 0,-1 1 0 0 0,-30 10 1 0 0,-4 3 160 0 0,0 2 1 0 0,-48 26 0 0 0,79-34-287 0 0,8-5-20 0 0,0 1 1 0 0,0 0-1 0 0,0 1 1 0 0,1 1-1 0 0,0 0 1 0 0,0 0-1 0 0,1 1 1 0 0,-16 16-1 0 0,20-10 34 0 0,10 0-45 0 0,0-10-94 0 0,1 0 0 0 0,0 0 1 0 0,0 0-1 0 0,1 0 0 0 0,-1-1 0 0 0,1 0 0 0 0,0 0 0 0 0,0 0 1 0 0,9 5-1 0 0,59 27-4 0 0,-36-19 0 0 0,39 19 2 0 0,-42-22 0 0 0,0 2 0 0 0,-1 1 0 0 0,-1 2 0 0 0,0 1 0 0 0,55 47 0 0 0,-85-65 0 0 0,1 0 0 0 0,-2 0 0 0 0,1 0 0 0 0,0 0 0 0 0,0 0 0 0 0,0 0 0 0 0,-1 0 0 0 0,1 1 0 0 0,-1-1 0 0 0,0 0 0 0 0,0 1 0 0 0,0-1 0 0 0,0 1 0 0 0,0 0 0 0 0,0-1 0 0 0,-1 1 0 0 0,1 0 0 0 0,-1-1 0 0 0,0 1 0 0 0,0 0 0 0 0,0 0 0 0 0,-1 3 0 0 0,0-3 0 0 0,0 0 0 0 0,-1 0 0 0 0,1 0 0 0 0,-1 0 0 0 0,0 0 0 0 0,0 0 0 0 0,0 0 0 0 0,0-1 0 0 0,0 1 0 0 0,-1-1 0 0 0,1 0 0 0 0,-1 0 0 0 0,0 0 0 0 0,0 0 0 0 0,-4 2 0 0 0,-7 4 0 0 0,-2-1 0 0 0,1-1 0 0 0,-1 0 0 0 0,0-1 0 0 0,-32 6 0 0 0,-38-3 4 0 0,79-8-6 0 0,1 0 0 0 0,0 0 0 0 0,-1-1 1 0 0,1 0-1 0 0,0 0 0 0 0,0 0 0 0 0,0-1 0 0 0,0 0 0 0 0,0 0 0 0 0,-11-6 0 0 0,16 8-208 0 0,0-1 0 0 0,0 0 0 0 0,0 1 0 0 0,1-1 0 0 0,-1 0-1 0 0,0 0 1 0 0,1 0 0 0 0,-1 1 0 0 0,0-1 0 0 0,1 0 0 0 0,-1 0-1 0 0,1 0 1 0 0,-1 0 0 0 0,1 0 0 0 0,0 0 0 0 0,-1 0 0 0 0,1 0-1 0 0,0 0 1 0 0,0 0 0 0 0,0 0 0 0 0,0 0 0 0 0,0-1 0 0 0,0 1-1 0 0,0 0 1 0 0,0 0 0 0 0,0 0 0 0 0,0 0 0 0 0,0 0 0 0 0,1 0 0 0 0,-1 0-1 0 0,0 0 1 0 0,1 0 0 0 0,-1 0 0 0 0,1 0 0 0 0,-1 0 0 0 0,1 0-1 0 0,0 0 1 0 0,-1 1 0 0 0,1-1 0 0 0,0 0 0 0 0,0 0 0 0 0,-1 1-1 0 0,1-1 1 0 0,0 0 0 0 0,0 1 0 0 0,0-1 0 0 0,0 1 0 0 0,1-1-1 0 0,46-30-10153 0 0,-3 12 132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11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81 17966 0 0,'-3'-6'276'0'0,"0"-1"1"0"0,0 1 0 0 0,-1-1 0 0 0,0 1 0 0 0,0 0 0 0 0,-1 0 0 0 0,1 1-1 0 0,-1 0 1 0 0,-1-1 0 0 0,1 1 0 0 0,-1 1 0 0 0,-6-5 0 0 0,9 7 2986 0 0,-5 26-2285 0 0,8-24-969 0 0,0 0 0 0 0,0 1 1 0 0,0-1-1 0 0,0 0 0 0 0,0 0 1 0 0,-1 1-1 0 0,1-1 0 0 0,0 0 1 0 0,0 0-1 0 0,0 1 0 0 0,0-1 1 0 0,0 0-1 0 0,0 0 0 0 0,0 1 0 0 0,0-1 1 0 0,0 0-1 0 0,1 0 0 0 0,-1 1 1 0 0,0-1-1 0 0,0 0 0 0 0,0 0 1 0 0,0 1-1 0 0,0-1 0 0 0,0 0 1 0 0,0 0-1 0 0,1 1 0 0 0,-1-1 1 0 0,0 0-1 0 0,0 0 0 0 0,0 0 1 0 0,0 1-1 0 0,1-1 0 0 0,-1 0 1 0 0,0 0-1 0 0,0 0 0 0 0,1 0 1 0 0,-1 0-1 0 0,0 1 0 0 0,0-1 0 0 0,1 0 1 0 0,-1 0-1 0 0,0 0 0 0 0,0 0 1 0 0,1 0-1 0 0,93 52 929 0 0,-68-39-601 0 0,0 0-1 0 0,-1 2 1 0 0,43 33 0 0 0,-62-42-166 0 0,1 0-1 0 0,-1 1 1 0 0,0-1 0 0 0,0 1 0 0 0,-1 0-1 0 0,0 1 1 0 0,0 0 0 0 0,-1-1-1 0 0,0 1 1 0 0,0 1 0 0 0,-1-1 0 0 0,0 1-1 0 0,0-1 1 0 0,-1 1 0 0 0,0 0-1 0 0,-1 0 1 0 0,1 9 0 0 0,-3 25 53 0 0,-2 0 0 0 0,-2-1 0 0 0,-1 1 0 0 0,-22 72-1 0 0,4-17-367 0 0,2-10-4443 0 0,12-60 460 0 0,-2-3-3314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12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82 202 15425 0 0,'-36'-19'1298'0'0,"1"2"3804"0"0,33 16-3806 0 0,-7-3 281 0 0,9 4-1512 0 0,0 0-1 0 0,1 0 1 0 0,-1 0-1 0 0,0 0 1 0 0,0 0-1 0 0,0 0 0 0 0,0 0 1 0 0,1 0-1 0 0,-1 0 1 0 0,0 0-1 0 0,0 0 1 0 0,0 0-1 0 0,0 0 1 0 0,1 0-1 0 0,-1 0 1 0 0,0 0-1 0 0,0 0 0 0 0,0 0 1 0 0,0 0-1 0 0,1 0 1 0 0,-1-1-1 0 0,0 1 1 0 0,0 0-1 0 0,0 0 1 0 0,0 0-1 0 0,0 0 1 0 0,0 0-1 0 0,1 0 0 0 0,-1 0 1 0 0,0-1-1 0 0,0 1 1 0 0,0 0-1 0 0,0 0 1 0 0,0 0-1 0 0,0 0 1 0 0,0 0-1 0 0,0-1 1 0 0,0 1-1 0 0,0 0 1 0 0,0 0-1 0 0,0 0 0 0 0,0 0 1 0 0,1-1-1 0 0,-1 1 1 0 0,0 0-1 0 0,0 0 1 0 0,-1 0-1 0 0,1 0 1 0 0,0-1-1 0 0,0 1 1 0 0,0 0-1 0 0,0 0 0 0 0,0 0 1 0 0,0 0-1 0 0,0-1 1 0 0,0 1-1 0 0,0 0 1 0 0,0 0-1 0 0,0 0 1 0 0,0 0-1 0 0,-1 0 1 0 0,168-22-576 0 0,59-10-5894 0 0,-191 24 3756 0 0,0-1-1 0 0,-1-1 1 0 0,-1-2-1 0 0,48-24 0 0 0,-38 11-4025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12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1935 0 12589 0 0,'-91'7'118'0'0,"1"4"0"0"0,0 4 1 0 0,1 4-1 0 0,1 3 0 0 0,2 5 0 0 0,-86 38 0 0 0,52-11 643 0 0,3 5 1 0 0,2 5-1 0 0,-162 121 1 0 0,197-124 101 0 0,3 3 1 0 0,-114 122 0 0 0,161-153-524 0 0,2 2 0 0 0,1 1 1 0 0,1 1-1 0 0,2 1 0 0 0,2 1 0 0 0,2 1 0 0 0,1 1 0 0 0,-15 51 0 0 0,28-70-136 0 0,1-1 0 0 0,1 1 0 0 0,1 0 0 0 0,1 0 0 0 0,1 0-1 0 0,1 0 1 0 0,1 0 0 0 0,0 0 0 0 0,2 0 0 0 0,1-1 0 0 0,9 33 0 0 0,-3-27-11 0 0,0-1 0 0 0,2 0 0 0 0,1-1 0 0 0,1-1 0 0 0,1 0 0 0 0,1-1 0 0 0,1 0 1 0 0,21 21-1 0 0,-1-7 116 0 0,1-1 0 0 0,2-2 0 0 0,74 49 0 0 0,-41-39 163 0 0,105 49 0 0 0,-80-50-183 0 0,2-4-1 0 0,1-5 0 0 0,2-4 0 0 0,0-5 1 0 0,2-4-1 0 0,1-5 0 0 0,190 5 0 0 0,-217-23-139 0 0,-1-3-1 0 0,0-3 1 0 0,-1-4 0 0 0,126-35-1 0 0,-143 28-53 0 0,-1-3 0 0 0,-1-2 0 0 0,-1-3 0 0 0,-2-3 0 0 0,0-1 0 0 0,65-52 0 0 0,-84 54-58 0 0,-1-1 0 0 0,-1-2 0 0 0,-2-1 0 0 0,-1-2 0 0 0,-2-1 0 0 0,-1-2 0 0 0,-2 0 0 0 0,27-54 0 0 0,-36 58-15 0 0,-2-2 0 0 0,-1 0 0 0 0,-2-1 0 0 0,-1 0 0 0 0,-3-1 0 0 0,0 0 0 0 0,-3 0-1 0 0,-1-1 1 0 0,-2 0 0 0 0,-3-55 0 0 0,-3 49-92 0 0,-3-1 0 0 0,-1 1 0 0 0,-2 0 0 0 0,-3 1 0 0 0,-1 0-1 0 0,-2 1 1 0 0,-2 1 0 0 0,-1 0 0 0 0,-3 1 0 0 0,-1 2 0 0 0,-31-41 0 0 0,29 49-17 0 0,-1 1 0 0 0,-1 1 0 0 0,-1 1 0 0 0,-1 1 0 0 0,-2 2-1 0 0,0 1 1 0 0,-2 2 0 0 0,-1 1 0 0 0,0 1 0 0 0,-1 2 0 0 0,-1 2 0 0 0,-1 1 0 0 0,-52-14 0 0 0,21 14-318 0 0,-1 3 1 0 0,0 4 0 0 0,-1 2-1 0 0,1 3 1 0 0,-1 3-1 0 0,1 4 1 0 0,-81 13 0 0 0,12 9-1316 0 0,0 5 1 0 0,-203 75 0 0 0,-70 70-4166 0 0,161-30-1696 0 0,159-79 589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29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691 19 12001 0 0,'0'0'-418'0'0,"4"-15"2208"0"0,-4 15-1701 0 0,0 0 0 0 0,-1 1 0 0 0,1-1 0 0 0,0 0 0 0 0,0 0 0 0 0,0 0 0 0 0,0 0 0 0 0,-1 0 0 0 0,1 0 0 0 0,0 0 0 0 0,0 0 0 0 0,0 0 0 0 0,-1 0 0 0 0,1 0 0 0 0,0 0 0 0 0,0 0 0 0 0,0 0 0 0 0,-1 0 0 0 0,1 0 0 0 0,0 0 0 0 0,0 0 0 0 0,0 0 0 0 0,-1 0 0 0 0,1 0 0 0 0,0 0 0 0 0,0 0 0 0 0,0 0 0 0 0,0 0 0 0 0,-1 0 0 0 0,1 0 0 0 0,0 0 0 0 0,0-1 0 0 0,0 1 0 0 0,0 0 0 0 0,-1 0 0 0 0,1 0 0 0 0,0 0 0 0 0,0 0 0 0 0,0-1 0 0 0,0 1 0 0 0,0 0 0 0 0,0 0 0 0 0,0 0-1 0 0,-1 0 1 0 0,1-1 0 0 0,0 1 0 0 0,0 0 0 0 0,0 0 0 0 0,0 0 0 0 0,0-1 0 0 0,0 1 0 0 0,0 0 0 0 0,0 0 0 0 0,0 0 0 0 0,0-1 0 0 0,-114 107 2264 0 0,-4-4-1 0 0,-157 100 1 0 0,248-183-1654 0 0,18-12-305 0 0,-1 0 1 0 0,0-1 0 0 0,-17 9-1 0 0,1-1 460 0 0,24-12-993 0 0,0 0-1 0 0,-1 0 1 0 0,1-1-1 0 0,-1 1 0 0 0,0-1 1 0 0,1 0-1 0 0,-1 1 1 0 0,0-1-1 0 0,0-1 0 0 0,-3 2 1 0 0,-5-1-12983 0 0,0 1 9398 0 0,0 1 1742 0 0,5-3-4344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30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61 11685 0 0,'43'-23'-478'0'0,"-41"23"673"0"0,48-31 2946 0 0,-44 26-478 0 0,-12 4-1123 0 0,-32 10-734 0 0,-57 27-610 0 0,-70 64 1624 0 0,165-100-1796 0 0,-1 1 0 0 0,0-1 0 0 0,0 1 0 0 0,1 0 0 0 0,-1 0 0 0 0,0-1 1 0 0,1 1-1 0 0,-1 0 0 0 0,1 0 0 0 0,-1 0 0 0 0,1 0 0 0 0,0-1 0 0 0,-1 1 0 0 0,1 0 0 0 0,0 0 0 0 0,-1 0 0 0 0,1 0 0 0 0,0 0 1 0 0,0 0-1 0 0,0 0 0 0 0,0 0 0 0 0,0 0 0 0 0,0 0 0 0 0,0 0 0 0 0,0 0 0 0 0,1 0 0 0 0,-1 0 0 0 0,0 0 0 0 0,0 0 0 0 0,1-1 0 0 0,-1 1 1 0 0,1 0-1 0 0,-1 0 0 0 0,1 0 0 0 0,-1 0 0 0 0,1-1 0 0 0,-1 1 0 0 0,1 0 0 0 0,0 0 0 0 0,0 0 0 0 0,25 24 296 0 0,-21-22-278 0 0,19 15 446 0 0,33 30 0 0 0,-52-42-323 0 0,0-1-1 0 0,0 1 0 0 0,0 0 0 0 0,-1 0 1 0 0,1 0-1 0 0,-1 0 0 0 0,-1 1 1 0 0,1 0-1 0 0,-1 0 0 0 0,4 14 0 0 0,-6-17-68 0 0,-1 1 0 0 0,1 0 0 0 0,-1 0 0 0 0,0-1-1 0 0,0 1 1 0 0,0 0 0 0 0,-1 0 0 0 0,0-1 0 0 0,0 1 0 0 0,0 0-1 0 0,0-1 1 0 0,-1 1 0 0 0,1-1 0 0 0,-1 0 0 0 0,-1 1 0 0 0,1-1-1 0 0,0 0 1 0 0,-1 0 0 0 0,0 0 0 0 0,0-1 0 0 0,0 1 0 0 0,0-1-1 0 0,-1 1 1 0 0,1-1 0 0 0,-1 0 0 0 0,0 0 0 0 0,-7 3 0 0 0,-9 6 103 0 0,-2-1 1 0 0,1-1 0 0 0,-1-1-1 0 0,-29 7 1 0 0,19-5-314 0 0,-61 15-4764 0 0,90-25 3659 0 0,2 0-1185 0 0,-5 0 3761 0 0,3-1-4853 0 0,33-22-13276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31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1 10633 0 0,'0'0'125'0'0,"-5"0"173"0"0,-35 8 1443 0 0,37-8-957 0 0,-2 1 55 0 0,-32 6 2453 0 0,34-6 1694 0 0,13 1-4754 0 0,-4-2-181 0 0,0 1 1 0 0,0 0-1 0 0,0 0 0 0 0,0 1 0 0 0,-1 0 1 0 0,1 0-1 0 0,-1 0 0 0 0,1 1 1 0 0,-1 0-1 0 0,0 0 0 0 0,0 0 0 0 0,0 0 1 0 0,-1 1-1 0 0,1 0 0 0 0,-1 0 0 0 0,0 0 1 0 0,0 0-1 0 0,0 1 0 0 0,0 0 1 0 0,3 6-1 0 0,2 10 170 0 0,-1 0 0 0 0,-1 1 1 0 0,-1-1-1 0 0,-1 1 0 0 0,4 37 0 0 0,4 17 13 0 0,-12-17-4269 0 0,-1-58 2410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31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30 236 9945 0 0,'-27'-17'2439'0'0,"25"16"1390"0"0,4-3-2976 0 0,3-2-631 0 0,0 1-1 0 0,-1 0 0 0 0,2 0 0 0 0,-1 0 1 0 0,0 0-1 0 0,1 1 0 0 0,0 0 0 0 0,0 0 1 0 0,13-5-1 0 0,71-29 754 0 0,-54 24-743 0 0,17-8-212 0 0,82-31-1335 0 0,-47 27-3667 0 0,-81 20 2911 0 0,-5 3 203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31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1062 318 8225 0 0,'-25'-11'177'0'0,"-1"2"0"0"0,0 1 0 0 0,-1 1 0 0 0,-35-4 0 0 0,58 11-107 0 0,-1 0-1 0 0,1 0 0 0 0,0 0 1 0 0,-1 1-1 0 0,1 0 1 0 0,0-1-1 0 0,0 2 0 0 0,0-1 1 0 0,0 0-1 0 0,0 1 1 0 0,0 0-1 0 0,0 0 0 0 0,0 0 1 0 0,1 0-1 0 0,-1 1 1 0 0,1-1-1 0 0,-1 1 0 0 0,1 0 1 0 0,-6 6-1 0 0,-1 3 200 0 0,0 1 0 0 0,0 0 0 0 0,-13 23 0 0 0,11-10 29 0 0,0 0 0 0 0,2 0 1 0 0,0 1-1 0 0,2 1 0 0 0,1-1 1 0 0,2 1-1 0 0,0 0 0 0 0,2 1 1 0 0,1-1-1 0 0,2 1 0 0 0,0-1 1 0 0,8 52-1 0 0,1-28 52 0 0,1-1 0 0 0,3 0 1 0 0,2-1-1 0 0,2 0 0 0 0,3-1 0 0 0,27 50 0 0 0,-34-76-281 0 0,1-2 0 0 0,1 0 1 0 0,1 0-1 0 0,1-2 0 0 0,0 0 0 0 0,1-1 1 0 0,2-1-1 0 0,-1 0 0 0 0,2-2 0 0 0,0 0 0 0 0,1-1 1 0 0,0-1-1 0 0,1-2 0 0 0,0 0 0 0 0,1-1 1 0 0,0-2-1 0 0,1 0 0 0 0,0-1 0 0 0,0-2 0 0 0,0-1 1 0 0,1-1-1 0 0,0 0 0 0 0,-1-2 0 0 0,1-2 0 0 0,0 0 1 0 0,-1-1-1 0 0,45-11 0 0 0,-18-1-87 0 0,-1-3 0 0 0,-1-2 0 0 0,83-45 0 0 0,-99 44-33 0 0,-1 0 1 0 0,-1-2 0 0 0,0-2-1 0 0,-2-1 1 0 0,-1-1 0 0 0,25-30-1 0 0,-40 40 30 0 0,-2-1 0 0 0,0 0 0 0 0,-1-1-1 0 0,-1 0 1 0 0,-1 0 0 0 0,0-1 0 0 0,-2-1-1 0 0,0 1 1 0 0,-1-1 0 0 0,-1 0 0 0 0,3-25-1 0 0,-5 16 6 0 0,-1 0 0 0 0,-1-1 0 0 0,-2 1 0 0 0,-2 0 1 0 0,0 0-1 0 0,-2 0 0 0 0,-11-38 0 0 0,2 23 24 0 0,-2 0 1 0 0,-1 2 0 0 0,-3 0 0 0 0,-1 1-1 0 0,-2 1 1 0 0,-2 1 0 0 0,-2 1 0 0 0,-1 1-1 0 0,-64-63 1 0 0,71 80 22 0 0,-2 1 0 0 0,0 1-1 0 0,-2 1 1 0 0,1 1 0 0 0,-2 1-1 0 0,0 2 1 0 0,-1 0 0 0 0,0 2 0 0 0,-1 1-1 0 0,-41-10 1 0 0,35 14-5 0 0,1 1 0 0 0,-2 2-1 0 0,1 1 1 0 0,0 2 0 0 0,0 1 0 0 0,0 2 0 0 0,0 1-1 0 0,-61 16 1 0 0,31-1-230 0 0,1 3 1 0 0,1 3-1 0 0,2 3 0 0 0,1 2 1 0 0,1 3-1 0 0,1 2 0 0 0,-88 74 0 0 0,59-36-2001 0 0,4 4 0 0 0,3 4-1 0 0,-119 158 1 0 0,140-160-1014 0 0,3-13-946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38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755 4 11797 0 0,'0'0'97'0'0,"0"0"-1"0"0,0 0 0 0 0,0 0 1 0 0,0 0-1 0 0,-1 0 1 0 0,1 0-1 0 0,0 0 1 0 0,0 0-1 0 0,0 0 1 0 0,0 0-1 0 0,0 0 1 0 0,0 0-1 0 0,0-1 0 0 0,0 1 1 0 0,0 0-1 0 0,0 0 1 0 0,-1 0-1 0 0,1 0 1 0 0,0 0-1 0 0,0 0 1 0 0,0 0-1 0 0,0-1 1 0 0,0 1-1 0 0,0 0 1 0 0,0 0-1 0 0,0 0 0 0 0,0 0 1 0 0,0 0-1 0 0,0 0 1 0 0,0 0-1 0 0,0-1 1 0 0,0 1-1 0 0,0 0 1 0 0,0 0-1 0 0,0 0 1 0 0,-17 17 818 0 0,-26 34-468 0 0,-368 638 3781 0 0,369-603-3549 0 0,-47 133 0 0 0,77-183-443 0 0,2 1 1 0 0,1 0 0 0 0,2 1-1 0 0,2 0 1 0 0,1 0 0 0 0,2 63-1 0 0,2-98-209 0 0,0 0-1 0 0,0-1 1 0 0,0 1-1 0 0,1 0 1 0 0,-1 0-1 0 0,1 0 1 0 0,-1 0-1 0 0,1-1 0 0 0,0 1 1 0 0,0 0-1 0 0,1-1 1 0 0,-1 1-1 0 0,0-1 1 0 0,1 1-1 0 0,0-1 1 0 0,-1 0-1 0 0,1 1 1 0 0,0-1-1 0 0,0 0 1 0 0,0 0-1 0 0,3 1 1 0 0,-2-2-14 0 0,0 0 0 0 0,0 0 0 0 0,0 0 0 0 0,0-1 0 0 0,0 1 0 0 0,0-1 0 0 0,0 0 0 0 0,0 0 0 0 0,0 0 0 0 0,0 0 0 0 0,0-1 0 0 0,0 1 0 0 0,0-1 0 0 0,0 0 0 0 0,0 0 0 0 0,0 0 0 0 0,0 0 0 0 0,0 0 0 0 0,0-1 0 0 0,3-2 0 0 0,22-12-4 0 0,-1-1 0 0 0,-1-2 0 0 0,-1-1-1 0 0,0-1 1 0 0,-2 0 0 0 0,0-2 0 0 0,28-38-1 0 0,-3-4-11 0 0,72-128-1 0 0,-81 117 32 0 0,-3-1 0 0 0,-4-2 0 0 0,-3-1 0 0 0,-3-2 0 0 0,-4 0 0 0 0,14-110 0 0 0,-34 181 4 0 0,-1 6-10 0 0,0 0 0 0 0,0 0 0 0 0,0 0 1 0 0,0-1-1 0 0,-1 1 0 0 0,0 0 0 0 0,0-1 0 0 0,0 1 0 0 0,-1 0 0 0 0,0 0 0 0 0,0-1 0 0 0,0 1 1 0 0,-1 0-1 0 0,1 0 0 0 0,-1 0 0 0 0,-4-6 0 0 0,5 10-11 0 0,-1 0 0 0 0,1 0-1 0 0,-1 0 1 0 0,0 0 0 0 0,1 0 0 0 0,-1 1 0 0 0,0-1-1 0 0,0 0 1 0 0,1 1 0 0 0,-1 0 0 0 0,0-1 0 0 0,0 1-1 0 0,0 0 1 0 0,1 0 0 0 0,-1 0 0 0 0,0 0 0 0 0,0 0-1 0 0,0 0 1 0 0,1 1 0 0 0,-1-1 0 0 0,0 1 0 0 0,0-1-1 0 0,1 1 1 0 0,-1 0 0 0 0,0-1 0 0 0,1 1 0 0 0,-4 2 0 0 0,-47 31 117 0 0,45-29-98 0 0,-46 37 132 0 0,1 2 1 0 0,3 2 0 0 0,-86 104 0 0 0,70-65 111 0 0,-96 167-1 0 0,125-187-140 0 0,4 1-1 0 0,-37 103 1 0 0,60-141-84 0 0,0 2 1 0 0,2-1 0 0 0,1 1-1 0 0,2 0 1 0 0,1 0-1 0 0,1 1 1 0 0,1-1-1 0 0,7 56 1 0 0,-3-71-34 0 0,0 0 0 0 0,1 1 0 0 0,0-1 0 0 0,2-1 0 0 0,0 1 0 0 0,0-1 0 0 0,1 0 0 0 0,1 0 0 0 0,0-1 0 0 0,1 0 0 0 0,1-1 0 0 0,0 0 0 0 0,12 12 0 0 0,-12-15-51 0 0,0-1 1 0 0,1 0 0 0 0,0-1-1 0 0,0 0 1 0 0,0 0 0 0 0,1-1-1 0 0,0-1 1 0 0,0 0-1 0 0,0-1 1 0 0,1 0 0 0 0,0-1-1 0 0,0 0 1 0 0,0-1 0 0 0,0 0-1 0 0,25-1 1 0 0,-8-3-57 0 0,0-2 0 0 0,-1 0 1 0 0,0-2-1 0 0,0-2 0 0 0,0 0 0 0 0,-1-2 0 0 0,-1-1 1 0 0,1-1-1 0 0,-2-2 0 0 0,0 0 0 0 0,-1-2 0 0 0,0-1 1 0 0,39-34-1 0 0,-24 14 28 0 0,-2-1 1 0 0,-2-1-1 0 0,-1-2 0 0 0,-3-2 1 0 0,-1-1-1 0 0,46-88 0 0 0,-40 55 171 0 0,-4-3 0 0 0,-4 0 0 0 0,-3-2 0 0 0,-3-1 0 0 0,-4 0 0 0 0,-4-2 0 0 0,-4 0 0 0 0,1-162 0 0 0,-12 229-30 0 0,-5-64 228 0 0,5 77-274 0 0,-1 1-1 0 0,0-1 1 0 0,0 1 0 0 0,0 0-1 0 0,-1-1 1 0 0,0 1-1 0 0,1 0 1 0 0,-1-1-1 0 0,-1 1 1 0 0,1 1-1 0 0,-1-1 1 0 0,1 0-1 0 0,-7-6 1 0 0,7 9-15 0 0,0-1-1 0 0,1 1 1 0 0,-1 0 0 0 0,0 0-1 0 0,0 1 1 0 0,0-1 0 0 0,0 0-1 0 0,0 1 1 0 0,0-1 0 0 0,0 1 0 0 0,0-1-1 0 0,0 1 1 0 0,0 0 0 0 0,0 0-1 0 0,0 0 1 0 0,0 0 0 0 0,0 0-1 0 0,-1 1 1 0 0,-2 0 0 0 0,-38 16 196 0 0,13 1-106 0 0,1 2 0 0 0,1 0-1 0 0,1 2 1 0 0,0 1 0 0 0,2 1-1 0 0,1 1 1 0 0,1 2 0 0 0,-24 34-1 0 0,6-4 73 0 0,1 1-1 0 0,3 2 0 0 0,3 1 1 0 0,-50 126-1 0 0,67-138-86 0 0,2 0 0 0 0,2 1 0 0 0,2 0 1 0 0,2 1-1 0 0,3 0 0 0 0,1 0 0 0 0,4 74 0 0 0,4-98-70 0 0,0 0-1 0 0,1 0 1 0 0,2 0 0 0 0,0-1-1 0 0,2 0 1 0 0,1 0 0 0 0,1-1-1 0 0,2-1 1 0 0,0 1 0 0 0,1-2-1 0 0,23 31 1 0 0,-26-41-24 0 0,0 0 1 0 0,2 0 0 0 0,-1-1-1 0 0,2-1 1 0 0,0 0 0 0 0,0-1-1 0 0,0 0 1 0 0,1-1 0 0 0,1-1-1 0 0,0 0 1 0 0,0-1 0 0 0,0 0-1 0 0,1-2 1 0 0,0 1 0 0 0,0-2-1 0 0,0 0 1 0 0,1-1 0 0 0,-1-1-1 0 0,27 0 1 0 0,-17-3-8 0 0,0-1 1 0 0,0-1-1 0 0,0-2 0 0 0,0 0 1 0 0,-1-2-1 0 0,0-1 1 0 0,-1-1-1 0 0,1-1 1 0 0,-2-1-1 0 0,1-1 0 0 0,-2-1 1 0 0,0-1-1 0 0,0-1 1 0 0,36-32-1 0 0,-26 16 11 0 0,-1-1 0 0 0,-2-2 1 0 0,-1-1-1 0 0,-2-1 0 0 0,-1-1 0 0 0,-2-1 1 0 0,-2-1-1 0 0,17-43 0 0 0,-17 30 67 0 0,-3 0-1 0 0,-2-2 1 0 0,-3 0 0 0 0,-2-1-1 0 0,6-77 1 0 0,-14 90 2 0 0,-2 0-1 0 0,-2 0 1 0 0,-1 1-1 0 0,-3-1 1 0 0,-1 1-1 0 0,-2 0 1 0 0,-25-72-1 0 0,29 100-41 0 0,-1 0 0 0 0,-1 1 0 0 0,1 0 0 0 0,-2 1 0 0 0,0-1 0 0 0,0 1 0 0 0,-1 0 0 0 0,-1 1 0 0 0,0 0-1 0 0,0 0 1 0 0,-21-16 0 0 0,22 21-12 0 0,0 0-1 0 0,-1 1 1 0 0,1 0-1 0 0,-1 1 1 0 0,0 0-1 0 0,0 0 1 0 0,0 1-1 0 0,0 0 1 0 0,-1 1-1 0 0,1 0 1 0 0,-1 0-1 0 0,1 1 1 0 0,0 0-1 0 0,-1 1 1 0 0,1 0-1 0 0,-1 0 1 0 0,-17 5-1 0 0,-16 7 18 0 0,1 2 0 0 0,0 1 0 0 0,1 2 0 0 0,1 2 0 0 0,-49 32 0 0 0,29-12-283 0 0,3 2-1 0 0,-83 79 1 0 0,110-91-416 0 0,1 1-1 0 0,1 2 1 0 0,-32 49-1 0 0,48-62-312 0 0,0 1 0 0 0,1 1-1 0 0,0 0 1 0 0,2 0 0 0 0,1 1 0 0 0,1 0 0 0 0,-5 27 0 0 0,9 4-3156 0 0,8-20-1781 0 0,6-1-3691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0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161 176 17206 0 0,'3'-91'1614'0'0,"1"6"8230"0"0,-4 85-9548 0 0,3 20 820 0 0,0 36-548 0 0,-27 251 677 0 0,15-249-1026 0 0,-2-1 1 0 0,-2 0-1 0 0,-28 70 1 0 0,31-103-3063 0 0,-28 45 0 0 0,14-30-13 0 0,21-75-19513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0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95 163 18194 0 0,'-57'-40'2749'0'0,"23"12"2687"0"0,34 28-5361 0 0,0-1 1 0 0,-1 1-1 0 0,1-1 0 0 0,-1 0 0 0 0,1 1 1 0 0,0-1-1 0 0,0 1 0 0 0,-1-1 0 0 0,1 0 1 0 0,0 1-1 0 0,0-1 0 0 0,0 0 0 0 0,0 0 1 0 0,0 1-1 0 0,0-1 0 0 0,0 0 0 0 0,0 1 1 0 0,0-1-1 0 0,0 0 0 0 0,0 1 1 0 0,0-1-1 0 0,0 0 0 0 0,1 1 0 0 0,-1-1 1 0 0,0 0-1 0 0,0 1 0 0 0,1-1 0 0 0,-1 0 1 0 0,1 1-1 0 0,-1-1 0 0 0,0 1 0 0 0,1-1 1 0 0,-1 1-1 0 0,1-1 0 0 0,-1 1 0 0 0,1-1 1 0 0,-1 1-1 0 0,1 0 0 0 0,0-1 0 0 0,-1 1 1 0 0,2-1-1 0 0,22-13 616 0 0,5 3-559 0 0,1 1 1 0 0,0 2-1 0 0,0 2 1 0 0,0 0 0 0 0,45-1-1 0 0,-34 2-1114 0 0,1 3 0 0 0,-1 1 0 0 0,1 3 0 0 0,-1 1 0 0 0,56 11 0 0 0,-81-10 177 0 0,-1 0 0 0 0,1 2 1 0 0,-1-1-1 0 0,0 2 0 0 0,0 0 0 0 0,-1 1 1 0 0,17 11-1 0 0,-23-12 70 0 0,0-1-1 0 0,0 1 1 0 0,-1 0 0 0 0,0 1 0 0 0,0 0 0 0 0,-1 0-1 0 0,0 1 1 0 0,0-1 0 0 0,-1 1 0 0 0,-1 0 0 0 0,1 1-1 0 0,4 13 1 0 0,4 39-6547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0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180 352 13377 0 0,'-83'31'937'0'0,"-14"6"4187"0"0,108-42 681 0 0,94-40-5852 0 0,313-106-5298 0 0,-9-28-7225 0 0,-337 139 7145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1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96 10345 0 0,'10'-19'238'0'0,"-7"14"111"0"0,0 0-1 0 0,0 0 1 0 0,-1 0-1 0 0,0 0 1 0 0,0 0-1 0 0,0-1 1 0 0,-1 1 0 0 0,1 0-1 0 0,0-9 1 0 0,-2 12 756 0 0,-2-8 352 0 0,-2 5-328 0 0,0 9 2383 0 0,-2 8-3187 0 0,0 0 0 0 0,1 0 0 0 0,0 0 0 0 0,1 1-1 0 0,1-1 1 0 0,0 1 0 0 0,-2 20 0 0 0,-1 103 1266 0 0,1-11-355 0 0,-4 15 384 0 0,9-137-1240 0 0,2-14-273 0 0,10-37 77 0 0,1 0 1 0 0,3 1-1 0 0,2 0 0 0 0,1 2 0 0 0,3 0 0 0 0,1 2 0 0 0,46-64 0 0 0,-64 101-87 0 0,0 0 0 0 0,0 0-1 0 0,0 1 1 0 0,1-1 0 0 0,9-6 0 0 0,-12 10-43 0 0,0 1 0 0 0,-1-1 0 0 0,1 1 0 0 0,0-1 0 0 0,0 1 0 0 0,0 0 0 0 0,0 0 0 0 0,0 1 0 0 0,0-1 0 0 0,0 0 1 0 0,0 1-1 0 0,0 0 0 0 0,0 0 0 0 0,0 0 0 0 0,0 0 0 0 0,0 0 0 0 0,0 0 0 0 0,1 1 0 0 0,2 1 0 0 0,6 3 30 0 0,0 0 0 0 0,0 1 0 0 0,-1 0 0 0 0,1 1-1 0 0,-2 1 1 0 0,1 0 0 0 0,-1 0 0 0 0,17 19 0 0 0,73 93-55 0 0,-71-83-135 0 0,0 6-1098 0 0,11 14-4030 0 0,-9-29-5182 0 0,-25-27 4791 0 0,15 2-2658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1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522 30 14797 0 0,'-1'-2'130'0'0,"0"0"-1"0"0,0 0 1 0 0,-1 0-1 0 0,1 0 1 0 0,-1 1-1 0 0,1-1 1 0 0,-1 0-1 0 0,0 0 1 0 0,0 1-1 0 0,0 0 1 0 0,1-1-1 0 0,-1 1 1 0 0,-1 0-1 0 0,1 0 1 0 0,0 0-1 0 0,0 0 1 0 0,0 0-1 0 0,-1 0 1 0 0,1 0-1 0 0,-3 0 1 0 0,0 1 96 0 0,1 0 0 0 0,-1 0 0 0 0,0 0 0 0 0,1 1 0 0 0,-1 0 0 0 0,1 0 0 0 0,-1 0 0 0 0,1 0 0 0 0,-9 4 0 0 0,-4 3 414 0 0,-1 1-1 0 0,1 2 0 0 0,-27 20 1 0 0,44-31-636 0 0,-18 14 291 0 0,1 0-1 0 0,1 2 1 0 0,0-1-1 0 0,1 2 1 0 0,1 0-1 0 0,1 1 1 0 0,0 0-1 0 0,-16 31 1 0 0,25-40-245 0 0,0 0 0 0 0,0 0 1 0 0,1 0-1 0 0,0 0 0 0 0,0 0 1 0 0,1 1-1 0 0,0-1 0 0 0,1 1 1 0 0,0 0-1 0 0,1-1 0 0 0,0 1 1 0 0,0 0-1 0 0,1-1 0 0 0,0 1 1 0 0,1 0-1 0 0,0-1 0 0 0,0 1 1 0 0,1-1-1 0 0,0 0 0 0 0,1 0 1 0 0,8 15-1 0 0,7 3 814 0 0,0-1 0 0 0,25 23 0 0 0,-28-32-184 0 0,-1 1 0 0 0,0 0-1 0 0,-1 1 1 0 0,-1 0-1 0 0,17 36 1 0 0,-29-53-680 0 0,0 1 0 0 0,-1-1 0 0 0,1 1 0 0 0,-1 0 0 0 0,0-1 0 0 0,0 1 0 0 0,0 0 0 0 0,0-1 0 0 0,0 1 0 0 0,-1 0 0 0 0,1-1 0 0 0,-1 1 0 0 0,0 0 0 0 0,0-1 0 0 0,1 1 0 0 0,-2-1 0 0 0,1 1 0 0 0,0-1 0 0 0,0 0 0 0 0,-1 0 0 0 0,1 1 0 0 0,-1-1 0 0 0,0 0 0 0 0,0 0 0 0 0,0 0 0 0 0,0-1 0 0 0,0 1 0 0 0,0 0 0 0 0,0-1 0 0 0,-4 2 0 0 0,-3 4 0 0 0,-1-1 0 0 0,0-1 0 0 0,-1 0 0 0 0,1 0 0 0 0,-22 5 0 0 0,22-7-502 0 0,0-1 1 0 0,-1-1-1 0 0,1 0 1 0 0,-1 0-1 0 0,1-1 0 0 0,-1-1 1 0 0,1 0-1 0 0,-1 0 1 0 0,1-1-1 0 0,0 0 0 0 0,0 0 1 0 0,0-2-1 0 0,-19-7 1 0 0,23 8-24 0 0,0 0 0 0 0,1 0 0 0 0,-1-1 1 0 0,1 0-1 0 0,-1 0 0 0 0,1 0 1 0 0,0-1-1 0 0,0 1 0 0 0,1-1 1 0 0,0 0-1 0 0,0-1 0 0 0,0 1 1 0 0,0-1-1 0 0,1 0 0 0 0,0 0 0 0 0,0 0 1 0 0,0 0-1 0 0,1 0 0 0 0,0 0 1 0 0,0-1-1 0 0,1 1 0 0 0,-2-14 1 0 0,3-3-11297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2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33 101 22002 0 0,'0'0'8635'0'0,"-6"5"-8067"0"0,3-1-503 0 0,1-1 0 0 0,-1 1 0 0 0,1 0 0 0 0,-1-1 0 0 0,1 1 0 0 0,0 0 0 0 0,0 1 1 0 0,1-1-1 0 0,-1 0 0 0 0,1 0 0 0 0,0 1 0 0 0,0-1 0 0 0,0 0 0 0 0,1 1 0 0 0,0-1 0 0 0,0 1 0 0 0,0-1 0 0 0,0 1 1 0 0,1-1-1 0 0,-1 1 0 0 0,1-1 0 0 0,0 0 0 0 0,3 8 0 0 0,0-1-65 0 0,0 0 0 0 0,1 0 0 0 0,0 0 0 0 0,1-1 0 0 0,0 0 0 0 0,0 0 0 0 0,1-1 0 0 0,1 1 0 0 0,-1-1 0 0 0,2-1 0 0 0,-1 0 0 0 0,1 0 0 0 0,0-1 0 0 0,1 0 0 0 0,-1 0 0 0 0,1-1 0 0 0,1 0 0 0 0,11 4 0 0 0,-5-5 0 0 0,12-9 0 0 0,-22 1 0 0 0,-1-1 0 0 0,1 1 0 0 0,-1-1 0 0 0,0 0 0 0 0,0 0 0 0 0,0-1 0 0 0,0 0 0 0 0,-1 0 0 0 0,1-1 0 0 0,-1 1 0 0 0,-1-1 0 0 0,1 0 0 0 0,-1 0 0 0 0,0-1 0 0 0,-1 1 0 0 0,1-1 0 0 0,-1 0 0 0 0,-1 1 0 0 0,1-2 0 0 0,-1 1 0 0 0,2-11 0 0 0,1-7 0 0 0,-1 0 0 0 0,-1-1 0 0 0,-1 1 0 0 0,-1 0 0 0 0,-3-29 0 0 0,3 51 0 0 0,-2 0 0 0 0,1 0 0 0 0,0 0 0 0 0,-1 0 0 0 0,1 0 0 0 0,-1 0 0 0 0,0 0 0 0 0,0 0 0 0 0,0 0 0 0 0,0 0 0 0 0,-1 0 0 0 0,1 0 0 0 0,-1 1 0 0 0,0-1 0 0 0,0 1 0 0 0,0-1 0 0 0,0 1 0 0 0,0 0 0 0 0,0-1 0 0 0,0 1 0 0 0,-1 0 0 0 0,1 1 0 0 0,-1-1 0 0 0,0 0 0 0 0,1 1 0 0 0,-1-1 0 0 0,0 1 0 0 0,-4-1 0 0 0,-18 2 0 0 0,5 4 0 0 0,2 2 0 0 0,-1 0 0 0 0,0 1 0 0 0,1 0 0 0 0,0 2 0 0 0,1 0 0 0 0,0 1 0 0 0,0 1 0 0 0,1 0 0 0 0,-18 18 0 0 0,24-15 0 0 0,10-14 0 0 0,0 0 0 0 0,0 1 0 0 0,-1-1 0 0 0,1 1 0 0 0,0-1 0 0 0,0 1 0 0 0,0-1 0 0 0,0 0 0 0 0,0 1 0 0 0,0-1 0 0 0,-1 1 0 0 0,1-1 0 0 0,0 1 0 0 0,0-1 0 0 0,0 1 0 0 0,1-1 0 0 0,-1 1 0 0 0,0-1 0 0 0,0 1 0 0 0,0-1 0 0 0,0 0 0 0 0,0 1 0 0 0,0-1 0 0 0,1 1 0 0 0,-1-1 0 0 0,0 1 0 0 0,1 0 0 0 0,1 1 0 0 0,1-1 0 0 0,-1 1 0 0 0,1 0 0 0 0,-1 0 0 0 0,1-1 0 0 0,0 0 0 0 0,-1 0 0 0 0,1 1 0 0 0,0-1 0 0 0,0-1 0 0 0,0 1 0 0 0,0 0 0 0 0,0-1 0 0 0,0 0 0 0 0,0 1 0 0 0,0-1 0 0 0,6-1 0 0 0,65-7 0 0 0,-46 4 0 0 0,2 0 0 0 0,-4 1 0 0 0,0 0 0 0 0,0 2 0 0 0,0 0 0 0 0,35 5 0 0 0,-55-3 0 0 0,0 0 0 0 0,0 0 0 0 0,0 1 0 0 0,0-1 0 0 0,0 2 0 0 0,0-1 0 0 0,0 1 0 0 0,-1-1 0 0 0,1 1 0 0 0,-1 1 0 0 0,0-1 0 0 0,0 1 0 0 0,0 0 0 0 0,-1 0 0 0 0,1 1 0 0 0,-1-1 0 0 0,0 1 0 0 0,0 0 0 0 0,0 0 0 0 0,-1 0 0 0 0,0 1 0 0 0,0-1 0 0 0,3 8 0 0 0,4 19 0 0 0,-2-1 0 0 0,0 1 0 0 0,-3 1 0 0 0,3 43 0 0 0,-5-41 0 0 0,2 0 0 0 0,1 0 0 0 0,13 44 0 0 0,-18-76 0 0 0,0 1 0 0 0,0-1 0 0 0,0 1 0 0 0,1-1 0 0 0,-1 0 0 0 0,1 0 0 0 0,0 1 0 0 0,0-1 0 0 0,0-1 0 0 0,0 1 0 0 0,0 0 0 0 0,1 0 0 0 0,-1-1 0 0 0,1 1 0 0 0,0-1 0 0 0,-1 0 0 0 0,1 0 0 0 0,0 0 0 0 0,0 0 0 0 0,6 2 0 0 0,11-5-249 0 0,-11-2-549 0 0,1 0 1 0 0,0-1-1 0 0,-1 0 0 0 0,1 0 0 0 0,-1-1 0 0 0,-1-1 1 0 0,1 1-1 0 0,-1-1 0 0 0,14-13 0 0 0,0-2-3033 0 0,-1-2 0 0 0,21-27 0 0 0,4-17-7360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2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192 113 19354 0 0,'-28'-36'500'0'0,"-26"-39"6723"0"0,53 73-5027 0 0,-2 12-1060 0 0,-4 24-706 0 0,1 0 0 0 0,-3 63 1 0 0,6 83 582 0 0,3-140-959 0 0,-21 785-54 0 0,16-754-979 0 0,4-30-1191 0 0,-2-1 0 0 0,-2 1 0 0 0,-2-1-1 0 0,-22 75 1 0 0,27-110 948 0 0,-1 3-420 0 0,-1-3-5255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2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67 168 16570 0 0,'-34'-94'1181'0'0,"5"34"3777"0"0,29 60-4855 0 0,0 0 1 0 0,-1 0-1 0 0,1 0 0 0 0,0-1 0 0 0,0 1 0 0 0,-1 0 0 0 0,1 0 0 0 0,0-1 0 0 0,0 1 0 0 0,0 0 0 0 0,-1 0 0 0 0,1-1 0 0 0,0 1 0 0 0,0 0 0 0 0,0-1 1 0 0,0 1-1 0 0,0 0 0 0 0,0-1 0 0 0,0 1 0 0 0,0 0 0 0 0,0-1 0 0 0,0 1 0 0 0,0 0 0 0 0,0-1 0 0 0,0 1 0 0 0,0 0 0 0 0,0-1 0 0 0,0 1 0 0 0,0 0 1 0 0,0-1-1 0 0,0 1 0 0 0,0 0 0 0 0,1 0 0 0 0,-1-1 0 0 0,0 1 0 0 0,0 0 0 0 0,0-1 0 0 0,1 1 0 0 0,-1 0 0 0 0,0 0 0 0 0,0 0 0 0 0,0-1 0 0 0,1 1 1 0 0,-1 0-1 0 0,0 0 0 0 0,1 0 0 0 0,-1-1 0 0 0,0 1 0 0 0,0 0 0 0 0,1 0 0 0 0,0 0 0 0 0,29 1 2672 0 0,-29-1-2715 0 0,310 26 2869 0 0,-204-20-7133 0 0,-4-4-7633 0 0,-95-2 7501 0 0,-4 1 2234 0 0,-2 0 170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3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596 98 13141 0 0,'19'-10'190'0'0,"26"-19"2569"0"0,-40 25-1747 0 0,0 0-1 0 0,-1-1 1 0 0,1 0 0 0 0,-1 1-1 0 0,0-2 1 0 0,6-8-1 0 0,-9 12 1170 0 0,-5-1-1217 0 0,1 1-814 0 0,-1 0-1 0 0,0 1 1 0 0,1-1 0 0 0,-1 1 0 0 0,0 0 0 0 0,0 0-1 0 0,0 0 1 0 0,0 1 0 0 0,0-1 0 0 0,0 1 0 0 0,0 0-1 0 0,0 0 1 0 0,0 1 0 0 0,0-1 0 0 0,0 1-1 0 0,0 0 1 0 0,-6 2 0 0 0,-78 28 680 0 0,69-24-507 0 0,-39 17 408 0 0,-104 60-1 0 0,136-69-567 0 0,2 2 0 0 0,0 0 0 0 0,1 2 0 0 0,0 1 0 0 0,2 0 0 0 0,-24 30 0 0 0,43-47-163 0 0,-1 0 0 0 0,1 0 0 0 0,0 1 0 0 0,0-1 0 0 0,0 1 0 0 0,0-1 0 0 0,0 1 0 0 0,1 0 0 0 0,0 0 0 0 0,0-1 0 0 0,0 1 0 0 0,0 0 0 0 0,0 0 0 0 0,1 0 0 0 0,0 0 0 0 0,0 0 0 0 0,0 0 0 0 0,1 5 0 0 0,0-3 0 0 0,1-1 0 0 0,0 0 0 0 0,0 0 0 0 0,0 0 0 0 0,1-1 0 0 0,0 1 0 0 0,0 0 0 0 0,0-1 0 0 0,0 0 0 0 0,1 0 0 0 0,-1 0 0 0 0,5 4 0 0 0,12 8 0 0 0,1-1 0 0 0,0-1 0 0 0,1-1 0 0 0,37 17 0 0 0,-51-26 0 0 0,132 56 0 0 0,-87-40 0 0 0,92 50 0 0 0,-144-69 0 0 0,1-1 0 0 0,-1 1 0 0 0,0 0 0 0 0,0 0 0 0 0,1-1 0 0 0,-1 1 0 0 0,0 0 0 0 0,0 0 0 0 0,0 0 0 0 0,0 0 0 0 0,0 1 0 0 0,0-1 0 0 0,-1 0 0 0 0,1 0 0 0 0,0 0 0 0 0,-1 1 0 0 0,1-1 0 0 0,0 0 0 0 0,-1 1 0 0 0,0-1 0 0 0,1 1 0 0 0,-1-1 0 0 0,0 0 0 0 0,0 1 0 0 0,1-1 0 0 0,-1 1 0 0 0,0-1 0 0 0,-1 2 0 0 0,0 0 0 0 0,0 1 0 0 0,0-1 0 0 0,-1 0 0 0 0,1 0 0 0 0,-1 0 0 0 0,0 0 0 0 0,0 0 0 0 0,0-1 0 0 0,0 1 0 0 0,0 0 0 0 0,-4 3 0 0 0,-8 5 0 0 0,0 0 0 0 0,-1 0 0 0 0,-21 11 0 0 0,5-5 0 0 0,-1-1 0 0 0,-1-2 0 0 0,-53 15 0 0 0,66-23 0 0 0,0-2 0 0 0,0 0 0 0 0,0-1 0 0 0,0-1 0 0 0,0-1 0 0 0,0-1 0 0 0,-38-4 0 0 0,51 2-378 0 0,-1 1-1 0 0,1-1 1 0 0,0-1-1 0 0,0 1 1 0 0,-1-1 0 0 0,2-1-1 0 0,-1 1 1 0 0,0-1 0 0 0,1 0-1 0 0,-1 0 1 0 0,-10-11-1 0 0,12 9-403 0 0,-1 0 0 0 0,1 0 0 0 0,1-1 0 0 0,-1 0 0 0 0,1 0 0 0 0,0 0 0 0 0,1 0 0 0 0,-1-1 1 0 0,2 1-1 0 0,-1-1 0 0 0,1 0 0 0 0,0 0 0 0 0,0 0 0 0 0,1 0 0 0 0,0 0 0 0 0,1 0 0 0 0,0-12 0 0 0,3-19-11513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4.4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1021 135 21174 0 0,'6'-42'-413'0'0,"-3"22"468"0"0,0 0 0 0 0,10-31 1 0 0,-12 49 535 0 0,-4 18-70 0 0,-144 618 3383 0 0,129-565-3517 0 0,-137 488 2292 0 0,-12 49-392 0 0,8 63-1561 0 0,-129 454 19 0 0,228-928-745 0 0,61-192 51 0 0,-1 2-44 0 0,-11 14-396 0 0,6-22-1599 0 0,-19-31-5037 0 0,14 3-3976 0 0,10 14 435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5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14 104 17746 0 0,'5'-36'22'0'0,"6"-31"10266"0"0,-6 77-9031 0 0,3 11-1031 0 0,-1 1 0 0 0,0 0 0 0 0,-2 0-1 0 0,-1 0 1 0 0,0 1 0 0 0,0 39 0 0 0,-10 153 1358 0 0,0-108-1295 0 0,-36 377-289 0 0,36-427 0 0 0,-7 42 0 0 0,54-203-425 0 0,11-23-7480 0 0,-8 44-4312 0 0,-27 54 1853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5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262 250 17402 0 0,'-20'13'609'0'0,"1"1"1"0"0,0 0-1 0 0,0 2 1 0 0,2 0-1 0 0,0 1 1 0 0,1 0-1 0 0,0 2 1 0 0,2 0-1 0 0,0 0 0 0 0,1 1 1 0 0,1 1-1 0 0,1 0 1 0 0,1 1-1 0 0,1 0 1 0 0,1 1-1 0 0,1 0 1 0 0,1 0-1 0 0,1 0 1 0 0,-3 31-1 0 0,7-47-549 0 0,1 0 0 0 0,-1 0 0 0 0,2 0 0 0 0,-1 0 0 0 0,1 0 0 0 0,0 1 0 0 0,0-2 0 0 0,1 1 0 0 0,0 0 0 0 0,0 0-1 0 0,1 0 1 0 0,0-1 0 0 0,0 0 0 0 0,1 1 0 0 0,-1-1 0 0 0,1 0 0 0 0,0-1 0 0 0,1 1 0 0 0,0-1 0 0 0,0 0 0 0 0,0 0-1 0 0,0 0 1 0 0,1-1 0 0 0,0 1 0 0 0,-1-1 0 0 0,2-1 0 0 0,-1 1 0 0 0,0-1 0 0 0,1 0 0 0 0,12 3 0 0 0,1-1 72 0 0,1-1-1 0 0,-1 0 1 0 0,1-2 0 0 0,0-1 0 0 0,0 0 0 0 0,0-2 0 0 0,0 0-1 0 0,0-1 1 0 0,27-7 0 0 0,-15 2-132 0 0,0-1 0 0 0,-1-2 0 0 0,1-2 0 0 0,58-29 0 0 0,-75 32 0 0 0,0-1 0 0 0,-1 0 0 0 0,-1-1 0 0 0,0 0 0 0 0,0-1 0 0 0,-2-1 0 0 0,1 0 0 0 0,-1-1 0 0 0,-1 0 0 0 0,-1-1 0 0 0,10-18 0 0 0,-5 6 0 0 0,-3-1 0 0 0,0 0 0 0 0,-1-1 0 0 0,-2-1 0 0 0,-1 1 0 0 0,-2-1 0 0 0,-1-1 0 0 0,-1 1 0 0 0,-1-1 0 0 0,-2 1 0 0 0,-1-1 0 0 0,-2 0 0 0 0,-6-42 0 0 0,6 65 0 0 0,0 0 0 0 0,0 0 0 0 0,0 0 0 0 0,-1 1 0 0 0,-1-1 0 0 0,1 0 0 0 0,-1 1 0 0 0,0 0 0 0 0,-1 0 0 0 0,1 0 0 0 0,-1 1 0 0 0,-1 0 0 0 0,1 0 0 0 0,-13-10 0 0 0,12 12 0 0 0,0 0 0 0 0,0 1 0 0 0,0 0 0 0 0,-1 0 0 0 0,1 0 0 0 0,-1 1 0 0 0,0 0 0 0 0,1 0 0 0 0,-1 1 0 0 0,0 0 0 0 0,0 0 0 0 0,0 1 0 0 0,0 0 0 0 0,0 0 0 0 0,0 0 0 0 0,0 1 0 0 0,-14 3 0 0 0,-6 4-1343 0 0,1 1 0 0 0,0 1 1 0 0,0 2-1 0 0,1 0 0 0 0,0 2 0 0 0,-33 24 0 0 0,38-22-2494 0 0,11-3-3231 0 0,7-2-3538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5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60 19742 0 0,'1'-3'591'0'0,"0"0"1"0"0,0 0 0 0 0,1 0-1 0 0,-1 0 1 0 0,1 0 0 0 0,0 0-1 0 0,0 0 1 0 0,0 0-1 0 0,0 0 1 0 0,0 1 0 0 0,1-1-1 0 0,-1 1 1 0 0,5-4-1 0 0,-2 4-229 0 0,1-1 0 0 0,-1 1 0 0 0,0 1 0 0 0,1-1 0 0 0,-1 1 0 0 0,0 0 0 0 0,11-1 0 0 0,0 0-266 0 0,0 2 1 0 0,0 0-1 0 0,-1 0 1 0 0,1 1 0 0 0,0 1-1 0 0,-1 1 1 0 0,0 0-1 0 0,1 1 1 0 0,-1 1 0 0 0,0 0-1 0 0,24 13 1 0 0,-33-15-75 0 0,-1 0 0 0 0,1 1 0 0 0,-1-1 1 0 0,1 1-1 0 0,-1 1 0 0 0,0-1 0 0 0,-1 1 0 0 0,1-1 1 0 0,-1 1-1 0 0,0 1 0 0 0,0-1 0 0 0,0 1 0 0 0,-1-1 1 0 0,0 1-1 0 0,0 0 0 0 0,-1 0 0 0 0,1 0 0 0 0,-1 1 1 0 0,0-1-1 0 0,-1 0 0 0 0,0 1 0 0 0,0-1 0 0 0,0 1 1 0 0,-1 0-1 0 0,0-1 0 0 0,0 1 0 0 0,-1-1 0 0 0,1 1 1 0 0,-1 0-1 0 0,-4 10 0 0 0,0 0-22 0 0,-2 0 0 0 0,0-1 0 0 0,0 1 0 0 0,-2-1 0 0 0,-12 18 0 0 0,-60 76 0 0 0,55-76 0 0 0,20-27 0 0 0,0 0 0 0 0,1 0 0 0 0,0 1 0 0 0,0 0 0 0 0,1 0 0 0 0,-1 0 0 0 0,2 0 0 0 0,-1 1 0 0 0,1 0 0 0 0,1-1 0 0 0,0 1 0 0 0,0 0 0 0 0,0 0 0 0 0,1 0 0 0 0,1 0 0 0 0,0 1 0 0 0,0-1 0 0 0,0 0 0 0 0,1 0 0 0 0,1 0 0 0 0,-1 0 0 0 0,2 0 0 0 0,-1 0 0 0 0,1-1 0 0 0,4 10 0 0 0,1 0 0 0 0,-2-1 0 0 0,-1 1 0 0 0,0 0 0 0 0,-1 1 0 0 0,2 21 0 0 0,-6-33 0 0 0,1-1 0 0 0,-1 0 0 0 0,-1 1 0 0 0,1-1 0 0 0,-1 1 0 0 0,-1-1 0 0 0,1 0 0 0 0,-1 1 0 0 0,0-1 0 0 0,0 0 0 0 0,-1 0 0 0 0,0 0 0 0 0,0-1 0 0 0,0 1 0 0 0,0-1 0 0 0,-1 1 0 0 0,0-1 0 0 0,-8 7 0 0 0,-2 1 0 0 0,-1 0 0 0 0,0-1 0 0 0,-1-1 0 0 0,0-1 0 0 0,-31 15 0 0 0,38-20 0 0 0,0-2 0 0 0,0 1 0 0 0,0-1 0 0 0,-1-1 0 0 0,1 0 0 0 0,-1 0 0 0 0,1-1 0 0 0,-1 0 0 0 0,0-1 0 0 0,1 0 0 0 0,-1 0 0 0 0,0-1 0 0 0,-14-3 0 0 0,20 3-104 0 0,0 0 1 0 0,0-1-1 0 0,0 0 0 0 0,0 0 0 0 0,0 0 1 0 0,0 0-1 0 0,0-1 0 0 0,1 1 0 0 0,-1-1 1 0 0,1 0-1 0 0,0 0 0 0 0,0 0 0 0 0,0 0 1 0 0,0-1-1 0 0,-4-6 0 0 0,3 2-424 0 0,0 0 0 0 0,0 0 0 0 0,1 0 1 0 0,0-1-1 0 0,0 0 0 0 0,1 1 0 0 0,-2-13 0 0 0,2-1-1404 0 0,1-1 0 0 0,0 1-1 0 0,2-1 1 0 0,1 1 0 0 0,5-31 0 0 0,8-1-11503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6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369 119 24498 0 0,'-2'-15'414'0'0,"-1"1"0"0"0,0 0 0 0 0,-1 0 0 0 0,-1 1 0 0 0,0-1 0 0 0,-11-19 0 0 0,15 32 1173 0 0,-1 15-543 0 0,-58 641 969 0 0,32-222-1286 0 0,-59 244-727 0 0,74-612 0 0 0,-3 0 0 0 0,-45 113 0 0 0,19-73-4708 0 0,22-127-21495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7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90 17838 0 0,'0'-1'-24'0'0,"-1"1"0"0"0,1 0 1 0 0,0 0-1 0 0,-1-1 0 0 0,1 1 1 0 0,0 0-1 0 0,-1-1 0 0 0,1 1 1 0 0,0-1-1 0 0,-1 1 0 0 0,1 0 1 0 0,0-1-1 0 0,0 1 0 0 0,0-1 1 0 0,-1 1-1 0 0,1 0 0 0 0,0-1 1 0 0,0 1-1 0 0,0-1 0 0 0,0 1 1 0 0,0-1-1 0 0,0 1 1 0 0,0-1-1 0 0,0 1 0 0 0,0 0 1 0 0,0-1-1 0 0,0 1 0 0 0,0-1 1 0 0,24-30 2025 0 0,-19 26-392 0 0,-1 0 0 0 0,1-1 0 0 0,-1 0 0 0 0,0 1 0 0 0,6-15 3133 0 0,-1 76-3923 0 0,-35 259-820 0 0,15-196 0 0 0,-24 177 0 0 0,58-322-1505 0 0,13-36-5985 0 0,-17 22-372 0 0,-14 30 5124 0 0,10-19-8578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7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20854 0 0,'-1'0'7221'0'0,"-2"21"-4461"0"0,0 30-2191 0 0,5-40-538 0 0,0 0 1 0 0,0-1 0 0 0,0 1-1 0 0,2-1 1 0 0,-1 1 0 0 0,1-1-1 0 0,1 0 1 0 0,0-1 0 0 0,0 1 0 0 0,1-1-1 0 0,0 0 1 0 0,0 0 0 0 0,1-1-1 0 0,1 0 1 0 0,-1 0 0 0 0,1-1 0 0 0,0 0-1 0 0,1 0 1 0 0,0-1 0 0 0,0 0-1 0 0,0 0 1 0 0,1-1 0 0 0,0 0 0 0 0,0-1-1 0 0,0 0 1 0 0,0-1 0 0 0,1 0-1 0 0,-1 0 1 0 0,1-1 0 0 0,0-1-1 0 0,-1 0 1 0 0,1 0 0 0 0,0-1 0 0 0,0 0-1 0 0,0-1 1 0 0,0 0 0 0 0,-1-1-1 0 0,1 0 1 0 0,0-1 0 0 0,-1 0 0 0 0,0-1-1 0 0,16-7 1 0 0,-13 4-32 0 0,1-1 0 0 0,-2 0 0 0 0,1-1 0 0 0,-1 0 0 0 0,-1-1 0 0 0,0-1 0 0 0,14-14 0 0 0,60-91 0 0 0,-62 84 0 0 0,-23 32 0 0 0,0 0 0 0 0,0 0 0 0 0,0 0 0 0 0,0 0 0 0 0,0 0 0 0 0,0 1 0 0 0,0-1 0 0 0,0 0 0 0 0,0 0 0 0 0,0 0 0 0 0,1 0 0 0 0,-1 0 0 0 0,0 0 0 0 0,0 0 0 0 0,0 0 0 0 0,0 0 0 0 0,0 1 0 0 0,0-1 0 0 0,1 0 0 0 0,-1 0 0 0 0,0 0 0 0 0,0 0 0 0 0,0 0 0 0 0,0 0 0 0 0,0 0 0 0 0,1 0 0 0 0,-1 0 0 0 0,0 0 0 0 0,0 0 0 0 0,0 0 0 0 0,0 0 0 0 0,0 0 0 0 0,1 0 0 0 0,-1 0 0 0 0,0 0 0 0 0,0-1 0 0 0,0 1 0 0 0,0 0 0 0 0,0 0 0 0 0,1 0 0 0 0,-1 0 0 0 0,0 0 0 0 0,0 0 0 0 0,0 0 0 0 0,0 0 0 0 0,0 0 0 0 0,0 0 0 0 0,0-1 0 0 0,0 1 0 0 0,0 0 0 0 0,1 0 0 0 0,-1 0 0 0 0,0 0 0 0 0,0 0 0 0 0,0-1 0 0 0,0 1 0 0 0,0 0 0 0 0,0 0 0 0 0,0 0 0 0 0,-1 28 0 0 0,-1 0 0 0 0,-8 35 0 0 0,-3 29 0 0 0,10-50 0 0 0,1 0 0 0 0,3 0 0 0 0,2 0 0 0 0,1 0 0 0 0,10 44 0 0 0,-13-84-203 0 0,-1 0 0 0 0,1 1 0 0 0,-1-1 0 0 0,1 0 0 0 0,-1 0 0 0 0,1-1 0 0 0,0 1 0 0 0,0 0 0 0 0,0 0 1 0 0,0 0-1 0 0,1 0 0 0 0,-1-1 0 0 0,0 1 0 0 0,1-1 0 0 0,-1 1 0 0 0,1-1 0 0 0,-1 1 0 0 0,1-1 0 0 0,0 0 0 0 0,-1 0 0 0 0,1 0 0 0 0,0 0 0 0 0,0 0 0 0 0,0 0 0 0 0,0 0 0 0 0,0-1 0 0 0,0 1 0 0 0,0-1 1 0 0,3 1-1 0 0,1-1-855 0 0,1 0 1 0 0,0-1 0 0 0,0 0 0 0 0,-1 0 0 0 0,1 0-1 0 0,-1-1 1 0 0,9-3 0 0 0,25-11-5470 0 0,9-8-3311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8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0 17010 0 0,'0'0'998'0'0,"-8"6"-77"0"0,-6 6 276 0 0,0 1 0 0 0,1 1 0 0 0,0 0 0 0 0,1 1 0 0 0,-19 29 0 0 0,26-37-781 0 0,1 1 0 0 0,-1 0 0 0 0,1 0 0 0 0,0 0 0 0 0,1 0 0 0 0,0 1 0 0 0,1 0 0 0 0,-1-1 0 0 0,1 1 0 0 0,1 0 0 0 0,0 0 0 0 0,0 0 0 0 0,1 0 0 0 0,0 0 0 0 0,2 14 0 0 0,-1-21-416 0 0,-1 0 0 0 0,0-1 0 0 0,1 1 0 0 0,-1 0 0 0 0,1-1 0 0 0,-1 1 0 0 0,1-1 0 0 0,0 1 0 0 0,0-1 0 0 0,-1 1 0 0 0,1-1 0 0 0,0 1 0 0 0,0-1 0 0 0,3 2 0 0 0,-2-1 0 0 0,1-1 0 0 0,-1 0 0 0 0,1 0 0 0 0,-1 0 0 0 0,1 0 0 0 0,0 0 0 0 0,-1 0 0 0 0,1-1 0 0 0,0 1 0 0 0,0-1 0 0 0,-1 0 0 0 0,1 0 0 0 0,0 0 0 0 0,0 0 0 0 0,0-1 0 0 0,4 0 0 0 0,14-2 0 0 0,-1-2 0 0 0,1 0 0 0 0,0-2 0 0 0,-1 0 0 0 0,0-1 0 0 0,19-11 0 0 0,112-74 0 0 0,-103 61 0 0 0,90-46 0 0 0,-125 73 0 0 0,-12 5 0 0 0,-1-1 0 0 0,1 1 0 0 0,-1 0 0 0 0,1 0 0 0 0,-1 0 0 0 0,1 0 0 0 0,-1 0 0 0 0,1 0 0 0 0,-1 0 0 0 0,1 0 0 0 0,-1 0 0 0 0,1 1 0 0 0,-1-1 0 0 0,1 0 0 0 0,-1 0 0 0 0,1 0 0 0 0,-1 0 0 0 0,1 1 0 0 0,-1-1 0 0 0,0 0 0 0 0,1 0 0 0 0,-1 1 0 0 0,1-1 0 0 0,-1 0 0 0 0,0 1 0 0 0,1-1 0 0 0,-1 1 0 0 0,0-1 0 0 0,1 0 0 0 0,-1 1 0 0 0,0-1 0 0 0,0 1 0 0 0,0-1 0 0 0,1 1 0 0 0,-1-1 0 0 0,0 1 0 0 0,0-1 0 0 0,0 1 0 0 0,0-1 0 0 0,0 1 0 0 0,0-1 0 0 0,0 1 0 0 0,0-1 0 0 0,0 0 0 0 0,0 1 0 0 0,0-1 0 0 0,0 1 0 0 0,0 0 0 0 0,-2 9 0 0 0,0 0 0 0 0,0 0 0 0 0,-1 0 0 0 0,-1 0 0 0 0,1-1 0 0 0,-2 1 0 0 0,1-1 0 0 0,-1 0 0 0 0,0 0 0 0 0,-8 8 0 0 0,-9 19 0 0 0,-41 81 0 0 0,5 3 0 0 0,-66 195 0 0 0,121-306-612 0 0,2-5-345 0 0,-1 0 0 0 0,1 1 0 0 0,0-1 0 0 0,0 1-1 0 0,1-1 1 0 0,0 1 0 0 0,0 7 0 0 0,-6-15-2389 0 0,-3-1 2054 0 0,-16-9-2229 0 0,5 5-1568 0 0,-13-1-4305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8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1 17538 0 0,'-60'8'303'0'0,"24"-4"462"0"0,0 2 0 0 0,0 1 1 0 0,-49 17-1 0 0,83-24-644 0 0,1 1 0 0 0,-1-1-1 0 0,1 0 1 0 0,0 1 0 0 0,-1 0 0 0 0,1-1 0 0 0,0 1 0 0 0,0 0 0 0 0,-1-1-1 0 0,1 1 1 0 0,0 0 0 0 0,0 0 0 0 0,0 0 0 0 0,0 0 0 0 0,0 0-1 0 0,0 0 1 0 0,0 0 0 0 0,1 1 0 0 0,-1-1 0 0 0,0 0 0 0 0,1 0 0 0 0,-2 3-1 0 0,3-3-8 0 0,-1 1-1 0 0,1-1 0 0 0,0 1 0 0 0,0-1 0 0 0,-1 0 0 0 0,1 1 1 0 0,0-1-1 0 0,0 0 0 0 0,1 0 0 0 0,-1 0 0 0 0,0 1 1 0 0,0-1-1 0 0,0 0 0 0 0,1-1 0 0 0,-1 1 0 0 0,0 0 0 0 0,1 0 1 0 0,-1-1-1 0 0,1 1 0 0 0,-1 0 0 0 0,1-1 0 0 0,-1 0 1 0 0,3 1-1 0 0,34 10 545 0 0,0-1 0 0 0,0-2 0 0 0,1-2 0 0 0,49 2 0 0 0,-14-2-53 0 0,681 30 946 0 0,12-48-564 0 0,25-35-985 0 0,-711 41 0 0 0,-77 5-2 0 0,7 1-234 0 0,0 0 0 0 0,-1-1 0 0 0,1-1-1 0 0,-1 0 1 0 0,1-1 0 0 0,-1 0 0 0 0,19-7-1 0 0,-29 9 25 0 0,0 1 0 0 0,0-1-1 0 0,0 1 1 0 0,0 0 0 0 0,1-1-1 0 0,-1 1 1 0 0,0-1 0 0 0,0 1-1 0 0,0-1 1 0 0,0 1 0 0 0,0 0-1 0 0,0-1 1 0 0,0 1 0 0 0,0-1-1 0 0,0 1 1 0 0,0-1 0 0 0,0 1-1 0 0,-1 0 1 0 0,1-1 0 0 0,0 1-1 0 0,0-1 1 0 0,0 1 0 0 0,0-1-1 0 0,-1 1 1 0 0,1 0-1 0 0,0-1 1 0 0,0 1 0 0 0,-1 0-1 0 0,1-1 1 0 0,0 1 0 0 0,-1 0-1 0 0,1 0 1 0 0,0-1 0 0 0,-1 1-1 0 0,1 0 1 0 0,-1 0 0 0 0,1-1-1 0 0,0 1 1 0 0,-1 0 0 0 0,1 0-1 0 0,-1 0 1 0 0,1 0 0 0 0,-1-1-1 0 0,-17-9-3233 0 0,-10 3-3034 0 0,-3 1-3270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8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 61 17370 0 0,'-52'16'41'0'0,"-120"31"3981"0"0,169-46-735 0 0,21-2-2850 0 0,1 0 0 0 0,-1 0 0 0 0,26-7 0 0 0,4 0-78 0 0,948-39 4073 0 0,-317 27-3212 0 0,-570 16-1038 0 0,-54 3-169 0 0,104-15-1 0 0,-140 11-3223 0 0,-30-3-13871 0 0,1 6 14234 0 0,5 1 3927 0 0,-3 0-9847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49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0 171 17162 0 0,'0'0'732'0'0,"8"-3"-212"0"0,103-23 1146 0 0,0 5 1 0 0,114-6-1 0 0,-141 17-1175 0 0,713-48 1733 0 0,-614 48-2275 0 0,-90 7-122 0 0,87-9-1070 0 0,-179 12 1067 0 0,1 0-1 0 0,-1 0 1 0 0,0 0-1 0 0,1 0 1 0 0,-1 0-1 0 0,0 0 1 0 0,1 0 0 0 0,-1 0-1 0 0,0 1 1 0 0,0-1-1 0 0,1 1 1 0 0,-1-1 0 0 0,0 1-1 0 0,0-1 1 0 0,1 1-1 0 0,0 0 1 0 0,2 2-4932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50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250 176 11833 0 0,'-52'10'435'0'0,"3"-2"2315"0"0,-82 26 0 0 0,130-34-2596 0 0,0 0 1 0 0,0 0 0 0 0,0 0 0 0 0,0 1 0 0 0,0-1-1 0 0,1 0 1 0 0,-1 0 0 0 0,0 1 0 0 0,0-1 0 0 0,1 1-1 0 0,-1-1 1 0 0,0 1 0 0 0,0-1 0 0 0,1 1 0 0 0,-1-1 0 0 0,0 1-1 0 0,1-1 1 0 0,-1 1 0 0 0,1 0 0 0 0,-1-1 0 0 0,1 1-1 0 0,-1 0 1 0 0,1 0 0 0 0,-1 0 0 0 0,16 8 1050 0 0,43-2-369 0 0,132-11 655 0 0,193-30 1 0 0,-254 20-1122 0 0,880-128 680 0 0,-974 135-1068 0 0,-9 3-12 0 0,-1-1 1 0 0,1-1 0 0 0,37-15 0 0 0,-61 20 3 0 0,-13-1-2 0 0,-41-2 17 0 0,0 2 1 0 0,-77 6 0 0 0,-119 23-13 0 0,142-14 9 0 0,-756 133 190 0 0,677-104 749 0 0,183-42-581 0 0,13-1-197 0 0,588-94-2450 0 0,-319 42-1636 0 0,-7 5-2825 0 0,-93 15-1468 0 0,-119 22 1909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50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489 161 12117 0 0,'-294'4'3981'0'0,"100"7"2546"0"0,255-11-2009 0 0,75-1-4051 0 0,508-52 10 0 0,109-7-4343 0 0,-671 59 3255 0 0,-80 1 802 0 0,-13 0 161 0 0,-136 6 924 0 0,-490 28 3939 0 0,617-34-4916 0 0,15 0-176 0 0,0 0-1 0 0,1 0 1 0 0,-1 1 0 0 0,0-1 0 0 0,1 1 0 0 0,-9 2 0 0 0,11-2-138 0 0,13-2-397 0 0,436-46-9667 0 0,-143 8-590 0 0,-167 19 1897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37:51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 17126 0 0,'-6'1'129'0'0,"4"-1"-51"0"0,-1 0 0 0 0,1 0-1 0 0,0 0 1 0 0,0 0 0 0 0,0 0 0 0 0,0 1 0 0 0,0-1 0 0 0,0 1 0 0 0,0-1-1 0 0,0 1 1 0 0,0 0 0 0 0,0 0 0 0 0,0 0 0 0 0,0 0 0 0 0,1 0 0 0 0,-1 0 0 0 0,-2 3-1 0 0,3-3 552 0 0,161 10 1271 0 0,-46-2-1316 0 0,-2-3-104 0 0,451 9 1132 0 0,-299-15-1232 0 0,185-10-2514 0 0,-399 3 460 0 0,-48 6 1299 0 0,1 1 1 0 0,-1-1-1 0 0,0 1 0 0 0,0-1 0 0 0,0 0 0 0 0,0 0 1 0 0,0 0-1 0 0,0 0 0 0 0,0 0 0 0 0,0-1 1 0 0,0 1-1 0 0,-1 0 0 0 0,1-1 0 0 0,0 1 1 0 0,-1-1-1 0 0,1 0 0 0 0,-1 0 0 0 0,2-3 1 0 0,-4-9-4842 0 0,0 13 4122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2:36:59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17877 7328 243 0,'-2'-7'715'0,"2"7"-147"0,-2-10-95 0,2 10-71 0,-4-5-52 0,4 5-45 0,0 0-44 0,-8-3-17 0,8 3-7 0,0 0-9 0,0 0-17 0,-11 22-19 0,9-8-20 0,0 4-15 0,1 4-21 0,1 2-7 0,-2 1-17 0,0 0-6 0,2 0-14 0,0 1-7 15,0-1-10-15,-2-1-6 0,2-5-5 0,-2-1-9 16,2 0-4-16,0-5-7 0,-2 1-4 15,2-2-2-15,0-2-12 0,-3-1-19 0,3-1-25 16,0 1-33-16,0-3-38 0,0-6-65 16,-1 8-69-16,1-8-53 0,0 0-50 0,0 0-38 15,0 0-58-15,0 0-78 0,1-33-76 16,8 14 41-16,-2-12-266 0,4-4-287 16</inkml:trace>
  <inkml:trace contextRef="#ctx0" brushRef="#br0" timeOffset="382.01">17906 7132 2095 0,'-13'-15'-17'0,"2"4"46"16,0 2 33-16,-3 2 34 0,0 2 21 16,-4 1 12-16,0 2 16 0,-4 2 14 15,-3 6 2-15,-7 8 5 0,-2 1 7 0,-9 12 7 16,6 5 10-16,-3 5 5 0,-2 6 6 16,3 6-3-16,-6 13-9 0,15-9-7 0,1 3-7 15,2 2-9-15,10 0-18 0,2-2-13 16,6 2-15-16,4 0-9 0,10-16-15 15,4 11-1-15,2-1-10 0,14-6-9 16,5-5-12-16,8-4-14 0,7-5-30 0,-2-6-30 0,9-8-31 16,0-5-28-16,-7-9-19 15,1-2-8-15,11-10-5 0,-2-7 11 0,-2-1 9 16,-1-8 7-16,-3-8 13 0,-5-1 34 16,0-6 31-16,-7-6 30 0,-8-7 22 0,-4-4 15 15,-5-2 17-15,-6-6 8 0,-9-1 5 16,-7-2 1-16,-10 0-1 0,-4 3-5 0,-7 4-4 15,-8 6-9-15,-1 11-13 0,-7 7-9 16,-1 10-11-16,-3 7-20 0,-2 10-37 16,2 9-48-16,-1 7-52 0,-13 6-67 0,0 3-80 15,5 9-79-15,2-1-78 0,5 5-90 16,7 2-143-16,3 1 16 0,9 2 65 16,7-5-359-16,3 1-403 0</inkml:trace>
  <inkml:trace contextRef="#ctx0" brushRef="#br0" timeOffset="1131.74">18707 8090 2469 0,'-1'5'131'0,"-7"-2"52"0,8-3 33 0,0 0 11 0,-7 2 8 0,7-2 15 0,0 0 7 0,0 0-4 16,0 0-9-16,0 0-15 0,0 0-8 16,0 0-21-16,0 0-21 0,0 0-18 15,3-19-20-15,1 11-11 0,4-4-14 0,-3 0-18 16,5-8-14-16,3-6-24 0,3-7-14 15,2-9-21-15,2-4-19 0,1-4-12 0,1-4-7 16,1 0-5-16,0 1 2 0,-1 5-1 16,-4 2 2-16,-2 12 3 0,-3 2 0 0,-1 3 1 15,-7 8 3-15,5 6 6 16,-7 4-3-16,1 0-4 0,0 2 2 0,-3 4 2 16,-1 5 0-16,0 0 4 0,0 0-3 15,11 18 2-15,-9-1-1 0,-1 5 4 0,7 13-3 16,-5-1 0-16,6 4 2 0,-2 2 3 15,2-2-3-15,2 0 2 0,1 0-1 0,1-2-3 16,-1-5 4-16,-1-2-1 0,-3-7-2 16,0-5 2-16,-2-3-1 0,-3-4 3 0,3-1-3 15,-2-1 7-15,-1-2-1 16,-1-2 1-16,-2-4 3 0,0 0-2 0,0 0 1 0,0 0 0 16,2-18 3-16,-6 4-4 15,-5 0-5-15,0-4 9 0,-9-8-6 0,2 2 0 16,-4-1 1-16,-1 3-3 0,1 1-3 15,0 7-2-15,1 3 0 0,0 1-5 0,0 3-10 16,3 2-16-16,3 1-28 0,1 3-34 16,-1-1-46-16,1 2-44 0,12 0-63 0,-20 5-59 15,15-2-79-15,-3 1-114 0,8-4-147 16,-2 9 60-16,2-9-404 0,8 10-465 0</inkml:trace>
  <inkml:trace contextRef="#ctx0" brushRef="#br0" timeOffset="1531.92">19394 7746 3040 0,'-2'-11'186'0,"2"11"33"0,-4-7 13 0,4 7-2 0,0 0-13 0,0 0-18 0,0 0-16 0,0 0-16 0,0 0-15 15,0 0-14-15,0 0-15 0,0 0-11 16,6 27-13-16,-4-18-11 0,-2-2-5 0,2 0-11 15,-1 1-4-15,-1-8-6 0,4 10-7 16,-2-4-3-16,-2-6 1 0,2 8 10 0,-2-8 4 16,3 7 2-16,-3-7 14 15,0 0 0-15,9 4-5 0,-9-4-13 0,0 0-6 16,18-9-4-16,-8 4-11 0,1-2-2 16,2 0-1-16,3 0-8 0,-1 0-4 0,1 1 0 15,-2-2-9-15,-2 4 3 0,1 1-6 16,1 3 0-16,-14 0-2 0,20-1 0 15,-7 5-3-15,-2-1-2 0,1 2-1 0,-3 0 0 16,0 3 2-16,0 0-7 0,2-2-2 16,-2 2 2-16,-2 2-6 0,1-3-13 0,-2 3-21 15,1-3-19-15,-1-2-33 16,-1 2-41-16,4-1-47 0,-4-1-63 0,1-1-69 16,-1-1-79-16,-5-3-101 0,14 6-125 15,-3-6-55-15,0 1 75 0,5-1-441 0,5-1-509 16</inkml:trace>
  <inkml:trace contextRef="#ctx0" brushRef="#br0" timeOffset="1780.8">20452 7570 2935 0,'0'-10'93'0,"-2"3"71"0,-2 0 36 16,4 7 18-16,0 0 11 0,0 0 9 0,0 0-3 15,-39 28-9-15,21-3-14 0,-5 16-17 16,-2 5-16-16,-4 6-14 0,2 5-19 0,-9 16-14 15,4 2-8-15,5-15-12 16,2 1-12-16,0-1-11 0,1-2-9 0,-1-1-10 16,2-6-14-16,4-3-25 0,-1-3-29 15,2-11-32-15,3-5-38 0,1-2-40 0,5-7-41 16,2-7-53-16,-4-4-62 0,8-2-51 16,-3-7-57-16,6 0-58 0,0 0-81 0,-7-21-101 15,7 5 58-15,-2-9-336 0,6-14-372 16</inkml:trace>
  <inkml:trace contextRef="#ctx0" brushRef="#br0" timeOffset="1964.86">19996 7761 2369 0,'0'-29'69'0,"-2"10"62"0,1 1 62 0,-1 4 38 15,-1 4 33-15,1-1 22 16,0 1 5-16,2 3-14 0,0-3-22 0,0 10-14 16,2-8-19-16,-2 8-18 0,0 0-16 15,0 0-20-15,0 0-19 0,27 14-19 0,-17-4-53 16,3 5-60-16,0 1-78 0,1-1-91 15,2 10-102-15,6-3-94 0,-5 0-131 0,3 2-191 16,0-2 57-16,1-1 60 0,-1 1-342 16,3 0-378-16</inkml:trace>
  <inkml:trace contextRef="#ctx0" brushRef="#br0" timeOffset="2231.3">21406 7592 2525 0,'0'-15'182'16,"2"1"54"-16,0 4 40 0,-2 2 26 15,0 2 1-15,0 6-2 0,0 0 8 0,0 0-7 16,0 0-13-16,0 0-23 0,-13 33-22 16,5-9-28-16,2 12-17 0,-2 0-16 0,3-1-25 15,-4 4-16-15,2 0-27 0,4-3-40 16,-5-3-32-16,4-8-46 0,1-1-27 15,-1-4-45-15,0-2-43 0,4-4-42 16,-4-1-59-16,2-3-69 0,0-2-62 0,0-4-74 16,2-4-82-16,0 0-125 0,0 0 10 15,0 0-481-15,14-18-573 0</inkml:trace>
  <inkml:trace contextRef="#ctx0" brushRef="#br0" timeOffset="2414.73">21275 7531 3320 0,'-14'-6'165'0,"5"2"50"0,1 2 32 16,8 2 26-16,-12-8 7 0,12 8 1 16,0 0-5-16,-2-7-25 0,2 7-17 15,0 0-30-15,25-12-17 0,-7 10-25 16,2-4-55-16,5 3-66 0,11-4-82 0,-5 4-95 16,-3 1-123-16,1 0-112 0,1 2-109 15,6 6-158-15,-4 2-28 0,-3 3 79 0,-5 8-456 16,-11 1-515-16</inkml:trace>
  <inkml:trace contextRef="#ctx0" brushRef="#br0" timeOffset="2598.46">21239 8143 2930 0,'-22'10'227'0,"7"-2"51"16,4-2 32-16,1-1 44 0,0-2 20 15,7 1 13-15,3-4 0 0,-10 3-32 0,10-3-35 16,0 0-31-16,0 0-31 0,0 0-59 15,0 0-87-15,36-15-92 0,-18 6-94 16,12-5-97-16,1-1-124 0,1-4-122 0,6-3-126 16,2-2-151-16,-1 2 1 0,-9 0 69 15,1 8-495-15,-5-2-587 0</inkml:trace>
  <inkml:trace contextRef="#ctx0" brushRef="#br0" timeOffset="2981.39">21675 7861 3072 0,'-4'-8'85'0,"2"3"77"0,2 5 52 15,-3-7 41-15,3 7 32 16,0 0 26-16,-4-8 6 0,4 8-3 0,0 0 5 16,0 0-8-16,0 0-20 0,0 0-28 15,-10 27-26-15,8-15-22 0,-2 1-20 0,2 6-17 16,0-2-19-16,2 1-16 0,-1 0-13 16,-1 2-12-16,-4 0-13 0,4-4-10 0,-2-1-11 15,-2-1-6-15,4-3-8 0,-1 0-7 16,-3-2-8-16,4-3-36 0,2-6-21 15,-3 9 0-15,3-9 0 0,0 0 0 0,0 0 0 16,0 0-44-16,5-33-36 0,12 7-21 16,0-3-17-16,5 3-6 0,-2-3 12 0,-1 2 7 15,3 5 12-15,-6 5 10 16,-2 3 5-16,1 2 8 0,-3 2 6 0,-1 3 6 16,-2 3 8-16,1 3 2 0,-10 1 9 15,17 0 4-15,-17 0 2 0,14 8 5 0,-9-3 5 16,-1 4-4-16,0-1-6 0,-1 3-13 15,1-1-16-15,-2 2-21 0,-2-3-22 0,5 3-34 16,-5-2-43-16,1-2-72 0,-1 2-73 16,2-2-72-16,-2-2-86 0,6-1-105 0,-1 1-48 15,6-2 62-15,5-2-397 0,5 2-449 16</inkml:trace>
  <inkml:trace contextRef="#ctx0" brushRef="#br0" timeOffset="3348.2">22462 7749 2596 0,'0'-14'8'16,"-2"1"45"-16,-2 2 43 0,1 0 38 0,-1 2 32 16,-3-1 20-16,2 3 5 0,-6-3 2 15,1 6-6-15,0 0-11 0,-1 0-14 0,-2 4-14 16,13 0-13-16,-27 5-13 0,12-1-12 16,-1 3-13-16,1 2-10 0,3-3-6 0,1 2-11 15,0 4-7-15,8-2-4 0,-1-1-8 16,4 4-5-16,2-2-2 0,1 4-5 0,5 2-5 15,-1-2-3-15,3 2 0 16,1 0-4-16,-1-1-2 0,-5-3-2 0,5 3 8 16,-4-5 8-16,0 3 13 0,-3-1 17 15,1-4 14-15,-2 3 25 0,-4-3 10 0,2 2 14 16,-4-1 5-16,2 1 8 0,-3-3-1 16,-3-2 2-16,-2 5-4 0,3-5-8 0,-6 2-1 15,1-4-5-15,-3 1-10 0,1-1-26 16,1-2-12-16,0 0-8 0,0-1-20 0,13-1-42 15,-25-3-65-15,14 1-64 0,1 0-87 16,-2 0-111-16,1-3-142 0,4 1-150 16,0-1-195-16,7 5 64 0,-2-13 81 15,6 6-589-15,6-5-708 0</inkml:trace>
  <inkml:trace contextRef="#ctx0" brushRef="#br0" timeOffset="3748.81">22719 7874 3716 0,'0'0'123'0,"0"0"40"16,0 0 37-16,0 0 19 0,0 0 14 0,0 0-8 15,0 0 3-15,0 0-18 0,0 0-10 16,0 0-21-16,0 0-19 0,0 0-11 0,0 0-11 16,0 0-26-16,0 0-6 15,0 0-9-15,28-7-8 0,-14 3-21 0,-3-1-2 16,1 1-9-16,-1-2-7 0,-1 1-10 15,2-2-11-15,-5 0 5 0,0-2-6 0,-1-1-10 16,1 2-2-16,-6-4-1 0,1 4-1 16,-4 1-11-16,2-1 3 0,-6 2-5 0,-2 2 1 15,-3 0 0-15,-4 3 0 0,-4 1-4 16,0 3 5-16,-4 3-2 0,-10 7-3 0,7-1 4 16,-3 5 9-16,7-1 12 0,2-2 5 15,7 1 4-15,0 0-1 0,3 3 4 16,5-3-2-16,-2-1-1 0,5-1-8 15,2-3 2-15,7 6-2 0,-2-3-30 0,5-1-49 16,1-3-50-16,14 8-49 0,2-2-53 16,3-6-68-16,4 2-70 0,4-4-51 15,5-2-60-15,-9-5-57 0,5 2-63 0,6-2-69 16,-5 3 58-16,-8-3-426 0,-5 0-489 16</inkml:trace>
  <inkml:trace contextRef="#ctx0" brushRef="#br0" timeOffset="4199.05">23134 8064 2783 0,'0'0'75'0,"0"0"83"0,-12 14 70 15,12-14 59-15,-11 5 40 0,11-5 19 16,-13 3 38-16,13-3 5 0,0 0-14 0,0 0-30 16,-13 0-31-16,13 0-27 0,0 0-26 15,0 0-26-15,0 0-24 0,0 0-23 16,0 0-18-16,0 0-26 0,0 0-22 16,0 0-26-16,0 0-17 0,0 0-10 0,13-17-9 15,-9 9-10-15,2 0-3 0,-3-1-6 16,4-3-7-16,-2-5 0 0,-3-1-5 0,4-5-6 15,-3-11-23-15,1 2 0 0,2 3 0 16,-3 3 0-16,-6 0 0 0,3 2 0 0,-4 2 0 16,0 5 0-16,1 2 0 0,-1 1 0 15,-5 1 0-15,0 6 0 0,2 1 0 0,-4 0 0 16,3 6 0-16,-2 0 0 16,10 0 0-16,-14-4 0 0,14 4 0 0,0 0 0 15,0 0-9-15,0 0-38 0,0 0 3 16,0 0 3-16,37 4 7 0,-17-1 0 0,2-3 7 15,-1 1-3-15,4 1 10 0,-5 2-1 16,4-2 0-16,-3 3 15 0,-5 4 7 0,2 2 6 16,-2 1 6-16,-5 1 1 0,0 4 2 15,-3 1 1-15,0 1-5 0,-3 0 0 0,3 1-1 16,-7-1 1-16,6 1-3 0,-3-2-2 16,-1-1-2-16,1 0-10 0,-2 0-24 0,0-1-43 15,1-3-55-15,-3-1-59 0,4 1-64 16,-2-5-95-16,2 0-94 0,-2 0-106 15,2-3-147-15,0-1-71 0,-4-4 78 16,7 4-626-16,-7-4-769 0</inkml:trace>
  <inkml:trace contextRef="#ctx0" brushRef="#br0" timeOffset="4803">24286 6948 3741 0,'0'-23'103'0,"1"5"43"0,-1 3 36 0,0 3 23 0,-1 4 14 0,1 1 1 16,-2 1-20-16,2 6-20 0,0 0-16 15,0 0-14-15,-22 19-14 0,8 10-13 16,-8 14-14-16,-2 13-4 0,-1 4-2 16,-8 20-2-16,5 10 6 0,-3-1-8 0,2 1-6 15,5 3-13-15,1 1-10 0,2-6 0 16,8-14-14-16,-1-5-5 0,5-5-13 15,0-5-1-15,-3-6-9 0,3-13 3 0,1-4-7 16,3-13-16-16,-2-2 9 0,3-4-2 16,3-3-14-16,-3-4-18 0,4-1-20 0,0-6-18 15,0-3-21-15,0 0-13 0,0 0-6 16,0 0-8-16,0 0-3 0,11-31 0 0,-8 13 3 16,-1-1 4-16,-2-2 8 0,-5-1 14 15,-1-2 1-15,-3-8 9 0,-4 6 11 16,-2-1 9-16,-5 4 14 0,0 2 17 15,-3 2 16-15,0 3 22 0,2 5 17 0,2 0 20 16,1 3 21-16,4 1 13 0,0 2 2 16,3 0 0-16,1 0-12 0,0 3-4 0,5-3-7 15,5 5 0-15,-6-4-1 0,6 4-15 16,0 0 2-16,0 0-7 0,40-3 3 0,-11 0-4 16,11-1-14-16,5-2-21 15,16 2-12-15,-9 2-8 0,2 2-9 0,-5-2 0 0,1 2-2 16,-9 0 5-16,-7 0-1 15,-5 4-4-15,-6-1 27 0,-2 1 15 0,-4 3 21 16,-1 0 27-16,-7 3 22 0,0 3 24 16,0 1 12-16,-8 2-4 0,3 0-14 0,-2 2-9 15,-2-1-8-15,0 3-14 0,-4-3-10 16,2 1-18-16,2 1-25 0,-1-5-36 0,-1-1-41 16,0-1-39-16,-1-1-39 0,1 1-41 15,0-4-49-15,0 1-58 0,2-2-78 0,0-7-77 16,0 5-72-16,0-5-82 0,0 0-123 15,0 0 25-15,0 0-607 0,16-15-747 0</inkml:trace>
  <inkml:trace contextRef="#ctx0" brushRef="#br0" timeOffset="4964.52">24476 7677 3323 0,'5'-20'-64'0,"-5"6"67"0,3-1 60 0,-3 5 72 0,0 0 34 15,0 4 25-15,-3-2 7 0,3 1-13 0,0 7-23 16,0-10-15-16,0 10-22 0,-1-7-47 15,1 7-61-15,0 0-91 0,0 0-121 16,0 0-134-16,0 0-195 0,0 0-81 0,13 20 67 16,-3-6-319-16,0 2-337 0</inkml:trace>
  <inkml:trace contextRef="#ctx0" brushRef="#br0" timeOffset="5797.81">24722 7875 2627 0,'-17'-8'173'0,"-1"2"40"0,0 3 36 16,0 1 30-16,-1 2 23 0,-1 0 7 15,-3 5-1-15,-1 2-10 0,4 4-18 0,-5 2-13 16,2 3-17-16,4 4-17 0,0 3-24 16,5-2-19-16,7-3-23 0,0 1-18 0,3 1-9 15,0 0-14-15,4-2-15 0,0 0-12 16,4-1-8-16,1-2-15 0,5 1-5 15,2-1-18-15,1-5-16 0,1 2-11 0,4-3-19 16,0-7-12-16,0-1-7 0,1-1-15 16,5 0-2-16,0-3-2 0,0-3 2 15,7-4 8-15,-1-3 0 0,-3-5-2 0,0 1 11 16,-2-8 1-16,-4 6-8 0,-2-7 5 16,-4 3 9-16,-2-4 6 0,-2 6 7 0,-4-2 3 15,-5 0 16-15,0 1-4 0,-4 3 7 16,-4-1-10-16,0-1-2 0,-2 4 4 15,-3 2-3-15,-3 1-6 0,1 4 3 0,-2 2-8 16,-4 4-4-16,2 1 6 0,-2 3-6 16,2 4-2-16,-3-1-4 0,4 5-5 15,-4 5-3-15,-1 5-5 0,4-1 0 0,4-1 6 16,1 2-4-16,1-3-1 0,8 4 4 16,-2-4-2-16,3-1 3 0,4-2-2 15,3 1 6-15,0 1 3 0,4-6 12 0,5 0 0 16,-1-3 6-16,5 0 5 0,0-2 0 15,4-3-2-15,1 0-1 0,1-4 4 0,2 0 5 16,9-5 1-16,0 1 20 0,-5-2 11 16,-6 3 5-16,-1 2 13 0,-5-2 15 0,-3 1 11 15,-3 0-3-15,-1 2-7 0,-2 4-7 16,-9 0 8-16,16 6-94 0,-9 0 0 0,-1 1 0 16,-1 2 0-16,0 4 0 15,-1-1 0-15,-1 1 0 0,1-1 0 0,0 3 0 16,-4-3 0-16,1-1 0 0,1-2 0 15,-2 0 0-15,4-2 0 0,-2 2 0 0,-2-9 0 16,6 7 0-16,0-2 0 0,-6-5 0 16,16 3 0-16,-16-3 0 0,31-10 0 0,-10 1 0 15,12-5 0-15,-3-1 0 0,1 1 0 16,-1-2 0-16,-5 9 0 0,-7-3 0 0,0 6 0 16,-2 0 0-16,-5-1 0 0,-2 1 0 15,-9 4 0-15,18 0 0 0,-18 0 0 0,14 5 0 16,-3 3 0-16,-4-1 0 0,-2-2 0 15,5 4 0-15,-2-1 0 0,-1 0 0 16,-1 0 0-16,-1-5 0 0,1 2 0 16,-1 1 0-16,-2-3 0 0,5 1 0 0,-5 2 0 15,-3-6 0-15,11 0 0 0,-11 0 0 16,0 0 0-16,24-4 0 0,-14-2 0 0,-3 2 0 16,6-6 0-16,1-1 0 0,3-3 0 15,6-2 0-15,2-4 0 0,1 4 0 0,5 0-910 16,-2 5-51-16,-4 1 112 0,-3 4-1012 15,-3 2-1285-15</inkml:trace>
  <inkml:trace contextRef="#ctx0" brushRef="#br0" timeOffset="6713.99">26638 7974 4636 0,'0'-12'-187'0,"0"2"67"0,-3 5 42 0,3 5 49 0,-7-4 43 0,7 4 41 16,-13 2 36-16,13-2 25 0,-27 12 17 15,4 5 11-15,0 4 10 0,0 2 11 0,0-1-1 16,4-1-3-16,2 3-8 0,3-7-1 16,7 0-4-16,3-3-11 0,3-1-1 15,-1-1-13-15,4 2 2 0,1-1 1 16,6-2-18-16,2-3-7 0,3 2-12 0,2-6-9 15,4-2-5-15,0 0-14 0,1-4-3 16,3-2-6-16,1-1-10 0,7-5 1 0,-3-4-7 16,-4 0-3-16,-6-1 0 0,0-7-3 15,-3-2-1-15,-5 2 4 0,-6 3-1 0,-1-3 0 16,-1-3 11-16,-6 7-14 0,1-6-2 16,-5 4-3-16,-1 3-5 0,-1 4-5 0,-5 0-2 15,-1 5-10-15,-2 1-31 0,-3 6-37 16,2 1-49-16,-3 1-59 0,-1 5-72 15,-2 2-93-15,-2 6-115 0,1 1-146 16,3 2-178-16,-3 5 68 0,14-5 70 0,6 0-552 16,5-5-657-16</inkml:trace>
  <inkml:trace contextRef="#ctx0" brushRef="#br0" timeOffset="7213.96">26871 8274 3564 0,'0'0'141'16,"0"0"52"-16,0 0 42 0,0 0 26 16,0 0 12-16,0 0-6 0,11-13-10 0,-11 13-27 15,9-5-20-15,-4 2-22 16,-5 3-22-16,10-8-11 0,-4 6-21 0,1-2-11 16,-7 4-10-16,12-8-14 0,-7 2-8 15,2 1-14-15,-4-4-11 0,1-3 3 0,2-1-16 16,-5-3-3-16,3 0-5 0,-2-2-5 15,-2-1-2-15,0-2-1 0,0 3 2 0,-2-2 5 16,-2 0 3-16,-1 2 7 0,-1 4-1 16,0-1-8-16,-3 4-6 0,-3 1-4 0,0 2-7 15,1 3 4-15,4 0-7 16,0 2-6-16,-2 1-2 0,9 2-2 0,0 0-2 16,0 0-1-16,0 0-2 0,0 0-4 15,25-2-8-15,2 0-15 0,11-2-8 0,3 0 1 16,0 1-3-16,-3 2 0 0,-8-2 2 15,-5 3 9-15,-3-1 20 0,-6 2 18 0,-2 3 17 16,-1 1 25-16,-4 3 17 0,3 1 15 16,-6 3 9-16,-1 5 3 0,-3 3 1 15,-2-1-91-15,0 6-18 0,-2-1 0 0,2 1 0 16,-1 1 0-16,-1 0 0 0,-2-2 0 16,4 0 0-16,-4 0 0 0,4-5 0 0,0-2 0 15,0 1 0-15,-1-6 0 0,2 1 0 16,-1-5 0-16,0 0 0 0,0 1-239 15,6-3-97-15,-6-6-90 0,7 2-94 16,-7-2-110-16,0 0-141 0,20-6 7 0,-11 1 87 16,-2-1-625-16,9-3-760 0</inkml:trace>
  <inkml:trace contextRef="#ctx0" brushRef="#br0" timeOffset="7912.5">28537 7486 3691 0,'7'-28'70'0,"2"6"27"0,-4 3 33 0,1 5 42 0,-2 1 39 0,-3 2 18 0,1 2 10 16,2 0-12-16,-4 2-20 0,0 7-17 16,0 0 12-16,0 0 6 0,-15 27-5 0,-4 16-5 15,-6 8-23-15,-1 6-5 0,-7 19-4 16,-3-3-10-16,0 3-16 0,2-2-14 0,5-15-10 16,0 0-12-16,2-1-10 0,2-7-10 15,-1-1-9-15,5-5-7 0,-2-6-4 0,9-11-10 16,1-8-5-16,2-3-4 15,6-4-4-15,-2-3-11 0,4 0-9 0,-1-3-4 0,2-3-8 16,2-4-19-16,0 0-13 16,0 0-14-16,0 0-10 0,9-27-18 0,-2 13-5 15,-2-7-3-15,1-2 16 0,-1-11 2 16,-3 6 7-16,2 5 7 0,-6 2-1 0,-2 6 10 16,1-2 2-16,-8 0 0 0,-3 6 7 15,-5 3 13-15,-6 4 17 0,2 4 16 0,-3 4 13 16,-10 4 7-16,1 6 11 0,3 3 7 15,2 0-8-15,3 4 3 0,4-1-4 0,1 1 3 16,8 4-11-16,4-7-4 0,2-3-9 16,2 0 1-16,6-3-4 0,0 3-2 0,4-7-20 15,2 2-28-15,6 1-45 16,1-5-50-16,10 0-54 0,2-4-65 0,3-2-90 16,16 0-105-16,0-8-101 0,12-4-132 15,-4 3-111-15,0-5 77 0,-10 5-660 0,-2-2-813 16</inkml:trace>
  <inkml:trace contextRef="#ctx0" brushRef="#br0" timeOffset="8312.95">28638 8225 3684 0,'0'0'9'0,"-11"8"61"0,11-8 46 0,0 0 28 0,0 0 17 0,0 0 12 0,0 0-4 0,0 0-15 0,0 0-16 15,0 0-10-15,0 0-15 0,21-18-9 16,-15 13-10-16,-1-1-11 0,2-1-9 0,2-3-11 16,-4 5-2-16,1-4-8 0,-1 1-8 15,1-3 0-15,-1 0-4 0,-4-1-3 16,-1 2 0-16,0-1-1 0,-4 3-4 0,0-1-3 16,-3 1-6-16,-2 2-1 0,-7 5-2 15,1 1 2-15,15 0 3 0,-41 8 0 0,21-1 1 16,-1 3 5-16,-4 4 2 15,6 0 1-15,0 8 0 0,6-5 3 0,1-1 2 16,6-1 4-16,1 0 0 0,5 0 5 16,-2-1-7-16,4-2 0 0,3 3-4 0,3-4-4 15,2 1-2-15,5 0-3 0,2-6-28 16,2 1-38-16,4-3-40 0,4 0-53 0,1-2-58 16,1-4-67-16,9-3-59 0,0-3-57 15,1-4-62-15,4-5-72 0,0-3-96 0,0-6-11 16,-2-6-447-16,2-4-532 0</inkml:trace>
  <inkml:trace contextRef="#ctx0" brushRef="#br0" timeOffset="8545.96">29618 7356 2845 0,'0'-19'29'0,"-4"3"58"0,0 6 55 16,-2 1 51-16,1 1 30 0,1 1 25 0,-3 3 3 15,7 4 2-15,-24 4 7 0,5 5 11 16,-6 9-7-16,-7 13-8 0,-1 9-10 0,-1 7-6 15,-2 3-15-15,-5 17-11 0,0 0-24 16,3 3-14-16,9-14-20 0,1-3-13 0,1 2-17 16,5-3-13-16,1-3-12 0,3-5-12 15,5-10-33-15,1 1-40 0,5-6-43 0,-1-7-49 16,5-4-44-16,1-5-39 0,2-1-43 16,0-3-43-16,4-3-74 0,1-2-76 15,2-2-91-15,-7-2-137 0,29-6-83 16,-10 0 67-16,12-8-523 0,-1-3-628 0</inkml:trace>
  <inkml:trace contextRef="#ctx0" brushRef="#br0" timeOffset="8930.03">29394 8006 3101 0,'-7'1'9'0,"7"-1"49"0,-11 2 48 16,11-2 36-16,-8 4 31 0,8-4 32 15,0 0 21-15,0 0 9 0,0 0 3 0,0 0-1 16,0 0 0-16,0 0-14 0,0 0-23 15,0 0-5-15,26 5-37 0,-26-5-15 16,22-3-10-16,-9 1-9 0,-1-2-20 16,-1-2-12-16,3 2-10 0,0-2-5 0,-2-1-9 15,-2-2-16-15,-1-2-4 0,-2 2 0 16,0 1-9-16,-5-1 5 0,-1 2-15 16,-1 7-2-16,-5-14-2 0,-3 10-1 0,-4 0-7 15,-1 3-2-15,13 1 0 0,-35 5-4 16,15-1 2-16,1 5 1 0,-1 2-9 0,-2 4 2 15,1 5-1-15,1 1 4 0,9-1 1 16,0-3 1-16,3 3 17 0,2-1-2 16,3-2 4-16,-1-1-6 0,4-1-2 15,0-2 9-15,4-2-2 0,-1 2-8 0,7-2-11 16,4-3-31-16,0-1-52 0,8-2-62 16,4-2-60-16,14 3-59 0,4-6-56 0,5-4-64 15,12-3-64-15,-2-8-74 0,4-5-93 16,0-5-61-16,1-2 59 0,10-10-445 0,4-6-524 15</inkml:trace>
  <inkml:trace contextRef="#ctx0" brushRef="#br0" timeOffset="9466.41">30696 7287 2913 0,'-4'-24'28'0,"1"3"48"0,-3 0 39 0,-1 3 54 16,-1-1 36-16,0 2 30 0,1 3 18 15,-1 2-4-15,0 3-21 0,-1 3-17 16,0 6-11-16,-11 8-4 0,-7 11 1 15,-7 16 7-15,-4 8 6 0,-12 17-1 0,-1 13-3 16,-4 5-4-16,0 1-15 0,-3-1-15 16,7 3-14-16,4-3-36 0,0 0-6 15,6-6-12-15,9-16-11 0,5-2-10 0,2-7-8 16,4-4-9-16,4-12-5 0,1-5-11 16,7-5-15-16,3-6-16 0,1-5-11 0,-2 1-15 15,7-7 3-15,0-4-23 0,0 0 1 16,0 0-14-16,0 0 6 0,0 0 0 0,0 0 2 15,4-34 1-15,-1 10 8 0,-1-1 9 16,0-3-2-16,-2-8 4 0,0 6-2 16,-4-6 4-16,-1 9 20 0,2 3 17 15,-3 5 17-15,0 3 6 0,3 3-1 0,-5 1-8 16,6 0-4-16,-4 4-3 0,2 3-9 16,4 5 7-16,-3-5-10 0,3 5 0 0,0 0-3 15,0 0 5-15,0 0-5 0,0 0-3 16,25-2-2-16,-7 0 3 0,3 2-21 0,17-5-14 15,3 0-7-15,0 0-6 0,2-4 0 16,-3 3 5-16,-4-1 8 0,-8 3 3 16,-5-2 3-16,-4 5 13 0,-3-2 21 15,-2 1 4-15,-2 1-1 0,-4 1 4 0,-8 0 14 16,13 10 8-16,-11-1 1 0,-2 6-1 16,-4 5-5-16,-5 9-4 0,-2 5-3 15,-3 1-6-15,-7 6-3 0,8-6-14 0,-2-2-50 16,-1-1-51-16,3-6-62 0,-1 2-51 15,7-3-57-15,-1-8-58 0,3-4-64 0,0-3-55 16,3 1-51-16,2-5-79 0,0-6-94 16,4 4-46-16,-4-4 72 0,18-2-487 0,-4-6-587 15</inkml:trace>
  <inkml:trace contextRef="#ctx0" brushRef="#br0" timeOffset="9630.2">30436 7915 3173 0,'5'-19'98'0,"-1"4"59"0,-2 1 52 0,-2 3 44 0,0 1 35 0,0 3 14 0,-2-1 8 0,0 1-21 16,2 7-35-16,-2-12-27 0,2 12-28 0,-2-10-73 16,2 10-93-16,0-7-104 0,0 7-123 15,0 0-134-15,0 0-144 0,0 0-236 0,0 0 54 16,0 0 79-16,6 26-417 0,-4-9-468 16</inkml:trace>
  <inkml:trace contextRef="#ctx0" brushRef="#br0" timeOffset="10229.52">30535 8050 2848 0,'-13'-10'97'0,"6"2"34"16,-6 0 28-16,1 4 29 0,-3 2 16 0,1-1 13 16,0 3 1-16,14 0-5 0,-33 5-5 15,14 3-8-15,1 2-14 0,0 1-7 0,7-2-14 16,-3 6-13-16,3-2-19 0,4-1-10 15,-2 2-9-15,7-1-6 0,1 1-17 0,2-2-12 16,3-2-7-16,4 4-5 0,2-3-7 16,1-3-16-16,3 2-15 0,0-4-20 15,4-1-6-15,-2-2-2 0,2-1 1 16,2-4-3-16,-4 0 1 0,2-3 5 0,0-2-5 16,2-3 6-16,3-7-6 0,0-6 0 15,-3 0 10-15,-2-5 4 0,-4 0 10 16,-2 2 10-16,-1-3 6 0,-3 6 0 0,-6 3 5 15,0 3-7-15,-2-3-1 0,-2 5 3 16,-2-2-8-16,-2 3-1 0,3 1-9 0,-5 2 0 16,0 4-4-16,1 0 0 0,-3 4-6 15,1 0-1-15,-1 1-2 0,10 2-2 0,0 0 1 16,-25 2-4-16,25-2 5 16,-13 10-1-16,10-3 0 0,1 0-8 0,2-7 15 15,2 13-7-15,5-4 1 0,5 1 12 16,5 0-21-16,2-1 12 0,1-1 8 0,1-1 23 15,1 0 23-15,-4-3 3 0,0-1 21 16,-1 0 24-16,0 1 24 0,-3-3 8 0,-1 1-3 16,-2 0-3-16,-11-2-2 0,19 6-6 15,-10-4-96-15,2 4-36 0,-4 0 0 0,0 1 0 16,1 0 0-16,0 2 0 0,1 2 0 16,1 1 0-16,0 0 0 0,1 1 0 15,2 1 0-15,1 0 0 0,0-3 0 0,6 3 0 16,-4-5 0-16,6-1 0 0,-1-2 0 15,2-1 0-15,1-2 0 0,-1-3 0 16,2-2 0-16,-2 2 0 0,0-1 0 0,-4 1-292 16,0-2-257-16,-10 4-136 0,-9-2-207 15,0 0 68-15,0 0 92 0,-45 10-702 16,-10 3-885-16</inkml:trace>
  <inkml:trace contextRef="#ctx0" brushRef="#br0" timeOffset="10962.89">21481 8496 4297 0,'5'-10'112'0,"-3"1"6"0,4 0 10 0,-4 6 3 0,-2 3 0 0,0 0 19 0,0 0 24 0,0 0 18 0,-17 57 6 0,-2-11-3 0,-5 6 0 0,-4 4 4 0,-8 14 3 16,-4 6 1-16,-1 1 9 0,2-5-8 15,-1 0-2-15,8-18-1 0,-1-4-6 16,7-1-13-16,1-5-14 0,5-11-12 0,5-4-110 16,1-2-46-16,7-6 0 0,3-3 0 15,1-5 0-15,3-1 0 0,3 0 0 16,5-1 0-16,4 1 0 0,4-2 0 0,4-1 0 16,0-1 0-16,7-3 0 0,10 2 0 15,3-5 0-15,-1 3 0 0,-1-5 0 16,-3 0 0-16,-6 0 0 0,-3 0 0 0,-1-5 0 15,-6 5 0-15,2-4-100 0,-6 0-410 16,-2-2-151-16,1-2-228 0,-7 4 47 0,4-1 94 16,-8-2-762-16,-1 0-957 0</inkml:trace>
  <inkml:trace contextRef="#ctx0" brushRef="#br0" timeOffset="11229.86">21594 9292 3996 0,'2'-6'134'0,"-2"6"38"0,7-7 2 16,-7 7 5-16,0 0 36 0,0 0 39 0,0 0 22 16,16 13 1-16,-8 0-12 0,2 4-18 15,5 12-17-15,-1-1-19 0,-3 3-17 0,-6-1 1 16,4-1-7-16,-8 1 0 0,1-8-8 16,-4 1-15-16,-2 1-12 0,-6 6-16 0,-2-1-10 15,-2 0-93-15,-5-4-34 0,-2-1 0 16,-2-1 0-16,-4 2 0 0,-2-4 0 15,4-5 0-15,-4 0 0 0,2-1 0 16,6-6 0-16,1-2 0 0,9-2-300 0,0-1-184 16,1-4-146-16,10 0-188 0,0 0-7 15,-5-9 90-15,5 9-761 0,17-19-943 0</inkml:trace>
  <inkml:trace contextRef="#ctx0" brushRef="#br0" timeOffset="11480.29">22466 9397 4548 0,'1'-12'197'0,"-2"4"34"16,1 8 58-16,-8-9 46 0,8 9 27 0,0 0 0 15,0 0-4-15,-25 13-24 16,14 3-9-16,-6 11-22 0,0 6-27 0,-2 8-26 16,-1 3-229-16,4 2-21 0,-2 1 0 15,1-3 0-15,5-7 0 0,-1-2 0 0,1 0 0 16,1-6 0-16,0 2 0 0,5-11 0 15,0-1 0-15,3-6 0 0,1-1 0 0,0-7 0 16,0 2 0-16,2-7-415 0,0 0-140 16,0 0-86-16,0 0-102 0,15-29-66 0,-3 9 78 15,-1-11-730-15,8-10-911 0</inkml:trace>
  <inkml:trace contextRef="#ctx0" brushRef="#br0" timeOffset="11645.84">22416 9335 3953 0,'-2'-9'68'0,"2"2"65"15,0 7 49-15,0-11 38 0,0 11 18 0,5-10 12 16,0 5 10-16,4-2-5 0,9-1-19 16,0-2-23-16,13-2-20 0,3 0-21 0,3 3-33 15,-1-1-53-15,2 0-77 0,-2 6-77 16,-6-1-84-16,-5 2-101 0,0-1-108 16,-6 4-100-16,-2 4-144 0,-4-1-90 0,-4 2 71 15,-8 5-528-15,-1 4-620 0</inkml:trace>
  <inkml:trace contextRef="#ctx0" brushRef="#br0" timeOffset="11980.1">22321 9728 3448 0,'-15'10'177'0,"3"-4"26"16,4-1 25-16,3-1 31 0,5-4 14 16,-8 4 1-16,8-4-14 0,0 0-13 0,0 0-17 15,0 0-26-15,0 0-21 0,49-13-26 16,-16 3-47-16,2-2-59 0,1 1-56 0,4-3-59 15,-3 2-58-15,4-3-69 0,-5 1-45 16,-2 2-23-16,-1 1-2 0,-8 0 15 0,-4 4 22 16,-6 2 29-16,0 1 15 15,-4 0 32-15,-1 2 39 0,0 0 43 0,-10 2 54 16,0 0 49-16,13 8 29 0,-13-2 32 16,0 3 15-16,-2 3 12 0,-2 3 2 0,1 1-10 15,-4 5-2-15,2-3-9 0,-1 5-11 16,0-4-12-16,1 5-9 0,-1-3-21 0,2-5-40 15,-2 1-44-15,2-3-60 0,3-2-73 16,-3 0-77-16,2-4-90 0,0 1-102 16,2-4-106-16,0-5-29 0,0 0 58 0,0 0-272 15,0 0-272-15</inkml:trace>
  <inkml:trace contextRef="#ctx0" brushRef="#br0" timeOffset="12128.7">23001 9431 2319 0,'4'-23'194'0,"-2"8"51"0,-2 1 35 15,0 3 19-15,0 3 7 0,0 1-16 0,0 7-27 16,-6-10-26-16,6 10-35 0,-1-8-60 16,1 8-65-16,-2-4-70 0,2 4-84 0,0 0-92 15,0 0-80-15,0 0-85 0,0 0-95 16,-12 13-102-16,10-6-2 0,-2 4-331 0,1 4-347 16</inkml:trace>
  <inkml:trace contextRef="#ctx0" brushRef="#br0" timeOffset="12496.41">22961 9578 2395 0,'0'7'80'0,"2"-2"64"0,-2-5 55 0,-2 8 41 16,2-8 28-16,0 0 17 0,0 0 3 16,0 9-7-16,0-9 4 0,0 8 12 0,0-8-16 15,2 16-2-15,-2-8-15 0,0 1-10 16,0 1-10-16,-2 2-11 0,2 0-18 16,-4 3-10-16,0-1-13 0,3-3-2 0,-1-1-20 15,0 2-5-15,-2-3-17 0,2-1-13 16,0 0-9-16,2-8-4 0,0 10-5 0,0-10-28 15,-1 7-89-15,1-7 0 0,0 0 0 16,0 0 0-16,0 0 0 0,0 0 0 0,14-31 0 16,-2 16 0-16,1-3 0 0,7-1 0 15,-4 3 0-15,-4 6 0 0,-1 1 0 16,1 3 0-16,0 2 0 0,-3 2 0 16,-9 2 0-16,17 6 0 0,-7 0 0 0,-1 2 0 15,-4 3 0-15,6 1 0 0,-6 3 0 16,2-3 0-16,-1 5 0 0,1 0 0 0,0 0 0 15,-2-2 0-15,-1 1 0 0,2-6 0 16,-5 2 0-16,1-2 0 0,0-3 0 0,3-2-46 16,-1 0-252-16,-4-5-95 0,0 0-102 15,0 0-106-15,0 0-157 0,0 0-35 16,12-18 94-16,-4 4-698 0,6-12-850 16</inkml:trace>
  <inkml:trace contextRef="#ctx0" brushRef="#br0" timeOffset="12945.67">23929 8874 4026 0,'0'-19'108'0,"-4"1"46"16,2 5 46-16,1 0 50 0,-1 6 34 0,0 0 0 0,2 7-16 0,0 0 9 0,0 0-3 0,-20 23 5 16,8 12-1-16,-6 13-23 0,1 12-12 0,0 1-18 15,-2 6-18-15,4-1-21 16,0 4-21-16,-3 18-15 0,9-21-72 0,1-2-78 15,2-6 0-15,1-4 0 0,3-12 0 16,-4-8 0-16,4-6 0 0,-1-6 0 0,1-5 0 16,-3-1 0-16,3-3 0 0,2-3 0 15,0-2 0-15,0 0 0 0,0-9 0 0,0 5 0 16,0-5 0-16,0 0 0 0,0 0 0 16,9-23 0-16,-7 10 0 0,-1-7 0 0,-1-5 0 15,0 0 0-15,0-4 0 0,-8-3-16 16,1 8-59-16,-6-2-3 0,-3 9 13 0,-1 7 3 15,-6 3 9-15,-2 7 0 0,-11 5 6 16,0 4 5-16,0 8 16 0,-2 7 8 16,1 0 0-16,5 7 8 0,11-8 14 0,2 6 2 15,7-3 1-15,5-1 2 0,5-4 6 16,2-1 5-16,4 2 5 0,1-3-5 16,6 0-3-16,-2-2 3 0,4-2-4 0,2-1-3 15,0-4-17-15,6 1-34 0,3-5-47 16,-1-4-64-16,3-4-73 0,0 2-89 15,13-10-118-15,1-2-121 0,5-5-170 0,3-4-40 16,-2-1 86-16,7-5-638 0,2-2-770 16</inkml:trace>
  <inkml:trace contextRef="#ctx0" brushRef="#br0" timeOffset="13695.56">24903 8949 3832 0,'-11'-13'166'0,"0"4"31"16,-3 1 26-16,3 4 32 0,-1 4 42 0,-3 0 24 0,-6 8 9 0,-8 9-5 0,-5 14-8 0,0 10-34 15,1 3-23-15,5 8-21 0,1 7-25 16,-6 18-23-16,10-16-17 0,3 2-15 0,2 5-16 16,4-5-11-16,-2-1-7 0,1-8-117 15,1-1-8-15,3-14 0 0,3-3 0 0,-1-5 0 16,-1-7 0-16,5-7 0 0,-3 1 0 15,-2-2 0-15,5-4 0 0,-4-2 0 16,-2-3 0-16,-1 0 0 0,-1-7 0 16,2 1 0-16,11-1 0 0,-30-5 0 0,10-5 0 15,-5-4 0-15,-2-1 0 0,-2-2 0 16,2-4-31-16,2 1-122 0,2-1 6 0,5 1 8 16,0 3 12-16,7 5 3 0,4-3 1 15,0 3 4-15,7-1 9 0,7-3 2 0,8-6-6 16,11 0-16-16,12-2-21 0,10-2-27 15,5 2-32-15,4-1-33 0,11 4 2 0,17-6 24 16,4 3 20-16,1 1 25 0,-13 6 15 16,12-7 18-16,-17 3 23 0,-3 2 29 15,-10-5 25-15,-9 1 50 0,-9-5 39 16,-10 8 34-16,-8-6 33 0,-7 0 20 0,-7 3 21 16,-7-1 6-16,-2 7 3 0,-4 3-9 15,-3-7 4-15,-5 3-6 0,-9-1-8 0,-2 4-8 16,0 5 6-16,0 5-7 0,-4 3 4 15,-7 7 4-15,-6 7-4 0,-3 9 9 16,-3 4 1-16,-1 8-17 0,8 4-3 0,3 7 5 16,2 4 0-16,3 5-4 0,8 1-6 15,3 4-11-15,9-5-7 0,2-1-9 0,7-9-7 16,2-12-5-16,2 9-5 0,6-5 2 16,-1-6-8-16,-2-6-5 0,6-3-4 0,-6-5-6 15,4-1-40-15,0-4 0 0,0 0 0 16,2-3 0-16,1-4 0 0,3-3 0 15,-1-1 0-15,2-3 0 0,6-1 0 16,-2-2 0-16,-2-1 0 0,-3 1 0 0,2 0 0 16,-3 4 0-16,-5-3 0 0,0 4 0 15,0 0 0-15,-9 2 0 0,14 4 0 0,-6 2 0 16,-5-2 0-16,4 2 0 0,-3 2 0 16,-1 3 0-16,3-3 0 0,-3 1 0 0,-1-1 0 15,2 0 0-15,0 0 0 0,-2-2 0 16,2 0-202-16,0-1-235 0,0-2-84 15,-4-3-95-15,11 3-130 0,-1-1-50 16,-10-2 88-16,18-5-709 0,0 2-867 0</inkml:trace>
  <inkml:trace contextRef="#ctx0" brushRef="#br0" timeOffset="14097.42">25331 9691 3768 0,'0'0'63'0,"0"0"73"0,0 0 44 0,0 0 51 0,0 0 49 0,0 0 38 16,0 0 8-16,0 0-10 0,0 0-20 0,0 0-22 16,0 0-25-16,0 0-25 0,0 0-23 15,0 0-21-15,14 0-24 0,-5-4-34 16,2 2-30-16,-2-1-35 0,2 0-32 16,-4-2-32-16,5-1-14 0,-2-2-8 0,-5 1-16 15,3-3-8-15,-4 2 6 0,0-3-5 16,-4 1-10-16,0 2-6 0,-4 0-4 0,-1 2 3 15,-7 0 8-15,-1 3 5 0,-5 3 2 16,-5 3 8-16,1 4 8 0,-7 7 14 0,1 1 23 16,3 2 20-16,2 4 15 0,10-4 12 15,2 0 10-15,8 0 11 0,-1 0 8 16,6-2 6-16,2-1 18 0,4 6 23 16,-1-3 17-16,4 0 15 0,1-3 0 0,3-2 2 15,-6-2-1-15,3-3-10 0,1 0-145 16,-1-2 0-16,-2 0 0 0,1 0 0 0,1-3 0 15,-3 1 0-15,0-3 0 0,-9 0 0 16,20 0 0-16,-20 0-291 0,14 0-214 0,-14 0-172 16,16-3-202-16,-9 1 68 0,4-3 96 15,-11 5-752-15,11-5-915 0</inkml:trace>
  <inkml:trace contextRef="#ctx0" brushRef="#br0" timeOffset="15078.59">26304 9862 3804 0,'0'0'-67'0,"0"0"72"0,0-6 54 0,0 6 44 0,0 0 39 0,0 0 27 0,0 0 10 0,15-6-4 0,-15 6-10 0,13-3-21 0,-7 2-12 0,4-1-10 15,-10 2-13-15,17-4-16 0,-8 3-16 16,1-3-19-16,-1 1-14 0,1-1-18 0,-3 1-7 16,1-3-12-16,-5 2-6 0,4-1 1 15,-3-2-1-15,-2 0 3 0,-2-3 1 16,-2-1 4-16,-2-1 8 0,-3 0 2 16,-2-1 4-16,2 1 3 0,-7 2 1 0,-1 5-1 15,-4-3 2-15,-1 6-1 0,-2 2 0 16,-5 6 7-16,-7 5 1 0,2 5 1 0,0 3 10 15,-4 7 9-15,9-4 3 0,2 4 3 16,4 1 5-16,4 0-1 0,5-1-2 0,6 0-7 16,5-3-1-16,4-1-4 0,5-1-6 15,6 4-2-15,4-1-4 0,3-5-5 16,6-4-7-16,4-1-10 0,-6-6-6 0,-1-2-29 16,0-3-10-16,1-3-26 0,2-2-17 15,0 1-26-15,9-5-36 0,-4-2-42 16,1-4-77-16,-5 0-62 0,3-3-66 15,-6-2-83-15,2 1-131 0,-3-3-49 0,0-1 67 16,0-1-413-16,-3-4-464 0</inkml:trace>
  <inkml:trace contextRef="#ctx0" brushRef="#br0" timeOffset="15330.81">26843 9209 3082 0,'-6'-29'223'0,"1"4"38"0,1 4 37 0,-1 5 39 15,3 4 10-15,-3 3-17 0,1 1-10 16,4 8 8-16,0 0 9 0,-14 21-1 16,1 6-17-16,2 8-14 0,-1 11-18 0,-1 7-18 15,2 3-11-15,-1 4-10 0,1 2-16 16,4-3-158-16,-5 1-74 0,3-4 0 0,-1-3 0 16,-2 1 0-16,5-5 0 0,0-11 0 15,-3 3 0-15,2-5 0 0,1 0 0 0,-3-3 0 16,0 0 0-16,1-4 0 0,4-4 0 15,1-7-464-15,0-1-167 0,2-4-152 16,4-4-79-16,4-2 92 0,1-4-822 0,5-2-1033 16</inkml:trace>
  <inkml:trace contextRef="#ctx0" brushRef="#br0" timeOffset="15745.27">27034 9775 4171 0,'0'0'21'15,"-16"2"70"-15,16-2 44 0,0 0 43 16,-13 3 36-16,13-3 37 0,0 0 13 0,-1 6 16 16,1-6-7-16,0 0-9 0,0 0-14 15,16 12-19-15,-7-11-24 0,-9-1-18 0,18 2-19 16,-18-2-21-16,23 2-13 0,-14-2-16 16,-9 0-14-16,25-4-14 0,-12 3-21 0,1-3-13 15,-3-1-12-15,3 0-14 0,-3-4-12 16,-2-1-3-16,2-2-5 0,-4-3 1 15,-3-1-3-15,-3 5-1 0,-1-6 1 16,-3 4-5-16,-1-3-4 0,-6 4 5 0,-1-2-8 16,-2 8 1-16,-5 0 1 0,4 3-3 15,-8 3 1-15,1 3-4 0,-4 5 4 16,-4 3 3-16,4 3-2 0,1 5 4 0,3 1 1 16,5 1 5-16,4-1 3 0,2-3 8 15,7 1 2-15,1 1 2 0,4-2-13 16,-1 0-11-16,5 1 0 0,1 0 0 0,5-1 0 15,0-3 0-15,2 1 0 0,4-8 0 16,-1 0-48-16,2-4-101 0,4 1-70 16,2-4-78-16,2-4-78 0,9-2-74 0,0-3-62 15,-2-1-64-15,0-4-65 0,-2 1-88 16,1-5 73-16,-6 3-551 0,-1-2-669 0</inkml:trace>
  <inkml:trace contextRef="#ctx0" brushRef="#br0" timeOffset="16329.27">27533 9685 3193 0,'0'0'39'0,"-7"-9"82"0,7 9 49 0,-9-8 53 16,9 8 41-16,-7-4 24 0,7 4 22 16,0 0 5-16,-19 0 6 0,19 0 1 15,-17 12-10-15,6-1-15 0,-3 3-19 16,3 5-24-16,-9 5-25 0,7 1-20 0,0-5-20 16,0 6-19-16,2-6-20 0,0-1-13 15,4-2-13-15,0 0-10 0,1-1-13 0,0-6-40 16,0 2-61-16,1-3 0 0,1-1 0 15,-2-1 0-15,4-1 0 0,2-6 0 16,-4 6 0-16,4-6 0 0,0 0 0 0,0 0 0 16,0 0 0-16,16-31 0 0,-5 14 0 15,6-7 0-15,3 2 0 0,-4 0 0 0,0 4 0 16,-3 5 0-16,-4 1 0 0,3 1 0 16,-5 5 0-16,1-1 0 0,-3 2 0 0,4 3 0 15,-9 2 0-15,13 2 0 16,-13-2 0-16,9 8 0 0,-4-1 0 0,-2 3 0 15,1-1 0-15,0 1 0 0,-3-1 0 16,1 1 0-16,2 2 0 0,-2-2 0 0,-2-1 0 16,2-1 0-16,-2-1 0 0,0-7 0 15,1 12 0-15,-1-12 0 0,0 9 0 0,0-9 0 16,0 0 0-16,9 3 0 0,-9-3 0 16,0 0 0-16,16-17 0 0,-2 2 0 0,7-8 0 15,4-2 0-15,0 2 0 0,-1-2 0 16,5 3 0-16,-2 3 0 0,-1 5 0 0,-5 1 0 15,-2 5 0-15,-6 2 0 16,1 6 0-16,-5 0 0 0,3 2 0 0,-4 6 0 0,-4-1 0 16,-1 5 0-16,-1 2 0 15,-2-1 0-15,-2 3 0 0,0 1 0 0,1 1 0 16,-1-1 0-16,-2 1 0 0,-1-1 0 16,2 0 0-16,1-5 0 0,0 1 0 0,-2-1 0 15,2-1 0-15,2-3 0 0,-1-1 0 16,-1-2 0-16,2-5 0 0,-2 9-206 0,2-9-86 15,0 0-81-15,0 0-84 16,0 0-84-16,0 0-118 0,0 0-132 0,17-17 70 0,-5 6-691 16,0-4-863-16</inkml:trace>
  <inkml:trace contextRef="#ctx0" brushRef="#br0" timeOffset="17061.43">28394 9646 3809 0,'-17'-3'16'0,"7"1"54"0,-1 2 34 0,11 0 28 0,-17 0 19 0,17 0 4 0,0 0-9 0,-15 2-10 16,11 1-10-16,4-3-11 0,-4 5-12 16,4-5-9-16,0 0-7 0,4 11-11 15,-4-11-4-15,7 6-9 0,-7-6-5 0,14 6-6 16,-14-6-5-16,17 2-5 0,-8-1-4 15,-9-1 3-15,20-1 1 0,-20 1 9 0,17-8 3 16,-10 5 8-16,1 0 5 0,-8 3 4 16,10-11 6-16,-6 4 9 0,-2 2-6 0,-2 5-10 15,0-15-7-15,-4 8-8 0,-3 0-3 16,0 1-11-16,-2 0 1 0,-5 3-8 0,1 1 0 16,-5 2-8-16,18 0-4 0,-37 7 1 15,13-3-6-15,6 4 4 0,-1 1-9 16,2 3-6-16,3-4-11 0,3 2-14 15,1 3-12-15,2-1-7 0,7-3-16 16,-1 3-5-16,4-4-4 0,3 1 3 0,4 3 6 16,-2-6 5-16,6 2 5 0,1-1 6 15,-3-1 4-15,4-2 4 0,6 0 10 0,-2 4 15 16,1-3 18-16,-7-4 12 0,3 3 13 16,0-3 20-16,-5 1 7 0,3 0 9 0,-3 0 10 15,1 1 11-15,-12-3 8 0,17 1 7 16,-17-1 0-16,13 2-4 0,-13-2-7 0,11 4-4 15,-11-4-9-15,10 5-7 0,-10-5-5 16,0 0-6-16,12 2-12 0,-12-2-3 16,0 0-6-16,9 3 1 0,-9-3-7 15,0 0-7-15,0 0-6 0,25-12 3 0,-14 4-2 16,1-3-8-16,5 1-2 0,-2-2 2 16,2 2-4-16,-3 1 3 0,-1 1 7 0,-2 2 11 15,1 0 3-15,-1 1-41 0,-6 3 0 16,6 0 0-16,-11 2 0 0,0 0 0 0,20 6 0 15,-14-3 0-15,-6-3 0 0,12 10 0 16,-9-6 0-16,1 4 0 0,1-4 0 0,2 5 0 16,-3-1 0-16,-3 0 0 0,5-1 0 15,-2-2 0-15,-1 0 0 0,3 2 0 0,-6-7 0 16,12 9 0-16,-7-6 0 0,3-1-88 16,1-1-149-16,-9-1-49 0,20-3-46 15,-8 0-54-15,0-5-42 0,3-3-29 16,8-11-31-16,2-4-31 0,8-14 6 0,-1-7-9 15,4-4 12-15,8-21-655 0,3-4-631 16</inkml:trace>
  <inkml:trace contextRef="#ctx0" brushRef="#br0" timeOffset="17261.79">29366 9000 3013 0,'35'-56'-75'16,"-11"10"51"-16,-3 5 42 0,-8 12 46 0,-1 0 67 0,-3 9 44 0,-3 4 29 0,0 3 3 0,-2 4-8 0,-2 2-13 16,-2 7-11-16,0 0 1 0,0 0 3 15,0 0-5-15,-43 39-4 0,19 2-13 0,-4 5-18 16,-5 7-6-16,-5 19-12 0,0 3-22 15,2 5-2-15,-2 3-7 0,1-4-12 16,1-2-5-16,9-18-16 0,-2-3-35 16,9-3-47-16,1-3-52 0,1-6-54 0,3-11-68 15,4-2-59-15,3-10-48 0,2-4-33 16,1-7-37-16,1-3-40 0,2-4-32 16,2-3-18-16,0 0 9 0,0 0-407 0,0 0-348 15</inkml:trace>
  <inkml:trace contextRef="#ctx0" brushRef="#br0" timeOffset="17412.87">29030 9685 2298 0,'11'-17'24'0,"-6"0"60"0,3 5 51 0,-3 0 55 15,1 4 31-15,-4-1 46 0,6 1 23 16,-4 3 4-16,3-2 3 0,-2 2-12 0,6 1-17 16,-11 4-20-16,14-6-24 15,-2 4-22-15,-2 0-31 0,1-1-14 0,-11 3-60 16,21-4-64-16,-10 2-56 0,3-1-64 16,-3 1-97-16,3-1-105 0,-1-2-111 0,0 0-151 15,-1 5-105-15,-1-2 72 0,-1-1-440 16,-10 3-499-16</inkml:trace>
  <inkml:trace contextRef="#ctx0" brushRef="#br0" timeOffset="19911.55">25610 10369 3163 0,'6'-16'209'16,"-2"3"-51"-16,-1 1 53 0,1 3 14 0,-2 1-9 0,0 4-29 0,-2 4-32 0,2-10-29 15,-2 10 23-15,0 0 46 0,0 0 10 0,-12 53 10 16,3-17-10-16,-5 13-10 0,1 5-16 15,-2-1-13-15,2-1-12 0,-3 2-14 0,3-3-10 16,-3-1-15-16,7-10-8 16,-6 10-11-16,2-4-26 0,3-9-34 0,-4-2-38 15,5 1-44-15,0-7-54 0,2-5-59 16,-2-3-65-16,2-3-77 0,0-1-67 0,1-3-58 0,-4 0-48 16,2-5-77-16,1-1-112 15,0-2 57-15,-2-4-444 0,2 0-523 0</inkml:trace>
  <inkml:trace contextRef="#ctx0" brushRef="#br0" timeOffset="20078.3">25256 10926 3202 0,'-6'-17'156'16,"2"5"18"-16,1 3 27 0,0 1 25 15,-1 2 19-15,4 6-4 0,-2-10-14 0,2 10-17 16,0 0-17-16,0 0 1 0,0 0-8 16,0 0-18-16,0 0-16 0,41 14-21 15,-23-2-5-15,11 3-19 0,0 2-45 16,-2-1-55-16,-1-1-71 0,-1-1-89 0,-4 0-95 15,4 1-97-15,-6-1-91 0,-6-3-131 16,-1-2-121-16,-1 0 80 0,-4-1-446 0,-1 1-527 16</inkml:trace>
  <inkml:trace contextRef="#ctx0" brushRef="#br0" timeOffset="20243.95">25840 10897 3088 0,'14'-12'144'0,"-4"1"31"15,-5 2 20-15,-1 5 7 0,-1-2 6 16,-3 6 10-16,0 0 3 0,0 0 0 0,-39 10-17 15,6 5-21-15,1-1-12 0,-9 7-20 16,0 3-16-16,8-6-16 0,1 0-27 16,4 3-56-16,-1-2-71 0,4-1-96 15,3 1-118-15,-1 0-128 0,5-3-164 16,3-3-141-16,6-1 75 0,-7 1-461 0,2 1-541 16</inkml:trace>
  <inkml:trace contextRef="#ctx0" brushRef="#br0" timeOffset="23010.49">22139 11604 2830 0,'0'0'-27'0,"2"-8"18"0,-2 8 9 0,0-4 24 0,0 4 41 0,0 0 37 15,-2-13 23-15,1 7 16 0,-3 2 13 16,-2-1-4-16,5-2-3 0,-3 1 3 0,-3-1-1 16,-2-1-3-16,4 1-6 0,-3 0-5 15,1-1-8-15,-5-1-8 0,3 1-10 0,-5 1-13 16,1-3-6-16,-7 2-10 0,2 0-8 16,-1-1-5-16,-3 2-5 0,2 2-8 0,-5 1-1 15,2 0-5-15,-2 1 2 0,-4 1 3 16,3 2-5-16,0 4-1 0,-13 1-4 0,3 4-2 15,0 4-3-15,0 4 1 16,-7 5 5-16,2 6 2 0,1 1-1 0,-1 1 8 16,5 6 6-16,0 5-3 0,2 0 3 15,4 2-1-15,1 3-9 0,4 3 2 0,4 1 5 16,4 1-1-16,6-2-3 0,3-5-2 16,8-1 1-16,0 0 0 0,10 9-1 0,5-2 1 15,6-2 0-15,9-1-4 0,8-4 5 16,9-2-7-16,1-5 2 0,8-1-4 15,5-9-3-15,2-2 0 0,-1-4-5 16,3-9 5-16,0-3-5 0,-1-2-3 0,-14-6 11 16,10-6 18-16,-7-2 12 0,-1-3 22 15,-5-5 3-15,-1-3 4 0,-1-4-3 16,-5-1-1-16,-1-3-6 0,-3-5-2 0,-2-4-8 16,-3-6-25-16,-5-4-57 0,-1-7 0 15,-6-3 0-15,-3-6 0 0,-7-1 0 0,-6-3 0 16,-3 1 0-16,-9 1 0 0,-5 3 0 15,-10 5 0-15,-10 1 0 0,-8 9 0 0,-19-5 0 16,3 20 0-16,-6 8 0 0,-10 6 0 16,-3 11-76-16,0 5-159 0,-6 7-56 0,-21 10-62 15,2 4-62-15,11 5-57 0,3-2-66 16,23 0-86-16,4 0-127 0,6 1 59 0,4 1-581 16,7-4-734-16</inkml:trace>
  <inkml:trace contextRef="#ctx0" brushRef="#br0" timeOffset="25461.73">21688 11946 3106 0,'4'-5'-232'0,"-4"5"37"0,0 0 24 0,0 0 32 0,0 0 31 0,0 0 24 0,0 0 38 15,0 0 9-15,0 0 25 0,0 0 22 16,0 0 26-16,0 0 25 0,2-6 24 0,-2 6 28 16,0 0 25-16,0 0 22 0,4-10 26 15,-4 10 15-15,2-4 9 0,-2 4 7 0,0 0-8 16,0 0-14-16,2-8-21 0,-2 8-21 15,0 0-14-15,0 0-8 0,0 0 8 0,-20 30-9 16,5-5-5-16,0 4-13 16,0 0-8-16,-3 4-2 0,5-2-2 0,0 0-9 15,0-1-3-15,2 0-11 0,0-7-7 16,6-4-5-16,-3 1-8 0,3-5-5 0,-2-1-5 16,4-3-6-16,-3-1-6 0,4 0-14 15,1-2-19-15,-1-1-21 0,0-3-22 0,2-4-26 16,0 8-64-16,0-8-74 0,0 0-49 15,0 0-50-15,0 0-49 0,32-17-47 0,-17 3-35 16,8-9-23-16,4-1-12 0,-2 1-490 16,5-10-437-16</inkml:trace>
  <inkml:trace contextRef="#ctx0" brushRef="#br0" timeOffset="25777.08">21833 12025 2460 0,'17'-17'-89'0,"-6"2"37"0,3 1 44 16,-3 3 35-16,0-1 35 0,1-1 43 0,-2 5 37 0,-1-4 27 15,-3 5 15-15,0-1 3 16,-1 4-9-16,-5 4-19 0,4-10-19 0,-4 10 2 15,0 0 6-15,0 0-5 0,0 0 3 16,0 0 2-16,-28 21 3 0,13-9-9 0,1 2-11 16,-1-1-11-16,1 3-12 0,3-1-10 15,2 3-6-15,2-3-9 0,2-1-3 0,1 1-9 16,2-1-4-16,6 3 3 0,-2-2-3 16,3 3-2-16,2-3-2 0,-1-1-3 0,-3 1-4 15,3-1 0-15,-4-2 8 0,-1 1 8 16,-1-1 12-16,0 3 11 0,-1-3 4 0,-3 2 6 15,-3-1-3-15,-6 3-12 0,2-1-5 16,-2-1-11-16,0-2-6 0,-2-1-6 16,-3 1-13-16,1-1-7 0,-4 1-30 15,0-4-41-15,2-1-49 0,-3 0-60 0,-2-2-73 16,0-2-93-16,-1-1-98 0,1 0-100 16,0-1-119-16,0 1-99 0,0 0 63 15,-1 0-504-15,3 3-626 0</inkml:trace>
  <inkml:trace contextRef="#ctx0" brushRef="#br0" timeOffset="26645.84">21372 12441 3042 0,'2'-3'-64'0,"-2"3"16"0,0-9 4 0,0 9 5 0,0 0 16 0,0 0 19 0,-20-1 24 0,20 1 22 16,-32 13 18-16,0 6 16 0,-16 10 6 15,-5 3 16-15,-24 13 7 0,-6 6 6 0,-3 3 1 16,-3 3-1-16,-7 4 18 16,-7 7 6-16,-2 0 2 0,-2-1-8 0,7-1-5 15,4-6-9-15,5 2-8 0,3-3-5 16,6-2 0-16,4-5-7 0,10-1-13 0,2-5-8 15,17-12-3-15,7-2-8 0,2-6-5 16,12-4-13-16,1-5-7 0,5 1 1 0,2-7-2 16,6-2-15-16,3-2-8 0,2 1-17 15,2-4-18-15,-2-1-29 0,4-1-52 16,5-2-49-16,0 0-47 0,-17-2-38 0,17 2-38 16,-6-7-64-16,6 7-70 0,-6-10-108 15,6 5-40-15,0 5-295 0,-2-9-336 0</inkml:trace>
  <inkml:trace contextRef="#ctx0" brushRef="#br0" timeOffset="27560.19">19727 13110 2327 0,'13'-16'-5'0,"-1"5"32"0,-2 3 19 0,-7 0 9 0,3 4 5 0,-6 4 48 0,0 0 50 16,-11 28 35-16,-14 10 10 0,-8 9 8 0,-8 19 15 16,-7 8 7-16,1-3 0 0,0-3-5 15,11-14 7-15,6-4-12 0,3-4-5 16,8-3-19-16,8-10-8 0,5-6-14 0,8-5 1 15,5-2 15-15,11 4-17 0,6-4-8 16,6-6-14-16,7-4-20 0,3-5-15 0,3-3 8 16,-2-5-14-16,3 1-7 0,-7-1-13 15,-8-1-15-15,-4 0-31 0,-6 0-31 0,-2 4-28 16,-5-2-43-16,-1 0-45 16,-2 2-46-16,-9 0-59 0,20 2-53 0,-13 0-45 0,2 1-54 15,-4-2-67-15,2 3-93 0,1 0-151 16,0-1-11-16,-8-3 85 0,19 2-403 15,-4-4-472-15</inkml:trace>
  <inkml:trace contextRef="#ctx0" brushRef="#br0" timeOffset="28208.98">21593 12539 2930 0,'-10'-23'13'0,"5"1"6"0,-3 4 20 0,4-1 30 0,-2-2 36 0,3 4 20 16,1 0 12-16,2-2 2 0,0 2-1 16,2-1-1-16,-1 4-16 0,5 2-6 0,-1 1-10 15,-2 5-10-15,6 0-7 0,3 6 10 16,5 6 14-16,21 19 7 0,8 9-2 16,21 21-6-16,8 5-8 0,13 6-9 15,12 0-7-15,39 23-10 0,7 2-8 0,7 0-4 16,9 3-5-16,2-5 19 0,5 1 14 15,5-5 23-15,-4-2 2 0,-9-9 25 0,-40-24 1 16,-12-4 3-16,-1-5-12 0,-17-7-9 16,-7-2-17-16,-27-15-8 0,-9 1-3 0,-12-7-18 15,-13-2-8-15,-2 0-2 0,-6-3-7 16,-1-4 4-16,-5 1-7 0,0 1-1 16,-1 0-4-16,-8-4-2 0,13 4-12 0,-13-4-4 15,10 4-7-15,-10-4-14 0,0 0-51 16,0 0-56-16,0 0-68 0,0 0-86 0,0 0-110 15,-28 6-120-15,16-6-147 16,-7-2-179-16,2-2 75 0,-4-3 92 0,0 0-542 16,6-2-640-16</inkml:trace>
  <inkml:trace contextRef="#ctx0" brushRef="#br0" timeOffset="28475.19">24105 13253 3529 0,'5'-7'81'0,"2"3"-1"16,5 1 2-16,-2 1 27 0,-10 2 24 16,23 7 12-16,-10 2 3 0,2 2-2 15,7 13-6-15,-8 7-6 0,-2 4-12 16,-2 4-7-16,-7 1-3 0,-3 1 11 0,-1 2-3 16,-11 6 1-16,-5-4-1 0,-6-4-8 15,-8-2-6-15,1 0-10 0,-8-5-8 0,-5-4-9 16,2-2-12-16,-6-1-11 0,-1-5-30 15,-4-5-40-15,5 1-55 0,4-7-79 0,6 1-99 16,-1-2-115-16,2-3-135 0,7-3-223 16,6-2 70-16,3-2 64 0,4-2-399 0,-4-2-463 15</inkml:trace>
  <inkml:trace contextRef="#ctx0" brushRef="#br0" timeOffset="29444.83">19073 13813 2775 0,'-15'-13'-9'0,"-2"2"5"0,-2 6-1 0,-4 3 10 0,-13 9 37 0,-10 9 41 0,-8 9 35 0,-16 20 24 0,4 9 25 16,-1 12 17-16,4 3 7 0,6 4 8 0,9 2-1 15,8 0-8-15,17-15-9 0,9-2-6 16,7-2-16-16,12-1-12 0,11-5-12 16,7-3-14-16,13-7-7 0,14-6-8 0,6-2-15 15,7-9-8-15,7-4 0 0,4-7-14 16,4-6-6-16,3-6-8 0,-2-8 4 15,0-4-16-15,10-10-7 0,-6-4-17 0,-19-2-11 16,-6-5-3-16,-8-3 1 16,-5-3 1-16,-11-4-2 0,-6-6-2 0,-9 2 2 15,-9-7-2-15,-6-2-1 0,-10-4-2 16,-6-4-7-16,-6-1-8 0,-13-13-14 0,-2 3-12 16,1 20-20-16,-3 6-22 0,-1 8-21 15,-1 7-36-15,-3 15-39 0,-3 9-37 0,4 14-28 16,-17 12-29-16,-1 13-29 0,-15 21-50 15,-3 10-47-15,5 6-123 0,9 5-37 0,-8 4 51 16,5 4-181-16,3-1-183 0</inkml:trace>
  <inkml:trace contextRef="#ctx0" brushRef="#br0" timeOffset="29728.52">18471 14754 2050 0,'0'0'61'16,"0"0"4"-16,0 0 12 0,-44 38 21 0,8-5 33 15,-10 6 31-15,-17 10 24 0,-5 7 13 16,-4 4-1-16,-3 0-4 0,-2 2 2 0,-6 0-5 16,1 2-12-16,-4-1-12 0,10-5-11 15,0-2-17-15,6-6-12 0,5-4-16 16,13-8-10-16,5-7-11 0,6 0-10 15,4-4-18-15,8-9-34 0,4-1-33 0,6 0-42 16,4-8-65-16,0 2-70 0,-1 1-68 16,5-3-80-16,-6-1-78 0,-4 2-153 0,0-1-9 15,-8 3 65-15,3-3-202 0,-9-1-200 16</inkml:trace>
  <inkml:trace contextRef="#ctx0" brushRef="#br0" timeOffset="30058.9">16966 15470 2182 0,'-16'17'101'16,"-12"12"-6"-16,-7 10 16 0,-1 4 21 0,0 3 30 0,-1 1 13 16,-1 0-7-16,4 3-11 15,-2-2-11-15,8-1-6 0,7-5-25 0,7-11-7 16,5 0-6-16,7-6-5 0,2-7-15 15,8 1-6-15,3-5-5 0,6-2-1 0,5-4-10 16,10-1-9-16,8-3-2 0,1-3-6 16,6-2-4-16,-2-5 3 0,3 5-13 15,5-6 4-15,-7 0-8 0,-6 2-5 0,2 0 2 16,-12 1-1-16,-8 3-1 0,-4-1-16 16,-2 0-26-16,-3 2-16 0,1-1-33 0,-7-1-41 15,-7 2-53-15,18-2-60 0,-7 2-71 16,-11 0-87-16,13 0-161 0,-13 0 2 15,8-2-257-15,-8 2-288 0</inkml:trace>
  <inkml:trace contextRef="#ctx0" brushRef="#br0" timeOffset="35509.39">24262 11780 2478 0,'0'0'147'0,"0"0"18"0,0 0 18 0,0-7 31 0,0 7 23 0,0 0 5 0,0 0-1 0,0-8-13 15,0 8-17-15,0 0-19 0,0 0-19 16,9-6-20-16,-9 6-15 0,13-4-14 16,-6 3-9-16,-7 1-12 0,18-3-13 0,-11 0-7 15,0 2-8-15,-7 1-10 0,14-2-2 16,-14 2 1-16,11-2 8 0,-11 2 2 0,8-3 11 15,-8 3 0-15,0 0-6 0,10-1 1 16,-10 1-9-16,0 0-9 0,0 0 1 0,0 0-14 16,7-4-6-16,-7 4-6 0,0 0-6 15,0 0-4-15,0 0-1 0,0 0-3 0,0 0 0 16,-14 22-3-16,9-14-5 0,-1 3 8 16,1 3-3-16,-2 1 1 0,-2 2 0 15,2 4 2-15,-1-1-2 0,1 11 1 16,0-7-4-16,-2 8-3 0,6-6 0 0,-5-6 4 15,5 0-2-15,-1-2 0 0,-3-1 0 16,2-2 12-16,1-3 21 0,0 2 5 16,1-4 12-16,-1-1-1 0,0 1 11 0,0-2 3 15,0-1 3-15,0 0 8 0,1 0 0 16,-1-2 1-16,-3-2-4 0,0 2 0 0,2 1-7 16,-1 0 1-16,-3-4-29 0,-1 2-53 15,0-1 0-15,3-1 0 0,-4 1 0 0,-1-1 0 16,3-1 0-16,9-1 0 0,-16 4 0 15,9-2 0-15,7-2 0 0,-12 2 0 0,12-2 0 16,-12 4 0-16,12-4 0 0,0 0 0 16,0 0 0-16,0 0 0 0,0 0 0 0,0 0 0 15,0 0 0-15,0 0 0 16,27 8 0-16,-7-8 0 0,1 3 0 0,-1-3 0 16,5 3 0-16,-4-3 0 0,2 3 0 15,-2-3 0-15,-4 0 0 0,2 0 0 0,-3 0 0 16,-4 0 0-16,2 0 0 0,-3 0 0 15,-11 0 0-15,20 0 0 0,-13 0 0 0,-7 0 0 16,15 0 0-16,-15 0 0 0,10-3 0 16,-10 3 0-16,0 0 0 0,11 0 0 0,-11 0 0 15,0 0-52-15,0 0-492 0,0 0-107 16,0 0-117-16,0 0-99 0,-2-10 86 0,2 10-759 16,-11-8-984-16</inkml:trace>
  <inkml:trace contextRef="#ctx0" brushRef="#br0" timeOffset="35976.32">24289 11469 3893 0,'-13'-6'-230'0,"-2"0"49"0,-2 4 42 0,-1 2 42 0,-3 0 43 0,-5 6 39 0,-9 2 34 16,-3 3 27-16,-5 7 33 0,-5 5 28 0,1-1 25 16,1 7 16-16,-2 3 13 0,2 1 11 15,3 5 11-15,0 3-1 0,7 2 7 0,6 2 0 16,5 2-6-16,5 3-5 0,9 0-9 16,8-8-12-16,6 0-12 0,11 8-13 15,8-4-7-15,11-1-14 0,6-5-12 0,6-2-8 16,3-1-8-16,7-6-10 0,6-6-2 15,0-3-8-15,0-6-11 0,4-6-6 0,-2-5-8 16,0-7-2-16,-1-3-6 16,1-5-2-16,0-5 5 0,-6-5-2 0,1-3-8 15,-7-3 0-15,-4-5-2 0,-2-4-5 16,-5-9-1-16,-6-2-3 0,-8-4 0 0,-1-4 0 16,-12-2-4-16,-5-4-2 0,-10 2-8 15,-9 0 2-15,-14 2 0 0,-9 6 3 0,-13 5-5 16,-1 10-2-16,-12 3-20 0,-4 10-21 15,-6 6-38-15,-5 8-39 0,-2 5-51 0,-1 9-63 16,0 5-70-16,0 4-72 0,3 0-102 16,7 3-138-16,2 2-79 0,6 2 67 0,5 1-428 15,8 0-529-15</inkml:trace>
  <inkml:trace contextRef="#ctx0" brushRef="#br0" timeOffset="39541.46">20938 13043 2826 0,'5'-5'-56'0,"1"0"25"0,-6 5 29 0,9-7 27 0,-3 2 27 0,-2 1 32 0,-4 4 38 0,7-8 22 0,-5 3 9 16,2-1 4-16,-4 6 0 0,6-8-3 16,-5 3-2-16,-1 5-2 0,0-10-5 0,0 4-12 15,0 0-12-15,0 6-7 0,-1-16-13 16,-3 6-8-16,-4-2-10 0,-1 0-6 0,-7-10-10 15,-5-1-4-15,-1 0-9 0,-8-10-6 16,-5 2-2-16,-3-4-9 0,-6 1-2 0,-2 0-4 16,-5 2-4-16,-4-1-5 0,-20-4-3 15,10 8-3-15,-18 0 0 0,-1 0-4 16,16 9 0-16,-5 2 0 0,1 3-1 0,-3 1-1 16,1 3-2-16,-5 2-2 0,5 0 0 15,-4 2 2-15,-1 3-5 0,-4 2 3 16,-1 0-3-16,0 4-3 0,3 1 3 15,-5 2 0-15,4 2 0 0,-1 0-1 0,-2 2 1 16,7 1 1-16,-1 0-3 0,5 5-2 16,1-3 1-16,-2 2-1 0,3 0 0 0,-5 4 2 15,3-1-4-15,-1-1 4 0,3 1-2 16,2 3 1-16,-1-1-1 0,3 3-2 0,-3-3 2 16,7 2 0-16,-4 0 1 15,2 3 1-15,-1 0-3 0,2 2 2 0,3-1-1 0,3 0 2 16,-1 0-2-16,5 5 1 0,1-1 0 15,5 2 0-15,-2 1-3 0,-1 3 2 16,1 0 1-16,1 2 0 0,0 0 1 16,1 2-1-16,-2-1-3 0,1 2 3 0,-9 10 0 15,10-11-2-15,1 2 2 0,2 0 0 16,-2-2 0-16,3 0 1 0,1 0 0 0,0-1 0 16,2 3-1-16,2-4 0 0,0 1-1 15,4 1 2-15,-2 0-1 0,1-2 2 0,0 1-2 16,2 3 2-16,-1-2-3 0,1 4 2 15,3 1 0-15,1-2 1 0,-1-1 0 16,3 2-2-16,-1-3 1 0,1-1-2 16,5 0 1-16,-1 1 0 0,2-3 0 0,6-4 1 15,0 0-3-15,0 1 3 0,2-2-2 16,1 3 3-16,-1-1-2 0,3 0 2 16,1 1 1-16,2-1-2 0,-1 1 6 0,0 4 7 15,5-3 0-15,1 1 4 0,1 1 1 16,1-2 5-16,4 2 4 0,-2-8 8 0,3 8 3 15,3-1-4-15,-3 0-1 0,5-1-2 16,-2 2-15-16,4 0 2 0,-3-1 9 0,5 2 2 16,-3 3 1-16,-1-1 1 0,3 7-1 15,-1 0 0-15,3 1-1 0,-1-3 5 0,-1 0 6 16,4 0-1-16,-2 0-2 0,2-1 0 16,3-3 5-16,-1 5-11 0,6-4 1 0,-2 3-3 15,0 0-2-15,1-3-4 0,5 3 4 16,0-2-5-16,0-1-5 0,3 1 0 15,2 1 2-15,3-2-4 0,1-1 0 16,4-1 2-16,0 1 3 0,4-4-4 16,2-2-2-16,-2-2 2 0,1-2 2 0,3-3-2 15,1-1 1-15,1-3 6 0,4-4-1 16,0 0 0-16,3-4 2 0,4-1 17 0,0-4-11 16,4-3 3-16,3-1 2 0,-4-3-4 15,6 0 7-15,1-3 1 0,5-1-9 0,0-1 4 16,4-1 0-16,1-3-2 15,0 1-2-15,3-2-3 0,2-3 8 0,-2-1-4 0,19-5 1 16,-4-3 8-16,-23 1-8 16,21-7 8-16,-2-3-7 0,-1-1 6 0,-7-2-5 15,1 0 0-15,-6 0-5 0,-13 5 0 16,-5 0 1-16,1-1 0 0,-4 1 3 0,0-2 9 16,-2-2 5-16,0 2 4 0,-5-4 3 15,0-1 3-15,-6 0 6 0,4-5-12 0,2-2-52 16,10-10 0-16,-14 8 0 0,19-7 0 15,-6-5 0-15,-14 11 0 0,12-10 0 0,0 0 0 16,-15 7 0-16,0 0 0 16,6-13 0-16,-11 12 0 0,1-1 0 0,-1-1 0 15,0 1 0-15,-1 1 0 0,-6-2 0 16,2-1 0-16,1-2 0 0,-3-4 0 16,-2-2 0-16,8-14 0 0,-2 0 0 0,-3-5 0 15,-3-5 0-15,-6-5 0 0,-1-2 0 16,-4 0 0-16,1-3 0 0,-9 18 0 0,-4-2 0 15,-1 2 0-15,-4 0 0 0,-2 4 0 16,-4 3 0-16,-5 5 0 0,-4 3 0 0,2 5 0 16,-10 4 0-16,-3 4 0 0,-5 5 0 15,-6 2 0-15,-4 4 0 0,-2 10 0 0,-5-1 0 16,-6 3 0-16,2 4 0 0,-1 3-96 16,7 7-188-16,0 1-57 0,-3 2-69 0,4 1-68 15,7 3-68-15,7 0-102 16,7-2-136-16,1-1 71 0,1-1-610 0,5-3-781 15</inkml:trace>
  <inkml:trace contextRef="#ctx0" brushRef="#br0" timeOffset="40240.49">25620 12318 3804 0,'-18'-7'-47'0,"1"1"32"0,2 2 46 0,4-1 50 0,0 2 36 0,0-3 45 0,11 6 27 0,-14-5 22 0,8 3 10 0,6 2-15 16,0 0-18-16,4-12-19 0,11 8-17 15,8-2-6-15,16-1-25 0,8 3-8 16,0 0-16-16,3 0-17 0,-1 0-37 0,-1 4-59 16,-2 0-67-16,-7 4-75 0,-6 0-96 15,-6-2-95-15,-8 0-106 0,-2 1-171 0,-2 1-40 16,-5 0 78-16,-5-2-390 0,-5-2-454 16</inkml:trace>
  <inkml:trace contextRef="#ctx0" brushRef="#br0" timeOffset="40525.11">26045 12073 2930 0,'1'-12'98'15,"1"5"49"-15,2-1 21 0,-4 8 7 16,2-9-2-16,-2 9-9 0,0 0-1 0,0 0-9 16,0 0 1-16,17 11-3 0,-13 4-7 15,2 0-11-15,-5 4-6 0,-4 5-11 0,-5 6-6 16,1 3-11-16,-3-2-6 0,-1-1-6 15,-3-2-9-15,-1 2-9 0,-1-3-6 16,0-3-2-16,-2 4-2 0,0-6-13 16,-4-2-6-16,8-3-5 0,0-3-8 0,1 0-29 15,1-4-30-15,3 0-54 0,-1-1-54 0,4-2-70 16,0-2-68-16,3 1-97 0,3-6-125 16,0 0-169-16,0 0 51 0,0 0-398 0,0 0-489 15</inkml:trace>
  <inkml:trace contextRef="#ctx0" brushRef="#br0" timeOffset="41140.49">26543 12169 2821 0,'0'0'8'0,"-1"-11"29"0,1 11 34 0,-2-5 40 15,2 5 27-15,0-7 35 0,0 7 7 0,0-10-5 16,0 10-1-16,3-10-5 16,-1 3-1-16,5 0-12 0,-2-1-8 0,5-2-6 15,-1 2-2-15,1 0 0 0,-1 1-8 16,0 0-6-16,2 2-12 0,-4 0-16 0,-7 5-8 16,18-3-9-16,-18 3-7 0,16 10-1 15,-8-2-9-15,2 3-2 0,-5 2-1 0,3 1 5 16,-5 2-6-16,1 1 6 0,1 0 15 15,-5-3 4-15,0 1 7 0,0-1 4 16,-3 0 3-16,1-3 8 0,0 1 10 0,0-2-13 16,2 1 2-16,-1-5 7 15,1 3 9-15,0-2 9 0,0-7 9 0,-2 11 8 16,2-11 7-16,0 0-12 0,2 6-14 16,-2-6-24-16,0 0-105 0,0 0 0 0,23-24 0 15,-2 1 0-15,13-5 0 0,2-2 0 16,4 1 0-16,-4 6 0 0,-8 4 0 0,-3 3 0 15,-5 4 0-15,-5 4 0 0,-3 1 0 16,-1 5 0-16,-4 2 0 0,-7 0 0 0,16 10 0 16,-11-2 0-16,1 3 0 0,-1 3 0 15,2 1 0-15,-3 2 0 0,1 1 0 0,1 2 0 16,1-1 0-16,0-4 0 16,-2 1 0-16,1-1 0 0,-3-5 0 0,3 2 0 0,-2-3 0 15,-3-1 0-15,4 0 0 16,1-4 0-16,-3 2 0 0,6 0 0 0,4-3 0 15,-4-1 0-15,2-2 0 0,-11 0 0 16,27-7 0-16,-12 0 0 0,14-8 0 0,-7-2 0 16,5-7 0-16,3-5 0 0,3-3-44 15,-1-2-305-15,-5-2-90 0,0-5-87 0,-4 3-100 16,-7 7-150-16,2 1-30 16,-5 5 90-16,-3 4-614 0,-6 7-785 0</inkml:trace>
  <inkml:trace contextRef="#ctx0" brushRef="#br0" timeOffset="41422.43">27922 11618 3543 0,'0'-13'5'0,"2"2"53"0,-2 3 35 0,0 8 17 0,0-11 16 0,0 11 4 0,-2-4 21 0,2 4 24 0,0 0 22 0,-18 21 17 16,11-4 11-16,-11 14 7 0,0 12-21 0,-2 6-5 15,-3 4-13-15,-1 5 2 0,-1 3-8 16,-1-1-20-16,-9 15-17 0,9-17-15 0,-3 0-8 16,0-3-17-16,3-1-8 15,-5-3-13-15,2-3-3 0,-1-6-8 0,1-1-21 16,3-6-43-16,3-8-45 0,4-2-56 16,3-7-60-16,7-5-63 0,0-1-58 0,1-2-65 15,7-3-81-15,1-7-82 0,0 0-88 16,0 0-92-16,0 0 8 0,45-23-506 0,-18 3-640 15</inkml:trace>
  <inkml:trace contextRef="#ctx0" brushRef="#br0" timeOffset="41656.94">27691 12346 3167 0,'17'-18'0'0,"-4"5"83"0,-1 3 71 0,-4 1 44 15,-1 2 38-15,-1 0 23 0,-3 1 6 16,6 2-4-16,-9 4-24 0,5-6-7 16,-5 6-15-16,0 0 2 0,0 0-3 0,0 0-17 15,9 21-6-15,-9-9-4 0,-3 4-1 16,-5 3-4-16,1-2-5 0,-3 5-15 15,1-5-16-15,-1 2-12 0,4-6-9 0,0 3-9 16,5-4 1-16,1 0 6 0,1 1-13 16,10-2-9-16,3-1-11 0,15 4-9 0,3-6-51 15,6-3-30-15,-6-5 0 0,-1 0 0 16,8-2-112-16,-12-1-96 0,-5-3-78 0,-5 2-84 16,0 0-118-16,-5 1-131 0,-5 0-234 15,-7 3 72-15,2-4 85 0,-2 4-589 16,0 0-744-16</inkml:trace>
  <inkml:trace contextRef="#ctx0" brushRef="#br0" timeOffset="42422.54">24989 12733 3634 0,'-22'-19'-121'0,"0"-3"16"0,-6 1 18 0,-13-3 22 0,-2-1 19 0,-9 6 13 0,-6 2 6 0,-4 3 9 0,-10 6 11 0,-11 8 8 0,-33 8 8 0,-10 11 9 0,-10 12 6 16,-51 18 12-16,4 20 17 0,4 13 23 15,0 14-2-15,7 12 25 0,5 11 12 0,4 7 8 16,21 4 7-16,15 1 6 0,26 5 3 15,39-25 1-15,12 10-8 0,17 5-13 0,15 4-12 16,12-2-7-16,21-2-12 16,21-4-7-16,16-9-3 0,14-4-11 0,43 19-3 15,12-16-1-15,15-15 2 0,17-10-6 16,20-11 8-16,12-11 1 0,14-9-1 0,12-11 3 16,14-7-4-16,10-9-7 0,-4-7-7 15,10-8-4-15,-7-13-1 0,1-9-8 0,-11-13-1 16,-10-13-6-16,-14-15 3 0,-15-17-17 15,-21-18-15-15,-18-20-11 0,-22-13-6 0,-18-19-4 16,-21-15-13-16,-14-12 0 16,-24-8-17-16,-24 34 0 0,-18-10-3 0,-17-5-4 15,-17 10 3-15,-30-25 1 0,-22 22-8 16,-19 19-1-16,-20 18-11 0,-24 15-15 16,-19 18-24-16,-11 16-29 0,29 24-29 0,-9 8-22 15,-8 8-26-15,-6 13-51 0,1 4-74 16,7 7-156-16,3 8-62 0,7 1 53 0,11 3-212 15,8 4-214-15</inkml:trace>
  <inkml:trace contextRef="#ctx0" brushRef="#br0" timeOffset="42841.6">24773 13633 2388 0,'-1'0'244'0,"1"0"-29"0,-29 13-14 0,-5 3-3 0,-18 6 12 0,-5 0 4 0,-4 2 13 0,-6-1 1 0,-19 6-10 16,18-6-31-16,-18 6-18 0,3 0-17 15,1 4-16-15,5 0-16 0,16-16-37 16,6 7-34-16,7-7-40 0,14-5-24 15,9-4-22-15,10-7-44 0,5-4-37 0,9-5-22 16,2-8-1-16,11-17 14 0,14-15 17 16,11-1 15-16,10-14 16 0,7 8 28 0,-11 9 29 15,5 11 37-15,-2 2 20 0,-2 8 19 16,-6 11 16-16,-2 3 6 0,-6 8 6 0,7 8 8 16,-1 4-9-16,-3 5-2 0,-3 4-8 15,-1 5-8-15,3 8-8 0,-1 4-7 0,-3-3-4 16,5 0-32-16,-12-1-37 0,1 5-49 15,-4-3-50-15,-6-1-74 0,2 0-54 16,-4-3-43-16,-7-8-90 0,-3-3-146 0,-2-3-34 16,1-1 50-16,-9-2-214 15,-2-3-221-15</inkml:trace>
  <inkml:trace contextRef="#ctx0" brushRef="#br0" timeOffset="46388.97">28908 12337 1982 0,'-16'2'112'0,"2"-2"36"0,14 0 30 0,-17 1 24 0,17-1 20 0,0 0 29 0,-12 2 34 0,12-2 29 15,0 0 15-15,0 0-5 0,47 9-45 16,-10-6-22-16,12 2-20 0,8 0-30 0,2 2-23 16,-10-3-16-16,-1-1-62 0,-1 2-68 15,-3-3-74-15,0 3-98 0,-6 0-109 16,0-2-127-16,-7-1-154 0,-6 0-186 16,-7-2 60-16,-6 0-424 0,-1-4-544 0</inkml:trace>
  <inkml:trace contextRef="#ctx0" brushRef="#br0" timeOffset="46656.26">29484 12114 2810 0,'0'-9'42'15,"2"4"50"-15,-2 5 12 0,4-10-6 16,-4 10 6-16,0 0 30 0,0 0 25 16,0 0 19-16,0 0 9 0,10 31 0 0,-8-12 0 15,-1 6-3-15,1 11-8 0,-2 4-12 16,0-1-14-16,-2 3-15 0,-1-1-13 15,-5-2-9-15,0-3-4 0,-3 1-7 0,-3-7-7 16,-1 0-7-16,-4-1-6 0,0-4-12 16,0-1-3-16,-4-3-8 0,1-2-5 15,-3-4-6-15,2-3-11 0,3-2-42 0,2-3-40 16,0 3-45-16,5-6-75 0,1-4-93 16,12 0-103-16,-9-4-122 0,9 4-170 0,0-10-21 15,4 0 67-15,10-2-344 0,0-2-430 16</inkml:trace>
  <inkml:trace contextRef="#ctx0" brushRef="#br0" timeOffset="47138.8">29896 12402 2772 0,'4'-7'74'0,"-1"-2"54"16,1-1 27-16,4 0 16 0,2-5 27 15,1 3 21-15,-2 1 8 0,7-2 6 0,-3 1-8 16,2 2-19-16,-4 0-16 16,5 3-18-16,-3 1-19 0,1 2-16 0,-1 2-15 15,-13 2-9-15,25 8-9 0,-14-4-7 16,-1 7-4-16,-1-1-10 0,-1 3-9 16,-5-1 3-16,1 1-7 0,-1 3 14 0,-6-3 9 15,-1 3 11-15,-3 1 9 0,-2 0 1 16,-3 0-5-16,1-2-12 0,0-1 1 0,0-3-14 15,4-3-7-15,2-1 3 0,-1 1 26 16,2-2 13-16,4-6 8 0,-4 5-11 0,4-5-15 16,0 0-12-16,0 0-9 0,39-24-11 15,-9 5-8-15,12-3-10 0,-5 1-5 16,0 6-7-16,-6 3-5 0,-7 2-27 0,-5 3-7 16,-4 3 0-16,-1 1 0 15,-1 4 0-15,-13-1 0 0,19 9 0 0,-11-1 0 16,-5 3 0-16,4 3 0 0,-3 1 0 15,-3 0 0-15,3 1 0 0,-2-1 0 0,2-1 0 16,-3 0 0-16,1-2 0 0,2-3 0 16,-2 0 0-16,0 0 0 0,-2-3-151 0,1 0-55 15,-1-6-64-15,3 11-101 0,-3-11-116 16,8 2-115-16,-8-2-178 0,0 0-18 16,16-8 83-16,-7 3-581 0,4-3-755 0</inkml:trace>
  <inkml:trace contextRef="#ctx0" brushRef="#br0" timeOffset="47389.19">31209 11865 3790 0,'5'-12'26'0,"1"2"31"0,0 3-3 0,-6 2 25 0,0 5 56 0,0 0 63 0,0 0 45 16,-34 24 34-16,4 7 24 0,-4 6 5 15,-2 10 0-15,0 5-12 0,-7 16-20 0,2 2-25 16,0 5-22-16,3-5-21 0,-1 1-23 15,7-16-20-15,1-1-14 0,1-4-14 0,-3-1-15 16,5-3-36-16,1-5-39 16,7-3-60-16,-5-1-79 0,5-14-62 0,4 0-60 15,0-5-61-15,3-4-68 0,4-5-75 16,1-1-82-16,-2-2-124 0,7-2-153 0,3-4 69 16,0 0-569-16,0 0-739 0</inkml:trace>
  <inkml:trace contextRef="#ctx0" brushRef="#br0" timeOffset="47740.8">30832 12707 3384 0,'6'-5'34'0,"-6"5"55"0,3-9 66 16,-3 9 52-16,6-5 53 0,-6 5 49 15,3-5 35-15,-3 5 7 0,0 0-10 16,0 0-22-16,6-7-22 0,-6 7-26 0,0 0-25 16,6-5-24-16,-6 5-24 15,10-3-17-15,-10 3-22 0,17-5-15 0,-4 1-13 0,3-1-14 16,2 0-15-16,5-4-22 15,12-1-15-15,-1-3-11 0,0-1-6 0,0-5-2 16,9-1-9-16,-11 3-37 0,0 0 0 16,-5 3 0-16,-7 3 0 0,-4 2 0 0,-5 2 0 15,-1 4 0-15,-4 2 0 0,-6 1 0 16,0 0 0-16,-6 20 0 0,-6-4 0 16,-4 10 0-16,-4 1 0 0,1 2 0 0,1 2 0 15,2 1 0-15,1 0 0 0,3 3 0 16,5 3 0-16,5-3 0 0,2-4 0 0,3 4 0 15,1-8 0-15,3-3 0 0,-2-5 0 16,3-3 0-16,-1-3 0 0,5-4 0 16,-1 1 0-16,7 0-48 0,-4-3-375 15,4 0-79-15,-3-4-80 0,-1-1-114 0,0-4-155 16,0-1 72-16,-1 1-687 0,-4-1-914 16</inkml:trace>
  <inkml:trace contextRef="#ctx0" brushRef="#br0" timeOffset="48321.86">31184 12746 3705 0,'0'0'-154'0,"2"-15"65"0,-4 10 57 0,2 5 62 0,0-12 65 16,0 12 43-16,-2-7 28 0,2 7 15 0,0 0-5 16,-2-9-15-16,2 9 19 0,0 0 29 15,0 0 7-15,0 0-8 0,-27 19-26 16,18-8 0-16,0 1-8 0,-3 2-3 15,1 1-9-15,2 0-22 0,0 2-7 16,4 0-11-16,1-2-15 0,0-1-11 0,4-2-6 16,0 1-10-16,2-1-1 0,2-3-8 15,1 1-8-15,6-2-4 0,0-2-2 0,3-3-2 16,6-3-10-16,-1-2-7 0,3-1-4 16,15-7-1-16,-1-2-4 0,10-9-3 0,-2-4-3 15,-1-4 1-15,2 0-4 0,-4-2 2 16,-5 7 28-16,-7 6 16 0,-9 4 7 15,-6 4-15-15,-4 3-12 0,-4 5 7 0,-6 2 30 16,0 0 12-16,0 0 5 16,-32 41-40-16,3-5-60 0,-5 5 0 0,0 9 0 15,-9 17 0-15,13-10 0 0,-5 18 0 16,16-13 0-16,6 6 0 0,6 3 0 0,7-3 0 16,2 0 0-16,5-8 0 0,4-2 0 15,3-7 0-15,-3-15 0 0,-1-3 0 0,-1-10 0 16,-1-1 0-16,-1-5 0 0,3-3-201 15,-2-3-294-15,-1-1-143 0,1-4-182 0,-4-1-51 16,2-4 90-16,-6-1-710 0,7 5-939 16</inkml:trace>
  <inkml:trace contextRef="#ctx0" brushRef="#br0" timeOffset="50488.41">18479 14955 3824 0,'6'-5'-112'0,"-6"5"41"0,0 0 19 0,0 0 20 0,0-5 18 0,0 5 21 0,0 0 19 15,0 0 12-15,-9-12 24 0,0 8 1 16,2-1-8-16,-4 0 3 0,-7 2-5 16,2-4 7-16,-8-1 5 0,-10-2 1 0,-2 1 5 15,-4-3-2-15,-11 0-6 0,-5-5-3 16,-3 5-5-16,-2-5-5 0,-2 0-5 0,-6-1-2 15,-3 0-9-15,-18-4-2 0,15 7-3 16,-4 4 2-16,-5 0-9 0,-20 2-5 16,14 7 4-16,-3 2-5 0,-20 5-6 15,0 6 2-15,5 1 2 0,-1 5-9 0,5 3 5 16,0 3-1-16,0 4-4 0,0 2 5 16,6 4-2-16,1 1-3 0,2 2 6 15,3 7 2-15,8 1 2 0,4 4-3 0,4 3-1 16,9 2 1-16,3 5 0 0,3 3 2 15,3 5 1-15,3 0 3 0,5 7-2 0,3-5 7 16,3 5 2-16,6-1-5 0,-2 4 4 16,8 2 8-16,-1-2 4 0,7 2 0 0,-3 3 0 15,11-15-6-15,-5 19-2 0,10-15-1 16,0 0-3-16,1 3 0 0,1-1-2 0,1 1 5 16,5-3 0-16,-1 0 5 15,4 0-13-15,2-1 4 0,4 0 5 0,1-4 5 16,6 0-1-16,0-1-2 0,4-1-2 15,6-5 3-15,0-3-2 0,8 0 0 0,3-3-4 16,10-3-1-16,13 6 8 0,8-4-5 16,1-5 0-16,11-5 6 0,5-2 0 15,6-6-1-15,3-1 3 0,8-8-3 0,1-2-5 16,7 0 12-16,2-8-18 0,3 1 4 16,1-3-2-16,-2-6-3 0,2-1-2 0,-19-4-4 15,-1-2 3-15,22-2-5 0,-25-3 0 16,16-6-4-16,-22 2 1 0,-1-2 2 0,12-9-3 15,-21 3 0-15,14-10-1 0,-19 3 3 16,6-10-3-16,-13 4 1 0,-7-2 0 16,1-3-1-16,-6-1 8 0,-5-2 4 0,-1-4 9 15,-5 0 5-15,-1-6 11 16,-4 2 13-16,0-7 8 0,1-2 8 0,5-16 5 16,-4-1-2-16,-6 14-2 0,5-16-7 15,-3-2-4-15,3-1-6 0,-5-2-9 0,-1-1-8 16,-4 16-3-16,-2-1 8 0,-2 0-14 15,-2 4 5-15,-2 6-13 0,-1 1-1 0,-3 3-4 16,-3 12 2-16,-7-4 2 0,-1 3-6 16,-3-2 1-16,-3 2-1 0,1-1-4 15,-8-11 0-15,-3 1 5 0,-3-2-7 16,-5-4 2-16,-13-14-5 0,-7 3-1 0,1 2 1 16,-9 6-4-16,-2 3 1 0,-7 5-2 15,2 3-20-15,-11 3-21 0,-8 5-35 16,-2 4-29-16,-4 4-26 0,18 9-19 0,-4 4-15 15,4 6-15-15,-1 1-25 0,6 6-25 16,2 1-42-16,9 4-50 0,5 1-43 0,-1 2-43 16,1 2-65-16,2 4-118 0,9-2-60 15,3 4 75-15,11-4-335 0,2 2-390 0</inkml:trace>
  <inkml:trace contextRef="#ctx0" brushRef="#br0" timeOffset="54421.72">21909 15670 2587 0,'0'0'75'0,"0"-10"42"0,4 4 52 0,-4 6 46 0,0-14 38 0,4 5 31 0,-2 3 30 16,0-2 34-16,-2 8 12 0,3-14 0 0,-1 9-9 15,-2 5-16-15,2-8-19 0,-2 8-24 16,0 0-20-16,0-13-22 0,0 13-22 0,2-5-20 16,-2 5-21-16,0 0-20 0,3-7-21 15,-3 7-13-15,0 0-20 0,0 0-15 0,0 0-85 16,0 0-13-16,0 0 0 0,0 0 0 16,3 33 0-16,-3-14 0 0,-2 4 0 15,1 3 0-15,-8 8 0 0,7 0 0 0,-1-7 0 16,-3 7 0-16,2-5 0 0,3-6 0 15,-1 0 0-15,0-3 0 0,-1-5 0 0,1 0 0 16,0-1 0-16,2-2 0 0,-1-2 0 16,1 0 0-16,0-3 0 0,0 3 0 15,0-10 0-15,0 10 0 0,0-10 0 0,-2 10 0 16,2-10 0-16,-2 5 0 0,2-5 0 16,0 0 0-16,-2 10 0 0,2-10 0 15,0 0 0-15,-2 6 0 0,2-6-313 0,0 0-381 16,0 0-214-16,0 0 12 0,0 0 87 15,0 0-746-15,0 0-997 0</inkml:trace>
  <inkml:trace contextRef="#ctx0" brushRef="#br0" timeOffset="54937.29">22178 15848 4007 0,'-2'-10'-151'0,"2"10"53"0,0 0 47 0,0 0 36 0,0-8 35 0,0 8 36 0,0 0 24 0,0 0 46 16,0 0 5-16,0 0 8 0,-24 22 15 15,15-9 5-15,2 3 6 0,-1-2 0 0,-1 4-5 16,3 2-8-16,-2-1 1 0,5-5-3 16,1 3-13-16,-2 0-7 0,4-5-1 15,-2 3 0-15,4-4-3 0,2 2-5 0,-2-1-8 16,1-2-11-16,8-1-4 0,-2-1-9 16,2-3-9-16,1-1-8 0,1-2 0 0,-2-1-13 15,-11-1 7-15,28-7-17 0,-12 2-6 16,1-2-2-16,-1-4-5 0,5-8-2 15,-5-2-6-15,2-3 0 0,-3-1 1 0,-1 2-8 16,-5 0 0-16,-4 5-5 0,-3 1 5 16,2-1-7-16,-4 3-9 0,-2 3 4 0,-2 0-5 15,-1-2-4-15,-3 4-2 16,-4 1-25-16,1 2-17 0,-2 1-20 0,0 2-26 16,1 3-19-16,-3 1-25 0,15 0-31 15,-25 0-28-15,12 1-33 0,13-1-39 0,-20 4-49 16,11-2-45-16,4 1-58 0,-3 0-73 15,8-3-150-15,-4 5-14 0,4-5 67 0,0 0-312 16,12 14-382-16</inkml:trace>
  <inkml:trace contextRef="#ctx0" brushRef="#br0" timeOffset="55372.31">22704 15799 2326 0,'0'0'-87'0,"-6"-7"25"0,6 7 38 0,-1-8 28 0,1 8 23 16,0 0 25-16,-14-2 20 0,14 2 19 0,0 0 16 16,-21 8 20-16,11-3 19 15,-1 5 12-15,-5 4 21 0,4 0 0 0,-4 10 3 16,-1-2 4-16,5-1-5 0,3-1-4 15,3 0 1-15,1-2-3 0,1-1-5 0,2-3-3 16,4 3-7-16,2-1-6 0,1-4-8 16,3 1-9-16,2-2-6 0,3-3-16 15,2-2-10-15,2-3-11 0,3 0-11 0,-4-5-1 16,5 1-6-16,3-4-9 0,-2-2-8 16,-1 0-8-16,-3-4-5 0,-2 0-1 0,2-3-5 15,-2-8-7-15,-4 3-7 0,-2 0-6 16,-7-1-14-16,3-1-10 0,-4 4-6 15,-2 1-15-15,-2 0-24 0,-2 3-30 0,-3 4-32 16,-2 1-22-16,-7 4-32 0,3-1-24 16,-5 4-29-16,5 2-31 0,-6 4-34 0,2-1-41 15,-4 4-48-15,2 1-59 16,0 0-96-16,4 1-55 0,3-2-315 0,7-1-378 16</inkml:trace>
  <inkml:trace contextRef="#ctx0" brushRef="#br0" timeOffset="55737.11">22815 15927 2384 0,'0'0'-6'0,"7"4"45"0,-3 2 48 16,-4-6 34-16,2 17 45 0,-4-5 24 15,-2 3 23-15,2 4 11 0,-3 13 15 0,-4 2 13 16,4 6 8-16,-1 1 1 0,1 10 3 16,-1 3 3-16,-2-1-3 0,4-7-6 15,1-2-1-15,-3-1 12 0,2 0-26 16,-1-4-18-16,-2-3-15 0,0-3 7 15,1-6-7-15,-1-6-1 0,3-4 6 0,-4 1 14 16,1-3 12-16,-3-3-58 0,0-4-183 16,-3 1 0-16,-2-4 0 0,-4-2 0 0,2-1 0 15,-6-4 0-15,-2-3 0 0,-11-1 0 16,1-6 0-16,3-1 0 0,-2 0 0 0,1-4 0 16,5 2 0-16,-3-4 0 0,5 0 0 15,3 0 0-15,0-1 0 0,9 6 0 0,2-1 0 16,-2 3 0-16,4 2 0 15,1 1 0-15,2 1 0 0,-2 0 0 0,6 2 0 16,-3 1 0-16,6 5 0 0,-11-10 0 16,9 8 0-16,2 2 0 0,0 0-51 0,0 0-746 15,0 0-187-15,0 0 76 0,0 0 100 16,0 0-771-16,29 14-1021 0</inkml:trace>
  <inkml:trace contextRef="#ctx0" brushRef="#br0" timeOffset="57437.26">23077 15946 4099 0,'0'0'-137'16,"0"0"45"-16,-5 8 41 0,5-8 40 0,0 0 47 0,0 0 21 0,0 0 21 0,-10 2 11 0,10-2-2 16,0 0 11-16,0 0 7 0,0 0 9 15,0 0 10-15,0 0 12 0,0 0 12 0,0 0 14 16,0 0 9-16,0 0 16 0,0 0 7 15,0 0 15-15,0 0 8 0,0 0 2 0,0 0-3 16,0 0-21-16,0 0-20 0,0 0-17 16,0 0-16-16,0 0-14 0,8-25-9 0,-6 17-14 15,1-4-9-15,3 1-9 16,2-1-10-16,0 0-9 0,-1 1-1 0,2-2-14 16,1 2-4-16,0 1-5 0,-1 2-6 15,-3-2-2-15,4 6-10 0,-5-1-5 16,4 0-1-16,-9 5-4 0,18 0 0 0,-18 0-16 15,16 10 0-15,-5 2 0 0,0 3 0 16,-1 4 0-16,-1 10 0 0,0 4 0 0,-1-2 0 16,-2 0 0-16,0-4 0 0,-4-3 0 15,0 0 0-15,-2-5 0 0,-2 0 0 0,0-2 0 16,-2-2 0-16,4-1 0 16,-2-2 0-16,-1 0 0 0,3-3 0 0,0-1 0 0,-1-1 0 15,1-7 0-15,0 10 0 16,0-10 0-16,0 0 0 0,0 0 0 0,0 0 0 15,14-27 0-15,0 1 0 0,6-5 0 16,3-6 0-16,4-1 0 0,-1 5 0 0,-3 6 0 16,-2 4 0-16,-4 6 0 0,-4 3 0 15,0-1 0-15,-1 7 0 0,-1-1 0 16,-1 4 0-16,2 3 0 0,-12 2 0 0,21 6 0 16,-8 0 0-16,-2 4 0 0,3 4 0 15,-1 3 0-15,2 8 0 0,0-1 0 0,1 0 0 16,-1 0 0-16,-2-4 0 0,-3-2 0 15,-3-3 0-15,0-1 0 0,2-2 0 0,-6-1 0 16,1 1 0-16,4-5 0 0,-7-2 0 16,6 2 0-16,-3-1 0 0,1-2 0 0,-5-4 0 15,11 1 0-15,-11-1 0 0,23-9 0 16,-5-1 0-16,2-9 0 0,5-5 0 16,-4-5 0-16,10-9 0 0,-2-1 0 15,-3 3 0-15,-7 7 0 0,-2 4 0 0,-6 8 0 16,-5 5 0-16,-2 5-162 0,-8 4-623 15,4 3-196-15,-13-2 86 0,13 2 104 0,-30 12-766 16,12-1-999-16</inkml:trace>
  <inkml:trace contextRef="#ctx0" brushRef="#br0" timeOffset="57870.51">24214 15495 4494 0,'-4'-13'-29'0,"4"1"48"0,2 5 29 0,1-1 40 0,-3 8 36 0,8-8 39 0,1 6 39 0,-9 2 37 0,0 0 11 16,32 21 18-16,-9 3 17 0,1 12 1 16,-8 8 6-16,0 3-7 0,-11 6-7 0,1 4-13 15,-10 4-16-15,-1 3-13 0,-4 1-87 16,-9 1-149-16,-7 17 0 0,5-16 0 0,-9 11 0 16,4-20 0-16,-2-5 0 15,2-3 0-15,0-4 0 0,0-5 0 0,9-12 0 0,-4-4 0 16,9-3 0-16,0-8 0 0,3-1 0 15,1-1 0-15,-1-5 0 0,1 1 0 0,-2-2 0 16,4 0 0-16,-1-2 0 0,-1-1 0 16,7-3 0-16,-10 4 0 0,10-4-88 15,-11 1-804-15,11-1-104 0,-13 0 108 16,13 0-924-16,-20 0-1239 0</inkml:trace>
  <inkml:trace contextRef="#ctx0" brushRef="#br0" timeOffset="58336.29">21728 15097 5014 0,'-23'0'-266'0,"0"11"66"0,-18 10 63 0,-7 11 66 0,-3 7 69 0,-10 20 50 0,0 7 46 0,5 9 34 16,6-2 18-16,11 4 12 0,16-14 6 16,6 3 7-16,7 2 15 0,6-2-7 0,8 0-3 15,8-4-7-15,3-2-10 0,6-3-12 16,2-4-16-16,3-3-10 0,1-3-13 0,-1-9-11 16,1-1-14-16,-5-12-10 0,-2-4-24 15,-3-6-19-15,1-3-30 0,-3-5-35 0,0 0-34 16,-3-4-41-16,-1-1-50 0,2-2-61 15,-3 0-81-15,-10 0-91 0,19-2-114 0,-8-1-186 16,-2 1-30-16,0-1 83 0,-9 3-415 16,0 0-528-16</inkml:trace>
  <inkml:trace contextRef="#ctx0" brushRef="#br0" timeOffset="58720.69">20842 16713 3266 0,'-30'-6'168'15,"1"3"-3"-15,8 0 9 0,2-1 20 16,4 2 28-16,-1-1 13 0,7 1-1 0,9 2-11 16,-13-3-19-16,13 3-20 0,0 0-23 15,40-4-15-15,26 1-11 0,43-4-18 16,24 0-11-16,25 0-8 0,29 4-14 15,76-4-3-15,13 4-12 0,11 3-9 0,6 1-1 16,0 3 0-16,-7-1 3 0,-14 1 17 16,-16-1 6-16,-69 1 19 0,-8-1 11 15,-12 1 15-15,-12-3 15 0,-20-1 11 0,-18 2 9 16,-40-2 8-16,-12 2 9 0,-19-4 27 16,-11 2-67-16,-9 0-142 0,-4-2 0 0,-8 1 0 15,0-1 0-15,-5 0 0 16,-9 2 0-16,13-3 0 0,-13 3 0 0,9-4 0 15,-9 4 0-15,5-3 0 0,-5 3 0 16,0 0 0-16,0 0 0 0,0 0-2 0,0 0-666 16,0 0-218-16,0 0-52 0,-14 15 102 15,3-6-817-15,-3-3-1091 0</inkml:trace>
  <inkml:trace contextRef="#ctx0" brushRef="#br0" timeOffset="60353.39">27567 14708 4311 0,'6'-21'-139'0,"-5"1"63"0,6 3 61 0,-3-3 64 0,-1-1 49 0,1-1 29 0,2 3 29 15,-1-2 28-15,3 0 26 0,-4 7 10 16,2-3 3-16,-3 7-13 0,1-2-26 0,0 5-19 15,-1 4 3-15,-3 3 20 0,0 0 11 16,11 24-3-16,-10 1-5 0,1 10-2 16,-2 5-2-16,2 6-8 0,-6 10-12 0,-1 3-12 15,-7 1-6-15,3-2-12 0,-2-3-12 16,-3-2-71-16,-1-4-54 0,-1-2 0 0,3-13 0 16,-1-1 0-16,3-4 0 0,-1-5 0 15,5-7 0-15,1-1 0 0,1-5 0 0,3 0 0 16,-3-2 0-16,3-4 0 0,-3 3 0 15,5-8 0-15,-4 7 0 0,4-7-127 0,0 0-281 16,0 0-90-16,0 0-85 0,20-22-129 16,-6 8-135-16,8-6 74 0,1-1-670 15,0 4-893-15</inkml:trace>
  <inkml:trace contextRef="#ctx0" brushRef="#br0" timeOffset="60705.03">27956 14854 4145 0,'0'0'-69'16,"0"0"23"-16,0 0 63 0,0 0 56 16,0 0 32-16,0 0 29 0,-40 22 20 0,25 2 8 15,0 4 12-15,1 1 7 0,1 0 0 16,3 2 0-16,1-2-11 0,3-4-10 0,2-2-5 16,3-5-8-16,2 3-13 0,-1-1-15 15,6-1-6-15,-1-1-14 0,6-1-5 0,0-1-8 16,2-3-13-16,4-2-4 15,3-4-5-15,-2-4-4 0,2-1-11 0,-2-2-6 16,1-2-1-16,3-5 10 0,-2 0-16 16,-3-3-4-16,1-4-4 0,1-6 5 15,-2-3-3-15,-4-2 7 0,-1-6-2 0,-5-2 2 16,1 3-4-16,-5 3-3 0,-1 8 5 16,0 1-7-16,-4 4-3 0,2 0-7 15,-2 3-5-15,-5 2-5 0,0 2-13 0,-3 2-44 16,-3 2-41-16,13 3-49 0,-33 6-51 15,16-1-76-15,-4 2-76 0,6 2-77 0,0 3-82 16,-1-2-97-16,7-1-157 0,3 1 65 16,2-1-512-16,7-1-667 0</inkml:trace>
  <inkml:trace contextRef="#ctx0" brushRef="#br0" timeOffset="61220.67">28449 15040 3432 0,'0'0'59'0,"0"0"25"0,0 0 37 0,0 0 40 16,0 0 31-16,0 0 20 0,0 0 10 16,0 0-10-16,0 0 2 0,-26 14-27 15,26-14-18-15,-6 11-19 0,4-5-8 16,2-6-16-16,2 16-13 0,-2-9-11 16,4-1-6-16,-1 2-14 0,8-4-2 0,-11-4-9 15,16 8 0-15,-2-6-12 0,-1-2-4 16,-13 0-11-16,29-4-7 0,-14-2-5 0,0 2-5 15,-1-4-8-15,-1 0-2 0,-2-1-8 16,3 1-3-16,-5-2 3 0,0-1 0 0,2 1 1 16,-4 3-8-16,-2 0-2 15,1 2-9-15,-6 5 3 0,0 0 7 0,0 0 10 16,0 0 8-16,-11 25 20 0,-2-2 18 0,-6 8 42 16,-6 12 32-16,0 5 24 15,-2 7 15-15,-2 6 21 0,2-3 4 0,-2 2-6 0,-2-2 1 16,5-2-64-16,-1-3-126 15,0-3 0-15,-2-3 0 0,4-6 0 0,-1-5 0 16,5-5 0-16,2-6 0 0,0-1 0 16,4-8 0-16,3-3 0 0,1-2 0 0,0-5 0 15,-1-2 0-15,-1-1 0 0,-3-4 0 16,-1-6 0-16,0-2 0 0,-10-8 0 0,3-5 0 16,1-6 0-16,0-9 0 0,1-7 0 15,11 8 0-15,4 0 0 0,0 4 0 16,0 1 0-16,3 5 0 0,3 6 0 15,-1 3 0-15,2 3 0 0,0 1 0 0,2 0 0 16,1 1-219-16,7 0-476 0,7 0-144 16,8-5-65-16,6 2 87 0,3 1-787 15,5 0-1045-15</inkml:trace>
  <inkml:trace contextRef="#ctx0" brushRef="#br0" timeOffset="61552.68">28983 15248 4731 0,'8'-5'79'0,"-5"2"54"0,-3 3 53 0,8-6 41 16,-8 6 3-16,0 0-3 0,0 0-26 0,0 0-23 0,0 0-9 0,0 0 2 15,0 0-9-15,17 11-10 16,-15-4-19-16,-2-7-7 0,4 13-4 0,-4-4-1 16,2-1-7-16,-2-2 1 0,0-6-12 15,2 12-3-15,-2-12-2 0,1 8 18 0,-1-8 13 16,4 7-61-16,-4-7-68 0,0 0 0 15,18-2 0-15,-18 2 0 0,32-13 0 16,-13 4 0-16,5 1 0 0,-6-3 0 0,1 4 0 16,-6 1 0-16,3-1 0 0,-5 2 0 15,-2 1 0-15,2-1 0 0,-2 3 0 0,-9 2 0 16,16-6 0-16,-9 5 0 16,-7 1 0-16,15 0 0 0,-15 0 0 0,15 1 0 15,-15-1 0-15,15 4 0 0,-6 0 0 16,-2-1-343-16,-2-1-423 0,-5-2-188 0,11 4 75 15,-4-1 90-15,-7-3-728 0,0 0-962 16</inkml:trace>
  <inkml:trace contextRef="#ctx0" brushRef="#br0" timeOffset="63519.16">16787 16123 3876 0,'0'0'-62'0,"0"0"41"0,0 0 14 0,0 0 23 0,0 0 34 0,0 0 38 0,0 0 23 16,0 0 17-16,0 0 15 0,0 0 6 0,0 0 0 16,0 0 8-16,-16-17 0 0,16 17-2 15,-6-7 1-15,6 7 0 0,-11-7 4 16,8 2-4-16,-5 0 13 0,2-1-4 0,-2 2-5 16,-4-3-2-16,-1 1-6 0,2 0 4 15,0-2-7-15,-4 4-11 0,2-3-12 0,-3 0-9 16,-3-2-12-16,4 3-5 0,-3 2-9 15,3-3-5-15,-4 4-8 0,2 0-10 0,-4-1-8 16,2 0-5-16,-2 3-4 16,0 1-8-16,-2-3 0 0,3 3-5 0,-3 0-3 15,0 3-5-15,-4-3-5 0,0 3 3 16,0-1 2-16,1 2-12 0,-12 1-18 0,7-2 0 16,4 0 0-16,1 1 0 0,0-2 0 15,-1 2 0-15,0 2 0 0,2-1 0 16,0 0 0-16,0 1 0 0,-5 5 0 0,4-2 0 15,5-1 0-15,-10 4 0 0,4 2 0 16,8-2 0-16,0-3 0 0,-4 9 0 0,6-4 0 16,-4 6 0-16,2-6 0 0,6 2 0 15,-6 6 0-15,4-2 0 0,-3 1 0 0,3 4 0 16,0 0 0-16,-1-1 0 16,3 2 0-16,2-4 0 0,3-3 0 0,0 1 0 0,-1-1 0 15,4 2 0-15,-4 1 0 16,6-1 0-16,-1 0 0 0,0 1 0 0,2-1 0 15,1 0 0-15,1 5 0 0,0-2 0 16,0 2 0-16,1-1 0 0,5 10 0 0,0-1 0 16,0 0 0-16,1-1 0 0,4-3 0 15,-1 0 0-15,2-2 0 0,-3-6 0 16,5 5 0-16,1-2 0 0,0-4 0 0,4 2 0 16,-2-3 0-16,4 3 0 0,2-2 0 15,2 1 0-15,-2-1 0 0,2-2 0 0,-1 4 0 16,3-4 0-16,-3 2 0 0,5-1 0 15,2 0 0-15,-3 1 0 0,3-4 0 0,-3 1 0 16,5-2 0-16,-1 1 0 16,0-6 0-16,4-1 0 0,-1 0 0 0,0-4 0 15,-7-2 0-15,0-2 0 0,4-2 0 16,-5 0 0-16,14 0 0 0,-1-4 0 0,-3-4 0 16,0 2 0-16,-1-2 0 0,-1-1 0 15,-3-5 0-15,0 0 0 0,1 1 0 0,-1-5 0 16,-2 1 0-16,3-2 0 0,-5 0 0 15,-1-3 0-15,0 1 0 0,3 0 0 16,-3-3 0-16,-2 1 0 0,1 0 0 0,-1 0 0 16,-2-3 0-16,-2-2 0 0,-2 1 0 15,-2-2 0-15,-4 0 0 0,1 0 0 16,-3-2 0-16,-3-6 0 0,-7 0 0 16,-1-4 0-16,-1-4 0 0,-9-11 0 0,-1-4 0 15,-6 2 0-15,-4-3 0 0,-2 6 0 16,-5 2 0-16,-3 6 0 0,-1 2 0 0,-7 8 0 15,-1 2 0-15,1 7 0 0,-6 8 0 16,7 6 0-16,-1 7 0 0,-6 2 0 0,6 8 0 16,-3 1 0-16,1 5 0 0,4 3-379 15,-1 1-80-15,5 3-38 0,3-1-34 0,-1 1-64 16,6-1-114-16,4-1-64 0,8-4 75 16,-1-1-509-16,5-3-672 0</inkml:trace>
  <inkml:trace contextRef="#ctx0" brushRef="#br0" timeOffset="65035.17">15191 17449 3629 0,'-15'3'90'0,"6"-1"5"0,9-2 33 0,-12 1 16 15,12-1 9-15,0 0-10 0,0 0-7 0,12-22-12 16,10 1-13-16,15-8-11 0,10-2-21 16,5-5-3-16,18-7-9 0,3 2-4 15,-1 2-14-15,-12 6-7 0,12-7-30 0,-21 11-44 16,-3 0-52-16,-2 3-57 0,-10 1-32 16,-10 6-33-16,-2 2-55 0,-10 1-77 15,-2 5-140-15,-8 2-142 0,0 2 61 16,-4 7-240-16,-4-8-287 0</inkml:trace>
  <inkml:trace contextRef="#ctx0" brushRef="#br0" timeOffset="65301.65">15855 16808 2670 0,'-4'-10'305'0,"4"10"-30"16,-2-7-31-16,2 7-20 15,0 0 9-15,0 0 3 0,27 0-8 0,-11 5-16 16,11 10-21-16,7-1-20 0,-4 6-14 16,6 7-15-16,-7-4-18 0,-3-1-12 15,-9 2-9-15,-1 1-9 0,-9-1-5 0,-1-1-8 16,-6-3-10-16,-6 4-11 0,-1 9-10 16,-5-3-25-16,-5-1-41 0,0 1-50 0,-5-4-56 15,0-1-80-15,-3-2-67 0,2-3-86 16,-2-3-116-16,5-10-166 0,2 0-36 15,5-4 63-15,3-3-300 0,10 0-392 0</inkml:trace>
  <inkml:trace contextRef="#ctx0" brushRef="#br0" timeOffset="68753.74">13644 5318 2662 0,'0'0'382'0,"-4"-18"-46"0,2 11-42 0,0-2-31 0,1 1 5 0,-1-1-9 0,2 9-3 0,-4-13-10 15,4 4 8-15,0 9 0 0,-4-10-11 0,4 10-24 16,-2-7-23-16,2 7 8 0,0 0 12 16,0 0 1-16,4 29-13 0,-4-10-11 0,0 8-18 15,-2 11-16-15,0 1-13 0,1 5-15 16,-1-3-16-16,0 2-9 0,-3-2-11 15,2-2-11-15,-3-2-70 0,1-2-14 16,-3-4 0-16,4-9-36 0,-4-3-126 0,4-3-47 16,4-5-52-16,-3-3-78 0,1 0-103 15,2-8-109-15,0 0-146 0,0 0-94 16,0 0 65-16,5-34-627 0,3 13-807 0</inkml:trace>
  <inkml:trace contextRef="#ctx0" brushRef="#br0" timeOffset="69251.25">13606 5199 3658 0,'-2'-7'-16'0,"0"-1"52"16,0 1 43-16,2 7 34 15,0-10 31-15,0 10 19 0,0-13 11 0,2 6 0 16,-2 7-6-16,11-9-12 0,-1 3-13 16,5 0-15-16,5 4-9 0,-4-2-11 0,7 4-11 15,4-2-9-15,0 5-10 0,9 4-8 16,-2 3-8-16,-2 2-1 0,-3 1-12 0,-8-1-4 15,-3-1-4-15,-1 2-2 0,-8-1 5 16,-1 2 12-16,0-1 19 0,-7 3 3 0,-2 3-1 16,-5 3 2-16,-4 8-9 0,-5 3-4 15,-3 1 0-15,2-2-5 0,-4-1 29 16,6-4-14-16,0-7 21 0,5-3-2 0,1-3 2 16,5-4-6-16,-4 1 0 15,5-5 8-15,0 3 20 0,2-9 13 0,4 14 7 16,1-6 4-16,-2 3 0 0,5-3-13 15,-1 2-130-15,2 2 0 0,2 1 0 0,0 2 0 16,1 0 0-16,-3 2 0 0,0 0 0 16,-2 0 0-16,2 1 0 0,-4-3 0 0,-3 3 0 15,2-3 0-15,-4 1 0 0,-2-1 0 16,-2 0 0-16,-1 1 0 0,-4-1 0 0,2-1 0 16,-4-1 0-16,-1-1 0 0,3 0 0 15,-6-5 0-15,-1 0 0 0,2-4 0 16,-4-1 0-16,0-2 0 0,-2-2 0 0,-3-4 0 15,-6-5 0-15,8-2 0 0,3 2 0 16,0 0 0-16,5 2 0 0,1-1 0 16,3-2 0-16,1 3 0 0,3-3 0 0,5 2-242 15,0-4-515-15,9-3-190 0,8-8 73 16,8 0 103-16,5-6-793 0,6 4-1008 16</inkml:trace>
  <inkml:trace contextRef="#ctx0" brushRef="#br0" timeOffset="69836.67">14437 5448 4310 0,'0'0'6'0,"4"-10"39"0,-4 10 35 0,4-4 23 0,-4 4 26 15,0 0 9-15,7-10 7 0,-7 10-6 0,9-8 2 16,-2 5-2-16,-7 3 4 0,13-9-1 15,-8 6-5-15,3-1 12 0,0-1 0 0,-8 5-6 16,11-9-5-16,-3 6-5 0,-8 3-9 16,10-8-14-16,-7 2-10 0,1-2-7 0,2 3-10 15,-3-3-12-15,-1-3-7 0,0 1-4 16,2-4-5-16,-4 0-9 0,-2-3-12 0,-2 2-4 16,0-1-12-16,-1 3-20 0,-2 1-8 15,-4 0-4-15,0 1 6 0,-3-3 12 16,-4 7-16-16,0 3 18 0,-4 2 0 15,1 0-5-15,0 2-1 0,0 2 7 0,-4 0 0 16,2 2-6-16,0 3 0 0,9-1 0 16,0 2-3-16,4 0 4 0,1 1 5 15,5 2-1-15,3 1 17 0,2 5 7 0,5 2 12 16,11 8 9-16,0 2 3 0,4 0 7 16,5 7 4-16,1 1 11 0,2-4-6 0,-2 2-3 15,-8-4-5-15,-1-2 0 0,0-2 15 16,-3 1-24-16,-3-2-53 0,-3-3 0 0,-3-5 0 15,-3-1 0-15,0 0 0 16,-3-1 0-16,-5 0 0 0,2-1 0 0,-5-3 0 16,1 1 0-16,-3-3 0 0,-1 1 0 15,-2-2 0-15,-1-4 0 0,1 1 0 0,-3-6 0 16,3 0 0-16,-4-3 0 0,-4-4 0 16,-5-6 0-16,3-7 0 0,-1 2 0 0,6-2 0 15,2 2 0-15,5 3 0 0,1 2 0 16,3 1 0-16,-1-2 0 0,5 4 0 0,-3 0 0 15,6 1 0-15,4-3-408 0,-1 0-348 16,8 1-177-16,5-1 73 0,11-7 96 16,5 3-756-16,4 1-966 0</inkml:trace>
  <inkml:trace contextRef="#ctx0" brushRef="#br0" timeOffset="70100.7">15094 5199 4537 0,'0'-17'130'0,"-2"2"49"0,1 3 84 0,-1 2 51 0,0 3 23 0,0 3-5 0,2-4-28 16,0 8-30-16,0 0-11 0,0 0-7 0,-9 19-15 15,0 3-21-15,4 10-12 0,-1 7-10 16,-1 12-63-16,0 3-135 0,-4 2 0 0,2 0 0 16,0 0 0-16,-1-3 0 0,-1-3 0 15,3-11 0-15,-4-3 0 0,3-4 0 16,2-3 0-16,-5 0 0 0,2-8 0 15,7-5 0-15,-3-4 0 0,3-3 0 0,0-3 0 16,-1-2-333-16,4-4-207 0,0 0-92 16,0 0-100-16,0 0-99 0,8-29 71 15,0 7-724-15,-1-15-931 0</inkml:trace>
  <inkml:trace contextRef="#ctx0" brushRef="#br0" timeOffset="70285.23">14952 5262 4043 0,'-14'-10'39'0,"1"0"67"0,1 1 56 0,3 1 62 15,0 2 55-15,-3-4 60 0,4 3 15 16,-1 1 12-16,4-2-5 0,-4 4-17 16,5-2-26-16,4 6-34 0,-5-11-32 15,5 3-26-15,0 8-25 0,9-17-60 16,3 9-66-16,1 0-76 0,5 0-92 0,2 2-87 16,7 3-96-16,-2 1-113 0,3 2-122 15,12 2-159-15,3 1-174 0,7 9 80 0,0 5-728 16,-2 1-938-16</inkml:trace>
  <inkml:trace contextRef="#ctx0" brushRef="#br0" timeOffset="70518.38">15813 5668 4627 0,'-27'-5'305'0,"8"2"54"0,4-1 40 0,1 1 31 15,7-1 2-15,-1 1-30 0,8 3-33 16,-11-9-37-16,11 9-39 0,8-13-50 0,-1 5-243 16,12-3 0-16,12-1 0 0,3 0 0 15,4 2 0-15,2 1 0 0,0-1-169 0,-2 1-270 16,-2 1-137-16,0-4-154 0,-1 3-133 16,-9 3 76-16,-4-3-787 0,-7 2-1015 0</inkml:trace>
  <inkml:trace contextRef="#ctx0" brushRef="#br0" timeOffset="70767.28">16161 5382 4436 0,'0'0'111'0,"-9"-4"64"15,9 4 40-15,0 0 38 0,0 0 34 16,-9-3 6-16,9 3-6 0,0 0 18 0,0 0 12 16,0 0 0-16,7 29-13 0,1-15-16 15,2 6-10-15,3 7-31 0,-2 0-169 0,-3-3-78 16,-1-2 0-16,-3 0 0 0,-2 1 0 15,-2-4 0-15,-2 3 0 0,-2 0 0 16,-3-2 0-16,-5-1 0 0,-1 5 0 16,-4-1 0-16,4-5 0 0,-3-5 0 0,1-1 0 15,-2-2 0-15,4-3 0 0,1 0 0 16,1-6-126-16,1-1-465 0,10 0-142 0,-14-8-168 16,9-2 73-16,3-5 94 0,2-2-721 15,6-5-904-15</inkml:trace>
  <inkml:trace contextRef="#ctx0" brushRef="#br0" timeOffset="71268.71">17084 5121 4278 0,'2'-12'72'0,"0"0"56"0,0 6 53 0,0 0 40 0,-2 6 47 0,0-10 24 0,0 10-2 16,0 0-16-16,0 0-15 0,0 0 26 0,0 0 17 16,-6 39-10-16,2-3-12 0,-1 8-26 15,-4 7-13-15,4 2-14 0,-2 2-180 16,-1-1-47-16,4-12 0 0,-4 1 0 0,1-2 0 15,-1-5 0-15,3-2 0 0,-2-6 0 16,4-8 0-16,-3-3 0 0,2-3 0 0,3-1 0 16,-1-4 0-16,-2 0 0 15,0-2 0-15,4-3 0 0,0-4 0 0,0 0 0 16,0 0-98-16,0 0-430 0,-14-17-82 16,14 1-97-16,0-5-153 0,2-15 72 0,0-3-776 15,4-4-1008-15</inkml:trace>
  <inkml:trace contextRef="#ctx0" brushRef="#br0" timeOffset="71469.03">16948 5061 4570 0,'-13'-10'35'0,"4"1"70"15,1 3 66-15,2-1 60 0,1 2 39 16,5 5 22-16,-8-7 7 0,8 7-20 0,-5-7-25 16,5 7-25-16,0 0-25 0,5-12-17 15,-5 12-21-15,21-7-19 0,-6 4-39 0,2 1-57 16,2 0-72-16,3 2-86 0,-2 0-63 15,7 2-69-15,-6 3-74 0,2 2-83 0,4 7-71 16,-5 5-119-16,-2 4-181 0,-8 6 67 16,1 4 78-16,-10 1-470 0,-3 2-562 0</inkml:trace>
  <inkml:trace contextRef="#ctx0" brushRef="#br0" timeOffset="71654.99">16789 5728 3290 0,'-15'10'214'15,"5"-2"32"-15,0-4 28 0,5 1 29 16,-1-1 15-16,6-4-1 0,0 0-12 0,-8 8-18 16,8-8-14-16,0 0-27 0,0 0-22 15,18 6-24-15,-6-4-31 0,8 0-70 0,1-2-88 16,3 2-89-16,5-2-84 16,-1 0-98-16,1 0-115 0,12-2-108 0,-11-2-138 15,-4 2-91-15,3-2 64 0,-4 0-521 16,0 0-635-16</inkml:trace>
  <inkml:trace contextRef="#ctx0" brushRef="#br0" timeOffset="72050.67">17349 5549 3173 0,'2'-11'124'0,"-2"2"68"0,0 5 48 16,0 4 33-16,0 0 32 0,-2-12 9 0,2 12-3 16,0 0-22-16,0 0-19 0,0 0-15 15,0 0-4-15,0 0-13 0,0 0-24 0,0 0-17 16,0 0-21-16,11 29-12 0,-11-19-1 15,0 2-4-15,0 2-2 0,0-3-14 16,0 3-10-16,-1-1-10 0,-1-4-14 0,-2 3-10 16,2-3-11-16,0-2-57 0,0 1-31 15,2-8 0-15,-2 13 0 0,2-13 0 16,0 0 0-16,0 0 0 0,0 0 0 16,0 0 0-16,6-25 0 0,3 3 0 0,6-7 0 15,5 2 0-15,-3-1 0 0,3 6 0 16,0 1 0-16,-4 5 0 0,-2 3 0 15,-1 5 0-15,1 2 0 0,-3 2 0 0,3 4 0 16,-14 0 0-16,20 2 0 0,-8 2 0 0,1 4 0 16,-3 0 0-16,0 1 0 0,-1 1 0 15,-2 0 0-15,4 3 0 0,-6 1 0 0,4 0 0 16,-3 0 0-16,-1 0 0 16,2-3 0-16,-2 0 0 0,-1-3 0 0,0-1 0 15,0 3-144-15,-3-3-273 0,1 0-104 16,0 0-124-16,5-2-188 0,-4-2 18 0,-3-3 99 15,13 4-678-15,-1-6-848 0</inkml:trace>
  <inkml:trace contextRef="#ctx0" brushRef="#br0" timeOffset="72450.67">18004 5345 3773 0,'-5'-9'-10'0,"-3"0"55"0,0 2 54 0,4 2 34 0,-1 2 13 0,5 3 3 0,-9-7-9 0,9 7-6 0,0 0-2 16,-22 5 6-16,13 0-4 0,-3 4 3 16,1-1 3-16,2 3-8 0,-1 0-15 15,0 5-7-15,1-3-15 0,4 3-4 0,-2 1-11 16,5-1-1-16,4 1 15 0,3 1 29 16,-2-1 32-16,7 3 29 0,-1-1 27 0,9 5 12 15,-4 0-7-15,0-6-21 0,-1 0-20 16,-1-3-6-16,-1 2-14 0,0-2-16 0,-1 1-5 15,-2-2-110-15,-3-1-24 16,-1 1 0-16,0-1 0 0,-4 1 0 0,0-2 0 16,-4-1 0-16,0 1 0 0,1 0 0 0,-5-1 0 15,3 1 0-15,-4 0 0 0,-2-4 0 16,2 1 0-16,-1-4 0 0,-1 2 0 16,2-6 0-16,-5 1 0 0,5-2 0 0,9 0 0 15,-25-9 0-15,13-1 0 0,2-3 0 16,3-3 0-16,0-4-125 0,5 1-534 15,2-2-145-15,2-2-92 0,3 3 81 0,2 1-849 16,9-5-1100-16</inkml:trace>
  <inkml:trace contextRef="#ctx0" brushRef="#br0" timeOffset="72834.03">18291 5550 4617 0,'0'0'66'0,"0"0"73"16,0 0 58-16,0 0 49 0,0 0 43 15,0 0 22-15,0 0 7 0,0 0-1 16,0 0-5-16,0 0-15 0,0 0-13 0,0 0-6 16,0 0-18-16,3 4-8 0,-3-4-244 15,0 0-8-15,13 5 0 0,-13-5 0 0,11 1 0 16,-11-1 0-16,16-1 0 0,-16 1 0 16,21-5 0-16,-10 1 0 0,-1 1 0 15,2-1 0-15,-5 1 0 0,1-2 0 0,-1-1 0 16,-1 2 0-16,-6 4 0 0,8-14 0 15,-8 5 0-15,0 3 0 0,-6-6 0 16,3 5 0-16,-6 0 0 0,-2 2 0 0,0 1 0 16,-5 4 0-16,0 2 0 0,-7 2 0 15,1 6 0-15,-6 3 0 0,1 5 0 0,7-1 0 16,2 0 0-16,5-2 0 0,1 1 0 16,3 0 0-16,3 0 0 0,3-3 0 0,-2 1 0 15,5 0 0-15,3 0 0 0,-1-2 0 16,0-2 0-16,1 3 0 0,5-1 0 15,-3-4 0-15,7 1 0 0,-3-1-130 0,6-2-512 16,5 0-170-16,-1-2-91 0,5-2 100 16,3 1-864-16,1-3-1103 0</inkml:trace>
  <inkml:trace contextRef="#ctx0" brushRef="#br0" timeOffset="73333.91">18754 5809 5005 0,'0'0'165'0,"0"0"57"0,-24-5 73 0,24 5 27 16,-14-4 7-16,14 4-15 0,-12-4-29 16,12 4-27-16,-10-2-27 0,10 2-23 0,0 0-25 15,-7-4-21-15,7 4-21 0,0 0-70 16,0 0-71-16,0 0 0 0,-6-6 0 16,6 6 0-16,0 0 0 0,0 0 0 15,0 0 0-15,-2-11 0 0,2 11 0 0,-2-12 0 16,2 4 0-16,0-3 0 0,-2-3 0 15,0-5 0-15,0-3 0 0,1-4 0 16,-5-10 0-16,-1-1 0 0,-2 3 0 0,2 1 0 16,1 8 0-16,1 6 0 0,-1 3 0 15,0 1 0-15,-2 3 0 0,3 2 0 0,-3 2 0 16,0 3 0-16,8 5 0 0,-9-7 0 16,3 4 0-16,6 3 0 0,0 0 0 0,0 0 0 15,0 0 0-15,0 0 0 0,0 0 0 16,23-12 0-16,-6 8 0 0,4-3 0 15,1 3 0-15,-2-2 0 0,1-1 0 16,-1 4 0-16,-6-1 0 0,2 3 0 0,-1 1 0 16,-15 0 0-16,27 5 0 0,-14 3 0 15,0 4 0-15,0 2 0 0,3 8 0 0,-3 6 0 16,1 3 0-16,-5-2 0 0,0 4 0 16,2-1 0-16,-4-1 0 0,0 0 0 0,1-6 0 15,-5-1 0-15,6-3 0 0,-6-3 0 16,-1 3 0-16,2-9 0 0,-2 3 0 15,0-5 0-15,-1 0 0 0,1-1 0 0,0-3-475 16,5 0-135-16,-7-6-174 16,7 3-83-16,-7-3 87 0,0 0-810 0,18-9-1031 15</inkml:trace>
  <inkml:trace contextRef="#ctx0" brushRef="#br0" timeOffset="73937.74">19390 4775 4715 0,'-5'-26'109'0,"-2"6"63"0,3 4 73 0,1 5 61 0,-1-2 21 0,0 5-17 0,3 1-33 15,1 7-33-15,0 0-13 0,0 0 11 0,-16 21 2 16,3 8-7-16,-3 15-8 0,1 8 10 16,0 12-175-16,2 2-64 0,-3 6 0 0,-1 17 0 15,2 0 0-15,5-15 0 16,-1 3 0-16,8-2 0 0,-4-1 0 0,3-3 0 15,1-6 0-15,-1-6 0 0,0-4 0 16,3-11 0-16,-5-7 0 0,1-9 0 0,2-6 0 16,1-5 0-16,0-1 0 0,0-5 0 15,2-2 0-15,-4-2 0 0,4-3 0 0,0-4 0 16,0 0 0-16,0 0 0 0,-17-20 0 16,11 3 0-16,-3-3 0 0,-2-14 0 0,1-2 0 15,-5-9-147-15,1 10-43 0,1 0 19 16,-1 4 14-16,3 4 22 0,-2 2 17 15,1 7 21-15,3 2 32 0,2 4 28 16,-2 4 30-16,6-1 26 0,-5 1 22 0,5 1 7 16,-3 2 12-16,2-3-1 0,3 4 0 15,1 4-5-15,0-9 11 0,0 9 1 0,5-7 5 16,4 4-1-16,2-3-6 0,9 5-1 16,5-6-2-16,7 1-1 0,6-1-5 0,0 1 0 15,-1 0-10-15,-7 2 12 0,-6 0-5 16,-2 0-52-16,-5 2 0 0,2 2 0 0,-4 2 0 15,0 2 0-15,3 2 0 0,-5 2 0 16,1 5 0-16,-2 1 0 0,-1 5 0 0,-2 0 0 16,-4 3 0-16,1 1 0 15,-2-1 0-15,-3 0 0 0,1-3 0 0,-2 1 0 16,0-1 0-16,-2 0 0 0,2-2 0 16,-3 0 0-16,1-5 0 0,-2-1 0 0,4-2 0 15,-2 0 0-15,2-2 0 0,-3-3-145 16,3-4-419-16,0 0-116 0,0 0-122 15,0 0-37-15,0 0 91 0,5-25-753 0,1 4-947 16</inkml:trace>
  <inkml:trace contextRef="#ctx0" brushRef="#br0" timeOffset="74102.72">19529 5392 3923 0,'2'-14'16'0,"-4"-1"106"0,2 6 72 0,0 0 67 0,-2 0 72 0,0 2 42 0,2 7 21 0,-2-11 1 0,2 11-10 0,-2-10-29 0,2 10-34 0,0-10-35 0,0 10-32 15,0 0-51-15,-2-10-60 0,2 10-87 0,0 0-93 16,0-7-99-16,0 7-103 0,0 0-106 16,0 0-115-16,0 0-137 0,0 0-190 0,31 14-11 15,-22-4 93-15,3 5-647 0,-3 2-804 16</inkml:trace>
  <inkml:trace contextRef="#ctx0" brushRef="#br0" timeOffset="74917.2">19773 5525 3620 0,'-10'-8'159'0,"1"4"59"15,4-1 46-15,-6 1 47 0,0-1 28 0,-1 2 14 16,12 3 5-16,-18 0-12 0,18 0-16 16,-23 6-27-16,12-2-25 0,-1 3-25 0,2-1-24 15,1 4-21-15,1 3-18 0,2-5-17 16,3 4-14-16,-1-1-59 0,0 0-100 15,4 1 0-15,0-1 0 0,0-1 0 0,4 2 0 16,0-2 0-16,-1 0 0 0,6-3 0 16,-4 3 0-16,4-6 0 0,2 1 0 0,0 0 0 15,2-1 0-15,-1-3 0 16,-12-1 0-16,24-3 0 0,-11-1 0 0,0-4 0 16,3-6 0-16,4-5 0 0,-2-2 0 15,-2-6 0-15,-3 0 0 0,-4-2 0 0,-4-2 0 16,2 4 0-16,-5 1 0 0,-2 1 0 15,-2-2 0-15,-5 4 0 0,0-8 0 0,0 8 0 16,-1 6 0-16,-4 3 0 0,-1 4 0 16,-1 4 0-16,2 4 0 0,-4 2 0 0,-1 2 0 15,1 1 0-15,4 4 0 0,-1 1 0 16,1 1 0-16,2 1 0 0,3 0 0 16,0 1 0-16,7-1 0 0,0 0 0 0,5 0 0 15,1-1 0-15,3 1 0 0,0-1 0 0,5-3 0 16,1 0 0-16,0-3 0 15,2 2 0-15,3-5 0 0,-6 0 0 0,8 2 0 16,-7-2 0-16,2 2 0 0,-1-2 0 16,-3 3 0-16,2 1 0 0,0 0 0 0,1 2 0 15,-2 2 0-15,-1 2 0 0,-1-1 0 16,-1 1 0-16,2 2 0 0,-4-3 0 0,-2 2 0 16,3-2 0-16,-2-1 0 0,-3-1 0 15,3 1 0-15,-5-4 0 0,6 3 0 0,-9-7 0 16,9 8 0-16,-5-6 0 0,-4-2 0 15,7 5 0-15,-7-5 0 0,0 0 0 16,16 3 0-16,-16-3 0 0,21-6 0 0,-6-1 0 16,0 2 0-16,0-2 0 0,1 1 0 15,-1 0 0-15,-6 2 0 0,1 2 0 16,-10 2 0-16,19-1 0 0,-19 1 0 0,15 1 0 16,-6 3 0-16,2 0 0 0,-4 2 0 15,2 0 0-15,1-1 0 0,-2 0 0 16,-1-2 0-16,2 1 0 0,-9-4 0 0,16 6 0 15,-7-2 0-15,1-2 0 0,2-4 0 16,-12 2 0-16,25-4 0 0,-11-2 0 0,-1 1 0 16,7-6 0-16,-3-2 0 0,5-4 0 15,-2-5 0-15,-1 1 0 0,0-2 0 16,-4 1 0-16,-3 3 0 0,-3 7 0 0,-3 1 0 16,0 5 0-16,-3 0 0 0,-1 0 0 15,0 0 0-15,-2 6-989 0,0 0 37 16,0 0-1173-16,0 0-1536 0</inkml:trace>
  <inkml:trace contextRef="#ctx0" brushRef="#br0" timeOffset="75800.84">20988 5651 5534 0,'7'-10'-174'0,"-5"3"71"0,1 2 63 0,-3 0 32 0,0 5 32 0,0 0 35 0,0 0 41 0,0 0 19 0,-3 22 21 16,1-5 16-16,-6 2 7 0,0 2 18 0,4 0-6 15,1 3-8-15,-3-2-10 0,4 0-13 16,2-1-10-16,0-5-12 0,0 0-3 0,0 1-9 16,4-1-4-16,0-6 4 0,-1 0-8 15,5-3-7-15,2 0-8 0,-1-3-8 0,4-3-7 16,3-1-7-16,0-5-8 15,6-2-7-15,-3-3-2 0,10-6-7 0,-2 1-41 16,-3-2 0-16,-5 3 0 0,-4 2 0 16,-1 4 0-16,-3-1 0 0,-3 1 0 0,-1 4 0 15,3-2 0-15,-7 4 0 0,-3 2 0 16,0 0 0-16,20 0 0 0,-20 0 0 16,11 10 0-16,-6-4 0 0,4 3 0 15,-2 0 0-15,2-2 0 0,3 3 0 16,-1-2 0-16,1-2 0 0,1-1 0 0,0 0 0 15,-1-4 0-15,1 1 0 0,-13-2 0 16,29-5 0-16,-12 2 0 0,-2-2 0 0,3-2 0 16,-2-4 0-16,2 1 0 0,-1 0 0 15,-4-2 0-15,2-3 0 0,5-8 0 0,-6 0 0 16,2-4 0-16,-1-4 0 0,-1 0 0 16,1-4 0-16,-3 0 0 0,-1 5 0 0,0 0-187 15,-3 7-218-15,-1 6-94 0,-1 1-97 16,-1 3-121-16,-3 7-96 0,0 3 68 0,-2 3-693 15,0 0-889-15</inkml:trace>
  <inkml:trace contextRef="#ctx0" brushRef="#br0" timeOffset="76034.2">21820 5479 3897 0,'0'-6'83'0,"0"6"78"0,0 0 45 0,4-10 33 0,-4 10 12 0,0 0 4 0,0 0 10 15,0 0-9-15,0 0 2 0,0 0-17 0,7 29-26 16,-3-7-20-16,-1 9-15 0,-1-2-18 16,-4 7-21-16,0 3-24 0,1-4-44 15,-5-1-50-15,1-6-43 0,-3-7-48 16,2 11-50-16,-2-10-50 0,5-5-60 0,-1-3-71 16,-2-4-76-16,3 0-72 0,1-4-76 0,-3-3-88 15,5-3-60-15,0 0 58 0,0 0-434 16,0 0-519-16</inkml:trace>
  <inkml:trace contextRef="#ctx0" brushRef="#br0" timeOffset="76201.64">21960 5246 2886 0,'5'-21'83'0,"-3"9"83"16,0-2 50-16,-2 3 22 0,-2 5 4 16,2 6-15-16,0-12-20 0,3 7-27 0,-3 5-34 15,0 0-54-15,0-11-53 0,0 11-69 16,0 0-73-16,0 0-84 0,0 0-83 0,0 0-104 15,0 0-160-15,13 17-33 0,-13-6 63 16,6 3-229-16,-4 3-223 0</inkml:trace>
  <inkml:trace contextRef="#ctx0" brushRef="#br0" timeOffset="76467.22">22166 5339 2071 0,'-2'-14'171'0,"2"7"65"0,-1 2 20 0,1 5 10 16,0 0 11-16,0 0 19 0,0 0 14 0,0 0 3 15,-20 32 14-15,11-5-14 16,0 8-18-16,-3 4-15 0,-1 9-26 0,0 3-15 16,-3-1-23-16,5 0-12 0,1 0-20 15,-1-3-15-15,2-7-17 0,0-1-15 0,0-3-41 16,3-2-46-16,-1-1-60 0,3-8-60 15,0 0-59-15,0-7-66 0,0-3-72 0,3-3-68 16,1-5-63-16,0-3-81 16,0-4-104-16,0 0-103 0,0 0 47 0,21-19-491 15,-8 3-597-15</inkml:trace>
  <inkml:trace contextRef="#ctx0" brushRef="#br0" timeOffset="76716.99">22453 5101 3008 0,'7'-27'78'0,"-1"4"93"0,-5 6 63 0,3 3 47 15,-2 2 33-15,-2 2 36 0,2 1 11 16,-2 3-16-16,0 6-18 0,0-14-35 0,0 14-28 16,0 0-3-16,0 0 5 0,0 0 0 15,-15 43-5-15,8-4-15 0,-7 14-17 0,-1 8-15 16,-1-1-12-16,2 8-5 0,-2 2-173 16,1 1-24-16,1 1 0 0,1-5 0 15,-1-4 0-15,1-4 0 0,2-1 0 0,-2-5 0 16,1-7 0-16,0-9 0 0,5-2 0 15,0-4 0-15,1-8 0 0,2-6 0 16,2-3-169-16,2-6-361 0,0-4-111 16,0-4-157-16,8 3-46 0,-8-3 93 0,0 0-765 15,38-13-962-15</inkml:trace>
  <inkml:trace contextRef="#ctx0" brushRef="#br0" timeOffset="76967.03">22953 5554 4430 0,'-5'0'53'0,"5"0"54"16,-16 0 44-16,16 0 28 0,-26 13 19 15,12 1 19-15,-9 8-3 0,1 7-5 16,-1 9-4-16,2 1-8 0,2-6-19 0,2 10-21 16,-1 0-2-16,5-7-15 0,6 0-13 15,-3-4-16-15,0-3-36 0,7-1-33 16,-3-6-42-16,3-1-51 0,1-3-48 0,2-3-59 15,0-3-67-15,0 0-75 0,3-5-82 16,3-4-89-16,1 0-102 0,-7-3-138 0,23-3 58 16,-6-4-545-16,10-6-662 0</inkml:trace>
  <inkml:trace contextRef="#ctx0" brushRef="#br0" timeOffset="77298.95">23184 5736 3344 0,'0'0'69'0,"0"0"54"0,0 0 42 0,0 0 30 15,-36 12 25-15,22-5 6 0,2 5-4 16,-2 3-11-16,-3 5-18 0,1-1-13 16,5-2 8-16,1-1-23 0,3 2-17 0,-1 1-14 15,5-3-15-15,1-3-10 0,0-2-15 16,0-1 0-16,4-2-15 0,2 1-3 0,-3-4-10 16,7-2-1-16,-8-3 0 0,17 4-1 15,-4-4 1-15,5-4-6 0,-3-2 0 16,2-1-7-16,5-1 15 0,-8-3 16 15,4-1 3-15,-2-2 8 0,2-8 12 0,-3 5 4 0,-3-2 0 16,-5 0-6-16,1 1-9 16,-5 1-12-16,-1 0-9 0,0 1-10 0,-6-1-9 15,2 1-19-15,-3 3-25 0,-1 0-41 16,-4 4-46-16,1-1-45 0,-6 5-34 0,3 3-36 16,-3-1-39-16,0 3-60 0,-4 3-75 15,2-1-79-15,-3 2-99 0,5 3-104 0,4-3-76 16,1 2 66-16,6-3-552 0,4-3-673 15</inkml:trace>
  <inkml:trace contextRef="#ctx0" brushRef="#br0" timeOffset="77683.07">23706 5595 3159 0,'2'-9'-23'0,"-2"2"65"16,0 7 48-16,0-10 28 0,0 10 4 0,-4-5 20 15,4 5-5-15,0 0 11 0,0 0-2 16,-24 7 8-16,14-2 2 0,-2 3 5 0,1 1 5 16,2 1-6-16,-1 3 1 0,-1 0 0 15,2 4 11-15,0-2 30 0,4 4 23 0,-1-4 29 16,4 3 35-16,2-1 33 16,4 1 32-16,-2-1 23 0,1 0-3 0,-1 0 2 15,2 0-330-15,1-2-46 0,-3-1 0 16,-1 0 0-16,1-2 0 0,-2 2 0 0,2-3 0 15,-2 1 0-15,0 0 0 0,-2 0 0 16,2-1 0-16,-2 1 0 0,1-1 0 16,-3 1 0-16,-1-2 0 0,1-3 0 0,-3 2 0 15,0-2 0-15,-1 1 0 0,-2-6 0 16,1 3 0-16,0-5 0 0,-3 0 0 0,12 0 0 16,-19-5 0-16,11-3 0 0,2-2 0 15,4-7 0-15,4-6-368 0,6-13-354 16,11-12 12-16,12-6 19 0,15-14-10 15,5-7 22-15,4 1-790 0,8 1-918 0</inkml:trace>
  <inkml:trace contextRef="#ctx0" brushRef="#br0" timeOffset="77916.12">24187 5087 3671 0,'15'-19'-121'0,"-5"4"103"15,-5 3 85-15,1 2 79 0,-3 3 68 16,1 0 47-16,-4 7 41 0,4-10 38 0,-4 10 12 16,0-7-4-16,0 7-13 0,0 0-3 15,0 0 14-15,0 0 14 0,-9 31-5 0,-4 1-21 16,-3 14-22-16,-5 4-57 0,0 4-255 15,-2 6 0-15,0 3 0 0,-4 15 0 0,5-13 0 16,3-4 0-16,1 2 0 16,5-5 0-16,-1-1 0 0,3-5 0 0,4-11 0 15,0-3 0-15,0-4 0 0,3-7 0 16,1-8 0-16,-1-3 0 0,0-3 0 0,4-3-169 16,-1 0-349-16,1-8-70 0,0-2-83 15,0 0-110-15,0 0-2 0,0 0 78 0,0 0-647 16,12-24-808-16</inkml:trace>
  <inkml:trace contextRef="#ctx0" brushRef="#br0" timeOffset="78100.39">23958 5818 3594 0,'-4'-7'-19'0,"0"2"90"16,4 5 79-16,-3-7 60 0,3 7 50 15,0 0 42-15,0 0 53 0,-2-9 30 0,2 9 17 16,0 0-1-16,11-6-4 16,-11 6-35-16,16-5-27 0,-5 1-34 0,4-1-29 0,4 0-49 15,2-3-40-15,-3 1-176 16,6 5-7-16,-7-4 0 0,3 2 0 0,0 0-55 15,-3 0-190-15,0 0-90 0,-1 2-94 16,-3 2-107-16,1-3-113 0,-2 2-171 0,-2-2 62 16,0 1 92-16,-10 2-592 0,16-4-718 15</inkml:trace>
  <inkml:trace contextRef="#ctx0" brushRef="#br0" timeOffset="78616.03">25679 5346 3798 0,'2'-29'163'0,"-2"3"36"0,0 11 20 0,0 1 27 0,0 4 26 15,0-2 9-15,-2 5-11 0,2 7 17 0,0 0 24 0,0 0 30 0,-23 45 4 0,8-3-4 0,-3 10-11 16,4 8-15-16,-4 2-27 0,3 1-103 16,-1 0-185-16,4 1 0 0,0-2 0 15,0 0 0-15,0-4 0 0,3-4 0 0,2-11 0 16,-1-7 0-16,2-1 0 0,0-13 0 15,5-1 0-15,-3-4 0 0,2-3 0 16,0-2 0-16,4-4 0 0,2-1 0 0,1-5-242 16,5-2-335-16,-10 0-105 0,33-16-145 15,-5-5 1-15,8-6 94 0,0-4-732 16,4-4-913-16</inkml:trace>
  <inkml:trace contextRef="#ctx0" brushRef="#br0" timeOffset="78917.41">25959 5699 4089 0,'0'0'78'0,"0"0"63"0,0 0 45 0,0 0 47 16,-35 14 48-16,30-6 34 0,-2 1 13 16,-2 3-5-16,6-1-8 0,-1 1-15 0,0-2-29 15,2 1-25-15,2-1-22 0,0 3-22 16,6-1-21-16,-2-2-17 0,3 1-17 0,3-1-16 16,1-2-95-16,1-1-36 0,3-2 0 15,1-1 0-15,-2-2 0 0,2-2 0 0,-1 0 0 16,3-4 0-16,-4 1 0 0,2-2 0 15,-3-2 0-15,-2-3 0 0,3-2 0 16,-3-5 0-16,-1-1 0 0,-1-11 0 0,2 0 0 16,0 0 0-16,-4 5 0 0,-1 5 0 15,-5 3 0-15,-1 6 0 0,-1 0-44 0,-3-1-130 16,-4 8-18-16,-2 1-16 16,1 2-16-16,9 0-25 0,-32 9-38 0,10-2-59 15,-6 6-72-15,-1-2-95 0,11 1-150 16,2 0-60-16,7-4 70 0,3-1-536 0,4 1-655 15</inkml:trace>
  <inkml:trace contextRef="#ctx0" brushRef="#br0" timeOffset="79366.13">26367 5654 3277 0,'0'0'124'0,"4"-8"75"16,-4 8 45-16,0 0 28 0,0 0 13 15,0 0 7-15,0 0 14 0,0 0 6 16,0 0-1-16,0 0-12 0,0 0-15 15,0 0-21-15,-12 24-9 0,12-16-20 0,0-8-19 16,-2 14-23-16,2-7-18 0,0-7-20 16,2 14-13-16,0-9-13 0,-2-5-10 0,6 8-23 15,-6-8-77-15,9 6-18 0,-9-6 0 16,15-2 0-16,-15 2 0 0,0 0 0 0,27-6 0 16,-19 2 0-16,1 1 0 0,-9 3 0 15,11-6 0-15,-3 2 0 0,-8 4 0 0,10-3 0 16,-10 3 0-16,0 0 0 15,0 0 0-15,0 20 0 0,-5-6 0 0,-4 9 0 16,0 12 0-16,-6 9 0 0,-2 7 0 16,4 4 0-16,-1 0 0 0,3 0 0 0,1 0 0 15,-2-6 0-15,3-9 0 0,-1-4 0 16,-1-2 0-16,0-5 0 0,-1-1 0 0,-3-2 0 16,3-8 0-16,1-4 0 0,-5 0 0 15,5-5 0-15,-2-1 0 0,-1-1 0 0,3-3 0 16,-4-3 0-16,2-1 0 0,-7-1 0 15,6-5 0-15,-8-2 0 0,8-5 0 0,-10-8 0 16,7-2 0-16,2-5 0 0,3-8 0 16,5-1 0-16,5-6 0 0,5 0 0 15,8-10-424-15,5 0-404 0,9 3-82 16,6 3 70-16,3 6-925 0,4 5-1195 0</inkml:trace>
  <inkml:trace contextRef="#ctx0" brushRef="#br0" timeOffset="79735.23">26611 5713 4675 0,'9'-4'-24'0,"-1"2"84"0,-8 2 74 0,10-3 50 0,-10 3 40 0,0 0 9 0,0 0 26 0,0 0 15 0,16 11 4 0,-10-2 5 15,-1 1-7-15,2 2-13 0,-3 1-18 16,1 3-19-16,1 1-25 0,-3 0-19 0,3 3-20 16,0 0-106-16,-2-5-56 0,2 2 0 15,-3-5 0-15,3 0 0 0,-2-1 0 16,-3-3 0-16,6 0 0 0,-3-1 0 0,-3-1 0 15,-1-6 0-15,11 4 0 0,-11-4 0 16,0 0 0-16,25-4 0 0,-14-2 0 16,3-2 0-16,1-3 0 0,3-4 0 0,3-4 0 15,-1-1 0-15,3-1 0 0,-5 5 0 16,-5 3 0-16,0-1 0 0,-1 4 0 0,-3 0 0 16,0 1 0-16,1 3 0 15,-4 0 0-15,1 2 0 0,-7 4 0 0,12-7 0 0,-12 7 0 16,10 0 0-16,-10 0 0 15,0 0 0-15,14 3 0 0,-14-3 0 0,11 2 0 16,-11-2 0-16,9 4 0 0,-9-4 0 16,14 2-40-16,-14-2-721 0,20-2-115 0,-2-4-14 15,2-1 92-15,7-7-843 0,-1-1-1080 16</inkml:trace>
  <inkml:trace contextRef="#ctx0" brushRef="#br0" timeOffset="79966.06">27672 5216 4259 0,'12'-3'0'16,"-5"3"103"-16,-7 0 72 0,16 10 73 0,-9 0 102 16,0 9 68-16,4 10 50 0,-2 5 31 15,-4 7 0-15,-1 6-28 0,-10 13-22 16,-1 2-197-16,-9 4-252 0,-2 1 0 16,-14 13 0-16,-9 0 0 0,-8-2 0 0,-6-6 0 15,-1-4 0-15,1-8 0 0,9-14 0 16,2-3 0-16,-3-8 0 0,-1-4 0 0,3-2 0 15,-7-8 0-15,2-1-40 0,-5-7-749 16,-3-6-173-16,-3-2 92 0,-2-5 82 0,-1-4-825 16,-8-2-1052-16</inkml:trace>
  <inkml:trace contextRef="#ctx0" brushRef="#br0" timeOffset="80199.28">25347 5005 4853 0,'-30'7'111'0,"-18"15"14"0,-3 16 42 15,-22 22 60-15,1 16 41 0,-2 16 12 0,4 15-7 16,-7 38-19-16,25-29-23 0,12 12-19 16,12 0-14-16,10 1-38 0,18-1-60 15,14-6-75-15,8-7-89 0,21-7-80 16,4-10-70-16,8-8-82 0,10-9-98 0,-2-15-103 15,0-14-127-15,-12-21-111 0,-6-2 51 16,-6-8-619-16,-6-12-762 0</inkml:trace>
  <inkml:trace contextRef="#ctx0" brushRef="#br0" timeOffset="93363.89">8831 6884 1427 0,'5'2'473'0,"1"0"-10"16,-6-2-32-16,0 0-5 0,10 2 6 0,-10-2 10 0,0 0 4 0,0 0-14 16,0 0-16-16,7 2-27 0,-7-2-31 15,0 0-36-15,0 0-32 0,0 0-31 0,0 0-30 16,0 0-25-16,0 0-19 0,0 0-38 15,0 0-37-15,0 0-38 0,0 0-53 0,15-2-59 16,-15 2-58-16,0 0-76 16,0 0-71-16,0 0-92 0,0 0-110 0,0 0-134 15,0 0-216-15,0 0 27 0,4-6 88 16,-4 6-611-16,0 0-751 0</inkml:trace>
  <inkml:trace contextRef="#ctx0" brushRef="#br0" timeOffset="94196.75">13398 10464 4021 0,'0'0'258'0,"0"0"-13"0,-7-3-27 0,7 3-12 0,0 0 8 0,0 0 27 0,-8-4 18 0,8 4 9 0,0 0-5 15,0 0-13-15,0 0-23 0,0 0-21 16,-2-5-19-16,2 5-20 0,0 0-17 0,0 0-16 16,0 0-15-16,0 0-33 0,0 0-40 15,0 0-52-15,0 0-59 0,0 0-71 0,0 0-74 16,0 0-103-16,0 0-118 0,0 0-133 15,0 0-201-15,0 0 3 0,-12 19 77 0,3-7-617 16,-4 3-760-16</inkml:trace>
  <inkml:trace contextRef="#ctx0" brushRef="#br0" timeOffset="94897.31">13835 14051 4315 0,'0'0'438'0,"0"-11"-35"0,0 11 5 0,-2-10 17 0,2 10 16 0,-2-6-3 0,2 6-24 0,0-8-28 15,0 8-30-15,-1-8-189 0,1 8-167 0,-2-7 0 16,2 7 0-16,0 0 0 0,0-6 0 16,0 6 0-16,0 0 0 0,0 0 0 0,0 0 0 15,0-8 0-15,0 8 0 16,0 0 0-16,0 0 0 0,0 0-257 0,5-6-397 16,-5 6-146-16,0 0-97 0,0 0 91 15,0 0-819-15,0 0-1063 0</inkml:trace>
  <inkml:trace contextRef="#ctx0" brushRef="#br0" timeOffset="97329.15">12177 16073 4105 0,'0'0'-159'0,"0"0"62"0,0 0 39 0,0-15 32 0,0 15 30 0,0 0 34 0,0 0 13 16,0 0 29-16,0-9 17 0,0 9 1 0,0 0-2 16,0 0 0-16,0 0-4 0,0 0 0 15,0 0 5-15,0 0-1 0,0-11 5 16,0 11 9-16,0 0 9 0,0 0 3 15,0 0 13-15,0 0 7 0,0 0 13 16,0 0-1-16,0 0 2 0,-6-9-15 0,6 9-15 16,-14-7-13-16,1 1-12 0,0-2-5 15,-4-5-14-15,-8-3-5 0,0-5-9 0,1-3-7 16,-5-8-6-16,-1-3-12 0,5-4-5 16,0-5-6-16,6-3 5 0,0-4-11 0,5 1-11 15,9 8-3-15,-1-2-4 0,6 3-2 16,6 2 1-16,6-9-6 0,4 1-4 15,13 1 4-15,3 0 7 0,8-1-7 0,6 4 1 16,15-9 3-16,-11 13 6 16,-1 6-12-16,-1 5 1 0,-3 2 2 0,-12 9-1 15,-5 2-3-15,-5 3-1 0,-5 3 0 16,-5 2-3-16,-2 0-2 0,-3 2-5 0,2 2-6 16,-10 3-2-16,0 0 3 0,0 0-19 15,0 0-14-15,5 12-31 0,-9-5-34 0,1 5-38 16,-5 0-43-16,-2 1-50 0,1 3-57 15,0 2-47-15,-3 0-50 0,-7 4-77 16,2 0-105-16,2-2-70 0,-1-6 64 0,1 1-340 16,2-3-410-16</inkml:trace>
  <inkml:trace contextRef="#ctx0" brushRef="#br0" timeOffset="97612.54">12223 14907 2812 0,'0'-12'90'0,"0"1"8"0,0 5 1 0,2-2 8 0,1 2 17 0,-3 6-7 0,10-9-9 0,-10 9-9 15,15-1-4-15,-15 1-5 0,27 12-6 16,-10 0-16-16,4 9-2 0,-1 1-4 0,-6 5-8 16,1 2 0-16,-1 2-10 15,-5 2-4-15,-3 3-3 0,-5-7-3 0,-1-2-3 16,-1 8-7-16,-9-2-2 0,5 0-8 15,-2-2-21-15,0-5-14 0,1-6-28 16,-3-2-24-16,6-3-30 0,-3-1-35 0,0-3-46 16,0-3-67-16,2-5-95 0,1 0-133 15,3-3-59-15,0 0 56 0,0 0-131 0,0 0-112 16</inkml:trace>
  <inkml:trace contextRef="#ctx0" brushRef="#br0" timeOffset="98678.99">13869 13793 1658 0,'-36'-17'-51'0,"-12"-2"4"0,-4-1 7 0,0 4 12 0,-4-1 25 0,-3 8 23 16,-2 1 13-16,-2 5 8 0,-5 3 1 0,-1 7 7 15,-1 6 6-15,-1 7 10 0,-11 13 17 16,4 13 11-16,0 10 10 0,7 18 19 0,6 9 19 15,11 14 19-15,9 7-3 0,11 3 5 16,17 1-4-16,11 1-11 0,13-2-18 16,15-4-7-16,10-7-9 0,16-9-6 0,11-13-10 15,15-9-11-15,18-9 0 0,15-15-14 16,9-6-7-16,13-11-7 0,4-8 1 0,1-9-10 16,-1-12-2-16,-1-6-2 0,-7-9-4 15,-3-8 6-15,-13-7-2 0,-12-6-7 16,-13-8 5-16,-12-6 10 0,-9-5 14 15,-13-8 7-15,-10-8 0 0,-12-8-9 0,-10-7-3 16,-11-9-9-16,-7-6-7 0,-12-8-1 16,-12-3-5-16,-4-6-5 0,-12-5-3 0,-10 5-4 15,-24-27-10-15,11 47-3 0,-10 14-1 16,-6 17-8-16,-3 16-9 0,-10 22-19 16,-8 17-22-16,-11 22-30 0,-4 16-54 0,-5 16-54 15,0 17-55-15,5 8-72 0,9 2-84 16,15 8-165-16,14-5-18 0,18-3 56 0,27-18-211 15,6-5-223-15</inkml:trace>
  <inkml:trace contextRef="#ctx0" brushRef="#br0" timeOffset="99061.84">14094 13904 2395 0,'-19'-2'233'0,"2"0"-30"0,0-2-19 0,1-2 0 0,2-2 9 0,-6-1 4 0,4-5-10 0,4 1-15 16,0-4-17-16,-1-11-21 0,11 3-13 0,4-12-16 15,11-15-25-15,11-2-24 0,23-23-28 16,8-5-25-16,17-9-16 0,9-7-21 0,30-32-5 15,14 8-13-15,-1 9 9 0,-25 32-4 16,0 9 12-16,-3 10 6 0,2 8 3 16,-4 11 3-16,-6 7 1 0,-26 15-4 0,-2 5 7 15,-12 2 1-15,-8 9 4 0,-9 1 0 16,-6 2-4-16,-4 2 7 0,-4 2 1 16,0 0-3-16,1 2 2 0,-4-1 5 0,0 1-8 15,-3 0-33-15,0 0-48 0,1-2-63 0,-1 4-81 16,-5-2-117-16,2-2-198 15,-8-2 42-15,11 0-213 0,-11 0-218 0</inkml:trace>
  <inkml:trace contextRef="#ctx0" brushRef="#br0" timeOffset="99345.05">15306 12208 2533 0,'-6'-8'228'0,"4"0"-17"0,4 3-24 16,-2 5-15-16,18-5 4 0,-3 5 10 16,2 4-2-16,7 2-1 0,9 8-16 0,2 5-13 15,1 10-14-15,-2 8-14 0,-4 2-13 16,1 7-10-16,-6-1-10 0,-7 3-11 16,0-3-7-16,-13-6-10 0,-1 1-5 0,-6-3-5 15,-5-3-4-15,-13 11-7 0,-4-6-5 16,-1 0-21-16,-3-4-21 0,-8 0-40 0,-1-4-46 15,-3-2-63-15,2-6-70 0,8-4-67 16,-1-5-103-16,6-5-139 0,4-4-85 0,4-4 65 16,3-4-319-16,2-2-353 15</inkml:trace>
  <inkml:trace contextRef="#ctx0" brushRef="#br0" timeOffset="99729.31">16014 10845 2643 0,'1'-26'92'15,"3"5"6"-15,0 4 35 0,-2 4 30 16,-2 3 16-16,1 1-8 0,-1 0-28 0,0 6-11 16,0 3 9-16,0 0 28 0,0 0-11 15,-1 31-9-15,-3-6-14 0,-2 13-9 0,5 7-6 16,-6 9-11-16,5 3-10 0,0 3-8 16,2-2-11-16,2-2-7 0,2 0-8 0,1-1-6 15,-2-9-6-15,1 0-7 16,0-6-4-16,-3 1-4 0,3-3-15 0,-2-4-20 15,2-5-22-15,-3-6-28 0,-1-5-44 16,0 0-57-16,2-5-56 0,-2-1-44 0,2-2-56 16,1-3-95-16,3-3-145 0,-6-4-60 15,0 0 69-15,26-12-278 0,-4-10-300 0</inkml:trace>
  <inkml:trace contextRef="#ctx0" brushRef="#br0" timeOffset="100062.25">16516 10958 2488 0,'-2'-8'125'0,"0"1"-2"0,2 7 5 16,-11-5 21-16,11 5 36 0,0 0 22 16,-30 14 10-16,12-1 5 0,-5 9-6 0,5 4-11 15,-4 1-17-15,8 4-16 16,3-2-15-16,4-3-12 0,7-1-9 0,0-2-9 16,7 8-11-16,7-3-7 0,7-3-9 15,-2 1-13-15,4-6-4 0,4-2-8 0,-1-5-6 16,-5-4-8-16,2-3-5 0,-2-6-8 15,0 0-2-15,-2-3-5 0,2-4-3 0,-2-1-5 16,-2-3-5-16,-6-4-2 0,5-9-5 16,-7 2-1-16,-5-2-1 0,0-3-1 0,-4-10-6 15,-6-2-1-15,1-1-5 0,-7 1-5 16,2 2-5-16,-2 2-1 0,-2 6-3 16,1 4-14-16,-1 6-10 0,1 4-11 15,-3 7-20-15,1 2-23 0,-2 6-45 0,-3 2-80 16,-2 4-90-16,-1 3-86 0,8 3-120 15,0 0-180-15,6-3 55 0,5 0-455 16,4 2-557-16</inkml:trace>
  <inkml:trace contextRef="#ctx0" brushRef="#br0" timeOffset="100528.36">16884 11083 3053 0,'0'0'9'0,"0"0"5"0,0 0 22 0,0 0 38 15,-19 15 35-15,11-8 21 0,1 0 19 16,-3 0-4-16,5 2-16 0,-2-1-10 0,4-1-9 16,1 1 1-16,0 0-11 0,2-2-2 15,0-6 1-15,5 11-3 0,-1-7-6 16,4-4-9-16,-8 0-8 0,24 0-9 0,-8-4-5 16,4-4-2-16,-4-1-6 0,4-3-3 15,-6 1 1-15,8-9 7 0,-7 1-5 0,0-3 3 16,-4 3 8-16,-1 2 12 0,0 5 14 15,-7 2-8-15,5 1-13 0,-4 4-10 0,-4 5 1 16,0 0 12-16,0 0 14 0,2 29 8 16,-6 7 7-16,-8 15 16 0,0 8 15 0,-6 6 5 15,1 5-8-15,-6 16 0 16,2-2-2-16,0 2 13 0,2-20-14 0,5-2 2 16,0 0-8-16,-6-10-3 0,5-2 4 15,-2-6 11-15,0-5 8 0,2-8 2 0,0-4-1 16,-3-5-139-16,1-2 0 0,-2-6 0 15,3-6 0-15,-6-3 0 0,-1-2 0 0,0-5 0 16,-4-2 0-16,-9-10 0 0,0-3 0 16,-4-11 0-16,4-7 0 0,9-5 0 0,3-3 0 15,1-1 0-15,11 6 0 0,4 0 0 16,6 0-334-16,2 6-99 0,4-3-42 16,6 1-32-16,3 2-35 0,7 3-37 15,2-1-98-15,6-4-33 0,5 3 65 0,6 2-474 16,-2-2-587-16</inkml:trace>
  <inkml:trace contextRef="#ctx0" brushRef="#br0" timeOffset="100862.21">16987 11284 2980 0,'24'-11'-23'0,"-4"3"71"0,-7 1 67 0,-1 2 58 0,-5-2 39 0,-2 4 25 0,1-1 18 0,-6 4 14 0,12-8 1 16,-12 8-4-16,9-8-28 0,-9 8-5 16,8-4-18-16,-4-1-18 0,-4 5-22 0,11-4-12 15,-11 4-23-15,11-7-13 0,0 2-7 16,0-1-13-16,2-4-15 0,2 0-6 15,2-1-9-15,1-2-3 0,-3 1 4 16,0-2 17-16,1 2 20 0,-5 4 3 0,-4 3-23 16,2 1-12-16,-4 0-11 0,-5 4 0 15,0 0 6-15,0 0-3 0,15 15-6 0,-11-7-7 16,-1 2-6-16,4 0 3 0,-2 1-8 16,4-1-5-16,-1 2-1 0,2-1-8 0,-1-2 0 15,2-2-35-15,0-1-2 0,0-1 0 16,0-3 0-16,4 0 0 0,-2-2 0 0,3-6 0 15,1 3 0-15,-2-3 0 0,2-6-133 16,2 3-81-16,6-7-66 0,-5 0-81 0,-4-4-85 16,6-2-83-16,-4 0-113 15,-2-2-158-15,0-2 75 0,2 0-656 0,1-4-835 16</inkml:trace>
  <inkml:trace contextRef="#ctx0" brushRef="#br0" timeOffset="101211.65">17454 9765 3872 0,'-83'-5'-163'0,"-1"8"28"0,-35 8 44 0,-17 9 51 0,-12 11 48 15,-54 22 46-15,-9 14 42 0,-3 8 25 16,7 22 23-16,2 13 8 0,13 15 15 16,18 6 4-16,24 5 3 0,28-3 1 15,55-30-13-15,21 4-5 0,31-2 2 0,28 0-3 16,25-4-7-16,32-3-15 0,46 16-9 15,35-17-8-15,21-12-15 0,27-9-7 0,14-9-7 16,19-14-10-16,17-18-15 0,-2-8-10 16,6-15-11-16,1-14-21 0,-8-8-19 15,-14-15-29-15,-20-13-26 0,-17-15-18 0,-32-19-15 16,-54-1-8-16,-17-14 5 0,-22-16 11 16,-17-15 2-16,-13-10 11 0,-13-19-7 0,-18-10-14 15,-16-50-13-15,-31 2 0 0,-25 13 8 16,-25 21 6-16,-34 29 4 0,-30 25 3 15,-24 26 6-15,-28 30-12 0,-24 24-51 16,-22 25-83-16,-13 24-107 0,0 9-168 0,-6 14-135 16,25 7 74-16,20 6-320 0,25 5-357 15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3:41:43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4850 2160 1554 0,'0'0'481'0,"-4"-8"-86"0,4 8-42 0,-6-7-5 15,6 7-44-15,-2-10-22 16,2 10-18-16,0 0-26 0,-4-7 5 0,4 7-7 16,0 0-12-16,-4-7-4 0,4 7-20 15,0 0-13-15,0 0-15 0,0 0-15 16,0 0-5-16,0 0 6 0,0 0-3 0,0 0-10 15,-9 27-3-15,7-11 2 0,0 8-1 16,-3 0-9-16,-2 8-8 0,2 2-9 0,1 2-6 16,-1 1-12-16,1-11-7 0,0 1-8 15,1-1-7-15,2-1-3 0,-3-1 1 16,2-2-10-16,0-1 0 0,0-4-2 0,0 3-6 16,2-6-2-16,-3-2-55 15,3 1 0-15,-2-2 0 0,2-1 0 0,-2 0 0 16,0-2 0-16,2-8 0 0,0 11 0 15,-2-5-76-15,2-6-139 0,0 6-73 0,0-6-76 16,0 0-85-16,0 0-87 0,0 0-130 16,0 0-150-16,15-23 72 0,-3 7-629 15,5-5-827-15</inkml:trace>
  <inkml:trace contextRef="#ctx0" brushRef="#br0" timeOffset="318.83">5237 2001 4014 0,'-5'-5'55'15,"5"5"55"-15,-4-8 44 0,4 8 27 16,0 0 12-16,0 0 13 0,0 0 26 16,0 0-1-16,0 0-4 0,0 0-24 0,0 0-16 15,0 0-27-15,38 9-25 0,-24-7-6 16,1 1-21-16,3 2-11 0,-3 1-5 0,0 0-16 15,-2 4 2-15,1 1-10 0,1 5-1 16,-5 1 7-16,-3 2 3 0,1 12 8 16,-5-4-4-16,-3-1-2 0,0 1 0 15,-2 11-8-15,-1-3-11 0,-3 0-3 0,2 0-7 16,-3 0-13-16,1-2-37 0,-4 0-72 16,7-6-64-16,-3-3-64 0,2-2-67 15,-2 0-84-15,0-1-89 0,3-4-105 0,-1-5-143 16,2 1-63-16,2-5 65 0,2-4-544 15,-2-4-693-15</inkml:trace>
  <inkml:trace contextRef="#ctx0" brushRef="#br0" timeOffset="532.43">5295 2462 3559 0,'-15'0'156'0,"15"0"70"0,-21-2 60 15,21 2 51-15,-13-1 16 0,13 1 11 0,0 0-7 16,-12-2-17-16,12 2-22 15,0 0-32-15,0 0-29 0,0 0-27 0,0 0-23 16,21-12-53-16,-5 5-74 0,4 0-111 16,9-5-100-16,1 2-93 0,1-5-96 0,1 2-95 15,1 1-91-15,-3-3-112 0,-3 3-150 16,-6 1 59-16,-1 1-579 0,-8 6-748 16</inkml:trace>
  <inkml:trace contextRef="#ctx0" brushRef="#br0" timeOffset="1115.66">6650 2167 3793 0,'0'-10'64'16,"2"0"56"-16,0 1 33 0,2 1 16 0,-1 1 14 16,4-2 0-16,0 1-6 0,2 2-8 15,2 0-14-15,-2 1-15 0,4 1-16 0,-1 0-11 16,3 3-13-16,-2 1-12 0,-13 0-8 15,24 5-9-15,-8-1-6 0,-3 4-7 0,1 1-3 16,-5 3-7-16,0-2-1 0,-4 3 2 16,1 3 10-16,-5-1 11 0,-1 4 2 15,0-2 4-15,-3 5 6 0,-1-1-1 0,-2-2-3 16,2-1 1-16,0-4-1 16,2 1-5-16,-1-3 2 0,1-3-5 0,2 1 8 15,-2 0 17-15,4-2 6 0,0 1 9 16,0-3 10-16,-1 2 7 0,-1 2 2 0,2-3 5 15,2 3 5-15,0 0-78 0,-3-1-61 16,-1 3 0-16,2-2 0 0,3 2 0 16,-5 0 0-16,2 0 0 0,-2 1 0 0,-2 1 0 15,0 2 0-15,-3-1 0 0,0-1 0 16,-1-1 0-16,-3 1 0 0,1-1 0 0,-1-4 0 16,-3 2 0-16,0-5 0 0,-4 2 0 15,2-1 0-15,-3-5 0 0,0 1 0 16,2-3 0-16,-3-3 0 0,2-1 0 0,0-1 0 15,0 0 0-15,3-2 0 0,1-3-733 16,4 4-265-16,4-3 100 0,4 3-994 16,4-2-1314-16</inkml:trace>
  <inkml:trace contextRef="#ctx0" brushRef="#br0" timeOffset="1550.72">7190 2188 5230 0,'2'-9'30'16,"-2"4"82"-16,0 5 49 0,0 0 35 0,-2-10 2 0,2 10-10 15,0 0-3-15,0 0 23 0,0 0-3 0,-6 24-19 16,6-9-15-16,-2 2-16 16,2 2-15-16,0 1-12 0,0-3-12 0,4 7-17 15,0-7-8-15,1 0-4 0,1-3-10 16,1 2-4-16,5-4-10 0,-1-3-3 0,1 0-28 15,-1-4-32-15,1-3 0 0,1-2 0 16,-13 0 0-16,29-6 0 0,-14 0 0 0,2-2 0 16,-2 0 0-16,1-2 0 0,-1-1 0 15,-1 1 0-15,-2 2 0 16,-4 3 0-16,-2-1 0 0,2 2 0 0,-8 4 0 16,0 0 0-16,0 0 0 0,0 0 0 15,16 15 0-15,-16-3 0 0,-2 6 0 0,1 7 0 16,-5 14 0-16,2 2 0 0,-1 0 0 15,-3 10 0-15,4-10 0 0,0-1 0 0,0-2 0 16,-1-4 0-16,1-7 0 0,2-6 0 16,2-4 0-16,0-3 0 0,0-2 0 15,-1-2 0-15,1-3 0 0,0-7 0 0,1 8 0 16,-1-8 0-16,0 0-163 0,0 0-342 16,0 0-135-16,11-20-195 0,-7 5-18 0,3-1 90 15,-2 1-744-15,3 1-954 0</inkml:trace>
  <inkml:trace contextRef="#ctx0" brushRef="#br0" timeOffset="2000.88">9146 2087 4036 0,'0'0'-35'0,"0"0"82"0,2-10 65 0,-2 10 56 0,0 0 40 16,0 0 25-16,0 0 9 0,0 0-8 0,0 0 4 16,0 0 31-16,0 0 15 0,-7 35 10 15,1 0-2-15,-1 2 18 0,-3 14-6 0,2 4-15 16,1 1-20-16,2-1-27 16,-4-3-87-16,6-7-155 0,-5-1 0 0,3-2 0 15,1-5 0-15,0 0 0 0,1-10 0 16,-2-6 0-16,3-3 0 0,-2-1 0 0,4-3 0 15,-2-5 0-15,2-2 0 0,0-2 0 16,0-5 0-16,0 0-501 0,0 0-281 16,27-19-147-16,-5-7 70 0,8-10-882 0,4-7-1174 15</inkml:trace>
  <inkml:trace contextRef="#ctx0" brushRef="#br0" timeOffset="2282.11">9537 2157 4809 0,'-9'-5'66'16,"2"3"97"-16,7 2 75 0,-11-5 31 0,11 5 9 0,-5-6 16 16,5 6 2-16,0 0-7 15,0 0-16-15,0 0-12 0,0 0-23 16,21-4-19-16,-21 4-20 0,29 3-21 0,-13 2-57 16,0 0-121-16,3 6 0 0,-4 0 0 15,3 12 0-15,-1-1 0 0,-4 4 0 0,-3-2 0 16,-7-1 0-16,7 6 0 0,-9 0 0 15,-1-6 0-15,2-3 0 0,-4 7 0 16,2-4 0-16,-1 2 0 0,-3-1 0 0,2-2 0 16,-2-2 0-16,3-3 0 0,-1 1 0 15,-2-1 0-15,0-3 0 0,2 1-558 0,-4-1-199 16,0-2-164-16,3-3 69 16,-1 1 91-16,4-6-716 0,0-4-924 0</inkml:trace>
  <inkml:trace contextRef="#ctx0" brushRef="#br0" timeOffset="2498.81">9604 2561 4295 0,'-9'-2'166'0,"9"2"78"16,-22-3 61-16,22 3 42 0,-11 0 34 0,11 0 23 15,0 0 13-15,0 0-4 16,-13-3-24-16,13 3-19 0,0 0-29 0,0 0-222 0,0 0-119 16,29-9 0-16,-11 3 0 15,4-2 0-15,1-2 0 0,-1 2 0 0,8-1 0 16,1-3 0-16,-4 3 0 0,-8 4 0 15,-4 0 0-15,2 2 0 0,-4 1-292 0,-1 1-126 16,-1 1-80-16,-1-2-88 0,-10 2-109 16,15 3-117-16,-15-3 57 0,10 2-651 15,-10-2-859-15</inkml:trace>
  <inkml:trace contextRef="#ctx0" brushRef="#br0" timeOffset="3267.92">10541 2366 3836 0,'4'-8'-36'0,"5"-2"47"0,-6 2 47 0,6-1 35 15,-1 3 21-15,4-2 14 0,3-2 7 0,-1 5-1 16,2 1-7-16,0-2-13 0,0 4-7 16,2 0-12-16,0 2-10 0,2 0-6 0,-3 2-11 15,0 4-6-15,-1-1-3 0,-1 1-4 16,-3 4 19-16,-1 0 15 0,-4 1 31 16,-1 3 21-16,-5 3 11 0,-2 3 8 0,-3 0 16 15,-5 9 12-15,-1-5 11 0,-2 3-1 16,5-6-7-16,1-4-14 0,-1-5-15 0,2 0-14 15,4-2-11-15,-1 0-12 0,0-1-8 16,2-1-14-16,4 4-3 0,-3-1-10 16,6 1-70-16,-2 2-20 0,3 0 0 15,1 3 0-15,1 2 0 0,1-2 0 0,0 2 0 16,0-4 0-16,-6 0 0 0,1 1 0 16,-3-1 0-16,1-1 0 0,-4 0 0 15,0-1 0-15,-4 4 0 0,1 0 0 0,-5-5 0 16,-3 5 0-16,-3-3 0 0,0 1 0 15,-2-5 0-15,1-2 0 0,-1-2 0 0,3-3 0 16,0-3 0-16,0-1 0 0,-1-7 0 16,5-2 0-16,-1-2 0 0,9-3 0 15,2-3-502-15,3-6-379 0,7-7-54 0,14-6 87 16,6 1-861-16,5 0-1143 0</inkml:trace>
  <inkml:trace contextRef="#ctx0" brushRef="#br0" timeOffset="3598.94">11319 2363 4260 0,'6'-9'-140'0,"-1"1"89"0,-5 4 77 0,0 4 58 0,0 0 27 0,-1-11 21 0,1 11 11 15,0 0 16-15,0 0 17 0,0 0 17 16,-29 21-3-16,16-7 9 0,-3 0-29 16,5 3-12-16,0-2-18 0,1 4-11 15,6-2-13-15,4 1-8 0,2 0-10 0,6 3-11 16,4 6-2-16,2 0-8 0,2-4-3 15,3 0-16-15,-2 3 22 0,4-1 39 0,0-1 37 16,0 0 22-16,-5-5 21 0,-7-4 16 16,-2-1 18-16,1-2-4 0,-4 0-229 15,-2 0 0-15,-2-2 0 0,-2 2 0 0,-6 0 0 16,1 2 0-16,-6-1 0 0,-5 0 0 16,0-2 0-16,0 0 0 0,-1-5 0 0,-3 2 0 15,4-4 0-15,-2-1 0 16,6-3 0-16,-6-3 0 0,6-1 0 0,0-4 0 15,1 2 0-15,-1-2-400 0,7 3-548 16,-1-1 11-16,4 0 92 0,3 2-876 0,1 4-1155 16</inkml:trace>
  <inkml:trace contextRef="#ctx0" brushRef="#br0" timeOffset="3999.15">12489 2237 5013 0,'5'-17'43'0,"-4"5"71"0,3 2 74 0,-2 3 64 0,0 2 45 0,-2 5 27 15,2-9 7-15,-2 9-3 0,0 0-24 16,2-8-28-16,-2 8-27 0,0 0 30 0,0 0-86 15,1 32-193-15,3-6 0 0,-4 12 0 16,2 4 0-16,-2 17 0 0,-2-2 0 16,-2 1 0-16,1-1 0 0,-5-3 0 0,5-9 0 15,-4-2 0-15,3-4 0 0,-1-3 0 16,1-9 0-16,2-4 0 0,-1-1 0 0,-1-5 0 16,2-2 0-16,-1-3 0 15,1-1 0-15,1-3 0 0,1 2 0 0,0-10 0 16,0 11 0-16,0-11 0 0,1 6 0 15,-1-6 0-15,0 0 0 0,7 2 0 0,-7-2 0 16,0 0 0-16,0 0 0 0,0 0 0 16,0 0 0-16,0 0-400 0,9-13-627 0,-9 13 98 15,0 0-1055-15,0 0-1403 0</inkml:trace>
  <inkml:trace contextRef="#ctx0" brushRef="#br0" timeOffset="5064.45">13732 2218 5645 0,'3'-10'-121'0,"2"0"53"0,-1 1 39 15,1-1 39-15,1 1 31 0,3-1 31 16,1 2 16-16,1-3 10 0,0 5-1 0,5-3-11 16,2 6-12-16,-4-1-5 0,2 1-6 15,1 3-9-15,-4 3-6 0,2-1-2 16,1 3-5-16,-5 0-2 0,0 2-8 0,-1 0 0 16,-2 1 5-16,-5 6 6 15,1-2 13-15,-4 2 8 0,-4 3 4 0,-1 3 4 16,-3-3 3-16,-2 1 7 0,3 1-10 15,0-2-3-15,-1-4-7 0,2 2-2 0,-2-4-8 16,6 1-1-16,-1-1-5 0,-1-1 0 16,4-2 3-16,-2 3-7 0,4-1 4 0,2 4 3 15,-1 0 1-15,3 1-2 0,-1 0 3 16,6 4-5-16,-4 0 2 0,2-2 11 16,0-2 11-16,-6 1 19 0,3-1 15 0,-2 0-4 15,-3 1-99-15,-2-3 0 16,-1 1 0-16,-6 2 0 0,0-3 0 0,-1 2 0 15,-2-1 0-15,-5-2 0 0,-1-2 0 16,-2-3 0-16,-1 3 0 0,6-5 0 0,-4-2 0 16,3-1 0-16,3-2 0 0,12 0 0 15,-32-5 0-15,17 0 0 0,1-1 0 0,1 0 0 16,1-3 0-16,1 1 0 0,4-2 0 16,3 3-233-16,2-3-530 0,2-4-184 15,6 5 62-15,1-3 86 0,9-2-753 0,3 3-996 16</inkml:trace>
  <inkml:trace contextRef="#ctx0" brushRef="#br0" timeOffset="5781.35">15175 2155 4049 0,'1'-10'-67'0,"-1"0"58"0,0 1 63 0,0 2 52 16,0 7 41-16,2-9 36 15,-2 9 17-15,0 0 18 0,0-10-13 0,0 10-29 16,0 0-22-16,0 0-5 0,0 0 34 15,-3 26 23-15,-3-5-5 0,1 11-16 0,-6 2-13 16,6 0-12-16,-1 3-13 0,3-4-5 16,1-4-21-16,2-7-9 0,0-1-10 15,2-4-11-15,-1 3-7 0,3-5 0 0,2 1-4 16,-1-3-1-16,5-1 3 0,0-3-2 16,1-2-9-16,1-4 2 0,2-3-13 0,4-3-2 15,4-2-12-15,1-2-39 0,8-7-7 16,-3 1 0-16,3-7 0 0,-1-1 0 15,-3-2 0-15,-2 1 0 0,0 3 0 16,-8 7 0-16,-5 1 0 0,-3 3 0 16,-2 2 0-16,-1 2 0 0,-6 4 0 0,0 0 0 15,0 0 0-15,-4 23 0 0,1-7 0 16,-7 5 0-16,-4 10 0 0,1 4 0 0,-2 10 0 16,0 1 0-16,-1-5 0 0,7-5 0 15,-2-1 0-15,1-2 0 0,2-9 0 0,5-4 0 16,-1-2 0-16,2-3 0 0,0-3 0 15,0 0 0-15,2-4 0 0,0-1 0 0,0-7 0 16,0 10 0-16,0-10 0 0,0 0 0 16,8 6 0-16,-8-6 0 0,0 0 0 15,0 0 0-15,0 0-404 0,0 0-283 0,13-18-190 16,-13 18 5-16,-2-7 79 16,2 7-757-16,0 0-994 0</inkml:trace>
  <inkml:trace contextRef="#ctx0" brushRef="#br0" timeOffset="9980.98">19102 2360 3396 0,'0'0'40'0,"-9"-9"51"0,7 4 47 0,2 5 27 0,-6-8 29 0,6 8 24 16,0 0 27-16,0 0 1 0,-3-7-4 0,3 7 3 15,0 0-22-15,0 0-15 0,0 0-12 16,7-12-17-16,-7 12-15 0,13-2-16 16,-8-2-17-16,-5 4-13 0,16-4-13 15,-16 4-24-15,9-4-50 0,-9 4-52 0,11 0-52 16,-11 0-57-16,0 0-54 0,0 0-72 15,5 12-93-15,-7-2-123 0,0-3-217 16,-4 7-28-16,0-2 70 0,-5 3-464 0,6-1-580 16</inkml:trace>
  <inkml:trace contextRef="#ctx0" brushRef="#br0" timeOffset="10413.84">18681 2210 3155 0,'1'-9'94'0,"-1"1"47"16,0 1 33-16,0 7 38 0,3-9 45 15,-3 9 48-15,2-7 36 0,-2 7 23 16,0 0 6-16,4-10-7 0,-4 10-18 0,0 0-20 16,0-8-22-16,0 8-28 15,0 0-30-15,0 0-28 0,0 0-24 0,0 0-5 16,0 0 11-16,-9 39-74 0,6-4-125 16,-5 2 0-16,3 2 0 0,-1 3 0 0,1-1 0 15,-4 2 0-15,4-4 0 0,-2-1 0 16,-1-2 0-16,2-1 0 0,0-9 0 0,2-3 0 15,1-2 0-15,1-4 0 0,-4-3 0 16,4-2 0-16,1 1 0 0,-4-3 0 0,3-1 0 16,0-2 0-16,2-7 0 0,-2 12 0 15,1-9 0-15,1-3 0 0,-2 7 0 0,2-7 0 16,0 0 0-16,0 0-420 0,0 0-424 16,0 0-94-16,0 0 87 0,14-17-896 15,-14 17-1180-15</inkml:trace>
  <inkml:trace contextRef="#ctx0" brushRef="#br0" timeOffset="11013.81">17529 2230 4733 0,'3'-8'-4'0,"-3"1"47"0,0 7 34 0,0-9 33 0,0 9 29 0,0 0 23 16,0 0 5-16,2-7-16 0,-2 7-13 0,0 0 42 16,-8 31 28-16,2-8 3 0,-1 14-3 15,0 13 0-15,-6 5 0 0,1 2-7 16,2-4-8-16,-4 1-13 0,5-6-10 16,2-7-14-16,-3-2-10 0,0-3-16 0,1-4-54 15,3-1-76-15,-2-7 0 0,3-4 0 16,-1-6 0-16,4 1 0 0,-1-3 0 0,-2-3 0 15,1-1 0-15,4-2 0 0,0-6 0 16,-2 6 0-16,2-6-47 0,0 0-322 0,0 0-100 16,0 0-119-16,0 0-149 0,0-25-96 15,2 17 75-15,5 0-735 0,-3-2-940 16</inkml:trace>
  <inkml:trace contextRef="#ctx0" brushRef="#br0" timeOffset="11664.18">19116 2261 3935 0,'-9'-5'17'0,"6"2"89"0,3 3 44 0,-10-6 48 0,10 6 39 0,0 0 40 16,-3-6 25-16,3 6 6 0,0 0-17 0,0 0-31 16,0 0-20-16,11-11-31 0,-11 11-20 15,17-4-23-15,-4 4-17 0,-13 0-14 0,23 4-13 16,-10 1-11-16,-2 4-3 0,0 3 0 16,-2 3 10-16,-3 2 16 0,2 4 20 15,-6 4 7-15,-2 1-155 0,-2 1-6 0,-4 10 0 16,-2-1 0-16,0-1 0 15,1 0 0-15,0-4 0 0,-3 0 0 0,-2 0 0 16,7-6 0-16,-1-3 0 0,0-3 0 16,0-2 0-16,3-2 0 0,-3 1 0 0,2-5 0 15,3-2 0-15,-1 0 0 0,0-3 0 16,2 1 0-16,0-7 0 0,4 5-515 0,-4-5-289 16,0 0-122-16,0 0 78 0,0 0-886 15,0 0-1166-15</inkml:trace>
  <inkml:trace contextRef="#ctx0" brushRef="#br0" timeOffset="11863.8">19062 2699 4866 0,'-13'-4'125'0,"3"1"113"0,3 0 87 15,7 3 55-15,-11-4 49 0,11 4 18 16,-9-5-5-16,9 5-14 0,0 0-25 16,-2-8-295-16,2 8-108 0,22-9 0 15,-1 4 0-15,13-2 0 0,4-2 0 0,0 2 0 16,-2 2 0-16,-3-2 0 0,-5 3 0 15,-7 2 0-15,0-1 0 0,-6 0 0 0,-1 1-453 16,-3 0-217-16,3 2-143 0,-14 0-62 16,13 0 84-16,-13 0-770 0,0 0-1003 0</inkml:trace>
  <inkml:trace contextRef="#ctx0" brushRef="#br0" timeOffset="13964.34">20720 2186 3163 0,'0'-7'371'0,"4"0"-69"0,2 2-51 0,-6 5-41 0,5-8-18 0,3 4-18 16,0-1-26-16,-1 2-17 0,4-1-13 0,1 0-14 15,1 4-8-15,0 2-12 0,5 2-5 16,-2 1-10-16,-2 2 2 0,2 3-15 15,-1 2-4-15,-2 0-3 0,-3 3-5 16,-3-1 3-16,-1 1 22 0,-2 3 17 16,-3-1 23-16,-2 1 3 0,-5 1-5 0,0 3 0 15,-1-5 0-15,2 1 0 0,-2-2-5 0,3-2-4 16,1-2-6-16,1 0 3 0,2 1 3 16,2-3 3-16,0 2 15 0,1 2 4 15,3 1 0-15,0-1 7 0,3 0-3 0,-1 0-2 16,-1 3 7-16,2-3 2 0,-4 0-130 15,2-1-1-15,-3-1 0 0,2 1 0 16,-2-3 0-16,-4 3 0 0,2-3 0 0,-4 1 0 16,2-2 0-16,-1 3 0 0,-6-3 0 15,3 2 0-15,-1-1 0 0,-3-3 0 0,-2 2 0 16,5-3 0-16,-5 0 0 0,-1-1 0 16,1-3 0-16,1-4 0 0,9 2 0 0,-27-9 0 15,12-3 0-15,2-3 0 16,3-3 0-16,5-3 0 0,-4 0-585 0,9 1-337 15,7-1 3-15,6-10 92 0,4 2-852 16,7 3-1116-16</inkml:trace>
  <inkml:trace contextRef="#ctx0" brushRef="#br0" timeOffset="14346.65">21318 2261 4478 0,'6'-2'-77'0,"-6"2"46"0,6-4 52 15,-6 4 66-15,0 0 56 0,0 0 33 0,4 18 15 16,-2-9 15-16,-2 3-5 15,0 1-12-15,0 1-32 0,2 3-13 16,1 3-18-16,1-1-7 0,2 3-10 0,2-3-6 16,-3-2-8-16,5 0-7 0,-1-2-6 15,3-5 3-15,-1-1-5 0,3-2 7 0,1 1-7 16,2-8-3-16,0 0-6 0,2-3-8 16,12-7-4-16,-1-2-7 0,1-4 7 0,-3-3 17 15,-1 1 9-15,0 1 14 0,-9 3 9 16,2 2 2-16,-11 3-2 0,0 4-6 15,1-1-11-15,-4 4-8 0,-6 2-74 0,0 0-9 16,0 0 0-16,5 23 0 16,-8-9 0-16,-3 7 0 0,1 11 0 0,-6 2 0 0,4 6 0 15,2-3 0-15,-3 4 0 0,2-4 0 16,0-1 0-16,2-3 0 0,1 1 0 16,-1-8 0-16,2-8 0 0,0-1 0 15,2-3 0-15,-1-2 0 0,1-1 0 0,-2-2 0 16,2-3 0-16,0-6-11 0,-2 10-347 15,2-10-111-15,0 6-132 0,0-6-197 16,0 0-38-16,0 0 81 0,0 0-729 0,0 0-931 16</inkml:trace>
  <inkml:trace contextRef="#ctx0" brushRef="#br0" timeOffset="14913.49">23222 2445 4094 0,'4'-10'-7'0,"-4"10"56"0,2-7 51 0,-2 7 46 0,0 0 38 16,0-9 22-16,0 9-3 0,0 0-7 15,0 0-15-15,-19-3-10 0,19 3-16 0,-28 7 6 16,6-2-21-16,-10 5-15 15,2 5-10-15,-3 1-13 0,5 1-10 0,1 0-8 16,7-3-9-16,8-1-8 0,2-2-4 0,4 1-8 16,4-2 0-16,6 3-1 0,4-4 0 15,5 7-1-15,10 0 5 0,2 1 5 16,0 1 3-16,-1 0 14 0,-1-1 17 0,2 2 8 16,-4 1 23-16,-4-5 20 0,-1-1 16 15,-9 0 17-15,-2-2-53 0,1-2-128 16,-6 0 0-16,0 2 0 0,-6-1 0 0,3-1 0 15,-5-2 0-15,-4 1 0 0,-2 2 0 16,-8-2 0-16,6-4 0 0,-4 1 0 0,-1 0 0 16,4-4 0-16,-4-2 0 0,4 0 0 15,2-2 0-15,-1-2 0 0,1-4 0 0,4 1 0 16,5-3 0-16,0-5-464 16,8 1-495-16,4-1 28 0,4-4 94 0,6-5-863 15,9 2-1136-15</inkml:trace>
  <inkml:trace contextRef="#ctx0" brushRef="#br0" timeOffset="15246.66">23628 2538 4913 0,'0'0'4'0,"0"0"67"16,0 0 58-16,-40 21 49 0,11-4 49 0,1 7 28 16,-8 5 14-16,3 2-3 0,3-2-10 15,7 0-14-15,2-4-13 0,8 3-16 16,3-8-19-16,5-1-18 0,5 1-19 15,5-6-15-15,7 1-14 0,9 4-16 16,6-5-82-16,5-1-30 0,4-7 0 0,0 0 0 16,-4-6 0-16,-1-4 0 0,5-1 0 15,1-3 0-15,-7-4 0 0,1-3 0 0,-5-2 0 16,-3-3 0-16,-4-6 0 0,-4-5 0 16,-3-3 0-16,-5-5 0 0,-1 1 0 0,-8 1 0 15,-4 6 0-15,-5-2 0 0,-8 5 0 16,-4 2 0-16,-8 6 0 0,1 1 0 0,-4 5 0 15,-2 1 0-15,2 4 0 0,1 6-96 16,8 1-448-16,6 2-162 0,0 2-209 16,5 1 72-16,3-2 88 0,11-1-718 15,-12 6-922-15</inkml:trace>
  <inkml:trace contextRef="#ctx0" brushRef="#br0" timeOffset="15712.68">25168 2447 4006 0,'5'-17'-43'0,"1"1"53"0,-3 3 46 0,0 1 35 0,-1 0 40 0,-2 4 27 0,0 2 14 15,0-1-8-15,-2-1-12 16,2 8-14-16,-12-6 7 0,1 6-17 0,-4 2 10 16,-8 2 10-16,-7 8-7 0,-2 1-1 15,-4 3-10-15,-1 13-13 0,2-2-14 0,10-2 2 16,9 1-14-16,2 4-16 0,8-7-5 16,6 1-5-16,10 5-8 0,5 3 3 0,7-6-11 15,4 8-9-15,-2-9 3 0,0-1 21 16,-1 0 36-16,3 0 43 0,-3-3 37 15,-2-3 31-15,-4-2 19 0,-4-3 30 0,-5-3-137 16,0-3-123-16,-1 1 0 0,-3-2 0 16,-2 0 0-16,-2-6 0 0,-4 10 0 15,4-10 0-15,-14 8 0 0,3-5 0 16,-2 1 0-16,-6 0 0 0,1-2 0 0,0-2 0 16,-3 0 0-16,-1 0 0 0,6-4 0 15,0 4 0-15,1-2 0 0,2 0 0 0,1 0 0 16,5-1 0-16,-2-1 0 15,4 0-1015-15,5 4 50 0,2-12 103 0,5 2-957 16,5-3-1247-16</inkml:trace>
  <inkml:trace contextRef="#ctx0" brushRef="#br0" timeOffset="16082.49">26117 2459 5310 0,'-8'-14'53'15,"5"4"72"-15,-5 1 68 0,0 2 56 16,-1 4 37-16,9 3 27 0,-29 3 12 0,-2 8-10 16,-3 4-9-16,-13 9-18 15,1 5-20-15,-2 7-108 0,5 1-160 0,3 1 0 16,3 4 0-16,6-4 0 0,7 4 0 16,7-9 0-16,6-1 0 0,2 2 0 0,8-8 0 15,2-2 0-15,6-2 0 0,0-3 0 16,4 1 0-16,3-5 0 0,1-1 0 15,6 3 0-15,1-7 0 0,-4-5 0 0,0 0 0 16,-4-3 0-16,4-2 0 0,-2-2 0 16,2-1 0-16,1-6 0 0,-4-1 0 0,-1-3 0 15,-1 0 0-15,-6-3 0 0,2 0 0 16,-7 2 0-16,-4 1 0 0,-7 1 0 0,-4-3 0 16,0 1 0-16,-6 4 0 0,-2 3 0 15,0 1 0-15,-2 0 0 0,4 6 0 0,1 0 0 16,6-3 0-16,-1 6-818 15,2-3-170-15,11 0 106 0,-12 9-990 0,10-4-1295 16</inkml:trace>
  <inkml:trace contextRef="#ctx0" brushRef="#br0" timeOffset="17662.66">27472 2576 5404 0,'5'-11'-5'0,"-1"5"85"0,0-2 58 0,-4 8 56 0,5-9 25 0,-5 9 10 0,0 0 7 16,0 0 35-16,0 0 20 0,0 0-8 15,-31 46-23-15,15-17-28 0,-1 14-16 0,-2 1-73 16,0 0-143-16,2 1 0 0,7-8 0 16,1 0 0-16,0-4 0 0,0-3 0 15,6-4 0-15,-1-5 0 0,2-1 0 0,-2-5 0 16,4-1 0-16,-1 0 0 0,1-4 0 15,-2 0 0-15,2-1 0 0,-2 0 0 0,2-9 0 16,2 10 0-16,-2-10 0 16,2 5 0-16,-2-5 0 0,5 3 0 0,-5-3 0 15,0 0 0-15,0 0 0 0,0 0 0 16,18-8 0-16,-18 8-617 0,11-10-212 0,-8 6-88 16,3-1 86-16,2-2-868 0,0 0-1135 15</inkml:trace>
  <inkml:trace contextRef="#ctx0" brushRef="#br0" timeOffset="18545.41">28917 2377 4360 0,'5'-9'-33'0,"-3"4"83"0,2 0 52 0,1-1 32 0,-5 6 31 15,14-6 29-15,-3 6 17 0,-11 0 16 0,22 0-3 16,-11 5-8-16,4 2-15 16,-3 1-13-16,0 6-16 0,1 0-10 0,-2 2-11 15,-4 2-7-15,-3-1-4 0,-2 0-2 16,-2 0 1-16,-4 2-1 0,-4 1 3 0,-4 6-5 15,-6-1-1-15,-3 0-7 0,-1-2 8 16,-3-1-44-16,1-1-92 0,10-6 0 16,0-3 0-16,3-2 0 0,3-1 0 0,4-1 0 15,0 1 0-15,4-1 0 0,0-1 0 16,7 3 0-16,-2 2 0 0,1-1 0 0,1 0 0 16,0 2 0-16,4-1 0 15,-2 1 0-15,-4-1 0 0,3 2 0 0,-4-1 0 16,-4-1 0-16,2-1 0 0,-4 5 0 15,-2-3 0-15,-6 1 0 0,-1 0 0 0,-3-1 0 16,0-1 0-16,-8 1 0 0,4-5 0 16,-12 4 0-16,3-3 0 0,4-3 0 15,0-2 0-15,3-2 0 0,0-2 0 0,-1 1 0 16,4-2 0-16,-1-3 0 0,5 2 0 16,3-4 0-16,1-1-955 0,2 0-17 0,0 0 104 15,3 2-967-15,4 5-1262 0</inkml:trace>
  <inkml:trace contextRef="#ctx0" brushRef="#br0" timeOffset="24578.89">3857 1917 1685 0,'0'0'34'0,"-8"-5"0"0,8 5 13 0,-7-4-17 16,7 4-8-16,-7-5-9 0,7 5 2 0,0 0-1 15,0 0 6-15,16-8 9 0,-5 6-1 16,5 0 0-16,6 0-1 0,5 2-2 0,17 0-3 15,1-1 3-15,5 1-9 0,19 0-5 16,-1 0-10-16,5 0-6 0,-3 0-4 16,5-2-5-16,1 4-2 0,0-4 4 0,2 2 2 15,4 0 4-15,2 2 5 16,-2-4-2-16,2 0 8 0,-2 2-2 0,4-1-1 16,-3-1 1-16,1-2 2 0,-2 1-6 15,2-1 1-15,-1-2 1 0,2 2-2 16,-1-1-4-16,-2-2 1 0,-5 2-4 0,-2-3 1 15,-4 4-2-15,-9 0 1 0,1 0 3 16,-13 0 1-16,-3 1-1 0,-2-1 3 16,-8-2 6-16,5 2 5 0,-5 0 2 0,-1-2 4 15,-6 3-1-15,6-5-3 0,0 0 4 16,2 0-2-16,3-1-3 0,-1 1 1 0,4 2-5 16,1-2 2-16,5 4-3 15,9-7-2-15,-4 5 1 0,-9 0 0 0,2 4-4 16,-3-4 3-16,-3 0-2 0,-3 5 3 15,-7-3-5-15,-5 4 3 0,-3-4 0 16,1 0 4-16,0 0-1 0,2 1 2 0,-1 0 1 16,10-4-1-16,0 0 3 0,0 0-1 15,1-1-1-15,5 1 0 0,-6 0 1 16,2 2-2-16,3 0 2 0,-4 0 5 0,5-2 7 16,4 5 2-16,12-5 7 15,4 2-4-15,9 0-4 0,-1 2-1 0,6-3-5 0,0-1 1 16,6 4 1-16,-5 0-3 15,2-3-3-15,0 3-2 0,3 3 2 0,0-2-1 16,-4 2 2-16,4 0 5 0,-4 0-3 16,2 2 1-16,3 1-1 0,-6 1-1 15,2-2 2-15,-2-2 0 0,4 5 0 0,-7-4 1 16,0 1-7-16,4 2 5 0,1-1-6 16,-4-1 2-16,2 0-1 0,0-1-4 15,0-1 3-15,0 0-4 0,-1 0 2 0,-2 0-4 16,0 2 3-16,-3 0-2 0,-7-4 1 15,-1 4 0-15,-11-2-3 0,-4 1 1 0,-1 1 0 16,1 0 0-16,-3-1 1 0,7 1 0 16,-4 0 0-16,-1-2-1 0,3 3-2 15,13-3 0-15,-10 2-1 0,18 0 1 16,-3-1-1-16,7-1 0 0,1 2 1 16,0 0-3-16,2 0 2 0,-1-2 0 0,-2 5-1 15,2-2 0-15,-5 2-1 0,-4 0-3 16,0-3 2-16,-2 1-3 0,-6 4-1 15,1-2-2-15,-14 3 8 0,10-5-5 0,2 3 3 16,0 0-4-16,4 0 3 0,-2 2-1 16,5-4 2-16,6 0-1 0,-8 1-3 0,6-1 5 15,5 0-3-15,-1 0 7 0,1 0-2 16,-3 0 0-16,0 0 0 0,-1 0-2 16,-4-1 0-16,-1 0-2 0,-5 0 4 15,2 1-4-15,-11-2 2 0,0 0 4 16,-3 0-2-16,0-2-1 0,2 0 2 0,1 0-3 15,15 0 2-15,-16-4-2 0,10 2 1 16,0 0 4-16,2 0-6 0,0-1 2 16,-11 0-1-16,10 1 4 0,-1-1-1 0,-11-1-4 15,1 2 3-15,-1-2-2 0,0 2 1 16,-3 0-2-16,1-2-4 0,1 4-5 0,1 0-8 16,-4 2 2-16,-1-2-8 0,-1 0 0 15,-2 2-1-15,-8-2 1 0,6 0 1 16,5 0 1-16,-11-2 2 0,-6 2-1 15,3 0-1-15,-1 0 0 0,12 0-2 16,-8-2-2-16,9 2 0 0,-2-3 3 0,5 3-6 16,-2-1-1-16,-1 1-7 0,5 0-5 15,0 0-2-15,-1 1 0 0,3 2-1 16,-1-3 1-16,12 4 2 0,0 0-8 0,3 2 6 16,1-2 8-16,-3 1-4 0,-1 1 6 15,4-6 1-15,0 4 5 0,1 2 1 0,3-2 8 16,2-1 2-16,-3 0 3 0,4-1-2 15,-1 2 8-15,3-4 0 0,-1 3 2 16,1-3 9-16,3 4-1 0,-5 0 4 0,2 0-3 16,-1 1 0-16,1-2 7 15,0 1-4-15,4-2 3 0,2 1-3 0,1-1 4 16,-4 2-4-16,0-2-3 0,1 0 2 16,-2 0 4-16,-2-2 1 0,-4-2 5 0,2 2 2 15,-8-2-1-15,-12 0 5 0,1 0-4 16,-5-2 6-16,2 1-6 0,-3 3 1 15,-1-4-7-15,-1 0 6 0,1 3-4 0,0-2-1 16,2-1-4-16,-1-2 6 0,12 2-7 16,0 1-4-16,4-5 0 0,-6 2-1 15,2 0-2-15,0 0 2 0,2-2-7 0,-3 1 1 16,1 1 4-16,-9 2 2 0,-1 0 0 16,2 4-6-16,-4-4-7 0,9 4 0 0,-2 0-2 15,8 1 5-15,7 2-2 16,-2-1 4-16,2 2-6 0,-5 2 6 0,3-4 1 15,-1 4 4-15,2-1-1 0,-4-1 3 16,5 0 10-16,-5 2 4 0,5-2 6 16,-5-1-6-16,-3 2 2 0,0-1 3 0,-9-4-6 15,-2 3 1-15,1-3-1 0,-3 2-4 16,2 2 2-16,-3-2 0 0,-1 0 2 16,1 2 1-16,1-4-1 0,4 3-2 0,-3 0-2 15,14 1 3-15,-1-2-6 0,1 1-4 16,5-3 8-16,-4 0-3 0,7 0-6 15,1 0-2-15,4 0 4 0,7 4-3 16,-2-6-6-16,1 6-5 0,2-2-4 0,2 0-6 16,-3 0 0-16,7 0-2 0,-1 2 8 15,-1 2 1-15,19 2 1 0,-21-3 1 16,-1 1 0-16,3 0 1 0,21 3 2 0,-21-4 1 16,2-1 1-16,19 1 7 0,2 1-3 15,4 0 5-15,-3-1-2 0,0 0-2 16,-20-3-1-16,22-1 4 0,1 5-5 0,-24-3 4 15,3-3-4-15,14 7-3 16,-22-2 8-16,1-2-6 0,-2 2 4 0,-1 1 0 0,-3-2 0 16,1 3 2-16,-3-1 2 0,0 0 4 15,1 0 5-15,-4 0-5 0,6-2 10 16,-5-1 2-16,3 2-1 0,-6 0-5 16,6-5 2-16,-2 0-1 0,3 0-6 15,-4 0 4-15,-2 0 2 0,1 2-8 0,-4 0 2 16,-3-2-3-16,-4 2-7 0,-2 0 7 15,-11-2-4-15,-4-2 2 0,-1 2-2 16,0-4 2-16,-3 4 2 0,1-2-1 0,2 2 4 16,-4-6 3-16,0 4 0 0,-4-2 4 15,1 1 4-15,-10 1 0 0,-1-1 8 0,9 0-1 16,-8 1 1-16,-1 0 2 0,2 2-3 16,9-2-3-16,2 2-4 0,-1 0-1 15,2 2 0-15,-2 2-3 0,2-1-5 16,0 0-1-16,1-1 0 0,2 5 0 15,11 1-4-15,2 1 1 0,2-2 0 0,2 2-2 16,-2-1-1-16,-2 0 1 0,0 4 1 16,2-3 2-16,4 1 0 0,2 2-4 15,3-3 2-15,5 2 0 0,-1-2-7 0,-1 0-10 16,0-1-2-16,0-2-1 0,-4 5 0 16,5-4 0-16,-3 1 8 0,-5-3 0 0,1-1-1 15,-2-1 2-15,-6 0-1 0,-9-1 4 16,-5-4 4-16,-1 1-2 0,-2-3 12 15,-3-3-1-15,-2 1 2 0,-1 2 3 16,-1-4 4-16,-1-1-4 0,-6 1 4 0,1 2-5 16,-2 1-1-16,3-1-1 0,-1-2-4 15,2-2 1-15,-3 2-9 0,4-1 1 16,-7 1-1-16,-1 0-1 0,7 1 2 0,-2-7-4 16,-6 4 8-16,-4 2 9 0,-1-1 7 15,-4 1 17-15,1 2 4 0,1-4 9 16,-5 3-1-16,3 1-2 0,1-1-6 0,-2-2 0 15,0 2-4-15,7 3-5 0,-5-4-7 16,0 3-1-16,2 2-1 0,0-2 2 16,0 1-10-16,-1 1 3 0,-1 0-2 0,-3 1-4 15,1 0 0-15,-4 0 3 16,3 2-7-16,-12 0-1 0,16 4-1 0,-7 1 1 16,-2 2 0-16,-1 3 0 0,-5 5-1 15,-1 4-3-15,-3 16 2 0,-5 15 2 0,-4 5 4 16,3 8-2-16,-7 3 1 0,-4 21 1 15,1 7-3-15,-4-5 1 0,0 5 2 16,4-3 2-16,-4-4 10 0,1-1 5 0,-1-1 9 16,5-15 8-16,2-4 15 0,2 1 24 15,1-7 20-15,1 2 10 0,1-6 4 0,1-1 0 16,3-5 3-16,2-8-9 0,3-3-9 16,1-3-12-16,-1-7-5 15,2-4-12-15,0 1-8 0,0-5-5 0,0-1-6 16,0-1-4-16,0 0-5 0,0-2-2 15,0 0-6-15,-2-2-2 0,2-3-4 0,0 1-7 16,0-3 4-16,-2 1-6 0,2-1-1 16,0-2-3-16,-2-1-3 0,2-7-2 0,-2 14 1 15,1-7-4-15,1-7-2 0,-8 12 2 16,5-5-2-16,-4-2-2 0,0 0 0 16,-3-2-5-16,-3 1 8 0,-4-1-10 0,-2-3 3 15,-10-2 0-15,-13-1-5 0,-2-5 4 16,-13-3-4-16,-4-3 1 0,-4 1-4 15,-5-7-15-15,-2 2-1 0,-22-3 5 16,3-3 0-16,-3 4 0 0,-3 0 4 0,0 1-2 16,-2-1 7-16,0 2-8 0,-3 0-3 15,4 0 0-15,-8-1 2 0,0 2-2 16,-1 0 6-16,-5-1-4 0,-2 1 6 0,-8-1 3 16,0 2-3-16,-2-3 2 0,-4 2 1 15,-2-4-5-15,-1 3 16 0,-2-2-12 0,-9 2 0 16,5 0 0-16,-2-2 3 0,3 1-2 15,2-1 0-15,1 3 22 0,2 0-1 16,6 1-6-16,-1-1 5 0,2-2-9 16,2 3 3-16,6-3-3 0,1 2 2 15,5 3 1-15,3-3 1 0,6 5-7 0,-2-1 0 16,24 1 2-16,-4 2-4 0,1-2 5 16,1 1 2-16,-23-1-2 0,25 2-3 0,-3 0-4 15,1-1 3-15,4 3 0 0,0 1 1 16,-1-2-2-16,4 4 4 0,2-1-2 0,1 1 1 15,2-1 0-15,2 0-4 0,1 5 4 16,-1 0-1-16,5 1-1 0,10-2-4 0,0 0 1 16,1 2 7-16,1-2 0 15,1 2-3-15,1 0-4 0,4 0 1 0,3 0 2 0,-4 2-4 16,5-2 7-16,8 2-7 0,5 0 3 16,1-1 0-16,-1 3 3 0,3-3-6 15,-3 5 3-15,0-3-2 0,2 1 4 16,-2 0-2-16,2 0 4 0,-11 5-2 15,0-4-1-15,2 0 0 0,-2 3-5 0,-3-2 4 16,3 2 1-16,-1-1 6 0,-1 0-4 16,-3 1-1-16,-1-1 0 0,1-2-2 0,-2 2 1 15,2 2-2-15,-4-4 0 0,0 3-4 16,4-2 4-16,-4 0-1 0,2 0 3 0,-2 0 1 16,-3-1 1-16,1 1-3 0,4 0-1 15,-5 0 5-15,-9 0-1 0,-3-1-1 0,3 3 3 16,10-1-7-16,-10 0 0 0,9-3 0 15,1 2 2-15,-1 0 0 0,0 0 0 16,-9 1-2-16,11 0-9 0,1-2-2 0,-1-1 2 16,0 3 3-16,2-3 2 15,1 2-3-15,2 0-2 0,-3-1 9 0,5 1-2 16,0-4-2-16,-1 0 4 0,2 2 2 16,6-1-8-16,-6 1 4 0,-1-1-3 0,5-1 5 15,-7 0-3-15,-2 1 6 0,0-1-7 16,-4 0 6-16,2-1 2 0,-1-1-2 0,-1 2-3 15,-1 0 2-15,-1-2-4 0,-3-2 2 16,0 2 7-16,-12-2-2 0,-3 1-1 16,3 1-7-16,-1-2 9 0,-3-1-10 15,4 1 5-15,-5-2-2 0,1 1 4 16,-5-4-5-16,-3 1 2 0,1 2-3 0,-6-3-5 16,1-1 1-16,-4 4 0 0,-6-4-2 15,3 2 10-15,-1 1-8 0,3-1 3 0,-3 0 1 16,-29-2-7-16,31 2 16 0,1 1-6 15,1-1 1-15,0 0-2 0,-2-3 0 0,0 0-4 16,3 4 6-16,1-3-3 0,2 1 5 16,2-2 3-16,0 4-4 0,4-5-9 0,-3 5 2 15,5-2-3-15,1-2-6 0,2 3 12 16,5 1-3-16,-3 0-2 0,6-2 8 16,0 1-8-16,-1 3 5 0,1-2 6 15,11 2-3-15,0-1-4 0,1 1 6 0,-12-1-4 16,11 1-2-16,3-1-2 0,-1 1 5 15,3 0-2-15,2 1 2 0,1 0 5 16,2 0 1-16,-4 2-6 0,5 0 9 0,-4-3-9 16,2 6-3-16,-1-3 5 0,9 0 4 15,-9 0 5-15,2 2-8 0,2 2 2 0,3-4-4 16,-2 5 1-16,-1-2 1 0,-5-3 0 16,3 2 4-16,-1 0-13 0,0 1 14 0,0-1-7 15,-1 0-1-15,1 1-3 0,4 0 1 16,-5-3 3-16,-1 4-7 0,2-1-3 15,-1 0 2-15,5-3 8 0,0 4-6 0,-5-2 5 16,1 1-3-16,2 2-4 16,-5-1 1-16,4-1 4 0,-2 2 3 0,11-3 0 15,-3 4 7-15,6-4-11 0,-1 0 6 16,4 2 1-16,0-1-2 0,-2-1-3 0,7-1 2 16,-1 1 4-16,-1 0-2 0,0 0 3 15,1 0 2-15,-4 2 0 0,2-4-4 0,5 3-4 16,-9-1 6-16,4 2-2 0,-4-2 0 15,4 1-2-15,-3 0 0 0,1-1-4 0,0 2 7 16,-2-1-2-16,0 0-4 0,1-1 6 16,-3 0 0-16,0 1-3 0,-10-1-1 15,1 2 7-15,0 0-6 0,7-1 2 16,5-2 0-16,-5 1 2 0,-10 2-6 16,2-2 8-16,-5 0-4 0,-2-2 4 0,3 4-4 0,-3-6 3 15,-2 4-1-15,0 0-3 16,-2-1-1-16,2 1 7 0,-6 0-4 0,-9 2 2 15,-2-1 0-15,-1 0-5 0,3-3-2 16,-4 6 1-16,0-6 4 0,2 2-3 0,-1-2 2 16,3 4-4-16,0 0 7 0,12-4-5 15,-14 0 2-15,2 0 4 0,2 2-2 16,9-1-2-16,-3-1 0 0,-8 1-4 0,-2-1 10 16,4 0-2-16,6 3-6 15,1-3-1-15,4 0-1 0,-15-3 3 0,13 3 4 0,-11-1-6 16,15 2 0-16,-2 2 5 15,-2-6-8-15,2 6 5 0,-1-1 2 0,-2-2 0 16,3 2 3-16,-13 2-5 0,0 0 2 16,0 1 3-16,2-2-5 0,-2 1 7 15,1 1-4-15,-5-1-2 0,1 2 3 0,4-2-4 16,-1 0 7-16,2 0-6 0,14-2-2 16,-3 1 0-16,0-3 6 0,3 4-6 0,-5-1 1 15,5-3 0-15,-3 2 2 0,0-1-1 16,3 3 3-16,-14-2-4 0,9 1 2 15,-9 2-1-15,13-1 4 0,-14 1-6 16,13-4 6-16,-18 6-2 0,17-4-5 0,-11 3 2 16,-2-1 1-16,2-2-3 0,10-1 2 15,4 3-2-15,-1-2 0 0,-2-2 0 16,3 0 6-16,-3 1 1 0,3 0-6 0,-5-2 2 16,0 0-2-16,-11 2 3 0,0 1 1 15,1 0-4-15,-3-1-1 0,-2-2 3 0,1 5-5 16,-2-3 6-16,-5 1 3 0,2 1 0 15,0-1-4-15,5 1-1 0,-1-2 1 16,4-1-5-16,-1 2 4 0,10-3-3 0,2 0 10 16,2-3-5-16,-16 3-3 15,15-1 5-15,-2 1-3 0,-12 1 3 0,0-1 1 0,2 0 1 16,-4 3-7-16,14-3 0 16,-14-3 9-16,2 6-11 0,2-3 4 0,-3 4 6 15,12-3-6-15,3-1 3 0,-2 0 1 16,5-1 2-16,4 1 2 0,0 0-10 0,4-1 3 15,1-2 0-15,6 3 3 0,5-3-4 16,-1 3-1-16,2 0 3 0,0-1-4 16,-3 1 2-16,3 1 2 0,0 2-2 0,2-3-1 15,-5 3 3-15,4-2 4 0,-13 2-7 16,9-1-5-16,1 0 11 0,2-1-6 0,2 1-3 16,-4 0 8-16,0-1 0 0,4 1-3 15,-2 0 0-15,2 0 2 0,-3-2 2 0,1 2-7 16,-2-1 1-16,2 2 2 0,-5-3-3 15,-6 0 1-15,-1 4-4 16,-1-3 4-16,3 3-8 0,-5 1 12 0,1-2 0 16,-3 1 3-16,-4 0-5 0,0 0 4 15,0-1-6-15,3 0-1 0,5 0 10 0,0 1-10 16,7-3 9-16,7 2-2 0,0 0 4 16,-1-2-6-16,2 1-2 0,2-2-1 0,-2 2 9 15,5-2-15-15,-2 1 11 0,-1-1 1 16,-4 0-5-16,4 0-1 0,-2 3 4 15,-2-3 0-15,0 0 2 0,-2 0-3 0,2 0 5 16,-3 0 0-16,3 2 1 0,0-2 2 16,-1 0 13-16,-1 0 10 0,7 0-6 15,-1 0 3-15,0 0 3 0,2 0-12 16,2 0 8-16,-4 0-6 0,2 0-3 0,0 0 3 16,0 0-2-16,-2 0-4 0,3 0-3 15,-2 0-7-15,-1 0 0 0,2 0 7 0,-5 0-10 16,5 2 4-16,-2-2-1 0,2 2-1 15,0 0 4-15,0 0-1 0,4-2 3 16,2 2 5-16,4-2 13 0,-3 1 0 0,-1-1 0 16,3 0 6-16,-1-1-2 15,-1 1 5-15,-1-2-4 0,3 0-5 0,-2-2-3 0,-4 0 0 16,1 0-4-16,-4-1-1 16,3-4-3-16,2 4 0 0,1-1 3 0,1-4 5 15,-5 2 0-15,4-6-4 0,-4-7-1 16,2 2-3-16,1-6-1 0,4-4-6 0,0-7-2 15,0-2 2-15,0-13-2 0,1-6-8 16,2-5 5-16,0-4-5 0,2-5-3 16,-2-5-2-16,4 3-1 0,-5-1-2 0,7 8 2 15,-4 4 4-15,5 8 1 0,1 8-5 16,-5 9 4-16,2-1-3 0,2 9 0 0,-1-5 3 16,-3 9 2-16,3 5-7 15,2 3 5-15,-1-2 0 0,0 3-4 0,2 2-1 16,0 1 3-16,-2 1-5 0,0 1 2 15,2 3 2-15,-2-1-7 0,2 3 6 0,0-3-8 16,0 9-1-16,0-10-4 0,0 10-6 16,0-9-11-16,0 9-11 0,0-7-10 15,0 7-5-15,0 0-15 0,-3-8-6 0,3 8-13 16,0 0-16-16,-8-3-22 0,8 3-29 16,0 0-21-16,0 0-30 0,0 0-24 0,-21 5-43 15,21-5-64-15,-13 0-140 0,13 0-47 16,-12-5 51-16,7 1-78 0,5 4-58 15</inkml:trace>
  <inkml:trace contextRef="#ctx0" brushRef="#br0" timeOffset="25194.95">6250 1888 1695 0,'-2'-7'91'0,"1"2"27"0,-5-1 16 0,6 6 9 0,-5-10 16 15,5 10 15-15,-1-8 21 0,1 8-23 0,-6-5-17 16,6 5-12-16,0 0-23 0,0 0-3 16,-7 23 28-16,1 15 10 0,6 20-10 0,-2 12 0 15,0 8-16-15,1 23-16 16,2 3 7-16,3 0 0 0,2-24-8 0,-1-3-6 15,1-3-13-15,0-4 2 0,2-1 3 0,-3-7 1 16,-1-4-4-16,-1-15-4 16,1-2-7-16,0-8 0 0,1-6-5 0,-4-6-4 15,-1-6-5-15,0-1-3 0,2-3-12 16,-2 1-3-16,0-6-5 0,0 4-22 0,0-10-34 16,2 13-46-16,-2-13-74 0,0 10-87 15,0-10-95-15,-2 4-123 0,2-4-199 16,0 0-22-16,0 0 65 0,0 0-391 0,0 0-457 15</inkml:trace>
  <inkml:trace contextRef="#ctx0" brushRef="#br0" timeOffset="25627.58">8047 1767 2920 0,'0'-19'73'0,"0"5"18"0,0 3 18 0,-2 1 18 0,2 2 22 0,0 8 16 16,0-12 17-16,0 12 11 0,0-9-3 15,0 9-10-15,0-8-16 0,0 8-19 0,0 0 20 16,4 25 9-16,1 8 17 0,2 10 0 16,0 19-6-16,-3 14-12 0,2 26 0 15,-5 7-16-15,1 2-10 0,0 4-14 0,-2-1-12 16,-2-7-8-16,0-5 2 0,-1 4-24 16,1-25-4-16,0-4-12 0,0-7-4 0,2-3-8 15,0-11-7-15,0-9-5 0,-2-9 0 16,1-7-24-16,1-9-39 0,0-5-45 15,-2-3-39-15,2-3-61 0,-2-6-70 0,2-1-93 16,0-4-95-16,0 0-144 16,0 0-211-16,0-33 60 0,2 9 80 0,3-11-508 15,4-6-605-15</inkml:trace>
  <inkml:trace contextRef="#ctx0" brushRef="#br0" timeOffset="26110.79">10242 1719 3398 0,'2'-6'110'0,"1"-2"23"0,-3 8-2 0,0-6-2 0,0 6 8 0,0 0-7 0,0 0 2 16,0 0 69-16,0 0 21 0,5 32 36 0,-6 8 19 15,-3 15-5-15,1 14-2 0,-3 7-18 16,5 26-22-16,-3 1-19 0,0 5-19 0,2 2-13 16,1 1-10-16,1-2 1 15,1-4-13-15,5-2-12 0,1-6-11 0,4-21-17 0,0 0-9 16,-4-8-8-16,1-2-12 0,-2-8-7 16,-2-4-23-16,-3-12-58 0,-1-6 0 15,0-7 0-15,0-8 0 0,-1-4 0 0,-1-6-84 16,-2-1-118-16,0-5-81 15,0-2-102-15,4-3-111 0,0 0-146 0,-19-10-196 0,12 0 56 16,-2 1 96-16,-3-3-604 16,-4-2-749-16</inkml:trace>
  <inkml:trace contextRef="#ctx0" brushRef="#br0" timeOffset="26727.66">11816 1736 3745 0,'4'-10'0'0,"-2"3"8"0,1 1-1 0,-3 6-6 0,0 0 21 16,0 0 52-16,9 25 67 0,-3 12 46 15,1 15 19-15,-2 14 13 0,6 7 17 0,-8 28-6 16,7 4-5-16,-3 1-21 16,1-1-9-16,3-4-22 0,-1-3-13 0,-4-20-14 15,1 0-1-15,1-3-25 0,-3 0-5 16,1-9-12-16,2-8-11 0,-6-13-2 0,4-2-10 16,-5-5-13-16,-2-9-11 0,1-5-5 15,0-7-22-15,0 0-41 0,-2-5-40 16,2-1-39-16,-2 0-50 0,2-2-67 0,-2-2-97 15,2-7-104-15,-2 5-134 16,2-5-188-16,0 0 21 0,0 0 63 0,0 0-468 0,0 0-584 16</inkml:trace>
  <inkml:trace contextRef="#ctx0" brushRef="#br0" timeOffset="27129.82">13297 2104 3335 0,'2'-23'104'0,"0"5"12"15,0 1 14-15,2 5 21 0,-3 3 33 0,1-2 24 16,3 2 29-16,-3 1 24 0,0-1 8 16,-2 9-4-16,3-12-19 0,-3 12-33 0,2-6-22 15,-2 6-28-15,0 0-12 0,0 0-18 16,15 41-14-16,-5 8 0 0,-3 15 6 16,1 11-11-16,-1 26-9 0,0 3-10 0,-4 2-7 15,-4-2-10-15,-5 0-5 16,1-4-7-16,2-18-8 0,-3-5-21 0,2-4-34 0,1-5-47 15,-1-4-41-15,0-5-27 0,1-17-41 16,0-2-46-16,1-11-65 0,-2-7-74 16,4-5-98-16,-3-1-129 0,-1-10-184 15,4-1 57-15,0-5 74 0,0 0-464 16,0 0-554-16</inkml:trace>
  <inkml:trace contextRef="#ctx0" brushRef="#br0" timeOffset="27610.53">14742 1838 3127 0,'2'-9'55'0,"0"1"22"0,0 3 3 0,-2 5-1 0,3-10 5 0,-3 10 0 0,0 0 27 0,4-4 21 16,-4 4 43-16,0 0 35 0,16 22 19 16,-7 7 7-16,0 13 29 0,-5 22-8 0,3 8-25 15,-6 6-20-15,1 23-15 0,-2 3-13 16,0 0-14-16,-3-21-16 0,-4 16-8 16,3-19-19-16,-3 17-14 0,1-21-3 15,1-4-12-15,-2-2-8 0,-2-6-18 16,4-10-45-16,-1-12-37 0,1-5-49 0,-4-2-51 15,6-10-55-15,-1-5-68 0,0-5-79 16,2-3-105-16,-1-5-138 0,-1-4-212 0,4-3 59 16,0 0 88-16,0 0-461 0,-8-22-551 15</inkml:trace>
  <inkml:trace contextRef="#ctx0" brushRef="#br0" timeOffset="28026.64">16392 1903 2868 0,'16'-12'2'0,"-7"0"35"16,0 3 25-16,-1 3 1 0,-5 2 7 16,6 1 21-16,-9 3 31 0,7-9 19 0,-7 9 12 15,8-1-4-15,-8 1 39 0,8 17 26 16,-4 7 30-16,-3 16 2 0,-1 24 1 16,-8 7 5-16,-5 28-13 0,-3 2-13 0,-6 4-1 15,-3-3-17-15,0-1-12 16,0 0-10-16,2-1-8 0,3-5-18 0,3-3-11 15,2-20-19-15,5-5-14 0,-2-2-15 16,1-5-44-16,-1-6-52 0,5-14-67 0,1 0-68 16,-1-6-80-16,-1-5-98 0,0-4-131 15,1-8-154-15,1-6-192 0,5-3 55 0,-6-5 79 16,7-3-511-16,0 0-629 0</inkml:trace>
  <inkml:trace contextRef="#ctx0" brushRef="#br0" timeOffset="28693.67">18075 2060 4219 0,'6'-14'218'0,"-2"2"-23"0,-1 5-6 0,1-3 11 0,0 6 9 0,-4 4 9 0,3-11-3 0,-3 11-12 0,0-5-42 15,0 5-24-15,0 0 1 0,0 0 23 16,-1 49 26-16,-5 11 11 0,1 11 1 15,-1 11-13-15,1 19-12 0,5 6-16 0,-1-3-8 16,1-21-13-16,1 0-15 0,2-2-10 16,-1-1-11-16,0-5-97 0,0-6-4 15,0-4 0-15,-2-7 0 0,-2-15 0 16,-2-3 0-16,-1-6 0 0,4-9 0 0,-3-2-1 16,0-6-221-16,2-4-68 0,0-1-97 15,1-4-112-15,1-7-136 0,0-1-213 0,0 0 74 16,0 0 80-16,17-26-612 0,0-1-765 15</inkml:trace>
  <inkml:trace contextRef="#ctx0" brushRef="#br0" timeOffset="29129.14">20047 1827 3776 0,'16'-23'-31'0,"-5"2"25"16,1 5 27-16,-7 3 24 0,3 5 25 15,-3-4 36-15,1 8 6 0,-2 0-14 0,-4 4 20 16,10 16 74-16,-5 17 46 0,1 25 66 16,-8 19-9-16,-2 30 8 0,-1 11-15 15,-5 3-26-15,-2-1-19 0,-2-1-22 0,0-7-11 16,-1-1-13-16,-1-7-12 0,3-3-14 16,-1-10-16-16,3-21-13 0,0-7-11 0,1-4-13 15,1-6-15-15,2-11-9 0,-4-6-64 16,4-3-30-16,1-12 0 0,1-2 0 15,-1-5 0-15,5-4-50 0,-4 1-159 16,1-6-82-16,2-2-101 0,2-3-111 0,0 0-131 16,0 0-198-16,0 0 59 0,0 0 81 15,0-28-606-15,2 19-755 0</inkml:trace>
  <inkml:trace contextRef="#ctx0" brushRef="#br0" timeOffset="29827.9">22480 2042 3784 0,'7'-28'23'0,"-3"4"29"0,-3 2 20 0,1 5 45 0,2 3 43 0,-2 3 23 16,-2-2 0-16,2 6-11 0,-2 4-17 0,0 3 54 15,0 0 35-15,-21 48 1 0,6 6-20 16,-5 14-16-16,2 26-15 0,0 7-20 15,2 6-7-15,4-5-17 0,2-6-8 0,7-18-13 16,1-3-15-16,0-5-8 0,2-7-9 0,0-1-9 16,-2-15-7-16,0-3-11 15,-1-4-3-15,0-13-7 0,1-3-9 0,-2-5-7 16,2-3-20-16,-1-3-28 0,1-1-52 16,-4-2-49-16,4 1-61 0,-1-3-69 15,-6 0-92-15,8 0-115 0,-3-3-139 0,-2-1-201 16,4 0 24-16,2-4 86 0,0 0-574 15,-9 8-707-15</inkml:trace>
  <inkml:trace contextRef="#ctx0" brushRef="#br0" timeOffset="30409.7">24833 1862 3398 0,'-6'-10'-41'0,"2"5"22"0,2-1 11 0,2 6 1 0,0 0 4 0,-1-8 12 16,1 8 32-16,0 0 60 0,0 0 50 0,0 0 41 15,0 46 36-15,-5-5 31 0,-6 19 28 16,-12 23 21-16,-8 7 9 0,1 6-8 16,-6 3-14-16,-2 0-14 0,4-4-14 0,1 0-19 15,1-4-18-15,3-2-22 0,4-6-18 16,1 0-16-16,2-18-18 0,6-6-14 0,0-3-11 15,3-7-17-15,-1-13-11 0,1-1-12 16,4-5-52-16,-1-6-39 0,2-8 0 0,-1-2 0 16,4-1 0-16,-4-6 0 0,6-3-194 15,3-4-132-15,0 0-136 0,0 0-173 16,0 0-252-16,-4-32 81 0,9 8 87 0,4-5-697 16,2-9-866-16</inkml:trace>
  <inkml:trace contextRef="#ctx0" brushRef="#br0" timeOffset="30926.56">26751 2208 4117 0,'9'-17'-5'0,"-6"2"18"0,1 1 25 0,-2 4 53 0,2 1 48 0,-3 1 31 0,1 3 6 0,0-1-3 0,-2 6-18 16,0 0 40-16,0 0 39 0,-16 62 29 15,-6-1 7-15,-8 30-9 0,-4 9-19 16,-2 6-21-16,-1 1-11 0,2 1-9 0,5 4-14 15,1-8-18-15,7-3-17 0,3-2-12 16,-1-2-12-16,7-24-14 0,-1-5-12 0,3 0-67 16,-1-8-35-16,-1-8 0 0,2-3 0 15,-1-15 0-15,5-5-96 0,-2-7-104 0,1-4-71 16,0-7-91-16,3-4-113 0,1-3-135 16,4-4-226-16,0 0 69 0,0 0 78 15,0 0-632-15,16-50-779 0</inkml:trace>
  <inkml:trace contextRef="#ctx0" brushRef="#br0" timeOffset="31477.79">28569 2317 3811 0,'0'-25'-35'0,"0"9"12"0,0-1 25 0,0 2 41 0,-1 5 39 0,1 0 34 0,0-1 29 0,0 3 14 0,0-1 10 16,1 4 1-16,-1 5-6 0,0-10-20 0,0 10-18 15,0 0-15-15,0 0 35 0,-18 27 40 16,-3 14 22-16,-8 15 27 0,-7 24 26 0,-5 12 11 16,2 4 2-16,1 4 0 0,0 4 3 15,1-3-8-15,5 1-20 0,-1-8-16 16,8-6-110-16,3-4-123 0,3-21 0 16,-1-1 0-16,6-8 0 0,-2-4 0 0,3-13 0 15,2-7 0-15,-3-2 0 0,7-9 0 0,-1-2 0 16,2-7 0-16,0-2 0 15,1-2 0-15,-1-5 0 0,6-1 0 0,0 0-345 16,0 0-565-16,-16-15-28 0,15 5 111 16,2-4-932-16,-1-1-1189 0</inkml:trace>
  <inkml:trace contextRef="#ctx0" brushRef="#br0" timeOffset="36525.15">4934 1200 2890 0,'-3'-6'367'16,"-1"-4"34"-16,2 3-35 0,2 7-26 0,0-12-17 0,0 12-12 0,-1-10-3 0,1 10-20 15,-2-7 4-15,2 7-15 0,-4-6-21 16,4 6-24-16,0 0-28 0,0 0-25 16,0 0 8-16,-9 21-17 0,5 0-8 0,-2 16-11 15,0 2-12-15,2 0-10 0,-1 6-12 16,1-4-19-16,2 0-94 0,1-2-4 0,1 0 0 16,-2-8 0-16,2-8 0 0,-2-2 0 15,2-2 0-15,0-5 0 16,0-1 0-16,0-1 0 0,0-2 0 0,0 1 0 15,0-3 0-15,-3-1 0 0,3-7 0 16,0 0 0-16,0 11 0 0,0-11 0 0,0 0 0 16,0 0 0-16,0 0-119 0,0 0-235 15,0 0-76-15,7-25-87 0,-6 21-128 16,3-4-212-16,0 3 54 0,3 0 100 0,0 0-577 16,7 0-739-16</inkml:trace>
  <inkml:trace contextRef="#ctx0" brushRef="#br0" timeOffset="37091.94">6878 1095 3667 0,'1'-7'101'0,"-1"7"54"0,8-12 16 0,-3 6 5 0,6-3 13 16,3 2 16-16,1-1 12 0,-1 1 1 0,3 0-21 15,-2 3-13-15,0 3-12 0,-1-1-15 16,1 4 6-16,0 3 11 0,-4 4 20 16,1 1 25-16,-6 3 15 0,-6 5 13 15,-2 1 6-15,-10 10-9 0,-3 0 4 16,-6 0-11-16,3 1-68 0,-5-5-169 0,1 1 0 15,9-8 0-15,1-2 0 0,3-6 0 16,4 0 0-16,-1 1 0 0,1-4 0 16,2-1 0-16,3 1 0 0,0-7 0 0,10 10 0 15,1-4 0-15,7-3 0 0,4 0 0 16,6-1 0-16,1-2 0 0,1 0 0 0,-1-2 0 16,2 2 0-16,-3-3 0 0,1 3 0 15,-4-2 0-15,-4-1 0 0,-2 3 0 16,-6-2 0-16,2 0 0 0,-4-1-233 0,1 1-390 15,-3-3-137-15,4 2-158 16,-2-2 71-16,-4 0-789 0,0-1-1074 0</inkml:trace>
  <inkml:trace contextRef="#ctx0" brushRef="#br0" timeOffset="37708.48">9162 860 4311 0,'0'0'-87'0,"4"-12"62"0,0 6 41 0,-3 0 38 0,7 0 35 16,2 0 23-16,-3-1 16 0,4 2 3 16,-2 0-2-16,2 3-8 0,-2-2-17 0,3 2-6 15,-12 2-13-15,20 0-3 0,-8 3-11 16,-2 1-5-16,-1 1-4 0,1 1 8 15,-1 5 22-15,-3-3 24 0,-2 4 13 16,-3 0 9-16,-1 5 19 0,-3-2 3 16,-3 2-11-16,3 1-1 0,-5-2-12 0,4-1-9 15,-4-1-10-15,4-2-12 0,3-3-7 16,1 3-6-16,-2-4-10 0,4 2-5 16,1 2-1-16,5 0-2 0,0 2-9 0,3-2-4 15,3 2-7-15,6 4-1 0,-2-2 0 16,-3-2-2-16,-2 2 2 0,0-3-6 15,3 0 4-15,-7-2-38 0,2-1-13 0,-4 2 0 16,-2-3 0-16,-1 1 0 16,-4 0 0-16,0-1 0 0,-4-1 0 0,-1 0 0 15,-5 5 0-15,-1-5 0 0,-7 3 0 16,3-4 0-16,-4 2 0 0,2-3 0 0,-2-1 0 16,-1-1 0-16,4-3 0 0,-4-1 0 15,6 0 0-15,0 0 0 0,-3-3 0 16,5 1 0-16,1-1 0 0,2 0-210 15,9 3-648-15,-9-4-121 0,9 4 90 0,0 0-898 16,0 0-1217-16</inkml:trace>
  <inkml:trace contextRef="#ctx0" brushRef="#br0" timeOffset="38242.3">10665 1115 4778 0,'0'-13'-77'0,"0"4"90"0,0 1 63 0,0 8 53 0,2-9 55 0,-2 9 45 0,0-8 17 0,0 8-4 16,0 0-13-16,0-10-23 0,0 10-28 15,0 0-12-15,0 0-23 0,0 0 13 16,0 0 14-16,0 0-9 0,-2 34-18 0,0-15-16 16,2 0-13-16,-1-1-12 0,2-1-9 15,1 6-10-15,0-5-4 16,3-1-7-16,0-1-3 0,-1-3-8 0,3 2-42 0,1-5-19 16,2-2 0-16,1-2 0 0,2-4 0 15,3-1 0-15,3-2 0 0,-2-3 0 0,6-4 0 16,-2-1 0-16,-2-1 0 15,5-7 0-15,0-1 0 0,-6 5 0 16,0 1 0-16,-3 2 0 0,-5 1 0 0,-1 3 0 16,-2 4 0-16,2-4 0 0,-9 6 0 15,0 0 0-15,0 0 0 0,16 12 0 0,-14-1 0 16,-2 3 0-16,0-1 0 0,0 6 0 16,2-1 0-16,0 2 0 0,-1 2 0 0,2-2 0 15,-1-1 0-15,2 2 0 0,0-6 0 16,-1 2 0-16,1-2 0 0,1-3 0 15,-3-3 0-15,2-1 0 0,1 2-276 0,-4-3-117 16,1-4-132-16,-2-3-162 0,4 5-211 16,-4-5 82-16,0 0 97 0,0 0-600 15,-6 12-775-15</inkml:trace>
  <inkml:trace contextRef="#ctx0" brushRef="#br0" timeOffset="39010.15">12792 1175 3471 0,'8'-10'-80'0,"-6"2"50"0,4 2 42 0,-6 6 59 0,0-11 53 0,0 11 53 0,0-9 35 16,0 9 20-16,0 0 6 0,-4-12-12 0,0 8-10 16,4 4-14-16,-10-10-9 15,6 6-14-15,4 4 11 0,-14-8-28 0,2 5-10 16,2 1-11-16,10 2-8 0,-21-1-12 16,21 1-10-16,-16 0-9 0,16 0-12 0,-16 3-10 15,8 2-6-15,1 5-9 0,3-2-5 16,1 1 0-16,3 4-7 0,0 0-8 15,3 4-1-15,3 2-9 0,3 3-2 0,7 1-1 16,-1 3-8-16,0 0-6 0,-4-8-3 16,2 0 10-16,-1-3-11 0,-2 0-1 0,-5-3 3 15,4 0-10-15,-4-1 3 0,-1-5 24 16,-2 3 30-16,-1-4 27 16,-1-5 26-16,0 15 23 0,-3-10 17 0,-5 3 3 0,0-2-90 15,-1 0-69-15,-6-2 0 16,-1 1 0-16,2-1 0 0,-6 0 0 0,4-3 0 15,3-1 0-15,-1 3 0 0,-2-3 0 16,16 0 0-16,-21 0 0 0,11 0 0 16,10 0-131-16,-11 0-408 0,11 0-157 0,0 0-205 15,0 0 26-15,0 0 111 0,0 0-693 16,0 0-907-16</inkml:trace>
  <inkml:trace contextRef="#ctx0" brushRef="#br0" timeOffset="39492.46">14376 1126 3718 0,'0'-7'-115'0,"4"5"58"0,-4 2 41 0,0 0 34 0,7-8 39 0,-7 8 37 0,0 0 52 0,0 0 39 0,0 0 26 0,-36 35 9 0,12-10 3 0,-11 6-10 0,1 2-2 0,0 3-7 0,2 0-11 0,0-2-15 0,6 3-17 0,0-4-12 0,6-6-14 0,5 0-13 0,3-1-17 16,5-3-10-16,3-6-6 0,4 1-4 0,4-7-6 15,3 3-17-15,5 2-31 0,3-6-33 16,5 0-26-16,2-5-13 0,3 0 2 16,-2-3 4-16,-4 0 7 0,-2 0 15 0,-1-2 22 15,-4 0 36-15,-12 0 34 0,22-7 26 16,-17 3 24-16,4-3 12 0,-7-1-4 16,1 1-7-16,-3-3-13 0,0 1-18 15,-5-1-4-15,2 0-13 0,-6-1-14 0,1 5-33 16,-4-3-44-16,-1 1-69 0,1 4-92 15,-1 2-88-15,0 2-115 0,-1 0-128 16,3 0-189-16,-2 2-163 0,3 0 92 0,10-2-663 16,-9 5-876-16</inkml:trace>
  <inkml:trace contextRef="#ctx0" brushRef="#br0" timeOffset="40091.87">15228 1219 4000 0,'-12'-7'90'0,"5"5"98"0,7 2 62 0,-9-4 25 0,9 4 22 0,0 0-1 0,-11-4 4 0,11 4-5 0,0 0-9 0,0 0-24 15,-3-8-26-15,3 8-20 16,0 0-28-16,0 0-22 0,17-6-17 0,-17 6-17 15,23 1-13-15,-13 4-15 0,4 5-10 16,0 5-9-16,1 7-5 0,3 6-6 0,-7 4-65 16,3 2-9-16,-5 2 0 0,-2 0 0 15,3 3 0-15,-2-4 0 0,-3 0 0 16,1-1 0-16,-3-7 0 0,-1-5 0 0,3-3 0 16,-3-2 0-16,1-1 0 0,-1-3 0 15,2-1 0-15,-2-3 0 0,0-1 0 0,1 0-253 16,-1-4-177-16,0 2-99 0,-2-6-151 15,12 3-160-15,-12-3 14 0,19-1 102 16,-19 1-606-16,17-8-785 0</inkml:trace>
  <inkml:trace contextRef="#ctx0" brushRef="#br0" timeOffset="40274.83">15308 1695 3556 0,'-13'2'93'15,"1"0"101"-15,12-2 57 0,-15 2 48 0,15-2 33 16,0 0 10-16,0 0-2 0,-16 0-14 15,16 0-26-15,0 0-34 0,0 0-31 0,21-17-31 16,6 3-57-16,9-1-100 0,12-6-130 16,10 2-129-16,4 2-154 0,1 0-202 15,7 0-264-15,-1 5 71 0,-4 1 91 0,-4 5-500 16,-12 4-636-16</inkml:trace>
  <inkml:trace contextRef="#ctx0" brushRef="#br0" timeOffset="40774.51">17506 1291 2974 0,'9'10'-124'0,"-6"1"71"0,-3 0 65 16,-1 1 44-16,-1 2 58 0,-6 5 47 15,3 1 44-15,-5-3 35 0,-3 12 21 16,-5-4 16-16,5 1-2 0,-1-7-12 15,5-4-17-15,4-1-31 0,-1-4-17 0,2 2-18 16,2-3-14-16,2 1-19 0,0 0-10 0,4-1-8 16,4-1-8-16,1-1-23 15,3-3 0-15,-1-1-4 0,0-1 4 0,-11-2 46 16,19-2 35-16,-19 2 16 0,8-10 7 16,-8-2 6-16,-4-4 1 0,-1-6 3 15,-9-10 19-15,-8-8-208 0,-9 1-23 0,2 0 0 16,6 12 0-16,-2 3 0 0,7 4 0 15,2 6 0-15,5 4 0 0,5-2 0 0,-2 3 0 16,6 3 0-16,2 0 0 0,0 6 0 16,11-10 0-16,3 3 0 0,9 3 0 15,13 0 0-15,10 4-408 0,-2 0-247 16,3 3-166-16,1 0-88 0,-3 3 89 16,0 4-737-16,-9 3-1000 0</inkml:trace>
  <inkml:trace contextRef="#ctx0" brushRef="#br0" timeOffset="41825.58">18969 1250 4251 0,'0'0'-39'0,"0"0"56"0,0 0 32 0,0 0 17 0,7 2 30 0,-7-2 24 0,0 0 24 16,0 0 17-16,0 0 9 0,0 0 6 15,8 6-3-15,-8-6-10 0,0 0 1 16,0 0 7-16,0 0-4 0,0 0 4 0,15 0-6 15,-15 0 1-15,0 0-3 0,0 0 1 16,15-6-3-16,-15 6 0 0,10-7-6 16,-4 1-8-16,-2 0-9 0,-1-4-12 0,3 6-10 15,-4-3-11-15,-2 7-14 0,4-14-3 16,-4 10-63-16,0 4-25 0,0 0 0 0,-6-11 0 16,6 11 0-16,-19-2 0 0,5 4 0 15,14-2 0-15,-28 9 0 0,7 3 0 16,6-2 0-16,-2-1 0 0,3 3 0 0,1 1 0 15,3-1 0-15,6 0 0 16,1 0 0-16,-1-2 0 0,4 1 0 0,4-1 0 16,-1 0 0-16,5 0 0 0,-2 1 0 15,4-3 0-15,1 1 0 0,-1-2 0 0,-3-1 0 16,2-2 0-16,-3 1 0 0,0 0 0 16,-6-5 0-16,10 9 0 0,-7-6 0 15,-3-3 0-15,2 11 0 0,-2-3 0 0,0 2 0 16,-3 3 0-16,-5 2 0 0,3-1 0 15,-7 2 0-15,1-1 0 0,-3 0 0 0,-7 4 0 16,2-4 0-16,10-4 0 0,-3 2 0 16,2-2 0-16,-1-3 0 0,-1 1 0 15,-1-1 0-15,1-1 0 0,-1-2 0 16,2-2 0-16,-1-1 0 0,-1-2 0 0,1 2 0 16,12-2 0-16,-18-2 0 0,6 0 0 15,5 1 0-15,-3-2 0 0,3-1-32 16,0-1-651-16,0 0-178 0,3 0-73 0,4 5 90 15,0-9-801-15,0 9-1083 0</inkml:trace>
  <inkml:trace contextRef="#ctx0" brushRef="#br0" timeOffset="42257.58">21352 1368 4175 0,'11'-14'-81'0,"-4"6"83"0,-3 1 44 0,-3 2 31 0,3-1 19 0,-4 6 13 0,0 0 14 16,0 0 19-16,0 0 62 0,0 0 65 0,-4 28-2 16,-3-8-26-16,0-1-23 0,-5 12-25 15,-1 2-15-15,1 2-15 0,-1-2-20 16,2 0-8-16,-1-2-18 0,4-5-11 0,5-6-32 15,-1-4-60-15,0-3-79 0,2-1-61 16,2 0-51-16,0-5-86 0,4 1-67 0,3-4-64 16,5-2-84-16,1-2-112 15,6-4-117-15,0-4 42 0,12-7-429 0,-1-3-564 16</inkml:trace>
  <inkml:trace contextRef="#ctx0" brushRef="#br0" timeOffset="42541.34">21718 1397 2897 0,'0'0'-1'15,"0"0"66"-15,0 0 77 0,0 0 50 16,0 0 44-16,-24 17 34 0,21-9 22 0,-6 4 13 16,5 0 10-16,-1 1-9 0,1 1-8 15,2 0-17-15,4 1-22 0,4 1-24 0,-3-1-21 16,10 0-25-16,-1 1-19 16,6-4-12-16,-1 0-22 0,6-4-20 0,11-1-25 15,-5-5-21-15,-3-1-11 0,-3-1-4 16,1-3-3-16,0-1 5 0,-5-2 14 15,-1-3 15-15,0-3 6 0,-7-4-5 0,-1-1 0 16,-2-3-10-16,-7-1-12 0,-4 4-14 16,-5-5-3-16,-13-1-9 0,-4 6-35 0,-5 0-57 15,-3 5-106-15,1 6-133 0,3 2-157 16,3 6-218-16,2 0-258 0,4 2 89 16,4 3 90-16,0 3-628 0,4-2-827 0</inkml:trace>
  <inkml:trace contextRef="#ctx0" brushRef="#br0" timeOffset="43294.24">23533 1109 3552 0,'-2'-8'-1'0,"-2"-1"84"0,4 2 55 0,0 7 29 0,-4-9 16 0,4 9 5 0,0 0 11 15,0 0 65-15,0 0 30 0,-17 25-7 0,6 0-16 16,-2 6-22-16,-1 4-21 0,-1 8-28 15,-1 3-16-15,5-9-21 0,-1 1-15 16,3-2-13-16,0-2-20 0,-1 0-39 16,4-5-58-16,3-9-83 0,-3-3-84 15,4-5-72-15,-2 0-72 0,4-2-59 0,4 0-57 16,0-4-104-16,3-3-149 0,3-3-58 16,-10 0 73-16,31-9-411 0,-13 1-530 15</inkml:trace>
  <inkml:trace contextRef="#ctx0" brushRef="#br0" timeOffset="43492.47">23848 1142 2842 0,'9'-16'105'0,"-4"5"103"0,-1 1 52 16,0 2 34-16,-2 1 15 0,2 2 16 15,-4 5-7-15,0 0 5 0,0 0 9 0,0 0-1 16,0 0-23-16,-14 36-28 0,2-4-24 16,-2 1-31-16,1 14-19 0,-3-3-18 15,3 2-25-15,4-10-50 0,-1 6-36 16,0-7-74-16,5 0-91 0,-1-8-85 15,4-4-80-15,0-5-68 0,0-1-57 0,2-3-56 16,-2-1-69-16,6-7-194 0,0-1-40 16,4-1 86-16,-8-4-448 0,0 0-569 0</inkml:trace>
  <inkml:trace contextRef="#ctx0" brushRef="#br0" timeOffset="43791.52">25267 1087 3376 0,'0'-7'223'0,"0"3"18"15,0 4-14-15,0 0-22 0,0 0 68 16,0 0 39-16,0 0 3 0,-6 33-15 15,-1 0-19-15,-2 6-29 0,-7 11-30 0,3 3-17 16,-3 0-20-16,1 0-15 0,0 1-29 16,2-9-53-16,3-8-78 0,0-7-88 0,5-2-85 15,-1-7-99-15,4-4-111 0,2-4-112 16,0-1-132-16,0-3-152 0,6-1 63 16,1 1-509-16,4-6-679 0</inkml:trace>
  <inkml:trace contextRef="#ctx0" brushRef="#br0" timeOffset="44075.6">25633 1279 3226 0,'1'-10'32'0,"-1"1"86"0,5 4 40 16,-5 5 36-16,6-8 16 0,-6 8 10 0,0 0 3 16,0 0 4-16,23 13 6 0,-18-3 2 15,1 4 18-15,-4 3-3 0,-4 7 14 16,-7 9 9-16,-5 2 18 0,-11 10 27 15,-8-2-3-15,1-3 8 0,0-3 35 16,1-2-4-16,10-10-238 0,3-2-116 0,2-6 0 16,7-4 0-16,3 0 0 0,0-4 0 15,8 0 0-15,6-2 0 0,5 1 0 0,6-2 0 16,6-4 0-16,5-1 0 0,6-2 0 16,8-5 0-16,-3 1 0 0,-2 0 0 15,-1-2 0-15,-4 2 0 0,-2 1 0 0,-10 1-349 16,-3-2-597-16,-6 0-16 15,-1 1 107-15,-4 1-872 0,-6 0-1161 0</inkml:trace>
  <inkml:trace contextRef="#ctx0" brushRef="#br0" timeOffset="44590.84">27483 1353 4956 0,'5'-16'-28'0,"0"6"39"0,-3 5 10 0,-2 5 3 0,0 0 63 0,0 0 59 0,0 0 48 16,-7 42 35-16,-4-7-14 0,0 0-13 15,-4 16 7-15,0-3-18 0,-3 0-13 0,2-4-16 16,4-10-20-16,2-1-11 0,-1-2-16 16,7-8-35-16,0-6-57 0,-1 0-78 0,3-5-84 15,0 0-86-15,2-4-108 16,0 1-102-16,4-4-155 0,1 0-206 0,5-1 45 15,1-4 94-15,7-4-468 0,2-3-593 0</inkml:trace>
  <inkml:trace contextRef="#ctx0" brushRef="#br0" timeOffset="44958.62">27945 1371 2882 0,'-5'-7'5'15,"5"7"69"-15,-2-8 40 0,2 8 33 16,-1-9 15-16,1 9-7 0,0 0-9 0,-2-6-11 15,2 6-14-15,0 0-13 0,0 0-16 16,0 0-8-16,21 18-9 0,-15-7-3 16,-1 1-7-16,2 3-8 0,-6 1-1 15,1-3 2-15,0 3 14 0,-2-3 17 16,-2 1 12-16,0 4 13 0,-2-5 19 0,0 3 13 16,0-5 3-16,-1 1 2 0,1 1-8 15,2-3-15-15,-1 2-10 0,-1 2-11 0,-3-1-6 16,7-1-13-16,-3 2-10 0,3 0-10 15,-2-2-4-15,2 1-6 0,-2-3-1 16,0 2 5-16,0 1 23 0,1-3 11 0,-1 0 13 16,-6 3 12-16,0-5 4 0,-1 1 3 15,-4 0-5-15,-1-4-5 0,-4 5-10 16,-4-4-10-16,1 0-10 0,0-1-12 16,0-5-5-16,6 4-18 0,-6-2-33 0,6-4-50 15,-2 0-86-15,1 0-107 0,3-1-111 16,1-1-109-16,9-1-131 0,3-4-247 15,5 1-5-15,11-7 97 0,14 1-617 0,8 1-802 16</inkml:trace>
  <inkml:trace contextRef="#ctx0" brushRef="#br0" timeOffset="45341.75">29124 1175 3910 0,'4'-12'21'0,"-4"2"73"0,4 5 32 0,-2-1 18 0,-2 6 2 0,0 0-15 15,0 0 35-15,0 0 38 0,-18 21 21 16,0 4-11-16,0 6-6 0,-7 10 8 0,0 4 4 16,1-1-10-16,1 2-23 15,0-3-16-15,4-1-19 0,4-10-13 0,-1-1-18 16,7-2-20-16,0-7-42 0,3-4-67 16,2-5-64-16,0-1-64 0,0-2-56 0,4-1-50 15,2-2-47-15,4-2-40 0,4-2-30 16,1-1-35-16,8-4-27 0,5-5-38 15,10-6-28-15,7-8-17 0,3-4 18 0,-4-4-462 16,4 1-427-16</inkml:trace>
  <inkml:trace contextRef="#ctx0" brushRef="#br0" timeOffset="45640.41">29272 1448 2476 0,'27'-22'-32'0,"-7"7"65"0,-7 5 47 15,-3 2 40-15,-5 3 45 0,1 1 27 0,-6 4 17 16,5-6 19-16,-5 6 27 0,0 0 18 16,0 0 8-16,0 0-12 0,-11 27-8 0,6-15-11 15,-4 1-9-15,4 5-19 16,-2-1-16-16,3-1-29 0,-2 1-14 0,5-1-14 15,-2-3-10-15,3 1-16 0,3 0-9 16,-2-2-7-16,3 0-7 0,3-3-10 16,4-1-10-16,3-3-10 0,-1 0-13 0,5-5-6 15,-3 0-4-15,8-5-8 0,5-5 0 16,3-4-1-16,-3-3-6 0,5-2 18 16,-5-3 10-16,-4 7 14 0,-8 3-3 15,0 3-1-15,-7 3-12 0,-2 0-11 16,-7 6-7-16,0 0 3 0,0 0 6 0,-7 35 2 15,-8-6-4-15,-2 3-7 0,-6 9 0 0,1-2-5 16,-2 2-48-16,-1-1-77 0,10-8-110 16,0 2-63-16,1-1-103 0,7 2-120 15,3-8-184-15,4-3-195 0,0-5 89 16,2 4 87-16,2-8-570 0,-3 0-719 0</inkml:trace>
  <inkml:trace contextRef="#ctx0" brushRef="#br0" timeOffset="67152.13">4701 4688 1254 0,'0'0'404'0,"0"0"-64"0,0 0-43 0,0 0-26 0,0 0-11 0,-6-7 11 15,6 7-3-15,0 0-16 0,0 0 18 0,0 0 4 16,0 0 9-16,0 0 0 16,0 0 2-16,0 0-7 0,0 0 2 0,0 0-14 15,0 0-7-15,0 0-10 0,0 0-12 16,0 0-16-16,0 0-12 0,0 0-16 0,0 0-17 15,0 0-14-15,0 0-16 0,0 0 11 16,0 0 10-16,-3 29-4 0,6-14-147 0,-3 6-16 16,-1 6 0-16,-4 16 0 0,3 0 0 15,-2 2 0-15,3 1 0 0,-1-3 0 16,-2 0 0-16,2-4 0 0,0-3 0 0,0 0 0 16,2-6 0-16,0-8 0 0,-1-5 0 15,1-4 0-15,0 1 0 0,-2-3 0 0,2-1 0 16,0 0 0-16,0-3 0 15,0 0 0-15,0-7 0 0,0 0 0 0,0 10 0 16,0-10 0-16,0 0 0 0,0 0 0 16,0 0 0-16,0 0 0 0,0 0 0 0,-16-15 0 15,16 15-94-15,-4-14-696 0,1 7-175 16,3-1 77-16,-2-3 93 0,2 1-790 0,4-4-1025 16</inkml:trace>
  <inkml:trace contextRef="#ctx0" brushRef="#br0" timeOffset="67569.23">4998 4645 4058 0,'0'0'-55'0,"0"0"59"0,0 0 55 0,-19 0 35 0,19 0 40 0,0 0 38 0,-18 7 26 16,13-2 18-16,5-5 1 0,-6 5 0 15,6-5-13-15,0 0-5 0,-3 9 6 0,3-9-11 16,0 0-12-16,0 0-7 0,28 0-19 16,-28 0-19-16,36-11-15 0,-7 1-11 0,1 0-12 15,-5 3-5-15,-8 2-14 0,-1 2-9 16,-1 1-8-16,-3 2-11 0,-12 0 7 16,20 12 18-16,-10-1 15 0,-3 7 22 15,-1 4 15-15,-4 4 12 0,1 10-20 16,-3 3-121-16,-1 0 0 0,-1 2 0 0,0 1 0 15,0 1 0-15,0-4 0 0,0 1 0 16,2-10 0-16,0-4 0 0,-1-1 0 0,-1 1 0 16,2-9 0-16,-2 3 0 0,2-5 0 15,-2-1 0-15,2-5 0 0,0-1 0 0,0-1 0 16,0-7 0-16,0 9 0 0,0-9 0 16,0 0 0-16,0 0 0 0,0 0-265 15,0 0-302-15,0 0-119 0,0 0-164 16,4-21 15-16,-4 13 98 0,3-1-709 15,-3-2-895-15</inkml:trace>
  <inkml:trace contextRef="#ctx0" brushRef="#br0" timeOffset="67802.63">5095 5000 3847 0,'-19'3'117'0,"4"1"59"15,1-1 34-15,3-1 40 0,11-2 62 16,-17 3 35-16,17-3 8 0,-11 2-11 0,11-2-8 15,0 0-7-15,0 0-6 16,0 0-29-16,0 0-24 0,0 0-28 0,43-7-28 0,-18 2-22 16,9-2-159-16,-7 0-33 0,-2 2 0 15,9-2 0-15,-11 1 0 0,-1-1-147 0,-6 3-143 16,0-1-93-16,-3 2-100 16,-1-3-99-16,-3 0-142 0,0 2-75 0,0-1 67 15,-6 2-646-15,3-2-831 0</inkml:trace>
  <inkml:trace contextRef="#ctx0" brushRef="#br0" timeOffset="68284.78">4977 4105 3955 0,'-40'-12'-75'16,"0"3"15"-16,-4 6 13 0,-9 5 28 15,-10 6 41-15,-5 11 42 0,-20 13 45 0,2 11 19 16,2 13 16-16,4 14 5 0,0 14 10 16,6 13 18-16,-14 39 20 0,24-27 19 0,6 9 29 15,10 4 8-15,12 2 6 0,11 0-9 16,16-3-22-16,11-8-18 0,11-6-19 15,17-10-13-15,11-7-15 0,12-8-23 16,11-14-13-16,13-11-14 0,13-16-9 0,9-14-12 16,8-14-41-16,7-16-40 0,0-9-58 15,0-11-51-15,-4-10-14 0,-6-10 0 0,1-8 7 16,-8-16 4-16,-3-4 9 0,-17-9 12 16,2 0 5-16,-15-10 23 0,-1 1 19 15,-13-2 29-15,-7-4 23 0,-12 0 15 0,-8-8-6 16,-10-5-4-16,-10 0-3 0,-13 2-2 15,-14-1-8-15,-13 3-3 0,-10 8-1 0,-16 10 0 16,-8 15-2-16,-9 13-29 0,-10 14-11 16,-6 15-35-16,11 22-33 0,-4 12-36 0,-26 16-48 15,1 22-66-15,-5 15-76 16,9 12-82-16,-24 33-129 0,39-21-171 0,11 0 40 16,14-4 75-16,9-6-403 0,13-7-475 15</inkml:trace>
  <inkml:trace contextRef="#ctx0" brushRef="#br0" timeOffset="71690.86">6212 4748 2954 0,'-14'-5'132'0,"14"5"31"0,0 0 32 0,-11-2 26 0,11 2 17 0,0 0 1 0,-3-7 10 16,3 7 6-16,0 0 5 0,14-21 12 16,-1 13-11-16,1-2-18 0,4-1-19 0,0 2-18 15,2 2-22-15,1 1-16 0,1 1-15 16,-2 2-14-16,-1 3-15 0,-1 1-5 16,0 3-21-16,-1-1-1 0,-4 3 6 0,0 3 3 15,-1 2 12-15,-8 1-2 16,0 3 17-16,-4-1-5 0,-4 6-3 0,-8 9-7 0,-3 2-68 15,0 1-50-15,-12 7 0 16,8-10 0-16,-4 0 0 0,4-3 0 0,2-4 0 16,6-5 0-16,5-5 0 0,0-2 0 15,4-1 0-15,2-1 0 0,2-1 0 0,2 2 0 16,4-1 0-16,3 1 0 0,0-1 0 16,7 4 0-16,-2 0 0 0,2-5 0 0,1 4 0 15,-4 0 0-15,1-2 0 0,1 1 0 16,-4 0 0-16,-5-4 0 0,-3 2 0 15,1 3 0-15,-2-1 0 0,-6 3 0 16,-2-1 0-16,-1 5 0 0,-5-2 0 0,-2 2 0 16,-1-2 0-16,-8 4 0 0,0 0 0 15,4-7 0-15,1-3 0 0,4-3 0 0,-1-2 0 16,-1-4 0-16,1 0 0 0,-1-4 0 16,3-2 0-16,-1-1 0 0,4-3 0 15,3-3 0-15,1-2-16 0,4 0-820 0,4-7-137 16,3-11 94-16,9 4-987 0,-1-2-1291 15</inkml:trace>
  <inkml:trace contextRef="#ctx0" brushRef="#br0" timeOffset="72070.03">6690 4820 5013 0,'10'-9'-51'0,"-4"4"72"0,-3 0 49 0,-3 5 37 0,8-5 33 0,-8 5 15 0,0 0 31 15,0 0 33-15,0 0 18 0,0 0 9 16,12 13-6-16,-10-4-5 0,0 1-19 0,-1 0-22 15,1 1-19-15,2-1-11 0,-2 1-21 16,1-3-12-16,1 0-10 0,3 2-11 0,-2-2-9 16,4-1-83-16,1-5-18 15,2 1 0-15,-12-3 0 0,30-5 0 0,-10-2 0 0,9-7 0 16,3-4 0-16,-1 1 0 0,-1-2 0 16,-5 1 0-16,-3 5 0 0,-8 0 0 0,-2 4 0 15,-1 4 0-15,-3-2 0 16,0 6 0-16,-8 1 0 0,0 0 0 0,9 15 0 15,-9-3 0-15,0 2 0 0,-1 7 0 16,-5 12 0-16,2 1 0 0,1-2 0 16,-2-3 0-16,3-1 0 0,0-4 0 0,0 1 0 15,2-1 0-15,0-3 0 0,-1-2 0 16,-1-6 0-16,2 1 0 0,-2 0 0 0,0-6 0 16,2 1 0-16,-2-3 0 0,2-6-286 15,0 0-357-15,0 0-163 0,0 0-87 0,0 0 97 16,0 0-825-16,-11-27-1061 0</inkml:trace>
  <inkml:trace contextRef="#ctx0" brushRef="#br0" timeOffset="72435.5">6698 4293 4516 0,'-42'-5'-11'0,"-2"9"22"0,-15 11 32 0,-4 12 45 15,-19 27 55-15,0 16 51 0,1 13 38 16,-2 11 27-16,8 8 2 0,7 6-10 0,11 1-5 16,15 7-4-16,12 0-8 0,15-2-16 15,12-5-15-15,21-14-16 0,12-10-15 16,14-8-17-16,13-11-15 0,12-16-15 16,9-7-36-16,10-18-47 0,-11-16-35 15,-2-11-39-15,24-12-26 0,-6-11-9 0,-3-9 5 16,-4-9-3-16,-8-11 9 0,-6-2 15 15,-7-9 25-15,-8-2 19 0,-7-11 12 0,-8-6 21 16,-10-1-4-16,-7-6-7 0,-9-2-5 16,-11 13-8-16,-10-20 1 0,-13 7-15 0,-8 8-11 15,-16 11-13-15,1 24-28 0,-9 14-36 16,-11 14-58-16,-11 18-68 0,-3 12-71 0,-26 17-96 16,-1 14-86-16,-2 7-143 15,-5 7-184-15,5 6 75 0,0 3 69 0,9 6-483 16,3 0-603-16</inkml:trace>
  <inkml:trace contextRef="#ctx0" brushRef="#br0" timeOffset="73051.39">6139 5600 3060 0,'0'0'61'0,"0"0"65"0,4-7 25 0,-4 7 17 0,0 0 17 0,0 0 17 0,0 0 16 0,0 0 18 16,0 0 9-16,0 0 19 0,0 0-2 0,16 12-33 15,-11 0-23-15,5 2-12 0,-4 4-8 16,5 11-10-16,-4 0-12 0,-1-2-9 0,-1-2 4 15,-5 1-5-15,-5 12 8 0,-1-2 16 16,-3-2 5-16,-6 0-1 0,-9 5 3 0,-10 2-6 16,0-6-9-16,-7-4-19 0,-8-2-151 15,1-3 0-15,-12-4 0 0,1-3 0 16,-5-3 0-16,-6-6 0 0,2 0 0 0,1-7 0 16,1-1 0-16,1-7 0 0,2-4 0 15,4-1 0-15,4 0 0 0,10 1 0 16,6 2 0-16,3-3 0 0,7 3 0 0,6 2 0 15,6 2 0-15,4-3 0 0,1 5 0 16,0-2 0-16,1-1 0 0,2 3 0 16,9 1 0-16,-16-4 0 0,11 2 0 0,5 2 0 15,-7-5 0-15,7 5 0 0,0 0 0 16,-10-5 0-16,10 5 0 0,0 0-31 0,2-8-435 16,-2 8-114-16,0 0-143 0,9-9-151 15,-5 6 83-15,2-2-816 0,-6 5-1048 0</inkml:trace>
  <inkml:trace contextRef="#ctx0" brushRef="#br0" timeOffset="75802.37">8078 4749 4097 0,'1'-6'-143'0,"-1"0"45"0,0 6 26 0,0-6 31 0,0 6 29 16,0 0 31-16,0-11 41 0,0 11 13 16,0 0 12-16,0 0-4 0,0 0 10 0,0 0 12 15,0 0 17-15,-25 31 15 0,9-5 5 16,-4 4 7-16,2 1 3 0,-3 9 10 15,-2 1 7-15,1-3 4 0,0 0-32 16,7-8-11-16,-2-1-15 0,1-1-15 0,5-7-6 16,-1-3-4-16,3-1-9 0,3-2-14 0,-1-3-15 15,-1 0-28-15,2-5-37 16,1 5-41-16,-1-4-54 0,0-3-68 0,0-1-84 16,6-4-79-16,0 0-82 0,-15-11-91 15,12 1-157-15,-3-5 58 0,1-3-450 0,3 0-534 16</inkml:trace>
  <inkml:trace contextRef="#ctx0" brushRef="#br0" timeOffset="76051.14">7740 4770 3199 0,'-1'-7'139'0,"1"7"14"0,-2-10 6 0,2 10 5 16,0 0 23-16,0 0 43 16,0 0 44-16,0 0 32 0,27 27 1 0,-9-4-12 15,7 2-21-15,11 10-21 0,6 1-11 0,6 2-19 16,1-1-20-16,16 7-14 0,2 4-21 15,-12-15-18-15,1 4-14 0,-5-3-12 16,-2-4-16-16,-4-1-17 0,-8-6-20 16,-10-8-21-16,-4 2-29 0,-2-5-24 0,-7-1-34 15,-3-5-34-15,-6-2-40 0,3 1-43 16,-2-2-57-16,-6-3-81 0,0 0-92 0,0 0-110 16,0 0-151-16,0 0-123 0,0 0 81 15,9-12-626-15,-9 12-769 0</inkml:trace>
  <inkml:trace contextRef="#ctx0" brushRef="#br0" timeOffset="77286.32">9099 4797 3762 0,'0'-14'72'0,"2"8"17"0,0-1 16 0,-2 7 19 0,7-12 23 0,-1 5 20 16,6 2 17-16,-3 1-1 0,4-1-10 16,1 4-15-16,3 1-10 0,2 0-15 0,1 3-14 15,2 0-4-15,-3 4-20 0,-1-2-7 16,-2 4-10-16,0 3-3 0,-5 0 14 0,-2 0 12 16,0 0 22-16,-8 1 24 0,-1 1 9 15,-3 3-5-15,-6 2-5 0,-2 6-24 16,-8 1-6-16,2-3-3 0,3-4 5 0,3-3-13 15,2-3-1-15,1-1-13 0,0-2-6 16,7 3-7-16,-1-5 7 0,4 1 3 16,1 1 6-16,3-2-30 0,4 3-64 15,-1-1 0-15,4 0 0 0,1 2 0 0,5 0 0 16,-6 1 0-16,2 0 0 0,1-1 0 16,-3 0 0-16,-3 1 0 0,-3-1 0 0,1 1 0 15,-5-1 0-15,-1 0 0 0,-4 0 0 16,-1 0 0-16,-3 4 0 0,1-5 0 0,-5 1 0 15,-3 2 0-15,0 0 0 0,1-4 0 16,-3-3 0-16,1 0 0 0,3-4 0 0,2 0 0 16,-5-1 0-16,1-4 0 0,5-1 0 15,0-3 0-15,3-3 0 0,5-2-574 0,1-1-207 16,9-5-134-16,9-5 82 16,12-7-897-16,5 0-1164 0</inkml:trace>
  <inkml:trace contextRef="#ctx0" brushRef="#br0" timeOffset="77600.89">9827 4867 4364 0,'4'-8'-136'0,"0"-1"66"16,-4 4 60-16,0 5 42 0,0 0 24 0,-8-7 19 15,8 7 16-15,0 0 12 16,0 0 8-16,-36 15 2 0,19-3 3 0,-1-1-7 0,-2 9-6 16,6-3-9-16,1-2-10 15,8-1-7-15,-2 1-4 0,5-1-7 0,4-1-1 16,6 1 4-16,2-2 1 0,3 3 3 15,6 4 3-15,0-3 26 0,4 1 53 16,-6-2 18-16,-1 0 24 0,4 3 25 0,-4-2 20 16,-3-3 28-16,-8 0 22 15,2-1 12-15,-3 5 4 0,-6-4-186 0,-3 3-122 0,-2 1 0 16,-12 5 0-16,-2-3 0 0,0 1 0 16,-2-3 0-16,-5-1 0 0,1-1 0 0,-2-3 0 15,5-3 0-15,0-3 0 16,6-4 0-16,0 1 0 0,-1-3 0 0,4 0 0 0,1 0 0 15,14 0-242-15,-18-3-696 16,12 1-2-16,2-4 91 0,-2 0-927 0,6 6-1206 16</inkml:trace>
  <inkml:trace contextRef="#ctx0" brushRef="#br0" timeOffset="78186.33">9377 4316 4632 0,'-37'-9'-203'0,"-8"5"37"0,0 4 32 0,-14 10 29 0,-2 7 44 0,-4 8 43 16,-8 20 52-16,-3 11 38 0,5 14 29 15,7 7 15-15,5 11 21 0,6 4 8 16,10 7 11-16,9 3-4 0,11-4-12 16,18-2-10-16,10-20-12 0,18 15-7 0,15-12-12 15,17-7-19-15,19-9-11 0,1-12-14 16,15-8-32-16,9-9-44 0,2-10-53 16,-19-14-45-16,-2-5-40 0,2-5-36 0,-2-9-2 15,-2-5 12-15,14-11 28 0,-6-4 35 16,-9-6 45-16,-6-8 52 0,-8-3 43 0,-14 3 43 15,7-15 42-15,-12-3 18 16,-14 8 10-16,-2-5 0 0,-9-4-6 0,-1-3-4 16,-11-2-10-16,-8-5-15 0,-9-3-11 15,-16-15-8-15,-15 12-13 0,-10 10-4 0,-15 16-16 16,-6 11-23-16,-13 9-22 0,7 23-39 16,-4 9-57-16,-26 12-63 0,2 7-85 0,7 14-99 15,4 4-159-15,4 4-170 0,10-4 59 16,22-6-421-16,11-2-510 0</inkml:trace>
  <inkml:trace contextRef="#ctx0" brushRef="#br0" timeOffset="79200.88">10821 4853 3044 0,'0'-6'115'0,"0"0"45"0,0 6 16 0,0 0 5 0,0-9 0 0,0 9 4 0,0 0 18 0,0 0 26 16,0 0 10-16,3 27 2 0,-3-12 7 15,0 7-15-15,2 3 9 0,0 0-17 16,-4 13-22-16,4-4-14 0,2-3-24 15,-3-6-12-15,3 10-18 0,-2-10-11 0,4-4-13 16,-5-1-10-16,3-3-9 0,-1-1-8 16,1-1-7-16,-3-3-9 0,-1-2-1 15,2-1-5-15,0-1 6 0,0-1-8 0,-2-7-10 16,2 14-2-16,0-11-9 0,-2-3-21 16,0 10-39-16,0-10-52 0,1 6-60 0,-1-6-70 15,0 0-95-15,0 0-111 0,0 0-131 16,0 0-156-16,0 0-80 0,0 0 71 0,0 0-643 15,0 0-802-15</inkml:trace>
  <inkml:trace contextRef="#ctx0" brushRef="#br0" timeOffset="79716.73">10595 4855 3548 0,'-19'25'-86'0,"-7"14"24"0,-3 9 18 0,2 9 29 0,-5 16 38 0,9-11 30 0,5 4 22 0,7-3 0 0,9-3 1 16,8 1-6-16,10-7-1 0,10-4-11 16,7-6 4-16,10-6-14 0,9-6 0 0,5-5-3 15,8-7-3-15,5-7-18 16,4-8 11-16,-1-6-13 0,-3-8 3 0,3-7-6 15,-3-4 18-15,11-14 22 0,-5-4 24 16,-8-5 19-16,-14 4 28 0,-8-3 24 16,-7-4 16-16,-3-4 11 0,-11-4 1 0,-6-6 1 15,-3 2-19-15,-15-6-17 0,-4-1-21 16,-13-2-5-16,-13-12-17 0,-7 6-1 0,0 21-25 16,-3 6-31-16,-9 8-33 0,-1 8-32 15,-7 12-44-15,-3 10-58 0,7 8-70 0,-12 8-80 16,-5 8-99-16,0 6-113 0,-12 12-201 15,18-5 11-15,-14 11 81 0,20-7-408 0,8-7-476 16</inkml:trace>
  <inkml:trace contextRef="#ctx0" brushRef="#br0" timeOffset="80518.39">12435 4821 2850 0,'-13'-7'91'0,"8"4"44"0,5 3 6 0,0-10 9 0,0 10 9 0,0 0 11 0,7-12-3 0,2 8-7 0,-9 4-10 16,14-5-16-16,-4 3-12 0,-10 2-12 15,0 0-12-15,26 5-7 0,-17-1-3 0,-4 4 5 16,3 0-3-16,-5 0 4 16,-3 2 7-16,0 1 5 0,-3 0 2 0,-5 3-3 15,3 0-1-15,-4-1 4 0,2-1-5 16,2 3-12-16,-1-5-9 0,1 0-3 0,3 1-6 15,2 1-7-15,0-2-3 0,5 0-8 16,1 2-7-16,1 0 8 0,0 2-2 0,-1-1 38 16,2 1 16-16,2 5 20 0,-3 1 17 15,0 1 34-15,2 1 12 0,-6 0 8 0,1 2 9 16,0-1 18-16,-6 0-6 0,-2 1-220 16,-1-2 0-16,-7 5 0 0,-1-1 0 0,-3-1 0 15,1-6 0-15,-2 0 0 16,-2-3 0-16,5-6 0 0,0 0 0 0,-2-3 0 15,-1-1 0-15,3-6 0 0,1 2 0 16,0-4 0-16,0-1 0 0,0-2 0 0,-3-2 0 16,-2-7 0-16,5-1-262 0,2 1-502 15,-2-13-178-15,1 5 78 0,5 0 92 16,2 1-788-16,2-7-1003 0</inkml:trace>
  <inkml:trace contextRef="#ctx0" brushRef="#br0" timeOffset="80916.64">12458 4623 4443 0,'-23'0'-75'0,"-2"5"29"0,-13 3 39 0,-10 10 33 0,-10 7 40 0,-16 11 36 0,1 9 24 0,0 7 10 16,1 6 13-16,2 3 1 0,11 3-14 0,14 1-2 15,18-11-5-15,9-1-19 0,13 3-12 16,10-3-10-16,13-2-4 0,7-3-12 0,9-7-8 16,10-2-17-16,4-2-10 15,2-6-14-15,8-7-19 0,-3-5-9 0,4-7-12 0,6-7-8 16,1-5-8-16,6-5-18 16,0-4-4-16,-4-8-4 0,3 0 1 0,-4-5 9 15,-3-5 6-15,13-9 23 0,-18 4 20 16,-10-8 23-16,8-13 19 0,-5-3 31 0,-14 8 6 15,-6-3 4-15,-3-5-7 0,-10-4-3 16,-8 1-7-16,-9-6-9 0,-9 2-11 16,-13 1-7-16,-8 5-7 0,-21-3-13 0,-3 24-18 15,-7 7-27-15,-7 9-39 0,-8 13-57 16,-1 11-74-16,-4 9-102 0,-16 10-112 0,7 9-136 16,2 5-155-16,7-1 59 15,24-7-509-15,5 0-618 0</inkml:trace>
  <inkml:trace contextRef="#ctx0" brushRef="#br0" timeOffset="81999.77">13686 4870 2897 0,'0'0'-63'0,"0"0"56"0,0 0 39 0,0 0 31 0,-9 26 19 0,4-11 20 0,4 2 9 0,-1 0-4 16,0 2-1-16,4 5-23 15,1-2-2-15,2 0-8 0,2-1-7 0,3 1-19 16,-3-5-10-16,5 0-9 0,-1-5-10 0,0-1-11 16,1-1 0-16,3-3-12 0,-1-2-12 15,3-2-10-15,-4-3-3 0,2-3-1 16,6-4 2-16,-3-2 1 0,2-3 3 0,3-3 16 15,1-4 18-15,-6-1 24 0,0 4 24 16,-6 4 23-16,-1 0 17 0,-4 2 22 16,0 3 11-16,1 2 17 0,-8 5 17 0,0 0 7 15,0 0 6-15,0 0-15 16,0 0-4-16,4 27-3 0,-4-13-11 0,-1 5-18 0,-4 2-11 16,3 2-12-16,2 1-5 15,0 1-17-15,0-2-4 0,4 4-11 0,0-3-9 0,-2-2-15 16,2-2-14-16,1-1-36 15,-3-4-17-15,2 1-27 0,2-4-40 0,-5 0-45 16,1-4-63-16,1-1-83 0,3 0-87 16,-6-2-107-16,0-5-178 0,1 7 31 0,-1-7 62 15,0 0-386-15,0 0-427 0</inkml:trace>
  <inkml:trace contextRef="#ctx0" brushRef="#br0" timeOffset="82369.37">13803 4645 2670 0,'-39'0'97'0,"-3"3"42"16,1 8 19-16,-13 7 14 0,1 11 32 15,-1 11 40-15,-11 13 33 0,4 9-4 0,11 8 15 16,0 4 33-16,8 6-17 0,15 2-13 16,13-11-26-16,7 4-26 0,13-3-25 15,11 14-19-15,12-3-30 0,9-10-34 0,5-5-44 16,11-10-44-16,8-9-63 0,5-6-56 15,-4-14-48-15,2-10-27 0,4-5-8 0,3-9 0 16,5-7 11-16,-4-8 14 0,26-9 23 16,-7-10 17-16,-5-9 25 0,-2-5 35 0,-7-11 38 15,-2-5 34-15,-10-4 32 16,-3-7 19-16,-6-7 7 0,-7-10 3 0,-10 0-6 16,-8-3-10-16,-12-2-9 0,-15 15-16 15,-10-3-11-15,-13-14-19 0,-9 13-17 0,-14 10-19 16,-15 12-26-16,9 21-18 0,-14 13-29 15,-10 7-47-15,-5 12-100 0,-8 12-114 0,-22 16-140 16,-7 8-239-16,3 9 51 0,-4 7 78 16,9 0-411-16,13 2-480 0</inkml:trace>
  <inkml:trace contextRef="#ctx0" brushRef="#br0" timeOffset="83234.61">15569 5095 2901 0,'4'-12'89'0,"-2"4"42"0,-1 1 21 0,-1 2 22 0,0 5 17 0,0 0 7 0,0 0 7 15,0 0 29-15,0 0 24 16,0 0 18-16,-3 32-18 0,-3 1-23 0,-1 6-13 16,0 2-27-16,2 1-16 0,-3 10-16 15,3-9-18-15,-1-3-15 0,2-1-6 0,0 2-19 16,-1-6-10-16,3-10-7 0,-2-1-13 16,0-7 2-16,2-4-13 0,1 1-8 0,-1-4-30 15,0 1-21-15,-1-7-32 0,3-4-52 16,0 0-73-16,0 0-97 0,0 0-120 0,0 0-124 15,0 0-137-15,5-34-115 0,-2 14 79 16,1-1-572-16,2-1-701 0</inkml:trace>
  <inkml:trace contextRef="#ctx0" brushRef="#br0" timeOffset="83569.35">15374 4964 3741 0,'-49'29'116'0,"-14"20"28"0,-1 10 37 16,-1 7 37-16,6 2 32 0,9 4 32 0,10 3 9 15,17-13 5-15,11 2-12 16,8-1-20-16,13-3-21 0,7-2-26 0,13-5-20 0,7-3-20 16,23 3-12-16,-5-19-57 15,7-8-26-15,2-7-34 0,3-6-30 0,3-9-48 16,0-6-5-16,-5-5-12 0,1-5 10 15,-6-5 0-15,-3-5 0 0,-7-7 8 0,-9-7 1 16,-4-3 6-16,-5-8 12 0,-6-5 8 16,-9-9 5-16,-5-2-1 0,-10-5-14 0,-6-4 14 15,-9 3-2-15,-13-12-1 0,0 26-2 16,-7 9-10-16,-7 11-5 0,-11 14-26 16,-7 9-38-16,-10 12-57 0,-1 9-69 0,-19 15-98 15,-5 11-114-15,5 6-159 0,-1 5-172 16,2 2 69-16,6 2-596 0,10 1-737 0</inkml:trace>
  <inkml:trace contextRef="#ctx0" brushRef="#br0" timeOffset="84198.76">15897 4565 3721 0,'0'0'-1'0,"0"0"41"0,-37 35 49 0,9-4 42 0,-7 6 43 0,-1 7 40 0,-3 0 32 16,-1 3 5-16,-1-3 14 0,0 1 15 0,-4 0-12 16,7-3-16-16,-1-1-26 0,6-3-25 15,5-7-19-15,6-8-19 0,8-5-18 0,0-3-21 16,5-5-43-16,-1 2-37 0,4-4-49 16,-2-4-67-16,1-1-62 0,7-3-67 0,0 0-66 15,-18-12-50-15,17-1-36 0,-1-6-20 16,2-8-13-16,3-14 7 0,6-14 30 0,6-3 57 15,0-3 89-15,0 6 72 16,4 6 62-16,-7 13 26 0,-3 9 34 0,-3 6 26 16,2 9 66-16,-3 9 62 0,-1 6 47 15,-4-3 36-15,16 24 14 0,-3 4-4 0,10 13-23 16,3 6-17-16,10 3-11 0,14 16-26 16,11 2-27-16,8-3-19 0,5 3-53 0,0-10-96 15,-9-5-163-15,0-4-178 0,-22-14-223 16,-4-3-94-16,-9-1 76 0,-7-6-479 15,-6-4-564-15</inkml:trace>
  <inkml:trace contextRef="#ctx0" brushRef="#br0" timeOffset="85648.71">16987 5142 3273 0,'6'-17'109'0,"-3"3"25"0,-1 2 34 0,4 4 29 0,-4 0 22 0,-2 3 13 16,0 5 12-16,2-6-2 0,-2 6 49 0,0 0 15 16,-8 31 2-16,3 4-18 0,-7 11-21 15,-1 12-22-15,0 2-16 0,-5-1-16 0,1 4-19 16,0-3-17-16,-1-2-12 0,5-4-22 15,1-5-15-15,1-12-9 0,4-1-31 16,0-4-41-16,3-7-52 0,-3-4-54 16,7-8-75-16,0-1-80 0,2-2-78 0,5-3-95 15,-2-5-84-15,-5-2-90 0,22-5-100 16,-4-5-108-16,9-15 75 0,7-8-610 16,2-8-759-16</inkml:trace>
  <inkml:trace contextRef="#ctx0" brushRef="#br0" timeOffset="85898.76">17237 5331 3672 0,'1'-14'100'0,"-1"4"50"15,0 1 44-15,-3 4 33 0,3 5 43 16,-6-12 46-16,6 12 5 0,-4-7 3 16,4 7-16-16,0 0-20 0,-2-8-12 15,2 8-7-15,0 0-21 0,0 0-22 0,0 0-22 16,40 10-16-16,-23-5-22 0,2 3-13 0,8 6-17 16,0 3-13-16,-5 2-91 0,1 5-32 15,0 4 0-15,-3 1 0 0,-7 4 0 16,-4 0 0-16,-4 2 0 0,0-6 0 15,-5-3 0-15,0 0 0 0,-2-1 0 0,-1-1 0 16,2-1 0-16,-1-2 0 0,-2-3 0 16,0-3 0-16,3-1 0 0,-1-3-122 0,2-1-342 15,-2-2-110-15,0 0-144 0,-2-3-142 16,4-5 77-16,-5 2-805 0,5-2-1030 0</inkml:trace>
  <inkml:trace contextRef="#ctx0" brushRef="#br0" timeOffset="86081.87">17290 5607 4799 0,'-6'-4'201'0,"6"4"48"0,-11-5 49 16,11 5 43-16,-8-3 30 0,8 3 17 0,0 0 4 15,0 0-37-15,0 0-9 0,0 0-26 16,0 0-189-16,17-11-131 0,-1 10 0 16,5-1 0-16,3 0 0 0,4-1 0 0,9-2 0 15,1 3 0-15,-5-1 0 0,-6 1 0 16,-5 2-258-16,-3 2-483 0,2-2-211 0,-2 1 95 15,-5-1 83-15,-3 4-794 0,-8 1-1009 16</inkml:trace>
  <inkml:trace contextRef="#ctx0" brushRef="#br0" timeOffset="86582.3">17640 4984 4301 0,'10'-18'-26'0,"-4"6"50"0,0 0 34 0,-5 7 13 0,-1 1 26 0,0 4 42 0,0 0 44 15,-57 50 36-15,2 15 58 16,-12 13 14-16,-9 13 11 0,-29 37-3 0,1 0-3 16,4 1-10-16,26-27-20 0,4 0-24 15,1-5-34-15,8-5-22 0,7-8-20 0,9-7-18 16,5-9-10-16,15-18-118 0,6-5-20 16,4-14 0-16,3-2 0 0,3-9 0 0,1-5 0 15,5-4-220-15,-4-3-114 0,5-4-103 16,2-4-115-16,0 0-125 0,0 0-155 15,-2-31 75-15,6-2-733 0,4-10-938 0</inkml:trace>
  <inkml:trace contextRef="#ctx0" brushRef="#br0" timeOffset="86798.36">16924 5037 4453 0,'-2'-6'107'15,"-4"2"16"-15,6 4 34 0,0 0 50 0,2 29 72 16,6 4 40-16,11 16 14 0,6 5-5 15,9 20 2-15,6 5-13 0,8 6-15 0,2-1-34 16,0 2-27-16,9-6-39 0,1-1-20 16,-7-3-139-16,-7-8-43 0,-2-1 0 0,-16-13 0 15,-4-5 0-15,-4-1-115 16,-3-3-194-16,-9-9-112 0,-6-7-96 0,-4-5-95 16,-2-1-124-16,2-6-38 0,-3-3 74 15,-3-2-663-15,2-3-817 0</inkml:trace>
  <inkml:trace contextRef="#ctx0" brushRef="#br0" timeOffset="98313.29">1703 5486 1177 0,'0'0'366'0,"0"0"-117"0,-23 10-54 0,23-10-33 0,0 0-18 0,0 0-7 0,0 0-3 15,0 0-12-15,0 0 3 0,0 0 4 0,-13 4 7 16,13-4 2-16,0 0 10 0,0 0 15 16,0 0 13-16,0 0 1 15,0 0 6-15,0 0-3 0,0 0-1 0,0 0 0 0,0 0 1 16,0 0 1-16,0 0 7 15,0 0 0-15,0 0 18 0,0 0-14 0,-2-12-12 16,2 12-17-16,-2-11-21 0,2 1-8 16,-3-2-17-16,3 1-9 0,-2-7-12 15,2 1-9-15,2 0-10 0,1 0-10 0,-1 0-15 16,2 4-2-16,1 0-10 0,1 3-5 16,4 1-4-16,1 1 0 0,5 1-20 0,2 4 3 15,6 3 5-15,2 1-14 0,8 6 0 16,2 2 2-16,-5 3 5 0,-1 3-9 15,-3 2 12-15,-4 5 6 0,-4-1 11 16,0 4 11-16,-6 0 10 0,-3 5 2 16,-4-5 5-16,-4-1-13 0,1-2-1 0,-1-3-5 15,-2 0-2-15,2-5-4 0,0 0 20 16,0-5 22-16,0 0 24 0,0-4 5 0,-2-5-11 16,0 0-45-16,0-25-50 0,0-1 0 15,2-13 0-15,2-2 0 0,0 0 0 0,1 4 0 16,-1 10 0-16,1 2 0 0,-1 8 0 15,1 2 0-15,-2 3 0 0,3 2 0 16,3 4 0-16,1 3 0 0,5 1 0 16,-2 2 0-16,10 5 0 0,-2 2 0 0,8 5 0 15,0 2 0-15,-1 1 0 0,-9-3 0 16,0 1 0-16,-3-1 0 0,-1 1 0 16,-2 1-217-16,-3 0-166 0,-3 1-98 0,-1-1-93 15,-3-3-114-15,-3-1-117 0,0-5 53 16,0-5-707-16,-5 3-909 0</inkml:trace>
  <inkml:trace contextRef="#ctx0" brushRef="#br0" timeOffset="98582.78">2130 4801 3915 0,'-6'-24'-7'0,"3"5"64"0,-1 3 13 0,2 3 24 0,0-1 27 0,4 1 35 0,2 0 19 0,0 3 5 15,1 2-3-15,2 3 7 16,5-1 14-16,-12 6 8 0,25 6 8 0,-10 2 10 15,6 13 20-15,0 4 5 0,-4 3 4 16,-2 4-2-16,-3-1-15 0,-3-1-11 0,-1-6-13 16,-2-7-20-16,0-3-23 0,1-1-16 15,-1-5-110-15,-1 3-43 0,5-6 0 16,0-1 0-16,2-4 0 0,-12 0 0 0,49-14 0 16,-19-2 0-16,2-5 0 0,4-8 0 15,-1-4 0-15,0-4 0 0,-3 3-437 0,-3 1-120 16,-11 9-105-16,-2 2-160 0,-7 3-13 15,-7 6 86-15,-2 6-655 0,-2-3-857 16</inkml:trace>
  <inkml:trace contextRef="#ctx0" brushRef="#br0" timeOffset="98963.62">1534 4005 4046 0,'-57'41'-56'0,"-2"18"9"0,3 14 15 16,4 20 53-16,1 13 56 0,11 14 45 0,8 8 25 16,12 13 16-16,11 6 3 0,9 6 8 15,14 0-15-15,16 37-11 0,6-57-14 16,8-3-11-16,9-12-5 0,12-13-14 16,8-16-5-16,8-17-10 0,7-14-9 0,7-18-6 15,12-22-11-15,-15-16-25 0,24-20-12 16,0-15-12-16,-4-13-3 0,-4-10-3 0,-8-16 4 15,-8-8-1-15,-12-7 1 0,-11-10 12 16,-16-4 22-16,-13-4 4 0,-13-4 13 16,-16-4 1-16,-9-3-5 0,-15-8-13 0,-16 3-9 15,-11 5-19-15,-11 7-27 0,-16 5-37 16,-10 12-34-16,-14 15-34 0,1 17-32 0,-3 22-15 16,15 28-16-16,-2 16-17 15,-21 23-23-15,1 25-24 0,2 21-30 0,-22 38-38 16,5 8-41-16,12 16-74 0,8 0-161 15,32-24-1-15,10 2-299 0,5 2-367 16</inkml:trace>
  <inkml:trace contextRef="#ctx0" brushRef="#br0" timeOffset="99166.9">1615 6963 2976 0,'-2'10'397'0,"1"-5"-3"0,1-5-27 15,5 1-6-15,-5-1-2 0,32-23-6 0,7-14-28 16,20-25-31-16,12-10-29 16,6-11-29-16,9-4-38 0,6-2-69 0,20-26-89 15,-24 34-106-15,-2 2-103 0,-7 6-103 16,-6 8-106-16,-8 5-97 0,-20 18-123 16,-8 6-116-16,-6 6 61 0,-13 9-493 0,-6 7-613 15</inkml:trace>
  <inkml:trace contextRef="#ctx0" brushRef="#br0" timeOffset="114861.78">6429 7429 1077 0,'0'0'455'0,"0"0"-107"0,0 0-35 0,0 0-13 0,0 0 1 0,0 0-2 0,0 0 4 16,0 0-5-16,0 0 35 0,0 0 27 15,0 0 24-15,0 0-1 0,0 0-2 16,0 0-9-16,0 0-13 0,0 0-20 0,0 0-20 15,0 0-9-15,-12 7 20 0,9 6-8 16,-1 11-17-16,-5 13-305 0,0 16 0 0,-3 4 0 16,-1 3 0-16,2-2 0 15,0 0 0-15,4 2 0 0,0-2 0 0,2-15 0 16,1-1 0-16,-1-1 0 0,5-6 0 16,-4-7 0-16,4-4 0 0,-2-7 0 0,2-1 0 15,-2-4 0-15,2 1 0 0,0-4 0 16,0 0 0-16,-1-4 0 0,1-5 0 0,-4 6 0 15,4-6 0-15,0 0 0 0,0 0 0 16,-7-24 0-16,10 11-420 0,1-10-591 0,5-7 103 16,4 1 87-16,5-2-890 0,-1 2-1145 15</inkml:trace>
  <inkml:trace contextRef="#ctx0" brushRef="#br0" timeOffset="115193.82">6570 7699 4863 0,'-13'1'91'0,"0"2"58"0,13-3 35 16,-18 3 47-16,18-3 32 0,-11 3 20 16,11-3 1-16,0 0-14 0,0 0-9 0,0 0-12 15,0 0-22-15,0 0-28 0,35-18-18 16,-5 5-18-16,4 1-19 0,-1 2-15 0,-7 3-109 16,-3 3-20-16,-4 6 0 0,0 1 0 15,0 8 0-15,-2 2 0 0,-4 12 0 0,-1 4 0 16,-1 4 0-16,-7 2 0 15,-2 1 0-15,-2-5 0 0,0 8 0 0,-4 2 0 0,2-4 0 16,-1-2 0-16,-1-6 0 16,4-6 0-16,-2 0 0 0,0-5 0 0,2-2 0 15,-2-2 0-15,2-2 0 0,0-4 0 16,-3 2 0-16,5-5 0 0,-2-5 0 0,0 0 0 16,0 0 0-16,0 0-358 0,7-20-334 15,-1-1-151-15,-1 3-24 0,3-6 97 0,-6 3-815 16,2 1-1027-16</inkml:trace>
  <inkml:trace contextRef="#ctx0" brushRef="#br0" timeOffset="115360.52">6683 7947 4544 0,'-13'2'122'0,"1"1"54"0,2 1 40 16,10-4 35-16,-12 1 38 0,12-1 16 0,0 0-8 16,0 0-17-16,-13 3-20 0,13-3-17 15,0 0-29-15,0 0-23 0,38-6-20 16,-15 1-50-16,1-1-74 0,8-5-89 0,2 0-121 15,2-2-125-15,3-1-145 0,-5 1-152 16,0-3-176-16,0 4-22 0,-5-2 80 0,-6 4-647 16,-4 1-805-16</inkml:trace>
  <inkml:trace contextRef="#ctx0" brushRef="#br0" timeOffset="115761.86">6580 7004 3693 0,'-32'-5'117'0,"-2"3"53"0,-13 8 19 15,-10 14 9-15,-17 19 38 0,-1 19 46 16,0 12 42-16,2 19 33 0,4 15 17 0,6 8 10 16,6 7-10-16,12 7-10 0,11-1-29 15,11-1-20-15,12-9-10 0,16-3-131 0,8-8-174 16,14-10 0-16,9-9 0 0,16-10 0 15,5-17 0-15,9-5 0 0,10-12 0 16,-8-19 0-16,5-10 0 0,8-14 0 16,21-12 0-16,1-13 0 0,-1-12 0 0,-4-16 0 15,-1-4 0-15,-5-9-3 0,-8-6-207 16,-7-4 24-16,-11-6 45 0,-9-4 40 0,-10-1 41 16,-7-5 28-16,-11-13 38 0,-12 3 5 15,-11-4 15-15,-13-1 6 0,-13 1-4 0,-16 2 1 16,-14 7-6-16,-11 10-3 0,-7 13-18 15,-6 16 13-15,-6 19-13 0,-12 15 8 0,16 18-4 16,-8 10-22-16,-14 13-35 0,-4 16-52 16,7 13-58-16,3 9-94 0,6 6-133 0,11 4-164 15,3 5-214-15,11-2-9 16,13-3 82-16,13-14-636 0,9 0-786 0</inkml:trace>
  <inkml:trace contextRef="#ctx0" brushRef="#br0" timeOffset="116326.63">6736 8661 4047 0,'-7'-5'172'0,"3"1"29"0,-1 1 26 0,5 3 28 0,-7-7 40 0,7 7 34 0,0 0 22 0,0 0-1 16,0 0 4-16,0 0 23 0,0 0 8 15,0 0 7-15,21 29-10 0,2-5-308 16,6 7-74-16,5 5 0 0,0 3 0 16,6 5 0-16,0 5 0 0,12 13 0 0,-2-3 0 15,-13-10 0-15,13 11 0 0,-3 2 0 16,3 2 0-16,-10-14 0 0,8 10 0 0,-10-14 0 15,-4-3 0-15,-7-6 0 16,-4-8 0-16,-5-4 0 0,-4-6 0 0,-3-5 0 0,-5-2 0 16,2 0 0-16,-2-3 0 15,-1-1 0-15,-1-3 0 0,2 0 0 0,-6-5 0 0,6 7 0 16,-6-7 0-16,0 0 0 16,4 2 0-16,-4-2 0 0,0 0 0 0,0 0 0 15,0 0 0-15,0 0 0 0,-10-18-442 16,10 18-557-16,-11-3 109 0,11 3-1103 0,-16-2-1410 15</inkml:trace>
  <inkml:trace contextRef="#ctx0" brushRef="#br0" timeOffset="116793.06">7306 9842 5644 0,'-10'-2'325'15,"10"2"28"-15,0 0 24 0,0 0-5 16,-17-3 12-16,17 3-9 0,0 0-24 0,0 0-341 16,29-16-10-16,-14 13 0 0,2 0 0 15,2-1 0-15,0 1 0 0,3 1 0 0,-8 4 0 16,4-2 0-16,-2 3 0 0,-2 1 0 16,-4 2 0-16,-1 3 0 0,-3 0 0 0,-2 2 0 15,-4 3 0-15,-2 3 0 16,-3 0 0-16,-4 4 0 0,-4 10 0 0,-2 0 0 0,-2-1 0 15,3-1 0-15,5-6 0 16,3-5 0-16,-1-1 0 0,4-2 0 0,3-1 0 0,0-2 0 16,5 0 0-16,0 1 0 15,1-1 0-15,3 0 0 0,-1 0 0 0,2-2 0 16,-1 1 0-16,-2 1 0 0,4 0 0 16,-4-1 0-16,0 1 0 0,2 1 0 0,-4-1 0 15,-1-2 0-15,0 2 0 0,-4-1 0 16,-4 1 0-16,2 2 0 0,-2-5 0 0,-2 7 0 15,-2-3 0-15,-1 3 0 16,-5-2 0-16,3-2 0 0,-4 2 0 0,3-6 0 0,0 0 0 16,-2-1 0-16,-1-1 0 0,1-3 0 15,1-1 0-15,2-2 0 0,11 0 0 0,-19-7 0 16,9 1 0-16,9-5-273 16,2-3-752-16,1-3 111 0,7-4-1119 0,6-6-1449 15</inkml:trace>
  <inkml:trace contextRef="#ctx0" brushRef="#br0" timeOffset="117178.02">7668 9924 5233 0,'2'-9'32'0,"-2"1"81"0,0 3 42 0,0 5 48 0,-2-10 35 0,2 10 35 0,0 0 32 0,0 0 19 0,0 0 13 0,0 0 9 16,0 0-11-16,0 0-38 0,-8 23-297 15,8-14 0-15,0 0 0 0,0-1 0 16,-2-2 0-16,4 3 0 0,-2-9 0 0,4 9 0 15,0-4 0-15,-4-5 0 0,10 4 0 16,-10-4 0-16,19-9 0 0,-6 0 0 0,6-6 0 16,2-4 0-16,0 1 0 0,-4 2 0 15,-2 3 0-15,-2-1 0 0,1 2 0 16,-5 3 0-16,1 2 0 0,-4 1 0 0,1 2 0 16,-7 4 0-16,0 0 0 0,13 12 0 15,-10-1 0-15,1 4 0 0,-4 5 0 16,2 5 0-16,-1 2 0 0,-1 12 0 0,4 0 0 15,-2-1 0-15,0-1 0 0,2-2 0 0,-3-4 0 16,1-7 0-16,0 0 0 0,0-6 0 16,0-1 0-16,1-3 0 0,-2-3 0 15,-1-3 0-15,0 0 0 0,2-3 0 0,-2-5 0 16,0 0 0-16,0 0 0 0,0 0 0 16,0 0-440-16,6-25-568 0,-6 12 112 0,0-1-1092 15,0-1-1407-15</inkml:trace>
  <inkml:trace contextRef="#ctx0" brushRef="#br0" timeOffset="117542.42">7533 9508 5152 0,'-35'0'-12'0,"-1"7"80"16,-12 11 54-16,1 10 50 0,-3 8 78 15,-5 20 58-15,-1 11 46 0,6 11 48 0,0 7-3 16,4 6-12-16,9 4-20 0,5 7-145 15,12 3-222-15,6-4 0 0,12-17 0 0,10 13 0 16,9-5 0-16,14-10 0 0,6-7 0 16,12-11 0-16,-8-18 0 0,5-8 0 0,3-11 0 15,5-6 0-15,1-11 0 0,-6-10 0 16,15-10 0-16,-3-9 0 0,5-3 0 0,16-12 0 16,-2-12 0-16,-1 0 0 0,-4-9 0 15,-6-8 0-15,-5-7 0 0,-8-8 0 16,-3-3 0-16,-10-12 0 0,-5-6 0 15,-6-5 0-15,-7-7 0 0,-6-3 0 0,-7 0 0 16,-14 5 0-16,-5 32 0 0,-13-13 0 16,-12 15 0-16,-15 10 0 0,0 26 0 0,-14 13 0 15,-12 17 0-15,-11 13 0 0,-22 15 0 16,-1 18 0-16,4 13 0 0,1 4-102 0,8 6-563 16,10 3-233-16,6 2 10 0,13-1 100 15,4 3-861-15,6 0-1088 0</inkml:trace>
  <inkml:trace contextRef="#ctx0" brushRef="#br0" timeOffset="119625.25">9564 2972 4594 0,'0'0'-221'0,"0"0"44"0,6 8 34 0,-6-8 43 0,-17 26 41 0,-2-2 31 0,-5 1 33 0,-10 8 18 16,-2 1 8-16,-3-1 8 0,-4 0-5 15,-4 2 7-15,4-4-6 0,2-2-1 16,5-3-16-16,5-5 5 0,6-6 3 15,4-1-3-15,6-6 7 0,2-3-4 16,1-1-5-16,1-4-13 0,11 0-16 0,-21-9-10 16,9-1-5-16,3-6-5 0,1-8 7 15,-1-6 3-15,5-7-7 0,0 0 10 0,4-3-3 16,2 5 1-16,2 7 6 0,-2 5 10 16,0 5-2-16,4 4 7 0,-5 4-11 15,5 3 10-15,3 6 8 0,-9 1 13 0,34 8 3 16,-7 7 18-16,12 13-13 0,1 0 1 15,6 3-1-15,3 2-2 0,5 0-11 16,-1 0-5-16,-2-4-45 0,2 0-55 16,-3-3-82-16,-3-3-100 0,-4-2-140 0,-13-7-200 15,-1-1 43-15,-7-1-187 0,-4-7-242 16</inkml:trace>
  <inkml:trace contextRef="#ctx0" brushRef="#br0" timeOffset="122758.98">7609 9881 506 0,'0'0'24'0,"0"0"33"0,0 0-6 0,0 0 15 0,17-5 15 0,-17 5 8 0,0 0 15 0,0 0 8 0,0 0 18 16,0 0 17-16,0 0 7 0,7-3 7 15,-7 3 11-15,0 0 5 0,0 0 11 16,0 0 8-16,0 0 3 0,0 0 5 0,0 0-2 16,0 0-6-16,0 0 1 0,0 0 1 15,0 0-2-15,0 0-4 0,0 0 2 0,0 0 0 16,0 0 7-16,0 0 5 0,0 0 3 16,0 0-6-16,3-11-9 0,-3 11-24 0,0 0-14 15,0 0 2-15,0 0-3 0,0 0-14 16,-5-12-8-16,5 12-17 0,0 0-4 15,0 0-21-15,0 0-1 0,0 0-7 16,-1-6-16-16,1 6-6 0,0 0-9 0,0 0-4 16,0 0-7-16,0 0-4 0,0 0 8 15,0 0 4-15,0 0 2 0,-4-9 1 0,4 9-8 16,0 0 0-16,0 0-3 0,0 0-4 16,0 0-1-16,0 0-7 0,0 0-3 0,0 0 4 15,0 0 6-15,0 0 2 0,-8 26 4 16,8-14 0-16,-1-4-6 0,1 1-2 15,-2 3 3-15,2-2 0 0,0 0-1 0,-2 3-8 16,2-3 0-16,0-2-4 0,0 3 4 16,2-3-2-16,-2 1-1 0,0-1 0 15,0 0-4-15,0 2-1 0,0-2 1 16,2 1-9-16,-2-9-12 0,1 12 0 0,-1-12 0 16,2 8 0-16,-2-8 0 0,2 9 0 15,-2-9 0-15,8 4 0 0,-8-4 0 0,10 6 0 16,-3-4 0-16,-7-2 0 0,13 4 0 15,-3-4 0-15,-10 0 0 0,15 3 0 0,-15-3 0 16,21 0 0-16,-21 0 0 0,17 0 0 16,-17 0 0-16,17 2 0 0,-17-2 0 15,18-2 0-15,-18 2 0 0,17-3 0 16,-12-3 0-16,5 0 0 0,-2-2 0 0,1-1 0 16,-2 0 0-16,0-4 0 0,0-2 0 0,1 1 0 15,-3-1 0-15,3-1 0 0,-2 3 0 16,0-3 0-16,-5 4 0 0,3 1 0 15,0-2 0-15,-2 3 0 0,1 0 0 0,0 3 0 16,-1-2 0-16,0 2 0 0,0 3 0 16,-1-3 0-16,-1 7 0 0,0-9 0 0,0 9 0 15,2-9 0-15,-2 9 0 0,2-6 0 16,-2 6 0-16,2-5 0 0,-2 5 0 0,0 0 0 16,2-7 0-16,-2 7 0 0,0 0 0 15,0 0 0-15,0-7 0 0,0 7 0 16,0 0 0-16,0 0 0 0,0 0 0 0,0-7 0 15,0 7 0-15,0 0 0 0,0 0 0 16,0 0 0-16,0 0 0 0,4-7 0 16,-4 7 0-16,0 0 0 0,0 0 0 0,0 0 0 15,0 0 0-15,0 0 0 0,0 0 0 16,0 0 0-16,0 0 0 0,0 0 0 16,0 0 0-16,-4 33 0 0,4-16 0 0,-2 5 0 15,2 5 0-15,0 13 0 0,2 3 0 16,2 2 0-16,-1-1 0 0,3-1 0 15,0 0 0-15,0-4 0 0,-1 1 0 0,1-5 0 16,-1-1 0-16,0-6 0 0,1-5 0 16,-5-6 0-16,1 0 0 0,2-2 0 15,-2-4 0-15,0-1 0 0,0-1 0 0,-1-3 0 16,-1 1 0-16,0 0 0 0,0-7 0 16,2 10 0-16,-2-5 0 0,0-5 0 0,2 7 0 15,-2-7 0-15,2 8 0 0,-2-8 0 16,0 6 0-16,0-6 0 0,0 0 0 0,5 7 0 15,-5-7 0-15,0 0 0 0,0 0 0 16,0 0 0-16,0 0 0 0,0 0 0 0,0 0 0 16,-14-18 0-16,10 12-570 0,-2-1-432 15,-1 0 105-15,-1 2-1049 0,-2 0-1366 16</inkml:trace>
  <inkml:trace contextRef="#ctx0" brushRef="#br0" timeOffset="123893.69">7889 11001 5154 0,'-4'-7'-175'0,"1"-1"53"0,-1 1 55 0,-1 0 59 0,4 0 40 0,-3 0 39 16,2 1 32-16,0-2 31 0,0 0 20 0,2 8 20 15,-1-14 18-15,-1 9 6 0,2 5-5 16,-2-8-23-16,2 8-21 0,0 0-24 0,0 0 5 15,0 0 52-15,0 0 8 0,7 27 4 16,4 6 13-16,5 15 0 0,5 6 9 0,3 5 6 16,15 14-56-16,-1 3-166 15,7-4 0-15,0-1 0 0,-11-15 0 0,0-3 0 16,-2-5 0-16,-3-2 0 0,0-3 0 16,-8-6 0-16,-5-7 0 0,-2-2 0 0,-3-8 0 15,-3-5 0-15,-2-1 0 0,0-4 0 16,-3-1 0-16,1 0 0 0,0-3 0 15,0 1 0-15,-3-3 0 0,-1-4 0 0,0 6 0 16,0-6 0-16,0 0 0 0,0 0 0 16,-11 4 0-16,11-4-6 0,-19 4-749 0,8-4-227 15,-4 1 87-15,-3 3 92 0,1-1-812 16,2 2-1056-16</inkml:trace>
  <inkml:trace contextRef="#ctx0" brushRef="#br0" timeOffset="124326.32">8144 11985 4744 0,'-4'-4'38'15,"4"-1"29"-15,0 5 24 0,2-14 23 16,4 4 21-16,2 2 3 0,3 1 1 16,5 0-4-16,1 0-15 0,4 2-15 0,2 2-13 15,-3-1-5-15,1 3-9 0,-6 2-11 16,5-1-7-16,-5 4 0 0,2 2-1 0,-3-2 8 15,-5 4 18-15,-2 0 23 16,-5 3 25-16,0 1 13 0,-4 3 21 0,0-1-1 16,-1 3-3-16,-1-5-10 0,0 0-12 15,4 0-12-15,-1-3-5 0,1 2 6 0,0-1 1 16,1 0-112-16,5 4-19 0,1-2 0 16,5 4 0-16,-1-3 0 0,0 3 0 0,3 2 0 15,-1-4 0-15,1 3 0 0,-3-1 0 16,0 1 0-16,1-2 0 0,-4 3 0 0,-3-1 0 15,-1-1 0-15,-2 1 0 0,-4 0 0 16,0-1 0-16,-2 2 0 0,-5 1 0 0,-3-2 0 16,1 0 0-16,-2-2 0 15,-3-1 0-15,0-4 0 0,0-3 0 0,0-2 0 0,-4-1 0 16,4-4 0-16,-2-4 0 16,0 2 0-16,0-6 0 0,2-1 0 0,3-3 0 15,1 2-29-15,7-4-899 0,3-1-51 16,7-2 108-16,3-2-960 0,9-10-1258 0</inkml:trace>
  <inkml:trace contextRef="#ctx0" brushRef="#br0" timeOffset="124642.24">8867 11848 5266 0,'-8'-7'-81'0,"-1"2"38"0,-1 3 51 0,-1 2 51 0,11 0 40 0,-27 7 20 0,11-2 12 16,0 6-1-16,-2 3 0 15,0 4-8-15,0 6-18 0,9-2-5 0,1-3-7 16,7-1-5-16,2 1-4 0,7 0-9 16,7 5-3-16,6-1-9 0,4-4 0 0,2 2-13 15,-1-4 1-15,3 2-10 0,-1-2-1 16,-2 0-3-16,-1 2 10 0,-7-7 27 0,-5 0 26 16,-1 0 32-16,-3-1 35 15,0 1 36-15,-5-3 22 0,0 3 20 0,-4-2-126 16,-4 1-118-16,0 3 0 0,-5-2 0 0,0 0 0 15,-3-2 0-15,-3 1 0 0,-2-2 0 16,0-1 0-16,-2-3 0 0,-3-2 0 16,2-3 0-16,-1 0 0 0,-4-5 0 15,-8-7 0-15,-1 0-710 0,7-5-280 0,-1 0 91 16,5-2 101-16,2 2-832 0,4-1-1070 16</inkml:trace>
  <inkml:trace contextRef="#ctx0" brushRef="#br0" timeOffset="125026.65">8445 11615 4521 0,'-39'3'-33'0,"-17"8"44"0,-5 10 65 0,-16 12 55 16,0 10 44-16,3 9 34 16,3 6 21-16,2 10 32 0,14 4 3 0,5 6 4 15,10 4-13-15,12 4-7 0,15-15-10 16,7 0-19-16,16-1-23 0,13 14-16 15,13-11-19-15,15-7-15 0,14-4-13 0,15-10-16 16,9-7-11-16,11-10-42 0,6-10-65 16,5-13 0-16,-1-7 0 0,-3-16-55 0,-1-7 0 15,-4-11 2-15,-1-6 8 0,-6-7 3 16,-4-4 11-16,-7-9 13 0,-8-3 26 0,-8-4 19 16,-16-8 19-16,-4-5 21 0,-10-6 8 15,-13-7 1-15,-9-7-76 0,-12-7 0 16,-17-9 0-16,-7-2 0 0,-19-4 0 15,-11 4 0-15,-15 5 0 0,-8 17 0 0,-8 18 0 16,-12 21 0-16,-2 18 0 0,14 25 0 16,-30 15 0-16,-2 16 0 0,1 12-142 0,3 16-187 15,5 6-147-15,8 7-201 0,11 1-214 16,10 1 73-16,10-3 101 0,8-2-691 16,25-15-861-16</inkml:trace>
  <inkml:trace contextRef="#ctx0" brushRef="#br0" timeOffset="126374.67">5825 8872 3943 0,'4'-6'22'0,"-4"1"55"0,0 5 32 0,0 0 25 0,0 0 15 0,0 0 25 16,0 0 28-16,-50 15 15 0,10 10 17 16,-11 6 38-16,-4 4 5 0,-16 15-3 15,4 1-2-15,-1-1 1 0,3 1-6 0,3-1-16 16,12-10-19-16,3-2-24 0,4 0-16 16,5-5-27-16,2-2-16 0,6-2-51 15,5-6-98-15,4-2 0 0,3-7 0 0,3-1 0 16,4-1 0-16,-1-4 0 0,3 1 0 15,0-2 0-15,-2-2 0 0,0-1 0 0,4 2 0 16,-3 0-275-16,1-1-209 0,-1 0-114 16,0 0-136-16,-3 2-113 0,2 3 75 0,1 0-752 15,1 2-969-15</inkml:trace>
  <inkml:trace contextRef="#ctx0" brushRef="#br0" timeOffset="126709.8">4432 10139 4383 0,'7'-16'70'0,"-5"6"29"16,0 5 25-16,0-2 16 0,-2 7 16 0,3-11 11 15,-3 11-6-15,0 0 12 0,0 0 30 16,0 0 13-16,0 0-3 0,0 0-16 16,-3 37-11-16,3-20-20 0,-2-4-19 15,2 5-16-15,2-1-13 0,-4 1-13 0,2-2-11 16,0 1-3-16,0-4-16 0,2 1-37 16,-2-2-41-16,0-1-45 0,0-1-52 15,0-2-65-15,3 0-76 0,-3-3-115 0,0-5-127 16,0 0-128-16,0 0-174 15,0 0 72-15,0 0-630 0,-21-27-798 0</inkml:trace>
  <inkml:trace contextRef="#ctx0" brushRef="#br0" timeOffset="127057.7">4354 9677 3737 0,'-17'4'-8'15,"-1"6"51"-15,-7 10 33 0,-7 9 46 16,-2 13 43-16,0 8 38 0,-6 20 30 0,2 4 25 15,6 5 30-15,0 5 6 0,12 1-17 16,8-12-15-16,7-3-17 0,5 3-15 0,5-3-23 16,9-6-16-16,7-4-19 0,8-2-17 15,5-10-6-15,11-7-22 0,7-6-8 0,7-12-13 16,4-5-29-16,9-13-35 0,8-12-31 16,23-13-34-16,2-15-35 0,-2-11-8 0,-8-10 9 15,-2-8 9-15,-11-2 3 16,-9-4 12-16,-13-5 26 0,-13-4 20 0,-17-1 18 15,-12 9 15-15,-15-4-6 0,-15-23 1 16,-14-1-7-16,-16 1-11 0,-17 3-4 0,-13 6-2 16,-10 7-2-16,-8 7-6 0,0 17-2 15,-5 15-7-15,4 12-13 0,19 20-25 16,-7 13-45-16,4 15-42 0,-10 18-67 0,7 12-82 16,10 11-110-16,7 3-114 0,9-1-192 15,16-9-110-15,5-3 91 0,12-3-629 0,12-14-793 16</inkml:trace>
  <inkml:trace contextRef="#ctx0" brushRef="#br0" timeOffset="128590.11">4683 10767 2617 0,'0'0'455'0,"-3"-11"-115"0,1 4-30 0,2 7-17 0,-2-9-15 0,2 9-15 16,-4-7-16-16,4 7-28 15,0 0-11-15,0 0 17 0,0 0 36 0,0 0 24 0,8 43 2 16,1-5-12-16,1 10-16 16,5 9-5-16,2 3 0 0,0-4-11 0,2 2-17 15,1 0-16-15,0 1-28 0,1-2-182 16,-3-6 0-16,-1-1 0 0,-2-4 0 0,-4-12 0 16,-3 1 0-16,2-4 0 0,-4-6 0 15,-5-6 0-15,-1 0 0 0,0-3 0 0,-1-3 0 16,-3 2 0-16,0-3-122 0,-4-3-489 15,2 1-181-15,-3 0-104 0,-3-2 81 0,1 5-870 16,-2 5-1121-16</inkml:trace>
  <inkml:trace contextRef="#ctx0" brushRef="#br0" timeOffset="129011.39">4737 12034 5074 0,'-2'3'147'0,"2"-3"23"0,-5 5 32 0,5-5 37 15,0 0 16-15,-6 4-5 0,6-4-19 16,0 0-18-16,0 0-17 0,26-7-11 16,-7 3-18-16,6-1-20 0,0 3-14 15,4 2-11-15,1 0-15 0,-5 2-15 0,-1 3-4 16,-1 2-6-16,1 2-3 0,-8 1-67 16,0 5-12-16,-3 1 0 0,-5 4 0 0,-1 1 0 15,-7 4 0-15,-5 11 0 0,-2 3 0 16,-5 7 0-16,-1 0 0 0,2-10 0 15,0-2 0-15,4-3 0 0,0-7 0 0,7-3 0 16,-1-5 0-16,2 1 0 0,4-3 0 16,3 3 0-16,-1-1 0 0,4-1 0 0,1 3 0 15,6 3 0-15,4 2 0 0,-3 0 0 16,1-1 0-16,-4 0 0 0,-3-1 0 0,-1-3 0 16,-5 2 0-16,-1 1 0 15,-4 2 0-15,0 1 0 0,-6 1 0 0,-2 10 0 16,-5 1 0-16,-6-3 0 0,-3-1 0 15,2-4 0-15,-5-5 0 0,-4-3 0 0,2-2 0 16,1-13 0-16,1-3 0 0,-4-6 0 16,-7-11 0-16,-8-14 0 0,0-9 0 0,4-8-599 15,-6-22-410-15,15 11 100 0,5-7-1021 16,-5-16-1350-16</inkml:trace>
  <inkml:trace contextRef="#ctx0" brushRef="#br0" timeOffset="129373.97">4541 11983 5268 0,'-14'-7'-60'16,"1"3"44"-16,-4 4 33 0,17 0 39 0,-34 9 51 16,7 9 43-16,-6 11 22 0,1 9 36 15,3 8 17-15,6 13 9 0,-2 24 3 0,5 9 5 16,10 2-4-16,6 7-16 0,8 7-15 16,8 1-14-16,6-3-18 0,11-6-21 0,15-9-12 15,5-5-122-15,11-12-20 0,7-11 0 16,7-10 0-16,10-9 0 0,2-7 0 0,4-14 0 15,-15-13 0-15,4-12 0 0,4-8 0 16,11-15 0-16,-7-8 0 0,-7-13 0 16,-8-7-14-16,-8-6-19 0,-8-11 20 15,-9-2 29-15,-13-5 15 0,-7-8-18 16,-11-4-13-16,-11 6 0 0,-15-21 0 0,-9-6 0 16,-20-8 0-16,-8 2 0 0,-12 0 0 15,-29-24 0-15,13 38 0 0,-11 13 0 0,-4 12 0 16,-1 18 0-16,1 19 0 0,15 22 0 15,3 16 0-15,-3 10 0 0,7 14-167 0,-11 16-185 16,4 9-118-16,10 9-142 0,8 0-200 16,17-10-7-16,6 1 79 0,0-1-695 0,9-3-885 15</inkml:trace>
  <inkml:trace contextRef="#ctx0" brushRef="#br0" timeOffset="131190.26">5269 13660 3008 0,'0'-8'250'0,"-3"-3"-37"0,3 1-3 0,0-4 16 0,0 1 15 0,0 1 21 0,3 0 14 0,-3 1 9 16,-3 3 8-16,6 1-11 0,-3 7-25 16,0-15-24-16,0 15-30 0,0 0 35 0,0 0 37 15,15 27 15-15,-4 4-1 16,8 12-10-16,3 4 7 0,-2 0-15 0,7 3-247 0,1 0-24 15,-1-4 0-15,-4-1 0 0,2-2 0 16,0-6 0-16,-8-6 0 0,0-3 0 16,-6-3 0-16,2-6 0 0,-4-4 0 15,-4-1 0-15,1-4 0 0,-1-1 0 0,-1 0 0 16,3-3 0-16,-6 0 0 0,1-1 0 16,-2-5 0-16,0 0 0 0,-3 8 0 0,3-8-460 15,-13 7-472-15,1 0 4 0,-1 1 92 16,-10 9-876-16,-2 6-1147 0</inkml:trace>
  <inkml:trace contextRef="#ctx0" brushRef="#br0" timeOffset="131590.6">5389 14470 4905 0,'0'-9'134'15,"0"9"23"-15,0 0 11 0,0 0 49 0,0 0 69 16,0 0 46-16,0 0 7 0,-8 36-8 15,10-17-16-15,-2 6-24 0,3-2-18 0,2 12-24 16,2-5-55-16,1 5-194 0,-1-5 0 16,5-2 0-16,3-4 0 0,1 0 0 15,-5-6 0-15,3-4 0 0,-5-4 0 16,2-4 0-16,1-3 0 0,-1-4 0 0,4-4 0 16,2-6 0-16,8-5 0 0,-3-4 0 15,-4 0 0-15,3-3 0 0,-1 1 0 16,-5 6 0-16,-4 3 0 0,-3 4 0 0,-1 2 0 15,-1 2 0-15,-1 5 0 0,-5 0 0 16,12 9 0-16,-6 1 0 0,1 4 0 0,-1 5 0 16,6 13 0-16,1 2 0 0,-2 4 0 15,8 6 0-15,-1 2 0 0,-1-12 0 0,-4-4 0 16,0 0 0-16,3-4 0 0,-5-8 0 16,-2-4 0-16,2-2 0 0,-8-4 0 0,3 1 0 15,-3-3 0-15,1-3 0 0,-4-3 0 16,9 2 0-16,-9-2-293 0,11-11-363 15,-8 2-114-15,3-5-126 0,-1-6 82 0,4 0-806 16,-2-3-1058-16</inkml:trace>
  <inkml:trace contextRef="#ctx0" brushRef="#br0" timeOffset="132142.09">5447 14483 4612 0,'-22'-13'47'0,"-1"2"8"0,2 6 0 0,-1 5 10 0,-5 4 44 0,-7 9 46 0,-9 10 37 0,4 9 28 0,1 8 2 0,-1 7 0 0,3 23 3 16,5 12 4-16,6 4 2 0,12 4 2 15,6-11-3-15,7 5-4 0,9 19-9 16,8-5-15-16,12-8-16 0,9-9-22 15,6-9-70-15,9-9-94 0,10-8 0 16,7-9 0-16,-5-21 0 0,6-8 0 0,5-12 0 16,4-10 0-16,16-14 0 0,1-10 0 15,-2-11 0-15,-9-9 0 0,-10-7 0 0,-9-6 0 16,-8-8 0-16,-10 3 0 0,-7-7 0 16,-15-9 0-16,-7-4 0 0,-13 11 0 0,-9-8 0 15,-12-21 0-15,-11-2 0 0,-11 4 0 16,-14 7 0-16,-12 8 0 0,-7 15 0 15,-7 17 0-15,-6 17 0 0,10 23 0 16,-10 11 0-16,0 14 0 0,-21 17 0 0,3 11 0 16,5 7 0-16,10 6-228 0,7 4-240 15,8 1-204-15,7 0-241 0,18-12 64 16,9 1 96-16,0-2-712 0,2-8-914 0</inkml:trace>
  <inkml:trace contextRef="#ctx0" brushRef="#br0" timeOffset="133123.43">4493 10040 3681 0,'-2'-8'-234'0,"2"0"33"0,0-1 31 0,0 1 42 0,0-2 22 16,2 0 29-16,0 1 35 0,2-4 29 0,-3 1 26 15,1 0 21-15,-2 0 23 0,2 0 15 16,-4 2 20-16,2-2 10 0,-2 2 10 0,1 0 11 16,-3 1-2-16,2 0 0 15,0 2-10-15,0 1-8 0,2 6-15 0,-3-7-6 0,3 7 14 16,0 0 9-16,-14 13 3 15,8 1 12-15,-1 5 16 0,-4 13 5 0,-1 3 12 16,3 0-1-16,-2 2 8 0,2 1 10 16,2-4 0-16,-1 0 6 0,5-6 2 0,1-3-9 15,-1-6-5-15,3 2-5 0,0-3-9 16,0-4-3-16,0 1-18 0,0-2-14 16,3-1-8-16,-3-4-7 0,0 2-14 0,0-1 1 15,0-9-13-15,0 12-5 0,0-4-6 16,0-8-6-16,2 8-23 0,-2-8-42 0,0 7-47 15,0-7-50-15,0 8-64 0,0-8-81 16,0 0-98-16,3 6-117 0,-3-6-142 16,0 0-194-16,0 0 72 0,0 0 86 15,0 0-492-15,0 0-602 0</inkml:trace>
  <inkml:trace contextRef="#ctx0" brushRef="#br0" timeOffset="134989.81">16952 2954 2164 0,'-15'5'179'0,"6"-1"-20"0,3-3-1 0,6-1-18 0,-10 6-6 0,10-6-16 15,0 0 5-15,0 0-5 0,0 0 21 16,0 0 4-16,29 3-9 0,-10-4-16 0,6-3-7 16,11 0-19-16,0-1-2 15,2-2-12-15,-2 1-1 0,-2-1-22 0,-7 2-16 16,-4 0-31-16,-3-1-43 0,-7 2-40 15,1 2-52-15,-5-4-60 0,-4 5-73 16,3-3-112-16,-8 4-227 0,3-6 53 0,-3 6-194 16,0 0-232-16</inkml:trace>
  <inkml:trace contextRef="#ctx0" brushRef="#br0" timeOffset="136344.87">18601 3180 2255 0,'-5'4'100'0,"5"-4"7"0,-9 4-4 0,9-4-5 0,0 0 5 0,0 0 13 0,43-3 0 0,-21 0-7 16,5 1-6-16,0-1-12 15,10-3-13-15,2 2-9 0,3 0-32 0,-3 0-42 16,0 0-62-16,-1-2-66 0,-5 3-84 15,-7-1-88-15,7-4-173 0,-7 1-21 0,-9 2-107 16,2 0-105-16</inkml:trace>
  <inkml:trace contextRef="#ctx0" brushRef="#br0" timeOffset="137655.71">20459 3280 1740 0,'-11'0'152'0,"11"0"30"0,-16 2 24 0,16-2 7 0,0 0-9 0,0 0-4 0,-11 0-3 16,11 0 14-16,0 0 7 15,0 0-8-15,0 0-12 0,34-7-22 0,-15 5-19 0,8-1-17 16,11 1-19-16,2-3-36 16,5 2-36-16,0 1-71 0,-4-2-95 0,6 2-100 15,-8-2-116-15,-5 4-142 0,2-4-146 16,-9 1 56-16,-4 1-221 0,-1-2-273 0</inkml:trace>
  <inkml:trace contextRef="#ctx0" brushRef="#br0" timeOffset="140105.65">8861 12884 2707 0,'7'-8'249'0,"-5"4"-21"0,2-2-33 0,0 4-15 0,-4 2-25 0,0 0-19 0,4-7-18 0,-4 7 38 0,0 0 43 16,11 19 19-16,-1 1 6 15,3 14 11-15,2 11 6 0,3 5 4 0,0 2 1 16,4 6-12-16,1 4-13 0,2-1-19 16,0 0-16-16,2-3-18 0,-2-2-15 0,0-3-12 15,-2-5-20-15,-3 0-9 0,-4-14-13 16,-3-4-10-16,-1-1-7 0,-4-7-9 0,-3-5-6 16,-1-1-4-16,0-5-4 15,-2 1-7-15,0-6-1 0,0 2-3 0,-2-1-20 16,0-7-52-16,0 0-71 0,-6 2-91 0,6-2-100 15,0 0-138-15,0 0-150 16,-21-11-187-16,14 8-56 0,0 0 71 0,7 3-638 0,-13-2-836 16</inkml:trace>
  <inkml:trace contextRef="#ctx0" brushRef="#br0" timeOffset="140489.44">9130 13865 3815 0,'-16'6'-15'0,"5"-4"35"16,2 1 37-16,1 1 24 0,-2 1 26 0,5-2 16 15,-3 3 9-15,2 0 1 16,0 1-9-16,3 2-14 0,-1 1-5 0,2 1-5 16,2 2-8-16,2-3-6 0,3 5-7 15,3-3-7-15,2 5-9 0,3-3-6 0,3 2-1 16,2 7-10-16,3-4-6 0,-1 5-1 15,-2-1-1-15,4 3 11 0,-10 0 19 0,2 1 22 16,-1 0 21-16,-3-2 40 0,-6-1 34 16,-2-2 26-16,-2 2 17 0,-2-1 11 15,-2 1-3-15,-2-2-4 0,0-3-7 0,-3-1-9 16,0 0-20-16,-3-5-15 0,-1 1-168 16,1-4-13-16,-1-1 0 0,-3-3 0 15,2-4 0-15,-8 0 0 0,1-2 0 16,3-2 0-16,-11-3 0 0,6-2 0 0,0 2-66 15,-1-1-339-15,3 0-123 0,-4-2-144 16,3 1-229-16,9 0 82 0,4 0 84 0,5-1-648 16,4-3-835-16</inkml:trace>
  <inkml:trace contextRef="#ctx0" brushRef="#br0" timeOffset="140821.4">9537 13839 4105 0,'0'0'55'16,"-14"0"38"-16,1 7 39 0,-3 5 32 0,-7 8 23 16,-2 6 13-16,-4 11-9 0,1-1-9 15,1 3-8-15,5 2-12 0,6-7-13 16,5-2-18-16,5 1-14 0,6-7-11 0,4-4-13 16,3-3-6-16,11 3-9 0,0-7-3 15,5-5-10-15,2-8-25 0,6-4-8 0,12-6-12 16,11-6-22-16,1-5-6 0,-4-2 1 15,-3-2 5-15,-6 1-2 0,-12 5 15 16,-5-4 13-16,-4-1 28 0,-9 1 7 16,-9 3-1-16,-1 1 1 0,-6-4-9 0,-3 0-4 15,-6-9 6-15,-6 3-20 0,-3 4 6 16,-4-2-18-16,0 8-42 0,-3 5-37 16,0 7-49-16,1 4-80 0,-13 2-106 0,1 6-120 15,-3 0-131-15,-7 9-187 0,5-1 1 16,8 3 79-16,1-4-495 0,9 1-613 0</inkml:trace>
  <inkml:trace contextRef="#ctx0" brushRef="#br0" timeOffset="141187.87">9268 13433 3076 0,'-39'-3'39'16,"-3"10"31"-16,-11 15 49 0,-7 12 51 15,-12 13 44-15,5 13 41 0,4 11 30 0,6 8 8 16,6 10 13-16,10 5 2 0,9 6-22 16,14-1-17-16,9 2-18 0,16-21-24 0,7 8-24 15,19-1-17-15,13-5-19 0,13-10-14 16,11-13-12-16,18-9-13 0,13-11-20 0,4-8-34 16,1-20-68-16,-20-11-56 0,17-14-12 15,-5-10 12-15,-3-11-1 0,-2-7 9 16,-5-13 8-16,-7-2 3 0,-6-3 8 0,-10-5 0 15,-8-2 21-15,-13-4 11 0,-14-7 20 16,-11 9 4-16,-9-6-3 0,-10-2-8 16,-11-23-5-16,-13-4-1 0,-12 1-8 15,-13 7 3-15,-12 2 17 0,-11 7-3 0,-9 17-13 16,-5 14-11-16,-7 15-27 0,-6 18-37 16,15 20-52-16,-20 15-64 0,-2 10-97 0,7 18-121 15,2 7-145-15,10 3-261 0,6 7 65 16,11-4 87-16,11 0-511 0,19-10-629 0</inkml:trace>
  <inkml:trace contextRef="#ctx0" brushRef="#br0" timeOffset="143021.51">10079 14752 3629 0,'-8'-11'341'0,"1"4"-60"0,2 0-53 0,2 0-44 0,-1 4-40 0,4 3-42 0,-4-5-26 0,4 5 25 16,0 0 29-16,0 0 11 0,20 25 1 0,-6-1-9 16,4 5-10-16,4 10-8 15,3 0-12-15,-2-2-9 0,-2-6-11 0,0 7-8 16,-4-7-6-16,3-2-5 0,-6-2-10 15,2 1-7-15,-5-8-3 0,-2 0-27 0,-5-5-31 16,5-1-32-16,-8 0-46 0,3-2-69 16,-2-1-88-16,0 1-113 0,-4-3-138 15,0 0-190-15,-3-4-14 0,-2 1 74 0,1-2-415 16,6-4-518-16</inkml:trace>
  <inkml:trace contextRef="#ctx0" brushRef="#br0" timeOffset="143387.81">10376 15311 3202 0,'0'0'134'0,"-10"9"6"15,6-4 14-15,4-5 29 0,-11 16 24 16,8-7 4-16,-5 1 1 0,3 1-6 0,4 4-26 16,-1-1-14-16,0 4-14 0,2-1-14 15,0 1-13-15,5 2-14 0,0 1-15 16,3-3-5-16,1 0-9 0,6 9-12 0,-2-2-5 15,5 0-2-15,0-3-6 0,0 3-4 16,3-2 3-16,0 0 22 0,0 1 17 0,0-3 19 16,-3 4 16-16,2-1 17 15,-1-2 15-15,-6 0 13 0,-2-3 9 0,-2 0 0 16,-2 0 1-16,-3-3 0 0,-1-2-7 16,-1 3-14-16,-2-3-108 0,-2 3-56 0,-1 1 0 15,-5 1 0-15,-6 7 0 0,2-4 0 16,-10-2 0-16,1-1 0 0,1-7 0 15,-7 2 0-15,2-6 0 0,2-1 0 0,-1-4 0 16,4 1 0-16,-3-1-311 0,0-1-126 16,3-4-86-16,-3-1-103 0,5-2-133 15,0-5-67-15,4 1 86 0,3-6-610 0,7-1-805 16</inkml:trace>
  <inkml:trace contextRef="#ctx0" brushRef="#br0" timeOffset="143737.54">10988 15265 4006 0,'-6'-8'73'0,"4"5"14"15,2 3 26-15,-23 3 38 0,12 5 33 0,-3 4 21 16,-7 11 24-16,1 4 10 0,-3 11-4 16,0 3-5-16,2 4-8 0,2 1-15 15,1 2-23-15,5-3-14 0,4-6-24 0,3-2-14 16,2-3-11-16,4-4-15 15,4-6-10-15,4 9-12 0,3-4-11 0,7-5-7 16,0-2 3-16,3-1-19 0,6-6-13 16,-4-5-5-16,-3-5-8 0,-2 1 2 0,-1-2-2 15,-7-2-3-15,1 2 8 0,-2-2 2 16,-9-2-3-16,12 3-3 0,-12-3 1 0,0 0-2 16,0 0 1-16,0 0-6 0,-21-17-5 15,10 11 1-15,-3 0-3 0,1-1-4 0,-5 3-22 16,6-4-29-16,-6 3-47 0,3 0-45 15,1 1-51-15,3 1-67 0,-3 0-81 16,3-1-92-16,0 1-109 0,1-1-138 0,1-1-110 16,1 0 75-16,1 0-557 15,2-4-724-15</inkml:trace>
  <inkml:trace contextRef="#ctx0" brushRef="#br0" timeOffset="144121.43">10457 15023 3398 0,'-36'6'12'0,"0"7"33"0,-7 15 21 15,-3 11 51-15,-8 27 37 0,9 14 28 16,5 13 21-16,12 8 10 0,4 9 5 0,13 8-1 16,11 6-11-16,8 2-13 15,15 3-16-15,9-4 20 0,10-8-8 0,11-11-21 16,12-10-17-16,9-13-17 0,12-15-13 15,9-17-6-15,12-15-16 0,3-15-16 16,10-15-26-16,0-18-50 0,2-11-22 0,-5-19-4 16,-8-12-7-16,-12-14 3 0,-13-8 1 15,-9-10 4-15,-12-3 2 0,-13-3 6 0,-12-5 4 16,-15-5-1-16,-14-7 0 0,-14-7 0 16,-12-3 3-16,-18-2-4 0,-12-5 0 0,-37-25-11 15,-11 10-12-15,16 48-16 0,-9 4-13 16,-9 17-17-16,1 20-4 0,-1 17-15 0,14 25-26 15,1 14-28-15,-19 23-53 0,3 20-45 16,1 15-57-16,7 16-90 0,10 11-141 16,6 6-141-16,6 3 72 0,16-5-373 15,11-8-454-15</inkml:trace>
  <inkml:trace contextRef="#ctx0" brushRef="#br0" timeOffset="146703.91">27678 4197 3477 0,'-41'-2'114'0,"14"2"22"0,2 0-51 0,7 0-49 0,3 2-4 0,3 0 2 15,9 3 25-15,3-5 10 0,12 10-10 16,6 1-4-16,28 5-5 0,15 2-5 0,11 1-6 16,23 3-30-16,2-1-49 0,5-4-86 15,-5 0-82-15,-27-8-113 0,5-2-187 0,-8-4-71 16,-20-3 66-16,-7-6-169 0,-4 0-176 15</inkml:trace>
  <inkml:trace contextRef="#ctx0" brushRef="#br0" timeOffset="148403.51">10190 8144 2352 0,'-4'-22'761'0,"-1"4"-260"0,2 4-84 0,-3 7-78 0,4-2-70 0,0 2-52 16,0 1-42-16,2 6 39 0,0 0 51 16,-7 25 15-16,3-1-8 0,2 14-7 15,2 6-19-15,0 4-24 0,2 11-18 0,6-1-20 16,-1-1-19-16,2-1-15 0,5-4-17 15,-1-4-13-15,-1-12-13 0,-1-2-32 16,0-3-45-16,3-2-44 0,-5-8-74 0,-3-6-77 16,2-1-69-16,-2-6-61 0,-1 1-76 15,1-6-87-15,1-5-82 0,-7 2-65 0,27-17-85 16,-6-5-5-16,8-12-600 16,-4-7-754-16</inkml:trace>
  <inkml:trace contextRef="#ctx0" brushRef="#br0" timeOffset="148686.56">10574 8309 3364 0,'2'-18'-52'0,"0"7"61"0,-6 5 34 15,0 2 25-15,4 4 36 0,0 0 47 16,0 0 29-16,-36 19 12 0,23-5 2 0,-4 11-5 16,2 3-11-16,1 1-14 0,7 1-11 15,3-1-14-15,2-6-13 0,4-1-12 16,3 0-8-16,7-2-8 0,1-6-9 0,12 2-5 16,-1-9-9-16,17-5-8 0,-9-4-4 15,6-9-7-15,7-6-5 0,-2-3 5 0,-3-4-9 16,-10 1-3-16,-5 0-4 15,-5-2-1-15,-9 5-4 0,-8 1-7 0,-5 0-3 0,-3-1 0 16,-11-7 3-16,-4 2 1 16,-1 4-4-16,-6 4-2 0,0-1-8 0,0 4 2 15,7 4-8-15,2 1 1 0,4 7-5 16,-2 4-9-16,3 3-21 0,-1 4-38 0,1 8-56 16,1 0-76-16,3 12-101 0,3-5-114 15,6-5-119-15,0-1-151 0,6-5 12 0,3-5 72 16,7-2-397-16,5-4-470 0</inkml:trace>
  <inkml:trace contextRef="#ctx0" brushRef="#br0" timeOffset="149122.41">11041 8274 2826 0,'10'-2'110'0,"-7"0"53"15,-3 2 43-15,0 0 36 0,0 0 33 0,0 0 12 16,0 0 13-16,0 0 6 16,0 0-29-16,0 0-30 0,-25 16-23 0,23-11-18 15,2-5-22-15,-5 8-24 0,5-8-17 16,0 0-6-16,0 0-15 0,0 0 1 0,0 0-17 15,0 0-1-15,0 0-16 0,36-21-13 16,-11 0-8-16,-2-1 0 0,0-2-14 0,-3-1-3 16,-2 0 1-16,-7 5-7 0,-4 6 3 15,0 2 10-15,-2 4 10 0,-1 1 2 0,-4 7-9 16,0 0-3-16,0 0 2 0,0 0 0 16,-21 25 4-16,8 4-1 0,6 6 3 0,-4 7-1 15,10 1-8-15,1 15-7 16,3 5-5-16,7-2-7 0,5-2-30 0,6-2-8 15,3-2 0-15,0-6 0 0,2-1 0 16,1-7 0-16,-4-4 0 0,-5-8 0 0,-7-7 0 16,-2-6 0-16,-2-1 0 0,-2-3 0 15,-3-2 0-15,-4 2 0 0,-4-2 0 0,-9 2 0 16,-5 0 0-16,-12 0 0 0,-4 0 0 16,-2-3 0-16,-6-2 0 0,0-6 0 0,0-2 0 15,3-3 0-15,-3-3 0 0,3-1 0 16,9-2 0-16,2-3 0 0,7 3 0 15,4 0 0-15,5-2 0 0,5 1 0 16,5 2 0-16,8-7-359 0,3-5-573 0,7-9 2 16,15-7 99-16,3-1-917 0,8-4-1179 15</inkml:trace>
  <inkml:trace contextRef="#ctx0" brushRef="#br0" timeOffset="149471.76">11552 8249 4873 0,'4'-12'215'0,"-2"-2"81"0,0 5 52 0,-1-1 36 0,1 5 12 0,-2 5 11 0,2-12-10 0,-2 6-35 16,0 6-36-16,0-9-139 0,0 9-187 16,6-5 0-16,-6 5 0 0,0 0 0 0,0 0 0 15,28 6 0-15,-17 0 0 0,1 2 0 16,-1 1 0-16,3-1 0 0,-4 2 0 16,-3-6 0-16,0 3 0 0,0-4 0 15,-2 2 0-15,-5-5 0 0,11 6 0 0,-7-5 0 16,-4-1 0-16,14-8 0 0,-5-4 0 15,0-5 0-15,2 3 0 0,-2-2 0 0,0 6 0 16,-1 1 0-16,0 3 0 0,-1 1 0 16,2 3 0-16,-9 2 0 0,24 3 0 0,-9 3 0 15,6 2 0-15,5 4 0 0,3 0 0 16,0 2 0-16,-1-2 0 0,-3-4 0 0,0-1 0 16,-5 1 0-16,-2-6 0 0,2 4 0 15,-6-2 0-15,0-2 0 0,-3-2 0 16,-2 0 0-16,-9 0-384 0,12-2-627 15,-12 2 95-15,0 0 100 0,0 0-906 0,0 0-1156 16</inkml:trace>
  <inkml:trace contextRef="#ctx0" brushRef="#br0" timeOffset="149855.5">11133 7246 4792 0,'-82'3'-14'0,"3"10"63"0,-31 14 44 16,-10 11 39-16,-7 14 31 0,-40 34 16 16,9 14 20-16,9 16 15 0,11 18 0 15,11 17 0-15,21 12-12 0,20 7 4 0,25-6 1 16,34-33-4-16,22 2-5 0,21-3-15 16,23-4-16-16,41 19-15 0,29-23-9 0,27-21-15 15,33-26-10-15,15-23-69 0,22-21-49 16,19-17 0-16,13-19 0 0,-1-17 0 0,-4-17 0 15,-20-13 0-15,-17-12 0 16,-19-8 0-16,-21-11 0 0,-48 17 0 0,-19-10-18 0,-11-7-44 16,-14-10 19-16,-14-12 18 15,-16-2 18-15,-12-10 22 0,-19-7 4 0,-22-5 6 16,-19-1-9-16,-34-35 5 0,-19 10-12 16,-28 14-8-16,-20 16 2 0,-15 22 0 0,-24 26-8 15,29 41-3-15,-9 22-8 0,-5 26-13 16,-43 29-31-16,9 27-44 0,14 14-65 0,23 10-82 15,19 1-109-15,51-17-143 0,13-1-205 16,16-9-125-16,23-20 88 0,11-5-737 0,13-8-929 16</inkml:trace>
  <inkml:trace contextRef="#ctx0" brushRef="#br0" timeOffset="159084.81">11185 10197 1439 0,'-12'-2'313'0,"4"0"-121"0,8 2-40 0,-19 0 3 15,8 2 5-15,-3 0-7 0,5-2-10 16,-3 1-5-16,12-1 12 0,-17 4 0 0,13 0 26 16,2 0 23-16,2-4 3 0,10 9-10 15,3-4-15-15,10 0-12 0,2-1-19 0,12-1-15 16,8 0-13-16,-2-3-9 0,3 0-11 16,-2-3-13-16,-2 0-17 0,0-3-31 0,-2 3-45 15,-10 0-56-15,-3-2-79 0,-4-1-78 16,-4 3-72-16,-4-2-79 0,1 0-76 0,-9 1-142 15,-3 1 48-15,-4 3-263 0,0 0-293 16</inkml:trace>
  <inkml:trace contextRef="#ctx0" brushRef="#br0" timeOffset="159251.28">11260 10310 2149 0,'-23'12'-35'0,"8"-2"17"0,0 1 40 16,4-1 18-16,-1-2 22 0,6 0 25 15,1 4 35-15,3-6 33 0,2 3 15 0,3-2 0 16,5 0-10-16,4 1-6 0,3-1-19 15,0-2-16-15,6 2-9 0,2-4-26 0,-2 1-61 16,4-2-99-16,-3-2-110 0,3-2-152 16,0-2-202-16,0-1 29 0,5-3 64 0,-5-1-101 15,-4-1-51-15</inkml:trace>
  <inkml:trace contextRef="#ctx0" brushRef="#br0" timeOffset="159501.12">11657 10024 1864 0,'-4'-8'200'0,"0"3"9"0,4 1 5 16,0 4 2-16,0 0 4 0,-2-8 4 16,2 8 45-16,0 0 9 0,0 0-6 15,23 25-22-15,-10-9-22 0,4 7-19 0,4 3-20 16,-1 2-22-16,-4 2-17 0,0 1-12 16,-1 1-17-16,-5 1-11 0,-3 2-9 15,-3-8-7-15,-4-2-10 0,-2 0-2 16,-5 7-7-16,-5-2-7 0,-3-1-4 0,-3-4-8 15,-7-1-3-15,0 0-9 0,-6-4-34 16,1-1-50-16,-4 1-75 0,2-7-109 0,-2 3-123 16,3-6-147-16,6-1-229 0,5-7 43 15,4 2 68-15,5-4-417 0,2 2-502 0</inkml:trace>
  <inkml:trace contextRef="#ctx0" brushRef="#br0" timeOffset="164550.12">13236 9782 1144 0,'6'-10'403'0,"-2"3"-114"0,-1-1-43 0,2 4-64 0,-5 4-36 0,4-8-28 0,-4 8-30 16,0 0 42-16,0 0 53 0,0 0 9 15,-11 24 9-15,2-7-4 0,-2 10 0 0,-3 2 10 16,3 2-5-16,0 3 0 15,1 0-6-15,1 1-17 0,1 0-16 0,0-6-13 16,4 0-13-16,-1 3-12 0,-1-6-15 16,4-4-7-16,-1-2-13 0,-3-1-4 0,1-1-10 15,2-3-9-15,-3 3-30 0,1-6-41 16,-1 2-68-16,-4 1-102 0,3-4-121 0,-1-1-133 16,1-4-189-16,3-3-63 0,4-3 74 15,0 0-404-15,0 0-486 0</inkml:trace>
  <inkml:trace contextRef="#ctx0" brushRef="#br0" timeOffset="164849.7">13516 9769 3043 0,'-3'-9'124'0,"-1"2"27"0,0-1 38 16,2 3 41-16,2 5 35 0,-5-8 10 0,5 8-9 15,-2-8-22-15,2 8-23 0,7-8-26 16,4 6-16-16,14-1-15 0,2 3-22 0,15 0-16 15,-2 3-14-15,0 5-14 16,-2 4-10-16,-4 3-9 0,-1 5-10 0,-9 1-2 0,-2 4-9 16,-8 2-6-16,0 4 4 0,-6 2 6 15,-5-6-10-15,-1 0 9 0,-4-2 3 16,-3 10 9-16,-1-2-15 0,-1-2 1 16,-3-4-5-16,2-3-11 0,-4 5 0 0,-1-1-4 15,2-6-22-15,4-3 10 0,-3-1-35 16,1-1-50-16,1-4-59 0,5 0-91 0,-6 0-115 15,5-3-103-15,-1-5-142 0,3-1-202 16,2-4 50-16,0 0 86 0,0 0-493 16,0 0-595-16</inkml:trace>
  <inkml:trace contextRef="#ctx0" brushRef="#br0" timeOffset="165033.47">13618 10146 3455 0,'-14'-6'180'0,"5"3"33"0,1 1 29 16,8 2 53-16,-12-7 39 15,12 7-9-15,-9-1-4 0,9 1-21 0,0 0-35 16,0 0-28-16,29-16-22 0,-4 9-26 16,13-1-23-16,3 1-62 0,4 0-73 0,0 0-113 15,1 1-112-15,-3-2-144 0,0 4-142 16,-5-2-204-16,-4 1-75 0,-5 3 82 0,-10 2-567 16,-4 2-706-16</inkml:trace>
  <inkml:trace contextRef="#ctx0" brushRef="#br0" timeOffset="165633.73">15085 9786 3585 0,'2'-14'-27'0,"0"-1"43"0,-2 5 57 0,2 3 43 0,-2 1 28 0,0 0 10 0,0 6-9 0,1-8-20 0,-1 8 9 0,0 0 60 16,0 0 22-16,-11 29 10 0,9-9 19 0,-8 17 6 15,1 4 1-15,2 10 8 0,-4 4-8 16,2-3-14-16,4 3-8 0,-1-12-8 0,3 0-14 16,1-4-16-16,-5 0-15 0,5-3-15 15,0-7-11-15,1-7-12 0,-1-1-28 16,2-3-111-16,-4-1 0 0,4-5 0 0,-2 1 0 15,2-4 0-15,-2 0 0 0,2-2 0 16,0-1 0-16,0-6 0 0,-1 9 0 16,1-9 0-16,0 0 0 0,0 0-157 0,0 0-407 15,9-26-223-15,-6 12-123 0,1-1 92 16,1-1-867-16,0 3-1121 0</inkml:trace>
  <inkml:trace contextRef="#ctx0" brushRef="#br0" timeOffset="166102.01">15989 9898 4945 0,'1'-17'19'0,"5"0"10"0,-1 5-3 0,5 0 6 16,0 4 16-16,3-3 3 0,1 5 2 15,0 1-8-15,4 1-8 0,-1 4-2 0,0 4-2 16,4 1-6-16,0 1 0 0,-4 5-3 16,-2 1-7-16,-5 0-2 0,-2 1 3 0,-7 4-1 15,-4 7-3-15,-9 9 3 0,-5 0 0 16,-8 2-3-16,6-3-2 0,0-6-1 16,5 1 4-16,3-5 9 0,8-5 4 15,-1 0 9-15,4-1 19 0,4-1 7 0,1 4 13 16,4-2 2-16,3 0 5 0,1 3 3 15,1 2 3-15,1 1-1 0,-1-4 5 0,-3-1 1 16,-2 1 11-16,-1 1 13 0,-2 1 7 16,-2-2 13-16,-4-1 13 0,0 1 11 0,-4-2 12 15,0 2 10-15,-4 1 2 0,1-3 2 16,-4 1-21-16,-3-3-167 0,-3-1 0 0,1 0 0 16,-2-5 0-16,-1 3 0 0,-3-6 0 15,2 0 0-15,2-3 0 0,-1-3 0 0,2-1 0 16,-2-3 0-16,4-4 0 0,3-2-202 15,7 0-459-15,1-1-232 0,6-4-4 0,3-3 94 16,11-7-807-16,4 1-1051 16</inkml:trace>
  <inkml:trace contextRef="#ctx0" brushRef="#br0" timeOffset="166533.69">16703 10040 4684 0,'0'0'-13'0,"-8"-6"32"0,8 6 45 0,-11 0 47 0,11 0 26 0,-16 6 3 0,9 2 3 0,0 0 0 16,-2 3-12-16,6 3-13 0,-3 1-13 15,4-1-10-15,4-1-5 0,2 3-9 0,1-3-6 16,4 3-11-16,2-3-9 16,2-1-3-16,2-1-6 0,9-3-6 0,-4-2-6 15,7-5-3-15,-2-2-5 0,11-5-3 16,-2 0 5-16,-2-5-5 0,3-3 0 0,-1-6-4 15,2-6 2-15,-1-1 13 0,-9 3 27 16,-1 1 41-16,-4 2 31 0,-6 5 21 0,-2 6 3 16,-2-1-18-16,-4 5-20 0,-2 2-10 15,-5 4 13-15,0 0 33 0,0 0 0 16,0 27-12-16,-1-7-143 0,-5 1 0 16,2 14 0-16,-1-1 0 0,-2 2 0 0,4-2 0 15,-1 1 0-15,2-5 0 0,2-6 0 16,2 4 0-16,0-5 0 0,1 2 0 0,-1-4 0 15,2-3 0-15,1-2 0 0,-3-3 0 16,-2 1 0-16,1-4 0 0,1 1 0 0,0-3 0 16,0-1 0-16,-2 0 0 0,2-2 0 15,-2-5 0-15,-4 12 0 0,2-5 0 0,-3 1-198 16,-6-4-618-16,2 1-142 0,0 0 95 16,-1-2-959-16,-1 1-1248 0</inkml:trace>
  <inkml:trace contextRef="#ctx0" brushRef="#br0" timeOffset="167483.53">18827 9912 4830 0,'16'-15'-163'0,"-3"1"54"0,1 0 39 0,3 4 39 15,-2-2 41-15,9-2 28 0,1 4 13 0,-2 5 12 0,2 0 0 0,0 3 4 0,2 2 2 16,-1 4-8-16,-1 0-5 0,0 4 5 15,2 2 10-15,-6 2 5 0,-6 1 17 16,-3 6 4-16,-7-7 14 0,-3 2 8 0,-6 8 5 16,-10 9-1-16,0-2-5 0,-8 0-2 0,-4 4-6 15,4-5-8-15,2-4-8 16,3-4-13-16,5-3 0 0,0-1-10 0,9-3 8 16,-3 1 11-16,4 0 0 0,4-1 7 15,6 3-1-15,2 1-1 0,5 5-13 0,4 2-4 16,2-3-8-16,1 3-6 0,1-3-10 15,-3 5-3-15,-2-4-5 0,-4-2-2 0,-3-3 3 16,-2 0 9-16,-2-1 21 0,-3 0 21 16,-4-3 21-16,-6 3 11 0,-2 1-85 0,-5-1-45 15,-8 3 0-15,-2-1 0 0,-3-3 0 16,-5-1 0-16,4-1 0 0,1-4 0 16,3-4 0-16,-1 1 0 0,4-3 0 15,1-3 0-15,1-1 0 0,2-3 0 0,2-4 0 16,3-2 0-16,0-1 0 0,4-1 0 15,5-2-261-15,2 3-419 0,7-3-262 0,2-3 59 16,4 2 97-16,3 1-792 0,5-3-1019 16</inkml:trace>
  <inkml:trace contextRef="#ctx0" brushRef="#br0" timeOffset="168049.43">20562 9919 3991 0,'0'0'-151'0,"0"-7"39"0,0 7 20 0,0 0 28 0,0 0 40 0,0 0 43 0,24 0 32 16,-24 0 16-16,29 9 6 0,-9-3 9 15,6 10 3-15,-4-1 4 0,3 3 6 16,-3 3-1-16,-3 0 2 0,1 1 3 0,-4 1-4 15,-3-4-2-15,-6-2 6 0,0 1 1 16,-2-3 0-16,-1 2-1 0,0 2-3 0,-10 3 7 16,4 0 9-16,-10 7 0 0,1 2-2 15,-2-2-6-15,-2 0 21 0,-2 1-4 0,1-4-6 16,3 1-8-16,0-1-11 16,2-6-11-16,0-1-5 0,4 0-5 0,0-2-9 15,-1 0-5-15,3 1-10 0,-4-3-6 16,6 1-6-16,-5-3-1 0,3 3-2 0,-4-2-5 15,4-1 1-15,-4 3 2 0,-1-1-4 16,-4 0 1-16,2-1-7 0,-12 5 0 16,0-4 1-16,-1 1-9 0,2-4 1 0,4-2-3 15,0-2-7-15,0-1-38 0,2-1-42 16,4-2-53-16,-1-4-79 0,3 0-120 0,3-4-116 16,2-2-146-16,2-4-183 0,4-1 73 15,7-4-592-15,2-4-749 0</inkml:trace>
  <inkml:trace contextRef="#ctx0" brushRef="#br0" timeOffset="168452.62">21555 10063 3659 0,'-10'-7'8'0,"-3"2"23"0,0 2 31 0,-7 4 41 0,2-1 24 0,-7 6 25 0,-11 2 12 0,-1 4-4 0,3 3-8 16,-1 5-16-16,3 0-9 0,5 4-13 0,9 0-9 15,2 4-6-15,9-5-9 16,7-1-3-16,3 1-8 0,9 8-9 0,3 2-7 0,8 3-4 16,8-4-6-16,-1 1-7 15,3-3-2-15,-6-6-7 0,-2 1-1 0,0-1 4 16,-3 2 12-16,-6-4 12 0,-2-3 19 15,-7-4 31-15,-3 0 30 0,-4-1 29 0,-4 1 30 16,-3-1 23-16,-12 7 9 0,-5-1 5 16,-8-1-6-16,5-3-12 0,-9-3-20 0,0-1-106 15,2-2-96-15,-2-1 0 0,0-1 0 16,7-2 0-16,5-3 0 0,-1 0 0 0,3-1 0 16,8-4 0-16,-8 2 0 15,9 0 0-15,-1-4-175 0,3 2-481 0,4-2-251 0,2 2 16 16,5 2 92-16,-9-6-821 15,9 6-1059-15</inkml:trace>
  <inkml:trace contextRef="#ctx0" brushRef="#br0" timeOffset="169516.44">23013 10140 4716 0,'7'-17'24'0,"-1"5"23"0,2 2 8 0,-5 3 2 0,-1 3 40 0,-2 4 67 0,0 0 37 0,-11 20 10 16,1-3 15-16,1 2-11 0,-4 10-16 15,1 6-8-15,3 0-15 0,-1 1-15 0,4 2-13 16,4-2-13-16,4 3-13 0,0-3-12 16,4-2-10-16,4-3-9 0,-3-7-7 15,5-4-5-15,-1-4-6 0,4-3-10 16,0-1-2-16,2-2-5 0,2-6-7 0,1-1-4 15,5-7-4-15,-1-1-3 0,8-7-5 16,0-6-4-16,7-7-2 0,-4-4 0 0,-3 0-6 16,-5 5-2-16,-4 0-19 0,-5 5 0 15,-2 5 0-15,-5 2 0 0,-4 7 0 0,0 3 0 16,-7 2 0-16,0 0 0 0,2 24 0 16,-7-2 0-16,1 13 0 0,-1 2 0 15,-1 1 0-15,3 3 0 0,-1 1 0 0,4-1 0 16,-2 0 0-16,4-4 0 0,0 1 0 15,1-2 0-15,-1-8 0 0,0-4 0 0,2-5 0 16,-4 0-2-16,0-5-153 0,2 3-73 16,-2-6-84-16,0 2-102 0,0-3-95 15,-2-4-111-15,0 0-205 0,2-6 69 0,-4 8 75 16,4-8-574-16,0 0-715 0</inkml:trace>
  <inkml:trace contextRef="#ctx0" brushRef="#br0" timeOffset="170416.39">25406 10084 3574 0,'-9'-7'7'0,"-9"2"40"0,-1 2 22 16,1 3 38-16,-11 3 31 0,-9 6 33 0,-3-1 20 0,2 4 2 0,3 2-12 15,1 3-10-15,7 3-9 0,3 3 0 16,5 0-5-16,11 6-4 0,7-3-11 0,8 6 9 16,5 2-6-16,16 7-21 0,3 0-5 15,11-2-4-15,1-1-14 0,-5-2-16 0,-1 1-8 16,0-6-11-16,-6 1-5 16,-12-8 4-16,2-2 10 0,-7-1 23 0,-8-6 20 15,2 0 26-15,-7-3 30 0,-7 4 26 16,0-1 3-16,-10 0 5 0,2-3-6 0,-12 4-167 15,-4-3-35-15,5-1 0 0,2-3 0 16,0-1 0-16,1-4 0 0,2 0 0 0,3-2 0 16,-4 0 0-16,8-4 0 0,-2 0 0 15,1-2 0-15,1 0 0 0,5-2 0 0,0 0-295 16,0 1-395-16,4-3-273 0,1 4 90 16,4-4 97-16,0 8-786 0,9-9-1006 15</inkml:trace>
  <inkml:trace contextRef="#ctx0" brushRef="#br0" timeOffset="170782.09">26014 10526 4679 0,'-27'-8'130'15,"6"2"26"-15,1 4 29 0,-2 4 32 16,-2 4 32-16,-7 2 11 0,1 5 3 15,3 6-8-15,6 3-15 0,4 1-18 16,10 0-17-16,5-1-18 0,7 2-16 0,8 7-13 16,12 5-20-16,7-2-9 0,4-5-16 15,3-2-9-15,3-1-10 0,-8-10-58 0,2-5-36 16,-1 0 0-16,-1-5 0 0,-5-2 0 16,-5-6 0-16,-5 0 0 0,3-3 0 0,-6-4 0 15,2-2 0-15,-5-4 0 0,-3-5 0 16,-5-12 0-16,-3 3 0 0,-4-12 0 0,-3-2 0 15,-5-11 0-15,-3 2 0 0,-3 3 0 16,1 2 0-16,0 12 0 0,-2 6 0 0,-2 7 0 16,2 8 0-16,-1 6-71 0,4 5-231 15,-4 4-101-15,2 6-112 0,2 3-128 0,4-1-207 16,7 1 61-16,5 0 89 16,5 4-633-16,20 3-788 0</inkml:trace>
  <inkml:trace contextRef="#ctx0" brushRef="#br0" timeOffset="171134.54">27544 10175 3769 0,'-29'-14'8'0,"-5"7"35"15,-4 4 37-15,-5 4 29 0,-5 4 28 0,-11 7 29 16,0 4 7-16,-1 9 2 0,1 4-6 15,9 8-13-15,3 1-11 0,15 1-12 0,7 6 0 16,16-11 9-16,9-2 4 0,9 1-3 16,12 9-13-16,10-5-7 0,-1-3-14 0,8-1-5 15,2-2-13-15,-1-2-9 0,-1-4-5 16,-10-4 17-16,1-2 11 0,-6 0 11 0,-6-4 3 16,-5-5 0-16,-1 0 8 0,-8-1 29 15,1-1 28-15,-4 0 29 0,0-8-4 0,-11 15-3 16,-1-9-206-16,-5 2 0 15,2-4 0-15,-8 2 0 0,0-2 0 0,-2-1 0 0,2-2 0 16,-4 2 0-16,5-3 0 16,5 0 0-16,2 0 0 0,1 0 0 0,5-3-381 15,7-1-468-15,2 4-89 0,15-22 96 16,12 3-920-16,10-8-1193 0</inkml:trace>
  <inkml:trace contextRef="#ctx0" brushRef="#br0" timeOffset="171465.65">28471 10285 5011 0,'-4'-7'-93'0,"-3"-1"78"15,-9 8 72-15,-4 2 56 0,-16 6 51 0,-13 5 43 0,-12 5 22 16,-4 7 12-16,-15 11 2 16,6 5-10-16,3 2-11 0,21-4-15 0,5 1-16 15,7 3-16-15,6 2-17 0,9-3-14 16,11-6-14-16,6 0-12 0,10-2-7 0,4-1-12 15,5-6-10-15,7-1-9 0,2-1-6 16,6-6-71-16,3-3-3 0,-1-5 0 0,-5-3 0 16,0-4 0-16,-5-1 0 0,-4-6 0 15,0 1 0-15,-1-6 0 0,-3-1 0 0,-7-5 0 16,3-1 0-16,-8-6 0 0,0-3 0 16,-8-9 0-16,-4 0 0 0,-4 3 0 15,-5 2 0-15,-12-1 0 0,-5 4 0 16,4 14-155-16,-7 3-435 0,2 6-266 0,-6 2-55 15,2 4 101-15,-2 1-846 0,4-1-1093 16</inkml:trace>
  <inkml:trace contextRef="#ctx0" brushRef="#br0" timeOffset="173981.47">13238 9449 1160 0,'-38'-29'335'0,"-1"-2"-112"0,-2 2-74 0,3 4-21 0,9 4-28 0,1 4-16 0,1 1-19 16,9 4-1-16,0 6 17 15,5-1 6-15,1 0 14 0,3 0 6 0,0 3-9 16,0-1-8-16,4 2-5 0,-1 0-10 16,6 3-10-16,0 0-6 0,-4-6-5 0,4 6-6 15,27-2-5-15,4 2-4 0,33-1 1 16,19 2-11-16,39-2 1 0,18 1-5 16,20 1-4-16,21-1-1 0,75 0 2 0,15 2-4 15,1 0-5-15,4 2-2 0,10-1 7 16,-2 2-15-16,-2 0-10 0,-8-1-3 0,-1 1-13 15,-6 0-4-15,-16 2-6 16,-9-4-2-16,-57 1 0 0,0 1 1 0,48 0 5 0,-61 0 3 16,-3 0 4-16,-8-1 0 15,-2-1 6-15,-6 0-1 0,-7 3 6 0,-5-5 2 16,-2 2 1-16,-7 1 3 0,-10-2 1 0,-8-1 2 16,-24-2 0-16,-4 2-1 0,-1-1 3 15,-3 0-4-15,-4-1 4 0,-2 4-3 16,-1-1 2-16,-3 1 0 0,-2 1-3 0,1 1 1 15,1-1 3-15,-1 0-2 0,5 0 1 16,0-1 0-16,4 2-2 0,5 0 2 0,4-1 4 16,3-4-1-16,22 0-3 0,3 0 2 15,4 0 1-15,2-2-1 0,6 0 2 0,-4 2-1 16,-3-3 0-16,-2 1-5 0,2 2 7 16,0 2-4-16,-7 1 4 0,-1-3-4 15,-2 6 4-15,-20-4-4 0,-1 2 3 16,1-2-2-16,-5 0 3 0,5-1-5 0,-3 1 4 15,3 0 0-15,-4-2 0 0,-2 2 0 16,-1-4 0-16,1-2-3 0,-1 1 3 16,3 1 3-16,2-1 3 0,-2-2-2 0,-1 1 0 15,-1 4 0-15,6-5-4 0,-3 5 7 16,3-1-5-16,-1 2 3 0,25 4-5 0,4-1 0 16,5 4-1-16,8-1 2 0,5 3-4 15,9-1 1-15,5 2 6 0,3-2-9 0,7 1 1 16,6-6 0-16,0 4 2 0,-1-4-1 15,-3-1 4-15,-6-1-2 0,-3 0 2 16,-3 0-3-16,1-2-1 0,-7 2 12 16,1 0-3-16,-3 2 2 0,-2-1 4 0,-5 0-1 15,-4 1-4-15,0-2-3 0,-2 3-4 16,-7-5 6-16,-4 0-7 0,-27 0 4 0,17-5 1 16,-26 3 14-16,-5-8 6 0,-11 4 8 15,-7-5 7-15,-9-3 6 0,-13 2 6 0,-5-3-9 16,1 1-4-16,-3-1 1 0,-3 3-6 15,-6 2-2-15,-4 3-10 0,0 2 1 16,-4 0-1-16,7 3-11 0,-6 0 11 16,2 2-10-16,-2 4-6 0,4 0 0 0,-5 0-5 15,-2 1-4-15,0 2-2 0,-2 0 7 0,-2 3-7 16,-4-3 8-16,3 3-8 16,-5 2 1-16,2 1-1 0,-3 5 4 0,0-3-1 15,-2 7 1-15,2 2-1 0,-4 2 4 16,2 13-8-16,-2-1 4 0,2 1 0 0,-2 4 0 15,-3 1 6-15,4 1-1 0,-5 10 3 16,0-4-3-16,1 4-3 0,-7-1 0 0,1-1 16 16,-9-3 4-16,2-3-1 0,-7 1 17 15,-2-2 9-15,-1 2 15 0,-3 1 37 16,1 1-5-16,-1 2 1 0,1 0 4 16,-1 2 6-16,1 4-3 0,3 1-1 0,2 0-3 15,1 0-3-15,-5 22-4 0,10-19 7 16,-1 1-10-16,6-1-1 0,0-3-4 0,1-1-9 15,2-5-4-15,1-2-6 0,0-10-7 16,3-6-5-16,1-8-7 0,2-6 1 16,0-3-7-16,0-6-1 0,3 1 0 0,-3-3 0 15,2-2-4-15,-2 1-3 0,4-3 1 16,-1 0-4-16,-3 0-1 0,-1-4 0 0,5-2-7 16,-13 7 2-16,6-5-7 0,-3 0-3 15,-1 0 0-15,0 0-2 0,-5-2-1 0,1 0 1 16,-4 0-3-16,-3 0 5 0,-8 0-4 15,-12-4-1-15,-3-1-1 0,-21-3-3 16,-7-4 1-16,-35-5 2 0,-2-5 1 16,-13-1-1-16,-15-5-2 0,-11 2-2 0,-5-5 2 15,-58-5 1-15,5-4 3 0,-5 5-2 16,-5-3-4-16,5 5 1 0,4 0 2 0,-3-4 0 16,-1 12-3-16,2-1-2 0,-5 2-2 15,44 7 1-15,-54-4 3 0,-5 3-8 0,-3-2-1 16,3 5-4-16,5 0-3 0,46 5 8 15,-53-6-5-15,1 6 4 0,53 1-1 0,1 2 0 16,-2-2 1-16,0 4-1 0,4 0 2 16,1 3-2-16,13 0 2 0,6 2-2 15,14 2 4-15,8 4 2 0,4-3-3 0,11 4 3 16,6 1-6-16,26-6-6 0,-1 3 2 16,1-1 1-16,3-1 2 0,0 0-5 15,1 0 3-15,5 0 2 0,0-1-1 16,0 0-2-16,5 0-10 0,0 0-8 0,1-2-1 15,1-2 0-15,1 2 0 0,-4 0-3 16,1 0 0-16,2 0 1 0,-5 2 3 0,1-2 2 16,0 2 0-16,2 0 1 0,-2 2 6 15,1-1 0-15,1 1 3 0,-1-1-2 16,-1 4 3-16,2-3 1 0,-5 4 2 0,3-4 1 16,-3 5 3-16,2-3 1 0,-6-1 0 0,1 0-2 15,0-2 2-15,-4 1 2 16,6 0-2-16,-2 0 1 0,4 0-5 0,2-2-2 15,-3 4-4-15,-1 1-2 0,2-2-3 16,-5 2 2-16,4 3-5 0,-7-1 6 0,-19 3-3 16,2 0 4-16,-2 1 1 0,23-2 0 15,-19 4 3-15,4 5-1 0,16-11 6 0,2 0 3 16,-4-1 0-16,4 1 0 0,-2-1 1 16,-1-6-2-16,-2 4 2 0,0-5-2 15,-2-1 6-15,1 0-4 0,-3-7-2 0,4 7 2 16,-2 0 4-16,0 0-2 0,0 0 2 15,-1 0 3-15,-3 2-2 0,0 2-2 16,-2 0 1-16,1 0 1 0,-19 2-4 16,20-2 5-16,2 3 1 0,4 1-3 0,1-4 1 15,2 2 0-15,7-3-1 0,-1 1 1 16,3-4-1-16,1 3-1 0,-2-3 3 0,5 0 1 16,-3 0-3-16,5 0 3 0,-4 1-3 15,2 3-1-15,-3 0 3 0,3 1-5 0,-3 0 4 16,2 2 2-16,4 3-4 0,0-2 2 15,2 3 2-15,0-3-2 0,6 2 4 0,10-3 6 16,3 0 3-16,0-1 0 0,0-2 4 16,3 0-2-16,1-1 2 0,6 1-1 0,3-2-1 15,-1-2 1-15,-1 1-1 16,3-1-4-16,-3 0-1 0,5 0 2 0,3 0 0 16,-2-1 3-16,2-1 6 0,7-2 4 15,-2 4 9-15,2-2 6 0,4-2 2 0,-1 2-2 16,1-7-2-16,0 1-2 0,5-4-3 15,1-9-3-15,4-3-4 0,4-12 2 0,4-5-5 16,5-11-4-16,7-4 1 0,-2-2-6 16,6-7 0-16,4-20-3 0,3-2 2 15,0-3-2-15,-3-2 2 0,2 1-6 16,-3-3-4-16,0 4 2 0,-2 2-3 0,-4 18-1 16,-4 3-8-16,-4 4-4 0,0 9 0 0,-6 11-3 15,-1 7-11-15,0 9-14 0,-3 8-36 16,-1 4-43-16,-1 6-32 0,-3 4-36 15,4 5-35-15,0 0-40 0,0 0-50 16,-23 19-66-16,15-4-153 0,8 4-96 0,0 7 72 16,2-1-257-16,6 13-301 0</inkml:trace>
  <inkml:trace contextRef="#ctx0" brushRef="#br0" timeOffset="174431.51">14784 9689 2351 0,'9'-36'-20'0,"1"-2"24"0,-2-1 24 0,-3 2 16 0,3 1 24 0,-5 2 14 0,4 5 27 0,-5 7 12 15,-1 7-3-15,1 1-15 0,0 2-18 16,-2 3-8-16,2 1-11 0,-2 8-4 16,0 0 0-16,0 0 12 0,2 37 22 15,-2 6 16-15,2 16 3 0,-4 8 8 16,-2 8-2-16,-3 24-1 0,-3 7-1 0,-3-5-8 15,-1 0-7-15,1-2-8 0,0-7-5 16,3-22-3-16,0-5-8 0,3-6-3 0,2-5-8 16,-2-14-6-16,2-2-3 0,-1-4-8 15,2-7-4-15,1-7-2 0,-3-3-6 0,1-1-5 16,2-1-15-16,-1-5-31 16,0 1-33-16,1-4-83 0,-3-2-114 0,6-5-126 15,-10 1-166-15,10-1-119 0,-13-13 62 16,9-1-347-16,-3-6-417 0</inkml:trace>
  <inkml:trace contextRef="#ctx0" brushRef="#br0" timeOffset="175247.64">13313 9994 2355 0,'2'-9'-120'0,"2"2"42"0,-4-3 31 0,0 2 31 0,0 1 36 0,-2-1 20 0,0 2 31 16,0-2 16-16,-1 1 12 0,1-2 9 15,1 4 18-15,1 5 0 0,-4-12-2 0,2 7-15 16,2 5-20-16,-2-5-6 15,2 5-9-15,0 0-3 0,0 0 0 0,9 19 9 16,-9-4 5-16,5 8 9 0,-1 0 8 16,-2 6 2-16,-1-2 12 0,-1-2 8 0,0 3 2 15,-1-2 3-15,-3-1-4 0,2 1 2 16,-3-4-5-16,4 0-8 0,-3-2-8 0,0-3-7 16,1-1-12-16,1-3-6 0,-2-1-7 15,2-2-9-15,2 1-6 0,-2-5-3 16,0 2-5-16,1 0-6 0,1-3-30 0,0-5-31 15,-3 10-33-15,3-10-61 0,-2 6-107 16,2-6-106-16,0 0-131 0,0 0-237 0,0 0 58 16,0 0 73-16,0 0-299 15,18-20-343-15</inkml:trace>
  <inkml:trace contextRef="#ctx0" brushRef="#br0" timeOffset="175966.77">15403 9578 2165 0,'2'-21'-61'0,"0"4"33"0,0 2 34 0,-2 1 27 0,4 1 21 0,-2 1 20 16,0-2 16-16,0 2 23 0,-1-3 18 16,-1 4 18-16,0 1 15 0,0 2-14 0,0 2-19 15,0 6-15-15,0 0 2 16,0 0 34-16,0 0 17 0,-7 33 5 0,5 6 3 16,-2 18 6-16,4 4-3 0,0 9-4 15,0 5-7-15,2 7-8 0,0 22-3 0,2-1-1 16,1 2-18-16,3-1-10 0,-3-1-13 15,4-3-15-15,-4-24-1 0,3-4-13 0,-5-8-3 16,3 0 14-16,-2-10 19 0,-2-11 1 16,0-5-4-16,0-9-3 0,-2-5-8 0,2-6 7 15,-2 0 4-15,-2-4 18 0,4-2 15 16,-2-3 5-16,0-1-2 0,0-8-17 0,0 7-11 16,0-7-22-16,0 0-18 15,0 0-40-15,0 0-40 0,-4-22-57 0,2 11-86 16,0 1-94-16,1-3-105 0,-4 3-132 15,1-1-139-15,2-5-231 0,1 5 66 0,1-3 84 16,1-3-600-16,5-2-752 0</inkml:trace>
  <inkml:trace contextRef="#ctx0" brushRef="#br0" timeOffset="176514.7">17843 9480 3473 0,'-2'-17'-99'0,"2"3"42"0,-2 1 41 0,4 3 28 0,-2-2 34 0,2 1 41 16,-2 2 31-16,0 0 8 0,2 3-18 0,-2 6-10 15,0 0 8-15,0 0 41 0,9 20 23 16,-4 15 19-16,-3 21 10 0,5 11 6 16,-6 12 1-16,1 28 11 0,2 0-14 0,-2 7-9 15,3-1-12-15,1 0-15 0,2-4-3 16,2-2-4-16,-1-8-2 0,-2-22-7 16,1-1 3-16,2-7-9 0,-5-6-5 15,-1-4-3-15,0-15-12 0,-3-5-7 0,-1-8-9 16,0-7-10-16,3-5-4 0,-3-2-15 15,2-1-2-15,-2-4-4 0,0-2-8 0,0 0-9 16,0-10-57-16,-5 7-5 0,5-7-94 16,-7 2-85-16,7-2-75 0,0 0-101 0,-20-7-116 15,10 1-120-15,0 0-223 0,-1-4 33 16,5-1 78-16,-2 0-618 0,5-3-783 0</inkml:trace>
  <inkml:trace contextRef="#ctx0" brushRef="#br0" timeOffset="177080.92">20074 9498 3745 0,'-2'-16'-104'0,"0"6"51"0,0-1 47 0,2 3 40 0,0 2 39 0,-2-1 25 0,2 7-6 16,0-6-18-16,0 6 1 0,0 0 62 16,-11 27 42-16,1 11 17 0,-3 15 18 15,-1 10 10-15,3 11 8 0,0 26-2 16,6 4 17-16,-4 4-2 0,9 4-10 0,4-1-8 15,3-7-20-15,0-4-9 0,4-6-11 16,-4-22-12-16,0-3-10 0,-3-4 5 0,-1-6-4 16,-1-11-10-16,-2-3-12 0,-2-4-10 15,0-4-39-15,-1-2-95 0,-3-7 0 0,1-9 0 16,4-3 0-16,-1-1 0 0,-2-3 0 16,2-2 0-16,0-3 0 0,2-2 0 15,0-5 0-15,0 0 0 0,0 0-400 0,-9-18-177 16,9-1-136-16,2-5-181 0,5-14 89 15,4-1 84-15,9-7-667 0,1 1-841 16</inkml:trace>
  <inkml:trace contextRef="#ctx0" brushRef="#br0" timeOffset="177514.73">22286 9385 3978 0,'-1'-13'-57'0,"-1"3"18"0,2 4 1 0,0 6 7 0,0 0 40 0,0 0 73 0,-15 23 50 16,3 12 38-16,-3 18 27 0,-1 7 16 16,3 10 16-16,-2 26 5 0,4 9-1 0,-1-1 3 15,4 5 3-15,3 3-13 0,-3-2-12 16,5-3-8-16,1-3-8 0,-5-24-7 0,5-1-20 16,1 0-1-16,-1-7-17 15,-2-4-12-15,0-5-11 0,-1-9-13 0,1-11-11 16,1-2-12-16,-4-4-10 0,3-10-12 15,2-4-19-15,2-5-39 0,-3-3-27 0,1-1-55 16,2-3-49-16,-2-1-69 0,-2-6-116 16,4-4-147-16,-1 4-143 0,-8-43-295 15,14 17 98-15,2 1 86 0,6-8-665 16,8 5-821-16</inkml:trace>
  <inkml:trace contextRef="#ctx0" brushRef="#br0" timeOffset="177897.34">24696 9720 3862 0,'5'-35'-109'0,"1"10"51"15,-2 4 44-15,-3 4 26 0,1 2 24 16,2 3 21-16,-4 2 8 0,2 3 4 0,-2 7 44 16,0 0 36-16,0 0 15 0,0 0 11 15,-24 43 15-15,8-8 19 0,-2 20 9 0,-2 11 9 16,-3 23 1-16,0 9-3 16,1 5-4-16,-3 8-9 0,2 0-18 0,2 1-14 15,0-1-19-15,2-4-16 0,1-3-14 16,3-5-8-16,-4-7-14 0,6-20-9 0,-1-4-9 15,1-6-11-15,-1 0-9 0,0-6-8 16,1-4-3-16,-5-3-17 0,9-13-40 0,-5-2-65 16,5-4-76-16,0 0-87 0,-2-7-79 15,6-6-139-15,-2-5-172 0,1-6-221 0,2-6 80 16,4 0 82-16,0 0-602 0,19-40-736 16</inkml:trace>
  <inkml:trace contextRef="#ctx0" brushRef="#br0" timeOffset="178350.98">26835 10149 3712 0,'0'-19'-6'0,"0"6"43"0,-1 0 28 0,1 3 14 0,-2 2 6 0,2-3 16 0,0 1 22 15,0 1 13-15,0-1 16 0,0 0-1 0,0 0 5 16,0 0-11-16,0 5-13 0,0 5-15 15,0-14-17-15,0 14-18 0,0 0-5 16,0 0 22-16,-14 35 29 0,1 15 24 0,-7 14 22 16,-3 29 20-16,-4 11 9 0,-4 5-1 15,1 3-3-15,-1 8-10 0,1-2-8 0,-1-3-13 16,4-2-15-16,1-7-13 0,-1-6-17 16,-2-9-10-16,2-11-11 0,2-19-12 15,3-7-7-15,-1-5-29 0,2-7-54 0,1-3 0 16,-2-11 0-16,5-3 0 0,-2-4-139 15,4-5-136-15,0-3-141 0,-3 0-148 16,4-3-247-16,-2-3-28 0,1-2 90 0,7-2-747 16,8-3-942-16</inkml:trace>
  <inkml:trace contextRef="#ctx0" brushRef="#br0" timeOffset="-120341.22">18393 6551 3549 0,'0'0'360'0,"0"0"-128"0,0 0-20 0,-39 14-2 0,10 9 8 0,-5 4 7 16,-7 4 0-16,5 2-7 0,0 2 6 15,6 5 0-15,3 3-7 0,7-3-12 16,9-3-15-16,8-2-18 0,3 4-13 0,5-5-14 15,11 2-16-15,-1-5-12 0,10 3-13 16,1-9-21-16,-1-4-44 0,1-1-59 16,5-6-70-16,-1-3-71 0,5-4-81 0,-7-4-96 15,2-5-93-15,7-5-95 0,3-1-96 16,0-6-105-16,-1 0 65 0,2-5-575 16,-3-6-700-16</inkml:trace>
  <inkml:trace contextRef="#ctx0" brushRef="#br0" timeOffset="-119341.68">18780 6904 3413 0,'2'-6'-1'0,"-4"0"26"0,2 6 22 15,-13-2 34-15,13 2 36 0,-21 8 34 16,5 1 24-16,4 3 13 0,-4 0 3 0,1 1-5 16,5 3-9-16,1 1-7 0,5-2-14 15,4 1-12-15,2-3-11 0,3 3-6 0,3-3-11 16,6 3-11-16,0-3-8 16,6-2-14-16,3-4-5 0,1-4-5 0,3 0-13 15,-2 0-8-15,-2-6-4 0,0 0-3 16,-7 3-4-16,2-3-1 0,-5-3 4 0,-3 1 16 15,-2-3 19-15,-5-2 19 0,-3-1 16 16,-2-4-5-16,-3-2-10 0,-4-2-2 0,-3-8-15 16,1 8-9-16,-2 1-14 0,2 5-7 15,4 1-9-15,-1 2-17 0,-2 6-27 16,3 1-13-16,7 3-15 0,-18 0 0 16,18 0-7-16,-11 2-6 0,11-2 5 0,0 0 5 15,0 0 4-15,0 0 5 0,0 0 6 16,0 0 1-16,0 0 2 0,33-6 1 15,-10 2 2-15,13-2 15 0,-2 0 4 0,4 1 7 16,-6 4 15-16,-3-1 7 0,-8 0 9 16,2 4 7-16,-1-2 15 0,0 3 5 0,-5 0 7 15,2-1 12-15,-4 6 7 0,-2-4 12 16,1 2 8-16,-3 0 7 0,-2 1 7 0,2 2-47 16,-6-2-86-16,3 0 0 0,-5-3 0 15,3 2 0-15,-6-6 0 0,8 6 0 0,-2-2 0 16,-6-4 0-16,0 0 0 15,0 0 0-15,27-12 0 0,-16 3 0 0,1 0 0 0,-1 0 0 16,-4 1 0-16,2 3 0 16,2 1 0-16,-2 1 0 0,-9 3 0 0,15-5 0 15,-15 5 0-15,19 6 0 0,-12 0 0 16,3-1 0-16,0 7 0 0,-5-4 0 0,5 1 0 16,-2 3 0-16,-1 0 0 0,1-4 0 15,-2 1 0-15,1 1 0 0,-3-1 0 0,2-3 0 16,-3-2 0-16,-3-4 0 0,11 7 0 15,-11-7 0-15,9 0 0 0,-9 0 0 0,19-11 0 16,-8-4 0-16,11-7-175 0,-2-9-122 16,5-13 11-16,0-10 14 0,13-21 22 0,-4-11 23 15,0-9 24-15,3-7 28 16,-5-9 43-16,1-1 39 0,-3-3 34 0,-1 3 23 16,-9 6 29-16,-1 15 37 0,-8 27 37 15,0 14 50-15,-6 11 28 0,-1 12 5 0,0 7-8 16,-4 5-15-16,-2 7-6 0,-6 8-5 15,8 0 22-15,-34 38 12 0,4 7 14 0,-11 23 9 16,1 20 2-16,6 10 0 0,2 7-9 16,1 12-110-16,5 11-56 0,4 4 0 0,11 4 0 15,4 0 0-15,5-3 0 0,4-9 0 16,2-6 0-16,-3-11 0 0,1-28 0 0,2-6 0 16,-4-9 0-16,2-8 0 0,0-17 0 15,-2-7 0-15,1-10 0 0,1-8 0 16,-2-9 0-16,2-7 0 0,-2 2 0 0,16-46 0 15,-5-2 0-15,3-7 0 0,-1-10 0 16,-4-5 0-16,9 6 0 0,-6 2 0 16,2 6 0-16,1 6 0 0,-7 14 0 0,2 7 0 15,-3 9 0-15,-3 4 0 0,-1 4 0 16,2 5 0-16,-1 4 0 0,-4 3 0 0,0 0 0 16,0 0 0-16,11 12 0 0,-9 1 0 15,0 5 0-15,-1-3 0 0,-1 5 0 16,2-2 0-16,-2 0 0 0,0 0 0 0,0-4 0 15,0-1 0-15,0-1 0 0,0 1 0 16,0-4 0-16,0 2 0 0,0-3 0 16,0-1-50-16,0-7-284 0,0 0-85 0,0 0-72 15,0 0-51-15,-5-40-38 0,10-1-39 16,11-22-20-16,13-29 53 0,7-5-751 0</inkml:trace>
  <inkml:trace contextRef="#ctx0" brushRef="#br0" timeOffset="-119158.13">20063 6502 3414 0,'38'-103'-90'0,"-2"3"97"0,1 11 87 0,-12 12 56 0,-3 23 47 0,-8 19 49 0,-2 2 41 0,-4 10 34 0,-3 5 27 0,0 4 12 0,-1 4 1 0,-2 3-4 16,-2 7 20-16,0 0 15 0,0 0 10 0,0 0-33 16,-20 56-31-16,7-9-77 0,-1 7-261 15,1 9 0-15,0 5 0 0,-4 24 0 16,-1-2 0-16,4 1 0 0,0-19 0 16,-3 21 0-16,3-21 0 0,-1-2 0 0,2-5 0 15,-2-1 0-15,1-9-400 0,3-8-129 16,2-14-39-16,0-9-27 0,7-9 1 0,2-5-6 15,2-10 45-15,-2 0 82 0</inkml:trace>
  <inkml:trace contextRef="#ctx0" brushRef="#br0" timeOffset="-118840.95">20061 7070 3374 0,'16'-30'-72'0,"6"1"85"0,-3-3 83 16,-2 3 53-16,-2 6 51 0,-2 5 32 15,-2 5 27-15,-6 3 16 0,2 2 15 0,-3 5 50 16,-4 3 20-16,9 0 8 0,-9 0-5 16,9 11-14-16,-6-1-21 0,-1-2-40 0,4 3-27 15,-3-1-23-15,1 1-28 0,5 1-18 16,-4-2-114-16,4 2-78 0,-1-4 0 15,4-1 0-15,-5 0 0 0,4-2 0 16,3-3 0-16,-3 1 0 0,1-3 0 0,-12 0 0 16,22-8 0-16,-11 5 0 0,-2-6 0 15,-2-3 0-15,0 0 0 0,-2 2 0 0,-1-2 0 16,-2 3 0-16,0 2 0 0,-4 0 0 16,2 7 0-16,-9-6 0 0,9 6 0 0,0 0 0 15,0 0 0-15,-16 10 0 0,8-2 0 16,5 1 0-16,-4 1 0 0,5 2 0 0,0-3-16 15,4 1-18-15,0 0-15 0,2 1-19 16,2-1-27-16,0-3-31 0,1-2-42 16,4 0-56-16,1-3-68 0,1-4-74 15,7-5-69-15,1-1-37 0,8-13-36 0,5-10-28 16,0-5-25-16,0-10 13 0,11-21-708 16,2-5-717-16</inkml:trace>
  <inkml:trace contextRef="#ctx0" brushRef="#br0" timeOffset="-118641.86">20800 6505 3099 0,'42'-77'-117'0,"-2"-10"72"0,2-5 53 0,-6-3 50 16,-6-2 38-16,-5 6 39 0,-7 25 35 15,-7 11 45-15,-8 18 36 0,1 8 10 0,-6 9-2 16,-1 11 7-16,-7 9 23 0,10 0 11 16,-37 29 14-16,6 13-11 0,2 11-21 0,6 12-37 15,0 26-22-15,8 14-24 16,2 5-18-16,3 3-17 0,3-4-20 0,5-1-49 16,-3-8-44-16,0-19-51 0,-1-5-51 15,3-1-59-15,-5-4-53 0,3-9-62 0,-4-7-61 16,6-16-62-16,-1-10-37 0,0-10-41 15,3-5-37-15,-1-7-29 0,2-7-35 0,0 0-16 16,0 0 25-16,2-42-472 0,-1 1-465 16</inkml:trace>
  <inkml:trace contextRef="#ctx0" brushRef="#br0" timeOffset="-118506.03">20798 6999 2679 0,'-2'-46'31'0,"0"4"66"15,-5 5 59-15,1 6 43 16,-2 8 26-16,3 6 20 0,-5 7 25 0,5 3 23 0,-7 4 28 16,4-1 9-16,8 4 11 0,-17 2-16 15,17-2-31-15,-13 4-33 0,6-1-26 16,7-3-25-16,-6 5-61 0,6-5-80 15,0 0-98-15,0 0-124 0,0 0-156 0,29 4-168 16,-15-8-226-16,8-3-41 0,-2 0 81 16,3 2-579-16,-2 0-704 0</inkml:trace>
  <inkml:trace contextRef="#ctx0" brushRef="#br0" timeOffset="-118175.43">21124 6903 3833 0,'-16'4'228'0,"4"4"24"0,0-4-5 16,4-2-11-16,8-2-9 0,-9 4-19 0,9-4-23 16,0 0-14-16,0 0-20 0,0 0-12 15,0 0-33-15,45-10-38 0,-13-3-34 0,0-3-27 16,-2-2-21-16,1-1-3 0,-5 2-4 16,-3-1-2-16,-7 4 7 0,-7 0 0 0,-6 6-2 15,-4 1 1-15,-7 2 2 0,-6 5 0 16,-10 5 7-16,-26 9 26 0,1 8 31 0,-7 7 27 15,4 3 35-15,3 3 11 0,8 4 29 16,7 1 14-16,9-4 8 0,9-2-1 0,9-3 0 16,5-4-14-16,6-5-15 15,5-2-12-15,8 3-16 0,5-3-9 0,-2-8-39 16,1-4-35-16,4-4-47 0,-4-4-68 16,5 0-71-16,1-4-84 0,7-4-113 0,1-4-128 15,-1 1-153-15,-1 0-173 0,-5-3 64 16,-7 4 71-16,-4-1-590 0,-4 2-721 0</inkml:trace>
  <inkml:trace contextRef="#ctx0" brushRef="#br0" timeOffset="-116991.77">22073 6638 3559 0,'-2'-2'350'0,"2"2"-144"0,0 0-58 0,-9 34-3 0,5-12-9 0,-2 11-13 0,0 3-11 0,1 0-18 0,-3 1-5 16,5 3-11-16,-6-5-6 0,7 4-7 15,1-10-9-15,-3-3-4 0,0-4-9 0,4-4-24 16,-2 0-22-16,2-5-24 0,-2-1-22 16,2-3-51-16,0-4-50 0,0-5-47 15,0 0-32-15,0 0-29 0,0 0-17 0,10-29-16 16,-5 7 2-16,9-14 25 0,6-12 32 16,-2-4 59-16,3-6 47 0,2 2 49 0,-1 4 39 15,0 5 33-15,-3 9 40 16,-4 8 34-16,-6 9 22 0,-1 6 23 0,2 1 15 15,-7 4 16-15,1 1 9 0,0 1 1 16,0 2 13-16,-4 6 19 0,6-4 4 0,-6 4-2 16,0 0-3-16,0 0-15 0,11 21-12 15,-9-7-9-15,2 4-9 0,-4 1-13 0,0 0-1 16,-2 7 8-16,-4-3-1 0,-3 8 2 16,-1-4-3-16,1-4-4 0,1-4-6 0,3-4-3 15,-2 0-12-15,3-4-5 0,1 0-13 16,1 1-6-16,0-2 0 0,2-2 1 0,2 0-4 15,0 3 5-15,1 1 9 16,-1-1 0-16,3 1 4 0,-1 0 14 0,-3 1 6 16,3-1 1-16,0 3 5 0,0-1-32 15,-3 1-1-15,1 1-10 0,0-1-7 0,0 2-7 16,-2-1-6-16,0-1 1 0,-4-3-57 16,4 2-6-16,-2-4 0 0,2 2 0 0,-1-3 0 15,1-1 0-15,-2-2 0 0,2-6 0 16,0 9 0-16,0-9 0 0,0 0 0 0,0 0 0 15,5-25 0-15,5 9 0 0,3-7 0 16,9 0 0-16,-6 1 0 0,5 2 0 0,-6 4 0 16,3 4 0-16,-5 0 0 15,-1 5 0-15,-1 1-2 0,-1 4-40 0,-1 0 6 16,0 2 7-16,-9 0 0 0,24 4-10 16,-13 1 22-16,1-2 1 0,1 2 4 0,-2 0-2 15,3 2 0-15,-2-3 12 0,2-3 0 16,5 3 2-16,-2-3 8 0,3-2 2 0,-2 1 12 15,5-5 2-15,10-4-8 0,-5-1 3 16,5-4-2-16,-5 1 3 0,1-1 7 0,-2-1 2 16,-9 3 5-16,0 4-6 15,-5-1-28-15,-1 5 0 0,-5-4 0 0,0 6 0 16,2 0 0-16,-9 2 0 0,0 0 0 16,11-2 0-16,-11 2 0 0,0 0 0 0,0 0 0 15,0 21 0-15,0-13 0 0,0 1 0 16,2 0 0-16,0-2 0 0,-1 1 0 0,3 0 0 15,2 1 0-15,0-3 0 0,3 1 0 16,1-1 0-16,2-3-106 0,4 1-169 16,0-4-93-16,2-2-116 0,0 2-125 0,1 2-188 15,-6-2 7-15,0 1 89 0,-3 4-680 16,-4 4-835-16</inkml:trace>
  <inkml:trace contextRef="#ctx0" brushRef="#br0" timeOffset="-116757.1">20669 7807 4439 0,'-90'7'385'0,"15"-1"-5"0,5-1-12 0,11 1 13 0,17-4 18 0,14 3-3 16,14-4 2-16,12 1-15 0,2-2-19 15,55-3-66-15,22-4-298 0,49-4 0 0,24-2 0 16,66-10 0-16,-41 13 0 0,61-3 0 15,-51 9 0-15,49 0 0 0,-55 4-448 0,-9 4-276 16,-13-4-187-16,-24 1 78 0,-15 2 86 16,-42 0-793-16,-15-2-984 0</inkml:trace>
  <inkml:trace contextRef="#ctx0" brushRef="#br0" timeOffset="-116457.13">18416 7940 4886 0,'-103'7'337'0,"22"-3"-31"0,4-1-35 15,12 0-51-15,19 0-33 0,22-1-21 0,16-2-12 16,8 0 19-16,51 0 15 0,28-5 6 16,54 2-9-16,32-8-16 0,82 3-17 15,26-2-19-15,23 6-11 0,25 6-14 16,14 3-17-16,13 4-2 0,3 5-29 0,-12 3-60 15,-18 6 0-15,-26 4 0 0,-30-3 0 16,-41-5-24-16,-80-5-163 0,-30-1-76 0,-37-6-50 16,-28-4-35-16,-21 1 1 0,-10-3 7 15,-12-2 5-15,-6 1-11 0,0 0-47 0,-65-14-56 16,6 4-102-16,-10 1-90 0,-7-5 48 16,-27 4-448-16,0-3-515 0</inkml:trace>
  <inkml:trace contextRef="#ctx0" brushRef="#br0" timeOffset="-113609.24">25191 5070 1657 0,'6'-10'399'0,"-5"-1"-98"0,-1 3-17 0,0 1-6 0,0 0-25 16,0 7-16-16,-5-10-23 0,-3 8-16 0,8 2 7 15,-26 5 6-15,-3 11 8 16,-7 11 9-16,-7 5 4 0,2 5 13 0,-2 1-7 16,5 3-7-16,2 0-11 0,6 0-16 15,3 0-12-15,12-9-12 0,3 5-16 0,7-4-12 16,5-6-5-16,4-4-19 0,-1 0-12 15,7-3-12-15,7 5-10 0,-1-6-3 0,0-8-22 16,4-2-49-16,3-4-60 0,4 0-64 16,0-5-88-16,14-3-104 0,1-2-119 0,0-6-124 15,5-2-117-15,1-6-105 0,-1-2 65 16,-2-2-601-16,-7-3-754 0</inkml:trace>
  <inkml:trace contextRef="#ctx0" brushRef="#br0" timeOffset="-113306.95">25573 5279 3487 0,'0'0'-18'0,"0"0"51"0,0 0 51 16,-37 5 42-16,20 6 40 0,-8 4 36 0,-4 2 17 16,4 4 0-16,0 1 6 0,2 0-8 15,5 2-15-15,2 1-4 0,7-5-4 0,5-2-22 16,2-1-12-16,6 1-15 0,2-1-12 16,4-1-10-16,3-1-14 0,3-3-7 0,7-3-13 15,1-3-9-15,1-2-16 0,-2-4-6 16,-3-2-4-16,3-1-9 0,-4-4-4 15,2-3 2-15,-6-4-8 0,2-8-9 16,-7 1-5-16,-2 1-2 0,-7-3-4 0,-1 2-1 16,-1 3 6-16,-3-3-18 0,-3 2-12 15,-2 5-12-15,0 2-14 0,-2 4-21 16,-5 3-31-16,3 1-42 0,-1 4-50 0,1 4-57 16,-4-1-66-16,0 4-64 0,3-2-50 15,5 1-46-15,2 0-24 0,5-3-8 0,2-3-9 16,0 0-628-16,0 0-600 0</inkml:trace>
  <inkml:trace contextRef="#ctx0" brushRef="#br0" timeOffset="-112509.35">25623 5368 2867 0,'31'-2'-93'16,"-8"2"55"-16,-5-3 53 0,0 1 52 16,-5 2 71-16,-13 0 51 0,23 2 38 15,-11 1 30-15,-12-3 21 0,18 4 19 16,-9 4 12-16,-4-3 9 0,1 4-2 0,-2 2-8 16,-3-1-22-16,1 3-22 0,2 2-23 15,-4-3-22-15,0 2-21 0,0-2-23 0,2 3-18 16,-2-3-15-16,0-1-14 0,2 1-18 15,-1-1-7-15,-1-1-22 0,7-3-12 16,-1 0-18-16,1-5-6 0,-7-2-14 0,27-6-12 16,-1-7 0-16,1-3 0 0,2-2-5 15,-2 1-2-15,-3 0 0 0,-3 3 4 0,-5 2 4 16,-3 5 7-16,-2-1 8 16,-1 2 3-16,-3 0 6 0,1 4-5 0,-8 2-1 15,12-6 1-15,-12 6 2 0,0 0-37 16,0 0-4-16,20 6 0 0,-16 0 0 0,2 0 0 15,2 0 0-15,-1 2 0 0,-2-1 0 16,3 1 0-16,-2-2 0 0,4 0 0 0,-3 1 0 16,7-5 0-16,-3 0 0 0,-11-2-60 15,25-2 3-15,-9 0-13 0,4-5 11 0,-1-3-1 16,8-7 9-16,-3 1 7 0,1-5 0 16,-4-3 12-16,1 1 10 0,-4 2 17 15,-4 3 17-15,-7 6 4 0,2 0 4 0,-1 4 0 16,-2 1-4-16,-2 2-8 0,-4 5-3 15,0 0 0-15,0 0-4 0,0 0 4 0,0 0-12 16,6 19-4-16,-8-9-13 16,4 2-10-16,-1 1-10 0,-1-1-22 0,6 5-22 15,-1-5-20-15,4 2-24 0,2-2-19 16,5 0-17-16,0-4-11 0,2-2-1 0,-2-2 10 16,6-4 11-16,-6-4 17 0,7-2 18 15,4-9 20-15,0-5 27 0,-2-6 18 0,4-10 18 16,-3-5 26-16,-4-5 20 0,3-8 18 15,-3 0 14-15,1 0 13 0,-8 5 13 0,-3 13 22 16,-3 5 20-16,-4 7 17 0,-1 7-1 16,-2 5-16-16,-4 7-9 0,2 5 1 0,0 0 4 15,0 0 5-15,-30 33-11 0,17-1-9 16,-1 2-5-16,3 2-10 0,2 2-6 16,0 1-8-16,5-1-4 0,4 0-7 15,6-1-2-15,1-2-24 0,2-4-28 0,2-1-29 16,3-4-27-16,0-2-29 0,-2-4-34 15,1-6-27-15,-3-2-27 0,-2 3-13 16,-1-5 3-16,1-1 21 0,-6 3 13 0,-2 0 21 16,-6 3 17-16,-5 0 22 0,-10 9 31 15,-1-5 35-15,4-4 41 0,2-3 32 0,5-2 20 16,3-1 6-16,-1-4-1 0,5 0 1 16,0-1 4-16,4-4 6 0,0 0-9 0,0 0-4 15,0 0-11-15,33-9-6 16,-22 6-14-16,4-1-24 0,-4 1-28 0,3-1-42 15,1 3-55-15,-6-1-71 0,1 2-91 16,-10 0-91-16,13 3-111 0,-5 1-125 0,-4 1-53 16,-4-5 68-16,0 14-437 0,-4-6-499 15</inkml:trace>
  <inkml:trace contextRef="#ctx0" brushRef="#br0" timeOffset="-112075.89">24831 6207 3388 0,'-47'7'373'0,"13"-1"-29"0,7-2-31 0,11-1-16 0,2 2 12 0,10-1-4 0,4-4-16 16,29 13-26-16,28-5-32 0,22-4-25 0,45-2-60 16,12-8-75-16,19-5-96 0,11-3-96 15,-4-4-120-15,2-3-95 0,37-12-52 0,-50 1-29 16,0-2 9-16,39-14 25 0,-56 3 41 15,-10-5 40-15,-12-5 67 0,-17-4 65 0,-9-7 79 16,-17-1 67-16,-16-5 53 16,-6-6 25-16,-12-3 24 0,-10-10 8 0,-13-5 8 0,-15 12-6 15,-16-26-2-15,-11-3-5 16,-20 1 0-16,-20 6-2 0,-43-13-9 0,9 44 2 16,-52-7-7-16,12 40 5 0,-22 24-3 15,-74 32-8-15,-15 38 2 0,-18 33 7 0,-14 32-2 16,-3 18 2-16,6 12 38 0,28 10 53 15,45-3 50-15,47-6 38 0,59-8 26 0,65-27 3 16,48 6-11-16,43-3-21 0,69 29-29 16,51-14-21-16,26-14-23 0,30-21-43 0,9-17-82 15,6-12-80-15,-2-9-80 0,-3-11-83 16,-10-12-81-16,-14-11-145 0,-53-18-174 16,-11-12-159-16,-14-11 68 0,-17-17-645 15,-19-12-790-15</inkml:trace>
  <inkml:trace contextRef="#ctx0" brushRef="#br0" timeOffset="-110526.15">27876 5525 5613 0,'-17'4'148'0,"3"-2"-54"0,7 0-47 0,7-2-19 0,0 0-3 0,0 0-9 0,0 0-3 16,0 0-2-16,50-8-6 0,-12 6 1 15,5-5-25-15,12 0-49 0,12-3-76 16,-1-1-121-16,4 2-142 0,4-7-190 15,-1 1-97-15,-3-5 69 0,-4 3-459 0,-7-2-555 16</inkml:trace>
  <inkml:trace contextRef="#ctx0" brushRef="#br0" timeOffset="-110310.2">28607 5202 3317 0,'0'0'181'15,"0"0"62"-15,0 0 52 0,0 0 47 16,0 0 29-16,35 19 20 0,-9-3 17 0,3 1-5 15,0 2-12-15,1-3-29 16,-1 5-26-16,-6-4-31 0,-6-1-26 0,-6-1-21 16,-1 5-17-16,-7-3-173 0,-6 4-68 15,-12 9 0-15,-12 3 0 0,-9 1 0 0,-10-4 0 16,-6-2 0-16,0-1 0 0,-6-3 0 16,-1-1 0-16,2-7 0 0,7 1-388 0,8-8-449 15,5-4-99-15,6-5 96 0,6-1-925 16,2-1-1196-16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2:38:58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2774 11476 1369 0,'0'0'194'0,"6"-5"-24"0,-6 5-12 0,4-6-10 0,-4 6-9 0,0 0-7 0,0 0-10 0,0-10-8 16,0 10-1-16,0 0-4 0,0 0-3 0,-12-10 4 15,12 10-9-15,-7-3 5 0,7 3 5 16,-15 0-3-16,15 0 1 0,-21 3 2 15,7 0 0-15,-3 4-6 0,-1 1 0 16,-4 1-4-16,-4 4-4 0,-3 2 1 16,0 0-7-16,2 3-7 0,-5 0-6 0,4 2-10 15,3-4-4-15,0 5-9 0,2-4-3 16,0 2-8-16,2 1-2 0,2 1 0 0,2-1-8 16,3 1 0-16,1 4-1 0,0 2-3 15,3-5 5-15,3 0-5 0,1-1 1 16,1 3-3-16,3-2 0 0,-1 2 4 0,3-2 4 15,3 1 2-15,-1-1 1 0,3-1-2 16,3 0 11-16,1-3 2 0,5 6 3 0,-1-5-2 16,6 3 1-16,2-4-1 0,-2-1-3 15,4 0-3-15,4-3-6 0,-1 1-5 16,1-1 2-16,2-2-4 0,-7-2-4 16,7 3-5-16,-6-5 0 0,5 1-5 15,-4 1 4-15,-4-2-5 0,8 4 0 0,-3-3 1 16,-3-1-2-16,-1 1 3 0,-1-2-2 15,3 0 7-15,-1 1-4 0,-2-1 0 0,-1 0 0 16,4 0-2-16,-2-1-3 0,0 1-6 16,-2-2 3-16,2 2 0 0,0 0-2 15,-2-2-3-15,0 0 2 0,0 2-15 0,4 0-2 16,-2-2 4-16,0 2 1 0,0-2 0 16,-1 2-2-16,2-2 2 0,1 0 8 15,-4 0 3-15,0-3-11 0,0 3 1 16,2-1 4-16,-2-1-7 0,0-1 6 0,0 1-1 15,0 1-2-15,1-2 0 0,-2 2 1 16,1-2 1-16,1 0 1 0,0 2-3 16,1-1 2-16,-1-2 4 0,0 3-2 0,1-3-4 15,2 1 5-15,0 2-2 0,2-2 2 16,0 2-2-16,-1-3-1 0,-4 2 8 0,0-1-10 16,5 2 2-16,-2 0 2 0,-2-4-4 15,-2 3 3-15,2-1 4 0,-1 0-1 16,2 0-5-16,3 1 2 0,-4 0 3 0,1-3 1 15,5 2-1-15,0-2 1 0,3 0 2 16,-1 0 1-16,-1 0-7 0,3 0 0 16,-1 0 1-16,-1 0 0 0,-2 0 1 15,2 0 15-15,-5 0-9 0,0 2 3 0,-4 0 0 16,1 0-1-16,-1-2-3 0,0 2 0 16,1 2-2-16,-1-4 0 0,5 3 4 0,-2 0 2 15,4-2-6-15,0 3 5 0,2 0-3 16,10-2 2-16,-1 0-4 0,5 2 0 15,-2-2-1-15,1 2-4 0,2-1 3 16,0 0 1-16,-2 1-1 0,3-1-1 16,-4-1 1-16,4 0 4 0,-3 1-4 0,0-3 2 15,2 1 1-15,0 1 9 0,1 0 3 16,-2-2 8-16,2 0 3 0,1 2-8 0,-2-4 13 16,2 4-11-16,-3-2 17 0,-1 0 0 15,2 0 17-15,0-2-11 0,-2 4 13 0,4-4-5 16,0 0-5-16,-1 0 7 0,5 1-3 15,-3-2 6-15,1-1 3 0,2 1 0 16,-3 1-11-16,-3 0-11 0,2-1-3 0,-7 3-1 16,2-3-3-16,-5 3-6 0,-5 3 0 15,-1-6-6-15,10 6 1 0,-10-3-7 0,11 1 2 16,-7 1-2-16,-3-2 0 0,8 0-1 16,-4 2-5-16,-5-2 3 0,13 2-2 0,-4-2 3 15,5-2-4-15,0 2-4 16,-1 0 1-16,0 0-2 0,2 0 4 0,0 0-3 15,-6 0-1-15,5 0 0 0,-10 0 4 16,8 0-5-16,-2 0 1 0,-6 0 1 0,9-2-2 16,-2 0 4-16,6 1-1 0,-10-2 1 15,3 1-9-15,-2 0 5 0,6-2 0 16,-4 0 3-16,4 4-6 0,0-4 3 0,-3 2 0 16,4 0-1-16,-6 2-3 0,1-3 1 15,-5 1 3-15,-6 2-1 0,1-1-3 0,-4-2 3 16,1-1 0-16,12 0-3 15,-1 0 4-15,-2-1-6 0,4 0 5 0,-3 1-1 16,2-3 2-16,-1 1-5 0,2-1 1 16,0 2-2-16,-2 0 4 0,0 0 0 0,1 0-4 15,-7 1 1-15,-8 3 3 0,5-3-4 16,-2 3 0-16,0-3 3 0,-1 2-2 0,-1 0 1 16,0 1 3-16,-3-1-5 0,-2 0 11 15,1 2 6-15,-1-1-3 0,4-1 0 0,-5 2-2 16,-1-2 0-16,2 0-5 0,-1 1 1 15,2-1 0-15,-6 2-3 0,0 0 2 16,3-2 2-16,-4 2-5 0,8 0 1 0,-7 0 0 16,0 0-4-16,5 0 3 0,-4 0 0 15,5 2-4-15,-1 0-1 0,-2-2 5 16,5 1 1-16,0-1-5 0,2 0 2 16,3 2-3-16,4-2 3 0,5-2-2 0,3 2-4 15,0-1 5-15,-8-1-6 0,-1 2-5 16,-5-2-2-16,1 2 1 0,-4 0 4 0,0 0-3 15,-4 0 6-15,-2 0-2 0,-2 0 2 16,1 0 0-16,-3 0-3 0,-13 0 8 0,27 0-8 16,-13 0 7-16,0 0-2 0,4 0 3 15,2 0-5-15,3 0 3 0,4 0 5 0,4 0-6 16,-5 0 4-16,7-3-4 0,6 1 5 16,-2 2-5-16,3-1 4 0,-6 1 1 15,-1 0-5-15,-5 0 4 0,1 0 1 16,0 0 0-16,-1 0-3 0,3-2 4 0,-3 2 0 15,1 0-6-15,1 0 2 0,1 0 1 16,-1 0-3-16,-1 2 0 0,0-2 5 0,-7 0-6 16,-3 1-2-16,-1-1 3 0,-3 0-2 15,-3 0 2-15,2 2 3 0,-4-2 3 0,-10 0 10 16,17 3 14-16,-17-3 9 0,11 0 13 16,-11 0 6-16,0 0 11 0,14 0 8 15,-14 0-36-15,0 0-37 0,0 0 0 0,0 0 0 16,17 0 0-16,-17 0 0 15,0 0 0-15,0 0 0 0,0 0 0 0,0 0 0 16,15 0 0-16,-15 0 0 0,0 0 0 16,0 0 0-16,0 0 0 0,0 0 0 0,0 0 0 15,0 0 0-15,6 4 0 0,-6-4 0 16,0 0 0-16,0 0 0 0,0 0 0 0,9 5 0 16,-9-5 0-16,0 0 0 0,8 7 0 15,-8-7 0-15,6 5 0 0,-6-5 0 0,9 8 0 16,-3-6 0-16,-1 4 0 0,-5-6 0 15,14 8 0-15,-6-5 0 0,-1 1 0 0,5-1 0 16,1 0 0-16,3-2 0 16,4-1 0-16,7 0 0 0,13-1 0 0,4-2 0 15,1 0 0-15,3-1 0 0,11-1 0 16,-9 2 0-16,-3 0 0 0,0-3 0 0,-6 4 0 16,2-1 0-16,-9 2 0 0,-8-1 0 15,-1 0 0-15,-6 0 0 0,-1 0 0 0,-2 1 0 16,-1-1 0-16,-1 0 0 0,-3 2 0 15,-1-1 0-15,-10 1 0 0,20-2 0 0,-11 0 0 16,-9 2 0-16,16-2 0 0,-16 2 0 16,16-3 0-16,-9 1 0 0,-7 2-19 15,13-3-512-15,-9 0-141 0,-4 3-173 16,10-6 2-16,-10 6 89 0,8-3-786 16,-8 3-983-16</inkml:trace>
  <inkml:trace contextRef="#ctx0" brushRef="#br0" timeOffset="1548.54">2569 11492 3803 0,'7'-6'-248'0,"-7"6"48"16,7-3 42-16,-7 3 38 0,6-3 30 0,-6 3 24 0,8-6 27 0,-8 6 27 16,10-5 27-16,-10 5 23 0,18-4 16 0,-4 2 21 15,5-2 1-15,0 2 4 0,4 0 1 16,4-2 6-16,9-4-9 0,3 4-15 0,0-3-11 15,3 0 5-15,-1 4-14 0,4-1-2 16,2 0-4-16,3 4 1 16,3 2-8-16,12 0-3 0,2 5-1 0,-1 0-1 15,5 3-7-15,1-1 8 0,7 1-3 16,0-2-11-16,3 3 6 0,3-6-8 0,-1 2 10 16,2-5 18-16,4 2-10 0,1-4 0 15,-1-1-5-15,3-3 0 0,22 1 4 0,-6-1-7 16,-19 1-5-16,-4 0-2 0,0 3 0 15,-2-2 5-15,-5 4-2 0,-3-2-5 16,-3 3-5-16,-5 2 7 0,-1-1-2 0,-5 1-6 16,-1 3 5-16,-5-2-2 0,-9 2 5 15,-1-4-5-15,-1 4-2 0,3-3-1 0,0-1-1 16,1 2 4-16,-1-2-4 16,0-1 1-16,1 1 0 0,1-3-10 0,-1 1 3 15,-1-2-3-15,-1 0-9 0,-2 2 1 16,-2-2-6-16,0 0 4 0,0 2-8 0,-3-1 10 15,2 1-2-15,-2 0 8 0,4-2-5 16,-4 0-2-16,5 0 5 0,-4 3 6 16,2 2-8-16,-2-7 4 0,3 2-2 0,-5 4 2 15,6-3 10-15,0 3-12 16,1-1 2-16,3-1 7 0,1 2-4 0,0-1-1 0,7 5 2 16,-10-4 7-16,1-1-19 0,-1 1 6 15,1-1 8-15,0 0-4 0,-4-2 1 0,3 0-6 16,-1 1 5-16,1-2-3 15,1 2-14-15,0-2-1 0,-4 0-9 0,-1-2 0 16,2 0-1-16,-4 2-9 0,0-1 3 16,0 0-6-16,-1 1-2 0,3-3 4 15,-4 3 4-15,3 0-2 0,-7 0 10 0,7 0-1 16,-3 3 4-16,4-6 3 0,-2 3-1 16,-1 3 4-16,4-6 2 0,0 3 0 0,0-1 4 15,3 1 3-15,0-2-3 0,0-2 0 16,1 2 0-16,1 1 8 0,1-2-1 0,-2-1-6 15,-3 3-5-15,5-3 0 0,-3 0-8 16,1 1-2-16,-3 0-3 0,5-1 0 16,-2 2 2-16,-1 1 4 0,1-3 0 15,-1 2 6-15,1 2-1 0,-2-1 1 0,0 0 4 16,-5-1 3-16,6 0 0 0,-8 0 1 16,4 2 3-16,-11 0 3 0,-1-1 2 15,8-1-2-15,-6 0 1 0,6 2 0 0,4-2 1 16,-9 2 0-16,-2 0 0 0,-1 0 2 15,-1 0 0-15,12 0 1 0,-1 2 2 0,-2 2 9 16,-6-3 4-16,-5-1 2 0,1 2 3 16,1 0 8-16,-1-2 3 0,-2 2 1 0,-5-2 9 15,-1 0 0-15,1-2 1 0,-4 2-6 16,0-2-4-16,-3 2 0 0,-2-3-7 16,-2 1-21-16,1 2-35 0,-12 0-51 15,13-2-83-15,-13 2-152 0,8-3-180 16,-8 3 30-16,0 0-124 0,0 0-93 0</inkml:trace>
  <inkml:trace contextRef="#ctx0" brushRef="#br0" timeOffset="4313.93">9955 11596 1620 0,'0'0'62'0,"-7"-4"11"0,7 4 14 0,-7-6 6 0,7 6 18 0,-6-6 15 16,6 6 15-16,-1-7-1 0,1 7-5 0,-2-6-17 16,2 6-12-16,7-10-9 0,3 4-6 15,3-1-9-15,9 1-11 0,2-1 0 16,12-1-5-16,8 2-3 0,4 0-4 0,18 0-2 15,-1 3-3-15,3-5 3 0,4 6-10 16,-2-2-12-16,0-1 2 0,3 0 0 16,1-1-7-16,4 2-8 0,0-3 4 0,6 1-10 15,2-1 0-15,27 1 2 0,0-2-3 16,-2 0-7-16,6 1 2 0,-3 0 1 16,3 0-2-16,-4 3 4 0,6 0-9 0,-5 0 9 15,6 4-8-15,0-4 5 0,0 2-5 16,2 0 0-16,0-2-3 0,0 3 6 0,-2 1-3 15,0 0 0-15,-1-1 2 0,-1-2-4 16,2 3-2-16,-3-1-4 0,0-5-13 16,-1 5-7-16,4-3 1 0,-1 4-6 15,-3-3-3-15,-21 3-2 0,23 3 1 0,-24-3 6 16,-3 0-1-16,2 0 2 0,-5 3 8 16,-4-2-1-16,-2 0 0 0,-4 1-2 0,-2-2 6 15,-1 2 3-15,-3-2-2 0,-3 0 2 16,-1-2 5-16,-1 2-1 0,-1 0 2 0,3 0-1 15,0 0-3-15,3 0 5 0,0-2 0 16,1 2-5-16,1 2 5 0,-3-2-2 0,-1 0 6 16,1 2 0-16,0 0-2 0,-1-2 2 15,0 0 2-15,3-2-1 0,-3 2-3 16,1-4 0-16,-2 2 3 0,-1-1-5 0,4 0 2 16,-2 0-2-16,2 1-18 0,-4 2-7 15,2-2-3-15,1 4-5 0,-2 0 4 0,1 0 5 16,1 2-2-16,5 0 3 15,-3 1 8-15,1 1 1 0,-2 2-3 0,3-2 12 16,0-2-7-16,2 2 0 0,1-2-4 16,-2-1-9-16,0-1-9 0,-1 0-12 0,-3-4-9 15,-3 0-24-15,0-4-19 0,-7 1-4 16,3-4 1-16,-2 2 6 0,-6 3 9 0,-10-4 7 16,0 5 5-16,-1-1 12 0,-5 0 5 15,5 0 3-15,-2 2 6 0,5 2 6 0,1 0 7 16,3 0 5-16,-1 0 6 0,1 0-23 15,-3 0-13-15,-2-2-7 0,-7 2 1 16,3-1 14-16,-4-3 10 0,-2 3-8 16,-5-3 9-16,-8 1 17 0,-1-1 12 0,-5-1 17 15,-2 2 4-15,2-1 23 0,-5 3 10 16,-1-3 6-16,-1 3 2 0,-3-3-1 16,2 2-3-16,1-1 4 0,-3 1 11 0,2-1 6 15,1 0 13-15,-1-1 6 0,2 1 12 16,-4-1 0-16,2 1 6 0,1-2 8 0,-3-1 2 15,0 3-3-15,3-2-4 0,-4 2-9 16,-1-3-8-16,0 1-5 0,-7 5-14 0,13-9-5 16,-8 4-8-16,1 0-7 15,-3-1-2-15,3-1-7 0,0-3-7 0,0-1-10 16,-1-1-13-16,-3 0-5 0,2-1-3 16,-2-2 0-16,-2 3 5 0,2 2-2 0,-2 0-1 15,1 1-1-15,-2 0-1 0,2 4 1 16,-1 5-1-16,0-13 3 0,0 13-3 15,0-12 2-15,0 5 0 0,0 7-2 0,2-14 4 16,-2 14-1-16,3-12 0 0,-1 7 8 16,-2 5-7-16,2-12 5 0,-2 12 4 0,0-10-1 15,0 10-4-15,0-9 0 0,0 9 1 16,0 0-6-16,0-12 2 0,0 12-3 0,0 0 1 16,-2-8-4-16,2 8 0 0,0 0-2 15,0 0 2-15,0 0-2 0,0 0 1 0,-18 24 3 16,11-6 0-16,-3 11 3 15,-1 4 7-15,0 3 2 0,-7 13 7 0,2 4 1 16,-6 3 8-16,3 4 0 0,-6-1 3 16,3 0-1-16,-5 1-5 0,2 0 11 0,0 0 10 15,2-2 5-15,1-3 8 0,2-1 7 16,1-3 3-16,2-4 1 0,5-8-1 16,3-5 25-16,2-2-5 0,-3-5-5 0,7-8-10 15,-4-2-6-15,4-2-7 0,-1-1-5 16,0-4-1-16,2 0-7 0,-1 1-3 0,1-3 0 15,0-1-1-15,0 0-3 0,-1-2-5 16,3-5-5-16,-2 10 0 0,2-4-3 16,0-6-3-16,-1 8 2 0,1-8 0 15,0 10 0-15,0-10 0 0,1 7-2 0,-1-7-2 16,0 9-1-16,0-9-6 0,2 9 2 16,1-7-3-16,-3-2-2 0,4 9-1 0,-2-5 0 15,-2-4-1-15,3 8-4 0,1-2 1 16,-2-2-2-16,-2-4-3 0,5 7 3 0,-3-3 1 15,-2-4-1-15,7 8-4 0,-4-4 2 16,-3-4-2-16,4 6-1 0,-4-6 2 0,4 4-1 16,-4-4-2-16,0 0 6 15,2 7-5-15,-2-7 0 0,0 0-3 0,0 0 3 16,0 0-2-16,-8 9 4 0,8-9-2 16,-15 5 0-16,2-3 0 0,-3-2 0 0,-2 2 2 15,-6-2-4-15,-4 0 0 0,-14-2 3 16,2-2-2-16,-8 2 0 0,2 1 0 15,-6-2-3-15,2 3 0 0,-17-2 1 0,2-2 2 16,-4 4-4-16,3 0 3 0,-5 2-2 16,2-2 1-16,-1 4 0 0,-2-4 0 0,1 6 2 15,-1 0-3-15,2-3 4 0,0 2-5 16,4 0 1-16,-1 2 3 0,3 0 0 16,-5 0-1-16,2 0-1 0,-2 1 2 15,5 1-3-15,-5-1 2 0,7 1 2 0,-1-1-1 16,2 1-1-16,0 1-3 0,3-1 1 15,3 1 0-15,1-2 1 0,9-1 0 0,-1 0 1 16,1 0 0-16,-2 0 0 0,2 0 0 16,1-1 0-16,-1-2-1 0,-3 2 2 0,-1-2 0 15,-7 3-1-15,-3-2 0 0,0 2 1 16,0-1-1-16,7-2 1 0,-9-1 0 0,0 3-5 16,-2 0 6-16,0-2-2 0,-3 2-2 15,-3-2 2-15,0 2-1 0,3-1 0 16,-1-1-1-16,3 0 1 0,-4 0 0 15,2-2-1-15,-3 2 2 0,-1-4 1 16,1 3 0-16,-3-2 0 0,2 1-4 0,-5 0 3 16,4 0-1-16,-2-1-1 0,1 1 2 15,0 0-1-15,1 0 0 0,5-2 2 0,-1 4-1 16,4-2 1-16,-1 0-2 0,1 2 1 16,2-1 0-16,-2-2-2 0,13 1 4 0,-2 0 0 15,4 2 0-15,-2-3-2 0,1 3 0 16,2-1 1-16,-1 0 0 0,3 3-3 0,4-3-3 15,-2 2-10-15,2-1-5 16,3 1-11-16,-1-1-9 0,1 0-7 0,4 1-6 16,3 0-7-16,4-1 5 0,-9 1 7 15,8 0 3-15,1 0 2 0,-9 0 1 0,2 2 8 16,-5 0 2-16,3-2 4 0,0 0-3 16,5-1 1-16,5-1-10 0,-14 1 1 0,8-3-1 15,-9 1-6-15,7-2-4 0,-8 0 6 16,3-2-2-16,-6 1 8 0,2-5-2 15,-5 5 3-15,-1-4 4 0,-10 0 1 0,-5-1 0 16,-1 3 7-16,0-1 3 0,-1 1 5 16,1 0-3-16,2-1 4 0,-3 3 1 0,0 1 1 15,4 0 11-15,-3-2-9 0,12 2 3 16,2-2-1-16,1 1 5 0,4 1-1 0,-2 0-3 16,3-2 4-16,1 0 3 15,0 2-2-15,2 0 4 0,9 0-2 0,1 0 2 16,3 0-3-16,3-2 1 0,4 2 1 15,-2 0 1-15,3 0 4 0,3 0-6 0,-4 0-4 16,5 0 2-16,0 0 0 0,2 0 8 16,0 0-8-16,-3 2 5 0,3-2-2 15,0 0 0-15,-4 2 6 0,-2 0-5 0,2-1 3 16,-2-1-2-16,0 2-4 0,0-2 0 16,-1 0-4-16,0 0 5 0,1 0 10 0,-2 0-5 15,1-2-2-15,-5 2 0 0,6 0-3 16,-2-1 2-16,0 1-6 0,0 0 5 15,-2 0 1-15,-1 1-2 0,-1 1 6 0,2 0-4 16,0 1-7-16,5-1 7 0,0-1-6 16,4 3 2-16,-4-3 4 0,3 3-1 15,4-1 2-15,0 1-4 0,1-2 1 0,1 1-1 16,2-1 3-16,9-2 2 0,-14 1-5 16,8 1 3-16,6-2 3 0,-9 3-6 0,9-3 0 15,0 0-36-15,-14 4-53 0,14-4-71 16,0 0-88-16,-6 3-93 0,6-3-169 15,0 0 8-15,0 0 50 0,0 0-109 16,0 0-65-16</inkml:trace>
  <inkml:trace contextRef="#ctx0" brushRef="#br0" timeOffset="5347.8">11241 12368 1588 0,'0'0'55'0,"0"0"33"0,0 0 20 0,0 0 20 16,0 0 13-16,0 0 7 0,0 0 25 0,0 0 28 16,2 10 13-16,-17 2 11 0,-6 5-1 15,-8 5-7-15,-3 9-11 0,-2 0-24 0,-2-1-11 16,-1 0-17-16,3 1-20 0,1-2-10 15,11-3-26-15,1-2-57 0,-1-2-84 0,9-3-126 16,6 0-154-16,1-6-258 0,0 3-20 16,0-3 74-16,-1-1-281 0,2-3-296 15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09:39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28632 7035 2159 0,'8'-4'360'0,"-8"4"-23"0,4-6-6 0,-4 6 5 0,6-5-13 0,-6 5-22 0,4-6-17 15,-4 6-20-15,0 0 9 0,0 0-6 0,3-10-2 16,-3 10-17-16,2-7-16 0,-2 7-18 16,0 0-19-16,2-10-13 0,-2 10-23 0,-2-10-14 15,2 10-13-15,-4-12-16 0,1 7-10 16,-5-6-13-16,2 0-11 0,-3 0-6 15,-6-3-11-15,-8-3-4 0,-6-1-6 0,0 3-10 16,-3 1-4-16,-4-3-3 0,0 5-3 16,-5-3-6-16,5 3-1 0,-1 4-3 15,-1 0-5-15,1 0 3 0,1 5 1 0,1 1-10 16,9 0 2-16,-7 2-5 0,-5 2-4 16,1 6 2-16,-4 3-2 0,3-1 0 0,-2 5 1 15,-4 6-4-15,1 3 0 0,-4 5 0 16,8 4 0-16,-1 1 0 0,-1 13 4 0,2-1 1 15,3 3 0-15,1 1-3 0,7 1 1 16,3 3 4-16,7-1-2 0,7 2-1 16,7-6 5-16,10 3 2 0,5 0 4 15,8-5-10-15,12-2-9 0,5-4 0 0,6-3 0 16,7-3 0-16,5-6 0 0,7-7 0 16,0-2 0-16,2-4 0 0,0-8 0 15,-1-2 0-15,5-5 0 0,0-4 0 0,2-6 0 16,-3-4 0-16,1-4 0 0,-3-7 0 15,-3-3 0-15,12-14 0 0,-6-3 0 0,-17 6 0 16,4-16 0-16,-13 4 0 0,-5-3 0 16,-9-6 0-16,-9-4 0 0,-8-1 0 0,-8 0 0 15,-9 1 0-15,-13 4 0 16,-6 5 0-16,-12 5 0 0,-8 6 0 0,-21-3 0 16,6 21 0-16,-4 4 0 0,-3 9 0 0,-7 7 0 15,1 10-76-15,-1 3-267 0,0 3-110 0,5 7-116 16,2 0-126-16,7 3-147 15,7 2 76-15,7-6-746 0,17 3-959 0</inkml:trace>
  <inkml:trace contextRef="#ctx0" brushRef="#br0" timeOffset="1815.95">29412 7978 4256 0,'-29'-8'15'0,"-1"-2"1"0,5 1 20 0,7 3 44 0,4 1 49 16,4 2 61-16,9-1 10 0,1 4 0 15,16-6-5-15,27 2-12 0,27 2-6 16,18 2-23-16,39 4-14 0,14-1-16 0,6 9-16 16,1 0-9-16,-3 4-14 0,-3-1-3 15,-9-1-6-15,-13 2-18 0,-13-3-3 0,-35-1-3 16,-9-3-9-16,-21-4-10 0,-6 4-5 15,-9-6-5-15,-7 0-2 0,-4 1 2 0,-5-1-8 16,-5 1-2-16,-3-1-19 16,-3-3-28-16,-1 7-46 0,1-7-75 0,-8 8-109 15,1-4-133-15,-2 0-175 0,-3 0-197 16,0 0 64-16,-5-1 81 0,4-1-500 0,-6 0-591 16</inkml:trace>
  <inkml:trace contextRef="#ctx0" brushRef="#br0" timeOffset="4016.07">29233 6234 2933 0,'-6'-5'-49'0,"6"5"20"15,-9-7 6-15,3 5 13 0,6 2 23 0,-19 4 29 0,3 1 34 0,-2 5 24 0,-9 8 21 16,-2 3 0-16,5 4 6 0,-1 0 0 0,1 3 11 16,8 0 3-16,4-1 7 0,4-5 1 15,5 1-7-15,3-5 3 0,3 4-1 0,5-1-7 16,9 3-6-16,7-2-10 16,0-3-11-16,4-3-8 0,4-3-11 0,-3-3-9 15,-2-2-8-15,-2-6-5 0,-2-2 0 0,-4-2 2 16,5-3 1-16,7-8 3 15,-6-3 9-15,2-4-11 0,-4-4-10 0,3-7 0 16,-7-1 2-16,-3 1-19 0,-5-3-1 16,-1 0 7-16,-6-1-5 0,-3 8-9 0,-1 1-7 15,-8-7-3-15,-3 4 1 0,-6 4-3 16,-2 2-6-16,-6 1-6 0,-5 3 2 0,-5 6-2 16,-6 1 0-16,-5 8-5 0,0 4 0 15,-4 4-1-15,-3 8 0 0,1 0 1 0,9 6 0 16,-1 3-1-16,18-1-2 0,1 1-1 15,7 3 2-15,9-2 3 0,5-2 1 16,8-4-1-16,7 11-3 0,6-2-1 16,8-4-5-16,6-3 6 0,3-2 9 0,2-5 6 15,0-2 20-15,0-2 21 0,-4-5 6 16,-7-2 12-16,4-4 5 0,5-2-3 16,1-3 14-16,0-1 5 0,-9 1-3 0,-4 2 8 15,-2 1-4-15,-5 2-2 0,-3-1-8 16,1 2-9-16,-3-2-11 0,-1 5-8 0,-9 0-12 15,0 0-7-15,19 0-2 0,-19 0-40 16,13 12-4-16,-5-7 0 0,-1 3 0 0,1 1 0 16,-2-1 0-16,0 2 0 0,1-3 0 15,-1 2 0-15,0-2 0 0,-2-2 0 16,-4-5 0-16,7 10 0 0,-3-7 0 16,-4-3 0-16,7 6 0 0,-7-6 0 0,0 0 0 15,25-7 0-15,-6-2 0 0,6-8 0 16,2 1 0-16,-1 3 0 0,-3 3 0 0,-5 0 0 15,-7 5 0-15,1-1 0 0,-3 3 0 16,0 3 0-16,-9 0 0 0,20 5 0 16,-11 0 0-16,0 5 0 0,-1 1 0 0,2 3 0 15,-3-1 0-15,-1 3 0 0,0-3 0 16,0 3 0-16,-3-1 0 0,1-1 0 0,0-2 0 16,-1-1 0-16,-1-2 0 15,0 0 0-15,3-3 0 0,-3 1 0 0,-2-1 0 16,1 0 0-16,-1-6-258 0,2 8-210 15,-2-8-107-15,0 0-158 0,0 0-128 0,0 0 77 16,0 0-751-16,11-29-978 0</inkml:trace>
  <inkml:trace contextRef="#ctx0" brushRef="#br0" timeOffset="4365.95">30151 6336 4070 0,'0'0'-61'0,"0"0"41"0,0 0 39 0,0 0 46 0,0 0 42 0,0 0 23 0,0 0 17 0,0 0 14 0,0 0 7 0,0 0 6 16,0 0 0-16,18 6-5 0,-18-6-11 16,14 4-10-16,-14-4-9 0,20 0-6 15,-20 0-13-15,23-4-6 0,-10 0-15 0,1-2-8 16,-1-1 1-16,-2-1 2 0,1-2-10 16,-5-2-7-16,1 3-4 0,-5 1-11 15,2-2-8-15,-5 3-3 0,0 7-27 0,-12-12-3 16,1 9-2-16,-5 2-2 0,-2 2-3 15,-7 2 3-15,-6 8-2 0,1 1-4 0,1 2 0 16,2 3-2-16,4 1-7 16,3 3 5-16,0 0 0 0,5 3-1 0,5-5 4 0,5 0 3 15,3-2-6-15,4-2 1 16,3 2-2-16,5 0-1 0,4-1-32 0,-2-3-25 16,13 4-43-16,2-5-45 0,4 0-62 15,-4-8-77-15,-3-3-90 0,5-1-98 0,-2-1-124 16,5-3-143-16,2-8 56 0,-1 0-508 15,-5-3-651-15</inkml:trace>
  <inkml:trace contextRef="#ctx0" brushRef="#br0" timeOffset="4716.14">30702 6350 3571 0,'-13'0'131'0,"13"0"22"0,0 0 28 0,0 0 26 0,-16 0 9 0,16 0 4 0,0 0-21 16,0 0-18-16,0 0-22 0,0 0-16 15,0 0-52-15,0 0-68 0,39-2-75 0,-19 2-104 16,5-2-127-16,2-2-141 0,11 0-189 16,1-2-44-16,-3-1 85 0,-2 1-353 0,-2-6-404 15</inkml:trace>
  <inkml:trace contextRef="#ctx0" brushRef="#br0" timeOffset="5149.6">31194 5912 2628 0,'-6'-16'82'0,"2"5"46"15,-2-2 41-15,5 5 42 16,-1 1 35-16,0 2 3 0,2 5-17 0,-4-9-24 16,4 9-7-16,0 0 31 0,0 0 3 15,-23 24-12-15,8 4 2 0,1 2-1 0,-5 11-18 16,1 6-18-16,-2-3-18 0,0 3-2 15,0-1-29-15,3-1-11 0,2-13-12 0,1 1-14 16,-1-1-6-16,3-5-8 0,3-5-11 16,2-5-2-16,1-4-4 0,3-2-10 0,-4-1-3 15,3-3 22-15,3 2 23 16,1-9 14-16,-4 6-12 0,4-6-12 0,0 0-9 16,0 0-8-16,23-18-10 0,-6 6-10 15,6-5-5-15,2 3-4 0,1-1-6 0,-4 5-7 16,-8 3-32-16,0 1-2 0,-1 4 0 15,-2 0 0-15,-11 2 0 0,23 4 0 16,-12 0 0-16,2 2 0 0,-4 3 0 0,-2 3 0 16,0 0 0-16,-5 0 0 0,1-3 0 15,-3 6 0-15,-2-1 0 0,-1 1 0 16,-4-1 0-16,0-1 0 0,-2 3 0 0,-4-1 0 16,2-3 0-16,0 0 0 0,1-2 0 15,-3-1 0-15,0-1 0 0,-1-3 0 0,2 3 0 16,1-8-2-16,0 4-316 0,4-4-110 0,7 0-112 15,-18-6-129-15,15-1-185 0,3-1 60 16,1-5 95-16,11-4-623 0,5-9-779 0</inkml:trace>
  <inkml:trace contextRef="#ctx0" brushRef="#br0" timeOffset="5365.54">31480 6200 3693 0,'5'-9'70'0,"-3"3"50"0,-2 0 31 0,0 6 24 0,0 0 40 0,0 0 31 0,0 0 37 0,-32 16 10 15,7 5-2-15,-1 2-9 0,-9 13-15 0,-1 2-23 16,2 5-24-16,-3 1-19 16,3 1-23-16,4 0-17 0,-1-3-15 0,5 1-15 15,1-7-13-15,3-7-17 0,6-2-40 0,0-3-49 16,3-6-64-16,4-4-59 0,2-4-47 16,2-1-45-16,1-4-72 0,0-3-82 15,4-2-76-15,0 0-57 0,0 0-53 0,-1-19-84 16,1 2-59-16,0-9 61 0,3-12-429 15,5-13-527-15</inkml:trace>
  <inkml:trace contextRef="#ctx0" brushRef="#br0" timeOffset="5532.24">31098 6274 2833 0,'5'-15'1'0,"-5"2"35"0,2 3 31 15,-2 3 45-15,0 7 43 0,-2-9 25 0,2 9 14 16,0 0 7-16,0 0-2 16,-7-4-5-16,7 4-12 0,0 0-15 0,0 0-17 0,0 0-10 15,0 0-16-15,7 29-13 16,-4-21-11-16,5 5-56 0,1-1-72 0,3 2-84 15,5 7-94-15,4 0-107 0,0-2-172 16,3-2-162-16,-3 0 62 0,1-4-372 0,-8-2-436 16</inkml:trace>
  <inkml:trace contextRef="#ctx0" brushRef="#br0" timeOffset="5715.19">31702 6496 3077 0,'0'0'232'0,"0"0"5"0,-15-15 11 0,10 10 23 0,5 5 12 16,-7-9 1-16,4 4-18 0,3 5-29 16,-4-6-30-16,4 6-54 0,0 0-65 15,0 0-73-15,18-9-89 0,-9 7-94 16,5 2-105-16,0 0-115 0,8 0-176 16,-6 2-103-16,0-2 72 0,4 0-381 0,-2 3-453 15</inkml:trace>
  <inkml:trace contextRef="#ctx0" brushRef="#br0" timeOffset="6532.18">31958 6334 2576 0,'-4'-7'39'0,"1"1"42"0,3 6 29 16,-5-8 31-16,5 8 15 0,-5-6 11 16,5 6 17-16,0 0 1 0,-15 0 2 15,15 0-14-15,-16 12-7 0,9-4-12 0,-3 3-10 16,4 1-11-16,-3 5-13 0,1 0-6 15,5-1-9-15,1 4-9 0,0-2 5 0,2 0-24 16,4 0-3-16,-1 1-8 0,3-4-4 16,-1 1-5-16,6-4-5 0,-2-2-6 0,0-1-4 15,1-3-4-15,3-4-1 0,0 0-5 16,1-4 0-16,1-2-3 0,0-6 2 16,2-3 2-16,4-8 6 0,-3-3 8 0,-3-5 0 15,-3 0-3-15,-5-5-6 0,-3 0-5 16,-4 5-1-16,-4 4-5 0,-6-8-1 15,-1 1-7-15,-2 6 1 0,-6-1-3 16,4 12-5-16,-1 1-1 0,1 7 7 0,0 0-6 16,-3 4 4-16,5 3-1 0,-2 2 9 15,1 3-3-15,1 3 6 0,1 1-1 0,1 3 2 16,6-2 1-16,-1 4 1 16,6-1 4-16,2-1 9 0,4 2 1 0,1 0 4 0,6 1 3 15,1-2 4-15,-1-4 7 16,4 1 7-16,3-2 8 0,-4-2 1 0,4-2 4 0,-2-2-10 15,4-1 7-15,-1-2 1 16,-1 1 13-16,-1-2 4 0,3 1 2 0,-8 1 0 16,2-3-1-16,-16 3-11 0,22 0-12 15,-11 0-6-15,-11 0-7 0,16 0-22 16,-16 0-40-16,16 4 0 0,-9-1 0 0,1 1 0 16,-8-4 0-16,15 9 0 0,-9-6 0 15,-1 3 0-15,4-3 0 0,-9-3 0 0,11 7 0 16,-11-7 0-16,9 3 0 15,-9-3 0-15,10 3 0 0,-10-3 0 0,0 0 0 0,33-12 0 16,-20 6 0-16,-1-4 0 16,4 4 0-16,-3 1 0 0,-3-1 0 0,-1 2 0 15,1-2 0-15,-2 2 0 0,-8 4 0 16,13-6 0-16,-13 6 0 0,7-6 0 0,-7 6 0 16,0 0 0-16,0 0 0 0,0 0 0 15,22 6 0-15,-22-6 0 0,7 3 0 0,-7-3 0 16,10 5 0-16,-10-5 0 0,9 8 0 15,-1-4 0-15,-8-4 0 0,14 6 0 16,-9-3 0-16,4 1 0 0,-3-2 0 0,4 4 0 16,-4-2 0-16,3 0 0 0,-2 2 0 15,2-1 0-15,-2-1 0 0,-7-4 0 0,13 8 0 16,-8-4 0-16,-5-4 0 16,16 2 0-16,-10 1 0 0,-6-3 0 0,15 3 0 15,-15-3 0-15,13 2 0 0,-13-2 0 0,18 2 0 16,-18-2 0-16,15 0 0 0,-15 0 0 15,12 0 0-15,-12 0-218 0,11 0-379 16,-11 0-136-16,0 0-191 0,4 3 87 0,-4-3 90 16,0 0-659-16,-24 22-859 0</inkml:trace>
  <inkml:trace contextRef="#ctx0" brushRef="#br0" timeOffset="6848.83">32663 6673 4224 0,'0'0'152'0,"0"0"32"0,0 0 26 0,0 0 25 0,0 0 21 0,0 0 9 16,0 0-4-16,-70-6-9 15,2 9-2-15,-11-3-3 0,-13 1-11 0,-31 3-21 16,-15-2-18-16,-13 0-18 0,-18-2-19 16,-8 3-15-16,-6-3-14 0,-55 3-9 0,53-1-13 15,-52 3-11-15,66 2-35 0,7 3-63 16,13 1 0-16,20 1 0 0,24 3 0 0,31-5 0 15,10 2 0-15,9-2 0 0,14-1 0 16,9 0 0-16,0-1 0 0,11-3 0 0,2 0 0 16,7 0 0-16,3-3-185 15,-1 2-32-15,5-1-39 0,7-3-34 0,-15 3-56 16,15-3-64-16,-6 0-64 0,6 0-98 16,0 0-198-16,0 0 59 0,0 0 85 0,0 0-508 15,0 0-602-15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3:51:16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6734 2910 1204 0,'10'-2'382'0,"-10"2"-67"0,7-6-43 0,-7 6-18 0,0 0-13 0,10-2 6 0,-10 2-15 0,0 0-9 0,0 0 9 16,0 0 6-16,0 0 7 0,0 0-6 15,6-6-3-15,-6 6-9 0,0 0-3 16,0 0-10-16,0 0-11 0,0 0-34 16,0 0-10-16,0 0-15 0,0 0-10 0,0 0-7 15,0 0-6-15,-20-12-14 0,20 12-9 16,-14-4-2-16,1 2-11 0,13 2 2 0,-24-3-4 16,9 3-9-16,0-2-2 0,-1 2-4 15,2 0-10-15,-6 0-5 0,3 2 1 16,-2 0 0-16,0-1-9 0,2 3-9 0,-1-2 13 15,-1 1-8-15,2 0 1 0,-2-1 1 16,2 2 3-16,2 2-1 0,-2-4-3 16,1 2 2-16,-1 0-1 0,0 0 5 15,1-1-8-15,5 3 7 0,-1-4-1 0,-1 3 4 16,-1-1-2-16,0 3-4 0,1-4 1 16,1 1 0-16,1 0-14 0,2 2-31 15,-2-1 0-15,0 0 0 0,0 0 0 0,-1-1 0 16,3 4 0-16,0-4 0 0,0 4 0 15,0-3 0-15,0 2 0 0,0 0 0 0,0 0 0 16,2 1 0-16,-2 3 0 0,0-1 0 16,0 0 0-16,2 2 0 0,-1 2 0 0,0-2 0 15,3 1 0-15,-1-1 0 0,0 5 0 16,1-3 0-16,-2 1 0 0,4 2 0 16,1-3 0-16,0 3 0 0,0 3 0 15,2-3 0-15,2 2 0 0,0 0 0 16,2 1 0-16,-1 3 0 0,2-3 0 0,0 1 0 15,3-3 0-15,-3 2 0 0,6-2 0 16,-4 1 0-16,4-1 0 0,1-1 0 0,-1-3 0 16,4 1 0-16,1-1 0 0,3 6 0 15,-1-7 0-15,-2 0 0 0,5-2 0 16,3 3 0-16,3 0 0 0,2-2 0 0,-6-3 0 16,0-1 0-16,-1-3 0 0,1 2 0 15,2-4 0-15,0 3 0 0,-1-5 0 0,-1-1 0 16,0 0 0-16,-3 0 0 15,2-1 0-15,3-1 0 0,0-2 0 0,0 1 0 16,0-4 0-16,7-1 0 0,-5 3 0 16,-5-1 0-16,-1-1 0 0,2 1 0 0,-4 0 0 15,0-2 0-15,3 1 0 0,-4-2 0 16,1-1 0-16,1 2 0 0,0-2 0 0,5-7 0 16,-4 5 0-16,-4 2 0 0,1 1 0 15,-6-3 0-15,2 6 0 0,-1-4 0 16,-1 3 0-16,-1-2 0 0,-3 0 0 0,2 0 0 15,-3-2 0-15,-1 2 0 16,-1-1 0-16,-1 0 0 0,-2-2 0 0,3-2 0 0,-4-3 0 16,-1 2 0-16,0-6 0 15,-1 2 0-15,-2-5 0 0,-1 2 0 0,0 0 0 16,1 1 0-16,-5-2 0 0,-4-4 0 16,1 1 0-16,-4 1 0 0,0-1 0 0,-7 4 0 15,4 0 0-15,-7 1 0 0,2 2 0 16,-6 1 0-16,1 1 0 0,-5 4 0 0,-1 3 0 15,0 0 0-15,-4 3 0 0,-3 5 0 16,2 1 0-16,6 2 0 0,-8 3 0 0,-2 3 0 16,7 3 0-16,2 0 0 0,2 1 0 15,3 1-137-15,6 1-910 0,8-3 76 16,3 1 110-16,5 1-899 0,3-2-1191 0</inkml:trace>
  <inkml:trace contextRef="#ctx0" brushRef="#br0" timeOffset="2465.57">12263 2960 4463 0,'-10'-4'-251'0,"2"0"45"0,8 4 42 0,-17-6 34 0,17 6 34 0,-15 0 31 0,15 0 33 15,-19-2 28-15,19 2 20 0,-23 2 15 16,7 4 13-16,2 1 29 0,-8 6 15 16,-1 3 16-16,1 5 11 0,-1 7 18 0,-4 9 7 15,2 2 3-15,3-1-1 0,1 5 6 16,7-7-3-16,1 0 4 0,8 4-20 16,1-4-7-16,6 3-8 0,5-3 0 0,13 6-6 15,5-5-9-15,12-3-3 0,7-5-6 16,8-4-9-16,7-7-11 0,5-4-7 0,5-6-3 15,-1-4-5-15,3-6-6 0,-2-6-7 16,-5-4 1-16,-3-5 10 0,-2-1 22 16,-1-7 8-16,-7-4 12 0,-7-5 18 15,-3-7 1-15,-2-5 5 0,-8 2 15 0,-6-9 5 16,-5 0-2-16,-10-5-14 0,-4 0-10 16,-12 0-15-16,-2 0-9 0,-11-2-11 15,-4 4-11-15,-5 2-10 0,-9 10-3 0,-9 6-18 16,-4 9-13-16,-10 8-36 0,-4 10-38 15,-4 7-49-15,2 9-47 0,-3 9-54 0,7 7-58 16,-3 2-76-16,4 3-86 0,5 3-90 16,8-2-101-16,9 2-182 0,5 2 63 15,5-4-611-15,9 2-798 0</inkml:trace>
  <inkml:trace contextRef="#ctx0" brushRef="#br0" timeOffset="2966.14">12352 3709 3623 0,'2'-9'-47'0,"0"0"50"0,-2 2 44 0,0 7 44 0,0-12 40 0,0 12 40 0,0-8 24 16,0 8 14-16,0 0 3 0,-2-9-2 0,2 9-11 16,0 0-18-16,-2-6-11 0,2 6-24 15,0 0 1-15,0 0 18 0,-28 22 12 16,5 2 26-16,-12 11-1 0,-1 3-7 0,-5 6-11 15,-13 14-1-15,2 2-15 0,-3 3 4 16,1 3 8-16,2-3 4 0,-4-2 16 0,6-2 10 16,9-11-130-16,1-2-80 0,3-3 0 15,3-4 0-15,3-1 0 0,1-3 0 16,7-10 0-16,4-3 0 0,4-5 0 16,2-2 0-16,5-5 0 0,-2-4 0 0,5 1 0 15,-3 0 0-15,6-2 0 0,2-5 0 16,-9 8 0-16,9-8 0 0,-4 0 0 0,4 0 0 15,0 0 0-15,0 0 0 0,0 0 0 16,0 0 0-16,0 0-440 0,0 0-562 16,-2-14 82-16,2 14 95 0,0 0-877 0,0 0-1136 15</inkml:trace>
  <inkml:trace contextRef="#ctx0" brushRef="#br0" timeOffset="3449.39">11123 4841 4585 0,'1'-3'-73'0,"-1"3"30"0,0 0 31 0,0 0 40 0,0 0 47 0,0 0 49 0,-30 12 32 16,19 5 16-16,-6 4 9 0,-4 7-11 16,-4 8 6-16,6 5-3 0,2-9 17 15,3 4 2-15,1 12 0 0,6-12-10 0,1 1-7 16,4-2-5-16,4-4 0 0,0 4-13 16,7-3-6-16,4-2-9 0,5-5-5 0,5-4-11 15,4-3-12-15,5-7-13 0,8-7-10 16,1-2-6-16,17-8-9 0,4-5-48 0,1-9-28 15,18-11 0-15,-6-5 0 0,-2-2 0 16,-17 4 0-16,-7-3 0 0,-5-3 0 0,-4-1 0 16,-8-4 0-16,-7 0 0 15,-5-2 0-15,-13 6 0 0,-7-4 0 0,-9-9 0 16,-11 6 0-16,-6 2 0 0,-12 7 0 16,-10 6 0-16,-6 6 0 0,-2 7 0 0,-8 9 0 15,3 5 0-15,14 6 0 0,-12 8 0 16,3 5 0-16,6 5 0 0,9 1-215 15,9 0-271-15,5-1-103 0,4 1-131 0,6-2-129 16,8-3 65-16,2-4-763 0,7-1-990 16</inkml:trace>
  <inkml:trace contextRef="#ctx0" brushRef="#br0" timeOffset="4049.6">15885 2627 4192 0,'-17'-4'-87'0,"-2"4"43"0,-2 6 35 0,-12 7 39 0,-6 11 34 0,-7 7 29 16,2 7 28-16,1 3 21 0,-2 3 16 15,-4 14-9-15,12-6 5 0,5 1 9 16,7-1-16-16,9-3-11 0,4 1-13 16,12-9-6-16,6-2-13 0,5-1-5 0,12 2-9 15,8-2-8-15,5-9-4 0,8-4-9 16,9-6-7-16,4-5-7 0,0-6-7 0,-5-3-1 15,1-8-1-15,6-2-3 0,-6-4 2 16,1-8-5-16,-9 1 19 0,-4-9 45 16,-13 3 21-16,1-10 6 0,-9-9-3 0,-8 4-7 15,-6-15-16-15,-6 5-12 0,-7-13-12 16,-9-3-10-16,-7 1-14 0,-6 3-28 16,-3 6-38-16,-10 5-59 0,-3 9-70 15,1 8-72-15,-10 11-82 0,-1 6-109 0,8 14-134 16,-11 6-184-16,3 10-76 0,-1 6 77 15,4 6-566-15,4 1-744 0</inkml:trace>
  <inkml:trace contextRef="#ctx0" brushRef="#br0" timeOffset="4532.74">15903 3430 3408 0,'-6'-6'62'0,"6"6"57"0,-5-7 42 0,5 7 32 0,0 0 23 0,-7-7 36 0,7 7 44 16,0 0 35-16,0 0 11 16,-4-7-7-16,4 7-21 0,0 0-22 0,0 0-18 15,0 0 11-15,0 0 26 0,40 42-1 0,-7-6-11 16,7 8-3-16,10 15-201 16,6 4-95-16,2 3 0 0,1 2 0 0,2-1 0 15,-4-1 0-15,-2 1 0 0,-5 0 0 16,-1 2 0-16,-1-1 0 0,-4-3 0 0,-12-15 0 15,0 0 0-15,1-2 0 0,-8-7 0 16,-8-12 0-16,-2-2 0 0,-3-11 0 0,-5-2 0 16,3-3 0-16,-7 0 0 15,4-3 0-15,-3 0 0 0,-1-4 0 0,-1 0 0 0,-2-4 0 16,6 3 0-16,-6-3 0 16,0 0 0-16,0 0 0 0,0 0 0 0,0 0-615 15,3-19-384-15,-3 19 91 0,-2-8-1020 16,2 8-1349-16</inkml:trace>
  <inkml:trace contextRef="#ctx0" brushRef="#br0" timeOffset="4966.72">17031 4725 5173 0,'-13'-7'-119'0,"1"2"48"16,-3 4 35-16,-1 1 53 0,0 1 58 15,-8 4 60-15,-4 9 55 0,-5 3 55 0,-4 9 16 16,1 5 8-16,4 4 12 0,3 2 0 16,7 2 2-16,5 6 6 0,4 1-22 0,5-5-13 15,4 1-9-15,4-5-93 0,4 2-152 16,2-4 0-16,7 0 0 0,3-5 0 0,2-4 0 15,5-4 0-15,4-5 0 0,5-3 0 16,1-6 0-16,-3-4 0 0,1-4 0 16,8-5 0-16,0-7 0 0,-1-2 0 15,5-8 0-15,2-7 0 0,-5-9 0 0,-3-1 0 16,-2-7 0-16,-5-4 0 0,-3-5 0 16,-6-2 0-16,-8-4 0 0,-6-4 0 0,-7-4 0 15,-11 5 0-15,-9 3 0 0,-9 7 0 16,-8 7 0-16,-10 5 0 0,-4 13 0 15,-9 8 0-15,1 11 0 0,10 8 0 0,-8 6 0 16,4 6-646-16,-1 5-336 0,5 1 80 16,12 1 102-16,9 0-853 0,2 3-1091 0</inkml:trace>
  <inkml:trace contextRef="#ctx0" brushRef="#br0" timeOffset="5998.32">22302 2288 2027 0,'-17'10'216'0,"0"-1"-13"0,-4 11 11 0,-2 4-1 0,-2 2 1 0,-2 11 0 16,7 6 2-16,6-7-8 0,4 3 22 15,7 2 4-15,6-3-3 0,8-1 1 0,14 4-15 16,6-6-30-16,9-6-18 0,6-1-13 16,6-8-19-16,0-4-14 0,7-6-10 15,2-7-12-15,-5-3-8 0,8-3-9 0,6-6-7 16,-2-4-7-16,-1-4 1 0,-5-5 14 16,-2-4 29-16,-7-5 23 0,-6-5 22 15,-4-3 20-15,-9-5 1 0,-7-5-12 16,-11-6-16-16,-4-3-19 0,-12-2-10 0,-10-3-20 15,-10 4-10-15,-11 1-13 0,-17-2-8 16,3 17-12-16,-10 9-22 0,-12 8-54 16,-22 3-65-16,10 17-82 0,-1 9-73 15,0 7-86-15,-13 17-88 0,5 14-109 0,10 6-160 16,6 5-148-16,12 4 73 0,21-6-647 16,6 2-853-16</inkml:trace>
  <inkml:trace contextRef="#ctx0" brushRef="#br0" timeOffset="6431.28">22561 3185 3816 0,'3'-14'-24'0,"4"2"46"0,-3-1 30 0,-1 3 37 0,-1 4 46 0,4-2 45 15,-3 3 25-15,1-2 23 0,-4 7 7 16,8-9 8-16,-8 9 3 0,2-6-10 16,-2 6 3-16,0 0 42 0,-25 32 16 0,-3 3-7 15,-15 5-12-15,-13 21-9 0,-15 6-5 16,-3 4-3-16,-7 5-23 0,-5 5-127 0,-1-2-111 15,0 3 0-15,-1-3 0 16,4 1 0-16,4 1 0 0,9-10 0 0,7-5 0 0,7-8 0 16,15-13 0-16,5-3 0 0,6-7 0 15,9-10 0-15,1-1 0 0,5-4 0 16,3-6 0-16,4-5 0 0,3 0 0 16,-2-2 0-16,5-5 0 0,3-2 0 0,0 0 0 15,0 0 0-15,0 0 0 0,0 0 0 16,-2-18 0-16,2 18-620 0,5-13-366 0,-1 6 78 15,3 1 92-15,-4-2-837 0,-3 8-1091 16</inkml:trace>
  <inkml:trace contextRef="#ctx0" brushRef="#br0" timeOffset="6799.06">21469 4435 4816 0,'0'0'124'0,"0"0"25"0,-49 6 32 16,24 11 53-16,-2 3 47 0,0 4 31 0,-1 9 10 15,-3 2-12-15,4-2-9 0,2 4-22 16,11-6-17-16,-2 3-22 0,3-2-21 0,6 2-58 16,5-6-161-16,4-2 0 0,5 4 0 15,8-1 0-15,4-6 0 0,6-2 0 0,6-7 0 16,5-2 0-16,2-9 0 0,0-6 0 15,6-3 0-15,-3-4 0 0,7-7 0 16,0-4 0-16,-6-5 0 0,-4-3 0 16,-8-4 0-16,1-4 0 0,-8-4 0 0,-5-5 0 15,-7-2 0-15,-10 4 0 0,-1 1 0 16,-3-1 0-16,-6 6 0 0,-7 2 0 16,-4 6 0-16,0 4 0 0,-7 4 0 0,0 4 0 15,-7 7 0-15,0 2-352 0,5 3-167 16,6 6-100-16,-2 0-166 0,4 0-44 0,5 3 81 15,3-2-728-15,13-1-923 16</inkml:trace>
  <inkml:trace contextRef="#ctx0" brushRef="#br0" timeOffset="7215.17">22902 3120 4413 0,'-17'-32'97'0,"-1"1"18"0,2 5 38 0,0 2 59 0,5 6 63 0,4 6 26 0,-2-1 0 15,4 5-18-15,-1-2-32 0,4 10-21 16,2 0 22-16,0 0 25 0,22 46 5 15,6 4-6-15,18 21-20 0,16 4-39 16,7 5-217-16,7 2 0 0,7-2 0 0,2-2 0 16,-1-2 0-16,-6-3 0 0,2-3 0 15,-5-3 0-15,-5-5 0 0,-4-2 0 0,-3 0 0 16,-6-8 0-16,-12-12 0 0,-4-3 0 16,-3-7 0-16,-11-7 0 0,-4-6 0 0,-4-3 0 15,-6-3 0-15,-3-2 0 16,0-2 0-16,-7-2 0 0,5 0 0 0,-8-5 0 15,5 5 0-15,-5-5 0 0,0 0 0 16,0 0 0-16,0 0 0 0,0 0-60 0,11-11-879 16,-11 11-15-16,0 0 87 0,0 0-960 15,0 0-1253-15</inkml:trace>
  <inkml:trace contextRef="#ctx0" brushRef="#br0" timeOffset="7566.8">24103 4374 5037 0,'-63'15'153'0,"7"2"20"0,1 8 55 16,2 4 54-16,3 2 46 0,9-1 15 16,4 6 0-16,8-1-6 0,16-4-17 0,11-2-21 15,10 3-18-15,11 8-214 0,15-4-67 16,10-4 0-16,8-3 0 0,9-5 0 0,3-4 0 15,5-9 0-15,0-3 0 0,-1-4 0 16,2-8 0-16,-3-2 0 0,-3-5 0 0,-10-3 0 16,0-5 0-16,-13-8 0 0,-4-7 0 15,-8-7 0-15,-11-8 0 0,-5-6 0 0,-13-8 0 16,-13-6 0-16,-11-19 0 0,-11-3 0 16,-8 7 0-16,-11 5 0 0,-5 14 0 0,-7 10 0 15,-8 14 0-15,5 20 0 16,-2 11 0-16,-4 7 0 0,3 8 0 0,0 9 0 15,6 8-299-15,0 3-658 0,10 4 29 16,4 2 89-16,6 4-919 0,10-1-1188 16</inkml:trace>
  <inkml:trace contextRef="#ctx0" brushRef="#br0" timeOffset="10880.72">2915 1570 2090 0,'6'-6'286'0,"-3"2"36"0,-3 4 10 0,0 0-13 0,0 0-36 15,0 0-26-15,0 0-8 0,-22 17-9 16,-3 7 10-16,-13 10 1 0,0 2-4 0,-2 0-9 16,-2 3-16-16,0 0-17 0,4-1-15 15,7-4-27-15,1-2-17 0,9-8-8 16,4 0-20-16,3-5-17 0,3-2-11 0,4-5-43 15,0-1-42-15,2-2-55 16,-1-1-48-16,4 0-51 0,-3 0-46 0,5-8-41 16,0 0-44-16,-8 2-42 0,8-2-27 15,0 0-11-15,0 0-12 0,-4-26 16 16,4 11 17-16,0-4 31 0,2-6 32 0,0-1 51 16,-2-13 55-16,4 1 50 0,0-1 36 15,0 0 51-15,-1 5 44 0,-1 5 41 16,2 5 38-16,-4 7 40 0,2 0 31 0,-1 3 16 15,-1 2-1-15,0 2-15 0,2 3-21 16,-2 7-5-16,7-3 54 0,-7 3 19 0,18 15-13 16,3 7-18-16,8 11-18 0,5 0-13 15,4 0-12-15,1 4-13 0,3-4-9 16,-3-2-16-16,-3-2-14 0,-1-2-9 16,-9-8-31-16,-3-1-29 0,-7-4-24 15,-3-3-12-15,-4-3-12 0,0-1-14 0,-4-2-3 0,-1-2-18 16,-4-3-11-16,0 0-5 15,0 0-13-15,0 0 3 0,-2-25 1 16,-4 2 0-16,-2-10 8 0,-3-17 13 0,-2-6 10 16,-3-5 3-16,0-4 6 0,0 3 13 15,-1 0 33-15,-4 10 45 0,2 5 55 0,4 14 39 16,1 6 29-16,3 6 6 0,2 8-5 16,0 4-10-16,0 6-3 0,9 3-11 15,-27 15-14-15,11 12-4 0,2 6-12 0,3 13-9 16,5-3-12-16,5 4-9 15,4 6-1-15,8 2-5 0,5-3-8 0,1-3-10 16,2-3-10-16,1-3 0 0,-4-9-48 16,-3-3-24-16,1-2-24 0,-5-7-11 15,-3-3-2-15,-5-3 2 0,-4 1 8 0,-5-3 2 16,-6 1 17-16,-9 1-3 0,-8-3 3 16,2-7 12-16,-1-4 19 0,-13-6 21 0,2-6 32 15,-9-2 21-15,3-5 36 0,13 4 34 16,7-3 30-16,7 7 33 0,4 1 2 15,4-2-12-15,4 3-20 0,8 0-17 0,0 7-16 16,20-15-13-16,2 8-9 0,20 0-16 16,4 2-9-16,5 2-17 0,10 2-54 15,-3-3-107-15,-8 2-141 0,0 2-151 0,0-2-136 16,-4 2-195-16,0-1-157 16,-7 1 92-16,-8-2-711 0,-6 4-935 0</inkml:trace>
  <inkml:trace contextRef="#ctx0" brushRef="#br0" timeOffset="14347.7">3675 6580 3914 0,'-7'6'-105'0,"5"-2"52"0,2-4 43 0,0 0 35 0,0 0 20 0,0 0 16 0,0 0 14 16,15-35 1-16,3 9 14 0,0-3 4 0,7-10 7 15,5-8-8-15,3-1-4 16,-1-3-16-16,3-1-3 0,5-15-8 0,2 0 4 15,-12 15-17-15,1-4-7 0,1 1-4 16,-2 1-1-16,-7 4-5 0,-5 2-4 16,-3 13 3-16,-3 6-5 0,-5 5-7 0,2 7-1 15,-7 5-5-15,2 2 0 0,-2 5-3 16,-2 5 2-16,0 0-2 0,0 0 0 0,0 0-6 16,-11 25 3-16,5-12-6 0,-1 5 2 15,-2 1 0-15,4 1 2 0,1-5-4 16,2 2 6-16,4-1-7 0,0 2-1 0,5 1 2 15,-1 2 3-15,10 4 0 16,-2 3-3-16,2-3 22 0,-1 2-1 0,1 0 0 16,-2-4-5-16,4 2 9 0,-9-3 14 15,-2-3 21-15,-4-2 24 0,-1 0 19 0,-2 1 12 16,-2 0 12-16,1-1-8 0,-6 4-2 16,0-1-1-16,-1-3-14 0,-1 2-7 0,-3-1-5 15,1-3-15-15,2 1-11 0,-5-3 1 16,1 1-14-16,-1-2-8 0,3-3-12 15,-3-3-36-15,5 0-50 0,-2-1-59 16,5-3-62-16,-4-1-85 0,10-1-89 16,-11 0-82-16,11 0-126 0,0 0-170 0,2-14 65 0,5 3-524 15,9-3-650-15</inkml:trace>
  <inkml:trace contextRef="#ctx0" brushRef="#br0" timeOffset="14547.08">4586 5828 3547 0,'0'-19'113'0,"0"4"35"0,0 3 29 0,-3 1 28 16,3 5 16-16,0 6 2 0,-2-12-15 0,2 12-22 0,0 0-20 15,0 0-11-15,0 0-14 0,-8 37-17 16,2-11-9-16,2 10-15 0,2 0-12 16,-1 3-39-16,1-3-49 0,0 0-72 15,4-7-79-15,-2-4-98 0,2-1-79 0,-2-5-77 0,0 1-70 16,-2-7-95-16,2 1-55 15,0-7 61-15,0 0-296 0,0-7-343 0</inkml:trace>
  <inkml:trace contextRef="#ctx0" brushRef="#br0" timeOffset="14680.08">4590 5588 2335 0,'-4'-31'7'0,"-3"9"23"0,1 3-3 0,-2 3-3 15,3 2 1-15,-3 3-4 16,3 1-6-16,-3 0-28 0,4 4-56 0,-2 1-93 0,6 5-115 15,-5-3-391-15,5 3-163 0</inkml:trace>
  <inkml:trace contextRef="#ctx0" brushRef="#br0" timeOffset="15231.23">4670 5790 2150 0,'0'0'201'0,"0"0"-15"15,8 6-22-15,-8-6-7 0,7 3 27 16,0 2 12-16,-2 2-3 0,4 2-10 0,-1 0-17 16,0 4-14-16,1-1 4 15,-3 3-13-15,1-1-9 0,-3 1-8 0,1-1-13 16,-2 3-14-16,-3-3-9 0,2-1-9 16,-2-1-11-16,0 0-5 0,0-1-6 0,0-3-8 15,0-8-2-15,0 12-5 0,0-12-7 16,0 0-2-16,0 0-3 0,0 0-5 0,6-33-1 15,-3 10-3-15,9-10-4 0,-2 0 0 16,4 1 1-16,0 3-4 0,-3 7-10 16,1 6 5-16,-2 5-1 0,1 2-5 0,1 4 5 15,1 3-2-15,-2 6 1 16,5 0 0-16,-4 4-1 0,4 5 0 0,-3 3 3 0,1 1-5 16,1 5 0-16,-3-2 0 15,-5-1 3-15,-1 0-5 0,-3-2 3 0,-1-2 0 16,2-1 0-16,-2 1-3 0,-2-6 2 15,0 2 0-15,3-5 2 0,-3-6-2 0,0 0 1 16,0 0-6-16,0 0 2 0,14-24 1 16,-3-3-3-16,1-6 1 0,1 1-2 15,1 1 3-15,1 2-4 0,-4 7-1 0,1 7 1 16,-5 3-3-16,1 2 3 0,0 3-1 16,-2 5 6-16,1 2 0 0,-7 0 0 0,20 11 1 15,-13 0-2-15,2 3 1 16,0 2-3-16,2 2 0 0,-2-1 4 0,0 2-3 15,-1-1 1-15,3-1-14 0,-3 1-13 16,0-1-27-16,0-4-32 0,-5-1-37 0,1-3-52 16,1 1-70-16,-3 0-68 0,2-6-83 15,-1 0-129-15,-3-4-106 0,0 9 64 16,0-9-310-16,0 0-357 0</inkml:trace>
  <inkml:trace contextRef="#ctx0" brushRef="#br0" timeOffset="15496.96">5339 4681 2563 0,'-11'-22'87'0,"-1"3"38"0,5 7 29 0,-1 0-7 0,0 3-13 0,4 3-15 0,4 6 59 0,-9 18 39 0,7 18 22 16,2 11 2-16,2 24-21 0,6 30-17 0,5 6-18 15,2 4-21-15,3 5-15 0,0 0-12 16,4 2-13-16,-5-1-15 0,2-1-12 0,2-1-18 15,0-3-10-15,-1-7-9 0,2-10-29 16,-3-9-40-16,-4-21-59 0,1-5-64 16,-5-8-68-16,-4-15-65 0,3-6-55 0,-2-10-53 15,-5-9-61-15,5-7-151 16,-3-4 6-16,-5-1 64 0,14-15-285 0,-5-4-287 0</inkml:trace>
  <inkml:trace contextRef="#ctx0" brushRef="#br0" timeOffset="15729.77">5539 5636 2366 0,'-4'-22'99'0,"4"-1"31"0,2 3 18 16,5 3 18-16,-2-2 16 0,4 0 9 15,5 2 2-15,1 2-9 0,4 6-11 0,-4 4-13 16,6 2-14-16,-1 6-16 0,0 6-9 16,7 8-16-16,-4 6-11 0,-5 5-7 0,-2 3-8 15,-7 3-8-15,-5 0-3 0,-4-2-10 16,-5 7-8-16,-3-3-3 0,-5 1-5 15,-1-2-6-15,-9 2-24 0,7-6-24 16,-4-2-39-16,2-5-36 0,-2-9-33 16,6-4-47-16,3-5-57 0,0-9-61 0,-3-4-79 15,3-10-117-15,-3-9-79 0,3-23 33 16,2-6-242-16,1-9-258 0</inkml:trace>
  <inkml:trace contextRef="#ctx0" brushRef="#br0" timeOffset="15946.92">5657 4797 2148 0,'2'-26'98'0,"1"6"46"0,-1 0 15 16,-2 2 20-16,0 3 25 0,-2 1 31 0,2 1 10 16,0 4-7-16,0 1-18 0,0 8-22 15,0 0-3-15,0 0 0 0,18 17-5 16,-2 15-12-16,4 16-18 0,5 12-15 16,4 21-15-16,-1 10 9 0,3 3-20 0,-2 4-8 15,-4 1-16-15,-2-1-11 0,-3-3-23 16,1-5-48-16,-6-20-65 0,1-2-82 15,-5-10-88-15,1 0-86 0,-3-5-92 0,-3-17-131 16,-1-2-131-16,2-12 53 0,-4-8-400 16,3-6-483-16</inkml:trace>
  <inkml:trace contextRef="#ctx0" brushRef="#br0" timeOffset="16531.48">6429 4986 3011 0,'0'0'103'0,"-1"-11"25"0,1 11 13 0,0 0-10 0,0 0 38 0,0 0 33 0,-9 27 30 16,2 12 24-16,0 24 2 0,-9 29-10 0,-1 10-6 15,1 7-21-15,-2 0-29 0,0 9-22 16,2 1-27-16,0 6-14 0,3-2-13 0,3-1-13 16,4-6-13-16,-1-9 1 0,3-28-54 15,1-4-34-15,-3-7-50 0,3-5-59 16,2-17-69-16,-3-7-75 0,2-12-73 16,0-6-71-16,-2-7-89 0,3-9-109 15,-1-3-34-15,2-2 52 0,0 0-394 0,-4-42-446 16</inkml:trace>
  <inkml:trace contextRef="#ctx0" brushRef="#br0" timeOffset="16698.39">6075 5545 2923 0,'-15'-5'148'0,"1"3"11"16,5 2-9-16,9 0 8 0,0 0-4 16,-23 7-6-16,19 0-14 0,2 1-14 0,2 6-12 15,4 5-8-15,5 13-13 0,5 15-43 16,-3 2-78-16,3 9-125 0,-3 8-157 15,-4 5-235-15,-3 4-32 0,-6 5 66 0,-5 27-256 16,-6-1-263-16</inkml:trace>
  <inkml:trace contextRef="#ctx0" brushRef="#br0" timeOffset="17196.68">4586 7149 2561 0,'-3'-13'301'16,"1"3"-26"-16,2 4-30 0,0 6-5 0,0 0 16 16,0 0 7-16,5 29 9 0,3 0-20 15,4 12-16-15,1 14-19 0,-1 4-20 0,-1 7-17 16,-2-4-17-16,3 4-18 0,-1-3-8 15,-2-4-17-15,3-1-13 0,-1-7-11 0,-3-11-13 16,4-6-9-16,-5-5-8 0,3-5-6 16,-5-6-12-16,0-5-7 0,-2-2-19 0,1-3-6 15,-2-3-4-15,-2 0-9 16,0-5-5-16,0 0-6 0,0 0-8 0,-6-29-15 16,-2 9-8-16,-3-13-5 0,-4-1-1 15,-4-9 3-15,-4 2 4 0,0 2 3 0,2 11 1 16,4 4 0-16,-5 7 1 0,2 7 2 15,1 6 4-15,-6 8 0 0,-8 9 2 0,-3 13 3 16,-1 5 0-16,2 8 5 0,1 4 4 16,6 3 13-16,3 3 10 0,3 0 13 15,8 0 3-15,3-10 14 0,8 0 5 0,1 1-2 16,7-5-7-16,-1 0-2 0,12-3-2 16,-3-2 0-16,6-5-5 0,2-2-1 0,2-4-6 15,3-5-6-15,-1-6-31 0,-2-4-56 16,4-4-80-16,0-2-102 0,9-8-117 0,0-7-132 15,2-7-215-15,1-1 42 16,-3-1 79-16,-8 2-471 0,3-7-541 0</inkml:trace>
  <inkml:trace contextRef="#ctx0" brushRef="#br0" timeOffset="17565.04">5095 7800 3281 0,'0'0'173'0,"0"0"29"0,0 0 1 0,0 0 21 0,0 0-4 0,0 0-5 0,0 0-21 0,0 0-10 0,0 0-25 0,0 0-9 15,0 0-23-15,19-12-12 0,-11 3-12 16,1 1-15-16,1-2-18 0,-2-2-19 16,1 1-24-16,-1-1-14 0,-5 1-9 15,-1-1-11-15,-2-1-6 0,-4 3-4 0,1 0-8 16,-3 1-4-16,-1 5 0 0,-1 3-2 15,8 1 2-15,-23 5 7 0,10 2 0 16,-4 3-3-16,1 3 5 0,5 5 6 0,-5 5 3 16,7 2 2-16,5-7 8 0,1 7 9 15,3-6 9-15,3 3 7 0,3-2-1 0,5 8 5 16,1-9-4-16,3-4-2 16,6 5 1-16,0-9-3 0,0-3-7 0,2-4-21 0,-2-2-41 15,6-6-60-15,5-6-88 16,2-5-84-16,2-9-93 0,2-4-132 0,-4-5-126 15,-7-4 50-15,2-7-426 0,-6-5-483 16</inkml:trace>
  <inkml:trace contextRef="#ctx0" brushRef="#br0" timeOffset="17779">5446 6557 3048 0,'-8'-14'125'0,"1"8"15"15,1 6 18-15,6 0 35 0,-12 29 37 0,9 9 18 16,-1 7 16-16,4 20 1 15,5 11-4-15,6 24 5 0,5 2-23 0,2 6-20 0,2 2-20 16,5 0-25-16,4-6-15 16,-8-7-14-16,6-4-18 0,-2-7-17 0,-5-21-32 15,3-6-42-15,-2-6-58 0,0-5-77 16,-6-16-75-16,0-7-79 0,-3-8-82 16,-3-10-54-16,-3-6-69 0,-6-1-90 0,12-16-108 15,-5-1 47-15,-3-17-491 0,2-3-565 16</inkml:trace>
  <inkml:trace contextRef="#ctx0" brushRef="#br0" timeOffset="17946.09">5531 7474 3347 0,'-18'8'213'16,"6"0"27"-16,5-2 5 0,-3 0 9 16,7-1 18-16,3-5-5 0,-3 8-11 0,3-8-13 15,12 9-33-15,-1-6-22 0,8-1-23 16,0-2-42-16,9-2-76 0,11-4-108 0,-1-2-149 15,0-2-169-15,8-7-196 0,1-4-117 16,-2 0 54-16,0-3-558 0,1-5-659 16</inkml:trace>
  <inkml:trace contextRef="#ctx0" brushRef="#br0" timeOffset="18328.55">6098 7236 3669 0,'-16'12'209'15,"3"-2"26"-15,-1 0 11 0,5 0 13 0,0-1 23 16,1 1 12-16,2-1-3 0,2-2-16 16,4 0-25-16,2-2-25 0,2 2-27 0,4-4-20 15,-8-3-38-15,22 4-41 0,-12-4-64 16,5-4-57-16,1-3-43 0,-1 0-43 16,2-3-32-16,-2 1-5 0,-3-2-3 0,-3-2 9 15,-3 2 10-15,-2-2 15 0,-4-1 15 16,-2 3 11-16,-4-5 17 0,-1 5 13 15,-2 1 11-15,-3 8 11 0,-3 0 2 0,-5 4 2 16,-10 11 8-16,1 3 14 0,2 5 14 16,2 4 26-16,3 2 23 0,5 2 26 15,4 6 15-15,6-1 16 0,5 4 12 0,7-1 3 16,4 1-6-16,6 7-10 0,5-3-8 16,3 0-16-16,-1-3 1 0,-1-10-7 0,6 6-6 15,-2-9-14-15,0-5-30 0,0 0-47 16,-3-9-56-16,-3-3-82 0,-2-6-89 15,4-3-112-15,2-3-119 0,8-11-191 0,-3-3-20 16,7-11 69-16,-5-8-550 0,1-7-635 16</inkml:trace>
  <inkml:trace contextRef="#ctx0" brushRef="#br0" timeOffset="18529.37">6460 6467 3482 0,'-16'-6'125'0,"1"6"36"0,3 3 37 15,3 5 28-15,-2 8 32 0,-1 13 14 0,5 5 17 16,3 7 14-16,2 5-28 0,6 13-25 16,3 3-24-16,3 3-14 0,3 1-13 0,-2 4-25 15,7-3-45-15,-5-3-46 0,1-3-72 16,1-3-81-16,-2-3-83 0,0-7-96 16,-2-7-106-16,-2-9-96 0,2-1-142 15,-1-10-116-15,-3-7 56 0,-3-5-585 16,2-6-700-16</inkml:trace>
  <inkml:trace contextRef="#ctx0" brushRef="#br0" timeOffset="18713">6405 7390 3871 0,'-12'1'314'16,"12"-1"32"-16,-13 2 16 0,13-2 20 16,0 0-6-16,-11 2-8 0,11-2-22 0,0 0-29 15,0 0-31-15,0 0-29 16,0 0-31-16,0 0-45 0,47-14-71 0,-21-1-92 15,-1-2-122-15,4-4-124 0,-2-3-151 16,3-6-150-16,-1-4-188 0,-6 7-79 0,-1 2 75 16,-1 2-737-16,-1 1-906 0</inkml:trace>
  <inkml:trace contextRef="#ctx0" brushRef="#br0" timeOffset="19312.84">6648 6992 4091 0,'-7'4'49'0,"7"-4"33"0,-14 7 25 16,10-2 28-16,1 3 3 16,1 1 6-16,0-1-8 0,2 1-14 0,4 3-15 15,-1-2-11-15,1 0-8 0,5-1-22 0,-4-1-30 16,2 0-37-16,1-1-39 0,0-6-32 16,1 0-19-16,-9-1-14 0,15 0-19 15,-15 0-7-15,18-2 9 0,-13-4 11 0,3-1 12 16,-2 0 16-16,-2-2 35 0,0 0 27 15,-4-2 33-15,-4-1 15 0,2 2 29 0,-5 0 5 16,2-1 10-16,1 3 4 0,-3 1-7 16,1 4-5-16,0-1-8 0,-2 1-4 15,8 3-2-15,-12-2-6 0,12 2-3 0,0 0-5 16,-20 5-2-16,13 0-3 0,-1 0-7 16,8-5 3-16,-10 6-3 0,8-1-5 15,2-5 1-15,-3 7-5 0,3-7-2 16,1 8-4-16,-1-8-12 0,2 5-11 0,-2-5-27 15,12 5-25-15,-12-5-31 0,11 2-29 16,-11-2-30-16,11-2-22 0,-11 2-18 0,13-3-10 16,-13 3-6-16,9-3 3 0,-9 3 2 15,7-4 2-15,-7 4 10 0,8-3 9 0,-8 3 19 16,2-7 24-16,-2 7 17 0,4-7 35 16,-4 7 43-16,0-7 44 0,0 7 42 0,0 0 43 15,-6-10 37-15,2 7 27 0,4 3 24 16,-11-4 14-16,11 4 21 0,-22 2 10 15,10 5 13-15,-10 3 8 0,-6 9 3 16,-5 12-2-16,3 4-3 0,-1 6 3 0,5 1-5 16,3 3-6-16,4-1-2 0,10-5-8 15,5-2-22-15,1 1-19 0,8-5-12 0,2 2-15 16,4-5-9-16,1-1-13 0,5-4-19 16,2-4-7-16,-6-3-11 0,3-4-12 15,-1-2-35-15,1-4-40 0,-2-2-60 0,2 0-56 16,-1-4-73-16,-1-2-93 0,0 0-111 15,0-2-104-15,1-4-133 0,5-5-75 16,-4 1 62-16,7-7-588 0,0 0-693 16</inkml:trace>
  <inkml:trace contextRef="#ctx0" brushRef="#br0" timeOffset="20166.09">7258 7429 3318 0,'0'0'150'0,"-34"23"81"0,-12-4 23 0,-19 5 1 0,-32 12-2 16,-19 5-6-16,-12 1 17 0,-51 22 17 15,-4 2-4-15,-2 7-28 0,2 9-24 16,-5 5-19-16,1 2-36 0,-8 6-18 0,0 3-20 16,8-2-13-16,10-2-7 0,10-5-22 15,55-25-13-15,7-6-33 0,14-5-33 0,15-5-41 16,20-14-37-16,10-5-43 0,8-2-45 16,12-9-50-16,5-4-47 0,7-5-63 0,3 1-49 15,6-3-46-15,0-4-62 16,5 3-100-16,0-6-63 0,12 5 53 0,-3-2-421 0,2-2-478 15</inkml:trace>
  <inkml:trace contextRef="#ctx0" brushRef="#br0" timeOffset="28310.67">2107 5649 954 0,'0'-6'346'0,"0"6"-54"0,0-12-12 0,-2 5-19 0,2 7-19 0,2-14 21 0,-6 7-8 16,0 2-9-16,4 5-9 0,-11-9-13 15,1 9-13-15,10 0-7 0,-34 13-3 16,5 2-15-16,1 7-13 0,-8 11-18 16,1-1-16-16,7 5-11 0,-1-1-12 15,13-5-12-15,0-1-9 0,7 3-10 0,5-6-7 16,2-5-7-16,4 3-8 0,2-4-7 16,1 2-3-16,3-5-11 0,2 1-7 0,3-3-27 15,1-1-52-15,0-5-73 0,6 0-87 16,-2-3-108-16,2-4-122 0,6-3-169 15,1-2-70-15,9-1 62 0,2-4-343 0,-2-1-433 16</inkml:trace>
  <inkml:trace contextRef="#ctx0" brushRef="#br0" timeOffset="28911.04">2406 5799 2639 0,'-4'-9'39'15,"4"9"33"-15,-7-6 11 0,7 6-3 16,0 0 3-16,0 0 32 0,0 0 32 0,0 0-1 15,0 0-14-15,-9 20-7 0,9-11-17 16,0 3 0-16,-5 3-7 0,5-1 2 16,-4 3-9-16,-1 1-12 0,-1 3-2 0,-3 0-11 15,-5 4-6-15,3-3-17 0,2-5-7 16,-1-8-1-16,2 2-12 0,-3-5-9 16,3-3-9-16,8-3-2 0,-17-3-8 15,7-9-2-15,3-5 2 0,-1-5-1 0,3-14 1 16,5 7 1-16,0 2-3 0,4 1-6 15,-1 3 12-15,1 3 2 0,3 1-5 16,2 0-5-16,2 5 7 0,0 5-2 0,3-1 8 16,0 2 13-16,6 2-3 0,3 0 2 15,-1 1 0-15,3-1 7 0,9-4 1 0,3 2 0 16,-1-3-3-16,-2 1 3 0,-1-4-6 16,-5 1 26-16,-1-4 13 0,-2 0 21 15,-5-2 8-15,-4-3 2 0,-5 1 3 0,-3 4-14 16,-2 2 1-16,-2 1 4 0,0 3-2 15,-3 2-16-15,-1 9-4 0,0 0-9 16,-21 0-8-16,6 11-2 0,-10 8-1 16,4 1-9-16,1 1-7 0,6-4-1 0,5-1-1 15,1-4-3-15,2 1-6 0,6-1 0 16,2-1 1-16,4-1 3 0,5-2-3 16,4 4 3-16,1 1-5 0,1-3 2 0,-2 1-2 15,3 1 5-15,-4-2 9 0,0 1 19 16,-3-1 22-16,-3 2 27 0,2-3 24 0,-6 2 19 15,1-2 11-15,-3 2 3 0,-2-1-5 16,-2 3-15-16,-3-5-9 0,-4 4-15 16,2-2-11-16,-4 1-11 0,-3-3-9 15,1 1-7-15,-1-2-33 0,1-2-60 16,2-2-90-16,-3 0-92 0,14-3-97 0,-18-4-84 16,10-3-101-16,0-4-121 0,8-2-226 15,4-3 70-15,15-11 82 0,15-7-541 0,8-5-684 16</inkml:trace>
  <inkml:trace contextRef="#ctx0" brushRef="#br0" timeOffset="29260.83">3321 5407 3265 0,'0'0'-6'0,"0"0"68"0,0 0 39 0,-10-12 36 0,10 12 23 0,0 0 17 0,-7-4 14 0,7 4-3 0,0 0-5 15,0 0-14-15,-7-6-11 0,7 6-12 16,0 0-5-16,0 0-23 0,0 0-14 15,0-11-10-15,0 11-7 0,5-13-11 0,-3 6-10 16,2-1-4-16,-2 1-5 0,-2 7-6 16,1-14-7-16,-4 7-4 0,3 7-5 0,-8-10-6 15,-2 9 2-15,-3-1-7 0,13 2-1 16,-34 7 7-16,13-1-12 0,0 3-1 16,2 1 0-16,0 2 4 0,4 2 12 0,1 1-2 15,5 2 5-15,2-3 6 16,1-3 4-16,3 3 16 0,1-2-4 0,4-1 4 0,5 3 7 15,-2-1 1-15,10-1-10 16,4 0-5-16,6 1 8 0,2-5-15 0,-5-2-11 16,1-3-41-16,-1-1-43 0,-4 0-62 15,1-4-75-15,1-1-108 0,-4-3-125 0,8 0-142 16,-5-5-217-16,5-4 69 0,-1-5 81 16,-2 0-451-16,-1-3-549 0</inkml:trace>
  <inkml:trace contextRef="#ctx0" brushRef="#br0" timeOffset="29462.78">3754 4964 2966 0,'0'0'40'0,"-4"-10"41"15,4 10 24-15,0 0 20 0,0 0 33 0,0 0 33 16,0 0 14-16,-19 19 7 0,13-4 1 16,1 0-24-16,-2 7-15 0,2 1-16 15,-1 11-14-15,3 0-3 0,-1 3-27 16,2-2-14-16,-2 2-38 0,0-3-67 0,4-4-80 15,-2-6-89-15,2 0-94 0,0-3-103 16,0-4-176-16,0-3-103 0,0-2 68 16,2-2-335-16,2-3-398 0</inkml:trace>
  <inkml:trace contextRef="#ctx0" brushRef="#br0" timeOffset="29744.57">4106 5441 2833 0,'0'0'197'0,"0"0"36"0,-20 9 28 16,0 2 30-16,-28 10 31 0,-13 5 29 0,-30 13 3 16,-15 9-13-16,-16 3-21 0,-47 18-15 15,-5 2-24-15,-2 3-20 0,-5 5-21 0,8-3-25 16,5-4-18-16,42-16-22 0,2 1-18 16,2 0-17-16,8-5-16 0,7 2-11 15,12-4-10-15,13-7-13 0,26-9-9 16,7-4-13-16,7-4-24 0,6-2-30 15,9-6-30-15,7-7-26 0,2-3-28 0,7 0-24 16,1-2-25-16,1-2-32 0,1 2-37 16,1-5-43-16,7-1-51 0,-10 4-54 0,10-4-73 15,0 0-69-15,0 0-130 0,-17-5-160 16,17 5 61-16,0 0-522 0,0 0-690 0</inkml:trace>
  <inkml:trace contextRef="#ctx0" brushRef="#br0" timeOffset="30544.22">9822 6150 3418 0,'0'0'22'0,"-5"-10"65"0,5 10 42 0,0 0 43 0,0 0 40 0,0 0 24 15,-30 19 29-15,11 0 8 0,-2 5 12 16,-4 3-7-16,7 3-17 0,-2 1 3 0,5 0-19 16,2 2-19-16,1-2-21 0,4 0-19 15,3-5-16-15,3-2-18 0,0-4-14 16,2-1-17-16,2 0-48 0,0-4-88 16,-1 1-105-16,6-5-107 0,-2-2-146 0,8-2-168 15,1-5-205-15,1-2-36 0,8-6 84 16,11-4-634-16,2-3-788 0</inkml:trace>
  <inkml:trace contextRef="#ctx0" brushRef="#br0" timeOffset="31161.79">10197 6257 4083 0,'0'0'205'0,"-2"-8"27"16,2 8 19-16,0 0 5 0,0 0 59 0,0 0 14 16,0 0-11-16,-21 14-25 0,15-3-22 15,-1 1-31-15,1 3-22 0,0 1-22 0,0 3-20 16,-1-1-16-16,1 1-13 15,-2 2-19-15,3-2-9 0,-5-1-13 0,1 1-9 16,-3-2-46-16,1-1-51 0,4-4 0 16,-7-4 0-16,3-1 0 0,-1-5 0 0,12-2 0 15,-23-10 0-15,11-6 0 0,5-6 0 16,2-14 0-16,5-3 0 0,1-6 0 16,10-4 0-16,-2 9 0 0,2 5-13 0,2 3-10 15,1 3 1-15,-3 8 3 0,-1 8 13 16,-1 4 17-16,0 2 7 0,3 6 11 0,-12 1-4 15,23 5-25-15,-10 3 0 0,2 4 0 16,1 2 0-16,6 5 0 0,1 0 0 0,0-1 0 16,0-1 0-16,-2-3 0 15,-2-3 0-15,1-5 0 0,-2 2 0 0,1-7-102 16,3-1-28-16,-4-1-17 0,5-7-17 16,0 0-8-16,6-4-4 0,0-3 6 0,-7-5 15 15,-3-2 16-15,1-3 13 0,-4-3 15 16,0-2 11-16,-5-2 10 0,-2-1 9 0,1 10 21 15,-6 2 30-15,-2 5 23 0,-2 1 15 16,0 7 3-16,-4-3 11 0,-3 6 20 0,-2 5 19 16,9 0 17-16,-22 5 17 0,3 4 12 15,5-1 0-15,1 4 3 0,2 2-7 16,1 0-9-16,6 1-2 0,0 2 23 16,6-4 23-16,4 1 24 0,2-1 4 0,5 5 9 15,8-1 4-15,2 7-84 0,0-4-95 16,-2 0 0-16,2 3 0 0,-1 1 0 15,-2 3 0-15,-8-2 0 0,2 2 0 0,-10-2 0 16,-2 0 0-16,-4-1 0 0,-2 0 0 16,-7 8 0-16,-3-5 0 0,-5 1 0 0,2-4 0 15,-6-2 0-15,0-3 0 0,1-4 0 16,-1-5 0-16,3-3 0 0,2-3 0 0,2-4 0 16,-2-6 0-16,0-1 0 0,4-7 0 15,3-3-226-15,0-15-581 0,8 7-140 0,4 1 86 16,11-7-958-16,5 2-1248 0</inkml:trace>
  <inkml:trace contextRef="#ctx0" brushRef="#br0" timeOffset="31561.85">11131 6203 5297 0,'-4'5'3'0,"4"-5"51"0,0 8 40 0,0-8 32 0,0 0 17 0,11 4 6 0,-11-4-6 0,0 0-11 0,31-10-14 16,-15 3-16-16,-2 2-8 0,8-2 0 15,-10-1-16-15,6-3-8 0,-1 1-8 0,-5 2-3 16,-1-4-2-16,-4-1-8 16,-1 0-12-16,-3 1-2 0,-4 2-5 0,-5 0-5 15,-5 1-2-15,-5 5-4 0,-6 4 3 16,-17 6-4-16,-2 4 2 0,-11 7 20 0,3 4 9 15,6 1 17-15,11-3 22 0,5 3 12 16,5 0 13-16,6 0 3 0,7-1-2 0,6-2 1 16,3-3-3-16,3 0-8 0,5 4-83 15,3-2-21-15,6 5 0 0,3-9 0 0,0 6 0 16,3-3 0-16,-2-5 0 16,0-2 0-16,0-1 0 0,0-4 0 0,2 0 0 0,-1-1-191 15,0-3-157-15,-1-2-127 16,1-4-141-16,13-4-201 0,-2-3-4 0,-5-2 91 15,3 1-696-15,-6-3-877 0</inkml:trace>
  <inkml:trace contextRef="#ctx0" brushRef="#br0" timeOffset="31762.99">11517 6295 4476 0,'-17'2'357'15,"5"0"46"-15,3 0 34 0,9-2 21 0,-11 2-3 0,11-2-25 16,0 0-43-16,0 0-35 16,-16 0-43-16,16 0-182 0,0 0-127 0,0 0 0 15,0 0 0-15,0 0 0 0,0 0 0 16,27 6 0-16,-18-4-552 0,2 0-214 0,0 2-146 16,-4 0 73-16,1 2-903 0,-4 3-1174 15</inkml:trace>
  <inkml:trace contextRef="#ctx0" brushRef="#br0" timeOffset="31926.32">11395 6631 5289 0,'-11'0'215'0,"11"0"37"0,-15 1 12 16,15-1-6-16,0 0-18 0,0 0-25 16,-12-1-28-16,12 1-75 0,0 0-137 0,0 0-155 15,33-6-194-15,-10 0-251 0,7-4-176 16,6-1 58-16,0-3 89 0,1-2-581 0,8-3-696 15</inkml:trace>
  <inkml:trace contextRef="#ctx0" brushRef="#br0" timeOffset="32177.77">12013 6140 3798 0,'-2'-12'214'0,"2"2"36"0,0 1 32 0,0 2 3 15,0 7 10-15,8-8 2 0,-8 8 3 16,13 0-8-16,-13 0-16 0,19 17-17 0,-10-3-14 15,5 13-19-15,-6 0-9 0,-8 10-9 16,-6 2 3-16,-12 9-10 0,-2 2 13 16,-7-1-93-16,-3-2-121 0,5-5 0 0,4-2 0 15,6-10 0-15,5-9 0 0,2-4 0 16,8-1 0-16,2-4 0 0,7-3 0 0,7-5 0 16,5 0 0-16,6-8 0 0,7 0 0 15,8-7 0-15,1-7 0 0,5 1 0 0,-6-3 0 16,2 1-396-16,0-1-419 0,-5 4-115 15,-7 4 82-15,0 4-921 0,-12 4-1200 0</inkml:trace>
  <inkml:trace contextRef="#ctx0" brushRef="#br0" timeOffset="32476.21">9512 7362 5130 0,'-106'19'79'0,"5"0"31"15,2 1 46-15,28-8 55 0,10 1 18 16,17-3 16-16,12-4 11 0,13 4 35 0,17-3 25 16,15-1-3-16,39-4-9 0,41-2-27 15,60-5-37-15,78-15-206 0,24-6-34 0,15-3 0 16,10-3 0-16,9-3 0 16,3 2 0-16,0 2 0 0,-13 5 0 0,-23-2 0 15,-19 7 0-15,-75 2 0 0,-23 5 0 16,-24-1 0-16,-40 6 0 0,-14 0 0 0,-14 3 0 15,-11 2 0-15,-12 0 0 0,-8-1 0 16,-7 2 0-16,-9-1 0 0,0 4-112 0,0 0-263 16,-32-9-140-16,9 1-170 0,-2 7-198 15,-2-4 84-15,-1 3 83 0,-16 0-681 0,0 0-848 16</inkml:trace>
  <inkml:trace contextRef="#ctx0" brushRef="#br0" timeOffset="33627.28">11563 8303 3690 0,'0'-20'-29'0,"-2"5"45"0,1 0 66 0,-5 1 50 0,1 1 46 0,0 2 31 0,-3-1 22 0,-1-2 18 0,-3 4 5 15,-1 3-9-15,-4 3-12 0,-4 6-14 16,-16 9-10-16,-8 12-3 0,-5 10-14 15,1 6-4-15,-17 17-14 0,4 10 0 0,9-1-1 16,5 0-1-16,18-9-14 0,7-4-10 16,12 4-6-16,9-14-25 0,11 9-8 0,10-5-11 15,10-3-6-15,9-6-10 0,6-8-34 16,7-6-48-16,4-8 0 0,3-8 0 0,-8-9 0 16,6-3 0-16,1-7 0 0,-1-5 0 15,-6-5 0-15,-3-4 0 0,-5-6 0 0,0-4 0 16,-6-6 0-16,-8-8 0 15,-3-1 0-15,-3-7 0 0,-9 0 0 0,-8 0 0 0,-3 12 0 16,-8 3 0-16,-1 6 0 16,-4 5 0-16,-8 6 0 0,-6 7 0 0,-8 5 0 15,-5 6 0-15,-8 10 0 0,-8 8 0 16,-4 7 0-16,-1 3 0 0,4 7 0 0,5 8 0 16,5-1 0-16,4 2 0 0,11-2 0 15,9-3 0-15,7-4 0 0,7-2 0 0,7-7 0 16,6-4 0-16,6 1 0 0,6-4 0 15,14-2 0-15,9-4 0 0,2-7 0 16,17-8 0-16,-5-4 0 0,4-6 0 0,-3-5 0 16,-8-1 0-16,2-1 0 0,-8 1 0 15,-1 2 0-15,-16 4 0 0,2 3 0 16,-7 3 0-16,-6 3 0 0,-2 3 0 0,-2 3 0 16,-3 0 0-16,3 5 0 0,-10 0 0 15,19 3 0-15,-7 4 0 0,-3 5 0 16,4 2 0-16,4 10 0 0,-5-5 0 0,0-3 0 15,-3 4 0-15,-2-3 0 0,2-1 0 16,-4-3 0-16,2-1 0 0,1 0 0 0,-5-1 0 16,4-5 0-16,-1 0 0 0,-3 0 0 15,-3-6 0-15,0 0 0 0,0 0 0 0,34-18 0 16,-21 4 0-16,12-11 0 16,-2 1 0-16,4 2 0 0,-2 1 0 0,-2 5 0 15,-4 2 0-15,-4 5 0 0,-2 2 0 16,-2 2 0-16,3 5 0 0,-3 0 0 0,-11 0 0 15,25 7 0-15,-14 1 0 0,1 3 0 16,-1 2 0-16,0-2 0 0,-2 4 0 0,2 0 0 16,-1-1 0-16,-1-1 0 15,1-2 0-15,-3-1 0 0,1 0 0 0,-2-4-473 0,-1 1-73 16,-1-3-86-16,2 1-149 0,-6-5-32 16,6 3 90-16,-6-3-713 0,0 0-887 0</inkml:trace>
  <inkml:trace contextRef="#ctx0" brushRef="#br0" timeOffset="33843.18">12648 7949 3755 0,'2'-30'37'0,"-4"7"83"0,2 6 44 0,0 3 42 0,0 2 33 0,-2 3 17 0,2-2 18 0,-2 7-10 16,2 4 3-16,0 0 27 0,0 0 7 0,0 0-14 16,-3 31-17-16,3-6-22 0,0 21-18 15,5 13-25-15,-3 8-16 0,0 5-22 0,1 3-18 16,-1 7-13-16,-2 1-27 15,4 18-85-15,0-20-44 0,-1-5-118 0,1 0-85 0,3-4-100 16,-4-4-132-16,5-12-155 0,-1-1-195 16,5-7 14-16,1-14 91 0,3-8-703 15,0-9-856-15</inkml:trace>
  <inkml:trace contextRef="#ctx0" brushRef="#br0" timeOffset="34059.65">13475 8295 4207 0,'-2'-13'180'0,"-2"3"24"0,-1 4 4 0,5 6 30 16,-18 4 54-16,2 6 36 0,-8 13 17 16,-8 16 3-16,2 7-39 0,-7 5-28 15,-1 25-26-15,-2 1-25 0,2 9-24 0,1 4-19 16,3 3-12-16,3 3-61 0,-3 0-55 16,7 0-63-16,1-5-71 0,2-5-68 15,2-21-74-15,5-3-71 0,0-7-101 0,3-6-88 16,1-16-84-16,6-8-99 0,2-5-92 15,4-11 61-15,1-3-639 0,0-6-785 16</inkml:trace>
  <inkml:trace contextRef="#ctx0" brushRef="#br0" timeOffset="34247.54">13053 8482 3852 0,'-5'-12'132'0,"1"3"33"0,1 4 8 16,-4 2 16-16,7 3 19 0,0 0 19 15,0 0 3-15,0 0-24 0,-17 17-23 16,16-6-16-16,-3-1-18 0,6 3-39 0,0 1-62 16,1 1-90-16,3 1-109 0,-1-3-137 15,7 3-137-15,-1 0-198 0,1-1-59 0,-2-4 80 16,-1 1-495-16,2 3-568 0</inkml:trace>
  <inkml:trace contextRef="#ctx0" brushRef="#br0" timeOffset="34943.17">14210 8254 3392 0,'-11'-14'179'16,"4"2"4"-16,-5 4 19 0,1 3 24 0,-1 5 21 15,-5 1 21-15,-3 8 11 0,-12 11-1 16,-8 9-1-16,3 4-19 0,0 7-18 0,6 6-14 16,4 2-26-16,11-2-13 0,6-5-15 15,10 1-14-15,2-5-20 0,8 0-12 0,2-3-15 16,8-4-11-16,3-4-10 16,0-4-11-16,1-3-15 0,-1-7-13 0,-2-5-8 15,3-2-13-15,-2-3 0 0,1-2-10 16,2-4 6-16,7-6-11 0,-1-2-1 0,-1-7 3 15,-3-1-2-15,0-4-1 0,-9-3-4 16,0-2 1-16,-5-2-1 0,-7-2 4 0,-4 5-8 16,-2 4 0-16,-10-6 1 0,-5 2-4 15,-3 6 0-15,-7 3 2 0,0 2-7 0,-11 5 6 16,11 5-4-16,-10 0 0 0,8 5-4 16,1 2 3-16,1 6 1 0,6-1-4 0,0 3 3 15,3 6-5-15,3-2 1 0,7 0 2 16,2 2 2-16,4-2-6 0,6-2 2 0,2 2-3 15,11-2-11-15,0-3 0 16,15 1-2-16,-2-6 3 0,6-4-5 0,3-2 6 16,2-4 0-16,6-7 10 0,-10 3-5 15,-1-2 3-15,-4 1 1 0,0-1 13 0,-9 0 13 16,-2 4 26-16,-3 2 22 0,-5-1 8 16,-3 2 13-16,-1 2-7 0,-4 0-80 0,3 2 0 15,-2 3 0-15,-8 0 0 0,0 0 0 16,21 8 0-16,-14 1 0 0,1 1 0 0,-1 3 0 15,1 5 0-15,2-1 0 16,-3-2 0-16,0-1 0 0,6-1 0 0,-6 0 0 0,2-2 0 16,-1 0 0-16,0-3 0 0,-1 0 0 15,2-4 0-15,2 0 0 0,0-3 0 16,-2 1 0-16,3-2 0 0,-12 0 0 16,27-3 0-16,-18 2 0 0,2 1 0 0,1-3 0 15,-12 3 0-15,17 0 0 0,-17 0 0 16,12 0 0-16,-12 0 0 0,14-2-17 0,-14 2-473 15,13-2-124-15,-6 0-182 0,2-2-56 16,2 0 88-16,5-4-820 0,2-5-1026 0</inkml:trace>
  <inkml:trace contextRef="#ctx0" brushRef="#br0" timeOffset="35326.04">15201 8235 4344 0,'0'0'22'0,"0"0"59"0,0 0 60 0,0 0 54 0,0 0 42 0,0 0 32 15,0 0-1-15,8 18 4 0,-8-18-8 16,5 7-9-16,-1-3-20 0,-4-4-20 16,14 6-21-16,-9-2-18 0,-5-4-20 0,24 0-15 15,-12 0-15-15,-12 0-17 0,25-4-21 16,-10-4-18-16,3 3-11 0,-7-1-10 0,1-5-15 16,-1-3-6-16,-4-2-12 0,-2 0-7 15,-5 3-2-15,-5-1-11 0,-2 0-5 16,-10 2-7-16,-11-2-4 0,-6 9 2 0,0 5 2 15,-6 9-1-15,-8 10 3 0,-1 3 16 16,10 5 16-16,-2 6 20 0,12 1 19 16,9-3 24-16,6 4-32 0,7-3-49 0,5-6 0 15,8-2 0-15,5 5 0 0,4-4 0 16,7-2 0-16,0-4 0 0,5-5 0 0,-4-5 0 16,0-2 0-16,4-2 0 0,-5-1 0 15,-1-2 0-15,0 2 0 0,2-2 0 0,-10-2 0 16,5 0 0-16,-5 3-31 0,-2-3-565 15,-11 0-155-15,12 1-156 0,-12-1 102 0,0 0 66 16,0 0-745-16,-21 13-930 0</inkml:trace>
  <inkml:trace contextRef="#ctx0" brushRef="#br0" timeOffset="36026.08">13599 9455 1504 0,'1'-12'364'0,"-1"3"-67"0,2-1-24 0,-2 2-4 0,-2 0 8 0,-3 1 4 0,-3-1-19 16,-4 2-17-16,-2 1 2 0,-8 5 1 0,-4 3-3 15,-23 11 5-15,-5 11-12 0,-1 6-17 16,-16 17-1-16,4 1-12 0,4 5-4 0,12 2-8 15,13-9-13-15,5 1-13 0,13 1-16 16,6-3-11-16,10-8-25 0,8-1-18 0,6-4-8 16,14 4-19-16,10-8-42 0,2-12-66 15,0-3-73-15,12-2-60 0,-3-7-56 0,0-10-58 16,12-4-45-16,1-8-41 0,-3-2-56 16,2-6-65-16,1-4-119 0,-8-2-26 0,2-1 61 15,-6-6-404-15,-8-3-455 16</inkml:trace>
  <inkml:trace contextRef="#ctx0" brushRef="#br0" timeOffset="36542.48">13860 9268 2684 0,'-10'-31'17'0,"-1"0"41"16,0 11 42-16,-1 3 46 0,-3 3 45 15,-3 3 37-15,4 6 24 0,-2 5 25 16,-2 4 15-16,-8 8 22 0,1 9 10 0,-5 14-10 16,5 10-18-16,4 7-23 0,4 12-26 15,3 4-25-15,5 3-24 0,5-3-17 0,3-1-22 16,2 1-44-16,-1-3-55 15,6-5-61-15,1-6-46 0,2-14-36 0,-2-3-20 16,2-4-12-16,0-10-10 0,0-3 1 16,-4-6 2-16,5-5 6 0,-1-3 6 0,1-6 5 15,-10 0 7-15,30-12 8 0,-9-8 2 16,0-1 17-16,0-4 8 0,2-2 9 0,-4 2 5 16,-2 2 11-16,-2 7 12 0,-1 2 9 15,-5 5 11-15,0 2 23 0,2 4 17 0,-4 3 14 16,-7 0 13-16,19 8 8 15,-11-4 0-15,1 4-2 0,3 3-3 0,-3-1-10 0,2 5 1 16,0-3-10-16,-4 0-7 0,0 0-6 16,4 1-18-16,-4-4-21 0,0 1-17 0,1 0-12 15,-3-3-10-15,1-3-17 16,0 2-23-16,-6-6-34 0,9 4-46 0,-9-4-35 16,0 0-30-16,0 0-23 0,24-12-17 15,-21 7-27-15,3-7-11 0,-1 0 10 0,3-1 55 16,-2-8 64-16,3 3 63 0,3-11 70 15,0-1 63-15,-5 8 59 0,-2 1 56 0,1 6 49 16,1 1 24-16,-4 2 17 0,-1 6 16 16,5-3 11-16,-3 4 3 0,-4 5-8 15,9-3-11-15,-9 3-18 0,0 0-20 0,16 17-19 16,-10-7-17-16,-3 2-41 0,1 1-66 16,3 3-74-16,-4-3-88 0,1 1-110 15,0 0-106-15,-4-2-115 0,1 0-153 16,3 0-55-16,2-4 70 0,-5 1-428 0,1-4-483 15</inkml:trace>
  <inkml:trace contextRef="#ctx0" brushRef="#br0" timeOffset="36710.71">14350 9494 2876 0,'-4'-14'113'0,"4"6"45"0,-2-1 24 0,-1 6 10 0,3 3 0 0,-3-5-20 0,3 5-15 0,0 0-24 0,0 0-59 15,0 0-96-15,0 0-116 16,0 0-116-16,0 0-154 0,-8 19-148 0,8-19 40 16,6 10-285-16,-3-4-289 0</inkml:trace>
  <inkml:trace contextRef="#ctx0" brushRef="#br0" timeOffset="36925.5">14617 9149 2622 0,'0'-18'285'0,"0"1"26"0,0 5 14 0,-5 4 4 16,5 8 33-16,0 0 31 0,0 0 10 16,0 0 0-16,-2 34-10 0,6-7-25 15,0 12-38-15,-2 4-31 0,2 10-28 16,2 3-31-16,-5-8-25 0,-1 9-48 0,0 1-49 16,0-10-76-16,0 1-87 0,0-5-96 15,0 0-118-15,-1-2-137 0,-1-1-137 0,0-10-189 16,2-6-87-16,2-4 92 0,3-6-730 15,4-3-896-15</inkml:trace>
  <inkml:trace contextRef="#ctx0" brushRef="#br0" timeOffset="37326.42">15247 8985 4275 0,'-4'-6'99'0,"0"5"53"0,4 1 61 15,0 0 58-15,-21 25 47 0,6 8 32 16,-2 10-6-16,-2 4-7 0,4-1-14 15,2 3-28-15,1-1-18 0,2-9-12 0,3 1-18 16,3-1-33-16,2-2-13 0,2-8-191 16,0-8-10-16,0 1 0 0,2-5 0 0,0-3 0 15,0-1 0-15,2-3 0 0,-3 1 0 16,3-4 0-16,0-2 0 0,-4-5 0 0,7 3 0 16,-7-3 0-16,0 0 0 0,0 0 0 15,12-19-42-15,-12 9-68 0,-5-4 10 0,-4 2 5 16,0 0 5-16,-6 4 11 0,0 3 5 15,-7-1 6-15,0 8 10 0,-10 7 6 16,1 5 29-16,5 4 8 0,-3 5 47 16,6 0 24-16,5 2 24 0,5-2 33 0,4 0 26 15,7-3 29-15,4-3 22 0,2 1-162 16,3-1-28-16,2-1 0 0,5-1 0 0,-3-1 0 16,5-4 0-16,1-1 0 0,-1 1 0 15,-5-3 0-15,2 0 0 0,-1-2 0 0,-1-1 0 16,-3 0 0-16,-1 0 0 0,3-1 0 15,-7 0 0-15,3 3 0 0,-6-6-731 0,0 8-219 16,-6-1 69-16,-3 3 95 0,-7 1-861 16,-10 6-1085-16</inkml:trace>
  <inkml:trace contextRef="#ctx0" brushRef="#br0" timeOffset="39078.82">11544 11773 4119 0,'-4'7'174'0,"2"1"140"0,0-2 7 0,4 2-4 0,4-3-8 16,-1-2 9-16,2 1-26 0,2-1-21 16,2-1-28-16,5-2-11 0,2 0-16 0,4-4-16 15,-1 1-20-15,4-4-14 0,0 0-18 16,2-5-14-16,2 1-12 0,-8-1-11 15,-3 0-107-15,-3-4-4 0,0-7 0 16,-3 1 0-16,-9 0 0 0,-1-4 0 0,-4-10 0 0,-5 2 0 16,-4-2 0-16,-7 2 0 15,1 3 0-15,-6 5 0 0,0 3 0 0,0 5 0 16,2 7 0-16,1 3 0 0,-2 3 0 16,3 1 0-16,4 4 0 0,0 0 0 0,3 0 0 15,1 0 0-15,11 0 0 0,-15 0 0 16,15 0 0-16,0 0 0 0,0 0 0 0,0 0 0 15,0 0 0-15,51-7 0 0,-13 5 0 16,5 2 0-16,-2-3 0 0,3 6 0 0,-2-1 0 16,-4 5 0-16,0 4 0 0,-2 1 0 15,-4 5 0-15,-5 2 0 0,-2 1 0 0,-2 3 0 16,-3 1 0-16,-6 2 0 16,-1-1 0-16,-1-3 0 0,-6-3 0 0,1 2 0 15,2-1 0-15,-6-4 0 0,3 0 0 0,-1-2 0 16,-1 1 0-16,-2-3 0 0,3-2 0 15,0-2-363-15,-1 0-213 0,1-3-148 16,-5-5-164-16,10 1 83 0,-10-1 86 16,0 0-681-16,25-14-852 0</inkml:trace>
  <inkml:trace contextRef="#ctx0" brushRef="#br0" timeOffset="39425.6">12487 11474 4168 0,'0'0'74'0,"0"0"22"0,-5-3 9 0,5 3 17 0,0 0 11 0,0 0 27 0,0 0 10 0,0 0 2 16,0 0-7-16,0 0-8 0,0 0-14 0,30 0-21 15,-18 0-3-15,1 0-4 0,0-2-1 16,3 1 6-16,-5-3 10 0,1 1 9 16,-3-1-1-16,2-2 6 0,-3 2-7 0,2-4-7 15,-7 3-13-15,1-4 0 0,-2 2-12 16,-4-1-13-16,2 8-13 0,-13-9-9 15,1 9-8-15,-5 2-6 0,-17 7-8 16,0 11-1-16,-7 3-7 0,4 8-5 0,2 0-4 0,5 2-5 16,10-6-3-16,2 1-5 15,4-4-4-15,5-3 3 0,5-7-5 0,2 2-3 16,4-6-4-16,0 1-14 0,5-2-30 16,6 0-40-16,1-6-45 0,6 1-43 0,0-2-46 15,5-5-51-15,11-3-79 0,5-1-75 16,-4 0-85-16,1-2-107 0,-2-6-145 0,0 4 54 15,0-3-616-15,-6-2-773 0</inkml:trace>
  <inkml:trace contextRef="#ctx0" brushRef="#br0" timeOffset="39975.44">12883 11474 3392 0,'2'-9'-8'0,"1"1"69"16,-3 2 46-16,0 6 34 0,2-6 21 0,-2 6 12 16,0 0 1-16,4-10-2 15,-4 10-4-15,0 0 28 0,0 0 9 0,0 0-1 16,9 22-12-16,-5-10-15 0,-3 4-25 15,3 3 7-15,1 3-14 0,-3-4-17 0,-2 3 10 16,1 0-14-16,-1-2-10 0,-1-1-4 16,-1-1-1-16,2-1-10 0,-3-4-5 0,3 0-6 15,-2-3 4-15,4-1 8 0,-2 0 2 16,0-8 1-16,-2 13-2 0,2-13-5 0,-2 7-14 16,2-7-7-16,0 0-9 0,0 0-10 15,0 0-4-15,2-32-6 0,5 9-6 16,4-7-11-16,-2 1-1 0,3 2-9 15,-3 7-1-15,0 2-4 0,3 7-4 0,-4-2 3 16,1 6-9-16,3 2-2 0,-1 5-3 16,-11 0 0-16,25 11-4 0,-14-3 1 15,1 2-1-15,-3 6-4 0,2 1 0 0,0 3-15 16,-4-3-3-16,0 1-5 0,3 1 3 16,-9-1 0-16,4-2 5 0,-3-3 4 0,2-1 4 15,-4-1 5-15,2-2-2 0,-1 0 4 16,1-3 8-16,-2 1 3 0,0-7-1 0,6 7 5 15,-6-7-3-15,0 0-4 0,0 0 1 16,25-24-4-16,-11-1 1 0,8 0-4 0,-3-4 2 16,8-7-4-16,-5 10 1 15,3 2 1-15,-2 2-3 0,0 2-3 0,-4 8-1 16,-4 6-4-16,0 3 8 0,-3 3-4 16,-12 0 1-16,22 9-2 0,-11 3 4 0,-8 3-2 15,5 0-1-15,-7 3 0 0,1 0-8 16,0 1-19-16,-2 0-22 0,0 1-28 0,2 0-29 15,-4-2-39-15,2 2-37 0,0 1-37 16,-2-4-39-16,2 1-81 0,0-1-92 0,0-3-128 16,0-2-172-16,4-2 55 0,1-1 78 15,0-1-461-15,3-1-543 0</inkml:trace>
  <inkml:trace contextRef="#ctx0" brushRef="#br0" timeOffset="40291.71">13760 11637 3084 0,'-15'-2'93'0,"15"2"27"0,-15 5 38 0,5 1 44 0,3 0 40 0,-1 6 23 0,0 0 5 15,5 2-6-15,-1 1-18 0,0 2-17 16,4 0-19-16,0-1-24 0,4 2-25 0,2-5-9 16,-1 3-14-16,3-3-14 15,2 0-13-15,1-3-24 0,1-2-16 0,1-1-24 16,2-2-39-16,0-3-28 0,3-2-27 15,0-2-12-15,2-1-5 0,-6-1 1 16,2-3 7-16,-1-1 8 0,-1 0 7 0,-3-6 12 16,1-2 17-16,-7 3 2 0,-5-4 11 15,0-3 4-15,-3-3 7 0,-8-9-2 0,0 3-2 16,0 4-6-16,-3 4-6 0,3 9-29 16,-4 0-39-16,2 5-55 0,-7 4-85 0,4 1-108 15,-6 4-136-15,3 1-211 0,-1 4 13 16,-2-1 67-16,5 2-408 0,4 1-471 0</inkml:trace>
  <inkml:trace contextRef="#ctx0" brushRef="#br0" timeOffset="40576.86">14178 11571 3159 0,'0'0'257'15,"3"-7"-7"-15,-3 7 6 0,0 0 21 0,0 0 56 16,0 0 22-16,0 0-8 0,18 9-17 15,-11 0-27-15,4 1-30 0,-2 2-24 0,0-1-27 16,0 1-23-16,3 1-20 0,-1 3-16 16,2-4-19-16,1 0-18 0,-1-3-20 0,-3 1-22 15,1-4-12-15,-1-1-11 0,-2-1-7 16,3 0-8-16,-2-3-7 0,-9-1-14 16,21-1-22-16,-21 1-15 0,25-6-29 15,-12-1-33-15,-1 1-27 0,-1-4-30 0,2-3-42 16,-1-1-29-16,5-9-36 0,-5 2-34 15,1-5-47-15,3-1-52 0,-9 2-50 0,0 7-78 16,1 0-112-16,0-3-72 0,0 3 66 16,-5 4-453-16,3 2-543 0</inkml:trace>
  <inkml:trace contextRef="#ctx0" brushRef="#br0" timeOffset="40941.96">14961 11521 3192 0,'-2'5'88'16,"2"-5"39"-16,-3 5 46 0,3-5 41 15,0 0 21-15,0 0-6 0,0 0-17 0,18 5-19 16,-18-5-22-16,0 0-14 0,29-10-17 16,-13 3-14-16,-4-1-11 0,4-1-12 0,-1-3-8 15,-3 2-11-15,-1-6-6 0,-2 3-4 16,-3 1-2-16,0-5 1 0,-6 5-7 0,-2 1-7 15,-6 2-7-15,-1 2-5 0,-9 4-2 16,-2 3 5-16,-16 5 5 0,-3 7 7 16,3 5 15-16,-4 5 1 0,8 1 13 0,2 6 1 15,6-6 6-15,5 5-8 0,8-2-9 16,4-4-5-16,1-1-5 0,6-2-7 16,4-4-3-16,1 1-6 0,6 1-5 0,1-2-8 15,5 0-25-15,1-4-23 0,0-2-55 16,5-2-62-16,0 0-72 0,2-4-105 15,-1-2-127-15,-1-1-135 0,0 0-186 0,4-1 9 16,-2-1 86-16,-1-1-577 0,1 1-692 16</inkml:trace>
  <inkml:trace contextRef="#ctx0" brushRef="#br0" timeOffset="41324.94">15765 10932 3759 0,'-2'-8'144'0,"2"6"11"0,0 2 46 15,0 0 50-15,6 35 48 0,-4-10 20 16,0 15-2-16,2 6-11 0,2 11-27 0,-5 0-24 16,-1 5-27-16,-1-2-23 0,1 0-18 15,-2-2-21-15,0-11-16 0,0-2-20 16,-2-4-34-16,4-3-29 0,-2-2-16 0,-2-9-20 15,2-7 1-15,0-3-3 0,0-2-4 0,0-5-3 16,1 0 3-16,-5-3-8 0,2-2-3 16,4-5-3-16,-14 2-23 0,14-2-35 15,-22-10-34-15,8-3-29 0,0-1-16 16,-8-6-12-16,10 2-7 0,-1 2-3 0,6 2-3 16,2 2-7-16,1 0-7 0,2 0-5 15,8 3-5-15,-1-4-10 0,10 1-19 0,10-4-26 16,7 1-25-16,12-4-32 0,2-1-26 15,5-1-34-15,-1-4-27 0,3 0-26 16,2 2-32-16,5-9-14 0,-5 1-463 0,0-3-390 16</inkml:trace>
  <inkml:trace contextRef="#ctx0" brushRef="#br0" timeOffset="41641.15">16436 11100 2330 0,'23'-31'-82'0,"-8"4"27"0,-3 0 24 16,-7 5 25-16,-3 6 20 0,-4 4 31 16,-2 4 32-16,-5 1 40 0,-3 5 33 15,-3 2 34-15,-8 7 20 0,-4 7 36 16,-9 14 21-16,0 4 12 0,2 3 4 0,6-1 4 15,-3 4-11-15,8 2-10 0,6-7-14 16,2-3-16-16,4 0-18 0,-1 4-14 0,6-7-18 16,2-5-10-16,3-3-14 0,-1 0-19 15,2-2-15-15,2 2-15 0,-1-3-3 0,1-4-7 16,4-2-15-16,-3-2 3 0,-1 0-10 16,7-2 4-16,-6-2-4 0,5-2-8 0,-8-2-6 15,0 0-3-15,26-4-2 0,-26 4 2 16,20-3-4-16,-20 3-3 0,15-2-7 15,-15 2 2-15,13 3-9 0,-13-3 2 16,13 7-2-16,-9-2-2 0,4 2 4 0,-5-2-9 16,4 2 1-16,-4-1-10 0,-1 2-2 15,4-1-42-15,-4-2-60 0,1 2-86 0,1-4-93 16,-4-3-127-16,8 7-136 0,-4-3-172 16,-4-4-114-16,7 3 86 0,-7-3-725 15,0 0-899-15</inkml:trace>
  <inkml:trace contextRef="#ctx0" brushRef="#br0" timeOffset="41974.33">16668 11464 4017 0,'0'0'47'0,"-11"16"57"0,11-16 58 16,0 0 60-16,4 10 47 0,-4-10 22 15,7 4 0-15,-3-1-10 0,-4-3-29 0,12 1-23 16,-12-1-22-16,0 0-26 0,22-5-20 15,-11 2-32-15,-2-2-31 0,0 0-40 16,-1-3-41-16,2 0-40 0,-5-1-30 16,2 1-15-16,-5-3-13 0,-2 0-18 0,-2-2-18 0,-5 2-14 15,-4-1 3-15,-5 4 15 16,2 3 22-16,-8 5 26 0,-3 4 27 0,-9 6 33 16,-2 4 42-16,-4 8 38 0,3 3 44 15,11-4 35-15,3 4 22 0,2-1 5 0,5-1-7 16,9-2-10-16,3-4-14 0,6-3-15 15,4-1-14-15,0 0-28 0,4-2-45 0,1-2-58 16,2-1-76-16,0-2-98 0,1 2-121 16,-3-5-142-16,0 2-178 0,0-2-185 0,-6 1 56 15,3 0 97-15,-5 2-620 0,-3-6-735 16</inkml:trace>
  <inkml:trace contextRef="#ctx0" brushRef="#br0" timeOffset="42475.89">11148 13350 3904 0,'3'-7'157'0,"4"4"-9"0,-2 1 5 0,-5 2 28 0,0 0 23 0,17 8 21 0,-9 0-7 0,0-2-17 0,-3 3-7 16,4 3-19-16,-5-2-23 0,3 0-8 15,-4 3-14-15,1-3-8 0,0 1-4 0,-3-1-9 16,1-4-20-16,2 2 12 0,0-3-26 15,-2-1-7-15,-2-4-4 0,6 8-10 0,-6-8-19 16,0 0-7-16,18-14-13 16,-2-1-14-16,6-10 0 0,7-10-4 0,1 3 2 0,6 0 0 15,-4 1-2-15,-5 7-3 16,-1 5 20-16,-3 0 1 0,-4 9 9 0,-6 3 24 16,3 3 11-16,-3 4 9 0,-1 2 11 15,-1 5 7-15,2 4 1 0,2 0-1 0,2 12-14 16,2 1-9-16,1 0-2 0,-2-1-9 15,2 1-9-15,-1-1-31 0,-4-5-46 0,1-7-58 16,-3 3-66-16,-2-5-70 0,1 1-87 16,-3-3-101-16,0-4-115 0,1-1-145 0,0-2-98 15,-10 0 71-15,0 0-655 0,15-5-814 16</inkml:trace>
  <inkml:trace contextRef="#ctx0" brushRef="#br0" timeOffset="42791.8">12069 13247 3906 0,'-7'19'139'0,"7"-19"37"16,-7 10 31-16,3-3 36 0,4-7 42 15,0 13 47-15,4-7-2 0,1 1-14 0,6 1-31 16,1 0-31-16,1-2-27 0,5-3-31 16,1 1-46-16,2-4-45 0,2 0-49 0,0-4-45 15,4 1-41-15,-4-3-24 16,-3-2-6-16,-1 0 1 0,-6 1 3 0,-1 1 22 15,-1-3 11-15,-3 0 14 0,-4-1 16 16,-4 0 10-16,-4-2 9 0,-4-5 10 0,-9-9-4 16,-3 3-2-16,-4 0-7 0,-4 1-5 15,1 5-3-15,7 7-6 0,-1 6 3 16,3 4 3-16,5 0-18 0,-3 4-29 0,7 2-35 16,-2 2-55-16,4 0-67 0,2 1-96 15,1 2-93-15,6-2-109 0,2-4-152 0,1 5-88 16,4-4 76-16,0 2-558 0,5-3-671 15</inkml:trace>
  <inkml:trace contextRef="#ctx0" brushRef="#br0" timeOffset="43374.4">12992 12419 3173 0,'10'-26'-8'0,"-4"9"57"0,0 5 20 0,-3 3 17 0,-1 5 55 0,-2 4 49 0,0 0 40 0,0 0 37 0,-3 39 29 15,-8-3 7-15,0 14-4 0,-2 4-3 16,1 3-8-16,1 2-9 0,2-1-14 0,1 0-20 16,2-2-23-16,1-2-22 0,1-11-23 15,2-2-13-15,-2-2-22 0,4-9-14 0,0-7-11 16,-1-2-12-16,-1-3-19 15,-1-1-15-15,3-5-17 0,-2 0-15 0,2-5-18 16,0-1-23-16,0-6-17 0,2 6-17 16,-2-6-1-16,0 0-1 0,0 0-11 0,0 0 12 15,6-29 0-15,-7 17 7 0,-6-1 5 16,3-1 13-16,-5 2 12 0,-5 3 18 16,0 3 24-16,-8 2 16 0,0 4 14 0,-17 6 15 15,1 3 11-15,2 5 10 0,-3 7-72 16,8-1-36-16,4 3 0 0,4 0 0 0,6 4 0 15,6-5 0-15,3-3 0 0,6-2 0 16,2 0 0-16,6-1 0 0,1-1 0 0,6 0 0 16,3-2 0-16,-3-7 0 15,4 1 0-15,3-2 0 0,-2-5-475 0,4 3-157 16,-1-8-181-16,1 0-45 0,10-2 83 16,4-5-802-16,-6 0-1020 0</inkml:trace>
  <inkml:trace contextRef="#ctx0" brushRef="#br0" timeOffset="43741.35">13238 13106 4445 0,'0'0'99'0,"0"0"44"0,0 0 32 16,0 0 39-16,0 0 37 16,0 0 24-16,0 0-8 0,0 0-24 0,0 0-21 15,0 0-24-15,0 0-17 0,14-12-14 16,-1 7-26-16,-2-5-20 0,3 2-20 0,-1-1-21 15,-1-1-12-15,-3-1-19 0,0 1-15 16,0 0-15-16,-4 0-7 0,-1-3 4 0,0 3-4 16,-4 0-2-16,-4 1-4 0,-2 1-3 15,-4 3 2-15,-6 2 0 0,-6 3-6 16,-16 5 13-16,-2 6 16 0,-4 10 26 0,1 5 22 16,6 4 23-16,7 1 11 0,9-4 2 15,5 2 3-15,7-5-91 0,6-2-24 0,4-5 0 16,-1 2 0-16,6-2 0 15,5 0 0-15,3-5 0 0,4 0 0 0,-2-3 0 16,2-4 0-16,-4-2-22 0,4-1-186 16,0 2-59-16,-4-6-88 0,1 2-100 0,-3 0-97 15,1 0-127-15,-13 0-107 0,19-2 63 16,-9 4-686-16,-10-2-862 0</inkml:trace>
  <inkml:trace contextRef="#ctx0" brushRef="#br0" timeOffset="44841.01">13997 13600 3309 0,'0'0'329'0,"0"0"-116"0,0 0-46 0,0 0 6 0,0 0-3 0,11-32-10 0,-5 15-30 15,5-11-27-15,2-2-9 0,7-1-14 0,1-13-8 16,2-2-10-16,3-7-17 0,3-3-16 15,1-19-11-15,-1 15-16 0,3-16-7 0,-3 14-7 16,-6 6 2-16,0 1 0 0,-5 9 4 16,-2 9 0-16,-5 8 6 0,-1 8-6 15,-2 6 0-15,-7 5-3 0,1 3 6 0,-2 4 18 16,0 3 12-16,0 0 6 0,0 0 1 16,-13 30 3-16,9-11-4 0,0 2-1 0,2-1-2 15,6 4 3-15,1-2 20 16,4 7 6-16,0 0 10 0,7-4 6 0,-1-6-1 15,-3-4-8-15,0 3-2 0,-2-8 8 16,0 3 11-16,-3-2 22 0,1-2 28 0,-5-1 44 16,1-1 20-16,0-1 19 0,-4-6 9 15,-2 9 9-15,2-9-9 0,-17 8-8 0,0-4-19 16,-12-2-17-16,0-2-70 0,-14-4-111 16,0-1 0-16,-4-1 0 0,-4-7 0 0,2-2 0 15,2-4 0-15,6-3 0 0,5-4 0 16,5-5 0-16,8 4 0 0,8 2 0 0,2 6 0 15,3 3 0-15,2 4-192 0,3 4-162 16,1 1-95-16,2 1-110 0,2 6-129 16,0 0-140-16,0 0 77 0,0 0-735 15,0 0-934-15</inkml:trace>
  <inkml:trace contextRef="#ctx0" brushRef="#br0" timeOffset="45356.97">15115 13201 4467 0,'0'0'89'0,"0"0"-11"0,-5 4-11 0,5-4-4 0,0 0-4 0,0 0-6 0,23-11-8 15,-14 5-4-15,10-3-19 0,-2-2-35 16,3 2-30-16,4-7-20 0,-3-1-7 0,0-3 11 16,1 3 5-16,-6-5 2 0,-7 3 8 15,2 0 4-15,-10-3 19 0,1 0 8 0,-4-4 10 16,-5-7 10-16,-3 3 13 0,-1 2 22 16,-5 3 13-16,3 7 6 0,-1 5 8 0,-1 2 4 15,-2 4 7-15,-2 4 9 0,0 3 4 16,2 3-7-16,-6 3-1 0,6 2-9 15,0 2-2-15,5 1-6 0,5-1 1 0,1-2 6 16,6 3 2-16,8-3 0 0,4 0-10 16,6-3-8-16,18-2-3 0,10-5-2 15,1-2-13-15,12-4 3 0,1 2-3 0,-7-5-6 16,-8 7-6-16,-9-2-1 0,-6 2-9 16,-8 4 0-16,-1 0 2 0,-7 2-2 0,-1 4 6 15,0 2 14-15,-3 3 11 0,-6 1 3 16,2 3-1-16,-3-1-1 0,-3 6-8 15,2-1-4-15,-2 0-1 0,2 1-7 0,-2-1-12 16,4-2-46-16,-1 2-68 0,-2-2-76 16,3-3-109-16,-2-2-117 0,2 0-129 15,-1-1-212-15,3-1 42 0,-3-3 78 16,4 1-474-16,-1-7-561 0</inkml:trace>
  <inkml:trace contextRef="#ctx0" brushRef="#br0" timeOffset="45709.45">15967 12874 3343 0,'0'0'150'0,"0"0"0"0,-5-4 11 0,5 4 31 0,0 0 19 0,0 0-5 0,0 0-5 16,0 0-21-16,7-8-17 0,-7 8-15 16,16-4-18-16,-9 3-17 0,2-1-7 15,4-2-14-15,-2 0-17 0,-6 4-8 16,-5 0-8-16,14-8-9 0,-7 3-3 0,-1-2-10 15,-2 2-5-15,-3-1 4 0,-1 6-8 16,-1-12-3-16,1 12-4 0,-11-8-2 0,-2 6 4 16,1 4-2-16,-12 3 7 0,-10 6 1 15,6 2 8-15,-1 3 14 0,2 1 2 0,4 1 1 16,6 5 16-16,6-4-15 0,5-3 1 16,2 3 1-16,4-6 5 0,0 1-5 0,8 1-10 15,-2-1-8-15,5 0-3 0,5-3-16 16,-3-2-28-16,4 0-36 0,0-3-56 0,4 1-66 15,-2-3-100-15,0-4-123 16,2 2-160-16,4-6-202 0,1 0 48 0,9-1 85 16,-2-7-485-16,-5 0-573 0</inkml:trace>
  <inkml:trace contextRef="#ctx0" brushRef="#br0" timeOffset="45958.68">16426 12035 3345 0,'-7'-10'150'0,"3"3"-15"16,4 7 39-16,0 0 71 16,-14 33 52-16,9 6 27 0,-1 19 13 0,3 10-12 15,-3 9-16-15,1 27-27 0,-4-1-27 0,0 2-27 16,0 2-20-16,-3 3-20 0,-5-6-21 16,1-4-21-16,2-4-29 0,-4-3-49 15,5-23-48-15,-1-7-44 0,5-3-59 0,0-4-60 16,1-15-58-16,-2-7-46 0,7-10-53 15,-3-5-41-15,4-7-42 0,2-6-57 0,0-6-79 16,0 0-109-16,0 0-13 0,9-24-505 16,4-3-614-16</inkml:trace>
  <inkml:trace contextRef="#ctx0" brushRef="#br0" timeOffset="46173.83">16414 12851 3087 0,'3'-10'-19'0,"-1"3"28"16,2 2 39-16,-4 5 43 0,9-4 34 0,-9 4 30 15,0 0 6-15,19 10 8 0,-11-2-5 16,-1 2-6-16,1 3-11 0,2 5-16 0,-5 1-13 16,1 0-9-16,-2-1-8 0,-2 0-14 15,-2 0-8-15,-2-1-5 0,0 2-6 0,-6 0-5 16,1-2-6-16,-2 0-7 0,-3-3-5 16,-1 0-27-16,1-3-36 0,-1-5-40 15,2 2-64-15,-1-8-88 0,12 0-87 0,-19-6-143 16,13-2-203-16,-2-7 49 15,5-7 73-15,3-5-293 0,3-16-300 0</inkml:trace>
  <inkml:trace contextRef="#ctx0" brushRef="#br0" timeOffset="46374.16">16765 12205 2632 0,'0'-5'259'16,"0"5"18"-16,0 0 32 0,0 0 50 15,9 29 51-15,-9-11 15 0,2 20-3 0,0 5-19 16,-4 15-30-16,2 2-29 15,-7 2-36-15,3 0-28 0,-3 0-29 0,3 1-22 16,-3-3-24-16,-1-3-53 0,0-3-63 0,5-11-74 16,-7-1-82-16,5-5-75 15,0-2-68-15,1-8-92 0,3-6-92 0,-1-3-89 16,-2-7-107-16,4-1-135 0,2-4-1 16,2-1 86-16,-4-5-538 0,0 0-643 0</inkml:trace>
  <inkml:trace contextRef="#ctx0" brushRef="#br0" timeOffset="46741.99">16941 12814 3164 0,'0'0'103'0,"2"-4"55"16,-2 4 30-16,0 0 26 0,0 0 36 15,0 20 33-15,0-9 22 0,0 3 7 16,-2 1-13-16,0 3-20 0,2 2-25 0,-4 2-23 16,4 1-24-16,-3-1-19 0,-3 0-21 15,2-2-16-15,-2-1-16 0,1-3-8 16,-1-3-15-16,-1 1-7 0,-2 0-7 15,4-3-14-15,-5-1-8 0,-2-3-16 0,3-2-36 16,0-3-36-16,9-2-35 0,-19-4-44 16,9-2-41-16,5-8-27 0,-1-6-20 0,8-6 0 15,6-11 11-15,6-8 16 0,8 3 15 16,-5 13 15-16,3 3 28 0,2 5 26 0,-7 8 34 16,0 5 37-16,-4 5 35 0,-1 3 27 15,-10 0 36-15,17 13 24 0,-9-1 11 0,-4 5-1 16,2 0-15-16,-5 8-13 0,1-1-9 15,0 0-13-15,2 0-16 0,-2 0-31 0,1-4-45 16,-3-2-39-16,2-1-53 16,5-2-66-16,-4-1-90 0,1-2-116 0,2-4-139 15,-1 0-123-15,1-4-101 0,0-1 67 16,2-1-569-16,-8-2-697 0</inkml:trace>
  <inkml:trace contextRef="#ctx0" brushRef="#br0" timeOffset="46940.2">17446 12714 3488 0,'-15'0'114'16,"15"0"37"-16,-23 12 45 15,6 0 55-15,-8 10 57 0,0 5 45 0,5 0 11 16,-5 10-13-16,2 3-24 0,10-6-27 16,-3 0-27-16,5 2-23 0,1-3-29 0,2-1-23 15,1-5-43-15,3-6-52 0,2-1-72 16,1-5-85-16,2 1-91 0,-1-5-97 0,4-1-136 15,2-2-141-15,1-2-166 0,5-4-91 16,-1 1 79-16,-2-3-642 0,-9 0-796 0</inkml:trace>
  <inkml:trace contextRef="#ctx0" brushRef="#br0" timeOffset="47308.1">17676 12827 3822 0,'-9'2'80'0,"9"-2"26"16,-9 4 24-16,9-4 36 0,0 0 30 0,0 0 11 16,0 0-9-16,0 0-17 0,0 0-18 15,25 4-19-15,-25-4-17 0,18-2-11 16,-4 0-11-16,-3-2-15 0,2-1-27 0,5-1-24 16,-5 0-7-16,-1-2-11 0,-1-2-2 15,1 0-2-15,-7 3-2 0,3-1-7 0,-6 2-6 16,-2 6 2-16,0 0-2 15,-15-6 3-15,-3 9 11 0,-3 6 24 0,-13 9 33 16,-8 7 43-16,2 6 29 0,5 2 26 16,-1 6 23-16,10 0 19 0,5 0 10 0,6-7 2 15,5-2-5-15,7-4-15 0,1-6-18 16,4-3-82-16,1-2-105 0,3-1 0 0,1-2 0 16,2-5 0-16,4 3 0 0,-2-6 0 15,1-2 0-15,-1 2-71 0,0-2-284 0,-1-2-110 16,-10 0-125-16,15-4-162 0,-15 4-88 15,12-2 99-15,-12 2-748 0,0 0-935 0</inkml:trace>
  <inkml:trace contextRef="#ctx0" brushRef="#br0" timeOffset="48006.56">12143 14436 4394 0,'0'0'56'0,"0"0"16"0,0 0 20 0,0 0 29 0,5 23 28 0,-1-7 22 16,-1-1 14-16,-3 1-8 0,5 1-5 15,-3 1-16-15,4-1-10 0,-5 0-19 0,5-3-9 16,-1 2-10-16,-1-3-18 0,4-1-8 16,-2 1-19-16,3-3-26 0,3-4-29 0,-1 0-32 15,2-2-31-15,1-4-27 0,-1-4-19 16,5-2-10-16,-2-3 7 0,2-1 11 15,-3-4 15-15,0 2 29 0,-4 3 37 0,1 1 30 16,-4 0 32-16,-1 2 17 0,-1 3 11 16,-6 3 30-16,0 0 30 0,17 9 21 15,-11 1 19-15,-1 2-8 0,6-1-8 16,0 5-19-16,6 4-11 0,3-1-17 0,5 0-8 16,6-3-17-16,1-5-26 0,2-2-34 15,-5-5-30-15,-2-6-23 0,0 0-21 0,-2-3-7 16,7-5-11-16,-2-4-3 0,-1 0-16 15,-4-1-5-15,-7 0 0 0,4-2 2 0,-9 1 4 16,-1 3 6-16,-7-1 3 0,1-2 7 16,-3 3 5-16,-1-2 0 0,0 3-11 0,0 2-19 15,1-2-35-15,-3 5-49 0,0 1-67 16,0 6-80-16,0 0-92 0,0 0-144 16,0 0-156-16,0 0 71 0,-23 13-481 15,17-5-590-15</inkml:trace>
  <inkml:trace contextRef="#ctx0" brushRef="#br0" timeOffset="48206.47">13154 14367 3509 0,'0'-8'273'0,"0"0"23"0,0 8-14 16,0-9-11-16,0 9 13 0,0 0 3 16,0 0 14-16,0 0-9 0,0 0-17 15,10 29-23-15,-6-6-26 0,0 1-25 0,-2 10-34 16,-2-3-55-16,0 7-69 15,-2-9-75-15,2-1-83 0,0-1-85 0,-6 8-93 16,3-8-105-16,-6 2-110 0,5-2-160 16,-1-6-63-16,-1-2 76 0,5-3-526 0,-3-5-645 15</inkml:trace>
  <inkml:trace contextRef="#ctx0" brushRef="#br0" timeOffset="48374.99">13179 14206 3432 0,'-4'-23'124'16,"4"8"21"-16,-1 1-15 0,-1 4-3 0,-2 2 0 16,4 1-8-16,0 7-15 15,-2-11-22-15,2 11-54 0,0 0-94 0,8-3-121 16,-8 3-150-16,0 0-257 0,0 0 26 16,11 21 63-16,-10-13-230 0,4 4-227 0</inkml:trace>
  <inkml:trace contextRef="#ctx0" brushRef="#br0" timeOffset="49107.11">13613 13878 2429 0,'0'-10'244'0,"3"3"6"0,-3 7 1 16,0 0 17-16,0 0 25 0,0 0 27 15,-5 33 31-15,5-8-3 0,-3 16-19 16,-1 4-30-16,4 1-32 0,-2 1-29 15,2 1-19-15,2 0-42 0,-4-3-36 0,2 0-44 16,-2 0-43-16,2-3-38 0,-1-3-28 16,-5-1-13-16,0-4-13 0,2-10-10 0,-4-1-10 15,3-5-13-15,-2-1-14 0,-4-3-13 16,4-5-23-16,-2 3-20 0,-1-10-18 0,0 1-28 16,1-3-12-16,9 0-2 15,-21-17 9-15,13 8 13 0,-1-5 19 0,6 2 21 0,-4 1 21 16,5-1 13-16,0 2 15 0,4 3 14 15,2-3 18-15,4 0 5 0,1 0 8 16,9-2-1-16,8-4 11 0,4 1-7 16,4-2-12-16,-2 0-25 0,10-6-17 15,-5 0-13-15,4 0 8 0,-3 0 3 0,-9-1 14 16,-1 3 10-16,6-8 19 0,-7-4 35 16,-7 5 28-16,-4 1 27 0,-1-6 25 0,-5 1 11 15,-1-3 10-15,-5 0 16 0,0 10 2 16,-4 5 1-16,-2 4-13 0,-2 4 2 0,-1 6 0 15,-5 4 5-15,10 2 20 0,-38 19 22 16,9 4 14-16,-2 12-3 0,1 6-13 0,3 6-11 16,1-1-12-16,3 2-9 15,6-1-10-15,2-5-11 0,8-9-5 0,-2 2-3 16,9-9-1-16,2-5 7 0,2-4 7 16,2-3 11-16,3-2 15 0,3-2 19 15,-2-4 25-15,-1-4 22 0,2-2 11 0,-11 0 3 16,23-5 0-16,-7 0-12 0,-1-3-17 15,0-4-12-15,0-2-11 0,6-8-6 0,-4 1-7 16,4-1-12-16,-5 5-10 0,-3 4-4 16,-4 4-6-16,1 2-9 0,-2 2-65 0,-1 5-21 15,-7 0 0-15,0 0 0 16,19 15 0-16,-13-3 0 0,-2 4 0 0,-1-1 0 0,3 2 0 16,0-2 0-16,-2-1 0 15,2 1 0-15,-3-3 0 0,5 0 0 0,-5-3 0 16,6-2 0-16,-2-2 0 0,2-2 0 15,-9-3 0-15,16 0 0 0,-16 0 0 0,17-3 0 16,-9-2 0-16,3-2 0 0,-2 2 0 16,-5 1-74-16,4 1-490 0,-4-2-140 0,-4 5-203 15,4-5 75-15,-4 5 85 0,0 0-737 16,0 0-931-16</inkml:trace>
  <inkml:trace contextRef="#ctx0" brushRef="#br0" timeOffset="50075.24">14888 14372 4041 0,'-15'-8'-75'0,"-6"3"27"0,3 3 25 0,-4 4 37 0,-14 3 43 15,0 7 37-15,-8 6 13 0,3 8 19 16,3 3 16-16,1 4 6 0,8-1 9 0,11-1 5 16,4 0-5-16,10-6 1 15,4-4-2-15,6 2-3 0,7 1-13 0,8-2-15 16,5-5-13-16,3-2-6 0,3-4-13 0,-3-8-6 16,0-1-12-16,-1-2-20 0,8-5-33 15,3-6-36-15,-3 0-45 0,0-5-55 16,8-6-54-16,-4-5-64 0,-4-4-62 15,0-2-36-15,-3-5-34 0,-5-3-30 0,1-5-24 16,-4-5-10-16,2-3-8 0,-9-8 10 16,2-4-480-16,-1-20-388 0</inkml:trace>
  <inkml:trace contextRef="#ctx0" brushRef="#br0" timeOffset="50726.16">15311 13633 2375 0,'5'-33'-24'0,"-1"11"48"0,-4 3 15 0,-2 7 21 16,-3 2 21-16,1 5 33 0,-3 3 33 15,7 2 39-15,-16 12 26 0,-4 11 23 16,2 6 3-16,0 13 3 0,-1 9-4 15,2 7-9-15,1 5-13 0,3 4-13 16,0 1-21-16,3 3-18 0,5 3-13 0,-2-3-21 16,5-1-7-16,1-6-16 0,1-6-29 15,1-15-17-15,4-1-11 0,-1-13-8 0,-1-6-4 16,-1-5-8-16,6-3 2 0,-3-7-11 16,5-2-11-16,0-8-13 0,-10 2-9 0,39-21-12 15,-14-3 5-15,0-1 0 0,-2-2 0 16,-1-1 6-16,2 0 1 0,-7 3 10 0,0 3 12 15,-3 5 7-15,-7 5 3 0,0 1-6 16,-3 5 1-16,4 2 3 0,-8 4 10 16,0 0 5-16,0 0-5 0,15 12 3 0,-11-6-8 15,0 6 1-15,-1-5-2 0,4 2-4 16,-4 2-2-16,3-1 3 0,0-3-6 16,-1 1-5-16,3-2-5 0,2-3 1 15,-5-1-4-15,4-1-4 0,-9-1 3 0,20-3-4 16,-11 0 1-16,3-4-2 0,-1 0-4 15,0-3-4-15,-1 1-1 0,1-3 1 0,3 2 0 16,-6 5 1-16,-3-2 0 0,4 2 1 16,-2-3 0-16,-3 4-1 0,-1 0-1 0,-3 4 3 15,0 0 8-15,11-2 8 0,-11 2 4 16,0 0 4-16,0 0-2 0,13 16-1 16,-12-9-4-16,1 0 5 0,0-2-3 0,4 5-1 15,-3-3 0-15,3 2-3 0,-3-4 3 16,4 3 1-16,0-4-1 0,1-1 2 15,-1 0 0-15,-7-3-1 0,18-1-3 16,-7-4-1-16,-1 3-2 0,-1-5-7 0,4-1 5 16,-1-4 1-16,1 0 0 0,1-1-1 15,-5-1 0-15,2 2 2 0,-3-1 0 0,-2 5 10 16,1-2 9-16,-3 5 8 0,2-1 3 16,-3 0-3-16,-3 6-5 0,11-10-4 15,-10 6 1-15,-1 4 2 0,0 0 1 0,0 0 2 16,0 0-1-16,0 0-5 0,0 0-3 15,0 0-5-15,13 20 1 0,-13-16-23 16,2 1-33-16,2 1-43 0,1 0-61 0,-4-2-74 16,3 2-96-16,3-4-106 0,-7-2-138 15,13 5-146-15,-13-5 71 0,22-5-493 16,-11 1-599-16</inkml:trace>
  <inkml:trace contextRef="#ctx0" brushRef="#br0" timeOffset="51172.77">16462 13346 3416 0,'2'-21'138'0,"5"5"25"0,-7 3 22 0,2 5 15 0,-1 0 0 0,-1 1-8 0,0 7-8 16,0 0 8-16,0 0 4 0,0 0 25 0,0 24-18 16,0 13 24-16,0 8 9 0,0 19 11 15,-1 6-4-15,-3 5-22 0,-4 21-19 16,-3 0-18-16,-3-3-21 0,4-20-16 0,5-3-14 15,-2-6-12-15,-2 0-18 0,4-6-13 16,-5-6-21-16,7-15-25 0,-1-8-19 0,0-6-25 16,1-7-26-16,0-4-46 0,5-6-33 15,-1-3-36-15,-1-3-30 0,0 0-30 0,14-13-22 16,-3-3-10-16,3-9 17 16,-4-4 18-16,2-8 15 0,-1 0 27 0,-6-4 22 15,3 1 40-15,-7 5 37 0,-1 8 34 16,-1 6 33-16,-5 7 27 0,-3 3 29 0,-7 3 33 15,3 6 21-15,-12 4 35 0,-9 8 14 16,2 5 21-16,-1 5 9 0,-3 9 10 0,6 5-2 16,1 0-8-16,10-2-5 0,3 1-5 15,5-2-13-15,7-6-15 0,1-3-62 0,3-4-99 16,3 0 0-16,-1-1 0 0,4-4 0 16,-1-1 0-16,5-1 0 0,-4-4 0 0,1-2 0 15,5-2-68-15,-2 2-288 0,1-3-137 16,-4-2-162-16,7 1-218 0,-3 1 53 15,5 2 94-15,-1-3-702 0,2 5-880 16</inkml:trace>
  <inkml:trace contextRef="#ctx0" brushRef="#br0" timeOffset="51474.66">17240 14407 4263 0,'-11'0'202'0,"11"0"24"0,-39 6 11 0,-8 8 38 0,-14 7 38 0,-25 10 33 0,-7 2 7 16,-16 2-8-16,-7 5-15 0,-14 2-33 16,-8 3-30-16,-52 13-28 0,7 0-21 0,-5 6-29 15,1 4-98-15,3 1-91 16,-3-1 0-16,6 6 0 0,7-2 0 0,14 2 0 16,39-17 0-16,4 0 0 0,8-3 0 15,16-4 0-15,11-4 0 0,8-5 0 0,20-10 0 16,12-5 0-16,12-5 0 0,3-6 0 15,8-1 0-15,6-5-154 0,4-1-121 16,-2-1-53-16,4-2-94 0,3 0-98 0,1-1-137 16,3-4-181-16,-6 6 91 15,6-6-698-15,0 0-896 0</inkml:trace>
  <inkml:trace contextRef="#ctx0" brushRef="#br0" timeOffset="53722.97">20110 6350 2184 0,'3'-8'251'0,"-2"2"-14"0,-1 6 0 0,0-15 24 0,-1 7-12 16,-6-1-17-16,3 4-20 0,4 5-16 0,-13-8 7 15,13 8 8-15,-36 8 7 0,1 10 5 16,-4 11 13-16,-5 4-10 0,0 2-12 16,4 3-12-16,6 0-19 0,5 1-6 0,14-7-19 15,2 3-10-15,7-2-11 16,8-4-13-16,5 2-11 0,6 0-6 0,5-2-15 15,1-1-17-15,0-6-55 0,4-1-71 16,0-4-80-16,0-1-88 0,-3-4-125 0,-2-3-120 16,-2-5-147-16,2-2-139 0,0-2 62 15,0-2-628-15,5-4-772 0</inkml:trace>
  <inkml:trace contextRef="#ctx0" brushRef="#br0" timeOffset="54388.63">20638 6370 3607 0,'0'0'142'16,"-7"-7"44"-16,7 7 4 0,0 0-2 16,0 0 14-16,0 0 32 0,0 0 18 15,0 0 0-15,-18 22 1 0,16-12-15 16,1 3-20-16,1 0-11 0,0-1-33 0,0 2-10 16,0-2-14-16,-2 0-21 0,2 2-11 15,-2-3-9-15,-2 3-7 0,1-2-5 0,-6 0-12 16,0 0-8-16,0-1-9 0,-5-2-5 15,1 0-4-15,-1-2-12 0,1-5 0 0,2-2-8 16,-1-6-6-16,-1-11-8 0,5-12-11 16,0-5 4-16,8-2-6 0,8 1-8 0,0 2 3 15,1 9-3-15,-1 7-1 0,0 5-3 16,1 1 1-16,1 8 5 0,-1 1 16 0,-9 2 4 16,25 13 11-16,-10 2 2 0,4 5 3 15,2 3 1-15,0 2-2 0,3 1-5 16,-4-1-5-16,1-1 2 0,0-3-16 15,1-2-17-15,-4-6 0 0,0-1 0 0,-4-8 0 16,2-1 0-16,-1-3 0 0,2-3 0 16,4-3 0-16,7-7 0 0,-1-4 0 0,2-4 0 15,-4-4 0-15,2-9 0 0,-2-6 0 16,-5-3 0-16,-1-2 0 0,-2-4 0 0,-3 2 0 16,-5 13 0-16,-4 10 0 0,-1 4 0 15,1 6 0-15,-5 4 0 0,-7 3 0 16,7 7 0-16,-13 0 0 0,13 0 0 15,-26 17 0-15,13-3 0 0,-9 6 0 0,11-1 0 16,-1 2 0-16,9-4 0 0,1 0 0 16,4 1 0-16,5 1 0 0,11 4 0 15,3 0 0-15,1-3 0 0,3 1 0 0,0-2 0 16,-4-1 0-16,-1 1 0 0,-4-2 0 16,-3-1 0-16,-1-1 0 0,-6 1 0 0,-3 1 0 15,-3 1 0-15,-3 1 0 0,-5 3 0 16,-6 7 0-16,0-6 0 0,-6 0 0 0,-1-1 0 15,1-3 0-15,-3-2 0 0,1-3 0 16,6-8 0-16,0 1 0 0,1-1 0 16,1-5 0-16,3-1 0 0,2-5 0 15,-5-9 0-15,9-4 0 0,1-8 0 0,4-1-511 0,5-12-78 16,3-1-70-16,8-7-152 16,4 4 5-16,1 1 91 0,8 2-679 0,5 3-848 15</inkml:trace>
  <inkml:trace contextRef="#ctx0" brushRef="#br0" timeOffset="54725.68">21483 6162 3576 0,'9'-3'-35'0,"-2"1"82"0,-7 2 64 0,0 0 41 0,12-1 38 0,-12 1 40 0,0 0 31 0,0 0 17 0,0 0 7 0,13 6-8 0,-13-6-11 16,11 4-19-16,-1-3-20 0,-10-1-17 16,19 2-19-16,-19-2-22 0,27-3-14 0,-12-1-13 15,2-2-15-15,1 0-13 0,-4-4-9 16,4-1-8-16,0 0-11 0,-6-5-6 15,-1 1-9-15,0-5-5 0,-6 6-12 0,1-3-5 16,-4 5-3-16,-4 1-8 0,-2 1-6 16,-3 2-5-16,-5 5-4 0,-5 3-4 0,-6 5-1 15,-9 7 0-15,-1 7-2 0,3 1-3 16,3 3-1-16,4 2 1 0,4 0 3 0,4 4 1 16,2-3 9-16,4-4-2 0,6-3-19 15,1-2-5-15,4 0 0 0,1 0 0 0,8-1 0 16,2-1 0-16,0-1 0 15,2-2 0-15,5-1 0 0,-4-1 0 0,4-6 0 0,1 2-177 16,-3-2-121-16,0-3-132 16,0 1-147-16,2-4-182 0,-1 1-69 0,-2-3 79 15,0 1-738-15,-4-4-935 0</inkml:trace>
  <inkml:trace contextRef="#ctx0" brushRef="#br0" timeOffset="54906.4">21899 6216 4256 0,'-5'-8'323'16,"-1"2"39"-16,6 6 28 0,-5-9 15 0,5 9-24 0,-6-5-25 16,6 5-34-16,0 0-38 15,0 0-33-15,0 0-30 0,0 0-38 0,0 0-79 16,0 0-100-16,0 0-123 0,0 0-142 16,0 0-159-16,0 0-156 0,36 10-241 0,-27-5 6 15,-1 2 104-15,2 0-698 0,-5 1-857 16</inkml:trace>
  <inkml:trace contextRef="#ctx0" brushRef="#br0" timeOffset="55074.52">21976 6603 4403 0,'0'0'308'0,"-21"-4"23"0,11 3 24 0,10 1 8 0,-11-3-18 15,11 3-39-15,0 0-35 16,-6-5-45-16,6 5-83 0,0 0-128 0,21-4-161 15,-3 0-191-15,-3-3-225 0,8 0-250 16,9-4 49-16,-2-3 89 0,1 0-609 0,-4-3-742 16</inkml:trace>
  <inkml:trace contextRef="#ctx0" brushRef="#br0" timeOffset="55459.83">22591 6038 3959 0,'-5'-2'216'0,"-3"0"-4"16,8 2-5-16,-3-6 0 0,3 6 11 0,0 0 4 15,0 0-3-15,0 0-10 0,28 6-24 16,-17 1-16-16,2 2-4 0,-1 0-13 0,1 7-9 16,-1 0 7-16,-3 1 6 0,1 0 7 15,-5 1 2-15,2-1 11 0,-5 1 13 0,-2-1 10 16,1 0 3-16,-1-4 6 0,0 1-108 15,0 0-100-15,2-1 0 0,2-1 0 16,0 5 0-16,-3-3 0 0,7 2 0 0,2 0 0 16,-1 3 0-16,2-2 0 0,3 8 0 0,1 0 0 15,-5-3 0-15,-1-4 0 16,-1 1 0-16,-3 2 0 0,0-2 0 0,-5-2 0 16,-3 3 0-16,-4 1 0 0,-8 4 0 15,-4 2 0-15,-4-3 0 0,-6-2 0 0,-2-2 0 16,-3-2 0-16,0-1 0 0,2-4 0 15,-1-1 0-15,10-5 0 0,9-2 0 0,1-2 0 16,8-6-53-16,1-5-833 0,6-4-70 16,14-12 96-16,0-4-989 0,8-1-1274 0</inkml:trace>
  <inkml:trace contextRef="#ctx0" brushRef="#br0" timeOffset="55755.57">23681 6631 5089 0,'-30'11'249'16,"-20"9"51"-16,-8 2 38 0,-28 7 27 16,-21 1 16-16,-17 5 2 0,-19 4 2 15,-60 18-13-15,-15 0-43 0,-13 9-329 0,-22 5 0 16,-17-1 0-16,-19 2 0 0,-2-4 0 16,-6 4 0-16,7 2 0 0,12-2 0 15,23-5 0-15,27-5 0 0,33-7 0 0,62-17 0 16,25-4 0-16,22-5 0 0,27-10 0 0,11-4 0 15,16-3 0-15,12-1 0 0,8-3 0 16,6-1 0-16,6-4 0 0,0-3 0 16,14 5 0-16,-3-3 0 0,2-2 0 0,3 2 0 15,-3-4 0-15,1 2 0 0,-2-3-492 16,0-1-501-16,0-2 94 0,0 0-1076 0,0-2-1393 16</inkml:trace>
  <inkml:trace contextRef="#ctx0" brushRef="#br0" timeOffset="60373.12">20758 8756 4094 0,'-5'2'300'0,"5"-2"-26"0,-9 5-2 0,9-5 17 0,-3 7 1 16,3-7-8-16,-4 7-15 0,4-7-13 0,-2 8-12 16,2-8 6-16,6 8-6 0,-6-8-14 15,14 4-19-15,-7 0-16 0,4-4-17 16,7 0-19-16,-2-2-11 0,4 0-118 15,3-4-28-15,-5 0 0 0,5-6 0 0,-3 2 0 16,1-7 0-16,-3 2 0 0,-2-6 0 16,-3-4 0-16,-2-4 0 0,-4 3 0 0,-4-9 0 15,-3 4 0-15,-5-7 0 0,-5 1 0 16,0 4 0-16,-5-1 0 0,0 5 0 0,-3 3 0 16,-2 6 0-16,3 5 0 0,-5 4 0 15,4 5 0-15,-2 4 0 0,2 0 0 0,0 4 0 16,-1 0 0-16,4 3 0 0,4-2 0 15,1 0 0-15,3 3 0 0,1-2 0 16,4 0 0-16,2-4 0 0,0 0 0 16,20 9 0-16,2-9 0 0,6 0 0 0,19-4 0 15,-4 4 0-15,5-1 0 0,-5 2 0 16,-1 3 0-16,-1-1 0 0,-7 6 0 0,-4 6 0 16,-3-1 0-16,-2 8 0 0,-5-2 0 15,-2 6 0-15,-3 1 0 0,-5-1 0 0,-3-2 0 16,-1-2 0-16,-1-1 0 0,-1 0 0 15,0-2 0-15,-1-2 0 0,-2 0 0 16,3-2 0-16,0-3 0 0,-2 1 0 0,-1-3 0 16,3 0 0-16,0-3 0 0,-2-2-108 15,0 0-479-15,-2-5-156 0,0 0-157 16,0 0 77-16,0 0 97 0,17-21-738 0,-8 9-912 16</inkml:trace>
  <inkml:trace contextRef="#ctx0" brushRef="#br0" timeOffset="60754.08">21669 8453 4268 0,'0'0'110'0,"0"0"23"0,0 0 23 0,0 0 25 0,-23 0 28 16,23 0 7-16,0 0 13 0,0 0 13 16,0 0-4-16,0 0-17 0,0 0-21 15,0 0-19-15,21 14-17 0,-21-14-9 16,19 0-22-16,-19 0-14 0,23-4-14 0,-11 2-9 15,3-2-10-15,-2-2-6 0,1-2-13 16,-3 1-9-16,-1-4-9 0,-5 1-3 0,3 0-9 16,-6 0-7-16,-2 0 1 0,-2-1-11 15,-4 2-3-15,1 1 2 0,-9 3-5 0,-5 2 0 16,0 3-2-16,-6 3 1 0,-7 6 10 16,-1 8 5-16,3 1 3 0,1 3 4 0,6 3 3 15,5 2-1-15,4 0 4 16,6-3-32-16,7-2-9 0,2-3 0 0,5 1 0 15,1-1 0-15,5-1 0 0,10 2 0 0,-6-3 0 16,4-4 0-16,6-1 0 0,-2-2 0 16,-1-4 0-16,-1-3-4 0,3 0-217 15,-3-1-87-15,1-2-118 0,-2-1-127 16,0-2-145-16,-2-1-127 0,-5 2 69 0,-1 1-740 16,-4-3-944-16</inkml:trace>
  <inkml:trace contextRef="#ctx0" brushRef="#br0" timeOffset="61337.95">22107 8373 4536 0,'-4'-9'206'0,"1"2"31"0,-3 2 35 16,6 5 18-16,-3-5-4 0,3 5-9 16,0 0 32-16,0 0 9 0,0 20-27 15,1-6-20-15,3 7-27 0,0 2-21 0,-1 2-15 16,-1 0-25-16,2 1-143 0,0-1-40 15,-1 0 0-15,-2-2 0 0,-1-3 0 0,0-1 0 16,0-2 0-16,0-2 0 0,0-3 0 16,0-2 0-16,0 1 0 0,0-3 0 0,0-8 0 15,0 7 0-15,0-7 0 0,0 0 0 16,0 0 0-16,0-32 0 0,6 11 0 0,1-16 0 16,6-11 0-16,5-5 0 15,1 7 0-15,1 0 0 0,0 14 0 0,-3 4 0 16,0 4 0-16,-1 9 0 0,-3 5 0 15,2 2 0-15,-4 6 0 0,4 4 0 0,7 6 0 16,-3 2 0-16,1 9 0 0,1 1 0 16,1 4 0-16,-6 0 0 0,4 2 0 0,-9 1 0 15,-1-5 0-15,-3-2 0 16,-3-5 0-16,0 3 0 0,-1-5 0 0,-1-1 0 0,3-2 0 16,-3-1 0-16,2-3 0 0,-3 2 0 15,-1-8 0-15,0 0 0 0,0 0 0 0,17-12 0 16,-7-3 0-16,9-11 0 15,-2-1 0-15,4 0 0 0,0 0 0 0,0 1 0 16,0 5 0-16,-6 6 0 0,-1 3 0 16,-3 3 0-16,-4 3 0 0,5 3 0 0,-2 3 0 15,-10 0 0-15,23 13 0 0,-16-1 0 16,2 5 0-16,-1 2 0 0,-2 1 0 0,2 1 0 16,-5 1 0-16,1 0 0 0,0 0 0 15,-3-1 0-15,3-2 0 0,1-3 0 0,-3 1 0 16,1-1 0-16,-3-3 0 0,4-3 0 15,0 1 0-15,-1-6 0 0,3 0-582 0,-2-3-132 16,-4-2-188-16,0 0 72 16,26-12 90-16,-12 1-764 0,7-7-951 0</inkml:trace>
  <inkml:trace contextRef="#ctx0" brushRef="#br0" timeOffset="61637.53">23104 8367 4429 0,'0'0'77'0,"-19"4"46"0,6-1 47 0,0 4 38 0,-5 2 34 0,-5 9 22 0,3 5 10 0,-1 3 0 16,3 2-9-16,3-2-19 0,-1 3-17 0,7 3-22 16,4-9-20-16,-1-3-17 0,6 0-16 15,4-1-13-15,1-4-12 0,3-1-8 0,6-1-16 16,0-2-9-16,8-4-16 0,-1-6-80 16,5-1 0-16,2-3 0 0,9-6 0 15,-1-1 0-15,-3-2 0 0,-5-2 0 16,-6-3 0-16,3-1 0 0,-7-3 0 0,-7-1 0 15,1-6 0-15,-6 2 0 0,-6 1 0 16,2-13 0-16,-8 4 0 0,-1 1 0 0,-4 1 0 16,0 4 0-16,-3 9 0 0,2 6 0 15,-6 3 0-15,1 8 0 0,-4 4-207 0,-4-2-153 16,5 8-98-16,-1-1-114 0,-1 3-166 16,6 0-79-16,0 1 81 0,5-3-728 0,3-1-911 15</inkml:trace>
  <inkml:trace contextRef="#ctx0" brushRef="#br0" timeOffset="61954.23">23540 8326 4463 0,'3'-5'235'0,"-3"5"67"0,-3-8 50 0,3 8 44 16,0 0 25-16,0 0-20 0,-4-10-18 16,4 10-35-16,0 0-27 0,0 0 29 0,0 0-131 15,-3 29-219-15,3-14 0 0,0 3 0 16,1 7 0-16,-1 0 0 0,4 10 0 0,5-3 0 15,-4 1 0-15,2-3 0 0,3-5 0 16,0-6 0-16,-3-2 0 0,2-3 0 0,4-2 0 16,-4-4 0-16,4-1 0 15,1-4 0-15,0-3 0 0,4-5 0 0,1-2 0 16,2-1 0-16,4-11 0 0,-1 0 0 16,1-3 0-16,-2-3 0 0,3-10 0 0,-3-2 0 15,2-4 0-15,-3-1 0 0,-2-1 0 16,-4 9 0-16,-3 4 0 0,-1 1 0 0,-1 10 0 15,-6 4 0-15,4 3 0 0,-2 1-717 16,-1 3-257-16,-5 1 99 0,5 2-1038 0,-2 1-1335 16</inkml:trace>
  <inkml:trace contextRef="#ctx0" brushRef="#br0" timeOffset="62321.67">24264 8297 5378 0,'-3'2'47'0,"3"-2"50"0,-10 4 40 16,10-4 51-16,0 0 44 0,0 0 15 0,0 0-6 16,0 0-14-16,0 0-22 0,0 0-23 15,0 0-16-15,22-13-17 0,-13 9-16 16,0 1-13-16,3-2-12 0,-3 1-10 0,2-2-9 16,0-1-5-16,-4 0-21 0,-1-2-63 15,-3 1 0-15,1-3 0 0,-4 5 0 0,-7-3 0 16,-3 2 0-16,-7 6 0 0,-10 2 0 15,-15 9 0-15,-11 4 0 0,-1 9 0 0,3 6 0 16,7 4 0-16,4 1 0 0,4 0 0 16,10 4 0-16,4-9 0 0,9 4 0 15,8-3 0-15,2-4 0 0,6-3 0 16,2-1 0-16,6 3 0 0,7 0 0 0,0-7 0 16,4-3 0-16,6-1 0 0,1-1 0 15,0-9 0-15,7 2 0 0,-6-8 0 0,10-2 0 16,-1 0 0-16,0-2-339 0,-1-4-366 15,5-1-221-15,6-2 74 0,-10 3 93 0,4-2-809 16,7-3-1010-16</inkml:trace>
  <inkml:trace contextRef="#ctx0" brushRef="#br0" timeOffset="63004.18">25293 7720 4366 0,'-12'-30'20'16,"-2"4"71"-16,1 7 63 0,5 1 52 15,0 5 36-15,1 5 15 0,1 5 20 0,6 3 52 16,-13 11 31-16,9 12 12 0,-6 17-29 16,5 15-10-16,-3 9-7 0,0 5-24 0,3-1-89 15,-1 5-213-15,-1-1 0 0,-4-6 0 16,6 4 0-16,-2-4 0 0,-5-2 0 16,6-6 0-16,-1-3 0 0,1-13 0 0,1-6 0 15,-3-3 0-15,3-9 0 0,0-5 0 0,-1-3 0 16,5-5 0-16,-5-2 0 15,-1-2 0-15,-2-4 0 0,-2 1 0 0,2-4 0 16,9 0 0-16,-29-11 0 0,17 5 0 16,-1-8 0-16,1-1 0 0,5-3 0 0,1 1 0 15,6-1 0-15,2 1 0 0,8-2 0 16,9-3 0-16,4-1 0 0,13-1-155 0,10-2-80 16,3 2-37-16,5-2-37 0,5-1-26 15,4-1 1-15,19-12 13 0,-1 5 11 0,1-6 21 16,-3-6 38-16,-7 3 36 15,-5-4 33-15,-17 6 38 0,-7-1 40 0,-7-8 40 0,-6-2 31 16,-6 0 37-16,-11 3 33 16,-5 13 26-16,-10 8 16 0,-4 7 16 0,-13-1 14 15,-12 7 20-15,-5 9 17 0,-12 7 28 16,-4 11 30-16,-7 7 31 0,3 8 24 0,3 6 18 16,3 5-2-16,6 6 0 0,3 5 1 15,4 2-21-15,6 0-7 0,11 1-18 0,4-1-47 16,9-9-183-16,3-2 0 0,6 1 0 15,2-6 0-15,3-4 0 0,2-1 0 0,3-6 0 16,-1-5 0-16,0-3 0 16,-2-3 0-16,-2 0 0 0,2-5 0 0,0 3 0 15,-4-3 0-15,1-2 0 0,-1 2 0 16,1-1 0-16,-1 0 0 0,-2 0 0 0,3 1 0 16,-2 0 0-16,1 0 0 0,1 2 0 15,-2-1 0-15,2-1 0 0,-3 1 0 0,3 1 0 16,-2-2 0-16,1 1 0 0,2-2 0 15,0 0 0-15,0-1 0 0,5-1 0 0,0 0 0 16,-3 0 0-16,0-3 0 0,1 0 0 16,-1 1 0-16,1 0 0 0,0 0 0 0,-1 0 0 15,-9-2 0-15,21 0 0 0,-6-4-475 16,5 0-521-16,-4 2 102 0,7-4-1087 0,2 0-1400 16</inkml:trace>
  <inkml:trace contextRef="#ctx0" brushRef="#br0" timeOffset="63353.6">26020 8371 5825 0,'-13'5'61'0,"-1"-2"50"0,5 1 67 16,1-2 44-16,3 3 35 0,5-5 25 0,-5 6 8 0,5-6-19 16,7 9-21-16,-7-9-40 0,12 5-21 15,0-3-144-15,1 0-45 0,2-4 0 0,5-2 0 16,1-2 0-16,-3-1 0 0,4 0 0 15,-1-3 0-15,-5-1 0 0,-4 1 0 0,0-2 0 16,-5-1 0-16,-3 2 0 0,-4-3 0 16,-4 4 0-16,-5-1 0 0,-9 5 0 0,-9 2 0 15,0 4 0-15,-20 7 0 0,-8 7 0 16,1 2 0-16,9 3 0 0,7 6 0 0,12-3 0 16,2 2 0-16,11 0 0 0,5-1 0 15,6-3 0-15,2-4 0 0,9-1 0 0,-2 0 0 16,6 0 0-16,3-1 0 0,-2-2 0 15,8-5 0-15,1 3 0 0,-1-6 0 0,5 2 0 16,0-4 0-16,-1 1-417 0,5-3-289 16,8-5-210-16,-8 3 78 0,8-6 85 0,-1 0-798 15,3 3-995-15</inkml:trace>
  <inkml:trace contextRef="#ctx0" brushRef="#br0" timeOffset="63737.81">26690 8320 4632 0,'-11'-5'129'15,"-1"-1"42"-15,3 6 53 0,9 0 77 16,-20 2 38-16,10 2 29 0,-2 5 16 0,0 2-14 16,1 4-8-16,-2 4-8 0,-2 8-17 15,2 1-117-15,1-1-220 0,3-3 0 0,-3 3 0 16,6-3 0-16,0-3 0 0,1 0 0 16,-1-3 0-16,3-3 0 0,-1-1 0 15,-1-2 0-15,3-3 0 0,1 0 0 16,-1-2 0-16,0 0 0 0,2-7 0 0,-2 8 0 15,2-8 0-15,0 0 0 0,0 0 0 16,0 0 0-16,23-29 0 0,-3 6 0 0,0-2 0 16,7-8 0-16,3 2 0 0,4-1 0 15,-9 10 0-15,4 3 0 0,-4 4 0 0,-7 4 0 16,0 5 0-16,-5 2 0 0,1 2 0 16,-3 4 0-16,-1 3 0 0,-1 2 0 15,0 2 0-15,-1 3 0 0,-2-1 0 0,0 3 0 16,-2 2 0-16,-1 1 0 0,3-1 0 15,-3-1 0-15,2 1 0 0,-1-5 0 16,0-1 0-16,-3 0 0 0,3-1 0 0,-2-1 0 16,2-2 0-16,-3 0 0 0,3-3 0 15,-4-3 0-15,0 0 0 0,16 0-395 0,-16 0-608 16,21-12 92-16,-8 3-1089 0,5-2-1418 16</inkml:trace>
  <inkml:trace contextRef="#ctx0" brushRef="#br0" timeOffset="64053.96">27283 8254 5736 0,'0'0'-66'0,"0"0"67"0,0 0 64 0,0 0 66 16,-40 18 63-16,25-4 38 15,-8 3 21-15,0 4 8 0,3 2-1 0,-2 1-12 0,6 0-19 16,0 0-22-16,5-2-19 16,4-3-18-16,4-2-88 0,1-1-82 0,2-1 0 15,2-3 0-15,1-1 0 0,6 1 0 16,-2-2 0-16,6-3 0 0,1-3 0 0,1-2 0 15,-1 2 0-15,-2-6 0 0,-12 2 0 16,31-6 0-16,-13 1 0 0,-6-3 0 0,6-2 0 16,-3-3 0-16,-3 1 0 0,-3-8 0 15,-3 1 0-15,-1-3 0 0,-1 0 0 16,0-1 0-16,-4 5 0 0,0 6 0 0,0-2 0 16,-4 4 0-16,-4 3 0 0,-3 0 0 15,-3 5 0-15,2 2 0 0,-13 4-56 0,1-1-534 16,1 2-162-16,-1 2-143 0,5-3 69 15,6 0 100-15,1 0-752 0,5 0-926 16</inkml:trace>
  <inkml:trace contextRef="#ctx0" brushRef="#br0" timeOffset="64519.9">28372 7414 4437 0,'-14'0'127'0,"1"6"48"0,1 6 57 15,-8 14 61-15,-3 12 26 0,-2 7 20 0,1 3 9 16,6 8-3-16,-1 2-14 0,2 0-25 16,1 2-25-16,3 2-45 0,1 0-20 0,3-7-24 15,2-2-178-15,-2-11-14 0,4-4 0 16,-1-1 0-16,4-8 0 0,1-6 0 15,-1-5 0-15,2-1 0 0,-2-2 0 0,2-5 0 16,0-1 0-16,-2-1 0 0,4-4 0 16,-2-4 0-16,4 6 0 0,-4-6 0 0,0 0 0 15,0 0 0-15,7-19 0 0,-7 5 0 16,-6-6 0-16,1-1 0 0,-9-4 0 16,-4 2 0-16,-4 11 0 0,1 4 0 15,-8 8 0-15,-7 5 0 0,-3 5 0 0,-8 9 0 16,8 3 0-16,1 4 0 0,11-3 0 15,4 2 0-15,5-1 0 0,4 4 0 0,4-6 0 16,9-3 0-16,2-1 0 0,3-1 0 16,5 1 0-16,3-3 0 0,1 0 0 0,7-2 0 15,-2-3 0-15,13 0 0 0,-5-2 0 16,1-6 0-16,2-2 0 0,0-1-709 16,10-3-241-16,2-1 59 0,-1-2 99 15,-2-3-857-15,-1-2-1087 0</inkml:trace>
  <inkml:trace contextRef="#ctx0" brushRef="#br0" timeOffset="64904.04">28644 8266 4824 0,'-8'4'21'0,"2"0"62"0,3 0 47 0,-1 1 39 0,4-5 29 0,-4 7 15 0,4-7 7 16,0 0-10-16,6 7-12 0,-6-7-19 15,13 4-18-15,-13-4-14 0,17-2-15 16,-2-2-14-16,1 0-13 0,1-1-8 16,0-3-13-16,2-2-6 0,-2-1-15 0,-1-1-3 15,-3-2-9-15,-6-1-2 0,-2-2-9 16,-7 3-5-16,-6-4-6 0,-15-1-7 0,-14 3 1 16,-6 9 1-16,-9 7 6 0,-11 8 32 15,-3 9 36-15,3 6 37 0,0 7-32 0,-8 10-103 16,20-7 0-16,9 4 0 0,8-1 0 15,12 1 0-15,8-6 0 0,10-5 0 0,6-4 0 16,1 0 0-16,10-3 0 16,5 3 0-16,1-1 0 0,6-4 0 0,-3-7 0 0,2 0 0 15,-1-4 0-15,0-1 0 16,-7-1 0-16,2-2 0 0,-3-2 0 0,-3 3 0 16,-1-2 0-16,-6-1 0 0,-5 0 0 15,0 0-868-15,0 0-94 0,-26 13 99 0,-7-1-1007 16,-14 1-1294-16</inkml:trace>
  <inkml:trace contextRef="#ctx0" brushRef="#br0" timeOffset="65819.89">21576 11114 7660 0,'-6'5'153'0,"0"-2"66"0,6-3-60 0,0 0-159 0,-11-15 0 0,9 4 0 0,4-4 0 15,2-5 0-15,5-9 0 0,1-6 0 16,8-7 0-16,4-6 0 0,3-6 0 0,0-6 0 16,7-16 0-16,-3-7 0 15,3-2 0-15,-2-7 0 0,-5 2 0 0,-3-1 0 16,0 3 0-16,-8 21 0 0,-5 6 0 15,-4 10 0-15,-1 12 0 0,-4 12 0 0,0 8 0 16,-2 5 0-16,-1 10 0 0,-1 2 0 16,4 2 0-16,-18 17 0 0,5 9 0 0,-1 7 0 15,7 3 0-15,3 5-18 0,8 6-6 16,3 6 5-16,7 4 16 0,11-1 11 0,8 0 0 16,-3-3 4-16,2-4-4 15,-3-4 1-15,0-4-1 0,-11-12 3 0,2-4-11 0,-8-3 0 16,-1-9 0-16,-6-1 0 15,3-1 0-15,-7-3 0 0,1-2 0 0,-4 2 0 16,-5-4 0-16,-7-1 0 0,-6-1 0 16,-7-4 0-16,-13-3 0 0,-15-7 0 0,-2-7 0 15,-1-6 0-15,-3-1 0 0,2-3 0 16,-7-15 0-16,16 8 0 0,-11-17 0 0,4-7 0 16,6-1 0-16,14 11 0 0,5 7 0 15,5 5 0-15,6 12 0 0,9 8 0 0,-1 4 0 16,8 4 0-16,-1 6 0 0,2 3 0 15,4 1-344-15,0 0-370 0,0 0-224 0,0 0 87 16,0 0 96-16,0 0-806 0,0 0-1003 16</inkml:trace>
  <inkml:trace contextRef="#ctx0" brushRef="#br0" timeOffset="66522.03">23125 10597 4501 0,'-2'10'105'0,"1"-3"37"0,-1-4 33 0,2-3 26 0,0 0 36 0,13 2 15 0,-13-2 1 0,23-10-2 16,-9 2-7-16,2 0-14 16,4-3-24-16,-4-1-13 0,7-5-12 0,-2-1-15 15,-4 2-13-15,-6-1-15 0,5-7-7 16,-7 3-14-16,-3-1-12 0,-2-2-9 0,-4-13-10 16,-4-3-58-16,-5-12-28 0,-3 5 0 15,-3 0 0-15,-2 13 0 0,1 5 0 0,-7 2 0 16,1 6 0-16,3 7 0 0,-4 7 0 15,-2 4 0-15,1 5 0 0,-13 6 0 0,4 6 0 16,5 3 0-16,4 2 0 0,6-4 0 16,9-1 0-16,1 0 0 0,6-2 0 15,4 1 0-15,10-2 0 0,2-1 0 16,17 0 0-16,6-3 0 0,4-7 0 0,5-1 0 16,4-3 0-16,-2 0 0 0,9-4 0 15,-12 3 0-15,1 3 0 0,-4 0 0 0,-12 4 0 16,-3 1 0-16,-4 1 0 0,-1 1 0 15,-2 4 0-15,-4 2 0 0,-2 3 0 0,-3 1 0 16,2 1 0-16,-4 1 0 0,-2 3 0 16,0-1 0-16,2 3 0 0,-4-3 0 0,5 1 0 15,-5 1 0-15,2-1 0 0,-2-1 0 16,3 0 0-16,-3-4-218 0,5 0-370 0,-1-1-137 16,3-4-158-16,1-3 67 0,2-3 101 15,6-4-729-15,12-9-894 0</inkml:trace>
  <inkml:trace contextRef="#ctx0" brushRef="#br0" timeOffset="66887.55">24228 10086 4102 0,'-2'-4'113'0,"2"4"50"0,-7-5 35 0,7 5 24 0,0 0 14 0,-7-5 12 0,7 5 15 0,0 0-16 0,0 0-12 15,0 0 1-15,-10-3-5 0,10 3-11 16,0 0-23-16,0 0-20 0,0 0-17 15,0 0-14-15,34 0-15 0,-26 0-13 0,-8 0-14 16,18 0-16-16,-5-4-11 0,-6 0-11 0,-2-2-11 16,3 4-8-16,-8 2-12 0,3-10-7 15,0 5-5-15,-3 5-9 0,-8-12-6 16,2 10-5-16,6 2-3 0,-25 2 0 0,7 3 0 16,-11 10 0-16,3 2-4 0,-5 2 2 15,2 5-3-15,6 0 3 0,2 2-3 0,4-1 4 16,8-2-2-16,5-3 1 0,2-3 0 15,2 0-2-15,3 1 2 0,8-1-14 0,0-3-11 16,4-2-14-16,4-3-24 0,0-1-28 16,4-4-34-16,2-1-28 0,-2-3-39 15,3-3-43-15,10-1-61 0,-2-6-75 16,5 1-59-16,-3-1-73 0,0-6-92 0,6-5-114 16,0-2 50-16,-2-5-573 0,-6 1-695 15</inkml:trace>
  <inkml:trace contextRef="#ctx0" brushRef="#br0" timeOffset="67140.84">24829 9304 3275 0,'-2'-23'-10'16,"0"5"58"-16,-2 4 49 15,3 2 21-15,-4 7 25 0,1 3 37 0,4 2 35 0,-9 12 36 16,3 10 40-16,-6 18 29 16,3 20 6-16,4 7-3 0,-3 8-19 0,6 25-14 0,1 8-21 15,-4 8-40-15,5 5-22 16,-2 9-22-16,-2 3-17 0,3 3-26 0,-1-1-55 15,0-5-58-15,-2-8-64 0,2-8-54 16,1-8-50-16,-1-26-40 0,2-7-37 0,-2-7-28 16,0-19-29-16,-2-8-10 0,1-12-1 15,3-10-3-15,-1-8-4 0,1-6 2 0,0-3 0 16,0 0-3-16,6-26-6 0,-2-1-35 16,-2-15-36-16,1-16-41 0,5-7-31 15,-5-6-391-15,3-6-318 0</inkml:trace>
  <inkml:trace contextRef="#ctx0" brushRef="#br0" timeOffset="67369.81">24798 10387 2132 0,'2'-30'-52'0,"0"9"56"16,0 4 49-16,0 1 44 0,1 2 30 0,1-1 29 16,3 3 26-16,-2 1 15 0,3 3 15 15,-1 1 8-15,3 2 1 0,-1 3-1 0,-9 2-2 16,23 7 3-16,-10 0-9 0,3 6-2 16,-3 1-12-16,-2 2-11 0,-1 3-13 15,-2 2-7-15,1 8-8 0,-7-2 3 0,-4-3-1 16,-4 9 2-16,-1-4-14 0,-7 0-10 15,-1-4-17-15,0 0-8 0,0-8-11 0,1-3-25 16,1-6-36-16,0-1-52 16,1-3-62-16,3-7-74 0,-5-3-88 0,3-2-107 0,2-10-101 15,-2-13-113-15,6-5-142 16,5-7 43-16,2-22-569 0,10-11-687 0</inkml:trace>
  <inkml:trace contextRef="#ctx0" brushRef="#br0" timeOffset="67921.02">25290 9286 3347 0,'0'-7'87'16,"0"7"53"-16,0 0 31 0,0 0 22 16,0 0 34-16,0 0 36 0,-11 38 20 0,9 3 6 15,-5 17 8-15,6 6-8 0,-3 5-15 16,0 3-17-16,0 1-20 0,-1 7-23 0,1-4-5 16,-4 1-19-16,6-1-21 0,2-5-15 15,0-5-33-15,-4-2-29 0,6-17-33 16,-2-1-26-16,-2-7-33 0,2-10-24 15,0-7-23-15,0-3-23 0,0-5-18 0,0-2-14 16,2-5-15-16,0-2-14 0,-2-5-13 16,0 0-11-16,0 0 0 0,21-19 2 0,-11 2 13 15,3-12 13-15,4 2 14 0,-1-5 13 16,0 5 14-16,0 2 11 0,-3 6 19 0,-1 5 27 16,-5 1 34-16,3 1 32 0,-2 6 31 15,-1-1 33-15,3 3 31 0,-3 4 16 16,-7 0 13-16,18 5 10 0,-9 3-2 0,-1-2-9 15,0 6-9-15,-1 0-13 0,-2 3-12 0,1-1-10 16,0 3-12-16,-4-2-12 16,2 3-8-16,-2-3-8 0,-4 1-4 0,2-2-8 15,-2-2-6-15,-2 2-7 0,1 1-4 16,-4-6-2-16,4-1-9 0,-7 1-9 0,5-3-25 16,-7 0-27-16,3-3-42 0,-6-3-32 15,3 0-40-15,-1-5-13 0,-1-4 1 0,3-6 10 16,4-6 13-16,-2-11 16 0,11 2 9 15,5-6 13-15,4 6 9 0,0 2 8 0,4 4 8 16,-4 9 13-16,7 4 15 0,-3 6 21 16,2 2 19-16,-2 6 20 0,5 1 14 15,-1 4 15-15,-1 3 2 0,2-1 5 16,3 11-12-16,-5 0-3 0,0 1-6 0,-1-3-21 16,-5 3-38-16,-1-7-49 0,1 3-58 15,-1-3-72-15,-4-3-88 0,2-1-79 0,2 2-87 16,0-3-112-16,3-2-128 0,-2-1 45 15,-1-5-552-15,0 0-664 0</inkml:trace>
  <inkml:trace contextRef="#ctx0" brushRef="#br0" timeOffset="68152.73">25998 9987 3717 0,'-7'-6'230'0,"0"6"23"0,7 0 34 0,-23 8 41 0,10 2 16 0,-9 9-12 0,1 7-23 0,1 4-21 15,0-1-22-15,6 3-29 0,0 2-27 16,5-1-20-16,5 0-23 0,2-8-26 0,2 0-34 16,2-3-32-16,3-3-31 0,3 3-32 15,-3-9-43-15,5 5-37 0,2-8-34 0,-3-1-42 16,1-1-49-16,1-4-74 0,-4-3-84 16,5-1-99-16,-12 0-131 0,27-8-163 0,-12 1 61 15,3-5 71-15,-4 0-514 16,11-7-595-16</inkml:trace>
  <inkml:trace contextRef="#ctx0" brushRef="#br0" timeOffset="68521.35">26154 10151 3141 0,'-11'1'163'0,"4"3"49"0,7-4 13 0,0 0-3 15,-9 0 14-15,9 0 11 0,0 0-1 16,0 0-8-16,0 0-30 0,0 0-17 0,27-10-22 15,-16 4-14-15,0-2-19 0,3-1-15 16,-1 1-9-16,0-4-10 0,-5-1-10 0,5-2-9 16,-1 0-13-16,-1-5 1 15,-4 6-13-15,2 3-4 0,-6-1-9 0,-3 2-11 16,-2 4 1-16,-4 4-7 0,6 2 4 16,-31 9-5-16,7 8 19 0,-2 8 6 0,-9 6 29 15,7 6 16-15,5-1 22 0,1 5 27 16,11-10 22-16,-1 2 19 0,9-6 14 0,1-5 2 15,4 1-65-15,1 0-138 0,9-6 0 16,-2 1 0-16,4-3 0 0,-2-2 0 0,8-3 0 16,-7-3 0-16,2-2 0 0,-2-3 0 15,5-4 0-15,-3-2 0 0,0 1 0 0,0-2 0 16,1 0 0-16,-5-2 0 16,0 2 0-16,-3-1-52 0,0 2-577 0,-5-1-154 15,-3 5-116-15,0 0 94 0,0 0-903 16,-11-7-1143-16</inkml:trace>
  <inkml:trace contextRef="#ctx0" brushRef="#br0" timeOffset="69503.88">27066 10049 4830 0,'-21'8'59'0,"16"0"28"0,-4 2 26 0,6 1 39 0,-3 2 40 0,-1 6 27 0,3-2 4 16,0 2-10-16,2 3-23 0,2-3-19 16,0 0-16-16,2 0-18 0,4-3-19 15,1 0-37-15,2-3-33 0,2-4-40 0,0-3-33 16,1-2-21-16,1-4-25 0,1 0-22 16,6-4-8-16,-3-7 0 0,12-3 5 0,-5-3 13 15,-1 1 8-15,-2-3 12 0,-4 1 15 16,-3 3 19-16,-3 0 20 0,-4 4 33 0,3 0 28 15,-2 4 13-15,-3 0-2 0,1 3 11 16,-6 4-10-16,0 0 4 0,0 0 6 16,0 0-13-16,16 18-10 0,-13-12-5 15,3 3-7-15,-1-1 1 0,6 1-6 0,-4-2-11 16,2-2-16-16,3 0-3 0,-1-2-6 16,5-1 6-16,-1-2-8 0,2-2 4 0,2-3-1 15,4 0 5-15,4-7-7 0,-2 2 3 16,-7 0 2-16,7-6-4 0,-4-1 7 0,2-2 0 15,-10 4 0-15,0 1 0 0,-3-1 8 16,0-2-6-16,-7 0-9 0,1 2-7 0,-2-5-16 16,0 3-26-16,-2-1-32 0,0 3-54 15,-2 1-67-15,0 2-83 0,-2 4-87 0,-1 1-98 16,-1 4-138-16,1 1-93 0,5 2 73 16,0 0-525-16,-10-2-622 0</inkml:trace>
  <inkml:trace contextRef="#ctx0" brushRef="#br0" timeOffset="69719.17">27938 9660 3578 0,'-1'-7'456'0,"1"7"7"0,-4-7-4 0,4 7-4 0,0 0-20 0,0 0-34 0,2 26-41 15,0-11-35-15,-1 5-47 0,-1 4-69 0,0 0-77 16,0 1-79-16,0 1-74 15,-5 8-86-15,5-6-85 0,0-4-78 0,0-6-94 0,-2 1-79 16,2-7-100-16,0 3-108 16,0-3-73-16,2-6 72 0,0 1-585 0,0-3-699 15</inkml:trace>
  <inkml:trace contextRef="#ctx0" brushRef="#br0" timeOffset="69869.16">28072 9343 3401 0,'-5'-7'-14'0,"-2"4"14"0,7 3-3 0,-9 2 3 16,9-2-35-16,0 0-65 0,-7 16-105 15,9-9-163-15,-2 3-126 0,1-1 48 16,5 3-145-16,0 0-90 0</inkml:trace>
  <inkml:trace contextRef="#ctx0" brushRef="#br0" timeOffset="70623.14">28449 9114 2109 0,'-14'-12'370'0,"0"9"-14"16,3 6 0-16,11-3 31 0,-22 16 18 0,11 3 12 15,6 13-19-15,-4 5-30 0,9 4-33 16,0 2-34-16,9 11-32 0,-4 1-30 15,5-1-29-15,-3-13-32 0,-1 0-39 0,2 0-29 16,-3-5-25-16,3-2-32 0,-5-6-27 16,-3-8-23-16,0 0-14 0,2-8-6 0,-2 2-2 15,-2-3-6-15,1-1-2 0,-1-2-7 16,-2-2-12-16,-2-1-12 0,-1-3-11 0,7-2-17 16,-17 2-11-16,17-2-4 0,-22-4-7 15,15 3-2-15,-2-3-4 0,-1 1-2 16,2 0-3-16,8 3-5 0,-11-8 5 0,9 4-3 15,2 4-2-15,8-10-14 0,1 3-17 16,8-2-32-16,16-8-34 0,6-10-30 16,4 0-31-16,4-2-28 0,5-4 19 0,12-11 21 15,-8 8 28-15,7-13 59 0,0-2 61 16,-17 10 69-16,-3-3 63 0,-3-4 55 16,-3 0 53-16,-11 0 32 0,-3-1 16 0,-4 3 7 15,-10 8 8-15,1 4 14 0,-4 10 10 16,-8 5-7-16,-2 6-14 0,-2 6-4 0,-3 4-10 15,-11 6-12-15,-6 9-9 0,-14 15-11 16,-2 14-14-16,-8 19-11 0,2-2-15 16,5 6-8-16,9-9-21 0,5 2-34 15,2-1-27-15,2 0-32 0,5-2-18 0,4-6-15 16,9-10-10-16,3-6-3 0,3-5 7 16,2-6 6-16,3-5 20 0,3-4 29 0,5-4 28 15,1-2 32-15,5-6 32 0,4-6 33 16,10-6 22-16,13-9 36 0,-4-6 20 0,6 0 44 15,-8-4 25-15,1 4 18 0,-10 4 13 16,-1 5 1-16,-9 4-1 0,-4 3-3 0,-6 5-161 16,1 2-131-16,-3 4 0 15,-8 0 0-15,14 12 0 0,-11-3 0 0,1 3 0 0,-2 0 0 16,2 3 0-16,-1-5 0 0,4 2 0 16,-4 1 0-16,5-3 0 0,-3-2 0 15,6-1 0-15,-2-1 0 0,0-2 0 16,2 0 0-16,1-3 0 0,-3-1 0 0,3 0 0 15,-12 0 0-15,24-1 0 0,-10 1 0 16,-3-2 0-16,0 0 0 0,-2 2 0 0,-9 0 0 16,14 0 0-16,-14 0 0 0,0 0-38 15,13 4-562-15,-13-4-194 0,0 0-106 0,-9 10 91 16,9-10-908-16,-18 12-1152 0</inkml:trace>
  <inkml:trace contextRef="#ctx0" brushRef="#br0" timeOffset="71586">24406 12200 4742 0,'0'-8'352'0,"2"5"-163"0,-2 3-91 0,0 0-27 0,0 0 38 0,0 0 26 16,3 16 12-16,-3-5-15 0,0 3 0 16,-2 3-20-16,2 2-9 0,-3 6-11 15,-1-1-7-15,0-2-11 0,1 0-25 16,-2 2-43-16,1-2-53 0,2-3-69 0,1-3-86 15,-1-1-95-15,0-1-94 0,-2-4-97 16,2-3-132-16,2-2-61 0,0-5 68 0,0 0-466 16,0 0-551-16</inkml:trace>
  <inkml:trace contextRef="#ctx0" brushRef="#br0" timeOffset="71738.25">24415 11901 2910 0,'-6'-29'55'0,"3"7"48"0,-1 1 42 16,-2 7 12-16,5 3 4 15,-1-1-19-15,-1 3-9 0,3 1-16 0,-4 2-13 0,4 6-30 16,0 0-45-16,0 0-82 16,0 0-97-16,0 0-112 0,16 24-177 0,-9-10-119 15,3 5 59-15,5 10-239 0,5 2-229 16</inkml:trace>
  <inkml:trace contextRef="#ctx0" brushRef="#br0" timeOffset="72053.56">24879 12134 2225 0,'3'-5'300'16,"-3"-1"29"-16,0 6-10 0,4-6-11 16,-4 6 3-16,0 0 18 0,0 0 50 15,0 0 0-15,0 0-10 0,2 19-31 0,-2-9-30 16,2 1-26-16,1 1-29 0,-3 1-27 16,2 5-22-16,4-3-19 0,-4 0-20 0,0 0-16 15,-1 0-14-15,4 1-18 0,-1-5-13 16,-1-2-10-16,-1 0-8 0,2-1-12 0,-2-1-12 15,3-5-8-15,-5-2-11 0,0 0-7 16,27-9-13-16,-11-3-18 0,2-9-5 0,4-1 0 16,1-1 0-16,-9 4 0 0,6-1 0 15,-5 5 0-15,-1 5 0 0,-7 1 0 0,0 0 0 16,2 6 0-16,0 1 0 0,-9 2 0 16,19 3 0-16,-6 4 0 0,-2 0-4 0,3 3-117 15,-3-1-67-15,5 3-80 0,-3 0-99 16,4 1-105-16,-4-5-106 0,3 0-166 15,2 2-38-15,4-3 83 0,-1 1-651 16,-1-2-804-16</inkml:trace>
  <inkml:trace contextRef="#ctx0" brushRef="#br0" timeOffset="72235.39">25731 11987 3900 0,'-7'-8'336'0,"3"2"7"16,4 6 5-16,-5-5-5 15,5 5-20-15,0 0-30 0,0 0-28 0,0 0-28 16,5-10-26-16,-5 10-53 0,29-6-94 16,-11 5-108-16,0-4-125 0,5 2-137 0,2-1-123 15,7-6-123-15,4 2-174 0,7-3 32 16,8-1 86-16,2-4-512 0,6 1-589 0</inkml:trace>
  <inkml:trace contextRef="#ctx0" brushRef="#br0" timeOffset="72555.17">26518 11710 3384 0,'-18'8'190'0,"-3"2"34"16,-4 9 27-16,-1-1 30 0,-11 10 36 15,3 0 2-15,3 2 1 0,1 5-17 16,3 0-21-16,10-5-22 0,2 0-26 16,4 0-24-16,7-6-18 0,4-4-22 0,4-2-17 15,1-5-22-15,6 3-35 0,5-6-35 16,3 0-36-16,-2-6-24 0,2-2-24 0,5-4-8 15,0-3-12-15,0-1-6 0,7-2 4 16,-1-6 2-16,-3 1 8 0,0-3 1 16,-4 0 0-16,-4 2 9 0,-6-1 4 0,-1 1 5 15,-5 0 11-15,-1-1 8 0,0 3 2 0,-4-5 5 16,-2 0-1-16,-8-2 2 16,4 1-3-16,-5 1-8 0,-3 1 4 0,-1 2-19 15,-2 2-29-15,-5 4-42 0,6 5-60 16,-4 2-81-16,-3 2-106 0,1 5-126 0,-2 1-167 15,3 1-120-15,6 1 75 0,2 0-586 16,4 0-719-16</inkml:trace>
  <inkml:trace contextRef="#ctx0" brushRef="#br0" timeOffset="73018.69">26923 12066 3725 0,'-16'2'200'0,"16"-2"36"0,0 0 29 16,-14 1 28-16,14-1 11 0,0 0-14 0,-14 2-13 16,14-2-23-16,0 0-28 0,0 0-16 15,0 0-31-15,0 0-23 0,0 0-40 16,0 0-44-16,6-20-30 0,4 13-25 0,-3-2-21 16,3-4-6-16,-3 3-7 0,1-3 3 15,-3-3-2-15,-1-1 4 0,0 1 1 0,-1-5 8 16,-3 0 0-16,-3-3 12 0,-3 2 5 15,1 0 11-15,-5-1 4 0,3 6 11 16,-3 0 9-16,1 5-10 0,-1 5-7 16,-2 2 1-16,5 1-3 0,-4 4-1 0,11 0-6 0,-18 6-7 15,13-4 1-15,5-2 1 16,0 0 0-16,0 0 5 0,0 0-5 0,38 5-22 16,-6-14-5-16,4-2 1 0,3 0-5 15,1 0 2-15,-4 3 3 0,0 0 4 0,-8 3 12 16,-3 5 20-16,-3 0 17 0,-4 5 23 15,1-1 19-15,1 7 14 0,-5 1 0 0,-6 2-2 16,1 4-4-16,-3 1-14 0,-1 2-2 16,-1-1-16-16,-3 1-22 0,3 4-54 0,-3-7-72 15,0 0-84-15,-1 1-84 0,-1-5-107 16,6 0-105-16,-2-2-123 0,-1-3-160 16,8-3-26-16,-2-2 81 0,0-4-642 15,-9 0-791-15</inkml:trace>
  <inkml:trace contextRef="#ctx0" brushRef="#br0" timeOffset="73468.85">27788 10653 3521 0,'-8'-14'-6'0,"5"5"54"0,1 3 29 0,-2 6 41 0,4 0 39 0,-2 19 45 15,1 5 16-15,2 15 19 0,-1 22 22 16,-3 7 39-16,1 8 26 0,-6 23-5 15,2 3-17-15,-7 5-25 0,-3-8-26 0,3 1-24 16,-6-9-24-16,4-20-20 0,0-1-19 16,2-8-15-16,-3-1-16 0,1-6-22 15,3-7-31-15,1-14-29 0,4-3-25 0,1-12-25 16,1-3-12-16,4-7-26 0,-1-1-6 16,2-2-6-16,0-6-1 0,0 0-12 0,0 0 6 15,0 0-1-15,3-27 9 0,-3 13 4 16,0-5-1-16,0-5 4 0,-1 0 6 15,-3 2 6-15,-3 3 4 0,-3 2 4 0,0 5 3 16,-6 1 0-16,-2 8 5 0,0 5 5 16,-7 3 12-16,-10 7 16 0,7 5-1 15,-3 3 12-15,4 4-3 0,6 5 1 16,2 2 1-16,4-2 4 0,6 3-3 0,0-6 2 16,8-6 0-16,2 1 1 0,1-2-4 15,3 1-5-15,0-1 5 0,5-5 2 0,1-1-11 16,-1-2-1-16,3-1-7 0,1-5-11 15,-3-2-41-15,2-1-62 0,2-2-71 0,5-2-84 16,-2-3-114-16,4-3-124 0,8-6-158 16,-3-1-129-16,0-3 55 0,-1-2-678 0,0 1-856 15</inkml:trace>
  <inkml:trace contextRef="#ctx0" brushRef="#br0" timeOffset="73869.97">27834 11773 4168 0,'-16'7'92'0,"5"1"34"0,4-2 32 0,1 2 38 0,2-1 25 0,0-1 27 0,4-6-16 15,-4 13-16-15,4-13-15 0,4 10-25 16,0-5-2-16,-4-5-31 0,14 5-17 16,-5-3-16-16,-9-2-23 0,25-2-27 0,-8-2-10 15,-2-2-14-15,5-3-9 0,-2 1 6 16,-2-3 7-16,-5 3-17 0,1-2-3 15,-3-2-1-15,-2 3 26 0,-3-1-19 16,-2 0 0-16,0 2-5 0,-2 8-7 0,-9-13 2 16,-2 9-3-16,-3 3-2 0,14 1 3 15,-40 10-1-15,13 3 11 0,0 7 3 0,2 0-7 16,1 4 24-16,5 4 4 0,1-1 5 16,5 0 8-16,6 4 10 0,2-6 10 0,5-2 5 15,0-3 3-15,3-3 2 0,1-1-1 16,1-2 2-16,7 3-5 0,0-3-41 0,2-2-46 15,6-2 0-15,-4-1 0 0,4-4 0 16,-3 0 0-16,2-2 0 0,0-1-49 0,2-2-190 16,0-2-94-16,4-1-115 0,0-2-111 15,3-5-108-15,3-2-148 0,-3 0 71 16,-4 3-731-16,-4 0-923 0</inkml:trace>
  <inkml:trace contextRef="#ctx0" brushRef="#br0" timeOffset="74268.89">28205 11991 3922 0,'0'0'35'0,"0"0"82"0,-11-11 66 15,11 11 50-15,0 0 55 0,-7-7 55 0,7 7 28 16,-6-5 8-16,6 5-7 0,-4-4-21 16,4 4-23-16,-2-10-26 0,2 10-31 0,0-10-27 15,0 10-27-15,6-17-22 0,-5 6-155 16,6-1-40-16,-2-3 0 0,3-3 0 0,-3-5 0 16,6-6 0-16,-4-4 0 15,0 1 0-15,1 0 0 0,-5 6 0 0,2 3 0 16,-3 4 0-16,0 2 0 0,-2 3 0 15,0 2 0-15,0 1 0 0,-2 3 0 0,2-2 0 16,0 1 0-16,0 1 0 0,-2 3 0 16,2 5 0-16,0-10 0 0,0 10 0 0,4-6 0 15,-4 6 0-15,0 0 0 0,25 4 0 16,-12 1 0-16,6 4 0 0,7 4 0 0,4 5 0 16,1-2 0-16,-3 4 0 15,-1 1 0-15,-4-1 0 0,0 3 0 0,-4 3 0 16,-2 0 0-16,-6 2 0 0,-2-4 0 15,-4-2 0-15,-5 2 0 0,2 0 0 0,-2-4 0 16,-2 3 0-16,2-3 0 0,-1 0 0 16,1-2 0-16,-2-5 0 0,2-1 0 0,0-2 0 15,0 1 0-15,0-3 0 0,0 2 0 16,3-2 0-16,-3 0 0 0,0-1-9 0,0 1-902 16,-1-3-47-16,-5 2 95 0,-1-2-990 15,4 1-1280-15</inkml:trace>
  <inkml:trace contextRef="#ctx0" brushRef="#br0" timeOffset="75168.78">25778 13271 4649 0,'-11'-24'-211'0,"-2"6"34"0,-5-3 21 0,-7 6 28 0,-4 2 35 0,1 9 36 0,1 2 39 15,-2 4 33-15,-14 4 16 0,0 6 27 16,-4 7 7-16,-1 2 6 0,5 9-3 0,-1 3 5 16,4 4 3-16,4 4-4 0,3 2 0 15,10-4-5-15,9-7 4 0,5-1 5 0,7-5 4 16,6-4 2-16,14 4 16 0,7-4 1 16,12 0-7-16,10 0-9 0,2-5-8 15,2 1-10-15,-1-3-4 0,-3 1-9 16,-11-5-6-16,-3-1-5 0,-10 0 0 0,-7 0-5 15,-5-1 17-15,-4-1 23 0,-5 2 26 16,-4 1 13-16,-7 2 9 0,-2 5 5 0,-12 0-10 16,-4 1-2-16,0 0-10 0,0-4-17 15,0-1 19-15,-1-2-16 0,-3 1-15 16,9-7-48-16,6-3-54 0,2 0-67 0,0-6-80 16,-1-2-110-16,5-4-106 0,4 1-100 15,4-8-113-15,4-1-138 0,4-5 67 0,6-5-508 16,4-1-645-16</inkml:trace>
  <inkml:trace contextRef="#ctx0" brushRef="#br0" timeOffset="75470.78">25851 13393 3194 0,'7'-9'72'0,"-3"6"27"0,-4 3 0 0,5-4 16 16,-5 4 61-16,0 0 35 0,0 0 19 15,8 24 7-15,-7-13 5 0,6 3 0 16,-2 3-13-16,7-1-8 0,-2 1-33 0,3 0-3 15,8 3-12-15,-3-6-3 0,5 1 6 16,2-6-16-16,-3-4-18 0,-2-2-12 0,1-4-8 16,13-5-16-16,2-4-10 15,0-2-9-15,0-3-8 0,-4-2-11 0,-5-5 5 16,-1 3-12-16,-5-5-10 0,-2-1-5 16,-4 0-4-16,-3-4-4 0,-5-4-6 0,-1-1 12 15,-10-4-13-15,2 0-18 0,-1 3-17 16,1 9-11-16,-5 6-27 0,4 8-37 0,-3 0-36 15,2 10-37-15,-3-1-45 0,7 3-66 16,-21 15-97-16,4-2-113 0,3 3-143 0,-2 5-161 16,4 1 69-16,2-2-611 0,7 1-777 15</inkml:trace>
  <inkml:trace contextRef="#ctx0" brushRef="#br0" timeOffset="75702.92">26952 13058 3961 0,'-8'-12'97'0,"0"0"17"0,1 6 9 16,-1 1 24-16,8 5 32 0,0 0 29 0,-38 20 17 15,15 6-10-15,-3 11-9 0,-3 7-17 16,2 2-17-16,4 2-15 0,6 0-22 0,4 1-12 16,7-7-8-16,2-1-14 0,8-1-14 15,2-4-18-15,4-2-42 0,3-5-52 0,2-2-56 16,6-1-69-16,0-7-69 15,-3-4-95-15,0-7-105 0,1-4-159 0,0-2-165 16,2-4 78-16,4-2-511 0,7-4-640 16</inkml:trace>
  <inkml:trace contextRef="#ctx0" brushRef="#br0" timeOffset="76235.03">27343 12998 3356 0,'0'0'34'0,"-6"-6"14"0,6 6 1 16,-5-5-7-16,5 5 1 0,-3-4-9 15,3 4-9-15,0 0-20 0,0 0-23 16,0 0-22-16,0 0-22 0,-15 9-18 16,9-3-18-16,5 1-3 0,-4 0-1 0,3 2 6 15,-2 1 6-15,1-1 10 0,1-3 9 16,0 3 7-16,-2-2 10 0,4-2 30 15,0-5 17-15,-3 8 28 0,-1-2 23 0,4-6 25 16,-5 8 11-16,5-8 17 0,-2 5 5 16,2-5-2-16,0 0 4 0,-5 7-5 0,5-7-11 15,-2 3-10-15,2-3-11 16,0 0-9-16,-5 6-29 0,5-6-31 0,0 0-31 0,0 0-36 16,-4 8-30-16,4-8-23 0,0 0-16 15,0 0-4-15,0 0 11 0,0 0 5 16,0 0 14-16,0 0 17 0,0 0 15 15,0 4 23-15,0-4 35 0,0 0 25 0,0 0 30 16,0 0 28-16,0 0 28 0,0 0 29 16,0 0 24-16,0 0 5 0,0 0 2 0,0 0 13 15,-20 2 8-15,13 3 11 0,-6 3 11 16,-3 6 7-16,-7 9 6 0,-2 4-4 0,0 9-2 16,-4 3-7-16,6 1-11 0,0 2-8 15,3 0-16-15,7-9-10 0,6 4-14 16,1-4-11-16,5-7-10 0,1-4-12 0,1 2-11 15,3-3-8-15,2-1-21 0,1-3-48 16,0 0-61-16,4-5-77 0,0 1-103 16,3-5-114-16,-3-2-136 0,3 0-212 15,6-2 6-15,-3-4 80 0,2 0-436 0,6-2-514 16</inkml:trace>
  <inkml:trace contextRef="#ctx0" brushRef="#br0" timeOffset="77217.89">27611 13094 3067 0,'-8'12'34'0,"-1"0"43"0,0 3 38 0,-2-3 20 0,6 0 15 0,-1 1 16 0,3-1 12 0,-1 0-5 16,2-3-4-16,2-1-7 0,2-1 4 15,0 2 4-15,3-4 4 0,-1 0 0 0,3 0-14 16,2-3-10-16,0 0-14 0,-9-2-14 16,21-4-11-16,-10 2-6 0,5-6-15 15,-3 1-14-15,2-1-1 0,-1-4-5 16,0-2-18-16,-2-1 8 0,-2-2-12 0,-3 5-2 0,0-2-2 16,-4 3-11-16,-1 3-5 15,-2 8-4-15,-4-8 7 0,4 8-10 0,-26 15 1 16,-1 3-1-16,-9 11-1 0,3 6 3 15,-4 2 11-15,5 5 0 0,3 2-2 0,6-1-2 16,1 0-6-16,8-8 3 0,3-2-4 16,8-5-4-16,1-6 4 0,4-3 0 0,1-3 1 15,7 2 8-15,3-5-2 0,0-4-2 16,9 0-3-16,-3-7 3 0,1-4-7 16,19-5-1-16,1-4-3 0,9-9-2 0,3-2-2 15,-3-5 4-15,-1-4-8 0,0-3-2 16,0-4 4-16,-5-3 3 0,-1-4-9 0,-2-3 0 15,-6-2 3-15,-3 1 5 16,-2-1-7-16,-9 0 13 0,-1 5 13 0,-6 11 5 16,-4 10 10-16,-4 5-2 0,-1 6-10 15,-4 4-9-15,-2 6 3 0,2 3 7 0,0 0 4 16,0 0 5-16,-32 32 0 0,16-4 0 16,-1 4-3-16,3 3-1 0,3-2-2 0,2 2-6 15,4-2 9-15,0-6 19 0,5-3 6 16,2-3 0-16,-2 3-44 0,4-2-23 0,0 0 0 15,0-1 0-15,-2 0 0 0,-1-3 0 16,1 3 0-16,-2-2 0 0,-2 4 0 0,-7 7 0 16,-5-1 0-16,0 0 0 15,-8-1 0-15,-1-3 0 0,1-1 0 0,3-3 0 16,1-6 0-16,7-3 0 0,4-2 0 16,0-2 0-16,3-4 0 0,4-4 0 0,0 0 0 15,0 0 0-15,16-20 0 0,5-1 0 16,8-12 0-16,3-2 0 0,3-8 0 0,2-1 0 15,13-18 0-15,-1 0 0 0,3-5 0 16,-2-1 0-16,3-4 0 0,-2 1 0 16,1 1 0-16,-7 2 0 0,2 4 0 0,-13 15 0 15,-6 3 0-15,-3 7 0 0,-8 12 0 16,-3 6 0-16,-5 4 0 0,-3 7 0 16,-5 3 0-16,-2 4 0 0,1 3 0 15,0 0 0-15,-31 18 0 0,8 1 0 0,-4 7 0 16,0 6 0-16,-4 5 0 0,2-2 0 15,8 5 0-15,4-5 0 0,5-3 0 0,5 1 0 16,7-4 0-16,2-5 0 0,5 8 0 16,4 0 0-16,3-3 0 0,1 0 0 0,1 0 0 15,-2-2 0-15,4-1 0 0,-3-2 0 16,-1-4 0-16,-7-3 0 0,0 1 0 0,0-3 0 16,-5 1 0-16,-2-3 0 15,-2 1 0-15,-3-1 0 0,0 3 0 0,-4-2 0 0,-7-1 0 16,1 1 0-16,-12 1 0 0,0-1 0 15,4-6 0-15,3-2 0 0,1-5 0 16,2-2 0-16,-1 0 0 0,1-8 0 16,4-5-370-16,6-6-419 0,3-4-155 0,4-2 90 15,5-9-926-15,7 3-1210 0</inkml:trace>
  <inkml:trace contextRef="#ctx0" brushRef="#br0" timeOffset="77534.25">28699 13069 4739 0,'0'0'-113'0,"0"0"31"0,0 0 79 0,10 8 51 0,-10-1 46 0,0 0 25 0,0-7 19 0,-4 17 5 15,6-7 7-15,0 1 0 0,0-1-10 16,0 1 0-16,1-2-18 0,5 0-5 16,-3-1-14-16,4 0-5 0,0-3-7 0,2 0-5 15,-1-2-14-15,3 1 9 0,-2-2-26 16,-11-2 1-16,21-2-11 0,-21 2 1 0,22-7-8 15,-13 4-5-15,-4-2-4 0,2-5-2 16,-3 2-4-16,-4-1-3 0,-4-3-3 16,-3-7-13-16,-6-8-29 0,-4 3-24 0,-2 2-25 15,-2 3-25-15,2 8-27 0,-3 3-25 16,0 7-31-16,-4 6-38 0,-9 7-48 0,3 3-77 16,2 6-123-16,3 3-256 15,5 1 66-15,4 4 76 0,6-2-389 0,8-7-449 16</inkml:trace>
  <inkml:trace contextRef="#ctx0" brushRef="#br0" timeOffset="77884.1">29065 13288 2687 0,'2'-6'183'0,"-2"-1"16"0,0 7 7 16,0-16 13-16,2 10 20 0,-2-1 12 0,2-2 4 15,-2-3-14-15,2-5-18 0,2-3-25 16,-1-4-24-16,5-7-14 0,-3-4-17 15,4-1-15-15,-2 0-18 0,-3 3-19 0,-1 8-14 16,-3 6-6-16,2 2-15 0,0 5-9 16,-2 1-12-16,-2 5-7 0,2 6-6 15,-7-6 0-15,7 6 0 0,0 0-5 0,-21 12-3 16,17-4-1-16,4-8 3 0,0 11 17 16,5 0 21-16,6-4 26 0,2 5 20 15,2 1 8-15,6 4 28 0,2 2 16 0,-2 2 16 16,-3 1-5-16,4 0-4 0,-7 0-9 15,-4 0-11-15,4 1-13 0,-5 0-11 0,1-3-12 16,-3 1-12-16,-2-2-7 0,2 1-9 16,-5 1-67-16,5-2-8 0,-5-4-44 0,1 0-151 15,1 2-95-15,-1-6-116 0,-3 1-127 16,5 0-177-16,-4-1-149 0,0-3 91 16,1 2-724-16,1-2-938 0</inkml:trace>
  <inkml:trace contextRef="#ctx0" brushRef="#br0" timeOffset="78184.75">30378 13209 4085 0,'0'0'-61'0,"-34"9"30"16,-8 12 40-16,-16 8 46 0,-29 17 51 0,-18 11 43 15,-15 5 44-15,-54 20 40 16,-12 5 29-16,-20 2 16 0,-13 6 1 0,-20-3 7 15,-14 1 10-15,-14 1 34 0,-11 2 37 16,-14 3 35-16,-6 0 4 0,1-1-14 0,5 0-237 16,12-5-155-16,16 0 0 0,36-5 0 15,31-8 0-15,70-27 0 0,23-4 0 16,21-12 0-16,32-12 0 0,7-3 0 0,15-5 0 16,6-4 0-16,10-5 0 0,3 0 0 15,8-4 0-15,4 2 0 0,-2-6 0 0,23 7 0 16,-9-7 0-16,7 0-302 0,2 0-528 15,2-5-137-15,-2-1 104 0,-1 0-915 16,-5 2-1209-16</inkml:trace>
  <inkml:trace contextRef="#ctx0" brushRef="#br0" timeOffset="96447.62">26944 3299 2375 0,'-8'-11'234'0,"-1"3"-16"0,0 3-17 0,-2 3-15 0,11 2-15 0,-20 7 3 0,3 5 14 16,-7 13-4-16,-4 15 18 0,2 4 4 16,-1 6-1-16,6-1-12 0,3 0-6 0,11-9-12 15,1 1-13-15,8-1-16 16,8-5-3-16,3 2-14 0,6 2-8 0,6-3-11 16,2-2-11-16,-4-8-8 0,2-4-11 15,1-3-7-15,-3-2-53 0,-2-5-66 0,-4-2-81 16,0-5-98-16,1-1-111 0,-4-6-122 15,6 0-174-15,-4-5-69 0,6-3 76 0,1-7-437 16,0-4-535-16</inkml:trace>
  <inkml:trace contextRef="#ctx0" brushRef="#br0" timeOffset="97030.55">27283 3436 3209 0,'-1'-9'143'0,"1"0"-7"15,0 9 11-15,0 0 24 16,0 0 45-16,0 0 39 0,0 0 2 0,11 21 4 15,-6-7 7-15,4 4-16 0,0-1-17 16,2 9-10-16,1-1-7 0,-7-6-12 0,5 3-6 16,-7-1-18-16,3 1-7 0,-1 0-26 15,-5-3-12-15,0 1-8 0,-3-3-15 16,-1 1-11-16,-1-3-11 0,-5 1-11 0,3-4-3 16,-5-3-17-16,1-6-25 0,-3-3-30 15,14 0-22-15,-40-20-23 0,15-4-11 0,7 1-4 16,0-3 5-16,9 4-7 15,4 4 4-15,0 1-2 0,8 5 2 0,0-3 9 0,5 2 2 16,3-1 2-16,5 0 5 16,2 4 4-16,1-1 3 0,3 1 1 0,6-2 8 15,3-1 7-15,-3 1-2 0,1 1 10 16,2-3 2-16,-1-3 5 0,1 1 6 16,-4-4 5-16,0-1-3 0,-4-1 1 0,0-3 16 15,-3-5 13-15,-6-2 10 0,-3 0 5 16,0 1 2-16,-8 10 4 0,1 2-2 0,0 4 0 15,-2 4-6-15,-2 4-8 0,0 7-8 16,0 0 1-16,0 0-4 0,-31 29-3 0,16-4-4 16,0 2-3-16,5 2-2 0,1 0-3 15,4-5-2-15,5-5 1 0,7-2 0 16,4 0 24-16,8 4 19 0,7-4 18 16,8-2 1-16,0-3-82 0,2-1 0 15,0-1 0-15,-2 0 0 0,2 1 0 0,-4-1 0 16,2 1 0-16,-9 1 0 0,-1 0 0 15,-5-3 0-15,-6 4 0 0,-1 1 0 0,-3 1 0 16,-3 0 0-16,-4 2 0 0,-4 1 0 16,-2 2 0-16,-3-1 0 0,-9 5 0 0,-1-1 0 15,2-6 0-15,-9 1 0 0,6-6 0 16,0 1 0-16,-3-7 0 0,5 0 0 16,-4-6 0-16,5 0 0 0,-8-6 0 15,2 0-586-15,1-3-425 0,2-2 95 0,5-3 99 16,5-2-836-16,4-2-1091 0</inkml:trace>
  <inkml:trace contextRef="#ctx0" brushRef="#br0" timeOffset="97463.58">28341 3163 4275 0,'0'0'-20'0,"0"0"66"0,-25-7 39 0,25 7 30 0,-19-1 35 0,8 2 39 0,11-1 29 16,-31 11 22-16,6 4 3 0,0 5-21 0,2 5-15 15,5 2-18-15,-2 4-17 16,9 1-17-16,4 4-10 0,2-5-15 0,12 3-7 16,-2 1-16-16,6 0-7 0,9-6-7 15,-2-3-12-15,7-1-8 0,4-6-22 0,1-4-54 16,1-3-50-16,3-5-54 0,-3-5-62 15,-5-1-67-15,12-5-89 0,3-4-102 0,-3-7-127 16,8-4-156-16,-3-3-30 0,-3-3 88 16,-9 6-509-16,3-8-627 0</inkml:trace>
  <inkml:trace contextRef="#ctx0" brushRef="#br0" timeOffset="98163.48">28901 3132 3345 0,'-4'-8'130'0,"4"8"53"16,0-8 31-16,0 8 24 0,0 0 23 0,0 0 0 15,0 0 61-15,0 0 17 0,0 0-7 16,0 0-24-16,6 28-26 0,-6-16-29 16,2 1-17-16,0 0-18 0,-1 1-9 0,-1 0-5 15,-3 5-11-15,-1 2-18 0,-9 7-11 16,-3 1-19-16,-2 1-11 0,-5-1-89 0,-8 1-45 16,-3 1 0-16,6-7 0 0,-1-4 0 15,2-6 0-15,6-5 0 0,2-9 0 0,6-6-37 16,2-11-133-16,5-4 5 15,-1-16 19-15,9-4 17 0,7 0 17 0,0 2 15 16,6 5 16-16,0 5 28 0,5 5 26 16,0 3 30-16,0 8 25 0,-4 4 21 15,4 6 19-15,-1-1 13 0,3 5 0 0,11 6 9 16,5 1-3-16,0 3-5 0,0 1-8 16,1 2-6-16,-1-3-8 0,-2 1-5 0,0 1-8 15,-2-5-10-15,-5-1-37 0,-8-2-48 16,-2-1-51-16,0-2-39 0,-4 0-31 0,-2-2-38 15,3-6-43-15,-3-1-35 0,-1-4-27 16,-1-7-25-16,-4-2-12 0,3-17-7 0,-6-4 7 16,0-15 11-16,-4-11 27 0,0-8 30 15,0-12 31-15,-4-20 30 0,3-4 47 16,-2 2 63-16,-1 27 55 0,0 10 49 16,2 11 48-16,-1 15 53 0,1 11 24 15,-2 7 19-15,2 8-1 0,1 11 38 0,-1 6 69 16,2 3 62-16,-2 27 36 0,-5 14 31 15,5 17 10-15,2 10-3 0,2 5-16 0,3 6-22 16,1-1-24-16,1 0-31 0,4 18-29 16,3-24-23-16,-5 0-24 0,5-6-210 0,-1-7-1 15,-2-8 0-15,1-13 0 16,-5-3 0-16,1-5 0 0,-5-9 0 0,4-2 0 16,-3-7 0-16,-3-1 0 0,-1-3 0 15,2 0 0-15,-2-8 0 0,-2 9 0 16,2-9 0-16,-12 7 0 0,5-4 0 0,-4-1 0 0,-3 1 0 15,-1 3 0-15,3-1 0 16,1 2 0-16,2 0 0 0,-1 3 0 0,2 0 0 16,3-1 0-16,-1 1 0 0,5 0 0 15,-1-1 0-15,0-2 0 0,4 2 0 0,-2-3 0 16,2 1 0-16,-1 0 0 0,5-1 0 16,-2-2-214-16,-4-4-218 0,9 7-114 0,-4-6-144 15,-5-1-172-15,0 0 67 0,0 0 86 16,0 0-632-16,0 0-797 0</inkml:trace>
  <inkml:trace contextRef="#ctx0" brushRef="#br0" timeOffset="101746.4">11332 5450 3225 0,'0'0'-277'0,"0"0"33"0,-2-6 33 15,2 6 34-15,0 0 30 0,0 0 32 0,-1-6 19 0,1 6 36 0,0 0 18 16,0-10 18-16,0 10 17 0,0 0 7 0,-2-7 11 16,2 7 5-16,0 0 5 15,0-8-2-15,0 8-1 0,0 0-7 0,0 0-1 0,0 0 0 16,0 0 2-16,0 0 2 15,5 21-2-15,4-2 1 0,-6 7 0 0,3 8-2 0,-1 3-2 16,1 1 0-16,-1 1-1 16,0 0 0-16,-1-1 0 0,0 0-4 15,-3-1-25-15,1-7-30 0,-2-4-51 0,0-1-56 16,0 1-79-16,0-2-271 0,-2-3-13 16</inkml:trace>
  <inkml:trace contextRef="#ctx0" brushRef="#br0" timeOffset="108195.12">27144 5252 4119 0,'-11'0'256'0,"11"0"-43"0,-20 12-10 0,4 8-1 0,-2 9-6 0,-3 14-2 0,-1 5 8 15,2 5-11-15,1 1 10 0,4-3 13 16,8 3 0-16,9-14-16 0,3-1-14 0,15 4-16 16,6-4-18-16,9-5-15 0,4-3-16 15,8-9-1-15,5-1-14 0,4-8-4 16,1-4-13-16,-6-8-20 0,6-6-21 15,-9-2-25-15,6-8-16 0,-7-4-14 0,-7-5-7 16,-2-3 9-16,-5-5-5 0,-12 3 7 16,-4 0 5-16,-8-5 1 0,-6-2 14 0,-10-1 11 15,-8-10 1-15,-6 1 4 0,-11 0-4 16,-4 5-6-16,-4 2 1 0,-4 7-7 0,-2 6-3 16,-4 11-35-16,4 10-46 0,-5 5-56 15,-10 10-58-15,-3 8-63 0,-4 3-77 0,-7 16-81 16,4 4-67-16,4 3-80 0,20-3-122 15,2-1-60-15,9 3 75 0,4-2-565 0,3-2-686 16</inkml:trace>
  <inkml:trace contextRef="#ctx0" brushRef="#br0" timeOffset="108578.43">27247 6021 3289 0,'10'-14'40'0,"-7"4"59"0,-1 1 20 0,0 3 19 0,0 2 27 0,-2 4 23 15,0 0 17-15,0 0 13 0,0 0 1 0,-27 35 5 16,3 2-13-16,-3 9-10 0,-1 3-3 16,-5 4-22-16,-11 15-15 0,2 2-8 15,3 3-15-15,-2-1-13 0,11-17-13 0,1-1 5 16,2-2-15-16,5-3-12 0,-3-3-1 16,4-4-12-16,1-1-11 0,6-9-7 15,1-4-7-15,-1 1-17 0,-1 2-41 16,3-9-51-16,3-6-54 0,-2 0-67 0,-1-1-76 15,1-3-97-15,-1-1-82 0,0-3-118 16,1 1-163-16,3-4 43 0,-1-2 70 0,1 2-467 16,-2-3-539-16</inkml:trace>
  <inkml:trace contextRef="#ctx0" brushRef="#br0" timeOffset="108929">26568 7031 3293 0,'0'0'189'0,"-16"25"0"0,0 0 4 16,1 4 20-16,1 6 19 0,2 1 18 15,-4 12-3-15,5 2-13 0,3 4-17 0,5-8-22 16,0 10-25-16,6-13-12 0,4-2-12 16,2-4-21-16,7-3-12 0,4 7-7 15,7-15-15-15,2-6-9 0,-1-6-22 16,8-5-18-16,-3-6-27 0,6-7-28 0,-2-6-30 15,-1-5-25-15,4-10-21 0,-3-1-8 0,-9 5 6 16,-3-2 11-16,-6 0 10 0,-4-1 11 16,-7 3 15-16,-4 2 15 0,-8 2 18 15,-2-3 12-15,-7-3 7 0,-7-2 7 16,-2 4 0-16,-3 5 4 0,0 2-5 0,2 1-2 16,7 7-1-16,0 1-6 0,-1 0-19 15,3 3-32-15,3 0-41 0,-1 0-75 0,3-1-97 16,9 3-122-16,-15-4-159 0,9 3-128 15,2-4 61-15,1-1-482 0,1-5-560 0</inkml:trace>
  <inkml:trace contextRef="#ctx0" brushRef="#br0" timeOffset="109195.23">27148 5920 3543 0,'-15'0'356'16,"1"4"-17"-16,5 3 4 0,3 1 20 0,8 6 13 16,5 7 4-16,18 18-15 0,8 4-25 15,13 1-31-15,17 10-32 0,9-1-16 16,-2 1-41-16,5-2-33 0,2 6-23 0,8-2-15 16,-5-2-26-16,-2 1-43 0,-7-5-64 15,-7-4-48-15,-18-13-87 0,-6 1-43 0,0-1-51 16,-8-3-52-16,-9-6-58 0,-4-3-73 15,-5-6-62-15,-5-3-75 0,-2-1-116 16,0-4-86-16,-3-2 86 0,-3-1-595 0,-1-4-705 16</inkml:trace>
  <inkml:trace contextRef="#ctx0" brushRef="#br0" timeOffset="109512.88">28074 6627 3746 0,'-21'11'228'0,"14"1"30"0,-3 5 4 0,4 5 20 16,-3 9 27-16,1 3 13 0,5 2 5 0,3 0-5 15,0-5-26-15,3 2-31 0,5-2-28 16,6-2-28-16,-2-2-36 0,12-7-56 16,-6-6-53-16,1-9-57 0,-1-1-47 15,0-4-30-15,7-6-16 0,10-2 3 0,-1-2-7 16,-4-4-22-16,1-1-17 0,-6-3-2 15,-2 0 7-15,-7 2 10 0,-4-1 13 0,-4-1 16 16,-3 1 10-16,-5 0 23 0,-3-1 20 16,-7-2 8-16,-5-3 11 0,-7 4-1 0,-7 3-3 15,-6 6-14-15,-5 2-26 0,-10 4-47 16,-13 3-74-16,-3 4-105 0,-1 2-127 0,-3 2-189 16,-1-2-75-16,3 2 89 0,-1-4-473 15,3 1-531-15</inkml:trace>
  <inkml:trace contextRef="#ctx0" brushRef="#br0" timeOffset="110394.16">28266 6459 2723 0,'-14'-14'-74'0,"-4"4"37"0,3 2 21 0,-2 4 18 0,-4 1 24 0,-2 3 26 15,-2 1 31-15,-11 6 25 0,-1 5 15 0,-6 10 22 16,3 12 13-16,0 7 10 15,4 8 9-15,-4 18 11 0,4 7 3 0,9 4 7 16,4 7-2-16,10-13-4 0,5 1-13 16,4-1-11-16,10-1-3 0,2-5-7 0,8-2-15 15,6-4-9-15,10-6-9 0,10-5-17 16,4-12-7-16,7-4-16 0,7-9-13 0,2-10-26 16,-1-4-34-16,13-9-35 0,-2-6-36 15,-1-6-32-15,-2-5-20 0,-5-4-22 0,-3-7-15 16,-3-3-10-16,-6-2 0 0,-9-2 3 15,-9-3 6-15,-7-6 12 0,-10-3 19 16,-13-1 30-16,-11-13 18 0,-15-5 6 16,-14-19 9-16,-13-3-1 0,-12 2 13 0,-6 7 5 15,-5 9-3-15,-1 13 5 0,-5 13-3 0,16 16-30 16,-10 5-35-16,0 11-42 0,4 5-61 16,-5 6-87-16,7 6-173 0,-5 2-46 0,4 4 61 15,0-1-187-15,-3-2-135 16</inkml:trace>
  <inkml:trace contextRef="#ctx0" brushRef="#br0" timeOffset="111361.17">22887 2399 1638 0,'4'-10'-30'0,"-1"2"29"0,-1 4 12 0,2 0 2 0,-4 4 2 16,0 0 6-16,0 0 11 0,0 0 22 16,0 0 15-16,0 0 3 0,2 22 1 15,-2-13-6-15,0-1-6 0,2 1-6 0,0 1-4 16,6 0-6-16,-5-3-2 0,5 2-4 15,-1-2 1-15,1-4-3 0,2 2-3 16,-3-3-2-16,1 0 0 0,4-1-6 0,-12-1 6 16,12 2 12-16,-12-2 17 0,11 2-1 15,-11-2-4-15,0 0-5 0,0 0-8 16,0 0 3-16,0 0-5 0,0 0-7 0,-22 12 6 16,17-7 8-16,-3-2-7 0,4 1 0 15,4-4-3-15,-9 7-9 0,9-7-4 0,-2 5 5 16,2-5 12-16,0 0 19 15,0 0-2-15,0 0-1 0,38-9-16 0,-12-4 1 16,3-1 0-16,1-1-5 0,-5-1-14 16,-1 4 7-16,-10 2 7 0,-2 1 18 15,-2 2 17-15,-3 1 0 0,-7 6 3 0,0 0-14 16,0 0-4-16,0 0 0 0,0 0 1 16,-27 29 11-16,18-17 6 0,0-2 0 0,0-1-8 15,0-3-3-15,4 1-16 0,-1 0 5 16,6-7-9-16,-6 10-1 0,6-10-9 15,2 10 2-15,-2-10-3 0,8 9-6 0,-3-6-6 16,-5-3-43-16,15 8-51 16,-7-4-46-16,0-2-49 0,-1 2-59 0,3-1-69 0,-4 2-95 15,-1-2-204-15,-3 3 20 0,4 0 66 16,-6 2-180-16,2 1-181 0</inkml:trace>
  <inkml:trace contextRef="#ctx0" brushRef="#br0" timeOffset="115726.7">28105 7415 1825 0,'-9'25'-52'0,"-2"-4"5"0,0-1 14 0,-3 6-2 0,1-1 7 0,-2 3 7 16,2-5-4-16,0 5-8 16,-1-4-14-16,-1 3-18 0,3 0-21 0,-1 2-34 15,-2-2-41-15,4 1-204 0,1-5 122 16</inkml:trace>
  <inkml:trace contextRef="#ctx0" brushRef="#br0" timeOffset="115994.08">28250 6991 1171 0,'15'15'62'0,"-2"-3"-5"0,6 1-12 16,8-1-7-16,7 4-8 0,7-5-8 15,11 0-15-15,7 1-19 0,0 1-27 16,8 1-45-16,0 4-72 0,0 3-232 16,-1 2 99-16</inkml:trace>
  <inkml:trace contextRef="#ctx0" brushRef="#br0" timeOffset="123841.93">20817 8882 530 0,'-34'0'79'0,"8"0"-15"0,1-2 5 0,1 2-7 0,4-2 24 0,1 2-20 0,1 0 2 0,3 0-7 0,2 0 3 0,1 0-1 16,12 0-5-16,-21 0-11 0,14 2-1 0,7-2-8 15,-11 6 0-15,7-3 3 0,4-3 0 16,2 10 1-16,-2-10-2 0,13 10-3 16,3-4-2-16,6 2-7 0,17 1 2 0,9 3-4 15,12-2-1-15,2-1 0 0,11-1-5 16,9 0-1-16,5-1-6 0,22 2-2 0,6-4-1 16,0-3-1-16,6 1-8 15,4-6 3-15,6 1-4 0,0-1-2 0,2-2 0 16,1 1 5-16,-7 1-6 0,2-4 2 15,-5 0-1-15,0 0 5 0,-8 0-5 0,-3 0 3 16,-6-1 4-16,-20 1-5 0,20-1 1 16,-24 0 1-16,-6 4 1 0,2-4-1 0,-5 4-1 15,-3-1-4-15,-5 1 1 0,-1-1 3 16,0 2 1-16,-4-1 2 0,-2-2-3 0,-9 4-2 16,-1-3 2-16,0 2-1 0,0 0 0 15,-1-3 3-15,13 2-2 0,2-4-1 16,6 2 0-16,5-2 1 0,4-1 0 15,8-2-3-15,19 1 6 0,5 0-3 0,-1 0 0 16,0 1 0-16,1 2-1 0,5 4 1 16,-1-1-1-16,6 2-2 0,-1 2 3 15,0 0-2-15,1 4 5 0,2 1-3 0,0 0-1 16,1-3 1-16,2-1 1 0,3 1-4 16,-1 0 5-16,1 0-2 0,-6-4-2 0,-2 2 3 15,-27-2-1-15,0 0-3 0,-8 1 4 16,-5-3-1-16,-8 1-1 0,-11 0 2 15,-15-1 1-15,-6 2-4 0,-10 2 4 16,-6-3-2-16,-8 1-16 0,0 1-36 0,-11-1-57 0,-5 2-60 16,8-4-148-16,-8 4-120 15,0 0 55-15</inkml:trace>
  <inkml:trace contextRef="#ctx0" brushRef="#br0" timeOffset="124209.19">21702 9235 1319 0,'-45'-7'34'0,"4"0"-3"0,-1 1-1 0,1-2 0 0,5 4-6 0,11 0 4 0,5 1 4 0,4 1 23 0,4-2 14 0,3 3 0 16,9 1-6-16,0 0 1 0,27-3-1 15,19 1-4-15,35 2-5 0,42-6 2 0,34 4-7 16,74-2-1-16,29 1-9 0,14-1 1 16,31 0-7-16,14 0 1 0,1 2-2 15,11-4-5-15,-5 2-2 0,-12 3-2 0,-7-4 1 16,-11 5-6-16,-24 0-6 0,-22-2-12 15,-71-1-7-15,-14-3-20 0,-20 4-24 16,-17-2-29-16,-38 0-39 0,-19 0-47 16,-12-2-36-16,-21-1-94 0,-15 3-227 0,-12-2-26 15</inkml:trace>
  <inkml:trace contextRef="#ctx0" brushRef="#br0" timeOffset="124510.82">21404 9472 1489 0,'-65'-5'53'0,"12"1"-16"0,13 1-3 15,11 0-5-15,8 3-6 0,8 0 6 0,13 0-2 16,0 0-2-16,49 0-2 0,33-2-1 15,56-6-3-15,29-1 8 0,89-3 2 0,22 0-2 16,20 1-6-16,29-3 5 0,10 2-4 16,5 0-5-16,14 0 3 0,-7-2-3 0,-14 4-1 15,-11-2 2-15,-17 2-2 0,-25 1-14 16,-35 1-22-16,-73-1-41 0,-23 2-53 0,-26 1-65 16,-39 1-133-16,-21-2-158 15,-31 1 22-15</inkml:trace>
  <inkml:trace contextRef="#ctx0" brushRef="#br0" timeOffset="124741.29">21139 9569 1406 0,'-51'0'84'15,"26"-1"5"-15,23-5-11 0,2 6-6 16,88-15-6-16,32 0-5 0,33-4-5 15,79-8-5-15,31 1-3 0,15-2-7 16,10-1-3-16,24 5 3 0,-1 1-7 0,-4 6-3 16,-8 2 5-16,-9 5-39 0,-19 4-48 15,-27 5-49-15,-72-1-78 0,-9 1-123 0,-23 2-243 16,-23 4-47-16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2:39:23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4371 2923 1908 0,'0'0'396'0,"-7"-9"-28"0,7 9-44 0,0 0 15 0,0 0-13 0,-9-1-15 0,9 1-17 16,0 0-13-16,0 0 11 0,0 0-5 0,0 0-8 15,0 0-15-15,-7-5-23 0,7 5-26 16,0 0-21-16,0 0-26 0,0 0-18 0,0 0-18 16,0 0-9-16,0 0-12 0,-4 23-13 15,2-6-10-15,2 3-9 0,-1 1-3 16,-3 4-9-16,0 11-4 0,2-7-9 0,-4 5 6 15,2-8-16-15,2-2-3 0,-1-2-3 16,1 1-16-16,-2-6-55 0,2-3-47 0,-1-1-49 16,3-1-40-16,-2-3-39 15,2 0-42-15,-4-3-67 0,-1 0-90 0,5-6-70 16,-5 1-75-16,5-1-99 0,0 0-60 16,0 0 65-16,-13-15-410 0,11 5-527 15</inkml:trace>
  <inkml:trace contextRef="#ctx0" brushRef="#br0" timeOffset="332.64">4213 2921 2751 0,'-4'-8'-23'0,"1"1"81"15,0 1 61-15,3 6 37 0,0-12 20 0,0 12 9 16,6-10-1-16,-6 10-10 16,10-7-7-16,-1 3-17 0,3 2-12 0,1 2-11 0,6 2-15 15,3 4-9-15,14 6-11 16,-4 5-11-16,6 8-7 0,-2 4-5 0,-2 7-4 15,-2 2-8-15,-5 4-1 0,-2 3 12 16,-6 1 26-16,-4-1 25 0,-6-7 39 16,-2-1 13-16,-9 1 26 0,-3 0 9 0,-2-2 10 15,-4-1-1-15,-3 2-8 0,-1-6-13 16,-10 6-14-16,4-9-16 0,3-4-17 0,-4-2-11 16,1-3-17-16,6-5-10 0,3-6-14 15,-1-1-34-15,2-2-42 0,-2-3-53 16,13-2-95-16,-27-9-72 0,12-4-61 15,3-5-56-15,-1-7-72 0,4 4-53 16,3 1-65-16,6 1-99 0,0 0-148 0,4 4 48 16,3-7-515-16,1 4-684 0</inkml:trace>
  <inkml:trace contextRef="#ctx0" brushRef="#br0" timeOffset="765.67">4886 3294 3381 0,'11'3'30'0,"-11"-3"70"0,0 0 53 16,0 0 26-16,0 0 31 0,0 0 0 15,0 0 4-15,8 5-12 0,-8-5-10 16,0 0-19-16,0 0-9 0,0 0-7 16,0 0-29-16,0 0-12 0,20-3-9 0,-20 3-10 15,14-4-9-15,-6 1-18 0,-8 3-19 16,14-9-10-16,-7 3-19 0,0-1-2 0,-1 0-1 15,-1-2-7-15,-3-3-3 0,0 0-4 16,-2-1-2-16,0 1 0 0,-4-1 1 16,-1 1 1-16,-1 1-4 0,-1 1-2 0,-5 0-2 15,3 5 1-15,-9 3-1 0,5 2 1 16,13 0 3-16,-36 5 9 0,17 4 7 16,-8 6 3-16,10-2 11 0,2 1-2 15,2 1 12-15,3 2 9 0,2 1 8 0,4 4 10 16,4-5 12-16,4 5 5 0,4-3-1 15,7 6 0-15,5 0 2 0,0-5-2 16,3-1-2-16,0-2 7 0,-3-5-3 0,-4-2 0 16,4-1-2-16,-6-3-6 0,2 0-6 15,-3-2-10-15,3-2-27 0,-1-1-69 0,-4-1-84 16,-11 0-81-16,26-3-92 0,-10-1-88 16,-3-2-114-16,1 0-163 0,-1 0-153 15,1 0 67-15,-3-2-597 0,4 1-794 16</inkml:trace>
  <inkml:trace contextRef="#ctx0" brushRef="#br0" timeOffset="1099.11">5375 2869 3916 0,'-11'-16'49'0,"3"2"58"0,-1 2 47 0,3 2 38 0,3 3 19 0,-3 0 1 0,2 2-25 0,4 5-27 0,-4-7-13 0,4 7-22 0,0 0-7 16,0 0 2-16,0 0-8 0,-4 36-13 15,4-12 4-15,0 13 1 0,4 5-21 16,-3 5-1-16,4 9-6 0,-3 2-6 0,4 0-7 16,-3-1 6-16,5-5-13 0,-5-8-1 15,1-3-11-15,2 0 8 0,0-5-19 0,0-3 4 16,-5-5 5-16,1-9-11 0,0-1-7 15,0-5 2-15,0-1-2 0,0-1-16 16,-1-2-32-16,-1-2-35 0,0-7-67 0,0 0-77 16,3 7-81-16,-3-7-82 0,0 0-100 15,0 0-156-15,11-26-117 0,-3 5 61 0,4-4-487 16,2-5-630-16</inkml:trace>
  <inkml:trace contextRef="#ctx0" brushRef="#br0" timeOffset="1565.58">5694 3283 3116 0,'0'0'12'0,"-12"5"41"16,12-5 21-16,0 0 9 0,-11 1 12 16,11-1 6-16,0 0 9 0,0 0 22 0,0 0 11 15,0 0 11-15,0 0-3 0,0 0-2 16,15 15-9-16,-15-15-12 0,17 3-11 0,-17-3-14 15,15 0-6-15,-15 0-7 16,16-1-6-16,-16 1-10 0,16-7-3 16,-7 3-8-16,-2-3-7 0,2 1-5 0,-3-3-6 15,0-1-4-15,-2-1-4 0,-2-2 3 16,0 1 3-16,-2-2 4 0,-2 1 0 0,0 1-4 16,-2 3 3-16,-2-1-8 0,-1 0-2 15,-5 2 4-15,0 1 3 0,1 5 5 0,-2-1 4 16,0 3-2-16,-4 3 5 0,1 1 1 15,1 5-13-15,0 1 1 0,2 4 0 16,1 1 0-16,4 3 3 0,1 1 7 0,3 2 0 16,3-1-2-16,2-3 2 0,1 7-4 15,4-2 4-15,1 0 6 0,7 5-5 16,-1-10 2-16,4 6-15 0,-2-8 1 16,-1-1-5-16,-3-4-7 0,2-2-28 0,-1-4-34 15,1 0-49-15,1-4-50 0,-1 0-54 16,-13 0-62-16,28-4-63 0,-12 0-68 15,-1-4-73-15,3 1-110 0,-6-1-164 16,4-4 48-16,-1 1-466 0,3-1-608 0</inkml:trace>
  <inkml:trace contextRef="#ctx0" brushRef="#br0" timeOffset="2215.77">6358 2588 3218 0,'-9'-17'59'0,"4"7"48"0,-1-4 41 0,2 6 12 0,3 1-6 0,-4 2-22 0,5 5-13 16,-2-9-17-16,2 9-11 0,0 0-6 0,0 0-2 16,-7 41 8-16,1-4 9 0,2 6 5 15,-1 17 31-15,-2 3 12 0,-2 5-15 16,0 2-7-16,2 5-31 0,-2-2 12 15,0-3 4-15,3 0 8 0,-3-10-11 16,1-2-4-16,4-14-17 0,0-5 5 0,-1-3-24 16,1-8-1-16,4-8-2 0,-2-2-11 15,2-4 1-15,-1-2-1 0,1-4 3 0,0-2 26 16,0-6-25-16,-2 8-11 0,2-8-18 16,0 0-15-16,0 0-20 0,0 0-14 15,-3-25-3-15,1 11-2 0,-2-2-3 0,1-6-2 16,-5-1 2-16,-1-6 2 0,-5 3 1 15,3 6 9-15,-1 3-7 0,-5-9 3 0,-4 6 7 16,5 4-3-16,0 4 1 0,-2 3-1 16,4 1 6-16,-2 2 6 0,3 2 2 15,2 0-1-15,2 3 1 0,9 1 2 16,-12-2 0-16,12 2 5 0,0 0 3 16,0 0 3-16,0 0 0 0,0 0 0 0,0 0 5 15,34 7 2-15,-13-9-3 0,6 0 1 16,13-1 1-16,-3-2-2 0,2-2-1 0,-3 1 10 15,-7-1 20-15,-7 5 16 0,-3-2 17 16,1 2 9-16,-5 1 0 0,0 1-3 0,-4 0 3 16,-11 0 7-16,25 5 10 0,-12 4 21 15,1 3 7-15,-1 3-6 0,3 9-10 16,0 1-10-16,-4 1-10 0,0 3-8 16,-5-5-8-16,-2-2-68 0,0 2-11 15,2-2 0-15,-5 1 0 0,2 0 0 0,-2-5 0 16,2-1 0-16,-4-5 0 0,1 2 0 15,1-4 0-15,0-1-80 0,-2 0-159 0,0-9-90 16,2 5-98-16,-2-5-83 0,0 0-84 16,0 0-109-16,5-23-85 0,-2 7 61 15,1-4-563-15,1-15-750 0</inkml:trace>
  <inkml:trace contextRef="#ctx0" brushRef="#br0" timeOffset="2365.57">6568 3110 3330 0,'-6'-12'-44'0,"3"1"75"0,-1 0 74 0,0 2 62 0,1 1 68 15,1 2 31-15,2 6 13 0,-7-10 0 16,7 10-24-16,-3-10-32 0,3 10-25 16,-4-7-74-16,4 7-73 0,0 0-95 0,0 0-81 15,0 0-87-15,0 0-119 0,0 0-170 16,25 11-194-16,-12-1 64 0,8 10-376 0,6 6-482 16</inkml:trace>
  <inkml:trace contextRef="#ctx0" brushRef="#br0" timeOffset="3215.53">7014 3324 2959 0,'-14'-7'117'0,"-2"2"17"15,3 0 32-15,5 0 37 0,-2 4 17 0,10 1-3 16,-13-6-17-16,13 6-15 0,-14 0 2 15,14 0 5-15,-18 7 10 0,8 0-5 16,-1 1 3-16,-3 5-13 0,-1 0 6 0,1 1-6 16,5 0-9-16,-2 2-8 0,1 0-11 15,4-1-9-15,3 1-11 0,-3 0-9 0,4-3-16 16,0 1-8-16,2-3-7 0,2 1-6 16,2 0-12-16,1-3-2 0,3 0-6 0,0-2-3 15,1-2-8-15,2-4-8 16,1 2-3-16,-12-3-6 0,25-4 0 0,-12 1-5 15,-2-1-1-15,3-2-1 0,-3-3-9 16,0-1 4-16,-2 0 7 0,-2-5 11 16,1 1 4-16,-5-1-33 0,2 1-22 0,-5-4 0 15,0 3 0-15,-2-3 0 0,-3 3 0 16,2-1 0-16,-3 1 0 0,1 1 0 0,-3 2 0 16,-2 2 0-16,3 3 0 0,-4-1 0 15,-1 2 0-15,-1 5 0 0,-1-1 0 16,14 2 0-16,-31 4 0 0,17 2 0 15,-4 1 0-15,5 0 0 0,2 1 0 16,4 1 0-16,-2 0 0 0,6-1 0 0,-1 2 0 16,2-3 0-16,4 3 0 0,-2-10 0 15,7 11 0-15,2-5 0 0,3-4 0 0,0 0 0 16,1 0 0-16,4-2 0 0,2-2 0 16,-2-1 0-16,2 2 0 0,-1-2 0 0,0 0 0 15,-2 0 0-15,-3 1 0 0,3 0 0 16,-3 2 0-16,-13 0 0 0,27 4 0 15,-15-1 0-15,2 3 0 0,1-2 0 0,-1 3 0 16,-1 0 0-16,1 1 0 16,-1-1 0-16,-2 3 0 0,1-4 0 0,-1 3 0 0,-1-3 0 15,-3 2 0-15,1-4 0 16,1 4 0-16,-2-4 0 0,-2 0 0 0,2 1 0 16,-7-5 0-16,8 4 0 0,-8-4 0 15,12 4 0-15,-12-4 0 0,0 0 0 16,22-1 0-16,-22 1 0 0,21-3 0 0,-10 0 0 15,1 2 0-15,-12 1 0 0,15-3 0 16,-15 3 0-16,20-2 0 0,-20 2 0 0,16 0 0 16,-16 0 0-16,21 0 0 0,-8 0 0 15,-13 0 0-15,20 0 0 0,-6 0 0 0,0 0 0 16,4-2 0-16,0-2 0 16,2 2 0-16,3-4 0 0,-3 0 0 0,0 3 0 15,-1-3 0-15,-4 1 0 0,-1-2 0 16,-3 1 0-16,0 1 0 0,-1 0 0 0,-3 1 0 15,-7 4 0-15,10-5 0 0,-8-1 0 16,-1-1 0-16,-1 7 0 0,0-12 0 16,5 0 0-16,-3 0-1026 0,2 0 46 0,-1-2-1123 15,5 0-1515-15</inkml:trace>
  <inkml:trace contextRef="#ctx0" brushRef="#br0" timeOffset="3782.46">8103 3314 6011 0,'3'-8'-68'0,"1"3"79"0,-2-1 58 0,-2 6 27 0,0 0 16 15,3-8-4-15,-3 8-22 0,0 0 29 0,0 0 38 16,7 22 6-16,-5-7-7 0,3 6-12 16,-3 4-11-16,2 0-11 0,1 10-11 0,1 2-8 15,0-4-9-15,0 1-9 0,-4-8-7 16,2-1-46-16,-3-6-61 0,-1-2-73 0,2-3-68 16,-2-2-69-16,2 0-64 0,-4-4-70 15,2-4-97-15,0-4-113 0,0 0-159 16,0 0-6-16,0 0 73 0,0 0-475 15,-15-24-620-15</inkml:trace>
  <inkml:trace contextRef="#ctx0" brushRef="#br0" timeOffset="3948.63">8154 3171 3174 0,'-4'-15'36'16,"0"5"63"-16,0 2 51 0,2 0 13 15,1 0-5-15,1 8-21 0,-4-9-12 0,4 9-38 16,-2-10-63-16,2 10-80 0,0-5-75 15,0 5-74-15,0 0-104 0,0 0-161 16,11 15-110-16,-5-3 64 0,0 5-126 0,3 3-138 16</inkml:trace>
  <inkml:trace contextRef="#ctx0" brushRef="#br0" timeOffset="4399.38">8395 3353 1864 0,'0'0'223'0,"3"6"54"16,-3-6 22-16,0 0 3 0,0 0-5 15,2 8 11-15,-2-8 25 0,2 14-7 0,-2-6 0 16,0 4-13-16,0 4-11 0,2 1-13 16,0 2-8-16,-2 1-24 0,1 5-18 15,1-2-19-15,-2-2-18 0,0 0-23 0,0-4-17 16,0-2-15-16,2-1-9 0,-2 0-14 16,0-2-7-16,2-2 22 0,-2-3 17 0,0 0 21 15,0-7 11-15,2 8-182 16,-2-8-6-16,0 0 0 0,0 0 0 0,12-20 0 15,-5 1 0-15,2 3 0 0,-1-4 0 16,2 3 0-16,-1 2 0 0,-1 3 0 0,-5 3 0 16,4-1 0-16,-3 2 0 0,1 5 0 15,-5 3 0-15,0 0 0 0,27 9 0 16,-16-1 0-16,6 6 0 0,2 7 0 0,2 1 0 16,0-2 0-16,4-1 0 0,-1 2 0 15,-1-3 0-15,-5-4 0 0,-3-5 0 16,-1-1 0-16,-1-2 0 0,-4-3 0 15,7 0 0-15,-16-3 0 0,26-8 0 0,-7-1 0 16,-2-3 0-16,5-10 0 0,-4-2 0 16,2-2 0-16,-4-6 0 0,5-9 0 0,-5-4 0 15,-1-3 0-15,1-2 0 0,-7 13 0 16,0 1 0-16,-1 10 0 0,-4 7 0 0,0 4 0 16,-2 4 0-16,-2 5 0 0,0 6-280 15,0 0-502-15,0 0-191 0,0 0 90 16,-14 22 88-16,14-8-728 0,4-2-968 0</inkml:trace>
  <inkml:trace contextRef="#ctx0" brushRef="#br0" timeOffset="4650.13">9573 3050 4544 0,'-2'-15'151'0,"1"3"55"0,1 3 41 0,-2 2-2 0,2 7-16 0,-2-8-37 0,2 8-13 16,0 0 1-16,0 0 9 0,0 25-24 16,2-6-13-16,1 17-17 0,-1 2-9 15,0 0-26-15,1 1-62 0,-3-2-69 0,2 4-60 16,-4-6-63-16,-1 1-57 0,1-8-34 16,2-3-65-16,-2-4-65 0,2-4-69 0,0-1-94 15,-1-7-147-15,1-1 15 16,0-4-461-16,0-4-598 0</inkml:trace>
  <inkml:trace contextRef="#ctx0" brushRef="#br0" timeOffset="5081.79">9632 2884 3160 0,'0'-13'56'0,"-1"4"50"0,-1-2 36 15,4 4 21-15,-1 1 16 0,-1 6-8 16,7-11-15-16,-7 11-12 0,11-2-17 15,-11 2-11-15,0 0-10 0,23 9-11 16,-12-1-10-16,2 5-9 0,1 3-6 0,5 3-4 16,-4 5-7-16,-2 5-4 0,-5-8-6 15,-2 3-21-15,-2 0 0 0,-3-1-8 0,-1-1 5 16,-1-1 1-16,-1-1 20 0,0-2 21 16,0-4 20-16,0-2 9 0,2-1 9 15,0-2-7-15,0 0-3 0,0 0 3 0,2 2 12 16,0-2 23-16,2 1 22 0,-1-1 13 15,7 3 12-15,-4 1 9 0,3-1-6 0,2 0-6 16,1 2-4-16,-4-2-11 16,1 1-7-16,1-1-9 0,-1 2-9 0,-1-2-14 15,-3 0-123-15,2 1 0 0,-3-3 0 16,-3 1 0-16,1 1 0 0,0-2 0 16,-4 1 0-16,-1 1 0 0,-4 0 0 0,0-1 0 15,-3 1 0-15,-1-4 0 0,-3 1 0 16,3-3 0-16,-2 0 0 0,0-1 0 0,-1-4 0 15,1-1 0-15,0-4 0 0,1 2-168 16,3-6-367-16,-3 0-156 0,4-3-199 0,6 1 31 16,2-2 99-16,8-1-698 0,2-3-908 15</inkml:trace>
  <inkml:trace contextRef="#ctx0" brushRef="#br0" timeOffset="5534.33">10519 3002 3874 0,'-8'-5'-76'0,"4"-3"51"0,1 2 38 0,3 6 33 0,-6-11 23 0,2 3 18 0,4 8 10 16,-5-12 13-16,2 6 5 0,1-1 7 16,-1-1 4-16,3 8 6 0,-10-10-7 15,7 6-15-15,-5-2-11 0,8 6-8 16,-17-6-10-16,6 6-9 0,11 0-8 15,-33 6-10-15,10 2 2 0,-4 3-4 0,1 5-7 16,2-4-5-16,10 0-4 0,-2-1-5 16,9 0 3-16,-3-1-1 0,2 2 17 0,6-3 39 15,2-1 13-15,5 3 20 0,4 0 29 16,2 3 18-16,7 0 5 0,2 5-5 16,3-2 0-16,0 0-5 0,-3-2-10 0,-6-1-3 15,0-2-14-15,-1 1-3 0,-4-1 1 16,2-2-6-16,-4 1 7 0,-1 3 7 0,-5-1-143 15,1-3 0-15,-2 2 0 0,-2 0 0 16,1 0 0-16,-5-2 0 0,0 2 0 0,-6 0 0 16,1 1 0-16,-3-4 0 15,-2 1 0-15,-2 0 0 0,0-2 0 0,2-2 0 16,1-3 0-16,1-2 0 0,3-1 0 16,11 0 0-16,-25-14 0 0,18 0-241 15,7-4-279-15,7-15-52 0,13-10-33 0,12-6-32 16,19-6-36-16,3-2-41 0,12 5-724 15,-16 15-889-15</inkml:trace>
  <inkml:trace contextRef="#ctx0" brushRef="#br0" timeOffset="5748.1">10809 2846 3748 0,'21'-14'-55'0,"-6"2"119"16,-3 4 110-16,-5 4 79 0,-2-1 76 0,1 0 30 15,-6 5 19-15,0 0-13 0,7-5-29 16,-7 5-35-16,0 0-3 0,0 0 20 16,3 25-6-16,-6-1-29 0,-4 12-20 0,3 17-33 15,-3 5-11-15,1 5-203 16,6-2-16-16,-1 1 0 0,-3-3 0 0,4-11 0 15,-3-4 0-15,6 0 0 0,-1-7 0 16,-2-8 0-16,0-6 0 0,2-5 0 0,-2-4 0 16,0-5 0-16,0-1-68 0,1-4-297 15,-1-4-81-15,0 0-75 0,0 0-74 0,11-31-124 16,-7 9-90-16,5-17 72 0,3-15-600 16,-4-5-793-16</inkml:trace>
  <inkml:trace contextRef="#ctx0" brushRef="#br0" timeOffset="5932.29">10681 2827 3794 0,'-16'0'148'0,"16"0"82"16,-14 0 74-16,14 0 64 0,-13-2 43 0,13 2 18 15,0 0-5-15,-1-8-28 0,1 8-42 16,17-14-39-16,3 6-30 0,10-8-32 0,6 4-55 16,4 0-79-16,12 0-99 0,-15 4-124 15,3 1-121-15,-7 5-108 0,-7 2-117 16,1 2-93-16,-9 3-73 0,-5 0-145 0,-6 4-12 15,-1 1 77-15,-2 0-510 0,-6 4-671 16</inkml:trace>
  <inkml:trace contextRef="#ctx0" brushRef="#br0" timeOffset="7098.36">6688 5200 1144 0,'0'0'411'0,"0"0"-72"0,0 0-51 0,0 0 5 0,-5-12-10 0,5 12-13 16,0 0-13-16,-6-9-11 0,6 9 8 0,-2-6 7 15,2 6 2-15,-3-6-6 0,3 6-18 16,-4-8-8-16,4 8-5 0,0 0 3 0,-9-9-6 16,9 9 0-16,0 0-13 0,-3-5 2 15,3 5-10-15,0 0-6 0,0 0-3 16,-4-7-14-16,4 7-9 0,0 0-7 0,-4-8-8 15,4 8-9-15,0 0-15 16,-1-9-5-16,1 9-11 0,0 0-59 0,-4-9-56 16,4 9 0-16,0 0 0 0,-2-8 0 15,2 8 0-15,0 0 0 0,-4-9 0 0,4 9 0 16,0 0 0-16,0 0 0 0,0-8 0 16,0 8 0-16,0 0 0 0,0 0 0 0,-6-7 0 15,6 7 0-15,0 0 0 0,0 0 0 16,0 0 0-16,0 0 0 0,0 0 0 0,0 0 0 15,0 0 0-15,0 0 0 0,0 0 0 16,8 45 0-16,0-11 0 0,-5 3 0 16,1 4 0-16,-2 0 0 0,1-2 0 15,-3 2 0-15,5-2 0 0,-3 2 0 0,0-12 0 16,0-2 0-16,-2-4 0 0,2-2 0 16,-2-5 0-16,0 1 0 0,1-5 0 15,-1 0 0-15,0-2 0 0,0-1 0 0,2-3 0 16,-2-6 0-16,0 14 0 0,0-14 0 15,-2 9 0-15,2-9 0 0,-1 3 0 0,1-3 0 16,0 0 0-16,0 0 0 0,0 0 0 16,-16-14 0-16,16 14-112 0,-6-12-708 0,3 4-149 15,1-2 81-15,0-1-949 0,0-2-1264 16</inkml:trace>
  <inkml:trace contextRef="#ctx0" brushRef="#br0" timeOffset="7615.04">6637 4836 5185 0,'-8'-10'-140'0,"4"0"58"0,2 3 57 0,-1 1 50 0,-1-1 44 0,4 7 34 0,-4-9 28 16,4 9 14-16,-3-9 10 0,3 9 13 0,-4-7-2 15,4 7-1-15,0 0-11 16,-6-10-8-16,6 10-11 0,0 0-18 15,-4-5-11-15,4 5-9 0,0 0-22 0,0 0-8 0,0 0-5 16,0 0-8-16,0 0 1 16,0 0-3-16,16 36 2 0,-7-19-5 0,8 8 3 15,2 4-5-15,9 4-4 0,1 2 1 16,7 5-26-16,3 1 1 0,3-2-3 0,1 2-4 16,-1-1 0-16,0-2 2 0,-6-2-1 15,-4 0 2-15,-5 0-3 0,-7-7 0 0,-8 0 24 16,-3 1 38-16,-5-1 27 0,-8 4 29 15,-6 6 27-15,-7 3-81 0,-6 1-76 16,-6 1 0-16,-5 1 0 0,-4-2 0 16,1-1 0-16,1-1 0 0,0-6 0 15,8 1 0-15,3-8 0 0,6-3 0 0,2-2 0 16,4-3 0-16,2-5 0 0,4-1 0 16,2-2 0-16,-5-1 0 0,7-2 0 0,-2-5 0 15,-1 1 0-15,6-5 0 0,-7 11 0 16,5-5 0-16,2-6 0 0,0 0 0 0,-7 5 0 15,7-5 0-15,0 0 0 0,0 0 0 16,0 0 0-16,0 0 0 0,0 0 0 0,0 0 0 16,0 0 0-16,0 0 0 0,0 0 0 15,0 0 0-15,0 0 0 0,0 0-722 0,0 0-270 16,-2-19 98-16,2 19-1005 16,-2-6-1321-16</inkml:trace>
  <inkml:trace contextRef="#ctx0" brushRef="#br0" timeOffset="8582.24">7746 5366 4715 0,'2'-12'-233'0,"-2"1"59"0,0 0 57 0,2 1 47 16,-4 0 47-16,4 3 46 0,-2-2 44 16,0 9 35-16,-2-15 19 0,2 10 8 0,0 5 3 15,-2-10 0-15,2 10-6 0,0-9-10 16,0 9-5-16,0 0-11 0,-2-11-8 15,2 11-8-15,0 0-15 0,-2-6-5 0,2 6-2 16,0 0 9-16,0 0 5 0,0 0 3 16,0 0 3-16,-2 33 0 0,1-17 7 0,-1 5 4 15,0 5 11-15,-2 10-3 0,4 1-17 16,-2 2-12-16,2 1-4 0,-4-3-4 0,7-2-8 16,-2-6-4-16,1-4 0 15,2-3-13-15,0 0-4 0,-3-5-4 0,3-1 2 16,0-4-2-16,-1 0-7 0,1-3 10 15,-1 1-4-15,3-3 4 0,-6-7 7 16,9 5-2-16,-9-5 6 0,15-2 3 0,-15 2 2 16,17-8-2-16,-8-2-5 0,3 2 1 15,-1-1-8-15,1 3-1 0,0-2 5 0,-5 2-5 16,0 1-7-16,2 1-2 0,-9 4 3 16,14-5-1-16,-14 5 0 0,20 3 2 0,-20-3 1 15,27 4-5-15,-13-1-3 0,2 3-1 16,3-2 0-16,0-2-3 0,4 4-3 0,2-2 3 15,-1-4-4-15,-1 0 7 16,-2 0-4-16,2-3 2 0,-4 2 28 0,-2-3 21 16,2 0-65-16,-1-2-4 0,-6-1 0 15,2 0 0-15,-3-2 0 0,0 1 0 16,-2-4 0-16,-4 0 0 0,-1-4 0 0,-2-2 0 0,2-6 0 16,-4-2 0-16,0-11 0 15,-4-3 0-15,2 1 0 0,0 0 0 0,2 10 0 16,0 2 0-16,0 6 0 0,0-2 0 15,-2 6 0-15,2 3 0 0,0 4-150 0,-2 4-250 16,-1 4-66-16,3 2-74 0,0 0-115 16,-23 8-187-16,13 0 64 0,-2 1 93 0,5 1-565 15,2 0-711-15</inkml:trace>
  <inkml:trace contextRef="#ctx0" brushRef="#br0" timeOffset="9098.1">8644 4935 3565 0,'-4'-12'99'0,"2"2"49"0,1 4 34 0,1 6 15 0,-5-8 2 0,5 8-17 0,0 0-20 0,0 0-16 16,0 0 17-16,0 0 9 0,0 0-10 15,0 43-5-15,0-16-26 0,0 14-5 0,0 17-3 16,-2 2-11-16,0 2-2 15,0 0-5-15,-1-1-1 0,-1 0 5 0,2-1-2 16,-2-10 7-16,-4-9-3 0,4-2 12 16,-3-5 4-16,3-7 6 0,-1-6-2 0,1-4 2 15,0-2 1-15,2-4 3 0,-2 1 11 16,2-6 9-16,0 2 2 0,2-8-136 0,0 0-23 16,0 0 0-16,0 0 0 0,0 0 0 15,-2-28 0-15,8 7 0 0,0-2 0 16,0-10 0-16,5 1 0 0,-2 4 0 0,5 1 0 15,-6 6 0-15,-1 3 0 0,3 7 0 16,-3-1 0-16,5 1 0 0,1 5 0 16,0 4 0-16,1 1 0 0,1 2 0 15,4 5 0-15,-4 3 0 0,5 4 0 0,-6 1 0 16,6 4 0-16,-4 1 0 0,-4-3 0 16,-2 1 0-16,-2 2 0 0,-1-4 0 0,-3 0 0 15,2 0 0-15,-5-1 0 0,1-1 0 16,0-2 0-16,0-1 0 0,2-1 0 0,-2-2 0 15,-2 2 0-15,2-3 0 0,-2 0 0 16,0-6 0-16,0 10 0 0,0-10-492 0,0 0-137 16,0 0-162-16,0 0-81 0,0 0 82 15,0 0-780-15,11-22-1013 0</inkml:trace>
  <inkml:trace contextRef="#ctx0" brushRef="#br0" timeOffset="9532.57">9198 5413 4329 0,'-7'5'9'0,"1"1"31"0,3-6 28 0,3 0 18 0,0 0 13 0,-7 8 17 0,7-8 6 16,0 0 5-16,0 0-1 0,0 0-4 0,7 12-5 15,-7-12-5-15,13 4-7 0,-13-4-12 16,12 2 0-16,-12-2-2 0,16 0-4 0,-16 0-3 15,17-2-8-15,-7-2-8 0,-10 4-5 16,15-10-10-16,-8 0 3 0,0 4-5 16,-2-3-11-16,-3-5-5 0,0 2 0 15,-2 1-10-15,0-3 1 0,-6 2-9 16,3 0-1-16,-8 2-4 0,4 1-1 0,-6 4 2 16,-3 0-2-16,4 5 2 0,-10 0-6 15,1 5 2-15,-1 2-5 0,-5 5 3 0,0 2 6 16,2 4 3-16,6 3 7 0,4 1 12 15,3-2 5-15,1 9-17 0,7-3-8 0,2-5 2 16,2 4 1-16,2-3 2 0,6 0-1 16,2 5 5-16,6-1-11 0,2-3-1 15,1-2-14-15,-2-9-22 0,-2-1-20 16,2-3-28-16,-2-2-39 0,5-5-49 0,1-1-56 16,-1-3-74-16,3-3-60 0,6-5-55 15,0-3-47-15,-4-3-61 0,-1-5-77 16,1-1-31-16,-1-2-438 0,-1-4-530 0</inkml:trace>
  <inkml:trace contextRef="#ctx0" brushRef="#br0" timeOffset="9947.12">9524 5336 2738 0,'4'-11'9'16,"-2"1"82"-16,-2 2 67 0,0 1 60 15,0 7 36-15,0-11 15 0,0 11 4 16,0 0-17-16,0 0 6 0,0 0 15 0,0 0-10 16,0 0-11-16,0 0-4 15,-6 24-24-15,5-12-11 0,1 4-25 0,0 1-20 16,-2 0-9-16,0 3-16 0,-1-6-16 15,3 5-11-15,0-3-10 0,-2-3-9 0,2 0-11 16,-2-1-6-16,2-2-9 0,0 0-5 16,-2-3-1-16,2-7-2 0,0 12 12 0,0-12 10 15,0 10 5-15,0-10-2 0,0 0-6 16,0 0-10-16,0 0-17 0,0 0-59 0,0 0 0 16,14-35 0-16,-6 18 0 0,-1 3 0 15,0-1 0-15,0 3 0 0,-1 2 0 16,-3 2 0-16,3 1 0 0,-3 3 0 0,-3 4 0 15,14-5 0-15,-14 5 0 0,0 0 0 16,22 10 0-16,-13-3 0 0,-2 2 0 16,4 2 0-16,-1-2 0 0,0 4 0 15,-3-3 0-15,5 1 0 0,-4 1 0 0,-1 0 0 16,2-3 0-16,-2-1 0 0,-4-2 0 16,1 0 0-16,2-1 0 0,-6-5 0 0,5 10 0 15,-5-10 0-15,6 7 0 0,-6-7 0 16,2 5 0-16,-2-5-140 0,0 0-214 0,0 0-93 15,0 0-108-15,0 0-139 0,0 0-149 16,0 0 78-16,0 0-729 0,-2-29-941 16</inkml:trace>
  <inkml:trace contextRef="#ctx0" brushRef="#br0" timeOffset="10980.4">10751 5003 4291 0,'8'-17'-35'0,"-2"4"51"0,-4 0 45 0,2 5 50 0,-3 1 43 0,1 2 41 0,-2 5 33 0,4-12 33 15,-4 12-13-15,2-9-5 16,-2 9-31-16,4-6-22 0,-4 6-21 0,0 0 23 16,0 0 9-16,5 33-10 0,-2-6-17 15,-3 12-17-15,-3 7-13 0,1 12 2 0,0 4-3 16,-1 0-7-16,-3 1-12 0,1 0-8 16,-1-8-9-16,-2-1-91 0,2-13-16 15,1-3 0-15,-3-3 0 0,0-2 0 0,2-9 0 16,3-7 0-16,-3-2 0 0,4-2 0 15,1-3 0-15,-1 0 0 0,-2-3 0 0,0-1 0 16,4-6 0-16,-6 8 0 0,6-8 0 16,0 0 0-16,0 0 0 0,-22-14 0 15,10 3 0-15,1-4 0 0,-7-9 0 16,1 2 0-16,0-4 0 0,-2 2 0 0,2-1 0 0,-1 1 0 16,2 2 0-16,-2 3 0 15,7 3 0-15,0 1 0 0,1 3 0 0,0 2 0 16,5-2 0-16,-2 5 0 0,6-1 0 15,1 0 0-15,1-1 0 0,11 1 0 0,8-2 0 16,12-3 0-16,6-2-209 0,18 0-54 16,1 1-22-16,6 0-4 0,3 2 14 15,2-3 24-15,-7-2 17 0,0 0 21 0,-7-4 29 16,-7-1 13-16,-4-4 30 16,-17 3 29-16,-7-2 43 0,-2-3 39 0,-5-1 32 0,-9 4 29 15,-1 1 22-15,-2 0 20 0,-2 1 12 16,-1 1 7-16,-3 3 2 0,0 1-2 15,-1 4-1-15,1 0-17 0,-4 4-10 16,3 2-2-16,0 8-8 0,7 0 0 0,-25 12 10 16,5 8 14-16,5 4-13 0,-4 7-3 15,0 11 28-15,4 3 5 0,-3 1 0 0,9 3-12 16,2-8-2-16,3 0-7 0,0 2 0 16,4-4-13-16,-3 0 1 0,3-8-10 15,5 6-4-15,-5-11-2 0,2-3-4 0,-2-4-3 16,2-2-7-16,-2-3 21 0,0-2 24 15,2-4 26-15,1 3 29 0,-3-6 7 16,0-5-81-16,0 0-58 0,0 0 0 16,27-12 0-16,-16 2 0 0,1-2 0 0,-1 3 0 15,2 1 0-15,-3-4 0 0,0 8 0 16,-3-2 0-16,0 2 0 0,4 1 0 0,-11 3 0 16,0 0 0-16,23 5 0 0,-16 1 0 15,2 0 0-15,1 6 0 0,-4-1 0 0,1 1 0 16,-3-1 0-16,2 1 0 0,-4-2 0 15,-1 2 0-15,3 0 0 0,-4 0 0 0,0-2 0 16,3-2 0-16,-1 3-99 0,-2-4-316 16,2 0-85-16,-2-1-110 0,0-6-144 15,1 5-75-15,-1-5 85 0,0 0-698 16,0 0-892-16</inkml:trace>
  <inkml:trace contextRef="#ctx0" brushRef="#br0" timeOffset="11380.54">11700 5416 4104 0,'-15'8'94'0,"15"-8"42"0,-9 4 37 0,9-4 28 0,0 0 19 0,-8 6 8 0,8-6-12 16,0 0-21-16,0 0-16 0,-10 4-20 16,10-4-8-16,0 0-15 0,0 0-6 15,0 0-18-15,0 0-8 0,0 0-14 16,0 0-8-16,0 0-11 0,0 0 0 15,0 0-7-15,35-12-4 0,-35 12-5 0,10-6-2 16,-6 0-16-16,-4 6-6 0,5-11-2 16,-5 5-8-16,0 6-2 0,-2-12-1 0,2 12-13 15,-7-7 10-15,-2 3-13 0,9 4 0 16,-24 1 1-16,1 4 5 0,-9 6-6 0,-3 1-2 16,3 3 7-16,-1 3-2 0,5-1 7 15,4 1 17-15,2 1-3 0,8-3 4 16,5-1 7-16,4 1 13 0,1-3 3 15,2 1 4-15,4 0 7 0,4 1 5 0,-1-1-2 16,5 1 5-16,3-3-2 0,2 0-7 16,4-2-7-16,1 0-8 0,-2-1-26 15,3-4-59-15,-1-1-86 0,-2-1-81 0,5-1-83 16,-3-2-109-16,7-4-128 0,5-3-171 16,2-3-129-16,2-2 76 0,14-1-706 0,6-3-903 15</inkml:trace>
  <inkml:trace contextRef="#ctx0" brushRef="#br0" timeOffset="11846.77">12914 5288 3922 0,'-6'-12'143'16,"6"12"57"-16,-11-9 20 0,8 6 17 15,3 3 6-15,-11-5 10 0,11 5 18 0,0 0 4 16,0 0-14-16,-12 19-12 0,10-8-22 15,2 3-22-15,0 3-19 0,-2 2-16 0,2 3-16 16,0 2-17-16,0 0-10 0,0 3-10 16,-2-2-11-16,0-2 0 0,-2 2-5 15,3-3 0-15,-4-3-6 0,-1 0-10 0,3-4-85 16,-1-1 0-16,0-2 0 0,4-2 0 16,-1-3 0-16,-3-2 0 0,4-5 0 0,0 0 0 15,0 0 0-15,0 0 0 16,2-30 0-16,9-1 0 0,3-3 0 0,6-7 0 15,3 2 0-15,-4 10 0 0,0 2 0 16,-2 4 0-16,-2 6 0 0,-3 5 0 0,1 6 0 16,-4 2 0-16,3 2 0 0,-12 2 0 15,25 9 0-15,-10 1 0 0,3 4 0 0,-2 8 0 16,4 0 0-16,-6 5 0 0,2-1 0 16,-3 1 0-16,-3-5 0 0,0-1 0 0,-7-4 0 15,5 3 0-15,-7-5 0 16,4 1 0-16,-1-3 0 0,0 0 0 0,-3-3 0 15,-1-2 0-15,2-3 0 0,0 2 0 16,-2-7 0-16,4 7 0 0,-4-7 0 0,0 0 0 16,0 0-186-16,0 0-423 0,19-19-105 15,-8 2-161-15,-2 1 43 0,11-9 102 16,-3 0-714-16,4-1-893 0</inkml:trace>
  <inkml:trace contextRef="#ctx0" brushRef="#br0" timeOffset="12197.37">13566 5267 3714 0,'0'0'-13'0,"0"0"83"0,-28 9 58 0,15-2 42 0,-3 5 46 0,-2 1 28 15,-2 10 35-15,-3 0 16 0,4 5-20 16,-4 10-1-16,4-5-14 0,1-2-21 0,7 4-25 16,4 0-13-16,1-5-9 0,5-4-17 15,2-5-13-15,1-3-16 0,2-4-5 16,3 1-4-16,3-4-2 0,2-1-6 0,0-2-12 15,2-6-11-15,3 0-9 0,2-4-9 16,0 0-88-16,2-4 0 0,0-3 0 0,1-1 0 16,0-6 0-16,-1-4 0 15,-2-2 0-15,0-4 0 0,-3-5 0 0,-3-1 0 0,-4-1 0 16,-3-2 0-16,-2 9 0 16,-4 3 0-16,-2 0 0 0,-3 3 0 0,-6 3 0 0,0 2 0 15,-3 1 0-15,0 3 0 16,-4 5 0-16,3 1 0 0,-6 3 0 0,6 0 0 15,-2 6-185-15,-3-1-277 0,2 4-102 16,-2 1-136-16,4 1-165 0,2 0 77 16,7-4-786-16,-1 1-1015 0</inkml:trace>
  <inkml:trace contextRef="#ctx0" brushRef="#br0" timeOffset="12682.07">14194 4834 4679 0,'-7'-16'135'0,"3"5"70"0,1 1 75 15,-1 4 24-15,0 0 11 0,4 6-15 0,-2-7-27 16,2 7-26-16,0 0 10 0,0 0 2 16,-12 28-13-16,9-6-19 0,-5 17-19 0,1 11-12 15,0 8-136-15,-4 3-60 0,2 0 0 16,2 5 0-16,-2-4 0 0,0-1 0 0,4-2 0 15,-1-5 0-15,2-12 0 0,0-4 0 16,-2-9 0-16,4-8 0 0,1-3 0 16,-1-3 0-16,-2-3 0 0,4-2 0 15,-2-3 0-15,2-7 0 0,0 9 0 0,0-9 0 16,0 0 0-16,0 0 0 0,0 0 0 16,6-29 0-16,-6 15 0 0,0-3 0 0,-6-4 0 15,2 4 0-15,-6-1 0 0,1 1 0 16,2 7 0-16,-4 2 0 0,-3 3 0 0,-1 2 0 15,1 3 0-15,1 0 0 0,-1 5 0 16,1-1 0-16,-1 5 0 0,2 5 0 0,2-1 0 16,0 3 0-16,5-1 0 0,1 1 0 15,0 0 0-15,2-3 0 0,4-1 0 16,4 3 0-16,-3-2 0 0,3-3 0 0,2 2 0 16,3-4 0-16,0-3 0 0,3-1 0 15,1 1 0-15,1-5 0 0,0 0 0 16,2-1-116-16,3-5-368 0,10-6-102 0,-1-1-145 15,6-5-136-15,4-5 82 0,4-3-787 16,0-2-1014-16</inkml:trace>
  <inkml:trace contextRef="#ctx0" brushRef="#br0" timeOffset="13096.84">14583 5438 4116 0,'-13'3'45'0,"2"-2"94"0,11-1 55 0,-15 4 60 0,15-4 14 0,-11 2 16 0,11-2-6 16,0 0-9-16,0 0-20 0,-12 1-12 16,12-1-5-16,0 0-4 0,0 0-10 15,0 0-19-15,0 0-23 0,0 0-19 0,38 0-13 16,-38 0-17-16,22-5-10 0,-9 2-9 16,-4 0-11-16,0-3-42 0,1 0-55 0,-1 0 0 15,-1-1 0-15,-3-2 0 0,2 0 0 16,-3-1 0-16,-3 3 0 0,-1-5 0 0,-1 2 0 15,-5 2 0-15,-1 1 0 0,-4 2 0 16,-2 1 0-16,0 3 0 0,-9 2 0 0,-2 1 0 16,-1 5 0-16,-3 3 0 15,-1 5 0-15,2-1 0 0,2 3 0 0,9 4 0 16,-4 3 0-16,9-5 0 0,3-1 0 16,2-1 0-16,3 4 0 0,3-3 0 0,0-1 0 15,3-2 0-15,1 1 0 0,4-4 0 16,3 0 0-16,2-3 0 0,1-3 0 15,5-1 0-15,-2-1 0 0,3-3 0 0,0-1 0 16,1-1-304-16,4-3-183 0,9-5-124 16,-1-1-174-16,-3-3-61 0,4-4 96 0,-5-2-749 15,5-9-946-15</inkml:trace>
  <inkml:trace contextRef="#ctx0" brushRef="#br0" timeOffset="13297.13">14945 4911 4354 0,'-5'-15'154'0,"-1"3"76"0,5 2 68 0,-5 3 37 16,4 1 3-16,2 6-18 0,-3-8-27 15,3 8-44-15,0 0-21 0,0 0-21 0,0 0-22 16,0 0-18-16,16 17-20 0,-9-3-36 16,0-2-57-16,-1 5-80 0,-3 3-79 0,1-5-68 15,0 4-63-15,-4-2-86 0,0 4-88 16,-2-1-82-16,-4-1-131 0,3 0-143 0,-3-4 61 15,-1 2-592-15,6-5-754 16</inkml:trace>
  <inkml:trace contextRef="#ctx0" brushRef="#br0" timeOffset="13713.67">15596 5259 3476 0,'0'0'118'0,"-4"-19"63"0,2 10 48 16,1 3 36-16,1 6 31 0,-7-16 23 16,7 13-17-16,0 3-21 0,-4-12-24 0,4 12-38 15,-2-10-26-15,2 10-18 16,0 0-18-16,-14 0-14 0,14 0-10 0,-25 8-18 16,9-1-15-16,-2 3-5 0,-2 0-12 15,-5 8-11-15,9-3-1 0,-2-1-11 0,3 1-5 16,5-3-4-16,3-2-15 0,-1 2 3 15,6-2-8-15,2-1-2 0,0 3 4 16,6-4 7-16,1 6 24 0,5-2-2 0,1 0-3 16,0 3-2-16,-1-4-4 15,-1 1 3-15,1 2-1 0,-2-1-3 0,-1-3-2 16,-2 5-21-16,2-3-29 0,-6-2 0 16,1 2 0-16,0 0 0 0,-4-2 0 0,0-1 0 15,-6 1 0-15,2 0 0 0,-4-1 0 16,1 1 0-16,-6-3 0 0,-3 2 0 0,3-4 0 15,-3-2 0-15,-2-1 0 0,2-2 0 16,0-4-140-16,-2 1-383 0,3-2-178 0,-2-6-217 16,-1 1 75-16,5 2 93 0,2-4-718 15,1 2-916-15</inkml:trace>
  <inkml:trace contextRef="#ctx0" brushRef="#br0" timeOffset="14396.74">16661 5426 3635 0,'7'-2'-191'16,"-7"2"57"-16,0 0 46 0,10 0 40 0,-10 0 33 0,8-4 31 0,-8 4 26 0,0 0 12 0,9-9 33 0,-9 9 23 16,6-8 11-16,-6 8 22 0,3-8 8 15,-3 0-2-15,0 8-5 0,-1-12-10 0,-3 5 3 16,-2 0-1-16,-1 2-12 0,-3 0-12 16,-1 2-7-16,-7 3-12 0,18 0-7 0,-38 6-3 15,6 6-8-15,2 2-3 0,1 5 1 16,0 2 0-16,4 5-7 0,3-1-1 15,5 3-1-15,2 1-4 0,5 0-12 16,0-5 1-16,9-2 0 0,-1-5-6 0,4 0-8 16,1 2 0-16,5-1-3 0,4-3-25 15,1-3-33-15,6-2-39 0,8-3-47 16,-1-4-53-16,2-3-64 0,17-3-53 0,6-8-64 16,0-7-70-16,3-3-76 0,-6-4-86 15,-1-4 0-15,-6-4-355 0,0-3-413 0</inkml:trace>
  <inkml:trace contextRef="#ctx0" brushRef="#br0" timeOffset="14946.93">17151 5022 2553 0,'0'-34'48'16,"0"6"68"-16,-4 3 60 0,0 3 49 15,3 5 42-15,-6 1 30 0,1 3 15 16,3 1 0-16,-3 2-22 0,1 3-21 16,-3 7-31-16,8 0-13 0,-26 15-1 0,2 6-24 15,-6 16-9-15,1 6-14 0,1 10-8 16,1 1-16-16,4 3-17 0,2 2-10 0,6 1-11 15,4-1-10-15,0-1-11 0,4-1-9 16,5-15-7-16,0 1-11 0,2-11-3 0,0-8-8 16,0-2-5-16,-1-7-1 0,2-1-1 15,-1 0-2-15,0-6 4 0,2-1-11 16,-2-7 3-16,12 4-9 0,-12-4-7 16,21-9 2-16,-8 0-5 0,0-2-5 0,3-1-3 15,1 1 3-15,-5 1 4 0,-1 2-5 16,-4-1 2-16,3 4-5 0,-2 2-5 0,-3-3 1 15,-5 6 5-15,13 0-5 0,-13 0-4 16,18 6-1-16,-11-1 6 0,5 5-3 16,-3 0 0-16,2 0-2 0,-2 2 1 0,0-1-9 15,-2-1-25-15,1 0-18 0,-2-3-12 16,2 2-12-16,-3-3-15 0,1-1-13 0,-3 1-14 16,-3-6-18-16,6 8-29 0,-1-4-34 15,-5-4-50-15,0 0-52 0,0 0-47 0,0 0-32 16,0 0-26-16,0 0-17 0,11-18-3 15,-8 9 21-15,5-7 43 0,0-3 48 0,5-7 58 16,-4 6 64-16,1 5 65 16,-2 1 55-16,-1 0 60 0,-1 4 54 0,-3-1 43 15,2 3 27-15,1 0 18 0,-5 3 12 16,3-1 6-16,-4 6 21 0,0 0 3 16,0 0-10-16,0 0-13 0,18 11-12 0,-16-1-16 15,-1 0-11-15,3 3-16 0,-2 5-22 16,0-1-42-16,-2-2-39 0,0 1-57 0,0-1-63 15,2-3-62-15,-2 0-55 0,0 0-74 16,-2-5-77-16,4 1-113 0,-2-3-51 0,0-5 48 16,0 0-202-16,3 4-199 15</inkml:trace>
  <inkml:trace contextRef="#ctx0" brushRef="#br0" timeOffset="15098.24">17371 5269 1957 0,'-1'-17'88'0,"-1"3"31"0,-2 1 9 0,2 5 7 0,0 0-5 0,1 3-15 16,1 5-13-16,-4-10-36 0,0 4-51 16,4 6-54-16,0 0-58 0,-4-4-87 0,4 4-122 15,0 0-156-15,0 0-139 16,0 0-101-16</inkml:trace>
  <inkml:trace contextRef="#ctx0" brushRef="#br0" timeOffset="15846.78">17621 4773 2059 0,'3'-13'264'15,"-3"2"21"-15,0 4 8 0,0 7-2 0,-3-6-19 16,3 6 9-16,0 0 25 0,0 0 22 16,-6 44-12-16,-3-6-3 0,2 15-3 0,-5 11-4 15,3 4-10-15,-3 7-22 16,-3 18-23-16,0 2-23 0,-1-3-23 0,5-18-15 15,1-6-23-15,1 1-17 0,1-7-13 16,-1-6-15-16,1-5-28 0,2-12-36 16,3-5-30-16,-1-7-42 0,0-8-44 0,2-4-23 15,2-4-28-15,0-3-31 0,0-3-42 16,0-5-33-16,4 4-37 0,-4-4-30 0,0 0-39 16,18-26-20-16,0-1-13 0,3-12-12 15,1-6-1-15,3-11 7 0,0-2 10 0,10-24 21 16,-1-1 41-16,-2-4 20 0,0 3 53 15,0 2 65-15,-10 21 44 0,-4 3 59 16,-4 6 45-16,-3 12 50 0,-6 6 48 16,-1 7 56-16,-2 5 38 0,-2 4 22 0,0 5 16 15,0 1 11-15,-2-2 6 0,0 5-15 16,0 3-4-16,-2 2-3 0,4 4 13 0,0 0 16 16,-25 10 7-16,4 13-2 0,5 8-4 15,-8 11-2-15,-1 8-3 0,1 1-17 16,0 5-10-16,0 4-11 0,5-1-10 0,1 0-25 15,4 0-18-15,3-2-12 0,-1-5-15 16,4-9-11-16,3-6-14 0,-1-1-79 16,0-5-26-16,0-7 0 0,4-5 0 0,0-4 0 15,2-3 0-15,0-2 0 0,0-3 0 0,0-7 0 16,2 9 0-16,-2-9 0 16,0 0 0-16,0 0 0 0,0 0 0 0,22-16 0 0,-19 8 0 15,3-1 0-15,-3-3 0 16,-1 2 0-16,2 1 0 0,-1-1 0 0,-1 2 0 15,-2-1 0-15,0 9 0 0,-7-15 0 16,3 10 0-16,1-1 0 0,3 6 0 0,-15-5 0 16,15 5 0-16,-16-2 0 15,16 2 0-15,0 0 0 0,-27 7 0 0,20-1 0 16,0-1 0-16,-4 5 0 0,2-2 0 16,6 1 0-16,-5 2 0 0,3-2 0 0,0 0 0 15,1 0 0-15,1-1 0 0,1-1 0 16,2-7 0-16,-2 16 0 0,2-12 0 0,0-4 0 15,4 11-55-15,-4-11-135 0,7 8-58 16,0-6-71-16,-2 0-93 0,-5-2-98 16,17 4-120-16,-7-4-186 0,-10 0 64 0,25-2 92 15,-10 0-564-15,2 0-687 0</inkml:trace>
  <inkml:trace contextRef="#ctx0" brushRef="#br0" timeOffset="16412.54">18199 4838 3311 0,'2'-24'-10'0,"0"6"64"15,-2 4 59-15,2 2 33 0,-2 2 26 0,-2 3 12 0,2 2-10 0,0 5-11 16,0 0 17-16,0 0 19 0,0 0 6 0,-18 27 8 16,7 4 14-16,-3 4-18 0,0 18 14 15,-4 5 19-15,3 7 4 0,-2 1-1 0,0 1-17 16,1 4-16-16,4-3-14 16,-2 1-18-16,-1-3-11 0,1-8-10 0,3-2-11 15,-3-5-10-15,5-13-10 0,0-4-9 16,-2-3-103-16,6-8-16 0,-1-6 0 15,5-3 0-15,-3-3 0 0,0-1 0 0,2 0 0 16,2-5 0-16,0-5 0 0,0 0 0 16,0 0 0-16,0 0 0 0,0 0 0 0,0 0 0 15,-2-27 0-15,2 10 0 0,0-10 0 16,-3-6 0-16,-6 0 0 0,6 6 0 0,-5 7 0 16,-1 1 0-16,-3 4 0 15,-3 3 0-15,0 9-16 0,-4-1-42 0,2 4 10 0,-7 5 9 16,4 5-2-16,-8 6 9 15,4 4 17-15,1 1 8 0,10-1-5 0,-2 3 9 16,5 1 4-16,7-4 6 0,-6 0 8 16,9-3-2-16,0 1 10 0,0 0 4 0,9 1-5 15,-4-4 1-15,3-1 1 0,2-4 0 16,5 0-4-16,-2-1-3 0,2-4-25 0,5 0-39 16,-6-3-65-16,8-1-66 0,-2 1-68 15,3-4-86-15,2 1-96 0,4-5-117 16,5-2-141-16,0-4-110 0,0-3 76 0,11-4-653 15,-4-3-828-15</inkml:trace>
  <inkml:trace contextRef="#ctx0" brushRef="#br0" timeOffset="16681.65">18845 5479 4234 0,'-18'0'249'0,"7"-2"39"15,-1 0 63-15,12 2 30 0,-13-4 17 0,13 4-10 0,0 0-35 0,-11-1-33 0,11 1-35 16,0 0-31-16,0 0-25 0,23-11-30 16,-10 5-57-16,2 3-54 0,5-1-59 15,-3 0-86-15,3 3-78 0,5-4-86 16,-1 3-82-16,-3-2-100 0,-3 4-105 0,0-2-104 15,-3 0-159-15,-2 2 6 0,2 2 91 16,-6-2-598-16,-9 0-731 0</inkml:trace>
  <inkml:trace contextRef="#ctx0" brushRef="#br0" timeOffset="16879.22">18799 5625 3691 0,'-19'9'161'0,"2"-2"49"0,0-2 42 16,7-2 49-16,1 1 61 0,1-3 13 15,8-1-15-15,-12 4-23 0,12-4-29 0,0 0-34 16,0 0-25-16,-1 5-26 0,1-5-23 16,0 0-61-16,42-3-75 0,-11 1-99 15,12-2-94-15,7 1-91 0,13-7-109 0,0 1-123 16,-1-1-142-16,5-4-193 0,-4-1 42 16,-1-2 89-16,3 3-555 0,6-3-673 0</inkml:trace>
  <inkml:trace contextRef="#ctx0" brushRef="#br0" timeOffset="17219.16">20179 5208 3614 0,'-17'-4'122'16,"-5"2"38"-16,8 4 37 0,-4 2 32 0,1-1 18 16,-6 5 9-16,-5 10 25 0,1 5 3 15,-4 10-8-15,3 1-8 0,4 5-22 0,6-8-21 16,9 4-19-16,2 0-12 0,7-6-8 15,7 6-13-15,0-2-13 0,6-4-9 0,8-2-4 16,4-2-9-16,0-4-15 0,6-7-9 16,1-2-13-16,2-3-9 0,4-7-91 0,2-1-1 15,1-2 0-15,-4-7 0 0,-1 0 0 16,0-4 0-16,3-3 0 0,-3-9 0 16,-5 4 0-16,-1-12 0 0,-1 0 0 0,-11 5 0 15,-2-6 0-15,-7-2 0 0,-3 2 0 16,-8 1 0-16,-5-2 0 0,-10 1 0 15,-12 1 0-15,-11 8 0 0,-9 5 0 0,-7 9 0 16,10 3 0-16,-1 7-356 0,3-2-396 16,-2 6-193-16,9 1 92 0,8-3 81 15,8-1-763-15,1 2-979 0</inkml:trace>
  <inkml:trace contextRef="#ctx0" brushRef="#br0" timeOffset="18195.5">6395 7141 2139 0,'0'0'639'16,"-3"-13"-182"-16,0 2-116 0,3 1-66 0,4 0-50 0,-2-2-22 0,2-2-19 0,2 4-23 16,-3-1-5-16,3 1-20 0,2 5-15 15,-1 1-12-15,1 0-13 0,-8 4-6 0,21 0-7 16,-21 0-12-16,19 8-7 0,-13 0 5 15,1 5 17-15,-5-1 14 0,-2 3 13 0,2 1 4 16,-4 0 9-16,0 1 6 0,-3 6-4 16,0-3-7-16,2-3-5 0,-5-2-11 15,5-1-1-15,-1-1-8 0,2-3-5 16,0 2 0-16,2-5-8 0,-2 2-1 0,2-3-5 16,0-6-4-16,2 13-10 0,-2-13-7 15,8 6-5-15,-8-6-25 0,12 2-43 0,-12-2-61 16,27-5-61-16,-9 2-70 0,3-6-84 15,10-3-98-15,1-4-89 0,6-13-81 16,1-1-111-16,2-4-53 0,-5-5 70 0,-2 2-514 16,-5-8-634-16</inkml:trace>
  <inkml:trace contextRef="#ctx0" brushRef="#br0" timeOffset="18462.75">6841 6665 3008 0,'-11'-2'-42'0,"-1"-1"37"15,2 1 25-15,10 2 23 0,-13 0 26 16,13 0 43-16,0 0 17 0,-12 9 24 15,12-1 2-15,3 4 3 0,4 7-11 16,6 8-1-16,5 4-3 0,9 10-6 16,1 0-5-16,3 5-8 0,1 8-6 0,10 14 24 15,2 1 11-15,-12-14-5 0,-3 2-11 16,-5-2 2-16,-6 3-20 0,-9 2 1 0,-7-2 28 16,-8-3-38-16,-5-3-10 0,-5 0-10 15,0-4-3-15,-4-4-7 0,-5-3-7 0,2-6-10 16,-1 2 3-16,-1-13-14 15,2 0-2-15,-2-6-11 0,-1 0-51 0,3-7-40 16,6-2-56-16,-1-1-73 0,5-7-100 16,0-1-121-16,13 0-146 0,-19-7-193 0,15-4 61 15,2 0 83-15,6-5-444 0,5-1-515 16</inkml:trace>
  <inkml:trace contextRef="#ctx0" brushRef="#br0" timeOffset="18979.28">8128 7283 3099 0,'-2'19'102'0,"-5"-13"29"0,-2 9 20 16,2 2 22-16,-9 9 15 0,1 3 16 0,-1 2-5 15,3 4-6-15,2-1-17 0,-1-2-12 16,5 2-17-16,1-1-11 0,3-4-1 15,1-7-19-15,2-3-8 0,2 0-11 0,1-2-10 16,1 1-8-16,0-4-1 0,3-2-8 16,2-3 7-16,0-4-2 0,2 1-2 0,3-5 0 15,2-5-7-15,7 0 0 16,4-7 0-16,2-3 19 0,-1 0-19 0,-1-1 6 16,-6 5 7-16,-8 2-4 0,0 1-3 0,-1 3 1 15,-1 1-16-15,-3 2-2 0,-8 1 1 16,21 4 1-16,-10 2-10 0,-1 3-6 15,1 1-4-15,2 2 1 0,1 3-5 0,1-1 11 16,3-1-4-16,-4 1-1 0,4-2 0 16,0 2 1-16,-6-5 7 0,1-3 29 0,1 1 21 15,-3-3 18-15,3-2 17 0,-3-2 10 16,-11 0-34-16,23-2-108 0,-12-2 0 16,1-1 0-16,0-2 0 0,-1-1 0 0,-1-3 0 15,-1 0 0-15,-2-7 0 0,4-1 0 16,0-10 0-16,-4-4 0 0,2-2 0 0,1-7 0 15,-4-1 0-15,3-8 0 16,1 12 0-16,-2 1 0 0,-3 3 0 0,1 12 0 16,-2 2-321-16,-1 7-204 0,0 4-76 15,-3 3-87-15,2 4-145 0,-2 3 57 0,0 0-736 16,0 0-959-16</inkml:trace>
  <inkml:trace contextRef="#ctx0" brushRef="#br0" timeOffset="19429.4">8945 7085 4457 0,'-2'-24'91'0,"2"5"60"0,-2 4 61 0,2 2 43 0,-2 3 30 0,0 3-19 0,0 2-26 0,2 5-27 0,0 0-6 0,0 0 17 0,0 0-13 16,8 29-17-16,-6 7-15 15,4 6-15-15,-3 11-14 0,3 2-12 0,-2 3-12 0,-4 0-11 16,-2 0-2-16,0-10 3 0,-2-3-32 15,2-2-84-15,-5-4 0 0,3-5 0 16,2-6 0-16,-4-7 0 0,6-4 0 16,-2-3 0-16,-2-3 0 0,4-1 0 0,0-1 0 15,0-2 0-15,0-7 0 0,0 0 0 16,0 0 0-16,0 0 0 0,0 0 0 0,0 0 0 16,14-39 0-16,-4 20 0 0,4-5 0 15,-2 3 0-15,-1 6 0 0,3 0 0 16,-5 4 0-16,3 2 0 0,-2 3 0 15,-1 3 0-15,2 1 0 0,-1 2 0 0,1 3 0 16,0 1 0-16,1 6 0 0,-1 0 0 16,-1-1 0-16,2 2 0 0,-3 2 0 15,0-2 0-15,1 0 0 0,-4 1 0 0,3-2 0 16,-5-1 0-16,2-1 0 0,0 2 0 16,-2-4 0-16,-3 0 0 0,-1 1 0 0,2 0 0 15,-2-7 0-15,-2 13 0 0,1-11 0 16,-3 3 0-16,4-5 0 0,-6 6-475 0,6-6-373 15,0 0-76-15,0 0 96 0,0 0-912 16,15-17-1172-16</inkml:trace>
  <inkml:trace contextRef="#ctx0" brushRef="#br0" timeOffset="20196.07">9781 7422 4784 0,'-34'0'18'0,"34"0"58"0,0 0 42 0,-13 2 44 0,13-2 31 0,0 0 43 16,0 0-4-16,0 0-7 0,0 0-22 16,-17 0-17-16,17 0-16 0,0 0-14 0,0 0-15 15,0 0-8-15,-10-2-15 16,10 2-6-16,0 0-8 0,0 0-10 0,0 0-8 0,0 0-9 16,0 0-6-16,19-13-5 15,-19 13-3-15,6-9-8 0,-6 9-5 0,8-9-6 16,-7 4 3-16,1-2-11 0,-2 7-3 15,2-13-4-15,-4 7-2 0,2 6-6 0,-7-17-3 16,-1 7-11-16,-2 4-7 0,1 0 0 16,-5 3 0-16,0-1 0 0,-6 4 0 0,-5 4 0 15,-9 5 0-15,-4 3 0 0,2 1 0 16,2 5 0-16,3 1 0 0,6 1 0 0,2 3 0 16,5 2 0-16,4 0 0 0,7-5 0 15,3-1 0-15,4-2 0 0,4-1 0 16,-1 0 0-16,5-3 0 0,6 1 0 0,-2-3 0 15,6-1 0-15,2-3 0 16,0-4 0-16,1 0 0 0,-1-6 0 0,7-2 0 16,7-2 0-16,0-3 0 0,-2 0 0 15,-2-3 0-15,-6 5 0 0,-2 0 0 0,-3 1 0 16,-4 0 0-16,1 2 0 0,-5 2 0 16,-2-3 0-16,1 5 0 0,-10 1 0 0,17-2 0 15,-17 2 0-15,15 3 0 0,-15-3 0 16,15 9 0-16,-5-3 0 0,-2 1 0 0,-1 2 0 15,0 0 0-15,-1 1 0 0,2-2 0 16,-2 1 0-16,-1-1 0 0,-1 3 0 0,3-4 0 16,-2 1 0-16,-1-3 0 0,-4-5 0 15,7 9 0-15,-3-6 0 0,-4-3 0 16,0 0 0-16,19-1 0 0,-8-6 0 16,5-3 0-16,1-4 0 0,0 3 0 0,5-7 0 15,-2 5 0-15,-4 5 0 0,-5 1 0 16,-4 0 0-16,3 4 0 0,-1-1 0 0,-9 4 0 15,15 2 0-15,-15-2 0 0,21 9 0 16,-11-2 0-16,0 0 0 0,-1 3 0 0,0 0 0 16,3 1 0-16,-1-3 0 0,-1 2 0 15,0-1 0-15,-3-1 0 0,2-3 0 0,-3-1 0 16,2 3 0-16,-2-6 0 16,-6-1 0-16,16 4 0 0,-16-4 0 0,18-4 0 15,-18 4 0-15,21-6 0 0,-10-3 0 16,0-5 0-16,3 1 0 0,1-11 0 0,3 0 0 15,-1-7 0-15,5-10 0 0,3-2 0 16,4-4-475-16,5 3-535 0,4 3 98 16,3 1-1058-16,2 5-1390 0</inkml:trace>
  <inkml:trace contextRef="#ctx0" brushRef="#br0" timeOffset="21145.41">11233 6902 5696 0,'0'0'-51'0,"0"0"48"0,-21 5 66 0,12 1 56 0,2 6 38 0,-5 5 41 0,-1 12 19 15,3 8 10-15,-2 2 6 0,1 11-7 16,2 2-14-16,1 2-12 0,2 3-3 0,3 1 7 16,-1 1-11-16,0-4-90 0,0-9-103 15,3 0 0-15,-4-2 0 0,-1-4 0 16,3-3 0-16,-5-5 0 0,1-2 0 0,-1-5 0 15,-2-8 0-15,1-1 0 0,-3 1 0 16,1-3 0-16,0-3 0 0,-3-3 0 16,-2-2 0-16,0-2 0 0,-1 0 0 0,1-4 0 15,4-4 0-15,-8-2 0 0,3-3 0 16,0-5 0-16,-4-7 0 0,8 3-96 16,3 3-49-16,0-5 10 0,7 5 16 0,-1-1 14 15,4 3 10-15,4-4 4 0,1-1 17 16,13-9 5-16,0 3 8 0,16-7 4 0,3 3 4 15,3-1 4-15,3 3 6 0,7 0 3 16,8-2 5-16,5 1 1 0,17-8 4 0,3 0 4 16,1-1 1-16,-2 1 5 0,-6 0-3 15,-19 4 7-15,-1-4 4 0,-6 0-3 0,-9-4-2 16,-7 1 4-16,-9 1 3 16,-9 6-2-16,-7 2 22 0,-7 7-5 0,-6 5 7 15,-1 2 0-15,-7 5 4 0,-5 0 13 16,-4 5 13-16,-4 1 16 0,-2 4 13 0,0 2 9 15,-9 7 11-15,0 7 13 0,-7 7 13 16,2 6 9-16,3 7 3 0,2 6 3 0,4 4 4 16,-2 0-3-16,5 3-4 0,4 3-41 15,2 0-88-15,7-1 0 0,-2 1 0 0,7-3 0 16,5-8 0-16,0 1 0 0,0-3 0 16,5-3 0-16,-3 0 0 0,4-7 0 0,-2-5 0 15,0-5 0-15,2-2 0 16,0-2 0-16,0-4 0 0,0-1 0 0,2-2 0 15,0-3 0-15,-2-5 0 0,0 0 0 16,17 0 0-16,-17 0 0 0,19-5 0 0,-10 1 0 16,1 2 0-16,0 0 0 0,-1 1 0 15,-9 1 0-15,19 0 0 0,-10 3 0 0,3 1 0 16,1 0 0-16,-2 3 0 0,3 1 0 16,-3 0 0-16,1 1 0 0,1-1 0 0,-2 2 0 15,1-2 0-15,1 2 0 0,-1-4 0 16,-2 1 0-16,-1-2 0 0,1-1 0 0,1-1 0 15,-2-1 0-15,3-2 0 0,-12 0 0 16,27-5 0-16,-12-2 0 0,1-1 0 0,-2-1 0 16,2-3 0-16,1-2 0 15,2-7 0-15,-4 5 0 0,-1 2 0 0,-5 3 0 16,-2 0 0-16,4 1 0 0,-6 4 0 16,1-1 0-16,-3 3 0 0,-3 4 0 0,0 0 0 15,0 0 0-15,0 0 0 0,0 0 0 16,11 20 0-16,-11-13 0 0,5 0 0 0,1-1 0 15,-3 3 0-15,3 0 0 0,3-4 0 16,3 3 0-16,1-4 0 0,3-1 0 16,2-2 0-16,3-1 0 0,-5 0 0 0,3-1 0 15,-4-2 0-15,-2 3 0 0,-2 0 0 16,1 0 0-16,-12 0 0 0,17 0 0 16,-17 0 0-16,18-3 0 0,-13 0-590 0,2 0-170 15,-7 3-148-15,14-10 77 0,-8 0-904 16,-1 0-1168-16</inkml:trace>
  <inkml:trace contextRef="#ctx0" brushRef="#br0" timeOffset="21745.88">12678 7693 4742 0,'6'-2'-35'0,"-1"1"37"0,-5 1 35 0,0 0 58 0,0 0 65 0,6 13 51 0,-6-3 35 0,-2-1 21 16,0 4 2-16,-1 1 5 0,-1 4 0 0,-2 1-10 16,5-1-4-16,-8 2-11 0,6 0-9 15,-3-3-8-15,0 3-43 0,5-5-22 16,-5 0-119-16,1-1-48 0,2-2 0 15,-3-2 0-15,4-1 0 0,0-3 0 0,1 0 0 16,1-6 0-16,0 6 0 0,0-6 0 16,0 0 0-16,0 0 0 0,14-25 0 0,-2 8 0 15,3-9 0-15,3 2 0 0,-3 0 0 16,2 2 0-16,-4 6 0 0,-3 3 0 0,-1 2 0 16,-3 3 0-16,1 2 0 0,4 2 0 15,-4 1 0-15,-7 3 0 0,21 4 0 16,-12 1 0-16,4 4 0 0,1 1 0 15,1 2 0-15,1 2 0 0,-2-2 0 0,0 3 0 16,9 4 0-16,-8-2 0 0,-1-6 0 16,-5 0 0-16,2-6 0 0,-2 1 0 0,-4 1 0 15,4-4-249-15,-1 1-108 0,-8-4-74 16,17 0-71-16,-17 0-78 0,24-11-113 0,-12 4-70 16,0-3 62-16,5-2-631 0,6-5-787 15</inkml:trace>
  <inkml:trace contextRef="#ctx0" brushRef="#br0" timeOffset="22046.19">13322 7645 3520 0,'4'-8'7'16,"-2"3"84"-16,-2 5 47 0,0 0 47 0,0 0 38 16,0 0 26-16,0 0 4 0,0 0-2 15,-25 24-10-15,21-14-9 0,2 1-21 16,2 1-11-16,0-2-16 0,2 2-22 0,0-3-15 16,4 3-17-16,0-4-8 0,1-2-6 15,1 0-11-15,1-3-12 0,3-1-3 16,-1-2 2-16,3 0 2 0,1-2 3 0,2-4 1 15,-4 2 5-15,3-1 8 0,-3-3 4 16,-2 0 1-16,1-1-5 0,-3 1-4 0,0-4-3 16,-4-3-12-16,3-1-91 15,-8-3-1-15,1 1 0 0,-2-5 0 0,-5 1 0 16,-1 0 0-16,0 3 0 0,0 2 0 16,-2 1 0-16,-5 6 0 0,1 2 0 0,-3 4-168 15,5 2-109-15,-5 2-82 0,3 2-96 16,-1 2-90-16,1 1-129 0,4-2-124 0,1-1 77 15,8-2-705-15,-7 3-878 0</inkml:trace>
  <inkml:trace contextRef="#ctx0" brushRef="#br0" timeOffset="22495.14">14023 7035 4220 0,'4'-21'114'16,"-2"6"71"-16,2 3 62 0,-4 3 41 15,0 1 16-15,0 3 2 0,0 5-15 0,0 0 1 16,0 0 21-16,0 0 11 0,-13 26-26 16,4 6-10-16,-2 7-16 0,0 14-9 0,-3 5-77 15,3 3-186-15,-2 4 0 0,-2 0 0 16,2 0 0-16,-1-2 0 0,5-2 0 0,-1-4 0 16,-2-7 0-16,9-11 0 0,-5-3 0 15,7-10 0-15,-5-5 0 0,4-5 0 0,-1-2 0 16,1-2 0-16,2-4 0 0,-1-1 0 15,1-2 0-15,0-5 0 0,0 0 0 16,0 0 0-16,0 0 0 0,0 0 0 16,-11-29 0-16,5 9 0 0,-6-10 0 0,1 1-95 15,-2 0-102-15,-1 3 19 0,1 6 28 16,1 6 21-16,-1 4 19 0,-1 4 29 0,3 2 31 16,-2 5 34-16,0 2 27 0,-2 1 28 15,1 6 11-15,1 2 9 0,3 5 3 0,2-5 7 16,3 5 0-16,1-2-9 0,6 2 0 15,0-3-3-15,3 1-7 0,3 2-7 0,2 0-3 16,3-5-4-16,3-1-25 0,-2 0-57 16,4-2-57-16,0-4-77 0,0-1-89 0,3-1-129 15,1-3-114-15,3-3-157 16,9-3-127-16,2 0 75 0,2-5-710 0,-2 1-881 0</inkml:trace>
  <inkml:trace contextRef="#ctx0" brushRef="#br0" timeOffset="22862.98">14418 7660 4366 0,'-9'0'218'0,"9"0"39"0,-20 1 33 0,20-1 12 0,-11 0 0 0,11 0-17 0,0 0-26 16,0 0-22-16,0 0-15 0,0 0-21 15,-6 7-23-15,6-7-16 0,0 0-19 16,0 0-8-16,0 0-15 0,21 6-18 0,-21-6-11 15,14 0-20-15,-14 0-16 0,15 0-13 16,-15 0-7-16,14-8-5 0,-9 3-1 0,1-4-15 16,-3 2-3-16,1-1-11 0,-4-1-2 15,-2 1-5-15,2 8-7 0,-9-16-2 0,2 11 0 16,-5 2-2-16,-1 3 2 0,13 0 2 16,-39 10 1-16,11 2 2 0,1 3 3 0,4 6 5 15,0 5-3-15,6 0 4 0,2 0 3 16,4 3 2-16,2-6 0 0,7-3-13 15,2 0 2-15,2-3 1 0,7 3-1 0,0-2 10 16,4-5-4-16,1-1 2 0,2-1-31 16,4 1-26-16,-5-7-63 0,4-4-51 15,2 1-75-15,0-2-99 0,3-3-110 0,9-8-104 16,-3 1-160-16,1-5-34 0,-1-2 79 16,7-12-637-16,-4 0-769 0</inkml:trace>
  <inkml:trace contextRef="#ctx0" brushRef="#br0" timeOffset="23062.23">14800 7282 3581 0,'-7'-20'85'0,"5"6"81"16,0 4 51-16,2 1 30 0,-1 1 18 0,1 8 13 15,-4-10 1-15,4 10-17 0,-2-7-13 16,2 7 2-16,0 0-11 0,0 0-22 0,0 0-18 16,9 21-25-16,-7-8-15 0,-2-1-14 15,0 5-46-15,0 1-60 0,-2 1-68 0,0 4-75 16,1-1-77-16,-5-1-109 0,2-1-113 15,-1-1-120-15,1-2-154 0,-1-1-58 0,5-5 79 16,0 1-559-16,0 1-678 0</inkml:trace>
  <inkml:trace contextRef="#ctx0" brushRef="#br0" timeOffset="23445.34">15230 7412 3363 0,'0'-12'6'0,"2"3"52"16,0 1 44-16,-2 2 29 0,0 6 26 0,0-11 5 16,0 11-5-16,0 0-14 0,-4-9-14 15,4 9-13-15,0 0-12 0,-14 3-11 0,14-3-5 16,-18 10-4-16,2-2-1 0,3 3-4 16,-1 0-4-16,1 3-7 0,-1 1 2 0,3 1-6 15,4-3 0-15,3 2-5 0,-2 0 11 16,2 0 8-16,4-1 31 0,4 2 30 15,0 1 8-15,7 3 21 0,-1-1 9 16,4 6 17-16,-1-6 5 0,0 5-7 0,-2-4-7 16,1-4-6-16,-2 4-18 0,-5-4-5 15,3 0-2-15,-5 0 0 0,1-2 2 0,0 1-38 16,-4-2-118-16,-4 1 0 0,2-2 0 16,-2 2 0-16,-3-3 0 0,3 2 0 15,-3-5 0-15,-5 2 0 0,1-3 0 0,-3 0 0 16,1-3 0-16,-1 1 0 0,3-5 0 15,-4 0 0-15,3-4 0 0,-1-1-50 0,1-2-431 16,1-2-132-16,0 0-178 0,5 0-70 16,0-2 91-16,3 0-803 0,-1 0-1015 15</inkml:trace>
  <inkml:trace contextRef="#ctx0" brushRef="#br0" timeOffset="24610.92">16120 7587 4582 0,'0'0'29'0,"2"-8"51"0,-2 8 45 0,1-7 34 0,-1 2 25 0,0 5 15 0,2-14 1 15,-2 7-4-15,-2 0-9 0,2-1-12 0,0 1-15 16,0-2-11-16,0 1-11 0,0-1-4 16,-1-1-2-16,1 0 4 0,-2 3-1 15,-2-3-4-15,0 1-11 0,2 2-11 0,-6 0-15 16,1 1-11-16,-8 6-11 0,-1 0-8 15,-7 3-6-15,-9 8-2 0,-12 10-9 16,0 7-6-16,2 4-2 0,3 2-3 16,3 4-6-16,3 0 1 0,8 5-9 0,10-8 0 15,4-1 5-15,5 1-18 0,4 1-9 16,6-6 0-16,5 2 0 0,7-3 0 0,2-1 0 16,7-5-20-16,2-2-36 0,5-7-35 15,4-4-14-15,-5-6-20 0,-1-4-23 0,10-4-21 16,6-4-24-16,4-5-23 0,-1-5-30 15,-1-1-24-15,-1-5-23 0,1-2 3 0,-6-8 7 16,-6-2 19-16,1-5 17 0,-3-5 19 16,-3-10 11-16,-6-2 17 0,-1-5 23 0,2-21 16 15,1-4 17-15,-4-3 24 16,-1-1 28-16,-6 2 24 0,-2 19 29 0,-3 7 36 0,-3 8 45 16,-5 15 52-16,-1 6 29 0,-2 8 26 15,-2 8 8-15,0 5 1 0,-3 7 8 16,-3 4 5-16,-1 5 13 0,-5 8-4 15,-7 10 7-15,-5 20-16 0,-1 5 16 0,-1 8-4 16,-1 5-6-16,-1 22-6 0,3 0-32 16,4 5-1-16,6-14-17 0,5-3-7 0,5 2-13 15,1-3-19-15,4-5 0 0,2-6-7 16,4-13-9-16,2-4-10 0,-5-6-9 0,1-8-3 16,0-5-3-16,4-5 3 0,0-4-4 15,2-6-3-15,1 0 3 0,-2-5 3 0,7-2-12 16,3-4-9-16,0-5-2 15,8-8-3-15,2-3-3 0,3 0-2 0,-5-2 0 16,-1 4-6-16,-1 0 7 0,-5 6-3 16,-7 5-5-16,-2 2 0 0,2-1-3 0,-6 6 0 15,2 2 14-15,-7 0 9 0,14 6 9 16,-8-1-14-16,-1 1-1 0,3 2-2 0,-5 0-4 16,3 2 6-16,2 0-7 0,-4-3 3 15,3 2-3-15,-3 0-4 0,0-2 3 16,-1 0 2-16,4-4-4 0,-3 3 0 0,-1-2 1 15,-3-4 4-15,10 6-3 0,-10-6-3 16,10 2-3-16,-10-2-11 0,9 1-18 16,-9-1-16-16,0 0-23 0,21-9 1 0,-10 5-7 15,-1-4-10-15,2 0 5 0,1-5 10 16,6-6 6-16,-2 3 7 0,-4 0 7 0,0 3 22 16,-1-1 10-16,-2 3 22 0,-5 1 20 15,3 4 21-15,-5-3 2 0,6 2 0 16,-6 4-6-16,1-2-12 0,-4 5-5 0,5-4-6 15,-5 4 0-15,0 0-3 0,0 0-40 16,0 0-50-16,10 17-58 0,-8-8-60 0,-2-1-71 16,2 2-81-16,-2-1-74 0,0 0-71 15,-2 0-84-15,2-1-117 0,0-1-10 0,0-1 75 16,0-6-487-16,2 8-575 16</inkml:trace>
  <inkml:trace contextRef="#ctx0" brushRef="#br0" timeOffset="24779.12">17103 7458 3016 0,'4'-23'95'0,"-4"3"80"0,2 2 46 0,-2 2 33 0,2 1 15 0,-2 1 5 0,0 1-18 0,0 1-23 0,2 1-28 16,-2 3-21-16,0-1-31 0,-2 2-64 0,2 7-67 16,2-13-87-16,0 9-99 0,-2 4-108 15,2-8-100-15,-1 3-133 0,-1 5-128 0,8-8 54 16,-3 7-393-16,4-3-448 0</inkml:trace>
  <inkml:trace contextRef="#ctx0" brushRef="#br0" timeOffset="25045.46">17420 6785 2643 0,'-4'-18'150'0,"-2"5"60"0,4 1 38 16,0 3 28-16,0 3 21 0,-2 0 11 15,4 6-7-15,-4-5 0 0,4 5 37 16,0 0 21-16,-3 26 5 0,-1-2-9 16,0 13-16-16,-4 19-35 0,2 2-23 0,-3 3-21 15,4 3-28-15,-3-3-21 0,4 3-22 16,0-2-20-16,-2 0-113 0,3-4-56 0,-1-1 0 16,0-2 0-16,-1-13 0 0,-2 0 0 15,6-5-163-15,-3-1-125 0,0-9-97 0,2-4-102 16,2-6-82-16,2-2-115 0,2-4-97 15,1-4 70-15,4-5-691 0,-9-2-855 0</inkml:trace>
  <inkml:trace contextRef="#ctx0" brushRef="#br0" timeOffset="25461.93">17953 6884 3749 0,'1'-14'79'0,"-1"3"93"0,-3 1 57 0,-1 4 43 15,4 6 34-15,-5-7 23 16,5 7 14-16,0 0 6 0,-24 13 2 0,13 3-11 15,-4 11-13-15,-2 6-32 0,-1 13-5 16,-2 6-13-16,1 2-8 0,-3-2-55 0,4 3-214 16,0 0 0-16,-1-2 0 0,4-2 0 15,1-1 0-15,5-11 0 0,2-7 0 0,-1-6 0 16,7-5 0-16,-6-5 0 0,5 0 0 16,0-5 0-16,1-4 0 0,1 0 0 15,0-7 0-15,0 7 0 0,0-7 0 0,0 0 0 16,0 0 0-16,0 0 0 0,0 0 0 15,0-30 0-15,-4 12 0 0,-2 2 0 16,1-3 0-16,-4 2 0 0,0 3 0 0,0 5 0 16,0 1 0-16,-9 2 0 0,5 4 0 15,-1 4 0-15,-2 4 0 0,0 2 0 0,1 1 0 16,1 5 0-16,3 1 0 0,-4 10 0 16,4-4 0-16,1-4 0 0,4 2 0 0,2-4 0 15,2 0 0-15,2-3 0 0,-2 1 0 16,6-3 0-16,3 2 0 0,2-1 0 0,6-5 0 15,-1-1 0-15,4-2 0 0,9-3-242 16,1 3-96-16,14-6-75 0,15-3-90 0,4-1-120 16,9-5-200-16,0-4 67 0,4-3 87 15,13-10-632-15,-3 0-758 0</inkml:trace>
  <inkml:trace contextRef="#ctx0" brushRef="#br0" timeOffset="25644.57">18596 7417 4036 0,'-37'9'300'0,"37"-9"67"0,0 0 46 0,-24-4 29 0,24 4-8 0,-12-2-20 0,12 2-43 16,-10-8-39-16,10 8-35 0,0-9-62 0,0 9-73 15,8-12-78-15,-1 6-91 0,3-1-108 16,3 3-85-16,5-2-99 0,-3 0-116 0,-2 5-92 16,-1 0-113-16,0-2-171 15,-1 3 64-15,-11 0 81 0,13 3-565 0,-13-3-674 16</inkml:trace>
  <inkml:trace contextRef="#ctx0" brushRef="#br0" timeOffset="25811.19">18517 7529 3523 0,'-9'7'213'0,"2"-2"76"0,0-1 76 15,7-4 50-15,-9 4 31 0,9-4 7 16,0 0-34-16,-8 4-37 0,8-4-36 0,0 0-34 16,0 0-38-16,0 0-41 0,0 0-73 15,0 0-88-15,0 0-85 0,53-10-68 16,-24 6-79-16,9-3-62 0,8 0-61 0,-2 1-63 15,15-3-70-15,-2-3-82 0,2-2-94 16,-4 1-151-16,4-6 62 0,0 2-634 16,-3-4-773-16</inkml:trace>
  <inkml:trace contextRef="#ctx0" brushRef="#br0" timeOffset="26294.11">19460 7207 3408 0,'0'-5'-20'0,"0"5"91"0,-2-12 66 16,2 12 48-16,0-12 50 0,0 12 36 0,-1-11 27 15,1 11 2-15,-2-8-12 16,2 2-12-16,0 6-32 0,0-7-20 0,0 7-5 16,0 0 3-16,0 0 3 0,0 0-6 15,0 0-5-15,2 28-1 0,-2-12-8 0,0 1-8 16,0 5-3-16,0 3-11 0,1 12-15 16,1-1-153-16,-2 3-15 0,2 1 0 0,4-1 0 15,-3 0 0-15,6-2 0 0,-4-2 0 16,1-9 0-16,-2-5 0 0,-3-4 0 0,1-2 0 15,2-3 0-15,-1 1 0 0,-1-5 0 16,-2 1 0-16,1-3 0 0,-1 0 0 0,0-6 0 16,-6 8 0-16,-1-5 0 0,-3 0 0 15,-4 0 0-15,-2-2 0 0,-9-1 0 0,-4 4 0 16,-9-2 0-16,2 3 0 16,8-3 0-16,5 2 0 0,3-2 0 0,4 1 0 15,2 0 0-15,3-3 0 0,1 0 0 16,0 3 0-16,10-3 0 0,0 0 0 0,0 0 0 15,0 0 0-15,0 0 0 0,46 3 0 16,-15-3 0-16,9-2 0 0,-1 1 0 0,4-2 0 16,-5-1 0-16,0 0 0 0,-10 2 0 15,1 0 0-15,-8-3 0 0,0 3 0 0,-2 0 0 16,-5-2 0-16,-1 3 0 0,-13 1 0 16,17-3 0-16,-8 3 0 0,-3-3 0 0,-6 3 0 15,10-3 0-15,-10 3 0 0,4-6 0 16,-4 6 0-16,0 0 0 0,-16-10-1017 15,9 9 82-15,-11-2-1187 0,0 0-1531 16</inkml:trace>
  <inkml:trace contextRef="#ctx0" brushRef="#br0" timeOffset="27343.64">6539 9034 5443 0,'-18'0'-132'0,"0"-3"48"0,5 1 51 0,1 0 44 0,3-1 42 0,2 0 25 0,-1-3 29 16,4 1 11-16,0-2 1 0,2-1-9 16,4 1-10-16,5-3-8 0,0-1-13 15,10 1-10-15,0 2-1 0,4-1-11 16,3 4-6-16,1 0 1 0,0 2-9 15,2 1-6-15,-2 4-6 0,0 1 1 0,-5 2-8 16,-2 0-3-16,-2 5 2 0,0 1-4 16,-5 1 6-16,-2 0 5 0,-6 1 4 0,-1 4-1 15,-4 2-2-15,-1 3 3 0,-6-3-9 16,-4 10 3-16,1 1-4 0,-1-4-3 0,0-6-1 16,3-1-1-16,3-5 12 15,1-2 17-15,-1-2 11 0,2-1 13 0,2-3 15 16,-1 1 0-16,0-1-1 0,2-1-8 15,2-5 7-15,0 10 12 0,0-10 8 0,6 10-1 16,-1-5-3-16,2 0-7 0,2 1-10 16,0 0-23-16,3-1-61 0,-2 2 0 0,1 0 0 15,-1-1 0-15,-3 0 0 0,3-1 0 16,-5-1 0-16,2 2 0 0,-4-2 0 0,1 1 0 16,-2 0 0-16,-2-5 0 0,-4 15 0 15,-1-7 0-15,-6 0 0 0,0 1 0 0,-3 1 0 16,-2-2 0-16,-4 0 0 0,4-4 0 15,-4-1 0-15,1-1 0 0,1-2 0 16,-6-5 0-16,-1-9-474 0,2-7-150 16,3-9-90-16,1-9-107 0,6-11 9 0,9-3-802 15,1 6-1054-15</inkml:trace>
  <inkml:trace contextRef="#ctx0" brushRef="#br0" timeOffset="27610.95">6637 8721 4198 0,'15'-28'-140'0,"-1"2"57"0,-1 1 57 0,-4 4 67 0,1 6 41 0,-4 3 11 0,-1 0 4 0,-1 4-12 0,3 4 15 0,-7 4 22 16,0 0 18-16,25 14 2 0,-14 1-7 0,7 13-1 16,7 6-10-16,2 8-8 0,5 5 0 15,2 4 4-15,13 16 2 0,0 1 8 16,-5 1 0-16,2 1-1 0,-16-13-2 16,-1 3-3-16,-9 2-4 0,-2 3 6 15,-8-3 9-15,-8 0-6 0,-6-4-6 0,-7 2-12 16,-4-6-2-16,-7-1-12 0,-1-1-15 15,1-3-8-15,-4-5-5 0,1-7-1 0,4-6-17 16,4-5-34-16,-2-2-43 0,0-5-61 16,3-5-63-16,5-2-78 0,1-6-89 0,-4-1-91 15,3-3-93-15,-1-2-125 0,1-4-143 16,1 0 71-16,1-5-615 0,5-3-769 0</inkml:trace>
  <inkml:trace contextRef="#ctx0" brushRef="#br0" timeOffset="28144.11">8504 9240 3961 0,'-7'-7'135'0,"2"4"3"16,-6-2 15-16,0 1 25 0,2 4 26 15,9 0 13-15,-23 2 2 0,12 2 4 16,-3 2-16-16,1 5-3 0,-3 6-10 0,2 5-12 0,-6 3-16 16,5 3-9-16,2 1-13 15,1 0-15-15,0 1-11 0,9-7-10 0,-1-1-4 16,4-5-13-16,-2-2-7 0,4-1-8 16,0 1-6-16,3-5-5 0,0 0-7 0,1-1 1 15,3-2-3-15,2-4-10 0,1-3 0 16,1-1-6-16,4-1-8 0,0-3 2 0,2 1-7 15,-4-1-1-15,-1 2-6 0,1-2-4 16,-1 5-1-16,-1 0-3 0,1 0 1 0,-2 3-3 16,4 2-4-16,-1 0 1 15,2 4-4-15,2-2 5 0,-1-1 2 0,-2 3-5 16,5 0 5-16,-1-2-6 0,0-1 6 16,-1-4 4-16,-1 1-1 0,1-3 10 0,0-1 14 15,0-3-33-15,0 0-4 0,-2-4 0 16,-4 2 0-16,5-5 0 0,-5 3 0 0,-1-3 0 15,-1 1 0-15,0 0 0 0,-3 0 0 16,2-4 0-16,-5 0 0 0,2-4 0 16,0-3 0-16,-2-1 0 0,1-11 0 0,0-7 0 15,-1 1 0-15,3 0-145 0,-2-1-161 16,0 3-73-16,-1 2-86 0,-1 8-72 16,-1 5-116-16,4 1-135 0,-2 5 53 15,-1 1-688-15,4 1-873 0</inkml:trace>
  <inkml:trace contextRef="#ctx0" brushRef="#br0" timeOffset="28577.4">9214 8777 4208 0,'-7'-4'75'0,"7"4"23"0,-5-5 10 0,5 5 30 0,0 0 27 0,-11 17 27 0,5 0 14 0,0 9 18 15,4 15 8-15,-4 15 5 0,6 4-4 16,-1 3-10-16,1 3-10 0,0 0-7 0,-2-2-17 15,2 4-10-15,2-5-14 16,-2-4-10-16,-2-13-8 0,0-1-7 0,0-6-2 16,0-3-4-16,-1-1-10 0,-3-10-62 15,3-6-62-15,1-4 0 0,0 0 0 0,2-6 0 16,-1-1 0-16,-3-3 0 0,4-5 0 16,0 0 0-16,0 0 0 0,0 0 0 0,0-26 0 15,5 3 0-15,8-9 0 0,-1-4 0 16,4 1 0-16,3 6 0 0,-4 0 0 0,0 11 0 15,-3 1 0-15,1 5 0 0,-2 1 0 16,3 5 0-16,-1 6 0 0,1 0 0 0,1 4 0 16,0 7 0-16,0 3 0 0,-1 1 0 15,-1 2 0-15,4 5 0 0,-4 4 0 16,-2-6 0-16,-4 1 0 0,-2-2 0 16,1 1 0-16,0-2 0 0,-5-3 0 0,3-1 0 15,-1-2 0-15,-1-3 0 0,0 3 0 16,-1-4 0-16,-1-8 0 0,0 11 0 0,0-5 0 15,0-6 0-15,-1 6 0 0,1-6-506 16,0 0-176-16,-9 3-196 0,9-3 25 16,0 0 102-16,0 0-787 0,0 0-981 0</inkml:trace>
  <inkml:trace contextRef="#ctx0" brushRef="#br0" timeOffset="29261.44">9842 9440 4503 0,'0'0'50'0,"-4"3"43"0,4-3 31 0,0 0 20 0,-3 6 11 0,3-6-6 0,0 0-10 15,0 0-7-15,0 0-5 0,0 0 7 16,0 0-1-16,0 0-3 0,0 0 0 0,0 0-7 16,0 0-10-16,28-9-8 0,-22 5-10 15,-2-1-8-15,1 0 1 0,0-1 14 0,-1 0 3 16,-3 0-5-16,-1 6-3 0,0-15-4 15,0 7-9-15,-5-2-12 0,-2 3-18 16,-2-1-13-16,0-1 0 0,-5 2-11 16,-1 4 0-16,-2 1 0 0,-4 2-9 0,-2 4-2 15,0 1 0-15,-9 5-6 0,5 2-3 16,2 3 2-16,7-1-8 0,2 1 0 16,5-1 1-16,2 1-2 0,4-1 4 0,1 1-7 15,2-3 5-15,4 0 0 0,2-2 1 16,0-1-3-16,4-3 9 0,1 0-6 0,4-3-6 15,5-1 4-15,1-2 0 0,1 0 12 16,0-2-8-16,-1-1-8 0,-2 1 11 0,0 0-12 16,2 0 2-16,-5 0 15 0,-1 1-9 15,-3 1 10-15,3 1 19 0,-4 3 16 16,3 0 10-16,-3 2 5 0,-1 3-3 16,-1-1-24-16,1 1-40 0,-4 1 0 0,2 4 0 15,-1-2 0-15,-1 0 0 0,-2-2 0 16,-2-1 0-16,1 0 0 0,4-3 0 0,-3-1 0 15,2 2 0-15,-4-7 0 0,5 5 0 16,-5-5 0-16,0 0 0 0,25-10 0 0,-14 1 0 16,3 1 0-16,1-1 0 0,1-1 0 15,-3 0 0-15,-2 3 0 0,2 2 0 0,0 1 0 16,-1 1 0-16,1 3 0 16,-1-2 0-16,-12 2 0 0,24 4 0 0,-10-3 0 15,-3 1 0-15,1 2 0 0,-1-3 0 16,2 3 0-16,-1-3 0 0,-1 3 0 0,3-4 0 15,-3 4 0-15,0-4 0 0,3 0 0 16,-3 0 0-16,3-2 0 0,-1-2 0 0,0 2 0 16,-1 1 0-16,-3-3 0 0,1 3 0 15,-10 1 0-15,14-4 0 0,-7 1 0 0,-2-1 0 16,-1-1 0-16,4-2 0 0,-2-1 0 16,1-4 0-16,11-10 0 0,0-2-133 0,6-5-902 15,8-5 114-15,4-7-1154 0,6-2-1488 16</inkml:trace>
  <inkml:trace contextRef="#ctx0" brushRef="#br0" timeOffset="30177.81">11289 8777 5979 0,'-6'-12'-52'0,"5"3"60"0,-3-1 57 0,-1 3 43 0,3 2 24 0,2 5 1 0,0 0-3 0,0 0 29 0,0 0 31 15,-7 26 12-15,5-1-1 0,0 18-4 0,0 18-18 16,1 6 19-16,2 3-11 0,-1 5-17 16,0 0-165-16,2-1-5 0,0 0 0 0,2-5 0 15,-2-5 0-15,-1-6 0 16,-1-14 0-16,0-3 0 0,0-12 0 0,0-5 0 16,-1-5 0-16,1-2 0 0,-2-3 0 15,0-3 0-15,-2 1 0 0,2-6 0 0,-5-2 0 16,1 0 0-16,-4-4 0 0,10 0 0 15,-21-2 0-15,4-4 0 0,2 0 0 0,-4-2 0 16,0 1-157-16,-8-7-58 0,2-2 17 16,3-3 17-16,4 5 17 0,7 1 18 0,1-3 11 15,5 1 15-15,1-1 10 0,2 1 14 16,4-4 7-16,5-2 8 0,11-6 12 0,9-10 7 16,1 4 4-16,8-4 7 15,2 0 2-15,7-1 6 0,3-1 4 0,13-9 4 16,11 1 3-16,-8 4 4 0,5-2 1 15,-3-1 6-15,-14 9 5 0,-5-1 17 0,-3-1 13 16,-4 0 2-16,-9 2 12 0,-12 8 20 16,-4 3 18-16,-7 8 14 0,-4 4-5 0,-6 3-4 15,-5 8 6-15,7 3-1 0,-22 7 5 16,-4 8 15-16,-5 4 5 0,-5 12 16 0,-5 8 4 16,3 6 8-16,2 3 3 0,0 0 5 15,-1 5 3-15,3 1-4 0,6 0 1 0,2 0-8 16,3 0-9-16,1-1-26 0,8-7-94 15,3-9 0-15,4 1 0 0,3-4 0 16,3-9 0-16,1-4 0 0,0-4 0 16,1-1 0-16,-1-4 0 0,2-2 0 0,2 1 0 15,3-7 0-15,3 0 0 0,2-6 0 16,3-3 0-16,9-10 0 0,3-2 0 0,4-4 0 16,-5 2 0-16,-1-1 0 0,0 4 0 15,-6 6 0-15,-4 1 0 0,-4 3 0 0,0 1 0 16,-2 5 0-16,-9 0 0 0,18 7 0 15,-6 3 0-15,-1 0 0 0,2 5 0 16,-2 1 0-16,0 1 0 0,1 1 0 0,-5-1 0 16,2 2 0-16,0-5 0 0,-2-2 0 15,0 3 0-15,-1-6 0 0,-1-1 0 16,2-2 0-16,-1 0 0 0,-3-2 0 0,5-2 0 16,-8-2 0-16,17 0 0 0,-17 0 0 15,20-6 0-15,-9 0 0 0,0-5 0 0,1 3 0 16,-3-2 0-16,0-1 0 0,0 4 0 15,0 2 0-15,-4-3 0 0,3 4 0 0,-1-1 0 16,-7 5 0-16,10-7 0 0,-10 7 0 16,9-1 0-16,-9 1 0 0,0 0 0 15,0 0 0-15,27 5 0 0,-18-3 0 0,-9-2 0 16,18 5 0-16,-9-4 0 0,-9-1 0 16,22-1 0-16,-10-1 0 0,4-1 0 15,-1-1 0-15,4 1 0 0,3-1 0 0,-8-1 0 16,2 0 0-16,-1 0 0 0,-4-2-99 15,1 2-824-15,-3-2-23 0,0 0 104 0,3-1-988 16,1-5-1257-16</inkml:trace>
  <inkml:trace contextRef="#ctx0" brushRef="#br0" timeOffset="30761.89">13342 9494 4985 0,'11'-16'-11'0,"-4"7"56"0,-1 0 58 0,-3 2 51 0,2-1 44 0,-1 3 31 0,-4 5 11 15,0 0 5-15,0 0 6 16,0 0 3-16,0 0-3 0,0 0-2 0,-2 38-13 16,-3-20-13-16,3 1-33 0,2 1-19 15,-1 2-18-15,-3 0-128 0,4-1-25 0,-2 0 0 16,2-3 0-16,-2-1 0 0,0-1 0 15,2-3 0-15,0-1 0 0,0-2 0 16,-2-1 0-16,2-3 0 0,0 0 0 0,0-6 0 16,0 0 0-16,2 6 0 0,-2-6 0 15,0 0 0-15,10-20 0 0,0 3 0 0,1-10 0 16,3 0 0-16,0 1 0 0,2 2 0 16,-3 6 0-16,-2 4 0 0,-1 3 0 15,1 3 0-15,-1 5 0 0,0 1 0 16,-1 2 0-16,-9 0 0 0,21 12 0 0,-10-2 0 15,0 2 0-15,2 2 0 0,-2-1 0 16,-4 4 0-16,3-6 0 0,-2 2 0 0,-3-4 0 16,2-1 0-16,-2 1 0 0,1 0 0 15,-3-4 0-15,1 1 0 0,2-2 0 0,-3 0-186 16,-3-4-120-16,14 1-47 0,-14-1-46 16,22-3-41-16,-4-3-30 0,1-3-32 0,8-5-21 15,-1-2 5-15,1-3 24 16,-1-1 63-16</inkml:trace>
  <inkml:trace contextRef="#ctx0" brushRef="#br0" timeOffset="31060.12">13875 9550 3054 0,'17'-18'-107'15,"-4"1"70"-15,-2 5 62 0,0 3 56 16,-8 1 68-16,3 2 47 0,-3 0 46 0,-3 6 29 16,4-5 19-16,-4 5 8 0,0 0 0 15,0 0-3-15,0 0-3 0,0 0-11 0,0 0-24 16,0 23-22-16,-2-14-25 0,4-1-20 16,0 1-24-16,4 0-11 0,-2 1-17 0,2-3-8 15,1 5-18-15,2-6-12 0,5 0-7 16,-3-1-9-16,1-2-6 0,3-1-10 0,-1-2-22 15,3-2-1-15,0-1-5 0,0-2-1 16,-2-1-3-16,0 0-7 0,5-1 0 16,-9-2-7-16,3-1 8 0,-3-1-16 15,-4 1-4-15,1-3 6 0,-2-1 0 0,-4 1-12 16,0-1-1-16,-4-3-1 0,-2-1-7 16,0-3-8-16,-6 7-17 0,5-1-24 0,-5 3-18 15,-2 2-26-15,1 1-31 0,-2 6-40 16,-1 0-53-16,3 1-65 0,-2 0-96 15,0 0-98-15,-1 2-127 0,14 0-159 0,-21 0 65 16,14-1 70-16,7 1-515 0,0 0-615 16</inkml:trace>
  <inkml:trace contextRef="#ctx0" brushRef="#br0" timeOffset="31510.69">15035 8758 3542 0,'-2'-7'268'0,"2"7"47"0,-3-8 21 16,3 8 19-16,0 0 16 0,0 0 15 0,-17 20 5 15,9 2-21-15,-3 9-8 0,-9 18-20 16,4 4-19-16,-6 3-21 0,8 4-22 0,-4-1-32 16,2-3-248-16,3 2 0 0,2-2 0 15,1-2 0-15,4-13 0 0,-1-5 0 0,3-2 0 16,3-7 0-16,-1-8 0 15,0-1 0-15,0-6 0 0,-1-1 0 0,3-1 0 16,-2-2 0-16,2-2 0 0,0-6 0 16,-1 5 0-16,1-5 0 0,0 0 0 0,0 0 0 15,-6-19 0-15,4 9 0 0,-3-6 0 16,-5 1 0-16,-2 0 0 0,-1-1 0 0,0 3 0 16,-2 5 0-16,-6 4-111 0,-1 2 0 15,-2 4 17-15,-1 4 6 0,-3 9 11 0,-1 3 8 16,2 5 12-16,6 5 6 0,1-2 5 15,2 6 12-15,7-4 0 0,6-3 0 0,0-3 5 16,3-3 9-16,9 2 4 16,-4-1 3-16,5-5-3 0,-1-1 2 0,2-3-3 15,9-1-5-15,-2-2-27 0,2-5-51 16,1 0-65-16,4-3-82 0,1-3-98 0,13-4-94 16,-1-1-134-16,-1-4-171 0,-3 3 57 15,2-7 86-15,2-1-517 0,10-1-588 0</inkml:trace>
  <inkml:trace contextRef="#ctx0" brushRef="#br0" timeOffset="31925.51">15346 9508 3443 0,'-15'0'184'0,"4"1"9"0,11-1 5 0,-14 2-6 0,14-2 2 0,0 0 2 0,-9 2-7 16,9-2-7-16,0 0-15 0,0 0-12 16,1 8-17-16,-1-8-8 0,0 0-13 0,20 4-14 15,-20-4-8-15,16 0-6 0,-16 0-16 16,18-2-9-16,-9 0 0 0,2-1-5 0,-1-2-7 16,0 1-7-16,-1-2-6 0,-1-1-5 15,2 1-5-15,-7 0-2 0,3-2-8 16,-4 1-5-16,-2 7-6 0,-2-8-4 15,2 8-1-15,-15-4 0 0,15 4-9 0,-32 10 6 16,10-3-1-16,-4 9-2 0,-1 2-2 16,4 2 0-16,2 1-1 0,7-4-3 15,3-2 2-15,6-1 0 0,1-2 1 0,2 0 0 16,2-2 1-16,2 0 4 0,2-3-8 16,3 3-11-16,2-6-19 0,5 1-19 0,-3-2-31 15,5-1-54-15,-3-2-83 0,3 0-83 16,0-2-85-16,2-2-130 0,2-2-149 0,3-1 40 15,-3-1-496-15,7-6-596 0</inkml:trace>
  <inkml:trace contextRef="#ctx0" brushRef="#br0" timeOffset="32144.17">15820 8957 3444 0,'-3'-25'261'0,"-1"6"71"15,-2 4 63-15,5 3 27 0,-3 0 10 16,-1 6-9-16,3 1-39 0,2 5-24 0,0 0-28 15,0 0-33-15,0 0-30 0,-28 19-29 16,20-5-20-16,3-1-27 0,-3 8-33 0,5-2-135 16,-6 3-25-16,6-1 0 0,-1-1 0 15,0 1-111-15,3-3-91 0,-1-1-56 0,0 0-62 16,0-3-79-16,2 1-77 0,-2-5-84 16,2 0-156-16,4 0-29 0,-2-3 85 15,1 2-613-15,5 0-734 0</inkml:trace>
  <inkml:trace contextRef="#ctx0" brushRef="#br0" timeOffset="32493.54">16261 9058 3569 0,'0'-7'61'0,"0"-1"52"0,-2 1 32 16,2 7 21-16,-4-9 16 0,4 9-5 15,-8-3-16-15,8 3-13 0,0 0-16 16,0 0-14-16,-25 12-12 0,16-2-10 15,0 0-13-15,1 2-5 0,-2 1-10 0,7-1-14 16,-5-1-13-16,4 1-7 0,3 3-4 16,-1-3-2-16,0 0 0 0,4 2 0 0,-2 1 29 15,3 0 34-15,-1 1 26 0,4 2 41 16,-2-1 18-16,-1 2 32 0,5 2 21 0,-6-1 4 16,4 3-7-16,-2-3 4 0,-3-1-7 15,-1 0-4-15,0 0-11 0,-3 2-38 0,-1 1-170 16,-2-1 0-16,-2 1 0 0,1-3 0 15,-2-1 0-15,-2 1 0 0,-1-2 0 0,0-1 0 16,-3-4 0-16,4-2 0 0,-7 0 0 16,1 0 0-16,4-4 0 0,0-3 0 15,-1-3 0-15,3 0-194 0,-1-3-183 16,-1-6-86-16,4-1-88 0,3-4-119 0,3-5-144 16,6-3 75-16,3-2-752 0,6-7-937 15</inkml:trace>
  <inkml:trace contextRef="#ctx0" brushRef="#br0" timeOffset="33343.54">17170 9163 4101 0,'-12'-10'20'0,"-1"2"39"15,-1 3 36-15,0 4 31 16,-4 1 25-16,-7 1 14 0,-9 8 5 0,-2 3-3 15,2 3-7-15,-8 10-14 0,5-1-14 16,8 0-11-16,5 1-16 0,5 5-8 0,1-3-9 16,7 2-8-16,6-4-10 0,1-4-7 15,4 1-4-15,0-5-4 0,6 1 3 0,-1 3-7 16,4-4-2-16,4-3-5 0,-1 3 3 16,2-7-10-16,5 0-1 0,2-3-5 0,4-2-17 15,2-3-32-15,1-2-41 16,12-5-44-16,4-2-44 0,5-7-46 0,1-5-48 15,-3-3-30-15,0-8-15 0,-4-1 13 16,0-8 18-16,-2-4 21 0,7-21 25 0,-3-5 23 16,-3-1 22-16,1-2 18 0,-7-4 16 15,-6-2 23-15,-1-2 22 0,-10 18 23 0,-4 4 21 16,-8 7 27-16,2 13 29 0,-6 6 37 16,-3 8 30-16,-2 6 34 0,-3 5 18 0,-3 5 21 15,-4 2 19-15,0 4 8 0,-2 6 11 16,-8 4-4-16,-3 13-10 0,0 1-1 0,-6 16-12 15,3 5-2-15,-3 10-10 0,4 0 13 16,2 3-11-16,2 7 3 0,5-3-5 16,-2 3-2-16,7-1-18 0,1-3-13 0,3-1-7 15,5-2 8-15,3-12-23 0,1-3-6 16,1-1-21-16,3-5-6 0,2-6-4 16,-5-9-7-16,9-3-5 0,-6-3-2 0,6-4-3 15,-3-3-7-15,2-3-5 0,1-1-1 16,-10-3-4-16,27-3-3 0,-10-4-11 15,0-3-5-15,2-2-2 0,-2 0-5 0,-2-1 3 16,-1 5-4-16,-3-2 17 0,1 3 9 16,-3 2 6-16,1 0 7 0,-7-1 2 0,6 4 20 15,-9 2 21-15,0 0 11 0,13 0 2 16,-13 0-7-16,7 6-51 0,-7-6-38 16,5 8 0-16,-2-2 0 0,3-1 0 0,-6-5 0 15,5 8 0-15,-1-4 0 0,-4-4 0 16,7 6 0-16,-3-2 0 0,-4-4 0 15,10 4 0-15,-10-4 0 0,11 0 0 0,-11 0 0 16,0 0 0-16,18-4 0 0,-18 4 0 16,13-5 0-16,-6 2 0 0,3-1 0 0,-2-6 0 15,-1 5 0-15,1-1 0 0,-2 0 0 16,0 0 0-16,-3 0 0 0,5 3 0 0,-8 3 0 16,5-5 0-16,-5 5 0 0,10-1 0 15,-10 1 0-15,0 0 0 0,0 0 0 0,13 9 0 16,-11-5 0-16,-2-4 0 15,6 10 0-15,-2-6 0 0,-2 2-7 0,2-1-231 0,0-1-44 16,-4-4-54-16,5 8-53 16,-5-8-48-16,7 5-47 0,-7-5-64 0,0 0-88 15,18-3-56-15,-9-3 54 0,-1 0-554 16,0 1-656-16</inkml:trace>
  <inkml:trace contextRef="#ctx0" brushRef="#br0" timeOffset="33493.62">17906 9329 3143 0,'0'-14'-10'16,"0"3"75"-16,-2-5 69 0,4-1 38 0,-2 0 37 0,0-2 17 0,1-5 5 0,-1 3-13 0,0 5-21 0,0 2-21 0,2-1-24 0,0 2-34 16,-2 5-49-16,0-2-57 0,0 2-69 15,0 8-87-15,-2-9-93 0,2 3-96 16,0 6-111-16,-2-6-154 0,2 6 39 0,0 0-373 16,0-10-412-16</inkml:trace>
  <inkml:trace contextRef="#ctx0" brushRef="#br0" timeOffset="33775.94">18210 8597 2751 0,'-1'-23'178'0,"-3"6"53"16,0 5 35-16,2 0 8 0,-1 5 5 0,2 5 13 15,1 2 22-15,0 0 14 16,0 0 14-16,-19 33 4 0,12-1-19 0,-3 7-25 15,-3 14-24-15,-1 2-22 0,-3 6-28 16,1-1-31-16,4 4-23 0,-4 3-16 0,7-2-15 16,-1 0-16-16,7-1-17 0,-4-2-12 15,5-8-41-15,1-9-45 0,-3-3-49 0,4-5-65 16,-2-6-76-16,2-8-77 0,0-3-92 16,2-3-91-16,0-3-96 0,0-6-126 0,3 1-99 15,2-4 55-15,-2-4-675 0,-5-1-832 16</inkml:trace>
  <inkml:trace contextRef="#ctx0" brushRef="#br0" timeOffset="34211.83">18831 8514 3630 0,'2'-15'35'16,"-4"7"103"-16,0 3 38 0,2 5 42 15,0 0 41-15,0 0 39 0,-22 16 16 0,6 8 16 16,4 7 5-16,-10 13-3 0,-1 2 0 15,0 3-3-15,-1 5-2 0,3 0 6 0,-2 7-26 16,0-1-42-16,2-2-32 0,2-3-233 16,1-4 0-16,4-3 0 0,3-11 0 15,-2-4 0-15,4-7 0 0,6-5 0 16,-3-2 0-16,1-4 0 0,2-5 0 0,-3 0 0 16,4-3 0-16,0 0 0 0,-1-2 0 15,3-5 0-15,-4 4 0 0,4-4 0 0,0 0 0 16,0 0 0-16,0 0 0 0,-4-23 0 15,1 13 0-15,-4 2 0 0,3-3 0 0,-5 5 0 16,0-1 0-16,-3 4-60 0,-1 3-46 16,-3 3 14-16,2 2 5 0,-8 3 10 0,-4 10 21 15,1 0 22-15,2 2 11 0,2 1 15 16,5 4 12-16,2-1 1 0,3-5 10 16,2-3 1-16,6 1 1 0,-1-2-1 0,4-1 3 15,2-4-3-15,1 0 1 0,-1-1 0 16,7 1 1-16,-4-3-9 0,4-2-4 0,2-2-32 15,0 1-58-15,0-4-69 0,3 0-82 16,-1-2-112-16,4 0-110 0,0-5-98 0,2 1-150 16,12-6-43-16,-1 0 74 0,6-1-627 15,9-5-760-15</inkml:trace>
  <inkml:trace contextRef="#ctx0" brushRef="#br0" timeOffset="34442.14">19279 9140 4026 0,'-11'-1'274'0,"3"-4"43"0,0 3 21 0,8 2 9 0,-9-4 2 0,9 4-13 16,0 0-27-16,0 0-26 0,0 0-30 0,0 0-27 16,22-6-28-16,-10 6-55 0,4 0-75 15,1 0-67-15,-2 0-63 0,0 0-54 16,3-2-53-16,-5 2-48 0,2-2-62 0,-3 2-51 15,-1 0-41-15,1 0-38 0,-12 0-51 0,14 0-98 16,-3 2-110-16,-11-2 54 0,11 2-480 16,-11-2-563-16</inkml:trace>
  <inkml:trace contextRef="#ctx0" brushRef="#br0" timeOffset="34909.99">19258 9375 3270 0,'-15'0'194'0,"15"0"47"0,0 0 43 0,0 0 32 15,0 0 40-15,0 0 12 0,0 0 0 0,0 0-14 16,0 0-25-16,0 0-33 15,34-5-28-15,-21 3-21 0,1-2-32 0,1 0-22 0,3 0-18 16,-4 1-19-16,2-2-18 16,0 1-25-16,-5 1-24 0,0 1-12 0,-1-2-10 15,-10 4-14-15,17-6-29 0,-10 4-24 16,-7 2-1-16,0 0-54 0,16-3-36 0,-16 3-52 16,5-2-50-16,-5 2-61 0,0 0-77 15,10-5-88-15,-10 5-79 0,8-3-103 16,-8 3-170-16,4-6 58 0,-4 6 85 0,3-6-560 15,-3 6-653-15</inkml:trace>
  <inkml:trace contextRef="#ctx0" brushRef="#br0" timeOffset="35792.6">20276 9180 3235 0,'-11'-2'38'0,"-1"-2"50"0,3-1 47 0,1 5 44 0,-2-6 41 0,5 0 35 0,5 6 7 0,-13-10 20 16,6 6 1-16,4-2-3 0,-3 0-7 16,2-3-19-16,2 1-9 0,2-2-15 0,2 0-17 15,6-3-10-15,2 0-20 0,3 1-7 16,4 0-9-16,-2 2-14 0,5 0-17 0,-4 3-14 15,2 4-11-15,-5 1-10 0,4 5-12 16,3 4-7-16,-4 5-7 0,0 0-8 0,2 10-13 16,-2 1-54-16,-5 0 0 0,-3-5 0 15,-5 5 0-15,2-4 0 0,-7 1 0 16,-3 4 0-16,-6 5 0 0,-2 2 0 0,-4-2 0 16,-3 0 0-16,-2-1 0 0,1-3 0 15,2-3 0-15,4-5 0 0,1-5 0 16,5-1 0-16,1-2 0 0,-2-4 0 0,7-1 0 15,3-4 0-15,-12 5 0 0,12-5 0 16,0 0 0-16,0 0 0 0,0 0 0 0,0 0 0 16,0 0 0-16,0 0 0 0,0 0 0 15,22 6 0-15,-11-2 0 0,5 2 0 0,4 2 0 16,-1 0 0-16,4-1 0 0,-1-2 0 16,14 0 0-16,1 2 0 0,0-2 0 0,0-1 0 15,-2-4 0-15,-9 3-116 0,-1-3-889 16,-2-2 67-16,-10 4 109 0,-1-2-975 0,-12 0-1231 15</inkml:trace>
  <inkml:trace contextRef="#ctx0" brushRef="#br0" timeOffset="39608.78">20983 5307 2808 0,'-27'-4'604'0,"27"4"-125"0,-15 0-76 0,15 0-33 0,-17 0-22 0,17 0 12 16,0 0-14-16,-17 0-12 0,17 0 2 0,0 0-11 15,0 0-13-15,0 0-18 0,0 0-40 16,0 0-21-16,45 7-27 0,-4-4-27 0,6-1-179 15,18 1 0-15,-1 1 0 0,2-2 0 16,-13-1 0-16,8 3 0 0,-15-4 0 0,-5 0 0 16,-6 0-84-16,-9 0-262 0,-4-2-90 15,-3 0-95-15,-2-1-124 0,-6-1-151 16,1-1 29-16,-5 0 84 0,1 2-621 0,-5-2-771 16</inkml:trace>
  <inkml:trace contextRef="#ctx0" brushRef="#br0" timeOffset="39908.89">21533 5097 3537 0,'-3'-8'97'0,"3"8"63"0,0 0 29 16,0 0 37-16,0 0 26 0,12-6 29 0,-12 6 34 16,0 0 2-16,39 14-14 0,-14 0-20 15,0 1-24-15,-1 4-20 0,1 1-26 0,-2-1-16 16,-3 5-21-16,-7-7-12 15,-4 1-16-15,-1 1-10 0,-2-2-9 0,-2 0-5 16,-4 0-12-16,-2 2-7 0,-4-2-13 16,0 2-7-16,-4-2-35 0,-1 1-50 0,-1-3 0 15,-1 1 0-15,1-1 0 0,-4-1 0 16,-2-4 0-16,3 1 0 0,3-5 0 0,-2 0-128 16,3-3-129-16,0-2-87 0,11-1-110 15,-16-4-104-15,8 2-120 0,7-6-131 16,-2 1 65-16,6-2-691 0,0-2-885 0</inkml:trace>
  <inkml:trace contextRef="#ctx0" brushRef="#br0" timeOffset="40543.35">22589 5125 3760 0,'0'0'-118'0,"12"-5"49"0,-4 3 47 16,-8 2 49-16,11-4 36 0,-11 4 29 15,14-5 21-15,-11 5 15 0,-3 0 22 16,12-2 13-16,-12 2 12 0,13-3 7 0,-13 3 7 16,0 0 6-16,13-3 2 0,-13 3 1 15,0 0 1-15,11-4-10 0,-11 4-4 16,0 0-14-16,11-2-13 0,-11 2-12 15,0 0-14-15,7-6-9 0,-7 6-12 0,4-7-16 16,-4 7-14-16,3-8-1 0,-1 2-19 16,-2 6-13-16,2-15-16 0,0 4-13 0,-4 0-24 15,0-3-4-15,0-3-22 0,0-2-15 16,1 2-15-16,-3-5-15 0,-2-1-14 0,1 4-11 16,-2-1-14-16,0 1-5 15,1 5-3-15,-3 1 1 0,1 3-8 0,1 2-4 0,-5 3-14 16,0 1-11-16,0 4 0 15,12 0-9-15,-27 7 2 0,12 0 10 0,-1 4 2 16,3 0 8-16,3 1 9 0,1 5 15 16,3-3 9-16,6 2 13 0,0 1 13 0,4 1 10 15,3 2 20-15,5 7 27 0,3 2 24 16,3-1 27-16,0-1 33 0,2 0 23 0,-4-1 13 16,4 2 8-16,-5-4 9 0,0-1 14 15,-4-2 16-15,-1-1 13 0,-2-5 8 0,-5-1 11 16,-1 1 13-16,0-3 9 0,-2 0 18 15,-2 0 7-15,0 0 5 0,-1-2-8 16,-5 0-4-16,-2 1-14 0,-1-1-15 16,-2-2-11-16,-2-1-13 0,-7 0-15 15,4-2-16-15,-5-1-10 0,1-1-13 0,2-3-11 16,1-1-5-16,-3-1-18 0,0-4-33 16,3-2-35-16,1 3 0 0,2-5-68 0,2 1-54 15,3 2-60-15,3-1-66 0,3-1-85 16,0 2-100-16,5-1-106 0,3 1-109 0,3-2-143 15,3-1 56-15,4 1-657 0,4-1-844 16</inkml:trace>
  <inkml:trace contextRef="#ctx0" brushRef="#br0" timeOffset="40774.61">22939 5097 3858 0,'1'-8'97'0,"1"1"63"0,-2 7 46 0,0 0 28 0,2-7 10 0,-2 7-8 0,0 0 0 15,0 0 8-15,0 0 2 0,0 0-14 0,0 37-18 16,-2-17-27-16,0 3-13 0,2 4-24 16,-5 7-16-16,2 0-36 0,-1 0-45 0,3-5-44 15,-1-5-52-15,-4-1-50 0,4-1-56 16,-1-3-62-16,1-4-79 0,-4 1-74 0,4-6-73 16,0 1-87-16,-2-7-114 0,2 0-19 15,2-4 51-15,0 0-414 0,0 0-496 16</inkml:trace>
  <inkml:trace contextRef="#ctx0" brushRef="#br0" timeOffset="40924.73">23047 4930 2744 0,'0'-19'40'0,"-2"4"36"16,-2 1 11-16,4 3 6 0,0 3-9 0,0 0-14 15,0 0-50-15,0 8-55 0,0-9-67 16,0 9-68-16,6-2-85 0,-6 2-125 0,0 0-83 15,0 0-153-15,23 19-113 0</inkml:trace>
  <inkml:trace contextRef="#ctx0" brushRef="#br0" timeOffset="41491.04">23131 5254 1968 0,'0'0'241'0,"-6"8"24"0,6-8 12 16,0 0 12-16,-2 7 16 0,2-7 8 15,-3 7-1-15,3-7-9 0,-5 10-12 0,3-3-26 16,2 2-15-16,0-9-13 0,0 15-14 16,0-7-24-16,0 1-19 0,0 0-19 0,0-1-9 15,0-8-16-15,-2 15-11 0,2-15-12 16,0 8-13-16,0-8-6 0,0 9-3 16,0-9-7-16,0 0-9 0,0 9-1 15,0-9-8-15,0 0-7 0,0 0-7 0,0 0-13 16,0 0 2-16,12-24-2 0,-8 16-9 15,3-4-3-15,-1 3-1 0,1 1-5 0,-4-1-7 16,5 0 2-16,-3 3-6 0,1 1-4 16,-6 5 0-16,12-7 0 0,-7 3 2 0,-5 4-1 15,15-3-4-15,-15 3-1 0,0 0 2 16,21 7 0-16,-12-4 1 0,-9-3-7 0,14 10 8 16,-6-5-3-16,-3 4 2 0,1-2-3 15,-3 0 1-15,2 0 7 0,-3-1 6 16,0 1 1-16,-2-7 2 0,4 12-1 15,-4-12-5-15,1 10 6 0,-1-10-1 0,2 5 0 16,-2-5 2-16,0 0 3 0,6 6-11 16,-6-6 0-16,0 0-3 0,14-15-2 15,-5 4-7-15,2 2 4 0,1 1-2 0,1-4 1 16,-1 3 0-16,-1 1-1 0,-4 3 2 16,5 0 4-16,-4 1 8 0,-8 4 3 0,13-1 7 15,-13 1 9-15,14 6 1 0,-14-6 1 16,9 14-4-16,-6-5-4 0,1 1-1 0,2 0-8 15,-2 0-5-15,-2 1-22 16,4-1-26-16,-4 3-35 0,-1-4-30 0,1 1-48 0,2 0-44 16,-2 2-64-16,0-6-82 15,0 2-92-15,-2-1-102 0,0-7-121 0,1 8-116 16,-1-8 64-16,7 2-648 0,-7-2-805 0</inkml:trace>
  <inkml:trace contextRef="#ctx0" brushRef="#br0" timeOffset="42007.67">23813 4432 3981 0,'-12'-27'72'0,"5"6"47"0,2 5 44 0,-4 5 10 0,7 0-16 0,-1 7-12 0,3 4 1 0,0 0 12 0,-13 25 21 15,7 11-13-15,0 21-16 0,2 9 24 16,0 8 6-16,1 9 21 0,-1 26 22 15,0 6 9-15,2 2-17 0,2 1-22 0,0-1-18 16,0-6-17-16,0-4-18 0,-1-27-22 16,-6 0-43-16,2-6-50 0,-5-3-49 15,-1-8-46-15,1-5-42 0,1-10-37 0,1-11-32 16,0-6-22-16,4-9-22 0,3-10-37 16,-3-6-37-16,4-2-21 0,0-4-16 0,0 0-5 15,0 0-4-15,5-27 2 0,-3 4 4 16,5-12 26-16,-2-4 13 0,5-12 36 0,-3-6 32 15,1-7 38-15,3 0 44 0,0-3 40 16,1 5 37-16,1 2 36 0,-1 5 37 16,-1 5 40-16,-1 15 34 0,0 2 39 15,-3 4 28-15,4 0 27 0,-1 5 15 0,2 7 15 16,-3 0 3-16,3 1 1 0,-5 7 1 16,6 3 1-16,-1 2-4 0,-3 4-3 0,-9 0-11 15,22 6-9-15,-15 4-18 0,2-3-10 16,0 5-13-16,0 3-9 0,-4-1-14 0,-3-1-12 15,0 1-4-15,0 0-9 0,-6-1-15 16,4-1-6-16,-3 2-5 0,-3 0-23 16,-1-2-26-16,2-2-33 0,-2-2-31 0,-3-1-41 15,5-1-54-15,-4-5-75 0,9-1-70 16,0 0-64-16,-20-9-71 0,16 4-82 16,0-7-99-16,0-3 15 0,6-11-394 15,2-11-462-15</inkml:trace>
  <inkml:trace contextRef="#ctx0" brushRef="#br0" timeOffset="42224.47">24139 4576 2749 0,'3'-17'57'0,"-1"3"46"0,-2 3 57 0,2 1 45 0,-2 0 33 0,0 3 31 0,0 7 16 15,0-11-4-15,0 11-18 0,0-9-30 16,0 9-27-16,0 0 5 0,0 0 12 16,0 0 9-16,-4 48-10 0,1-9-13 0,-7 15-11 15,1 2-10-15,3 6 0 0,-3 1-3 16,-1 6-22-16,3-1-14 0,0 1-13 15,-2-4-15-15,2 0-13 0,-2-4-42 16,8-5-61-16,-5-1-73 0,4-12-91 0,2-2-91 16,0-10-114-16,4-8-100 0,0 1-123 15,11 3-99-15,5-5-44 0,-2-8 59 0,13-2-579 16,-5-6-710-16</inkml:trace>
  <inkml:trace contextRef="#ctx0" brushRef="#br0" timeOffset="42474.59">24734 5104 3256 0,'9'-24'10'0,"-5"5"87"16,-1 4 55-16,-1 1 54 0,0 6 28 0,-2-1 19 16,0 4 11-16,0 5 22 0,0 0 36 15,0 0 12-15,-31 29-2 0,15 0-7 16,-11 14-19-16,-2 7-8 0,3 5-22 0,-12 15-18 16,0 7-27-16,2 1-22 0,-3-3-20 15,5-2-17-15,5-13-19 0,2-5-125 0,2-2-28 16,3-1 0-16,-1-2 0 0,4-9 0 15,2-9-4-15,3-4-205 0,7-8-54 0,0-3-57 16,-1-7-80-16,4-2-64 16,-2-4-61-16,6-4-66 0,0 0-98 0,0 0-12 15,0 0 61-15,-6-27-511 0,8 9-619 16</inkml:trace>
  <inkml:trace contextRef="#ctx0" brushRef="#br0" timeOffset="42640.92">24271 5463 3181 0,'-3'-21'48'0,"-1"5"62"16,2 4 52-16,2 2 41 0,-3 3 20 15,1 1 10-15,2 6-1 0,0-9 7 0,0 9-13 16,0 0-16-16,0 0-20 0,0 0-17 16,0 0-13-16,0 0-25 0,0 0-33 15,0 0-54-15,18 25-64 0,-13-18-79 0,2 5-97 16,-1 0-95-16,-1 3-91 0,4-1-138 16,-2-2-149-16,2 1 57 0,0 1-453 0,-2-3-532 15</inkml:trace>
  <inkml:trace contextRef="#ctx0" brushRef="#br0" timeOffset="43292.01">20358 7561 3357 0,'-19'2'297'0,"-1"0"32"0,8 0 42 0,2-2 34 0,10 0 18 16,0 0 0-16,-17-2-3 0,17 2-10 16,0 0-36-16,0 0-28 0,48-12-35 0,-10 5-31 15,1 2-30-15,8 0-55 0,0 0-195 16,3 1 0-16,0 1 0 0,11-2 0 0,-11 6 0 16,2-1 0-16,11 1 0 0,-11-1-314 15,-2 0-121-15,-2-1-124 0,-1-2-158 0,-8-3-127 16,-3-2 82-16,-11 0-789 0,-3 1-994 15</inkml:trace>
  <inkml:trace contextRef="#ctx0" brushRef="#br0" timeOffset="43558.22">21051 7285 4350 0,'-5'-3'79'0,"5"3"40"15,-10-7 27-15,10 7 21 0,0 0 9 0,0 0 14 16,0 0 30-16,0 0 3 0,0 0 3 15,0 0-13-15,13 33-17 0,-1-13-12 16,1 8-21-16,5-1-16 0,-7 5-9 16,1 2-10-16,-3-1-15 0,0 0-7 0,-3 1-7 15,-4-4-7-15,-4-5-8 0,0 2-10 16,-2-4-5-16,-5 8-11 0,-3-1-4 0,-1-3-2 16,-2-2-23-16,0-2-36 0,-5 1-38 15,6-9-50-15,-2-1-61 0,-1-3-65 16,3-2-82-16,1-4-98 0,2 1-109 0,1-6-149 15,10 0-112-15,0 0 68 0,-11-14-666 16,18 2-822-16</inkml:trace>
  <inkml:trace contextRef="#ctx0" brushRef="#br0" timeOffset="43842.05">22105 7091 4139 0,'0'-21'165'0,"0"3"44"0,0 4 44 16,-2 7 36-16,2-3 16 0,0 3-2 0,0 7 3 16,0 0 9-16,0 0 5 0,0 0-2 15,-12 43-5-15,-1-5-22 0,4 10-27 0,-2 4-23 16,-1 3-81-16,3 3-160 0,-2-2 0 16,-3 0 0-16,5-9 0 0,0-7 0 0,0-1 0 15,7-6 0-15,-11-1 0 0,8-8 0 16,0-5 0-16,3-3 0 0,-1-5 0 15,-1 1-214-15,2-2-109 0,-2-4-73 16,3-2-74-16,1-4-66 0,0 0-71 0,0 0-116 16,0 0-1-16,0 0 74 0,-10-18-557 15,12 4-670-15</inkml:trace>
  <inkml:trace contextRef="#ctx0" brushRef="#br0" timeOffset="44126.18">22098 6953 3407 0,'2'-17'91'0,"0"6"49"0,-1-1 34 16,3 3 36-16,2 1 19 0,0 2 9 16,3 0 13-16,1 4 5 0,-10 2 11 0,32 13 2 15,-7 5 12-15,7 11 12 0,1 7-10 16,-3 9-28-16,-1 3-21 0,-6 1-25 16,-6 5-20-16,-2 3-11 0,-6 3 0 15,-2-1 4-15,-3 3 4 0,-6-5-12 0,-7-6-157 16,4-10-17-16,-4 0 0 0,-2-8 0 15,-3 0 0-15,-1-4 0 0,-3-4 0 0,1-2 0 16,0-7 0-16,0-3 0 0,-2-5 0 16,-2 0 0-16,-4-3 0 0,6-5 0 0,-2-2 0 15,0-5 0-15,3 0 0 0,0-5-138 16,-3-9-357-16,2-5-108 0,9-3-123 0,1-1-121 16,7 2 80-16,2 5-803 0,5-10-1011 15</inkml:trace>
  <inkml:trace contextRef="#ctx0" brushRef="#br0" timeOffset="44557.78">22697 7371 4118 0,'1'3'97'0,"-1"-3"68"0,0 0 36 16,4 4 32-16,-4-4 30 0,0 0 28 15,0 0 9-15,0 0-10 0,0 0-6 0,7 3-10 16,-7-3-14-16,13 4-22 0,-4-3-20 15,0 2-20-15,0-3-19 0,-9 0-17 0,21 1-30 16,-21-1-13-16,22 0-11 16,-9-1-47-16,-1-2-61 0,-1 0 0 0,0-1 0 15,-1-1 0-15,-3-3 0 0,4-1 0 16,-4-5 0-16,0 2 0 0,-3-6 0 0,0-3 0 16,-4 3 0-16,0-2 0 0,-2 4 0 15,-2-1 0-15,-1 3 0 0,-6 2 0 0,0 3 0 16,-1 4 0-16,-6 2 0 0,-5 7 0 15,-10 6 0-15,1 5 0 0,3 7 0 16,-7 5 0-16,12-1 0 0,-3 8 0 0,8-3 0 16,4 3 0-16,3 2 0 0,2-1 0 15,7 1 0-15,-1-7 0 0,6-3 0 16,1-2 0-16,6 8 0 0,-2-8 0 0,8 0 0 16,1-5 0-16,-2-5 0 0,2-3 0 15,3-2 0-15,2-3 0 0,-2-3 0 0,8-3-3 16,2-3-357-16,7-6-111 0,0-2-105 15,10-9-141-15,-4-1-112 0,-6-4 73 16,-2-5-767-16,-2 1-969 0</inkml:trace>
  <inkml:trace contextRef="#ctx0" brushRef="#br0" timeOffset="44824.32">23281 6673 4619 0,'-5'-19'183'0,"-4"5"39"0,4 5 41 0,-1-1 6 16,5 6-13-16,1 4 8 0,0 0 14 0,-11 15 7 16,7 7-8-16,-3 16-16 0,0 17-26 15,0 5-30-15,-6 8-16 0,1 1-14 0,2 3-21 16,-2 0-98-16,1-1-56 0,6-1 0 16,-3-2 0-16,4-4 0 0,-2-5 0 0,4-14 0 15,0 0 0-15,2-7 0 0,0-11 0 16,-1-5 0-16,1-3 0 0,1-2-51 0,1-5-297 15,2-1-112-15,3-5-113 0,-2-2-155 16,2-2-100-16,-7-2 79 0,24-2-766 16,-10-4-960-16</inkml:trace>
  <inkml:trace contextRef="#ctx0" brushRef="#br0" timeOffset="45225.31">23687 7438 4405 0,'0'0'191'0,"-22"-2"44"0,10 2 45 16,12 0 31-16,-19 0 10 0,19 0 5 16,0 0-9-16,-17 0-12 0,17 0-13 15,0 0-20-15,0 0-37 0,0 0-21 0,0 0-23 16,0 0-20-16,0 0-46 0,0 0-125 16,0 0 0-16,51-4 0 0,-39 4 0 0,-1-6 0 15,1 0 0-15,-1 1 0 0,-1-3 0 16,-3-2 0-16,3-4 0 0,-3 2 0 15,-1-2 0-15,0 0 0 0,-4 3 0 0,1-1 0 16,-3 0 0-16,-1 6 0 0,-5-2 0 16,-2 1 0-16,-3 3 0 0,-2 3 0 0,-9 1 0 15,5 3 0-15,-5 4 0 0,-5 5 0 16,2 4 0-16,4 4 0 0,-1 1 0 16,6 1 0-16,5 1 0 0,-1 3 0 15,4-1 0-15,3-4 0 0,-1-1 0 0,4-3 0 16,2 0 0-16,0 0 0 0,2-1 0 15,0-2 0-15,2-1 0 0,1-1 0 0,3-2 0 16,-1 1 0-16,3-4 0 0,1-2 0 16,5 1-155-16,-1-4-296 0,3 0-110 0,0-4-134 15,1 0-162-15,3-4 83 0,10-6 74 16,-3-3-660-16,-1-3-814 0</inkml:trace>
  <inkml:trace contextRef="#ctx0" brushRef="#br0" timeOffset="45524.5">24359 6607 4115 0,'-5'-17'173'0,"1"5"40"0,1 0 28 0,1 7 6 0,-2 1-2 0,4 4 21 0,0 0 14 0,0 0 12 0,-21 33-3 0,10-2-9 15,-5 15-8-15,1 5-26 0,-1 5-7 0,0 6-16 16,2 2 2-16,-1 4-14 0,3 1-77 15,1 0-134-15,4-2 0 0,-3 0 0 0,4-4 0 16,-1-4 0-16,-3-1 0 16,9-14 0-16,-3-4 0 0,-3-3 0 0,4-10 0 15,1-3 0-15,0-6 0 0,-2-3 0 16,2-1 0-16,2-4-345 0,0-3-90 0,0-2-72 16,0-5-75-16,0 0-63 0,0 0-105 15,0 0 28-15,0 0-708 0,13-26-881 0</inkml:trace>
  <inkml:trace contextRef="#ctx0" brushRef="#br0" timeOffset="45691.21">23970 7424 3944 0,'-23'-4'87'16,"3"1"77"-16,5 1 59 0,1 1 50 15,14 1 38-15,-14-4 19 0,14 4 1 16,-14-3-14-16,14 3-23 0,0 0-24 16,0 0-26-16,0 0-24 0,0 0-22 0,27-10-22 0,-13 6-37 15,4 2-60-15,5 0-74 16,4-2-80-16,11-2-94 0,0 1-109 0,0 2-125 15,-3-4-128-15,2 3-169 0,-4-4-72 16,1 1 78-16,-9 1-661 0,2 0-809 0</inkml:trace>
  <inkml:trace contextRef="#ctx0" brushRef="#br0" timeOffset="46073.46">24701 7393 3881 0,'-12'4'173'0,"1"2"59"15,4-6 40-15,7 0 31 0,-14 3 19 16,14-3 3-16,0 0-8 0,-11 1-17 0,11-1-20 16,0 0-25-16,0 0-23 0,0 0-23 15,0 0-19-15,0 0-21 0,0 0-19 0,0 0-14 16,38-7-15-16,-26 4-15 0,1-4-27 16,0 2-25-16,1-3-18 0,-2-5-11 0,2 1-4 15,-1-1-18-15,-4-5-3 0,3 3 0 16,-6 1 0-16,-2 4 0 0,-4-2 0 15,-2 2 0-15,-4 3 0 0,-1 0 0 0,-11 3 0 16,-1 1 0-16,-1 4 0 0,-14 8 0 16,-4 2 0-16,4 4 0 0,4 2 0 0,-4 12 0 15,9-5 0-15,3 5 0 16,-3 6 0-16,5-4 0 0,7 0 0 0,1 1 0 16,3-2 0-16,3-3 0 0,1-5 0 15,5-2 0-15,0-4 0 0,0 1 0 0,2-2 0 16,1-1 0-16,5 0-198 0,-1-3-82 15,3-5-93-15,3 2-112 0,-2-5-119 0,7-2-164 16,1-1-9-16,5-1 78 0,5-2-664 16,12 3-817-16</inkml:trace>
  <inkml:trace contextRef="#ctx0" brushRef="#br0" timeOffset="46590.42">25238 7798 4185 0,'0'0'237'0,"0"0"58"0,-22-8 47 16,15 6 25-16,7 2-2 0,-1-9-24 16,2 3-21-16,-1 6-42 0,12-18-27 0,-2 7-26 15,11-9-20-15,4-1-20 0,-1-4-20 16,11-6-18-16,-3-6-15 0,6-3-12 0,2-3-89 16,12-15-31-16,-1-2 0 0,0-6 0 15,1-3 0-15,0 2 0 0,-5-4 0 0,-1 7 0 16,-15 19 0-16,-7 5 0 15,-5 11-46-15,-7 2-24 0,-1 7 5 0,-7 5 6 16,-1 1 0-16,-4 6 4 0,-1 2 1 16,-2 3 7-16,4 3 10 0,-15 0-2 0,15 0 3 15,-21 13 4-15,9 1 5 0,-1 3 7 16,-3 10 24-16,7 5 28 0,0 2 26 0,1-1 26 16,8 10 43-16,2-1 27 0,6-5 10 15,-1 2-141-15,2-3-23 0,2 2 0 0,-2-2 0 16,-4-2 0-16,4-8 0 0,-8-2 0 15,1 0 0-15,-2-6 0 0,-3 5 0 0,-6-4 0 16,2 2 0-16,-13-1 0 0,4-4 0 16,-9 1 0-16,4-7 0 0,0-1 0 15,-2-4 0-15,4-2 0 0,0-4 0 16,-4-3 0-16,2-5 0 0,-8-6 0 0,3-6 0 16,2-2 0-16,-3-12 0 0,2-4 0 15,5-4 0-15,2-2 0 0,0 1 0 0,5 10 0 16,3 4 0-16,1 8 0 0,4 7 0 15,-1 1 0-15,-1 4 0 0,4 0 0 0,1 2 0 16,-2 4 0-16,4 4-462 0,-3-8-442 16,3 8-1-16,0 0 88 0,0 0-919 0,0 0-1167 15</inkml:trace>
  <inkml:trace contextRef="#ctx0" brushRef="#br0" timeOffset="47672.42">26443 7764 4441 0,'0'0'-59'0,"-13"0"72"0,13 0 45 0,0 0 37 0,-14-3 40 0,14 3 35 0,0 0 20 0,0 0 7 0,0 0 14 15,-20 0-2-15,20 0-10 0,0 0-8 16,0 0-12-16,-11 6-11 0,11-6-19 15,0 0-16-15,0 0-7 0,0 0-14 0,0 0-10 16,18 12-11-16,-18-12-10 0,0 0-8 16,11 0-11-16,-11 0-22 0,0 0-15 15,20-14-21-15,-13 6-12 0,-2-3-27 0,3-3 10 16,-2 2-1-16,2-9-3 0,-5-4-3 16,-1-9 6-16,0-4-3 0,-4-4 5 0,0-1 2 15,-3-10 1-15,-1 13 5 0,-2 1 6 16,-3 4 7-16,2 5 4 0,-2 7 0 0,4 4 1 15,-2 4-1-15,0 5-1 0,-2 3 0 16,2 3-2-16,2 2 6 0,7 2-9 0,-14-1 1 16,14 1 3-16,0 0 0 0,0 0 6 15,-20 7-6-15,20-7-2 0,0 0 4 16,0 0 2-16,0 0 6 0,0 0-5 16,47-2-1-16,-24-2-2 0,0-2-8 0,3 3 14 15,-1 1-1-15,-6-2-5 0,2 4-1 16,-2 4 9-16,-2 1 5 0,2 5 5 0,-3 4 6 15,0 6 15-15,0 6 12 0,-5 2-9 16,-3 2 0-16,-2 3-3 0,-1 1-1 0,-3 2-3 16,0 1-2-16,0-10-8 0,0-2-1 15,0 0 0-15,-2-5-3 0,2-3 3 0,-2 0-30 16,1-3-19-16,-1 0-24 16,2-4-24-16,1-1-27 0,-1 0-33 0,0-3-51 0,0-2-73 15,-2-4-96-15,0 0-93 16,0 0-115-16,0 0-179 0,25-14 51 0,-14 0 63 15,8-8-533-15,1-4-623 0</inkml:trace>
  <inkml:trace contextRef="#ctx0" brushRef="#br0" timeOffset="48590.39">27110 7343 3520 0,'-8'2'158'0,"8"-2"38"0,-12 5 27 0,12-5 19 0,-9 0 13 0,9 0 1 16,0 0 1-16,0 0-7 0,0 0-17 0,0 0-20 16,0 0-20-16,0 0-18 0,0 0-16 15,36-3-18-15,-26-2-13 0,0 2-15 16,1-1-11-16,-1-3-5 0,-1 2-15 0,-2-4-8 16,4 3-11-16,-8-3-9 0,5-1-2 15,-5 0-14-15,1 1-3 0,-2 1-4 0,0 0 0 16,-2 8-11-16,-6-10-8 0,6 10 7 15,-13-5-9-15,13 5 4 0,-30 7-6 0,1 3-1 16,1 6 0-16,-5 4-4 0,-4 9 4 16,1 2-7-16,4 3 6 0,3 0-4 15,11-5-5-15,4 0 2 0,8-3 1 16,3-3-3-16,3-4 1 0,3 2-5 0,7-1 8 16,3-3-8-16,6 4 6 0,0-9 0 15,4-2-2-15,1-5 2 0,0 0-15 0,-1-6-7 16,3-1-9-16,10-5-10 0,2-3-15 15,-1-2-14-15,-1-3-16 0,6-8-12 0,-1-3-18 16,-5-2-24-16,-4-3-23 0,-2-7-18 16,1-4-27-16,-6-9-24 0,2-7-29 0,5-23-13 15,-2-6-15-15,5-4-5 0,1-10 6 16,0-6 21-16,2-2 24 0,0-1 23 16,-2 7 38-16,-3 4 44 0,-8 10 56 15,-11 23 44-15,-3 8 56 0,-11 17 46 0,-3 5 26 16,-3 10 10-16,-1 11 8 0,-4 5 15 15,-3 10 14-15,-3 5 19 0,-13 17 22 0,-7 19 22 16,-10 23 22-16,-1 15 15 0,1 13 22 16,-5 11 2-16,0 16-4 0,5 10 7 15,-16 42-10-15,10-1-21 0,13-34-21 16,3-2-22-16,3-5-19 0,1-4-12 0,10-4-18 16,7-14-11-16,2-11-14 0,6-26-10 15,7-6-20-15,1-21-24 0,-2-3-21 0,4-9-14 16,-2-10-2-16,1-6-1 0,1-6-3 15,4-4-8-15,0-4-8 0,-6-1-8 16,19-15-10-16,-2-7-12 0,5-9 3 0,-2-10-5 16,3-7-6-16,-2-6 4 0,1-4-8 15,7-24 0-15,3-3 9 0,-1-2-5 0,1 7-1 16,2 2 2-16,-9 21 5 0,-2 4-5 16,1 4 10-16,-3 5-3 0,-6 13 4 0,-2 2 1 15,-1 9 2-15,-3 6-1 0,-4 4 12 16,4 3 4-16,-4 5 12 0,1 0 7 0,-6 2 17 15,0 0 8-15,17 11 5 0,-11-1 6 16,-1 2 3-16,1 3 4 0,-2 4 1 0,-3 1-1 16,1 5-2-16,-2-2 2 15,-2 4 7-15,1-2 2 0,-3-1-24 0,-7 7-43 16,-3-2 0-16,1-2 0 0,2-4 0 16,-1-6 0-16,-1-3 0 0,1 1 0 0,-5-3 0 15,5-4 0-15,-1-1 0 0,2-3 0 16,-1-2 0-16,3-6 0 0,0-3 0 0,-1-1 0 15,2-6-246-15,5-6-48 0,-1-16-59 16,8-6-57-16,7-16-29 0,8-9-25 0,10-17-7 16,5-5-5-16,6 1-1 0,6-1-5 15,-1 8 30-15,-1 6 50 0,2 10-695 0</inkml:trace>
  <inkml:trace contextRef="#ctx0" brushRef="#br0" timeOffset="48790.06">27855 6648 2821 0,'22'-35'-82'0,"-8"12"70"0,-3 5 56 0,-3 3 59 0,-4 3 59 0,2-1 35 0,-4 3 24 0,0 2 31 16,0-1 17-16,-1 2 3 0,-1 7-21 0,0 0-14 15,0 0 0-15,0 0 28 0,0 0 10 16,-14 57 8-16,0-8-20 0,-8 9-11 0,4 5-13 16,-7 22-6-16,-4 3-20 0,3 1-19 15,1-2-19-15,0-2-19 0,3-4-14 16,2-13-31-16,4-2-42 0,-2-5-53 0,5-6-67 16,3-4-80-16,4-13-63 0,3-3-69 15,-1-9-79-15,4-6-65 0,0-6-38 0,2-5-50 16,2-2-31-16,-1-4-42 0,6-3-29 15,-9 0-5-15,22-10-499 0,-7-2-571 16</inkml:trace>
  <inkml:trace contextRef="#ctx0" brushRef="#br0" timeOffset="49157.16">27811 7525 2913 0,'18'-21'-15'0,"-6"7"73"15,-1-1 48-15,-4 4 62 0,-1 2 38 16,-1 0 27-16,-1 3 20 0,-1 1 11 0,-3 5 28 16,0 0 29-16,13-3 10 0,-13 3 5 15,7 14-3-15,-3-2-11 0,-4 3-14 0,1 2-23 16,-1 3-23-16,-1 3-25 0,-1 2-23 15,-4 7-17-15,1-6-18 0,-4-3-17 0,4-1-15 16,-8 6-68-16,4-8-79 0,-2-1 0 16,0-5 0-16,-1-1 0 0,5-3 0 15,-2 0 0-15,0-4 0 0,-2-1 0 16,4-3 0-16,7-2 0 0,0 0 0 0,-25-13 0 16,18 2 0-16,3-9 0 0,-2-13 0 15,10-4 0-15,3-5 0 0,6-7 0 16,-1 15 0-16,5 2-16 0,-3 5-44 0,-3 10 1 15,-2 2 11-15,1 6 6 0,0 6 4 16,-1 3 19-16,-9 0 8 0,16 9 3 0,-9 1 9 16,0 3 12-16,4 7-4 0,-6-1 2 15,2 2-6-15,-1-1-1 0,0 1-3 0,0 2-13 16,-2-7-52-16,1 1-54 0,1-2-58 16,-1-1-65-16,2-1-79 0,-2-5-95 15,1 2-77-15,-1-2-87 0,6-4-126 16,-2 2 0-16,0-4 68 0,3 1-543 0,3-3-646 15</inkml:trace>
  <inkml:trace contextRef="#ctx0" brushRef="#br0" timeOffset="49372.97">28327 7397 3169 0,'-3'-18'60'16,"-5"7"56"-16,1 0 38 0,-3 4 36 16,1 4 29-16,-3-2 23 0,12 5 11 15,-19 0-2-15,19 0-5 0,-25 10-14 0,9 2-6 16,2 2-26-16,3 3-15 0,-5 8-19 15,7-1-14-15,1-4-12 0,2 2-17 16,2 2-11-16,0-3-13 0,2-3-11 0,1 0-37 16,1-3-42-16,0-1-44 0,1-2-59 15,-1 1-70-15,2-3-100 0,2-1-108 16,0-2-133-16,2-2-194 0,2-1 14 0,-1-4 70 16,-7 0-490-16,19 0-576 0</inkml:trace>
  <inkml:trace contextRef="#ctx0" brushRef="#br0" timeOffset="49755.4">28691 7495 3464 0,'0'0'315'0,"0"0"42"0,0 0 36 0,0 0 22 16,-47 0 12-16,47 0-7 0,-4-5-32 15,4 5-39-15,0-12-33 0,0 12-33 16,6-9-29-16,2 1-26 0,-3 0-29 0,2 1-34 15,2-3-27-15,0 0-58 0,-2-1-80 16,4-1 0-16,-4-1 0 0,0 1 0 0,3-2 0 16,-7 4 0-16,2-1 0 0,-5 3 0 15,0 0 0-15,-7 1 0 0,7 7 0 16,-14-9 0-16,-2 9 0 0,-1 2 0 0,-8 3 0 16,-7 8 0-16,0 3 0 0,-1 3 0 15,7 4 0-15,1 0 0 0,3 7-11 0,6-1 2 16,4 0 0-16,4-4 3 0,7-4-2 15,1 0 0-15,1 1 6 0,5-1-5 16,4-4 7-16,-3 1-2 0,6-3-3 0,1-4 4 16,3 1 5-16,-1-5-18 0,3 0-35 15,-1-4-57-15,2 0-77 0,-2 0-79 0,5-3-109 16,1-3-93-16,2 0-96 0,10-4-126 16,-1 0-79-16,2-2 71 0,0-4-657 0,3-1-807 15</inkml:trace>
  <inkml:trace contextRef="#ctx0" brushRef="#br0" timeOffset="50224.33">29406 7371 3895 0,'-1'-9'116'0,"1"9"44"16,0 0 40-16,0 0 39 0,0 0 26 0,-22-2 30 16,22 2 3-16,-13 10-4 0,7-3-11 15,-1 1-23-15,1 0-25 0,1 5-20 0,-4 1-23 16,4-2-18-16,1 2-19 0,2-2-16 15,-2 3-13-15,4-4-5 0,0 0-18 0,0-2-12 16,4 2-10-16,0-2-5 0,-1-2-9 16,4 0-2-16,-1-2-19 0,1-2-46 15,-7-3 0-15,17 3 0 0,-7-3 0 16,-10 0 0-16,16 0 0 0,-16 0 0 0,18 0 0 16,-18 0 0-16,15-1 0 0,-15 1 0 15,12 2 0-15,-12-2 0 0,13 4 0 0,-5 0 0 16,-3 1 0-16,3 0 0 0,-3 2 0 15,3 0 0-15,0 0 0 0,1 1 0 16,1-1 0-16,2 0 0 0,2 2 0 0,2-4 0 16,1 1 0-16,6-2 0 0,2 1 0 15,3-2 0-15,8-1 0 0,-1 0 0 0,-7-4 0 16,1 2 0-16,-4-5 0 0,0 2 0 16,-3-2 0-16,-3-4 0 0,8-4 0 0,-2-3 0 15,-5-3 0-15,3-2 0 16,-3-1 0-16,-2-3 0 0,2-4 0 0,-3 4 0 15,-6 7 0-15,0 0 0 0,-2 7 0 16,-2 0-206-16,-3 2-155 0,-2 1-74 0,-2 4-92 16,-4-4-92-16,4 8-167 0,-9-6 39 15,0 2 69-15,9 4-625 0,0 0-762 0</inkml:trace>
  <inkml:trace contextRef="#ctx0" brushRef="#br0" timeOffset="50455.91">30214 7238 3906 0,'4'-9'141'0,"-2"4"48"0,2-2 40 0,-4 7 42 0,2-10 28 0,-2 10 6 15,0 0-5-15,0 0 6 0,0 0-1 16,0 0 0-16,7 39-21 0,-9-13-26 0,1 13-22 16,-1 0-27-16,-8 2-25 0,2 0-34 15,-7 8-39-15,7-11-55 0,-3-1-63 0,-2-4-75 16,-3-2-54-16,5-4-51 0,4-4-59 15,-1-8-54-15,2-1-68 0,1-6-68 0,1 0-83 16,0-3-94-16,-1-3-124 0,5-2 63 16,0 0-598-16,0 0-731 0</inkml:trace>
  <inkml:trace contextRef="#ctx0" brushRef="#br0" timeOffset="50623.35">30328 7138 3251 0,'4'-16'-13'0,"-2"2"82"15,0 5 48-15,-2-2 38 0,0 2 25 16,2 4 7-16,-2-1-17 0,0 6-19 16,0-12-28-16,0 8-41 0,0 4-65 0,4-9-76 15,-4 9-100-15,4-6-103 0,-4 6-125 0,7-6-186 16,1 2 37-16,1 2 53 0,-9 2-208 16,19-2-184-16</inkml:trace>
  <inkml:trace contextRef="#ctx0" brushRef="#br0" timeOffset="50939.87">30802 6820 2265 0,'-7'-6'254'16,"7"6"17"-16,-9-9 12 0,9 9 22 0,-13 0 27 16,13 0 22-16,-18 15-8 15,9 1-1-15,-9 9-17 0,4 6-9 0,-6 13-21 0,6 7-24 16,-2 0-5-16,3 2-24 15,1 1-21-15,1-3-20 0,0 1-22 0,-1-4-16 16,-1-1-17-16,1-9-13 0,-1-2-15 16,-3-4-14-16,1-3-10 0,-4 1-16 0,0-5-24 15,-2-2-25-15,-2-2-29 0,0-4-32 16,3-3-53-16,-9-4-51 0,2-1-51 16,2-3-48-16,0-2-42 0,-1-4-44 0,2-4-28 15,0 2-19-15,9-6-7 0,0 1 7 16,6-3 4-16,4 1-1 0,10-3 13 0,6-3-3 15,10-7 11-15,15-6-11 0,4 3-14 16,6-1-12-16,1-1-16 0,3 2-318 16,2 3-204-16</inkml:trace>
  <inkml:trace contextRef="#ctx0" brushRef="#br0" timeOffset="51305.51">30784 7296 1759 0,'57'-19'-92'0,"-7"2"21"0,1-5 12 16,-1-1 45-16,0-4 42 0,-3-4 24 16,-3-2 27-16,-4-1 22 0,-6-4 25 0,-3 0 23 15,-8-1 13-15,-10 6 25 0,-1 4 11 16,-7 4 5-16,-3 4-6 0,-6 6-15 0,-1 0-12 15,-9 2-13-15,-1 3 1 0,-6 3 1 16,-4 5 2-16,-11 5 3 0,-4 9 7 0,-12 5 3 16,4 9 12-16,-2 6 2 0,0 6 0 15,3 2 3-15,6 0 6 0,1 4 0 16,6-2-10-16,4 2-14 0,5-1-3 0,7-2-22 16,7-10-14-16,5 2-12 0,5-6-11 15,2-5-8-15,3 0-15 0,2-1-3 0,3-4-4 16,3-2-9-16,-1-4-2 15,5-2-6-15,-3-2 3 0,2-3 5 0,0-4-5 16,1 3 0-16,-1-3-2 0,4-3-3 16,-4 3 1-16,-1-1-3 0,-1 0-4 0,-2 1 2 15,-11 0-3-15,17-2-7 0,-17 2-4 16,13 0-8-16,-13 0-2 0,12 2-5 0,-12-2-5 16,0 0-4-16,9 5-21 0,-9-5-33 15,8 3-46-15,-8-3-55 0,6 3-63 0,-6-3-69 16,8 6-87-16,-8-6-85 15,7 0-93-15,-7 0-144 0,11 3-112 0,-11-3 73 16,0 0-633-16,0 0-804 0</inkml:trace>
  <inkml:trace contextRef="#ctx0" brushRef="#br0" timeOffset="52655.39">31589 7420 3606 0,'-5'-5'32'0,"-1"-1"39"0,1 0 9 0,1 0 22 0,4 6 31 0,-9-11 23 0,2 6 4 16,7 5-7-16,-11-10-10 16,8 5-16-16,-3 0-13 0,6 5-15 0,-12-9-6 15,5 6-12-15,7 3-10 0,-22-4-6 16,22 4-1-16,-23 4 4 0,7 1-1 0,1 2-6 15,-3 2-6-15,4 4-3 0,-8 7-6 16,3 1-5-16,2 4-6 0,5-3-3 16,7-1-3-16,-1-2-1 0,4 1-8 0,2-2-19 15,0 0-19-15,8 0-15 0,1 0-20 16,7-3-20-16,0-2-17 0,6-5-24 16,3-2-17-16,1-4-14 0,5-2-11 15,9-2-11-15,4-6-5 0,10-6-1 0,0-1 6 16,-6-8 7-16,4-2 12 0,-3-6 16 15,3-3 11-15,10-15 13 0,1-2 9 0,0-7 13 16,-2-9 10-16,0-3 7 0,0-10 9 16,-4-2 3-16,-1-3 14 0,-9-3 23 0,-1 1 23 15,-12 6 33-15,-13 24 22 0,-4 7 31 16,-10 11 18-16,-4 12 4 0,-3 8 14 0,-6 4 11 16,-2 4 18-16,-5 6 16 0,-6 5 17 15,-15 11 11-15,-12 12 10 0,-3 12 9 16,-12 14 19-16,0 8 9 0,2 5-2 15,5 5 0-15,4 1-12 0,5 7-16 16,5-2-17-16,13-15-22 0,2-2-17 0,4 3-16 16,4-6-13-16,5 1-13 0,11-14-12 15,-1-2-10-15,2-7-11 0,3-8-8 0,3-3-12 16,0-4-7-16,2-3-12 0,1-3-18 16,5-1-8-16,1-2-19 0,0-4-18 0,4 1-17 15,-2-4-2-15,0 0 1 0,1-2 3 16,-5 2 2-16,0-2 2 0,-13 2 8 0,22-2 17 15,-22 2 5-15,18 0 2 0,-18 0 6 16,14-1 11-16,-14 1-13 0,0 0 1 16,15 1-7-16,-15-1 4 0,0 0-3 0,0 0 0 15,17-1-1-15,-17 1-1 0,0 0 11 16,0 0-4-16,13 0-3 0,-13 0 12 16,0 0-6-16,0 0 0 0,18-3-1 0,-18 3 0 15,11 0 1-15,-11 0-1 0,16-4 2 16,-16 4-1-16,14-5 5 0,-4 1-8 15,0 0-2-15,-10 4 2 0,13-6 2 0,-6 4 8 16,-7 2 10-16,12-4 3 0,-8 1 1 16,-4 3 1-16,0 0-5 0,11-2-5 0,-11 2-6 15,0 0-4-15,0 0 2 0,0 0-2 16,12 5-6-16,-12-5 0 0,4 8 4 16,-1-4-5-16,-3-4-16 0,6 8-15 0,-2-3-11 15,-4-5-9-15,12 7-16 0,-7-4-20 0,4-3-17 16,1 2-24-16,-10-2-22 15,23-4-17-15,-8 0-16 0,4-1-12 0,-2-3-14 16,5 0-2-16,4-7-1 0,-2-3-5 16,0-3 2-16,1 1 4 0,-2-7 12 0,2-6 15 15,2-1 8-15,2-9 14 0,0-1 11 16,1-5 12-16,2-4 12 0,11-19 9 0,2-2 10 16,0-8 6-16,0-4 13 0,3-3 20 15,-3-1 15-15,-4 9 26 0,-3 4 31 16,-13 24 33-16,-7 13 38 0,-6 12 11 15,-5 7 3-15,-7 9 3 0,-3 5 9 16,-6 5 19-16,9 2 15 0,-30 15 13 0,-2 14 11 16,-6 12 20-16,0 8 20 0,-12 19 16 15,5 5 11-15,0 4 3 0,6 8 4 0,-1 2 4 16,-1 6-2-16,11-2-5 0,1 0-9 16,9-5-20-16,4-17-18 0,3-1-19 0,1-2-19 15,3-5-121-15,0-8-28 0,5-14 0 16,-3-12 0-16,6-2 0 0,-1-8 0 0,0-3 0 15,2-1 0-15,0-3 0 0,0-3 0 16,2 0 0-16,-2-7 0 0,3 5 0 16,-3-5 0-16,0 0 0 0,0 0 0 15,22-13 0-15,-17 6 0 0,2-2 0 0,-4 0 0 16,3 3 0-16,-4 1 0 0,-2 5 0 16,4-11 0-16,-4 11 0 0,0 0 0 15,0 0 0-15,-20 0 0 0,20 0 0 0,-20 11 0 16,6-4 0-16,3-1 0 0,-1 3 0 15,3-1 0-15,-1 2 0 0,5-3 0 0,-2 0 0 16,2 2 0-16,3-1 0 0,2-8 0 16,-4 9 0-16,4-9 0 0,-2 10 0 0,2-10 0 15,2 7 0-15,-2-7 0 0,0 0 0 16,4 7 0-16,-4-7 0 0,0 0-150 0,0 0-280 16,0 0-98-16,-7 8-137 0,-3-3-195 15,-4-1 59-15,-4 1 86 0,-14 6-660 16,-3-2-828-16</inkml:trace>
  <inkml:trace contextRef="#ctx0" brushRef="#br0" timeOffset="53572.91">15503 10510 4006 0,'3'-25'10'0,"1"4"28"0,0 8 9 0,-2 1 12 0,-1 3 7 15,-1 4 33-15,0 5 66 0,0 0 45 0,-25 32 40 16,-5 11 21-16,-6 10 4 0,-20 22-3 0,2 8-4 15,-7 11 6-15,-5 11 13 0,-19 32 0 16,18-29-6-16,0-1-4 0,5-5-7 16,6-11-10-16,13-8-41 0,14-23-219 15,10-4 0-15,6-5 0 0,7-11 0 0,4-10 0 16,8-7 0-16,1-2 0 0,13 3 0 16,0-7 0-16,1-2 0 0,2-11 0 0,1 1 0 15,-1-3 0-15,6-4 0 0,0 2 0 16,9-5 0-16,-1-3 0 0,-1-5 0 0,0 3 0 15,-4-2 0-15,0-2-127 0,1 1-541 16,-3-3-131-16,-7 1-90 0,2 0 76 0,-8 0-852 16,-3 2-1101-16</inkml:trace>
  <inkml:trace contextRef="#ctx0" brushRef="#br0" timeOffset="53839.09">15428 11486 4869 0,'0'-6'2'15,"0"6"-2"-15,0 0 27 0,0 0 49 0,0 0 41 16,2 25 20-16,-1-8 4 0,3 5 0 16,4 13-5-16,2 1-7 0,-3 1 1 0,3 4-2 15,-1 0 22-15,-3-2-4 0,0 0-10 16,-5 2 0-16,-2-1 12 0,-1-3 3 0,-8-1-7 16,1 1-14-16,-5-5-15 0,0-1-12 15,-8-4-9-15,3-1-10 0,-3-2-6 0,-1-4-34 16,1-2-25-16,1-3-44 15,5-6-60-15,-4 0-59 0,5-2-73 0,0-3-92 0,4-4-92 16,0 0-84-16,11 0-117 16,-18-7-165-16,12 1 66 0,3-2 81 0,-1-5-521 15,1 1-609-15</inkml:trace>
  <inkml:trace contextRef="#ctx0" brushRef="#br0" timeOffset="54638.85">16591 11461 3365 0,'2'-18'48'0,"-2"7"32"0,0 1 4 0,0 2-17 16,0 8 34-16,0 0 41 0,0 0 41 0,-12 20 17 15,4 1-2-15,-3 12-8 0,3 5-7 16,1 3-20-16,-5 9-9 0,4 1-9 0,1 3-17 15,-2-1-13-15,-1-2-11 0,4-10-9 16,-3-2-9-16,-1 1-9 0,5-6-14 0,-7 0-39 16,1-4-34-16,-1-3-41 0,2-5-40 15,1-3-48-15,2-8-63 0,-3 2-59 0,0-6-53 16,3-2-65-16,0-3-59 0,7-2-110 16,0 0-47-16,-14-12 50 0,10 0-279 0,4-5-310 15</inkml:trace>
  <inkml:trace contextRef="#ctx0" brushRef="#br0" timeOffset="54890.64">16486 11492 2216 0,'9'-28'28'0,"-3"3"32"16,4 5 22-16,-3 4 28 0,2-2 25 15,3 2 18-15,1 5 7 0,5 3 7 0,-2 2 3 16,5 6 4-16,4 6-8 0,11 8-6 16,4 12-9-16,-1 10-10 0,-3 6-8 15,-4 4-8-15,-5 4-7 0,-8-1-11 0,-7 5-6 16,-12-9-3-16,-11 11-3 0,-3-2 9 15,-8 1 2-15,-4-5 12 0,-5-4 0 16,1-3 1-16,-5-4-8 0,-1-4-5 0,-3-3-11 16,3-3-7-16,3-5-13 0,3-7-1 15,-1-1-10-15,5-2-9 0,3-6-26 16,3-3-45-16,5 1-55 0,1-4-75 0,3-4-102 16,0-2-102-16,1-6-121 0,6-2-179 15,3-5-10-15,2-2 68 0,7-10-397 0,6 1-466 16</inkml:trace>
  <inkml:trace contextRef="#ctx0" brushRef="#br0" timeOffset="55291.25">16960 11933 2915 0,'2'4'114'15,"-2"-4"29"-15,0 0 11 0,8 2 21 16,-8-2 10-16,0 0 4 0,0 0-9 0,15-4-12 15,-5-1-20-15,-1 2-14 0,5-3-11 16,0 0-13-16,0-1-15 0,1 3-6 0,3-2-9 16,-4-1-6-16,-3 0-12 0,5 2-15 15,-5-3-11-15,1 2-8 0,-2-2-3 0,-3-1-4 16,-2 2-5-16,0-1-3 16,-3 1-2-16,-4-2-1 0,0 2-3 0,-2 2 1 0,-6 0-2 15,-1 2-4-15,-10 3 2 16,-4 5 1-16,-13 5-3 0,0 4 14 0,-6 8 6 15,6 6 4-15,4 1 2 0,9-4 3 16,4 3 1-16,4 1 1 0,5 0 3 0,7-3 0 16,1-5 10-16,2-4 2 0,6 3-1 15,-1-1 0-15,9-2-5 0,1-2-5 0,3-3-1 16,11 4-3-16,-1-8-6 0,-1-3-27 16,0-1-46-16,1-4-62 0,3 0-80 0,9-5-96 15,-2 0-92-15,-2-2-119 0,-2-1-163 16,-1-3 27-16,-2-1 65 0,-8 0-335 15,2-3-384-15</inkml:trace>
  <inkml:trace contextRef="#ctx0" brushRef="#br0" timeOffset="55539.06">17640 11209 2739 0,'-1'-16'115'0,"1"5"-9"0,-2 5-7 0,2 6 21 16,0 0 37-16,0 0 36 0,-20 25 12 15,9 5 12-15,0 7 4 0,-5 16 5 0,3 2 1 16,0 5-2-16,-2 2-6 16,1 2-20-16,1-3-11 0,-1 3-15 0,1-4-22 15,4 3-13-15,-1-4-17 0,1-1-12 16,1-6-10-16,3-12-12 0,-2 2-26 0,2-6-46 16,3-7-66-16,-2-5-71 0,0-3-73 15,3-5-79-15,1-2-90 0,-2-1-96 0,2-5-163 16,2-3-50-16,-1-2 64 0,-1-3-425 15,0 0-507-15</inkml:trace>
  <inkml:trace contextRef="#ctx0" brushRef="#br0" timeOffset="55938.98">17909 11867 3143 0,'-3'4'104'0,"-3"0"24"0,6-4 17 0,-7 4 16 15,7-4 13-15,-3 5 11 0,3-5-3 16,0 0-5-16,0 0-10 0,8 10-18 0,-8-10-11 16,13 4-18-16,-4-1-10 0,1-3-11 15,2 3-8-15,-1-3-8 0,-11 0-8 0,25-3-11 16,-12 0-21-16,-1-2-17 16,0-1-17-16,0-2-12 0,0 0-5 0,1-8-8 15,-3-1-10-15,-5-2-12 0,1-2-1 0,-4 3-3 16,-2 1 3-16,-4-1 5 0,-4 5 0 15,-1 3 2-15,-5 2 4 0,-2 4 5 0,-5 4 1 16,-4 6 9-16,-10 8 18 16,5 3 12-16,-1 1 10 0,6 7 10 0,5 2 17 15,3 0 6-15,2 4 4 0,5-1 11 16,4-5 9-16,2-4 5 0,6-2 1 0,0 0-2 16,5-3-4-16,4 1-9 0,3 0-3 15,2-5-9-15,13 1-8 0,-5-4-19 0,1-4-46 16,7 2-60-16,0-4-72 15,-7-3-88-15,6 0-106 0,-4-3-118 0,10-4-153 16,-8 0-73-16,2-1 65 0,-1-7-442 16,-7 6-529-16</inkml:trace>
  <inkml:trace contextRef="#ctx0" brushRef="#br0" timeOffset="56255.14">18599 11116 3107 0,'-12'-26'72'0,"3"4"25"0,4 1 56 16,-6 3 28-16,6-1 23 0,-3 3 21 0,5 3 4 16,-3 1-27-16,3 8-27 0,3 4-2 15,0 0 13-15,-37 34 8 0,11 4-3 0,-3 8 17 16,0 4 6-16,4 3 0 16,-1 5 3-16,-1 4-7 0,4-1-15 0,1 0-16 0,2-6-10 15,3-3-11-15,4-5-13 16,3-7-10-16,0-6-9 0,5-1-13 0,1-6-8 15,0-3-12-15,3-1-11 0,-1-6-10 16,0 3-8-16,-2 2-5 0,-1 0-15 0,5 3-44 16,-1-8 0-16,-1 2 0 0,-2-2-62 15,2-2-67-15,0 2-49 0,2-1-55 0,0-5-69 16,0 1-77-16,0-2-74 0,2-3-97 16,4-3-153-16,-6-4-50 0,6 5 58 0,-6-5-582 15,0 0-736-15</inkml:trace>
  <inkml:trace contextRef="#ctx0" brushRef="#br0" timeOffset="56454.82">18250 11652 3830 0,'-5'-8'102'16,"-1"1"33"-16,2 0 42 0,4 7 27 16,-2-12 12-16,2 12 12 0,4-10-13 15,0 3-14-15,3 2-22 0,2 1-24 0,5 1-10 16,3 0-16-16,2-1-20 0,8 4-66 15,4 0-81-15,8 2-98 0,6 0-129 0,-4-1-146 16,7 1-189-16,-8-2-103 0,3 3 67 16,-7-6-479-16,-6 3-585 0</inkml:trace>
  <inkml:trace contextRef="#ctx0" brushRef="#br0" timeOffset="56821.99">18774 11790 3351 0,'-9'2'127'16,"9"-2"22"-16,-11 0 23 0,11 0 20 16,0 0 10-16,0 0-11 0,0 0-16 0,0 0-22 15,0 0-14-15,11-16-14 0,3 9-15 16,0 2-8-16,8-4-10 0,-2 1-10 16,-1 0-8-16,1-1-13 0,-4 1-16 0,4-4-14 15,-6 3-11-15,0-3-5 0,-1-2-4 16,-3 3-3-16,0-1-4 0,-5 0 0 15,-1 2-3-15,-2 2-3 0,-4-1-1 16,-2 4 0-16,-5 2 1 0,-5 3 1 0,-8 3-1 16,-13 7 1-16,-9 9 2 0,3 4 16 15,-2 4 8-15,4 4 8 0,4 2 0 0,7 4 0 16,3-2 0-16,10-1 1 16,5-2 0-16,4 2 3 0,3-7 0 0,5-1-2 0,1-5-4 15,5 1-3-15,2-2 3 0,5 4-7 16,2-2 0-16,0-10-33 0,0 0-54 15,5-2-78-15,-2-3-114 0,1-2-135 16,2-2-157-16,-1 4-154 0,3-2 58 0,11-1-501 16,1 1-611-16</inkml:trace>
  <inkml:trace contextRef="#ctx0" brushRef="#br0" timeOffset="57388.38">19988 12424 3064 0,'-11'4'31'0,"3"-1"11"0,5-1 14 0,3-2 28 0,0 0 27 0,0 0 20 0,0 0 12 15,0 0-6-15,0 0-4 0,18-17-16 16,-4 8-10-16,3-1-12 0,6-7-5 0,2 0-12 15,0-2-8-15,1-3-4 0,0-1-9 16,9-6-6-16,0-6-6 0,1-4-18 16,-2-4-20-16,2-5-18 0,0-3-18 0,8-16-24 15,-2-4-16-15,-2-1-16 0,-2-1 0 16,2-2-1-16,-10 18 10 0,-3 4 9 16,-2 6 17-16,-2 10 20 0,-10 11-2 0,-4 5 1 15,4 8 3-15,-8 5 1 0,1 2 34 16,-5 4 21-16,-1 2 13 0,0 0 6 15,11 16 3-15,-10-1 0 0,1 4-1 0,-2 7 0 16,0 1 1-16,0 9 10 0,0 5 0 16,-2 0 14-16,1 5 6 0,-2-2 14 0,-1-1 0 15,0 0 2-15,-1-1 6 0,-2-2 19 16,-1-2 9-16,0-5 17 0,0-10 22 0,-1-3 21 16,-3-2 24-16,1-4 12 0,0 1 0 15,-7-3-1-15,1-4-1 0,-3-2-15 16,-2-4-13-16,-4-3-18 0,-14-4-20 15,0-3-14-15,-10-8-17 0,0-4-12 0,1-5-13 16,3-1-26-16,5-1-76 0,0-2 0 16,7-3 0-16,3 2 0 0,15 1 0 0,0 2-45 15,3 0-104-15,7 4-34 0,2 5-55 16,0 7-79-16,4-1-101 0,2 3-117 0,3 4-146 16,-2-1-119-16,3 1 80 0,1 1-676 15,-7 4-849-15</inkml:trace>
  <inkml:trace contextRef="#ctx0" brushRef="#br0" timeOffset="58137.91">21511 12165 3733 0,'-12'4'130'0,"3"-2"22"0,2-1 0 0,7-1 8 0,-12 0 20 0,12 0 21 0,0 0 21 0,0 0 8 15,0 0-1-15,0 0-26 0,0 0-20 16,0 0-20-16,0 0-18 0,0 0-13 15,0 0-10-15,14-17-18 0,-5 12-7 0,0 1-15 16,1-6-8-16,1 3-11 0,-2-1-11 16,3-4-21-16,-2 1-6 0,-3-2-3 0,1-6-9 15,0 0-9-15,-5-2 0 0,-1-4-3 16,-2-3-2-16,-2-10-3 0,-1-4 4 0,-6-8-1 16,-3 0-6-16,-1 2 9 0,-3 4-6 15,1 11 6-15,-2 4-2 0,-3 3-7 0,4 6 3 16,-4 4-5-16,5 6-1 0,0 3 4 15,2 4 2-15,-1 1-3 0,1 4 2 16,2 1 2-16,1 2 0 0,0 2-2 16,7-2 4-16,3 0 2 0,0-5 1 0,15 11-2 15,8-4 5-15,13-3-4 0,6-4 2 16,9-3 1-16,1 2-5 0,9-3 3 16,-10 2-3-16,-4 2-1 0,-4 2 1 0,-5 6 2 15,-6-1 0-15,-9 5 16 0,0 5 19 16,-6 1 14-16,-8-1 1 0,-2 4 10 0,-4 1 13 15,3 2-12-15,-6 2-6 0,2-1-9 16,-4 1 3-16,6-2-9 0,-2 2-7 16,-1-2 1-16,5-2-6 0,-1-2-5 0,-2-1-33 15,3-5-32-15,-3 1-47 0,3-5-54 0,1 2-65 16,2-6-95-16,-2-1-92 16,4-2-89-16,-1-3-133 0,-10 0-139 0,23-3 62 0,-10-3-594 15,2-3-746-15</inkml:trace>
  <inkml:trace contextRef="#ctx0" brushRef="#br0" timeOffset="59022.35">22338 11783 3681 0,'0'0'67'0,"0"0"33"0,0 0 27 0,0 0 39 0,0 0 28 0,0 0 16 0,0 0 6 0,0 0-24 15,-2-8-18-15,2 8-18 0,8-6-16 0,-5 2-15 16,-3 4-13-16,14-4-12 0,-6 0-9 15,-3 2-24-15,4-2-28 0,3-2-27 16,-2 3-31-16,1-2-26 0,-1-2-24 16,-1-1-16-16,0 0 1 0,2-1-1 0,-4-3 1 15,-3 0 6-15,-3 3 5 0,-1-1 5 16,-3-1 3-16,-3 2 7 0,-1 2 6 0,-5 5 3 16,-1 2 24-16,-7 2 15 0,-1 3 18 15,-6 9 19-15,-2 2 16 0,2 3 9 0,4 2 15 16,4 1 1-16,0 1 0 0,3 0-2 15,7-3 6-15,4 1 3 0,3-4-8 0,2-2 2 16,2-3-9-16,-1 4 0 16,7-1-7-16,3 1-5 0,-1-5-1 0,7-2-5 15,0 2-5-15,6-5-1 0,1 1-12 16,7-5-26-16,-1-2-27 0,9-2-19 0,1-1-23 16,-4-5-12-16,0-2-14 0,-6-5-14 15,3-2-19-15,4-7-18 0,-3-7-11 0,-4-5-5 16,1-6-6-16,-1-7-1 0,1-6 1 15,5-23 2-15,0-1 8 0,4-3 7 0,2-8 13 16,0-1 23-16,-4-2 6 0,-1 6 11 16,-5 5 20-16,-14 19 21 0,2 1 19 15,-9 2 22-15,-1 7 20 0,-4 13 28 0,-5 4 28 16,-1 12 17-16,-1 6-8 0,-3 11-4 16,-3 5 31-16,7 2 11 0,-36 26 12 0,12 12 7 15,-4 11 13-15,-9 31 14 16,-3 9 9-16,2 16 1 0,-2 10-10 0,0 9-12 15,-2 4-14-15,6 8-14 0,4-1 10 16,1 1-4-16,14-6-9 0,4-1-10 0,8-13-12 16,12-9-6-16,2-13-4 0,0-26-12 15,3-9-3-15,-3-19-4 0,1-5-6 0,-5-11-3 16,4-7-5-16,-6-3-7 0,5-7-13 16,-3-5-3-16,4-2-4 0,-9 0-1 0,14-15-6 15,-3-1-11-15,1-11-12 0,1-5-9 16,7-9-8-16,-6-5-4 0,6-5 0 0,-1-4-2 15,0-6 0-15,4 3 1 0,0-2 7 16,-3 7 3-16,0 7 3 0,-5 9 6 16,-2 6 10-16,5 2 13 0,-5 2 9 0,-2 7 8 15,-1 6 7-15,-1 2 0 0,2 3 5 16,0 5-1-16,0-1 5 0,-2 3-1 16,1 2 9-16,-10 0-3 0,18 7 3 0,-9 1 3 15,-4 1 6-15,1 4 0 0,-4 2 4 16,-2-1-5-16,-2 5 13 0,-2-1 16 0,-3 3 5 15,-7 4-1-15,-3-1-6 0,-6-2-23 16,0-1-2-16,-2-1-5 0,-2-4-2 16,-1-1-4-16,2-3-6 0,1-5-7 15,2-4-18-15,2-1-25 0,0-2-35 0,2-3-40 16,-1-1-42-16,4-3-47 0,-2-3-49 16,5-4-74-16,3-3-65 0,6-8-52 0,4-1-77 15,11-25-98-15,9-8-109 0,17-20 62 16,10-8-498-16,10-6-602 0</inkml:trace>
  <inkml:trace contextRef="#ctx0" brushRef="#br0" timeOffset="59238.02">23628 10926 3289 0,'12'-15'-8'0,"-5"5"51"0,1 1 60 0,-5 2 39 0,2 2 9 0,-1 1-15 0,-4 4 15 0,0 0 48 0,0 0 19 0,-9 38 5 0,-5 5 3 0,-6 8-4 15,-3 5-3-15,1 6 5 0,-10 17-3 16,-1 2-14-16,6 0-23 0,2-16-18 15,4 0-15-15,1 0-19 0,-1 0-7 0,1-5-50 16,2-2-49-16,-3-3-61 0,3 0-71 16,1-6-65-16,3-14-93 0,2-1-77 0,-1-6-69 15,2-7-80-15,4-6-96 0,3-4-90 16,4-4 60-16,0-1-449 0,0-6-536 0</inkml:trace>
  <inkml:trace contextRef="#ctx0" brushRef="#br0" timeOffset="59604.8">23676 11763 2938 0,'11'-4'14'16,"-6"2"58"-16,-5 2 70 0,0 0 49 16,11 12 37-16,-11-6 27 0,0-6 19 15,-2 19 13-15,-2-6 8 0,-1 2-3 0,2 1-19 16,-3 1-20-16,3-1-19 0,-5 2-12 16,1 1-16-16,-3-2-14 0,0 1-6 0,-4-3-17 15,3 0-12-15,-3-1-15 0,-2-2-12 16,-1 0-16-16,0-4-10 0,-5 1-13 0,4 0-6 15,-3-4-11-15,0-1-25 0,0-3-22 16,2 0-24-16,-1-3-34 0,6-4-14 16,0-2-19-16,3-6-22 0,3-7 6 0,8-3 8 15,11-10 2-15,9-7 2 0,7 5 7 16,-5 8 6-16,3 8 5 0,0 3 2 16,-4 6 4-16,-5 5 6 0,-2 6 16 0,-1 5 9 15,3 0 6-15,-3 5 5 0,3 2 3 16,-5 2 5-16,0 1-6 0,1 2 6 0,-3 1-4 15,-2-3-5-15,4-1-26 0,-6-1-42 16,4 4-49-16,1-2-27 0,-2-1-67 0,-1-2-94 16,3-7-98-16,0 3-107 0,-1-4-114 15,-2 2-52-15,7-2 66 0,-3-2-451 0,4 1-536 16</inkml:trace>
  <inkml:trace contextRef="#ctx0" brushRef="#br0" timeOffset="60053.89">24248 11755 3159 0,'-8'-4'117'0,"2"0"19"16,6 4 26-16,-19-5 36 0,7 2 31 0,12 3 17 15,-22 3 8-15,6 0-1 0,4 6-6 16,-6 2-11-16,3 0-12 0,3 6-17 0,1-1-27 16,2 3-12-16,2-1-43 0,4-2-12 15,3 2 2-15,3 0-8 0,6 0-2 0,2-1-15 16,2-4-12-16,2-1-4 0,7-2-16 15,-2-2-15-15,5-5-8 0,-2-1-10 16,-2 0-2-16,1-2 2 0,0-2-9 16,-5 0 6-16,4-1-10 0,-6-1-11 0,2-2-3 15,-3 0-3-15,-1-2-1 0,-8 2 0 16,5-3-1-16,-4-1 5 0,0-1-4 0,-5 1 0 16,-1-2-6-16,0 0 11 0,-3 2-3 15,-10 1-3-15,-3 1 1 0,-7 3-3 0,-6 3 15 16,-1 4 22-16,-6 3 12 0,-6 5 31 15,4 2 11-15,-4 9 20 0,4 4 4 0,4 2 11 16,11-4 5-16,3 3-7 0,9-6-8 16,9 1-7-16,2-2-8 0,0-2-11 15,6 1-63-15,11 5-18 0,2-2 0 16,4-2 0-16,8-4 0 0,1-1 0 0,4-4 0 16,6-1 0-16,2-2 0 0,2-3 0 15,-1-2 0-15,1 2-224 0,-2-4-107 0,-12 0-88 16,-3 0-80-16,-4 0-87 0,2 3-52 15,-1-3-141-15,12 5 65 0,-5-2-647 0,-5-1-815 16</inkml:trace>
  <inkml:trace contextRef="#ctx0" brushRef="#br0" timeOffset="60722.06">25829 11836 3710 0,'4'0'-33'0,"-4"0"27"0,0 0 43 0,0 0 55 0,0 0 40 0,-32 8 33 0,19-1 22 0,-3 4 15 0,-3 2 6 16,-3 5-8-16,-2 0-7 0,1 4-13 15,9-5-15-15,0-3-10 0,3 2-13 0,5-3-12 16,-2-1-16-16,2 5-8 16,4-5-6-16,2-2-11 0,2 0-3 0,4-1-9 15,2-1-4-15,1-1-10 0,8-2-5 16,0-2-9-16,5-3-6 0,-2 0 7 0,3 0-10 16,2-6-8-16,-2 4 3 0,-3-1-11 15,0-1-2-15,-4 1-1 0,-3 1 1 0,-1 0-8 16,-1 1-9-16,-11 1 6 0,18 0 1 15,-18 0-7-15,16 6 8 0,-7 0-2 0,-2-1 4 16,4 3-6-16,-2 1 8 0,2-1-3 16,5 2 2-16,-2-2 2 0,6 2 11 15,-1-2 7-15,1-2 5 0,4-3 6 16,-3-2 15-16,-3-1 4 0,7-1 3 0,0-3 3 16,-5-1-5-16,0-3-4 0,-1 1-8 15,-1-4-6-15,-5 0-16 0,-2 0-6 16,1-2-1-16,-5-4-7 0,3 0-11 0,0-3-22 15,-3-1-27-15,-1 1-32 0,-1-1-43 16,2 0-42-16,-4 3-45 0,3 3-62 0,-4 3-83 16,0 1-84-16,-2 3-97 0,-2 1-134 15,-2 2-76-15,0 0 68 0,4 5-567 0,-10-5-700 16</inkml:trace>
  <inkml:trace contextRef="#ctx0" brushRef="#br0" timeOffset="60921.08">26628 11633 3648 0,'7'-12'70'0,"-1"2"33"0,-2 4 18 0,2 1 8 0,-6 5 15 0,0 0 49 0,0 0 31 0,7 18 13 15,-7-1-6-15,0 8-17 0,-6 11-22 0,1 2-18 16,-1 1-23-16,-6 9-11 0,-1-2-13 16,-2 0-14-16,2-1-28 0,-1-10-46 15,-1-3-53-15,1-2-74 0,1 0-80 0,0-3-90 16,1-6-84-16,0-6-88 0,-1-3-97 15,4-5-148-15,-2-2 55 0,3-1-473 16,0-4-563-16</inkml:trace>
  <inkml:trace contextRef="#ctx0" brushRef="#br0" timeOffset="61071.32">26731 11425 2844 0,'6'-21'-26'0,"-5"4"7"0,-1 5 3 0,-1 1-2 16,-1 5 2-16,-2 0 3 0,-1 1 0 15,5 5-8-15,-7-3-23 0,7 3-45 0,0 0-77 16,0 0-112-16,0 0-168 0,0 0-125 16,2 20-73-16</inkml:trace>
  <inkml:trace contextRef="#ctx0" brushRef="#br0" timeOffset="61754.79">27316 11226 1911 0,'5'-12'196'0,"1"1"8"0,-2 6-16 0,-3 1-15 16,-1 4 37-16,0 0 37 0,0 0 16 15,-5 32 3-15,-2 4-11 0,1 6-15 0,-4 14-22 16,1 3-18-16,-1 2-20 0,1-2-13 16,-3 0-20-16,1-1-11 0,-3-4-13 0,-1-1-13 15,1-6-14-15,-2-2-5 0,0-11-8 16,1-1-11-16,0-8 0 0,-2 1-13 15,-1-6-3-15,2-2-5 0,-2-7-3 16,2 1-2-16,-4-4-7 0,-1-2-6 0,-2 0-8 16,4-5-12-16,0-1-9 0,-2-1-13 15,0-6-5-15,4-1-10 0,0-3-7 16,9-3-11-16,2 1-14 0,6-1-9 0,11-7-1 16,7-6-6-16,18-6-10 0,8-1-8 15,5 3-8-15,30-8 0 0,7 2 9 16,11 0 12-16,5-1 9 0,15 0-12 15,1 1 6-15,-3-3-9 0,-6-2-5 0,-12-3 9 0,-11-1 8 16,-16-3 15-16,-21 8-4 16,-10-1 13-16,-11-6 17 0,-8 0 17 0,-7 10 21 15,-10 1 22-15,-5-2 14 0,-3 6 10 16,-7 1 4-16,-3 8-1 0,-6 2 3 0,-4 2-1 16,-2 6 1-16,-5 5-3 0,1 7 6 15,3 6 9-15,-10 5 2 0,-9 9 6 0,0 13 2 16,-1 5 9-16,7 5-1 0,-1 4-4 15,3 3-9-15,5 2-1 0,6 3-5 0,5 3 1 16,10-2-4-16,1-1-1 0,9-10-5 16,3-2 4-16,3-3 9 0,5-4 0 15,1-2 6-15,7-2 16 0,0-7 13 0,4-3 19 16,5-7 3-16,0-3 7 0,-3-4-9 16,5-4-5-16,-2-1-5 0,0-1 7 0,-4 2-10 15,-3-2-12-15,0 0-8 16,-5 0-10-16,-1 2-12 0,-12-2-9 0,20 3-6 15,-12 2-60-15,0-1 0 0,-1 0 0 16,1 4 0-16,-2-3 0 0,-2 0 0 0,1 2 0 16,3-4 0-16,-8-3 0 0,11 10 0 15,-5-5 0-15,2 1 0 0,-1-5-112 0,0 3-225 16,2-3-142-16,-9-1-169 0,15 0-219 16,-15 0 45-16,17-5 88 0,-11 2-692 0,-6 3-876 15</inkml:trace>
  <inkml:trace contextRef="#ctx0" brushRef="#br0" timeOffset="62172.14">29030 11562 4231 0,'9'-7'52'0,"-5"3"-4"0,-4 4 9 0,0 0 52 0,0 0 50 16,-11 22 23-16,-2 3-1 0,-4 2 0 0,-7 12-17 15,-1 2-16-15,-6 1-11 0,6 1-19 16,0 0-14-16,-1 1-1 0,4-3-17 16,-2-3-10-16,5-9-37 0,2-2-43 0,5-5-48 15,5-5-57-15,0-2-67 0,0-1-74 16,3-6-61-16,1-2-85 0,1-2-92 15,2-4-138-15,0 0 6 0,0 0-449 16,0 0-541-16</inkml:trace>
  <inkml:trace contextRef="#ctx0" brushRef="#br0" timeOffset="62304.8">29034 11490 2832 0,'9'-42'-37'0,"-4"12"44"0,-3 5 20 0,0 5 18 0,-4 3 0 15,-2 3-3-15,1 4-7 0,-1 1-33 16,-1 3-46-16,0 2-56 0,5 4-92 15,-11-2-133-15,11 2-157 0,0 0-149 0,-12 11-129 16</inkml:trace>
  <inkml:trace contextRef="#ctx0" brushRef="#br0" timeOffset="62703.72">29061 11722 2228 0,'2'8'254'0,"-2"-8"-22"16,2 5-21-16,-2-5 3 0,0 0 28 15,2 10 27-15,0-4 10 0,2 2-8 16,0 2-14-16,-1 1-18 0,1-1-19 0,0 2-4 16,-2-2-31-16,-1 0 2 0,1 1-24 15,0-3-15-15,-2 2-5 0,-2-1-17 16,0 0-6-16,1-1-3 0,1 1-5 16,0-9 15-16,-4 12 7 0,4-12 16 0,-2 8 7 15,2-8-5-15,0 0-16 0,0 0-18 16,0 0-15-16,29-20-6 0,-4-3-12 0,1 1-7 15,12-4-10-15,-5 9-8 0,-5-1-7 16,1 6-10-16,-10 3-3 0,-2 4-4 0,-1 2 1 16,-5 3 4-16,-11 0 2 0,17 10-43 15,-7-3 0-15,-5 3 0 0,2 2 0 0,0 0 0 16,-2 1 0-16,3 0 0 16,-4 0 0-16,1 1 0 0,1-4 0 0,0 1 0 15,-2-3 0-15,1 2 0 0,1 0 0 16,-1-4 0-16,2 0 0 0,-2-1-12 0,5-3-250 15,-3 2-113-15,3-4-129 0,-10 0-130 16,21-2-174-16,-8-1 5 0,11-3 78 16,8-2-659-16,-2 0-836 0</inkml:trace>
  <inkml:trace contextRef="#ctx0" brushRef="#br0" timeOffset="63020.84">30075 11630 4124 0,'-7'-9'72'0,"-3"-1"24"0,1 5 28 15,-1 0 36-15,10 5 26 0,-19-1 11 16,19 1 10-16,-25 8-5 0,8 2-24 16,0 2 0-16,-4 8-21 0,2 0-16 0,3-1-19 15,7 0-5-15,2-1-11 0,2 1-13 16,5 0-4-16,3 0-11 0,4 0-3 16,4 0-13-16,9 1-7 0,5-4-2 0,3-4-15 15,5-2-9-15,-5-5-6 0,-2-3-12 16,1-1 9-16,-8-2-1 0,3-1-7 0,-4-3 6 15,2-3-3-15,-4-1 0 0,-2-3-3 16,-3-4 4-16,-1-1-6 0,-2-3-3 16,-7 3 11-16,-1-4-19 0,0 2 0 15,-5-3-6-15,-1 3-4 0,-6 1-5 0,-1 1-9 16,-6 0-25-16,1 5-25 0,2 2-44 16,0 6-60-16,1 0-57 0,1 0-95 0,2 4-97 15,2 0-141-15,10 0-178 0,-15 4 63 16,15-4-560-16,-4 5-704 0</inkml:trace>
  <inkml:trace contextRef="#ctx0" brushRef="#br0" timeOffset="63503.2">30472 11935 3338 0,'0'0'117'0,"0"0"30"16,0 0 34-16,0 0 45 0,0 0 37 15,0 0 24-15,0 0 19 0,-2-25-24 16,2 25-9-16,4-14-14 0,-3 7-20 15,1 0-24-15,2 1-28 0,0-3-22 0,-1 0-15 16,4 1-16-16,0 1-15 0,-1-3-12 16,1-1-8-16,0 1-29 0,4-4-9 15,-6 1-15-15,3-7-9 0,-3 0-13 16,2-3-9-16,-2-10 1 0,-1-2-11 0,0-1-4 16,-3-2 3-16,-1 9-3 0,-1 6-4 15,-1 0 2-15,-2 6-4 0,-2 1-6 16,1 3-2-16,-3 2 3 0,-2 6 15 0,1 1-13 0,-3 1-2 15,12 3-2-15,-17-2 8 16,17 2-7-16,-12 0 5 0,12 0 1 0,0 0 4 16,0 0 5-16,0 0 5 0,0 0 0 15,50 2-6-15,-12-4 2 0,5-4 6 0,0 0 0 16,-3 6 10-16,-8-3 8 0,-7 3-7 16,-4 3 9-16,-4 0 14 0,1 2 17 0,-6 4 9 15,-1 3 20-15,0 2 14 0,-4 4 11 16,0 1 1-16,-4 1-11 0,-1 1-62 0,0-2-44 15,0 5 0-15,-2-1 0 16,2 3 0-16,-2-3 0 0,0-5 0 0,2 2 0 16,-2-2 0-16,0-2 0 0,0-1 0 15,0-1-9-15,0 0-299 0,0-2-93 0,1 0-89 16,1-4-82-16,4 1-118 0,-3-4-133 16,4-1 76-16,-7-4-665 0,13-2-863 15</inkml:trace>
  <inkml:trace contextRef="#ctx0" brushRef="#br0" timeOffset="63937">31819 10710 4110 0,'10'-24'23'0,"-3"6"41"0,-1 3 41 0,-3 5 18 0,-3 1 4 0,4 5-8 0,-4 4 58 0,0 0 63 0,-13 30 49 0,-8 9 16 15,-4 11 8-15,-13 23-1 0,-3 8 7 16,-6 2-4-16,0 4-6 0,3 1-11 15,1-3-29-15,-2-1-22 0,4-2-120 16,5-8-127-16,7-16 0 0,6-2 0 0,2-6 0 16,2-7 0-16,5-10 0 0,3-2 0 15,1-12 0-15,3-3 0 0,1-3 0 0,0-3 0 16,3-2 0-16,-1 0 0 0,-1-1 0 16,5-7 0-16,-5 5 0 0,5-5 0 0,0 0 0 15,0 0 0-15,-22-20 0 0,13 7 0 16,-2-5 0-16,-3-9 0 0,2 4 0 0,-6-1 0 15,1 9 0-15,-4-3 0 16,1 6 0-16,-1 6 0 0,1 1 0 0,4 3 0 16,-4 2 0-16,3 4 0 0,0 2 0 15,-1 3 0-15,2 1 0 0,6 0 0 0,-1 7 0 16,5-5 0-16,4 3 0 0,0-1 0 16,6 2 0-16,0-1 0 0,3 1 0 0,3-1 0 15,1-1 0-15,2-3 0 0,3 0 0 16,1-1 0-16,4 0-338 0,-2-3-118 0,4 0-100 15,-1-3-119-15,-2-3-187 0,1-1 75 16,5-3 81-16,1-1-590 0,7-3-755 16</inkml:trace>
  <inkml:trace contextRef="#ctx0" brushRef="#br0" timeOffset="64569.84">31639 11804 3902 0,'0'0'143'16,"0"0"36"-16,0 0 43 0,0 0 60 15,0 0 46-15,0 0 15 0,0 0-6 0,0 0-16 16,0 0-28-16,0 0-24 0,0 0-25 16,0 0-25-16,0 0-21 0,0 0-23 0,0 0-16 15,0 0-15-15,16 1-20 0,-16-1-9 16,0 0-13-16,17-7-12 0,-17 7-88 0,10-6-2 16,-5 2 0-16,-5 4 0 15,12-10 0-15,-12 10 0 0,3-9 0 0,-3 9 0 0,-3-6 0 16,3 6 0-16,-15-4 0 15,15 4 0-15,-36 6 0 0,2 7 0 0,4 2 0 16,-10 11 0-16,6 1 0 0,2 7 0 16,3 4 0-16,12-6 0 0,4-1 0 0,3 4 0 15,7-5 0-15,6 4 0 0,8-3 0 16,5-2 0-16,4-6 0 0,4-2 0 0,-1-5 0 16,0-6 0-16,-1-4 0 0,-1 0 0 15,0-5 0-15,0-1 0 0,6-2 0 16,-1-3 0-16,7-5 0 0,1-4 0 15,-6 1 0-15,3-4 0 0,-6-4 0 0,-2-1 0 16,0-4 0-16,-4-1 0 0,0-4 0 16,-4 4 0-16,-1-1 0 0,-5 8 0 15,-4 3 0-15,-1 3 0 0,3 0 0 0,-6 4 0 16,3 1 0-16,-4 0 0 0,2 2 0 16,-2 7 0-16,4-11 0 0,-2 5 0 0,-1 3 0 15,-1 3 0-15,10-7 0 0,-2 5 0 16,5 1 0-16,3 1 0 0,6 0 0 0,5 0 0 15,-3 3 0-15,1 1 0 0,-1 2 0 16,4 7 0-16,-6 2 0 0,-2 7 0 0,-9 4 0 16,-6-1 0-16,-2 0 0 15,-8-2 0-15,0 9 0 0,-4-1 0 0,0-4 0 16,-4 0 0-16,4-5 0 0,2-4 0 16,0-3 0-16,2 1 0 0,-1-2 0 0,3-5 0 15,-1 3 0-15,0-4 0 0,2 0 0 16,-1-1 0-16,-4-1 0 0,3 2 0 0,4-4 0 15,-5 2 0-15,-1-1-586 0,-1-1-412 16,-7-2 84-16,-2 2 101 0,-4-4-847 0,-3 0-1096 16</inkml:trace>
  <inkml:trace contextRef="#ctx0" brushRef="#br0" timeOffset="65486.97">16392 13718 4788 0,'-13'12'-54'0,"-1"-5"39"16,5 1 41-16,4-3 54 0,-2 0 59 0,7-5 39 0,0 0 18 0,0 0-16 0,0 0-29 0,0 0-6 0,0-21-17 0,12 5-11 0,8-7-10 16,12-10-12-16,2 0-14 0,2-6-1 0,6-2-14 15,0 0-4-15,11-14-11 0,0-3-13 16,-1-3-38-16,2 0-16 0,-2-7-5 16,-2 4-23-16,-10 16-10 0,-1 1-1 15,-7 5 3-15,-3 7 8 0,-11 12 4 0,-2 3-2 16,-7 9 2-16,-1 1 6 0,-5 2 0 0,-3 7 3 15,0 1 3-15,0 0 0 16,0 0 3-16,-22 9 3 0,6 6 4 0,4-1-3 16,-8 8 6-16,5 2 2 0,1 1 1 15,5-2 1-15,6-5 2 0,1 1 1 0,4 3 0 16,3-1 3-16,4 8-2 0,5 0 3 16,-1 2 0-16,5-3-1 0,-5 1 4 0,-2-1 0 15,-3-5 12-15,-2-3 7 0,-3-2 13 16,-1-1 4-16,-2-2 12 0,-2 1 5 0,0-1 7 15,1 0 0-15,-7-3-7 0,2 2-6 16,-4-2-11-16,-1 1 2 0,-4-3-3 16,0 2-32-16,-5-3-41 0,1 1-61 15,2 0-96-15,-6-3-120 0,9-3-129 0,-6 2-169 16,7-2-105-16,-1-4 68 0,7 2-480 16,7-2-599-16</inkml:trace>
  <inkml:trace contextRef="#ctx0" brushRef="#br0" timeOffset="66002.73">17147 13552 3322 0,'9'-8'19'0,"-1"-2"34"0,0 3 31 15,-2-2 22-15,3-4 19 0,0-1 7 16,3-1 5-16,-1-2-6 0,8-7-10 16,5 1-11-16,-2-2-9 0,1-2-9 0,2 1-8 15,-4-3-18-15,-1 2-9 16,7-7-2-16,-7 7-12 0,-2-2 4 0,-2 0-8 15,-2 3-2-15,-1 9-2 0,-6 2 4 16,-3 3-3-16,1 2-2 0,0 2-7 0,-1 2-1 16,-4 6-5-16,0 0 0 0,0 0 3 15,0 0 0-15,-27 19 1 0,15-3 0 0,-5 8 0 16,3 2 0-16,-1 4 3 0,4-2 1 16,5-2-3-16,6-6-5 0,-6 2 2 15,6-2-4-15,0-4 5 0,2 1 0 0,0-3 12 16,4 1 10-16,-4-6 10 0,8-1 6 15,-1-2-5-15,3-3-5 0,3-3 0 16,2-1-11-16,3-7 2 0,11-5-9 0,-1-3-2 16,3-1-6-16,-3-5-1 0,4-7-4 15,-7 5-2-15,-2-1-1 0,-4-1-1 16,1 3-1-16,-8 5-1 0,-2 3-6 0,-2 3 2 16,-7 5-1-16,3 0-8 0,-2 4-1 15,-4 3 0-15,0 0 5 0,0 0 1 0,0 0 3 16,0 21-2-16,-6-7 0 0,2 1-2 15,3 3 1-15,-1-1-2 0,-2 0 0 0,2 0 0 16,2-1-2-16,0-1 1 0,2-1-2 16,0 0-24-16,0-3-29 0,0 1-36 15,-1-2-55-15,1 2-82 0,2-3-96 16,0-1-108-16,1-2-146 0,4-1-131 0,-4 1 76 16,8 0-438-16,3-3-540 0</inkml:trace>
  <inkml:trace contextRef="#ctx0" brushRef="#br0" timeOffset="66222.22">18363 13058 3145 0,'-9'-17'87'0,"-3"5"18"0,0 2 29 0,0 2 22 0,0 1 19 0,-6 1 3 0,3 5 3 0,-2 2-3 16,-6 6-3-16,-5 9-3 0,-3 6-13 0,-1 10-12 15,3 1-14-15,3 6-12 0,-1 3-6 16,4 1-17-16,4 1-8 0,4-1-6 15,3-4-12-15,9-4-5 0,-2-6-14 0,5-4-14 16,5-4-27-16,-2 2-37 0,3-3-47 16,1-2-77-16,4-3-105 0,1-1-114 0,3-7-148 15,1-3-180-15,1-2 59 0,-4 0-438 16,9-4-545-16</inkml:trace>
  <inkml:trace contextRef="#ctx0" brushRef="#br0" timeOffset="66470.03">18610 13147 3162 0,'-11'-4'70'0,"11"4"17"15,-25 2 31-15,11 3 26 0,-4 4 23 0,-5 8 19 16,0 3 1-16,3 6-5 0,-7 8-8 16,4 4-11-16,5-3-13 0,3-2-11 0,1 2-9 15,5 1-11-15,4-4-10 0,-3 1-10 16,6-8-9-16,2-2-7 0,0-4-9 0,2-2-11 15,2-2-25-15,1-1-32 0,3-2-46 16,2-2-57-16,-3-3-89 0,5-4-94 0,1 0-108 16,0-3-150-16,1 0-134 15,3-6 66-15,0-5-392 0,6-6-473 0</inkml:trace>
  <inkml:trace contextRef="#ctx0" brushRef="#br0" timeOffset="67785.37">18902 13288 2893 0,'0'0'72'0,"0"0"21"0,0 0 9 15,0 0 34-15,0 0 20 0,0 0 9 16,0 0-4-16,0 0-10 0,0-6-13 16,0 6-9-16,10-6-13 0,-3 3-6 0,-7 3-8 15,14-10-13-15,-5 5-7 16,-2-2-7-16,4 0-12 0,0-3-2 0,-4 1-5 15,2-1-7-15,2 0-7 0,-8 4-4 16,5 0-7-16,-5 1-1 0,-3 5-8 0,7-8-5 16,-7 8 0-16,0 0-5 0,0 0-1 15,0 0 0-15,-37 21-8 0,16-4 6 0,-5 7 2 16,-5 9 9-16,1 4 4 16,1 3 3-16,0-1 1 0,6 3 9 0,2 1 9 15,6-11-3-15,4-1 2 0,7-4 2 16,4-3 24-16,1-5 3 0,6 1-6 0,2-3-1 15,6-3 9-15,2-2-9 0,7-5-6 16,2-3-7-16,1-4-4 0,11-6-8 0,0-3-4 16,8-7 2-16,-1-3-9 0,2-5-6 15,-4-3-7-15,-1-6-5 0,-2-3-13 16,0-1-3-16,-2-6-2 0,1-3-1 0,-5-3-3 16,-4-2-1-16,3 1 3 0,-8 4 4 15,-5 5-2-15,-3 9 2 0,-7 10 0 0,-1 5-4 16,-3 3-4-16,0 4 0 0,-2 5-1 15,-1 1 2-15,-3 4 1 0,0 0 9 0,0 0 0 16,0 0 3-16,6 26 7 16,-6-9 6-16,-4 0 10 0,0 6 5 0,-3 10 3 15,0 1 4-15,-3 0 15 0,-2 2-2 16,0-4 3-16,-1 3 21 0,-1-3 22 0,-2 0-17 16,0 1-1-16,2-4-2 0,-1 0-9 15,-3-4 4-15,2 1-10 0,0-2-7 0,-2-2-3 16,5-7-6-16,1-1-3 0,5-3-2 15,0-3-1-15,1-1 0 0,1-1 2 16,0 0 26-16,5-6 10 0,-9 8-1 0,9-8-11 16,0 0-11-16,0 0-3 0,0 0-7 15,0 0-9-15,17-35-5 0,3 12-13 0,9-8-10 16,3-1-13-16,9-2-10 16,1 1-2-16,6 0-11 0,3-2 16 0,2 2-8 0,3-4-4 15,-3 3-8-15,-4-2 5 16,-5 2 11-16,-4-3-4 0,-6 3 3 0,-7-3 3 15,-6 8 1-15,-6-2 4 0,1 2 7 16,-7 1 9-16,-2 8 5 0,2 4-6 0,-7 3 1 16,-2 3 1-16,-2 3-12 0,-5 2 2 15,7 5 3-15,-22 0 0 0,6 5 3 0,-12 9 3 16,-1 1-8-16,1 5 2 0,2 3 5 16,1 2-3-16,4 4-2 0,-1-1 1 15,7 0 4-15,5-6 2 0,5-1 8 0,3 1 12 16,0-3 5-16,6 5 16 0,-1-2 7 15,8 10 5-15,-2-3 6 0,0 2-58 16,-1-2-9-16,5 3 0 0,-3-3 0 0,-4-7 0 16,1-1 0-16,-5-4 0 0,2-1 0 15,0 2 0-15,-4-3 0 0,-2-1 0 0,-2 1 0 16,0 1 0-16,-6-1 0 0,1-1 0 16,-6-1 0-16,0 1 0 0,-4-3 0 15,0-1 0-15,-8 1 0 0,0-2 0 0,6-2 0 16,-1-3 0-16,0-2 0 0,1-2 0 15,5-4 0-15,-6-2 0 0,6-4 0 0,-6-9 0 16,10-10 0-16,9 4 0 0,5-3-108 16,8-8-422-16,8-3-38 0,3 10 5 15,15-4 4-15,2 6 20 0,3 2 33 16,1 3 49-16,-8 9 60 0,2 1 55 0,-9 3 72 16,-6 4 51-16,-4 0 72 0,-2 1 80 15,1 3 77-15,-5-3 69 0,-2 1 62 0,1 1 43 16,0 0 29-16,-10 2 34 0,11 0 27 15,-11 0 21-15,0 0 10 0,14 7-1 0,-11-5-1 16,1 5-12-16,1-2-20 0,-3 0-22 16,7 2-20-16,-6 1-15 0,7 0-17 0,-1-2-10 15,-1 1-10-15,5 1-9 0,2-4-12 16,1-2-13-16,1 0-16 0,3-1-13 0,0-4-11 16,1 1-11-16,1-2-8 15,-2 1-5-15,-6-2-43 0,4 0-36 0,-5 1 0 16,1-4 0-16,-7-1 0 0,1 1 0 15,-7-4 0-15,-1 0 0 0,0-5 0 0,-5-4 0 16,-6-10 0-16,-3-1 0 0,1 0 0 16,-3 3 0-16,2 3 0 0,2 5 0 0,-1 8 0 15,0 3 0-15,-1 5 0 0,-5 4 0 16,-4 5 0-16,0 2 0 0,-6 6 0 0,1 3 0 16,3 6 0-16,3 0 0 0,4 5-140 15,3-1-302-15,9-3-132 0,2-3-141 16,8 3-111-16,10 6 21 0,5-4-790 0,5-2-1035 15</inkml:trace>
  <inkml:trace contextRef="#ctx0" brushRef="#br0" timeOffset="68188.42">20377 13537 4685 0,'0'0'37'0,"0"0"52"0,0 0 63 0,0 0 58 0,0 0 48 0,-20-15 14 0,20 15-2 0,0 0-11 16,0 0-8-16,-7-7-13 0,7 7-15 0,0 0-16 15,0 0-20-15,2-10-19 0,-2 10-18 16,6-12-15-16,-2 5-12 0,0-3-9 16,-1-1-11-16,3-3-43 0,-1-4-60 15,-3 3 0-15,5-6 0 0,-5-5 0 16,0-9 0-16,-1-3 0 0,-1 1 0 0,-1 1 0 16,1 7 0-16,-2 5 0 0,0 2 0 15,-2 5 0-15,-1 2 0 0,4 1 0 0,-1 6 0 16,-2 1 0-16,2-1 0 0,2 8 0 15,-5-6 0-15,5 6 0 0,0 0 0 0,0 0 0 16,0 0 0-16,0 0 0 0,0 0 0 16,13 29 0-16,-1-11 0 0,2 7 0 0,4 2 0 15,0 0 0-15,4 1 0 0,-3-1 0 16,0 2 0-16,2-3 0 0,-4-1 0 0,-2-1 0 16,-4-1 0-16,-1-7 0 0,-2 1 0 15,-3-3 0-15,1-1 0 0,-1-3 0 16,-4 2 0-16,3-1 0 0,-2 1-222 15,0 0-437-15,-2-3-152 0,-2 2-86 0,-2 1 84 16,1 2-816-16,-6 1-1067 0</inkml:trace>
  <inkml:trace contextRef="#ctx0" brushRef="#br0" timeOffset="68535.49">20990 13840 4726 0,'-20'-13'51'0,"-12"3"-4"0,-15 6-7 0,-19 0 2 0,-18 6 24 0,-34 4 32 0,-15 4 26 0,-11 5 18 15,-16 6 7-15,-55 10 30 0,-21 4-1 0,-16-2-2 16,-15 5 9-16,-11-5 19 0,-12 1 7 16,-3 2 2-16,3-2 2 0,3 0-2 0,13 1-4 15,21 0 1-15,34-4 0 0,71-10-3 16,20-3-111-16,21-1-96 0,35-5 0 0,13-5 0 15,17 1 0-15,6-4 0 0,11 2 0 16,6-4 0-16,2 2 0 0,5-4 0 16,3 1 0-16,9-1 0 0,-18 2 0 15,18-2 0-15,-12 2 0 0,12-2 0 16,-11 1 0-16,11-1 0 0,-11 0 0 0,11 0 0 16,0 0 0-16,0 0 0 0,-13 2 0 15,13-2 0-15,0 0-375 0,0 0-272 0,0 0-138 16,29 7-110-16,-9-7 97 0,2-2-797 15,3-2-1037-15</inkml:trace>
  <inkml:trace contextRef="#ctx0" brushRef="#br0" timeOffset="69639.06">21843 12784 4552 0,'-10'-13'-116'0,"-5"4"17"0,-3 5 28 0,-3 8 47 0,-17 9 59 0,-17 12 41 0,-25 22 34 0,-4 14 31 15,-2 13 16-15,2 13 14 0,-16 38 28 16,29-22 22-16,11 4 23 0,10 2-11 16,14 4-9-16,14-2 7 0,22-1 8 0,20-5 8 15,16-2 3-15,16-6-1 0,8-4-8 16,14-9-24-16,5-10-20 0,-2-11-21 0,-2-6-85 15,-8-12-91-15,-15-13 0 0,-9-6 0 16,-11-9 0-16,-5-2 0 0,-6-2 0 0,-10-5 0 16,3-1 0-16,-4-2 0 0,-5-2 0 15,1-1 0-15,-6-2 0 0,0 0 0 16,0 0 0-16,0 0 0 0,0 0-295 16,5-12-131-16,-5 12-112 0,0-13-115 0,0 0-215 15,-2 2 70-15,4-7 93 0,-2 2-624 16,0-2-786-16</inkml:trace>
  <inkml:trace contextRef="#ctx0" brushRef="#br0" timeOffset="70354.11">22361 13218 3868 0,'13'-59'-18'0,"-2"12"19"0,-1 7 27 0,-2 6 54 0,-3 8 46 0,-1 6 30 0,0 4 3 16,-1 3-9-16,-2 3-22 0,-1-1-16 16,0 11-9-16,0 0 28 0,0 0 26 15,-6 62 31-15,-2-1 5 0,-3 17 6 0,1 28-7 16,-3 7 0-16,2 5-16 0,-3 2-17 16,0 6-13-16,-8 4-5 0,5 1-5 15,2 4-11-15,-1-9-15 0,5-9-9 0,0-7-15 16,-1-10-6-16,3-24-8 0,0-7-6 0,-3-6-38 15,-3-5-32-15,7-19-42 0,0-6-35 16,4-6-33-16,1-9-35 0,-1-4-60 16,2-7-72-16,0-3-81 0,2-4-67 15,0 0-52-15,4-25-61 0,2 3-108 0,1-15-31 16,9-21 63-16,-3-4-407 0,6-26-498 16</inkml:trace>
  <inkml:trace contextRef="#ctx0" brushRef="#br0" timeOffset="70652.25">22410 13793 2847 0,'10'-19'-6'0,"-2"2"11"16,5 1 13-16,1 1 29 0,6-3 27 0,1 5 36 15,-1 2 23-15,0 2 10 16,-1 6 7-16,1 3 1 0,0 3 3 0,-1 3 1 16,3 4 0-16,-6 3-10 0,5 7 0 15,-4 1-3-15,-5 1 1 0,-5-3 3 0,-1 3 4 16,-4-3-18-16,-2 0-5 0,-4 6 6 15,-3 4-10-15,-4 0-9 0,-5 0-10 0,-1-6-10 16,0 0-11-16,-6-5-5 0,0 0-9 16,2-7 0-16,0-3-16 0,2 0-16 15,-2-3-28-15,4-1-28 0,-2-4-32 16,2 0-43-16,-3-2-61 0,6-5-80 16,-6-3-76-16,5-4-77 0,-2-8-107 0,0-2-190 15,7 2 53-15,5 1 70 0,-3-2-324 16,6 4-369-16</inkml:trace>
  <inkml:trace contextRef="#ctx0" brushRef="#br0" timeOffset="71154.03">22833 13849 2711 0,'-2'7'103'0,"-1"2"25"15,-1-3 21-15,0 1 14 0,3 0 3 0,-3 0-12 16,4 1-4-16,-5-1-17 0,5 2-8 15,0 0-21-15,3-1-2 0,-1 0-10 16,0 1-11-16,1-1-8 0,1 0-3 16,0-2-13-16,1-1-5 0,-5-5-3 0,12 10-16 15,-12-10 3-15,11 0-3 0,-11 0-10 16,0 0 7-16,20-16-9 0,-16 7 3 0,-1-5-7 16,1-1-4-16,-2-4 4 0,1-3-4 15,-3-5-1-15,0-1 0 0,-1-9 0 0,-1 1-2 16,0 6 7-16,-2 6 3 0,-1 1 3 15,-6 6 0-15,2 1-3 0,0 5-1 16,-3 6-1-16,1 2 1 0,0 3-4 0,11 0-4 16,-18 5 2-16,13 1 0 0,-1 0-1 15,6 0 2-15,0-6 10 0,9 14 7 16,2-7 7-16,5-2 12 0,6-2 9 16,-2 1 7-16,5-6 3 0,3 0 10 0,-1-1 11 15,9 0 15-15,-3-3 1 0,-9 6 0 16,0-3-2-16,-8 2-13 0,4 1 4 0,-6 4 4 15,2 2 16-15,-5 2 4 0,-1 4 6 16,-2 3-16-16,-3 2-4 0,-1 1-9 0,0 5-14 16,-3-1 5-16,1 2-6 0,-2-4-9 15,0 1-9-15,0 1-6 0,0-3-7 16,0-2-7-16,-2 3-35 0,2-7-43 16,0 1-53-16,0-1-71 0,0-1-90 0,0 1-121 15,0-1-116-15,-1-2-135 0,-1-3-177 16,2 2 69-16,0-5 76 0,0-4-517 0,2 9-637 15</inkml:trace>
  <inkml:trace contextRef="#ctx0" brushRef="#br0" timeOffset="71535.02">23604 13887 3492 0,'0'-9'119'0,"0"9"14"0,0 0 14 0,0-7 28 15,0 7 17-15,0 0-2 0,0 0-11 0,0-12-18 0,0 12-18 0,5-5-15 0,-5 5-13 16,10-5-15-16,-10 5-13 0,17-7-24 16,-8 4-24-16,1 0-12 0,0-3-15 0,-1 1-11 15,0-2-5-15,-1-2-4 0,2 1-2 16,-3-4 4-16,1 2 0 0,-7-2-2 0,1 2-2 16,-4-1-2-16,-1 1 3 0,-7 0 2 15,-3 2-2-15,-6 4 4 0,-8 4-1 16,-10 2-1-16,-6 4 7 0,1 5 2 0,-7 6 3 15,1 0 4-15,8 4 5 0,9-4-1 16,5 3 1-16,9-5 7 0,8 1 5 16,2-1 1-16,5-3 8 0,7 2-4 15,0 0 1-15,8 0-4 0,1-2 0 0,5-3-7 16,-2-1 0-16,6 0-7 0,0-2-25 16,9 1-36-16,2-1-48 0,-3-4-66 0,-3-1-101 15,3-1-105-15,11-1-96 0,3-3-100 16,3-3-64-16,13-5 62 0,0-2-311 0,0-1-360 15</inkml:trace>
  <inkml:trace contextRef="#ctx0" brushRef="#br0" timeOffset="71968.88">24926 12796 2510 0,'17'-42'79'16,"-6"10"66"-16,-3 7 54 0,-4 10 33 0,2 1-5 15,-2 3-20-15,-2 8-13 0,-2 3 39 16,0 0 24-16,-14 24 6 0,-1 7-4 15,-5 12 20-15,-3 9 27 0,-1 8 5 0,-4 18-1 16,-5 6-12-16,-1 2-16 0,1 1-21 16,1 1-26-16,1-4-23 0,2-4-21 0,7-18-17 15,-1-2-19-15,2-2-15 0,3-2-15 16,-4-9-18-16,7 1-107 0,2-13 0 0,2-5 0 16,0-6 0-16,6-7 0 0,-3-3 0 15,5-2 0-15,-1-5 0 0,-1-2 0 16,5-5 0-16,0 0 0 0,0 0 0 15,0 0 0-15,-1-20-16 0,1 2-146 0,0-2-19 16,0-8-1-16,0-11 12 0,-2 3 17 16,-2 7 17-16,-3-1 11 0,-6 5 13 15,-3 10 11-15,-2 3 21 0,2 8 21 0,-9 0 24 16,-4 6 26-16,4 4 13 0,-7 6 21 16,5 3 11-16,3 3 6 0,1-1 13 0,6 6 3 15,4-3 4-15,7 0 10 0,2-3-6 16,4 2 0-16,0 3-14 0,8-1 0 0,-3-4-10 15,6 2-22-15,1-2-31 0,-1-3-55 16,5-2-60-16,-1-1-83 0,-1-4-116 0,1 2-124 16,-3-5-140-16,2-2-205 15,-1-4 71-15,3 0 76 0,1-4-504 0,-2 1-617 16</inkml:trace>
  <inkml:trace contextRef="#ctx0" brushRef="#br0" timeOffset="72384.8">24876 13733 3516 0,'0'0'147'0,"0"0"-9"0,0 0 6 0,0 0 16 0,0 0 4 0,0 0-10 0,0 0-12 0,0 0-13 16,0 0-13-16,0 0-7 0,0 0-6 15,19-5-7-15,-19 5-5 0,23 2-6 16,-10-2-8-16,5 0-5 0,0-2-9 15,4-2-5-15,1-2-7 0,-9 2-2 0,10-2-4 16,2-5-6-16,-2 1-3 0,-8-2-1 16,2-3-6-16,-1-4-1 0,2-1-2 0,-5-1-3 15,-5 6-2-15,-4 1-2 0,-3 2-3 16,-2 2 0-16,-2 0 2 0,-1 1 1 0,-8 6 11 16,-7 3 13-16,-16 7 21 0,-6 3 23 15,-10 9 21-15,-2 1 33 0,5 4 10 16,1 0 7-16,6 5-3 0,4 0-8 15,11-4-12-15,8-2-13 0,2 5-9 16,8-5-10-16,0-3-7 0,7-3-9 0,2-2-6 0,5 1-11 16,0 1-6-16,4-3-23 15,3-5-37-15,1 1-51 0,0-2-41 0,2-1-68 16,2-2-73-16,3-2-78 0,-4 1-121 16,3-4-126-16,15-7-124 0,-1 2-125 0,-3-7 83 15,0 0-649-15,15-7-822 0</inkml:trace>
  <inkml:trace contextRef="#ctx0" brushRef="#br0" timeOffset="72618.27">25704 13530 3826 0,'-12'-8'2'16,"-1"1"29"-16,-1 3 37 0,-5 4 45 0,0 2 43 16,-13 7 30-16,-3 3 17 15,-4 12 12-15,-2 1 9 0,3 8 8 0,4-1 17 16,2 4-14-16,3 2-11 0,6-1-16 15,6-3-13-15,3-4-27 0,3-2-10 0,2 3-18 16,5-7-14-16,2-4-15 0,2-5-32 16,0-1-45-16,0-1-60 0,3-2-66 0,4-1-89 15,-2 1-125-15,5-3-135 0,-1-2-140 16,5-4-214-16,-1 0 65 0,2-2 80 0,7-2-500 16,0 0-617-16</inkml:trace>
  <inkml:trace contextRef="#ctx0" brushRef="#br0" timeOffset="74234.86">25973 13900 3507 0,'-14'0'149'0,"3"0"7"0,11 0 34 16,-14 0 26-16,14 0 5 0,0 0-12 16,-13 0-20-16,13 0-21 0,0 0-23 15,0 0-12-15,0 0-13 0,0 0-17 16,25-10-26-16,-14 8-23 0,0-1-22 0,5 0-20 15,-3-3-14-15,2 1-16 0,2-3-9 16,-5-1-9-16,3-1-2 0,-1-2 3 0,-3-3 3 16,1 1 2-16,-5 0 1 0,-1 1 1 15,-5 2 2-15,-1 1 2 0,-3 1 1 0,-5 2 13 16,-6 4 13-16,-6 3 14 0,-19 3 12 16,-2 8 12-16,-5 4 17 0,-2 4 12 0,0 2 9 15,9 4 8-15,1-1 4 0,13-2-3 16,2 4 0-16,3-3-3 0,7-5 2 0,6 1-5 15,3-4-4-15,4-3 15 0,4 0-24 16,3-1 11-16,6-2-5 0,5 0-2 16,5-3-8-16,2-4-6 0,5-4-8 15,8-4 0-15,4-3 12 0,8-4-7 16,-3-4-8-16,5 1-4 0,-2-11-8 0,-2 0 0 16,4-6-19-16,0-4-14 0,11-11 0 15,-6-4-10-15,0-2-10 0,-4-3 2 0,-14 14 3 16,-3 7 0-16,-11 9-3 0,-7 8-1 15,0 4 4-15,-9 3-4 0,-2 3-1 0,2 4 6 16,-7 3 0-16,-2 2 6 0,0 0-7 16,3 16 10-16,-3-1-1 0,0 5-3 0,2 6 2 15,0 12-1-15,-2 4 1 0,-4 1 9 16,2-1-6-16,-8 11-1 0,-1-5 5 16,-4-4 3-16,-2-1-1 0,-1-8 3 15,2-4 12-15,-6-2 3 0,4-4 10 0,-3 0-3 16,-2-1 2-16,-4-7 1 0,0 3-7 15,-2-1 2-15,2 0-1 0,-4-6-3 0,1-1-3 16,-2 0 1-16,8-3-3 0,7-1-1 16,2-4 5-16,3 0-7 0,5 0 5 0,-3-4-5 15,10 0-2-15,0 0 1 0,0 0-1 16,0 0-2-16,53-24-3 0,-9 1-2 0,8-8 1 16,3-2 1-16,18-17 0 15,4-2-16-15,9-6-24 0,4-5-14 0,1-6-14 0,4-1-7 16,-1 2-5-16,-1-6-7 15,-2 6 3-15,-5 1 6 0,-9 5 3 0,-12 10 1 16,-18 18 11-16,-8 2 5 0,-13 9 7 16,-5 3 1-16,-7 6 2 0,-9 4-3 0,-5 3 9 15,0 7 4-15,-18 0 2 0,-4 9 8 16,-10 8 14-16,-14 10 7 0,-8 9 11 16,-14 15 3-16,0 5 1 0,1 4-1 0,3-6 1 15,21-9 1-15,5-3 2 0,4-1 11 16,9-3 7-16,7-8-4 0,5-1-2 0,6-5 3 15,0-2 27-15,6-6 8 0,1-1 12 16,1 4 11-16,-1-2 6 0,2 0 7 16,3 2 12-16,-5-5-8 0,0-1 5 15,2 1 4-15,-4-1 6 0,-3-1 9 0,3 2-32 16,-5 1-102-16,0-3 0 0,-4-1 0 16,-5 0 0-16,-2 1 0 0,4-3 0 0,-2-5 0 15,-3 1 0-15,5-1 0 0,0-2 0 16,0 0 0-16,1-2 0 0,13 0 0 0,-21-4 0 15,13-4 0-15,3 1 0 0,5-5 0 16,2-6 0-16,9-9 0 0,15-10 0 0,-1 12 0 16,10-6 0-16,-7 9-10 15,1 3-132-15,-10 6 14 0,-4 0 8 0,-3 5 15 16,-3 1 10-16,2 0 7 0,-3 4 11 0,-2-1 11 16,-6 4 7-16,10 0 11 0,-10 0 7 15,0 0 8-15,11 6 0 0,-11-6 9 16,8 5 7-16,-4 1-2 0,-1 0 5 0,3 0 0 15,-1 1 5-15,6 0 2 0,0 2 1 16,2-1 6-16,4 1-5 0,10 6 4 0,0-3 0 16,1 2 2-16,-6-7-4 0,3-1 1 15,0-2-1-15,-1 0 4 0,0 0 3 16,-5-4 0-16,-2 0 3 0,0 0-2 0,-3-4 16 16,-3 0 5-16,-2-1 9 0,0-4 14 15,-6 2 4-15,-3-6 4 0,0 1-1 16,0-2 3-16,-3-3-6 0,-1-4-3 15,-4 1 4-15,2 1 6 0,-1 0-4 0,-1 4-8 16,2 1-1-16,-2 0-9 0,-3 4-6 16,6 2-8-16,-7 5 6 0,3-1-8 0,-1 2-11 15,10 2-2-15,-15 2-7 0,5 2-22 16,5 1-20-16,-2 3-19 0,5 0-12 0,2 3-6 16,2 1 4-16,5 0 5 0,-2 0 4 15,6-2-2-15,0 0 8 0,2-1 7 0,-2-2 0 16,1-1 15-16,1-2 5 0,-1-2 20 15,1-1 15-15,-2-1 13 0,1 2 15 0,-12-2 13 16,22-7 4-16,-8 2 13 16,-3 0 5-16,1-4 11 0,-1-1 1 0,0-3-5 15,1-3 3-15,-1-3-6 0,5-7-7 16,-5-5-6-16,0 0-5 0,3-3-6 0,-1 0-8 16,1 0-1-16,0-1-4 0,0 4-6 15,1 4-12-15,-3 4-16 0,-1 7 0 0,0-1 0 16,-1 1 0-16,1 0 0 0,0 3 0 15,3-3 0-15,1 5 0 0,1-5 0 0,7-1 0 16,3 1 0-16,2 3 0 0,1 1 0 16,0 5 0-16,-6 3 0 0,-4 4 0 0,1 6 0 15,2 4 0-15,1 10 0 0,-5 9 0 16,2 16 0-16,-5 6 0 0,-3 5 0 16,-5 0 0-16,-2 2 0 0,2 2 0 0,-2-4 0 15,1 3 0-15,-4 0 0 0,2-3 0 16,-3-11 0-16,-2-3 0 0,1-1 0 15,0-4 0-15,-4-4 0 0,0-4 0 16,0-6 0-16,-3-2 0 0,-1-2 0 0,-7 5 0 16,-4-4 0-16,-3 2 0 0,-4-2 0 15,-4-3-601-15,-5-1-251 0,-3-5-83 0,-2-1 103 16,2 0-859-16,-2-4-1125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3:53:42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9718 1401 2185 0,'-11'10'194'0,"6"-2"-44"0,-2-3-8 0,5-1-7 0,2-4-7 0,-5 6-4 0,5-6 6 16,0 0 12-16,0 0 11 0,0 0-4 15,21-17-4-15,-8 5-15 0,10-8-15 16,2 1-11-16,-2 2-7 0,1-4-11 0,-3 5-9 15,-1 3-10-15,-5 1-7 0,-5 4-7 16,-1 1-2-16,0 2-9 0,-3 0-7 16,-6 5 2-16,0 0-2 0,0 0 9 0,0 0 14 15,0 0 12-15,16 15 18 0,-16-15 9 16,-2 8 7-16,2-8 6 0,0 0-3 0,2 9-9 16,-2-9-7-16,0 0-5 15,7 5-7-15,-7-5-6 0,18-1-10 16,-18 1-6-16,23-7-3 0,-9 1-6 0,-1 0-17 15,1-1-43-15,-1-1-50 0,5-4-71 16,-4 1-90-16,2-1-91 0,-1 1-98 0,2-3-201 16,-2 2-113-16,1 0 69 0,1-1-354 15,0 3-486-15</inkml:trace>
  <inkml:trace contextRef="#ctx0" brushRef="#br0" timeOffset="1268.64">25270 1707 3696 0,'-1'6'157'0,"-1"0"-4"0,2-6-8 0,0 0-13 0,19 0-35 16,-19 0 2-16,29-10 6 0,-8 3-6 0,-3-2-4 15,4 1-1-15,1 1-10 0,-5-3-5 16,4 3-8-16,-7 1-9 0,0-2-5 0,-4 3-5 15,1 0-10-15,-4 3-9 0,-1-1-33 16,-2-1-38-16,-5 4-47 0,0 0-67 16,0 0-93-16,0 0-136 0,0 0-245 0,-34-1-32 15,20-2 73-15,-8-1-293 0,6 1-362 16</inkml:trace>
  <inkml:trace contextRef="#ctx0" brushRef="#br0" timeOffset="2266">25208 10206 2690 0,'10'-20'176'0,"-7"2"-2"0,1 2-16 0,2 1 0 0,-3 1 14 0,3 4 20 16,-1 0 17-16,-4 1 18 0,1 1 8 15,-2 4-2-15,0 4-15 0,0 0-6 0,0 0-13 16,0 0-5-16,0 0 3 0,-12 19-3 16,9-9 5-16,-3-2-7 0,0 3-8 0,3-1-17 15,-3-1-11-15,3-2-16 0,0-2-13 16,3-5-9-16,0 7-11 0,0-7-11 0,0 0-9 15,25-11-9-15,0-4-14 0,1-6-33 16,-1-1-62-16,2-2-80 0,-1 2-83 0,-1 1-98 16,-4 0-105-16,-1 7-116 15,-7 2-133-15,-2 7-110 0,-5-1 65 0,0 4-654 16,-6 2-799-16</inkml:trace>
  <inkml:trace contextRef="#ctx0" brushRef="#br0" timeOffset="4717.41">8977 10092 1581 0,'-10'-15'203'0,"5"3"-70"0,-3 2-18 0,1 1-5 0,1 3 8 16,-2-2-6-16,4 2-4 0,-1 2 1 0,-3-2 13 15,5 1 1-15,-2 3 8 0,5 2-5 16,-7-8-7-16,7 8-7 0,-6-7-11 16,6 7-6-16,-5-7-11 0,5 7-10 15,0 0-14-15,0 0 8 0,0 0 6 0,-4 28 11 16,6-3 8-16,3 19-1 0,1 18-8 16,-1 10-1-16,4 27-7 0,2 5-6 0,0 1-8 15,-3-5-4-15,2 4-5 0,-3-5-1 16,5-6-4-16,-5-16 3 0,4-1-3 15,-1 0-5-15,3 17-4 0,-1-19-2 0,1 1-3 16,0 17-2-16,1-20-4 0,3 17-3 16,-1-17-1-16,-2 19-4 0,0-21-1 0,-1 1-4 15,1-7-2-15,-3 0 2 0,2-2-1 16,-3-4-1-16,-1-4-6 0,2-1 0 0,-4-14 2 16,0-1-1-16,3-3 2 15,-7-1 2-15,5 1-2 0,-6-7 0 0,6 5 2 16,-4-8-1-16,-3-1 0 0,3 0 1 15,-2 2-6-15,-2-1 8 0,4 1 3 0,-3-1-1 16,3 10-1-16,-1-5-3 0,-1-7 1 16,0 1-2-16,-1 1-3 0,1 2 2 0,0-2-4 15,0 1 0-15,0 10 1 0,2-2-3 16,-3-5 0-16,1-2-2 0,0 10 3 0,0 0-1 16,-2-8-1-16,0-1 1 0,4 8-3 15,-8 3 1-15,4-1 0 0,-2-2 4 0,0 0-2 16,-1 1 1-16,-1 0-4 0,0 1 2 15,2-4 1-15,-3-1-1 0,-2-6-3 16,4-7 1-16,-5 4-1 0,-1 7 0 16,3 2 4-16,-7-5-1 0,2-3 1 0,-2-4-2 15,1 6 1-15,-4-1-3 0,3 0 2 16,-3 1-1-16,1 0-1 0,3 2-1 16,-2-3-1-16,-4 2 1 0,5 1 0 0,-2 1-3 15,0-1 4-15,-3 1-2 0,3-2 1 16,-2 2-2-16,-2-1 3 0,-2 0-2 0,2 0 0 15,-7 6 0-15,6-9 1 0,-1 1-1 16,1-2-1-16,-1 4 3 0,-3-5-2 0,3 1-2 16,1 1 3-16,0-2 1 0,2 1-1 15,-1-4-2-15,-1 1 2 0,5-7 1 16,0-1 2-16,0-1-2 0,3-3-1 16,-1-1 1-16,4-1 1 0,-1-2 0 0,0 0 0 15,1 1-1-15,1-3 2 0,0-1 0 16,3 0 1-16,5-3-1 0,-11 5 0 0,11-5 2 15,-10 0-3-15,10 0-1 0,0 0 0 16,0 0-3-16,-17-1 2 0,17 1-2 0,0 0 1 16,-10-2-3-16,10 2-2 0,0 0 2 15,0 0 0-15,-8 10 0 0,8-1 1 0,4 8-1 16,0 7 2-16,4 12 0 0,1 5 2 16,1 12 2-16,2 1-3 0,-1-3 8 15,2 2 2-15,-3-2-3 0,3-1 6 16,2 1-6-16,-3 3 3 0,1-1-2 15,-2 0 3-15,1 5 2 0,0 2 5 0,0 1 2 16,2-1 0-16,-1 5 1 0,-2-1-3 16,1 4 2-16,-1 0-3 0,9-1 2 0,-4 1-15 15,4-4-2-15,1-6 2 0,-2 2-3 16,2-6 3-16,0-2 1 0,-1-1-4 16,2-3-2-16,1-1 1 0,0-2 2 0,1-4 0 15,5 0 10-15,-3 0-3 0,3 1-1 0,1 3-2 16,5-1 0-16,-5 0 4 0,2-1-4 15,-3 0 1-15,-2-4-2 0,3 0-1 0,-6-2-2 16,-5-10 2-16,-1 0 2 0,-4-7-3 16,-5-5 2-16,3 0 1 0,-4-3 0 15,-3 1-3-15,5-3 3 0,-7 0-3 16,3-1 1-16,-1-3-1 0,-4 2 0 0,3-1-2 16,0-2-20-16,-1-1-28 0,-3-4-47 15,2 7-63-15,-2-7-86 0,0 0-79 16,0 0-149-16,0 0-216 0,0 0 50 0,-21-33 73 15,4 1-283-15,-9-19-334 0</inkml:trace>
  <inkml:trace contextRef="#ctx0" brushRef="#br0" timeOffset="6249.59">8687 10079 2359 0,'0'0'-28'0,"-9"-7"11"0,5 4 6 0,4 3 2 0,-3-8 2 0,3 8 0 0,0-8 3 15,0 8 10-15,7-9 9 0,4 5 7 16,9-4 6-16,10-2-7 0,6-1 4 0,12-6-5 15,7-1 1-15,4-2-1 16,6-3 0-16,19-6-6 0,1-2 0 0,-2 0-2 16,3-3 1-16,1-2-3 0,5 0 1 15,5-3-2-15,2-2 2 0,0-3-2 0,2 5-1 16,5-1-2-16,2 1 0 0,0 2 1 16,-3 0 9-16,-2 2 10 0,4 0 0 0,-1 0 1 15,1-1-3-15,-3 1 1 0,2-2-2 16,0-1 0-16,1 5-3 0,1-2-4 0,-2 2-1 15,-6 1 0-15,5-1-5 0,-4 4 2 16,6-1-3-16,-6 1 0 0,0 3 0 0,1-3-2 16,4 0-2-16,-4-3 2 0,6 1 0 15,-6-1-1-15,1-1-5 0,0-1-2 16,1-5-4-16,0-1-15 0,-2-1-24 16,-1-2-19-16,-6 2-14 0,1 3-7 15,0 4-11-15,-7 2 3 0,-20 9 7 0,-5 5 10 16,3-1 10-16,-4 1 2 0,-3 3 9 15,0 0 5-15,-7 2 6 0,4-1 7 0,-1 2 10 16,-5-1 1-16,-1-1 10 0,-13 2 10 16,6 2 6-16,-7-2 6 0,-2 0 8 0,-1 2 6 15,-9 1 12-15,0 2 8 0,-8 2 1 16,0-1 3-16,-1 4-5 0,-3-2 0 0,-1 1 1 16,-2 1-1-16,1 2-2 0,-10 0 1 15,19-3 2-15,-7 8-4 0,-3-2 4 0,6 9 3 16,2 10 21-16,5 2 5 15,2 14 0-15,2 8 14 0,5 11 11 0,9 24 9 16,4 8 3-16,2 10-6 0,3 9-5 16,5 7-6-16,5 2-11 0,0-2-11 15,21 29-5-15,-11-41 4 0,-1-3-15 0,0-7 0 16,2-4-4-16,-6-3-9 0,-1-4-6 16,-4-4-2-16,-1 1 7 0,-10-4-8 0,1-3-10 15,-8-2 4-15,0-3-5 0,-11-14 0 16,-1 3 0-16,0-2 0 0,-4 1-6 0,0 0-2 15,-2-2 5-15,1-2-5 16,-4-1-2-16,-1 0-6 0,1-5 5 0,-4-3-3 16,0-5 5-16,2 7-8 0,-2-1 10 15,1-10-4-15,-1 13 16 0,-4-10 2 0,10 6 1 16,-7-7-2-16,8 4-2 0,-2 1-7 16,-2-7 5-16,0-4-5 0,-4-2-2 0,2 0 3 15,-1-3-15-15,-3-5 3 0,-6-3 2 16,3-3-13-16,-2-2-14 0,-5-1-19 0,3-5-36 15,-3 0-52-15,-3-5-67 0,0 0-108 16,0 0-149-16,0 0-99 0,-32-20 63 0,6 3-264 16,-11-11-242-16</inkml:trace>
  <inkml:trace contextRef="#ctx0" brushRef="#br0" timeOffset="12899.09">4240 1235 1638 0,'0'0'228'0,"0"0"2"0,15 0-3 0,-15 0-21 0,0 0-2 16,0 0 9-16,0 0 8 0,0 0 4 15,0 0 28-15,0 0 10 0,0 0 15 16,0 0 11-16,0 0 1 0,0 0 0 0,0 0-9 16,0 0-9-16,0 0-9 0,0 0-17 15,0 0-15-15,0 0-19 0,0 0-20 0,0 0-15 16,0 0-21-16,0 0-17 16,0 0-11-16,0 0-12 0,-40-6-15 0,22 6-9 15,4 2-12-15,-6-2-7 0,-3 2-9 16,-3 0-7-16,3-2-3 0,-4 0-8 15,1 4-10-15,-3-2 2 0,2 2-4 0,0-2-7 0,-12 1-6 16,5 3-21-16,1-2 0 16,6 0 0-16,-7 2 0 0,4-2 0 0,-3 3 0 15,5-3 0-15,1 2 0 0,-5 1 0 16,-3 0 0-16,1 1 0 0,-5-1 0 16,3 1 0-16,-3-1 0 0,1 2 0 0,-3 0 0 15,3-3 0-15,2 3 0 0,0-1 0 16,1 1 0-16,3-2 0 0,-1 3 0 0,1 1 0 15,0-3 0-15,1 5 0 0,1-3 0 16,-3 0 0-16,3 0 0 0,-2 1 0 16,1 1 0-16,1-3 0 0,3 1 0 0,6-4 0 15,-2 1 0-15,-7 3 0 16,-2 0 0-16,-1 3 0 0,-2-3 0 0,1 4 0 16,0-2 0-16,0-1 0 0,1 3 0 15,3-3 0-15,1 0 0 0,-1 3 0 16,1-2 0-16,6-2 0 0,3-1 0 0,0-1 0 15,1 3 0-15,0-3 0 0,0 2 0 16,2-1 0-16,-4-1 0 0,5 4 0 0,-4-4 0 16,2 1 0-16,-1 5 0 0,2-4 0 15,-2-1 0-15,1 1 0 0,0 2 0 16,1-3 0-16,-2 3 0 0,1 1 0 0,-6 2 0 16,1 2 0-16,2-5 0 0,6-2 0 15,-2 2 0-15,2-2 0 0,-3 1 0 16,1 1 0-16,0 0 0 0,0 1 0 15,-2-1 0-15,-4 2 0 0,4 1 0 0,2-3 0 16,-10 3 0-16,2 1 0 0,0 4 0 16,-3-3 0-16,1 2 0 0,-11 6 0 15,4 1 0-15,3-5 0 0,-5 6 0 0,0-1 0 16,6-8 0-16,-9 8 0 0,3 0 0 16,0-1 0-16,0 2 0 0,6-9 0 0,1 3 0 15,2-2 0-15,4-2 0 0,-4 0 0 16,2 0 0-16,3 0 0 0,3-3 0 15,-4 3 0-15,0 2 0 0,6-5 0 0,2 0 0 16,-1-1 0-16,-7 8 0 16,9-5 0-16,-2-2 0 0,1 1 0 0,-3 5 0 0,2-5 0 15,2 1 0-15,1-3 0 16,1 1 0-16,-1 0 0 0,-1 3 0 16,-4 2 0-16,2-2 0 0,3-1 0 0,2-1 0 15,-8 5 0-15,-1 1 0 0,5-4 0 16,2-1 0-16,-8 5 0 0,2 1 0 0,4-7 0 15,3-1 0-15,-1-1 0 0,1 1 0 16,3-2 0-16,-2 4 0 0,-3-1 0 16,-3 9 0-16,0-2 0 0,2 1 0 0,1-3 0 15,-1 2 0-15,-4 2 0 0,1 1 0 16,2 0 0-16,-2-2 0 0,3-1 0 16,-6-1 0-16,8-1 0 0,1-6 0 15,1 1 0-15,2-3 0 0,-1 0 0 0,2 0 0 16,3 1 0-16,-3-2 0 0,0 1 0 15,1 0 0-15,1 0 0 0,-1-1 0 16,-2 3 0-16,4-2 0 0,-2 0 0 0,-1-1 0 16,0 1 0-16,0 0-3 0,3 1-2 15,-2-1 1-15,-1 3-6 0,2-3-9 0,-2 2-11 16,1-3 0-16,1 3-4 0,0-2-11 16,0 4 9-16,-1-3-4 0,1 1-2 15,3 2 3-15,-3-3-1 0,0 3 0 0,0-3 4 16,2 3 4-16,1-2 5 15,-3 1-8-15,4-1 7 0,-4 1-3 0,4-1 8 16,-2 1 2-16,2 2 4 0,2 0-1 16,-1 4 2-16,-1 1-1 0,2 2 9 0,2-3-5 15,-1 3 2-15,3 1 4 0,0 0-1 16,1-1 7-16,2 8-9 0,-2-1 2 16,5 0 1-16,-2-6 3 0,-1 6 2 0,-1-5 3 15,3 6-3-15,-1 1 8 0,0 0-14 16,-1 3 15-16,-3-2-4 0,-2-5 0 15,3 6 0-15,0-10-5 0,-1-1 1 0,-1-1 2 16,-1 1-3-16,4-1 1 16,-1 1-2-16,-1-3 1 0,2 0 5 0,0 0-4 15,1-1 2-15,1 1 5 0,0-3-7 16,1 3 1-16,1 0-2 0,-1 4 7 0,3-1-6 16,-1 5 3-16,1-2 2 0,-5-6-2 15,4 6 1-15,-3-3-2 0,0-2 2 16,-1-4-2-16,3 3 0 0,-5-2 4 0,5 1-3 15,1 6 1-15,3-4 3 0,-1 4-3 16,-2-5 4-16,1-4 0 0,3 7 1 0,1-5-3 16,-1 2 0-16,4 3-2 0,-4-1-6 15,4 1 10-15,-1 0-3 0,-2 0 1 16,0 2 2-16,1 3-3 0,-2-3-2 16,0 3 1-16,3 0 1 0,-3-1-2 15,0 2 2-15,0-2-2 0,-1-1 4 0,-1-1-3 16,4-2-2-16,-7-2 9 0,-1-4-10 15,3 0 2-15,-1-1 3 0,-2 0-2 0,3 1-7 16,-3 1 7-16,7 4 0 0,-1 2 3 16,1-1 2-16,-5-5-11 0,-2 1 8 15,5 6 1-15,-3-6 0 0,1-1-4 0,3 8-10 16,0-2 4-16,-2-5 0 16,-2-3-1-16,0 1 2 0,0-1 10 0,3-1-14 0,0 9 1 15,2-4 5-15,-3-1 3 0,-4-5-1 16,1 1-5-16,1 1 3 0,1 0-2 15,0 0 4-15,-1 1 4 0,-2-3-3 16,3 3 2-16,-1-1 5 0,-2-1 3 16,3 1-5-16,-1-1-5 0,1 0-6 0,-2 1 0 15,-1-2 5-15,5 2 3 0,-3 1 1 16,0-3 1-16,3 2-4 0,2 3 1 0,-2-3-4 16,-3 1 7-16,3-3-3 0,-3 1 3 15,0 0-8-15,1 1 4 0,1-3-2 16,-3 1 0-16,0-2 2 0,1 1-3 15,-1-2-2-15,-1 0 5 0,0 0-4 16,-1 0 7-16,2-2-5 0,-1 2-2 0,0-2 7 16,3 1-8-16,-2-1 13 0,1 2-12 15,1-2 5-15,-1 2-2 0,1 0 3 0,-1 0-3 16,4 2-1-16,-3-1 6 0,1 1-5 16,2 1 2-16,-2-1-3 0,1 1 3 15,1-3-2-15,1 5 3 0,2 1 1 0,-2-3-2 16,-1-2 2-16,0-3-2 0,0 4-1 15,1 0 0-15,-1-2 3 0,-2-2-5 0,0 0 3 16,1 4 0-16,-1-2 0 0,3 1 11 16,-1-1-13-16,-1 2 2 0,-2 1-1 0,6-3 0 15,-3 5 4-15,6 0-2 16,-3 1-3-16,4 1 3 0,1-2 0 0,-5-1-3 16,5 1 1-16,-5-4-3 0,-3 0 3 15,8 2 6-15,0 2-1 0,-5-3-5 16,0-1-1-16,1-1-3 0,2 5 6 0,-2-3-1 15,-4-1-2-15,2-1 6 0,-4-1-3 16,3 1 0-16,-3 2-3 0,-1-4-1 0,-1 0 2 16,0 1 0-16,1-3 1 0,-1 2-3 15,1 1 1-15,-1-1-1 0,0 1 0 16,3-1 0-16,-1 2 1 0,3 0 2 16,-1 0-3-16,0 2 1 0,-2-2 2 15,3 1 2-15,-1 1-4 0,2-2 0 0,0 2 3 16,-3-1-3-16,6 6 0 0,1-5 5 15,-7-2-3-15,1 1 0 0,3-3-1 0,-4 1 2 16,2 1 3-16,1-3 0 0,0 1 5 16,0-1 5-16,2 1-1 0,1 0-5 0,8 2 2 15,-2 2-1-15,1-3 4 0,2 4 2 16,-3-1-10-16,-1-1 2 0,2 1-1 16,0-2 0-16,-5 1 1 0,3 1 1 0,0 2-19 15,-4-5 1-15,-4-2 1 0,2 1 5 16,4 2 8-16,4 0 8 0,-3-3 6 15,-4-1 0-15,1 2 3 0,-1-3-4 0,1 1-1 16,1-1 0-16,-2 0-2 0,-1 0 1 16,3 1-1-16,-2-1-6 0,-2 2-11 15,-1-1 0-15,-2 1 0 0,1-4 0 0,-2 2 0 16,0 1 0-16,1-1 0 0,-1-2 0 16,-1 2 0-16,3 0 0 0,-2 0 0 0,4-4 0 15,0 2 0-15,4 0 0 0,1-1 0 16,-1-1 0-16,3 1 0 0,0-3 0 15,0 4 0-15,3-1 0 0,-6 0 0 0,5 1 0 16,-2-1 0-16,2 2 0 0,7-3 0 16,-3 2 0-16,-3-1 0 0,-3-1 0 15,2 0 0-15,2-1 0 0,-1 0 0 16,3-4 0-16,-2 1 0 0,8-4 0 0,5-2 0 16,-3 0 0-16,0 0 0 0,-3-1 0 15,1-3 0-15,-5 2 0 0,2-1 0 0,-1 0 0 16,-9 1 0-16,9-2 0 0,-1-2 0 15,1 1 0-15,0-1 0 0,1-3 0 0,0 1 0 16,0-1 0-16,10-5 0 0,-9 5 0 16,8-6 0-16,-9 5 0 0,2 0 0 0,7-3 0 15,-2-1 0-15,-8 2 0 0,-1 4 0 16,0-3 0-16,1 0 0 0,-5 0 0 0,3-1 0 16,-1-1 0-16,1 2 0 0,6-7 0 15,-1 0 0-15,-8 4 0 0,1-1 0 16,0 1 0-16,-2-4 0 0,-2 1 0 15,2 4 0-15,-2-6 0 0,2 2 0 16,0 2 0-16,-5 1 0 0,3-3 0 0,-4 2 0 16,-2-4 0-16,0 2 0 0,-2 0 0 15,0-2 0-15,-1-1 0 0,0-2 0 0,0 3 0 16,-1-6 0-16,-1 3 0 0,1-2 0 16,0-2 0-16,0 0 0 0,-1-1 0 0,-1 1 0 15,1-1 0-15,0 2 0 0,0 1 0 16,1 0 0-16,-1 1 0 0,-3 1 0 15,0 0 0-15,-1 5 0 0,0-3 0 16,-1-2 0-16,1-3 0 0,-3-1 0 0,-1 0 0 16,-1-3 0-16,-1-1 0 0,4-4 0 15,-4 2 0-15,2-2 0 0,-1 0 0 0,3 0 0 16,0 0 0-16,-1 2 0 0,3-2 0 16,0 6 0-16,-3 0 0 0,2 5 0 0,1-3 0 15,-2 4 0-15,-1 4 0 0,-1 1 0 16,1-7 0-16,2 2 0 0,-4-6 0 0,2 0 0 15,-5-2 0-15,4-1 0 0,-1-1 0 16,-2-1 0-16,3 1 0 0,-1-1 0 16,1 1 0-16,-1 1 0 0,1 1 0 15,4 2 0-15,-3 3 0 0,3-2 0 16,-2 2 0-16,-1 1 0 0,4 0 0 0,2 1 0 16,-4 1 0-16,-2 3 0 0,5-3 0 15,-3 0 0-15,-3 6 0 0,1 2 0 0,-1 1 0 16,2 1 0-16,-2 0 0 0,-1-3 0 15,1 3 0-15,-1-1 0 0,4 1 0 0,-4-2 0 16,3 1 0-16,-3 1 0 0,3-2 0 16,5-8 0-16,-3 2 0 0,0-2 0 0,1 0 0 15,2 0 0-15,1-3 0 0,-1 0 0 16,0 1 0-16,0 0 0 0,-1 2 0 16,-1 2 0-16,-1 4 0 0,-2 5 0 0,-1-1 0 15,1-2 0-15,-3 3 0 0,1-2 0 0,0 5 0 16,-2-3 0-16,0 1 0 15,-1-3 0-15,1-1 0 0,2-1 0 0,-3-2 0 16,2-9 0-16,-1-5 0 0,-1 1 0 16,1-1 0-16,2 0 0 0,-1 1 0 15,-1 3 0-15,4-1 0 0,-2 8 0 0,-3 2 0 16,1 3 0-16,3 3 0 0,-2-3 0 16,1 3 0-16,-3 1 0 0,-1 2 0 0,2-1 0 15,-2-2 0-15,1 4 0 0,-3-2 0 16,0-2 0-16,4-3 0 0,-4-7 0 0,0-8 0 15,-2 2 0-15,0-4 0 16,2 3 0-16,0-3 0 0,0 2 0 0,0-3 0 16,0 3 0-16,2 2 0 0,-2 4 0 15,0 6 0-15,0-3 0 0,2 0 0 0,-2 1 0 16,-2 0 0-16,0-9 0 0,-1 2 0 16,-1 5 0-16,0 4 0 0,-1-8 0 0,-4-1 0 15,0-2 0-15,2 5 0 0,-2 0 0 16,2 6 0-16,0 3 0 0,1-1 0 0,-1 0 0 15,0 2 0-15,0 0 0 0,1 0 0 16,-1-1 0-16,3 1 0 0,-4 1 0 0,1-2 0 16,-1 1 0-16,3 1 0 15,-4-4 0-15,0 5 0 0,2-2 0 0,-1 0 0 16,-2 3 0-16,1-2 0 0,0 0 0 16,0 2 0-16,0-2 0 0,2 0 0 0,-1-1 0 15,-2 3 0-15,1-2 0 0,0 2 0 16,-3-8 0-16,3 4 0 0,-1 3 0 0,0 1 0 15,-5-9 0-15,1-2 0 0,2 4 0 16,-4-3 0-16,3 4 0 0,-2-2 0 0,3 6 0 16,1 2 0-16,1 2 0 0,1-3 0 15,-1 2 0-15,-2-3 0 0,1 4 0 16,0-1 0-16,-1 0 0 0,-1-1 0 0,2 1 0 16,-8-6 0-16,-1 3 0 0,6 5 0 15,-2 1 0-15,1-1 0 0,-6-3 0 16,1 5 0-16,4 1 0 0,-2-2 0 15,2 2 0-15,-2 0 0 0,3 4 0 0,1-2 0 16,0 3 0-16,0-2 0 0,1 2 0 16,1-1 0-16,-1 3 0 0,0-4 0 0,-1 2 0 15,-1-1 0-15,2 2 0 0,-4 1 0 16,1-1 0-16,1 1 0 0,-4 0 0 0,4 1 0 16,0-2 0-16,-3-1 0 0,1 3 0 15,3-2 0-15,-6 0 0 0,4 0 0 0,0 0 0 16,-4 1 0-16,-1-1 0 0,5-1 0 15,-8 0 0-15,3 2 0 0,3-1 0 0,-2 2 0 16,-3-3 0-16,3 2 0 0,0-1 0 16,-3-1 0-16,1 1 0 0,1 1 0 15,0 0 0-15,2-4 0 0,-4 2 0 16,2-2 0-16,-10-1 0 0,8 1 0 16,1 3 0-16,-6-4 0 0,-1-3 0 0,6 3 0 15,2 4 0-15,0-3 0 0,-2 1 0 16,-6-4 0-16,6 2 0 0,0 3 0 0,3-3 0 15,-1 3 0-15,1-3 0 0,2 2 0 16,-2-4 0-16,1 3 0 0,2-1 0 16,0-1 0-16,0 3 0 0,1-2 0 0,-2-1 0 15,0 1 0-15,1 1 0 0,4 1 0 16,0-1 0-16,-1 2 0 0,1-3 0 16,-4 2 0-16,0-3 0 0,-2 3 0 0,-10-6 0 15,-3 4 0-15,-4-1 0 0,-5 2 0 16,-2 3 0-16,-5 0 0 0,-12 2 0 0,-4 0 0 15,-3 6 0-15,-1-2 0 0,0 4 0 16,-4 1 0-16,0 4-38 0,0-1-278 16,1-1-75-16,6 3-83 0,1-1-121 0,1-1-260 15,2-6 16-15,11-2 105 0,-1 2-609 16,1 1-799-16</inkml:trace>
  <inkml:trace contextRef="#ctx0" brushRef="#br0" timeOffset="18363.49">4583 6786 3289 0,'0'0'-200'0,"0"0"68"0,0 0 49 0,0 0 50 0,0 0 42 15,0 0 42-15,0 0 34 0,0 0 44 16,0 0 24-16,0 0 29 0,0 0 22 15,0 0 11-15,0 0 11 0,0 0 9 0,0 0 0 16,0 0 6-16,0 0 6 0,0 0 1 16,0 0-12-16,0 0-9 0,0 0-18 15,0 0-16-15,0 0 18 0,3 14 7 0,-3-14-11 16,8 15-16-16,-5-4-19 0,6 0-25 16,-4 1-16-16,3 2-13 0,-3-2-11 0,4 1-3 15,-4-3 9-15,-1-1 2 16,1 1 8-16,-1-2-55 0,-2 0-68 0,2-5 0 0,-4-3 0 15,1 12 0-15,-1-12 0 16,5 6 0-16,-5-6 0 0,0 0 0 0,0 0 0 16,0 0 0-16,0 0 0 0,0 0 0 15,-17-25 0-15,11 11 0 0,2-1 0 0,2-3 0 16,2 1 0-16,-1-2 0 0,1 5 0 16,1-4 0-16,-1 4 0 0,4-1 0 15,0 1 0-15,1 0 0 0,3 2 0 0,0 2 0 16,3 2 0-16,-2 1 0 0,5 5 0 15,-1 0 0-15,-13 2 0 0,31 7 0 0,-14 0 0 16,0 3 0-16,0 2 0 0,-2 2 0 16,1-1 0-16,-3 3 0 0,-1-1 0 0,1-1 0 15,-4-2 0-15,1-2 0 0,-1-1 0 16,-3-3 0-16,-1 3 0 0,2-4 0 16,-1 0 0-16,-6-5 0 0,7 10 0 15,-7-10 0-15,7 2 0 0,-7-2 0 0,0 0 0 16,0 0 0-16,0 0 0 0,0 0 0 15,0 0 0-15,12-10-622 0,-12 10-271 0,0-8-28 16,0 8 104-16,0-11-862 0,4 3-1116 16</inkml:trace>
  <inkml:trace contextRef="#ctx0" brushRef="#br0" timeOffset="18729.78">5094 6466 4318 0,'-6'-4'13'0,"6"4"68"0,-10-3 46 0,10 3 30 16,0 0 21-16,0 0 31 0,0 0 58 0,-17 15 10 15,15-6 8-15,2 4-6 0,0 1-7 16,0 4-13-16,4 0-22 0,3 1-15 0,-1 0-15 16,1-2-20-16,5 1-13 15,-4-1-16-15,3-4-10 0,1-2-13 0,-1-1-134 16,1-3-1-16,1 0 0 0,-2-4 0 15,1-3 0-15,-12 0 0 0,25-5 0 0,-10-2 0 16,-1-3 0-16,-1 3 0 0,-4-3 0 16,1-2 0-16,-4 5 0 0,-3-3 0 0,-1-2 0 15,-4 0 0-15,0-5 0 0,-3 2 0 16,-4-2 0-16,0 2 0 0,0 4 0 16,4-2 0-16,-6 1 0 0,4 2 0 0,1 3 0 15,-3 1 0-15,1 5 0 0,8 1 0 16,-17 1-315-16,7 5-132 0,1-1-128 0,1 2-191 15,1-2-89-15,2 0 80 0,2 0-741 16,3-5-962-16</inkml:trace>
  <inkml:trace contextRef="#ctx0" brushRef="#br0" timeOffset="18962.59">5495 6428 4336 0,'-9'0'299'0,"9"0"42"16,0 0 19-16,-14 1 21 0,14-1 8 16,0 0-7-16,0 0-18 0,0 0-25 0,0 0-31 15,0 0-37-15,0 0-30 0,29-20-61 16,-17 13-180-16,-3 0 0 0,2 1 0 0,5-1 0 16,-5-2-5-16,5 3-302 15,-5 0-134-15,5-1-156 0,-3-1-176 0,-1 3-75 16,2 0 88-16,-4 3-757 0,0 0-962 15</inkml:trace>
  <inkml:trace contextRef="#ctx0" brushRef="#br0" timeOffset="19629.53">5798 6208 4193 0,'-7'-6'-9'0,"3"-3"51"0,-2 2 31 15,6 7 34-15,-6-10 27 0,6 10 27 16,-1-7 15-16,1 7 11 0,-4-5-1 0,4 5-10 16,0 0-14-16,0 0-2 0,0 0 29 15,0 0-10-15,0 0-1 0,0 0-14 0,-11 22-12 16,11-12-13-16,-2 2-18 0,2 2-5 16,2-4-16-16,1 3-10 0,-3-3-10 15,4 1-8-15,0-3-2 0,1 0-10 0,1 0-6 16,2-6-12-16,-8-2-35 0,17 0-50 15,-3-4-41-15,2-6-38 0,7-11-45 16,2-4-49-16,0 0-31 0,2-13-28 16,-3-3-17-16,-1-2 0 0,-1-6 11 0,-8 1 20 0,0-8 21 15,-5 2 26-15,-1-3 34 0,-6 11 43 16,-2 3 37-16,-4 3 35 0,-2 4 39 16,-3 5 29-16,1 8 24 0,0 4 28 15,-1 5 25-15,0 4 16 0,-3 0 7 16,3 6 12-16,0 2 3 0,9 2 13 0,-25 14 8 15,12 0 7-15,-1 10 13 0,5-2-5 16,-2 10 0-16,9-3-2 0,2 6-10 0,2 5-7 16,9 1-10-16,-4-4-15 0,9 8-9 15,0-11-7-15,6 5-14 0,-2 1-9 0,-1-16-7 16,2-1-21-16,-2-9-27 16,-2 1-5-16,-2-7-36 0,3-2-12 0,-2-3-16 0,2 0-10 15,-2-4 0-15,-2-1 2 0,2-3 4 16,-1-1 10-16,3-2 5 0,-4-2 3 15,2-2 18-15,-3-1 20 0,-2 4 12 16,-1-1 19-16,-1 2 8 0,-3 2 3 16,1 3 9-16,0-1 6 0,-7 4 24 0,11-2 19 15,-11 2 8-15,0 0-6 0,0 0-5 16,25 6-5-16,-18-3-6 0,-7-3-4 0,14 6 3 16,-6-3-4-16,-8-3 4 0,14 5 0 15,-4-3-8-15,-10-2-8 0,17 2-3 0,-17-2-9 16,19-2 2-16,-19 2-27 15,25-4-29-15,-17 0-49 0,1-2-49 0,3 4-65 16,-3-4-70-16,1 3-87 0,-5-3-100 16,5 4-111-16,-4-4-153 0,-6 6-114 0,7-4 79 15,-7 4-675-15,0 0-845 0</inkml:trace>
  <inkml:trace contextRef="#ctx0" brushRef="#br0" timeOffset="29127.99">1475 11301 3740 0,'-12'7'34'0,"1"2"-13"0,5-3 20 0,0-2-1 0,6-4 34 0,-8 8 9 0,8-8 20 16,0 0 48-16,0 0 21 0,0 0 8 16,48-27-10-16,-8-4-16 0,6-6-14 0,11-15-11 15,2-3-15-15,5 0-10 0,-8-2-40 16,-1-1-56-16,-12 16-63 0,-5 1-74 15,-4 3-75-15,0 6-74 0,-13 11-101 16,-4 7-95-16,-7 10-177 0,-4 6 43 16,-6-2-325-16,5 25-414 0</inkml:trace>
  <inkml:trace contextRef="#ctx0" brushRef="#br0" timeOffset="29313.59">1873 11622 2862 0,'-10'18'140'0,"4"-4"13"16,3-4 33-16,-1-2 26 0,2-1 26 0,0-5 11 16,2-2-2-16,0 0-22 0,0 0-17 0,0 0-23 15,11-19-22-15,5-10-18 0,4-15-30 16,5 1-67-16,2-3-72 0,2 3-86 16,1 4-89-16,1 1-116 0,-3 5-171 0,-3 13-208 15,-8 8 74-15,-7 7-376 0,-1-1-472 16</inkml:trace>
  <inkml:trace contextRef="#ctx0" brushRef="#br0" timeOffset="29629.01">1551 10694 2826 0,'-17'0'230'0,"3"0"27"0,5-2-1 15,9 2-23-15,-14-3-31 0,14 3-15 16,4-8-20-16,8-1-9 0,20-6 1 0,15-6-9 16,17 0-12-16,6 0-14 0,27-1-11 15,4 8-7-15,-21 9-10 0,2 7-10 16,-6 8-4-16,-9 7-11 0,-8 11-2 0,-7 8-8 16,-13 7-2-16,-6 5-6 15,-10 8-3-15,-8 2-4 0,-5 12-6 0,-8 1-2 0,-8 1-5 16,-3 3-3-16,-9 19-20 0,-7-5-46 15,-2-4-69-15,7-21-85 0,-7-6-106 16,6-3-126-16,-4-9-206 0,5-4-88 16,0-17 74-16,5-6-411 0,4-7-525 15</inkml:trace>
  <inkml:trace contextRef="#ctx0" brushRef="#br0" timeOffset="37827.53">5951 2430 1839 0,'0'0'198'0,"5"-7"-38"0,-5 7-4 0,0 0 0 16,2-11-13-16,-2 11 13 0,0 0-11 0,0-6-1 15,0 6 3-15,0 0 0 0,0 0-2 16,0 0-2-16,0-11-3 0,0 11 2 16,0 0 1-16,0 0 0 0,0 0-9 15,0 0-10-15,0 0-13 0,-11-6-14 16,11 6-8-16,0 0-8 0,-17-2-5 0,17 2-12 16,-19-2-2-16,7 2-5 0,12 0-6 15,-27-2-2-15,13 4-3 0,-6-2-6 0,2 2-3 16,-2 0-1-16,1 1-5 0,0 0-1 15,0 1-2-15,2-1-4 0,-2 1 0 16,1 0-3-16,2 0-2 0,0 1-1 0,0-1 2 16,0 1-5-16,1-2 3 0,1 1-2 15,-1 0-6-15,3 0 5 0,-1 1-2 16,1 0-3-16,-2 1-2 0,1-3 1 0,-1 4-2 16,3 0 1-16,-3-1-4 15,1 1 3-15,2 0 3 0,-1 0-9 0,-1 2 0 16,1-3 3-16,1 2-3 0,0 0 2 15,-1-1 2-15,3-1-2 0,-1 2 0 0,0-2 0 16,1 2-2-16,3-1 0 0,-3 1-1 16,3-2-2-16,-2 4 0 0,3-5 3 15,-3 4-1-15,3 0-2 0,-2-1 1 0,2 1 2 16,-1-1-2-16,1 4 0 0,-1-4 2 16,1 1 0-16,0 1 2 0,1 0-2 0,-1-1 0 15,1 3 3-15,0-2 1 0,3-1-5 16,-3 1 0-16,-1 0 1 0,3-1-1 15,0-1 1-15,2 0 1 0,0 1-2 16,0 1-3-16,-1-1 4 0,1 1 0 16,1 0 2-16,-2 2 0 0,1-3-2 0,1 2-2 15,-1-2 0-15,2 4 3 0,-2-3 0 16,2 1 0-16,0 1-4 0,-2-2 3 0,3-2-1 16,1 1 0-16,-3-1-3 0,-1 3 5 15,4-1-5-15,-2-2 4 0,3 0-1 16,-3 4 1-16,2-4 1 0,1 1-1 0,-3 1 0 15,3-1 2-15,1-1 0 0,-5 2-17 16,5-1 1-16,-1 1 6 0,1-2 0 0,2 1 1 16,2 1 5-16,-3 2 5 0,1-1 2 15,2-1-1-15,-3 0 6 0,2 1 0 16,-1-3 2-16,2 2 0 0,-1-1 4 16,1-3 4-16,3 4 2 0,-2-3 1 15,3 0 4-15,-1-2 10 0,-1 1 11 0,1 1 8 16,1-3 4-16,-3-1-3 0,4 1 5 15,0-3 5-15,0 1 6 0,1 0-1 0,-2-2-9 16,4 0-8-16,0 2-3 0,-4-2 1 16,6 0-9-16,-2 0-4 0,4 0-2 15,-5 0-2-15,0 0-5 0,2-2 1 0,1-2-5 16,0 4 15-16,-1-3 11 0,2 1 6 16,0-1-6-16,0-1 0 0,-1 1-1 0,-2 1-1 15,1-4-7-15,-2 4 3 0,2-2 3 16,-4-1 7-16,3 2 0 0,-4-2-5 15,2-1 0-15,-1 3 1 0,1-4-1 16,-2 2-3-16,0-3-3 0,-1 2 0 16,5-3-3-16,-2 2-4 0,-2 0 3 0,1-3-3 15,1 2 8-15,0 0-32 0,-2-3-16 16,-1 4 0-16,-1-3 0 0,-1 1 0 0,3 1 0 16,-3-1 0-16,-2 2 0 15,-1-3 0-15,0 2 0 0,0 1 0 0,-3-4 0 16,2 1 0-16,0 0 0 0,-1 0 0 15,-3-2 0-15,3-1 0 0,-3-1 0 0,1 5 0 16,0-3 0-16,-1 0 0 0,0 0 0 16,-3-3 0-16,4 1 0 0,-2 1 0 15,-2-1 0-15,2-1 0 0,-2-4 0 0,2 2 0 16,-2-2 0-16,0 2 0 0,0 0 0 16,-2-2 0-16,0-1 0 0,0 3 0 0,0 3 0 15,0-1 0-15,2-1 0 0,-6 1 0 16,2-3 0-16,-1 3 0 0,-3-3 0 0,-3-1 0 15,-6-6 0-15,-5 1 0 0,2 2 0 16,-7 0 0-16,-3 3 0 0,-1 2 0 16,-3 3 0-16,2 2 0 0,-2 5 0 15,-3 2 0-15,2 5 0 0,-4 3 0 0,-4 4 0 16,3 1 0-16,-8 6 0 0,-1 7 0 16,1 0 0-16,3-1 0 0,6 4 0 15,1-2 0-15,10-1-403 0,1 2-351 0,5-3-219 16,2 1 77-16,3 1 103 0,4-1-694 15,6-4-934-15</inkml:trace>
  <inkml:trace contextRef="#ctx0" brushRef="#br0" timeOffset="43709.81">5781 3866 3008 0,'0'0'231'0,"0"0"-54"0,6-7 9 16,-6 7 29-16,0 0-18 0,0 0-4 0,0 0 6 0,-8-13-10 16,8 13-6-16,0 0 14 0,-9-5 7 15,9 5 1-15,-6-6-3 0,6 6-5 0,0 0-8 16,-9-5-8-16,9 5-9 0,0 0-11 15,-10-5-8-15,10 5-4 0,0 0-16 0,-11-3-7 16,11 3-5-16,-14-4-5 0,14 4-8 16,-15-4-5-16,4 3-8 0,-3 0-13 15,1-1-7-15,-1 0-8 0,-6 2-6 0,-1 0-6 16,0 0-5-16,-3 2-5 16,1-2-9-16,-4 3-2 0,0-2-2 0,0 2-1 15,2 0-6-15,-2-1-17 0,2 3-8 16,1-3 0-16,1 0 0 0,-2 2 0 0,0 0 0 15,7-1 0-15,0 1 0 0,-1-1 0 16,2-1 0-16,2 2 0 0,0-1 0 16,1-1 0-16,1 2 0 0,0 0 0 0,-1 1 0 15,1 0 0-15,0 1 0 0,0-1 0 16,1-1 0-16,0 2 0 0,0 1 0 0,0 0 0 16,-1 0 0-16,-1 1 0 0,5-1 0 15,-3 1 0-15,0 2 0 0,1-3 0 0,0 3 0 16,-1-2 0-16,3 1 0 0,-3 0 0 15,5-2 0-15,-3 3 0 0,1 0 0 16,-1-1 0-16,4 4 0 0,-3-4 0 16,2 2 0-16,-2 1 0 0,2 0 0 15,2-1 0-15,-3 2 0 0,4 1 0 0,-2-2 0 16,0 0 0-16,1-1 0 0,-1 2 0 16,3-1 0-16,-4 1 0 0,3 3 0 0,-1-4 0 15,3 2 0-15,-2-1 0 0,-1 2 0 16,3-3 0-16,-3 2 0 0,4-3 0 0,1 3 0 15,-4-3 0-15,4 3 0 0,-2 0 0 16,4-3 0-16,-4 4 0 0,4-3 0 16,-2 2 0-16,0-2 0 0,2 1 0 15,0 1 0-15,-1 1 0 0,2-4 0 16,1 4 0-16,0-1 0 0,-1 1 0 0,3 0 0 16,-3 2 0-16,8 0 0 0,-4-1 0 15,0 1 0-15,3-1 0 0,0 1 0 0,1-1 0 16,0-1 0-16,1 1 0 0,1-3 0 15,1 3 0-15,1-3 0 0,0-1 0 16,2 2 0-16,1-4 0 0,-2 0 0 0,5 1 0 16,-1-1 0-16,0-3 0 0,1 1 0 15,2-3 0-15,-1 1 0 0,-4 1 0 0,5-4 0 16,-1 1 0-16,-4-2 0 16,1 0 0-16,6-2 0 0,-3-2 0 0,5-2 0 15,10-1 0-15,-1-6 0 0,-2 3 0 16,2-3 0-16,1-2 0 0,-5 1 0 0,0-4 0 15,0-1 0-15,4 0 0 0,-6-1 0 16,1 0 0-16,-1 1 0 0,-4 0 0 16,-1 2 0-16,-2-3 0 0,-4 6 0 0,-2 0 0 15,-3 1 0-15,1-1 0 0,0-1 0 16,-4-1 0-16,2 1 0 0,-1-3 0 0,1-1 0 16,3-9 0-16,-1 1 0 0,1-7 0 15,-4 2 0-15,2-6 0 0,1-11 0 0,1 3 0 16,-5 5 0-16,-2 1 0 15,-1 4 0-15,-6 1 0 0,-2 4 0 0,0 4 0 16,-10-6 0-16,-3-1 0 0,-3 3 0 16,-4 3 0-16,-5-1 0 0,-7-2 0 0,3 7 0 15,1 2 0-15,-1 6 0 0,-2-1 0 16,1 6 0-16,1 2 0 0,4 3 0 16,-1 4 0-16,-3 0 0 0,-9 6 0 0,2 4 0 15,0 2 0-15,0 0 0 0,6 5 0 16,1-4-714-16,2 3-307 0,4-5 105 0,5-3-968 15,6-1-1308-15</inkml:trace>
  <inkml:trace contextRef="#ctx0" brushRef="#br0" timeOffset="44541.02">5034 3964 5251 0,'0'0'-237'15,"6"7"49"-15,-6-7 58 0,0 0 64 0,0 0 48 0,0 0 40 0,0 0 37 0,0 0 30 16,0 0 21-16,0 0 16 0,2 7 9 0,-2-7 11 16,0 0 21-16,0 0 6 0,0 0 6 15,0 0-15-15,0 0-6 0,0 0-12 0,0 0-3 16,-21 0-11-16,21 0 5 15,-13 2 3-15,13-2-6 0,-22-2-4 0,22 2 4 16,-25-4-3-16,9 1-12 0,-2-1-4 16,4 1-5-16,-8-6-8 0,4 3-10 15,-11-8-10-15,4 0-6 0,-2-3-10 0,4 0-8 16,0-2-54-16,-1-1-4 0,3-1 0 16,-4-4 0-16,4 4 0 0,0-4 0 0,0 1 0 15,4 1 0-15,-2-2 0 0,3-2 0 16,4 1 0-16,-4-1 0 0,5 0 0 15,-2-1 0-15,4 4 0 0,6 4 0 0,-3-2 0 16,3 1 0-16,1 1 0 16,0 3 0-16,0 1 0 0,2 2 0 0,2-3 0 0,3 1 0 15,-1 1 0-15,3-2 0 0,6 0 0 16,1-7 0-16,8 3 0 0,-4-1 0 16,3 1 0-16,2 4 0 0,0-3 0 15,-4 5 0-15,-2 5 0 0,-4 3 0 0,-1-2 0 16,-1 4 0-16,-1 1 0 0,0 0 0 15,1 0 0-15,-4 1 0 0,-7 3 0 16,18-3 0-16,-18 3 0 0,17-2 0 0,-17 2 0 16,17-2 0-16,-17 2 0 0,20 0 0 15,-20 0 0-15,18-2 0 0,-8 1 0 0,-10 1 0 16,19-1 0-16,-9 1 0 16,-10 0 0-16,15-3 0 0,-15 3 0 0,0 0 0 15,15 0 0-15,-15 0 0 0,0 0 0 16,0 0 0-16,15 0 0 0,-15 0 0 0,0 0 0 15,0 0 0-15,0 0 0 0,13 0 0 16,-13 0 0-16,0 0 0 0,0 0 0 0,0 0 0 16,12-4 0-16,-12 4 0 0,0 0 0 15,0 0 0-15,0 0-267 0,0 0-182 16,0 0-107-16,6 7-90 0,-6-7-174 0,-6 11-8 16,2-2 89-16,-1-1-583 15,-2 1-778-15</inkml:trace>
  <inkml:trace contextRef="#ctx0" brushRef="#br0" timeOffset="45073.78">4809 3014 3564 0,'0'0'-85'0,"-17"-2"29"0,17 2 45 0,-13 0 43 0,13 0 47 0,-13-3 42 0,13 3 27 16,-13-2 22-16,13 2 17 0,0 0 2 15,-14-1 2-15,14 1-3 0,0 0-6 0,-9-4-6 16,9 4-27-16,0 0-10 16,0 0-15-16,0 0-10 0,0 0-14 0,-18 0-13 15,18 0-4-15,0 0-22 0,0 0-9 16,0 0-7-16,0 0-2 0,-6 12 2 0,6-12-10 15,4 10-1-15,-4-10 2 0,12 14-6 16,-1-5-1-16,2-1 3 0,5 3 1 16,10 1 2-16,3-1-4 0,1 0-2 0,1-1 3 15,-3-2-8-15,1 4-1 0,-6-4-3 16,-4-2-4-16,-3 3-2 0,3 0 3 0,-8-2 5 16,1-1-10-16,-1 1 3 0,-1 2 0 15,-3 0 5-15,-1-1 15 0,-3 1 31 16,-1 3 21-16,-2 1 9 0,-6 4 4 15,1 4-9-15,-12 6-7 0,-3 1-6 16,-3-1-8-16,-1 0-6 0,-1-3-6 0,1-3-3 16,6-5-8-16,2-4 0 0,5-3-2 15,1-1-7-15,0-3-1 0,2-1-3 0,3 2-13 16,3-6-46-16,-9 6-79 0,9-6-81 16,-10 6-94-16,4-4-103 0,6-2-111 0,-6 5-160 15,6-5-193-15,0 0 74 0,0 0-617 16,0 0-843-16</inkml:trace>
  <inkml:trace contextRef="#ctx0" brushRef="#br0" timeOffset="47241.43">22180 4191 4051 0,'-2'4'9'0,"2"-4"27"0,-2 5 19 0,2-5 13 0,0 0 16 0,0 0 8 0,0 0 10 16,0 0 13-16,0 0 0 0,0 0-1 0,0 0-10 15,0 0-7-15,36-8-13 0,-21 3-5 16,-1 3-9-16,1 0-7 0,-3 1-11 0,-1-1-3 15,-2 0-5-15,-9 2-3 16,0 0-3-16,18 5-1 0,-16 3-1 0,-6 0 5 0,-3 4-1 16,-7 3 6-16,-9 6 13 15,0-2 16-15,-2-1 23 0,6-2 20 0,2-3 25 16,5-7 17-16,5 0 11 0,2-1-8 16,-4 1-4-16,9-6-11 0,0 0-12 0,0 0-10 15,0 0-13-15,31-17-10 0,-5 5-15 16,5-3-26-16,-1 1-62 0,-1 0-85 15,-6 5-89-15,-2 1-98 0,-8 2-131 0,1 3-136 16,-1 1-170-16,-4 2-86 0,-9 0 85 16,12 5-649-16,-12-5-815 0</inkml:trace>
  <inkml:trace contextRef="#ctx0" brushRef="#br0" timeOffset="62304.43">21008 8785 1157 0,'0'0'379'0,"0"0"-98"0,-2 8-54 0,2-8-23 0,0 0 2 0,0 0 9 0,0 0-14 0,-4 6-13 16,4-6 3-16,0 0-4 16,0 0-2-16,0 0-9 0,0 0-3 0,0 0 3 15,0 0 4-15,0 0 1 0,0 0 1 16,-3 5 4-16,3-5 5 0,0 0 5 0,0 0 12 16,0 0 3-16,0 0 6 0,0 0 1 15,0 0-1-15,0 0-7 0,0 0-11 16,0 0-22-16,0 0-16 0,0 0-13 0,0 0-7 15,0 0-5-15,0 0-10 0,0 0-8 16,0 0-10-16,-24-10-8 0,24 10-9 0,0 0-4 16,0 0-31-16,-7-7-56 0,7 7 0 15,0 0 0-15,-8-6 0 0,8 6 0 0,-4-6 0 16,4 6 0-16,0 0 0 0,-6-7 0 16,6 7 0-16,0 0 0 0,-3-6 0 0,3 6 0 15,0 0 0-15,0 0 0 16,-6-6 0-16,6 6 0 0,0 0 0 0,2-12 0 15,-2 12 0-15,0 0 0 0,4-12 0 16,-2 6 0-16,-2 6 0 0,1-11 0 0,1 6 0 16,-2 5 0-16,6-8 0 0,-6 2 0 15,0 6 0-15,5-6 0 0,-5 6 0 0,1-7 0 16,-1 7 0-16,0 0 0 0,6-9 0 16,-4 6 0-16,-2 3 0 0,7-10 0 0,-1 6 0 15,-3 1 0-15,4-2 0 0,-7 5 0 16,11-9 0-16,-6 5 0 0,3 0 0 15,0 2 0-15,-2-3 0 0,-6 5 0 16,13-5 0-16,-12 3 0 0,-1 2 0 0,11-3 0 16,-11 3 0-16,7-4 0 0,-7 4 0 15,0 0 0-15,7-4 0 0,-7 4 0 0,0 0 0 16,8-4 0-16,-8 4 0 0,0 0 0 16,0 0 0-16,0 0 0 0,0 0 0 0,17 6 0 15,-17-6 0-15,8 6 0 0,-8-6 0 16,5 5 0-16,0-2 0 0,-5-3 0 0,7 7 0 15,-3-5 0-15,0 2 0 0,-4-4 0 16,7 8 0-16,-7-8 0 0,7 5 0 16,-7-5 0-16,3 5 0 0,-3-5 0 0,6 5 0 15,-6-5 0-15,5 5 0 0,-5-5 0 16,2 5 0-16,-2-5 0 0,6 5 0 16,-6-5 0-16,2 7 0 0,-2-7 0 15,1 5 0-15,-1-5 0 0,0 9 0 0,0-9 0 16,2 7 0-16,-2-7 0 0,0 6 0 15,0-6 0-15,0 9 0 0,0-9 0 0,-2 9 0 16,2-9 0-16,0 8 0 0,0-8 0 16,-1 10 0-16,-1-6 0 0,2-4 0 0,-2 10 0 15,0-3 0-15,2-7 0 0,-4 12 0 16,3-4 0-16,-1-2 0 0,2-6 0 16,-8 13 0-16,6-3 0 0,1-4 0 15,-4 2 0-15,5-8 0 0,-6 12 0 0,3-5 0 16,1 1 0-16,-2-2 0 0,4-6 0 15,-2 11 0-15,-1-5 0 0,3-6 0 0,-7 11 0 16,3-4 0-16,4-7 0 0,-3 10 0 16,1-5 0-16,2-5 0 0,-6 10 0 0,5-4 0 15,1-6 0-15,-6 9 0 0,6-9 0 16,-6 8 0-16,6-8 0 0,-4 8 0 0,4-8 0 16,-6 7 0-16,6-7 0 0,-2 5 0 15,2-5 0-15,0 0 0 0,-3 9 0 0,3-9 0 16,-6 3 0-16,6-3 0 15,0 0 0-15,0 0 0 0,0 0 0 0,0 0 0 16,-3 7 0-16,3-7 0 0,0 0 0 16,0 0 0-16,0 0 0 0,0 0 0 0,0 0 0 15,0 0 0-15,0 0 0 0,0 0 0 16,0 0 0-16,0 0 0 0,32-14 0 0,-17 8 0 16,2 0 0-16,3 3 0 0,0-4 0 15,-1 2 0-15,0 1 0 0,-2 1 0 0,-4 0 0 16,-1 1 0-16,-1 0 0 0,0 1 0 15,-2-1 0-15,-9 2 0 0,15-2 0 0,-15 2 0 16,10-2 0-16,-10 2 0 0,0 0 0 16,13-2 0-16,-13 2 0 0,0 0 0 0,11-1 0 15,-11 1 0-15,0 0 0 0,8-3-47 16,-8 3-541-16,0 0-135 0,0 0-188 16,-16-16 84-16,7 7 90 0,0 1-745 15,-9-2-930-15</inkml:trace>
  <inkml:trace contextRef="#ctx0" brushRef="#br0" timeOffset="65436.75">2784 2506 765 0,'0'0'315'0,"0"0"-90"16,11-1-33-16,-11 1-4 0,0 0 3 0,0 0 9 0,0 0 2 0,0 0 14 15,0 0 21-15,11-2 28 0,-11 2 7 0,0 0 14 16,0 0 7-16,0 0 6 0,0 0-1 16,0 0 5-16,0 0-9 0,0 0-13 0,8-5-16 15,-8 5-23-15,0 0-25 0,0 0-21 16,0 0-21-16,0 0-10 0,-17-14-18 16,11 11-14-16,6 3-8 0,-17-7-8 0,9 3-12 15,-3 1-7-15,-3 2-12 0,3-1-10 16,-8-2-4-16,4 4-9 0,-1-1-6 0,2-1-3 15,-2 2-9-15,-1-2-6 0,0 2 1 16,0 0-7-16,1-2 0 16,2 2-1-16,-4 0 2 0,3 0-1 0,15 0 0 15,-28 0-1-15,12 2 0 0,1-2-3 0,1 2-6 16,-2 0-3-16,-2 1-4 0,3 1-14 16,-2 0-2-16,-3 2 0 0,2 0 0 15,-1 3 0-15,-3-2 0 0,4 1 0 16,-2 1 0-16,1 0 0 0,4-3 0 0,-2 2 0 15,0-2 0-15,1 1 0 0,3 1 0 16,2-2 0-16,-4 0 0 0,4 1 0 0,-3 0 0 16,1 0 0-16,1 1 0 0,1-3 0 15,-2 3 0-15,1-2 0 0,-1 2 0 16,3-4 0-16,-3 4 0 0,2-1 0 0,0-1 0 16,0 0 0-16,0 0 0 15,1 0 0-15,3-1 0 0,-1 1 0 0,-2 2 0 16,3-3 0-16,-1 2 0 0,1-2 0 15,-1 1 0-15,0 1 0 0,3 2 0 0,-3-2 0 16,1 3 0-16,-1 0 0 0,0 1 0 16,1-1 0-16,0 2 0 0,-2-2 0 15,4 2 0-15,-3 0 0 0,1 0 0 0,0 0 0 16,0 1 0-16,0-1 0 0,-1 1 0 16,2 1 0-16,-2-1 0 0,-1 3 0 0,4-2 0 15,-4-1 0-15,2 3 0 0,1-3 0 16,-1 1 0-16,1 1 0 0,0-3 0 15,0 2 0-15,-1-4 0 0,1 4 0 16,3-4 0-16,-4 5 0 0,4-6 0 16,-3 5 0-16,2-4 0 0,1 0 0 0,-1 2 0 15,2-3 0-15,0 3 0 0,0-2 0 16,0 2 0-16,0 1 0 0,2-1 0 0,0-1 0 16,2 3 0-16,-2-1 0 0,2 2 0 15,2-1 0-15,0 1 0 0,1 0 0 16,-1 1 0-16,3-1 0 0,-3-1 0 0,4 1 0 15,-2-1 0-15,1 0 0 0,1 0 0 16,0-3 0-16,1 1 0 0,-1 1 0 16,-1-2 0-16,3 1 0 0,0 1 0 0,-3-3 0 15,3 1 0-15,-3 0 0 16,3-1 0-16,0 2 0 0,-1-1 0 0,0-1 0 16,-1 0 0-16,2 2 0 0,-1-2 0 15,2 3 0-15,-1-5 0 0,1 3 0 0,2-1 0 16,-2-2 0-16,0 3 0 0,3-3 0 15,-2 2 0-15,4-1 0 0,-3-1 0 16,3 1 0-16,0-1 0 0,2 1 0 0,0 0 0 16,-4-3 0-16,1-1 0 0,1 3 0 15,-1-4 0-15,0 2 0 0,-2-2 0 0,1-2 0 16,1-1 0-16,-1 0 0 0,0-1 0 16,4 3 0-16,-3-3 0 0,4-3 0 15,3 3 0-15,-4-1 0 0,3 0 0 16,-1-1 0-16,0-2 0 0,3 1 0 15,2 0 0-15,-3-3 0 0,3 2 0 0,-5-1 0 16,4 0 0-16,-3 0 0 0,2 1 0 16,0-2 0-16,-2-1 0 0,-2 0 0 0,2 1 0 15,-2-1 0-15,-2-2 0 0,1 2 0 16,-2 0 0-16,2-3 0 0,-4 4 0 16,4-5 0-16,-1 1 0 0,0-1 0 0,1-1 0 15,-2 3 0-15,0-2 0 16,1-2 0-16,0 3 0 0,0-1 0 0,-3 3 0 0,-1 0 0 15,2-2 0-15,-4 1 0 16,3 1 0-16,-1-1 0 0,-2-1 0 0,3 0 0 16,-3 2 0-16,1 0 0 0,-4-1 0 15,3-1 0-15,-4 1 0 0,3 0 0 0,-2 0 0 16,1-4 0-16,-4 5 0 0,2-2 0 16,0-1 0-16,1-3 0 0,-3 2 0 15,2-3 0-15,-2-5 0 0,-3 6 0 0,2-1 0 16,0-3 0-16,-1 1 0 0,-1 0 0 15,0 0 0-15,-2 0 0 0,2-1 0 0,-2 4 0 16,-2-1 0-16,2-2 0 0,-2 0 0 16,0 0 0-16,2 3 0 0,-5-3 0 0,3 0 0 15,-4-2 0-15,6 2 0 0,-1 2 0 16,-3-2 0-16,-1 0 0 0,3 3 0 16,0-1 0-16,-3 1 0 0,3-3 0 15,-2 2 0-15,-1-1 0 0,1-2 0 0,-2-1 0 16,-2-1 0-16,1-1 0 0,-4-8 0 15,-3 0 0-15,1 2 0 0,-3 2 0 16,-2 0 0-16,-2-1 0 0,-5 3 0 0,-5 4 0 16,-4 4 0-16,-2 1 0 15,-5 8 0-15,-2 0 0 0,-4 8 0 0,0 2 0 0,-10 6 0 16,4 3 0-16,0-1 0 0,5 7 0 16,4 1 0-16,9-3 0 0,-3 5-639 15,10-3-399-15,11-7 113 0,3 0-976 16,3-3-1323-16</inkml:trace>
  <inkml:trace contextRef="#ctx0" brushRef="#br0" timeOffset="75917.89">1642 3942 1753 0,'0'0'246'0,"0"0"-80"0,0 0-31 0,0 0-17 0,0 0 5 0,0 0-4 0,0 0-3 16,0 0 0-16,-27-11 14 0,27 11 1 16,-16-3 1-16,5 0-3 0,11 3-8 15,-20-4-7-15,6 3-4 0,-2 1-9 16,0 0 2-16,1-2 3 0,-4 2 0 15,-1 0 2-15,-2 0 0 0,1 2-2 0,0-1-3 16,-4 3-3-16,1-3-2 0,-1 3-7 16,-2-3-4-16,0 5-9 0,-7 0-7 0,0 4-5 15,0-3-8-15,1 5-5 0,1 0-6 16,-3 3-3-16,4-1-2 0,-3 3-5 16,6 1 0-16,-3 1-6 0,2 2-1 0,4-1-4 15,-2 1-1-15,2-1-4 0,0 2 2 16,2 2-3-16,0 2-1 0,1 2-2 15,-5 7 2-15,7-3-2 0,4-2 2 0,2 5-8 16,1 1 3-16,1 0-3 16,6 0-2-16,1 0-2 0,1 0 1 0,4-5-1 15,4 2 5-15,1 1-9 0,3-2 2 16,4 1 2-16,4-3-1 0,0 1 0 0,7-4 2 16,4 4 9-16,-1-4 2 0,4-7 5 15,11 3 10-15,4-3 1 0,7-3 3 16,4-7 1-16,3-4 22 0,5-6 16 0,5-6-8 15,-1-2-7-15,3-4 2 16,-2-5-9-16,-3-6-3 0,-1-1 6 0,-4-5 6 0,-6 0 10 16,-1-9 5-16,-3 0-2 15,-7-4 9-15,-3-1 10 0,-4-1 8 0,-8-4 2 16,-7-5-9-16,-2-5-4 0,-9 0 3 16,-6-2-4-16,-7 2 0 0,-7-2-4 15,-10 2-9-15,-5-2-10 0,-15-8-11 0,3 20-7 16,-2 2-2-16,-4 7-10 0,-4 6-31 15,-6 4-8-15,2 10 0 0,-6 7 0 0,8 6 0 16,-1 6 0-16,-8 6-35 0,-2 6-72 16,3 5-49-16,3 1-45 0,8 4-55 15,0 2-60-15,5 3-58 0,4 2-63 0,2 0-73 16,9-4-116-16,2 0-169 0,4 1 86 16,4-2-539-16,6-2-709 0</inkml:trace>
  <inkml:trace contextRef="#ctx0" brushRef="#br0" timeOffset="76701.17">3392 3659 3198 0,'-29'3'-115'0,"2"2"29"0,-7 0 21 0,0 4 25 0,-3 1 25 0,1 0 27 0,2 2 23 0,0 2 18 16,-2 1 10-16,2 2 6 0,-7 7 2 0,-1 1-3 15,3 4 1-15,0 2 2 0,3 5 5 16,2 2 3-16,3 0-1 0,4 7 3 15,0 1 0-15,11 7-4 0,4-2-8 16,4 3-8-16,7 3 0 0,4-1 22 0,6 2 0 16,5-4-6-16,8-1-7 0,3-5-12 15,4-3-4-15,10-3-2 0,4-9-4 16,7-3-8-16,9-4 2 0,12-9-4 0,-1-7-16 16,10-7-17-16,2-6-21 0,6-4-16 15,15-10-20-15,-4-5-3 0,-8-6-3 0,-5-2 5 16,-8-7 6-16,-23 4 19 15,-5-2 20-15,-9-3 39 0,-4-3 32 0,-8-5 13 16,-9-7 20-16,-4-2 14 0,-9-6 6 16,-7-5 9-16,-9-5-4 0,-16-15-8 15,-9 3-11-15,-14 2-16 0,-9 13-11 0,-10 13-9 16,-3 11-11-16,5 23-12 0,-11 11-26 16,-4 12-45-16,-20 15-55 0,2 11-70 0,4 10-79 15,7 7-79-15,2 1-118 0,12 0-216 16,2 3 0-16,21-10 66 0,6-2-293 15,4 0-356-15</inkml:trace>
  <inkml:trace contextRef="#ctx0" brushRef="#br0" timeOffset="92966.68">6082 7403 3592 0,'0'0'302'0,"-11"-13"-67"0,7 9-27 0,4 4 0 0,-7-9-7 0,7 9-12 0,-7-7-14 0,7 7-19 16,-5-8-15-16,5 8-17 0,0 0-6 0,-6-5 1 15,6 5 12-15,0 0 14 0,0 0 2 16,-1 26-12-16,-3-12-18 0,4 3 0 15,0 1-11-15,-2 3-8 0,2 0-11 0,0 0-9 16,-2-1 0-16,2-2 3 0,0 3-16 16,-2-1-3-16,4-7 2 0,-2 3-7 0,0-3-3 15,0-1-6-15,0 0-4 16,0-3-9-16,0-1-1 0,0-1 0 0,0-7-13 16,-2 13-15-16,2-13-36 0,-2 9-46 15,2-5-57-15,0-4-56 0,0 0-65 0,-6 9-77 16,6-9-97-16,-6 1-118 0,6-1-190 15,0 0 15-15,0 0 75 0,0 0-552 0,0 0-662 16</inkml:trace>
  <inkml:trace contextRef="#ctx0" brushRef="#br0" timeOffset="93531.31">6580 7272 3083 0,'9'-4'-24'0,"-9"4"69"16,4-3 49-16,-4 3 42 0,0 0 24 16,4-5 18-16,-4 5 16 0,0 0 9 15,0 0 3-15,0 0-4 0,0 0-4 0,0 0-7 16,0 0-7-16,0 0-5 0,0 0 1 15,0 0-6-15,-22-7-14 0,22 7-7 0,-24 3-4 16,12 1-19-16,-2 1-9 0,-4 0-16 16,0 3-12-16,-4 1-2 0,3 1-16 15,-5 6-13-15,5-2 2 0,3-2-11 16,3-1-8-16,0 3-5 0,3-1-11 0,2-4-3 16,3 2-5-16,3-1 2 0,0-2-6 15,4 1 0-15,0-1-4 0,3 4-1 0,3-7 0 16,6 4-1-16,-1 0 2 0,0 2-8 15,4-1 4-15,2-2-5 0,8 7 7 0,-8-2 0 16,-2-4-11-16,-2 6 15 0,-1-3 25 16,-5-2 26-16,0 3 22 0,-4 1 23 15,-1 3 21-15,-4-4 15 0,-4 5 11 0,-4 1 11 16,-5 6-62-16,-5-1-107 0,0-1 0 16,-3-1 0-16,-4 1 0 0,1-6 0 0,6-3 0 15,2-5 0-15,3 1 0 0,4-5 0 16,-3 0 0-16,3-2 0 0,0-1 0 15,-2 0 0-15,11-2 0 0,-12 2 0 16,4-2 0-16,8 0 0 0,-14 3 0 0,14-3 0 16,-9 1 0-16,9-1-394 0,0 0-214 15,-16 2-145-15,16-2-106 0,-7 2 68 0,7-2-837 16,0 0-1066-16</inkml:trace>
  <inkml:trace contextRef="#ctx0" brushRef="#br0" timeOffset="95764.24">6878 7371 4165 0,'0'0'-182'0,"0"0"47"0,0 0 31 0,0 0 37 0,0 0 34 0,0 0 33 0,0 0 26 15,0 0 20-15,0 0 30 16,0 0 9-16,0 0 14 0,0 0 16 0,0 0 13 16,0 0 6-16,0 0 6 0,0 0 2 15,0 0 9-15,0 0 2 0,0 0 2 0,0 0 3 16,0 0-7-16,1-9-3 0,-1 9-7 15,0 0-14-15,0 0 4 0,0 0-27 0,0 0-2 16,0 0-9-16,0 0-12 0,-8-12-14 16,8 12 0-16,0 0-7 0,0 0-7 15,-2-10-1-15,2 10-3 0,0 0-5 0,2-8-1 16,-2 8 5-16,0 0-4 0,2-11-7 16,-2 11-2-16,6-5 2 0,-6 5-12 15,0 0-1-15,6-8-6 0,-6 8-2 16,9-4 1-16,-9 4-6 0,14 0 8 0,-14 0-1 15,18 4-8-15,-5 1-3 0,-1 0 3 16,0 4-3-16,1-1-4 0,-3 2 7 0,-1 1 3 16,-1 4 29-16,-4-1 21 0,0-2 17 15,-4 3 22-15,0 5 14 0,-6 3 12 0,-4 6 12 16,-1 2-3-16,0-1-1 0,-3-3-63 16,-1 0-73-16,-1-1 0 0,7-6 0 15,0-4 0-15,2-3 0 0,2-4 0 0,-1 1 0 16,4-3 0-16,2 2 0 15,0-9 0-15,0 11 0 0,6-5 0 0,1-3 0 0,7 0 0 16,-1 0 0-16,5-3 0 16,0 0 0-16,3 0 0 0,4-3 0 0,0 0 0 15,0 0 0-15,-3-3 0 0,3 4 0 16,-7-1 0-16,0 3 0 0,-6-2 0 0,1 0 0 16,-13 2 0-16,18-2 0 0,-9 0 0 15,-9 2 0-15,0 0 0 0,21-1 0 0,-21 1 0 16,10-3 0-16,-10 3 0 0,0 0 0 15,0 0 0-15,15 3 0 0,-15-3 0 0,0 0 0 16,0 0 0-16,0 0-130 0,0 0-506 16,0 0-114-16,0-9-124 0,0 9 69 0,0-8-894 15,0 8-1134-15</inkml:trace>
  <inkml:trace contextRef="#ctx0" brushRef="#br0" timeOffset="96198.18">7495 7278 4393 0,'-2'-8'-104'0,"2"1"74"0,-2 2 66 0,2 5 32 0,-2-10 26 0,-2 6 12 0,4 4 6 15,-6-5 11-15,6 5 7 0,0 0 10 0,-24 14-1 16,12-5-1-16,-1 1-6 0,-3 3 0 15,3 4-9-15,-1-3-16 0,3 3-4 16,0-1-10-16,3-4-13 0,2 1-1 0,5-1-10 16,-1 1-2-16,4-3-3 0,1 1-7 15,3-3-4-15,2 2-2 0,3 1-5 16,0-3 3-16,1 2 5 0,3 1 4 0,1-1 9 16,-5-2 21-16,3 0 30 0,-3 3 20 15,-2-2 32-15,-1 3 16 0,0 0 17 0,-3 1 9 16,-3 0 7-16,0 0-191 15,-4 2-28-15,0-3 0 0,-5 5 0 0,1-3 0 16,-4 3 0-16,-1-1 0 0,-3-1 0 16,1 1 0-16,0-3 0 0,0 0 0 0,0-4 0 15,1-1 0-15,1-2 0 0,1 1 0 16,0-1 0-16,1-3 0 0,2 1 0 0,7-4-80 16,-16 1-473-16,16-1-137 0,-9 0-193 15,9 0 60-15,0 0 85 0,0 0-767 0,0 0-950 16</inkml:trace>
  <inkml:trace contextRef="#ctx0" brushRef="#br0" timeOffset="103846.78">8049 7386 1885 0,'0'0'175'0,"-2"-5"51"0,2 5 13 0,0 0 19 0,-4-7 23 0,4 7 15 0,2-10 11 16,2 6-4-16,-4 4-6 0,9-13-15 0,1 8-23 15,0 0-24-15,-1 1-17 0,3-1-24 16,-1 2-13-16,1 1-22 0,1 0-16 0,0 2-21 16,-13 0-11-16,27 2-8 0,-15 2-9 15,-3 0-17-15,0 0-1 0,-1 1-9 16,0 4-3-16,-4 2-1 0,-3 0-7 15,-2 4-6-15,-3 2 0 0,-2 4 3 16,-2 0 11-16,-5 7 5 0,4-9 3 0,0 0-8 16,2-1-2-16,3-4-5 0,-1-4-3 15,3 0 7-15,0-1 19 0,4-2 8 0,4 3 6 16,-1-2-1-16,6 1-2 0,1-1-2 16,3 1-6-16,-1-1-5 0,2 0-10 0,-2 0-68 15,1 2 0-15,1 1 0 0,-3-1 0 16,-1-2 0-16,-3 5 0 0,0-1 0 0,1-1 0 15,-6 3 0-15,0-1 0 0,-2 2 0 16,-4-1 0-16,-2 1 0 0,0 0 0 0,-6 4 0 16,1-3 0-16,-2 2 0 15,-1-2 0-15,1-1 0 0,3-4 0 0,0-3 0 16,3 0 0-16,-3-2 0 0,1 1 0 16,0-2 0-16,4-2 0 0,-3 2 0 0,6-5 0 15,-11 4 0-15,5-2 0 0,6-2 0 16,-12 3-357-16,12-3-276 0,-13 3-163 0,8 0-67 15,5-3 77-15,-12 1-832 0,12-1-1056 16</inkml:trace>
  <inkml:trace contextRef="#ctx0" brushRef="#br0" timeOffset="105163.24">7704 7539 4090 0,'-10'0'-143'0,"10"0"52"0,-15-1 33 0,15 1 42 0,-11-5 53 0,11 5 46 0,-12-4 22 15,10 0 21-15,2 4 5 0,-7-6 7 16,7 6-4-16,-2-9-4 0,2 9-5 0,0-10-3 15,0 10-7-15,2-10-8 0,2 4-9 16,1 3-9-16,1-3-11 0,2 4-8 0,-2-2-10 16,-6 4-4-16,14-2-7 0,-14 2-1 15,0 0-7-15,20 6-5 0,-15-1-5 0,1 1 7 16,1 5 0-16,-6-2-5 0,1 4 5 16,0-1 9-16,0 2 1 0,-2-1 2 0,0-1 5 15,2-1 10-15,-2 2-1 0,0-1-8 16,0-2 5-16,0-3 0 0,0 4-6 15,-2 0-1-15,2-2 3 0,0 0 4 16,0 1-11-16,0 0 0 0,-2 2 2 0,4-2-3 16,0 2-1-16,0-3-1 0,-1 2-1 15,3 0-12-15,0 4 1 0,1-2 0 16,0-3 2-16,1 2 4 0,-5-1 16 0,3 1 7 16,-2 0 14-16,2-2 1 0,-4 2 4 15,0 0 7-15,0 0 1 0,-4 0-3 0,0 1-1 16,1-1-8-16,-6-1-8 0,2 1-24 15,-1-2-5-15,1 0-8 0,-5 1-29 0,5-5-13 16,-3 3-52-16,0-2-51 16,5 0-61-16,-1-1-66 0,2-2-74 0,-1 0-102 15,1 0-103-15,1 1-116 0,-4 1-148 16,7-6 61-16,-2 9 73 0,2-9-570 0,0 0-680 16</inkml:trace>
  <inkml:trace contextRef="#ctx0" brushRef="#br0" timeOffset="107462.67">8634 7409 3171 0,'0'0'-86'0,"0"0"44"0,0 0 36 0,0 0 40 0,0 0 34 0,0 0 52 0,4-6 31 0,-4 6 13 16,0 0 15-16,0 0 2 0,0 0 2 15,0 0-6-15,4-6-6 0,-4 6-9 16,0 0-11-16,0 0-2 0,0-7-13 0,0 7-2 15,0 0-3-15,0-7 0 0,0 7-2 16,0 0 0-16,0 0 1 0,2-6 2 16,-2 6-1-16,0 0-1 0,0 0-11 15,0 0-17-15,0 0-11 0,0 0-4 0,0 0 7 16,-16 20 3-16,13-3-7 0,-7 13-7 16,3 1-4-16,0 4 4 0,6 0-4 0,1-6-5 15,0-4-1-15,1 1-10 0,1-4 0 16,7 1-13-16,-2-4 1 0,0-1-7 0,-1-5-3 15,2-1 3-15,1 1-3 0,-3-6-1 16,1-1-8-16,4-3 0 0,-2-3 0 0,-9 0-6 16,21-4-3-16,-8-4-4 0,-1 1 1 15,5-7-5-15,-3-1-5 0,0-8-11 0,-1-1-5 16,-1 3-3-16,-3 3-1 16,-3 2 0-16,2 2 5 0,-4 4-2 0,2 2-9 15,-5-1-1-15,3 6 2 0,-4 3 5 16,0 0-2-16,0 0 6 0,0 0 1 0,6 23 3 15,-6-10 5-15,1 2-3 0,-1 4-2 16,2-2 4-16,3 6 2 0,-3 0-1 0,3-1-2 16,-1 1 0-16,3-1 2 0,-3 1 0 15,4-5-5-15,-2 1 3 0,0-5-3 16,-3-1-14-16,3 1-6 0,-3-3-14 16,-1-3-20-16,3 1-27 0,-1-3-31 0,-3-2-42 15,-1-4-62-15,6 4-75 0,-6-4-82 0,0 0-77 16,0 0-83-16,7-14-108 15,-5 7-64-15,0 0 54 0,0 0-559 0,2-3-674 16</inkml:trace>
  <inkml:trace contextRef="#ctx0" brushRef="#br0" timeOffset="107878.97">9063 7529 3120 0,'0'-9'-1'0,"2"2"48"0,0 2 17 0,-2 5 19 0,4-5 34 0,-4 5 53 0,0 0 52 0,0 0 30 15,3 21 6-15,1-7 2 0,-2 1-19 16,0 2-10-16,2 2-8 0,-3 0-28 0,3-2-17 16,1 3-14-16,-2-3-17 0,3 1-20 15,-1-5-6-15,-1 3-13 0,2-3-16 16,-2-3-9-16,2 2-6 0,-1-4-17 16,-3-2-17-16,4 0-15 0,-3-3-22 0,-3-3-22 15,14 2-13-15,-14-2-8 0,17-5-10 16,-5-4 1-16,-1 3-2 0,0-7 6 0,1 3 6 15,-1 2 2-15,-1-1-1 0,0 3 5 16,-3 0-2-16,0 4 3 0,-7 2 16 0,0 0 12 16,14 11 6-16,-10-2 5 0,0 5 3 15,-2 3 8-15,-1 1 4 0,-1 0 5 0,0 3 3 16,0 3 1-16,2 3-5 16,0-2-3-16,0-1-2 0,2-2 1 0,-2 0-6 15,0-3-2-15,2-2-4 0,0-1-5 16,-1-4-18-16,-1-1-25 0,2-1-29 0,0 0-47 15,-1-7-71-15,2 1-70 0,-5-4-89 16,0 0-85-16,0 0-98 0,18-11-149 0,-14 5 59 16,-2-4-522-16,2 3-605 0</inkml:trace>
  <inkml:trace contextRef="#ctx0" brushRef="#br0" timeOffset="108861.52">9602 7643 2754 0,'5'-6'-209'0,"-5"6"29"0,0 0 20 0,0 0 16 0,5-5 14 0,-5 5 15 16,0 0 6-16,0 0 25 0,0 0-3 0,0 0 8 15,0 0 10-15,0 0 17 0,0 0 18 0,0 0 15 16,0 0 3-16,8-4 17 0,-8 4 10 15,0 0 11-15,0 0 5 0,0 0 3 16,0 0 3-16,0 0 4 0,0 0 1 16,0 0-8-16,0 0 4 0,0 0-5 0,0 0 5 15,0 0-1-15,0 0 3 0,0 0 3 16,0 0 9-16,0 0 9 0,0 0 5 0,0 0 7 16,0 0 2-16,0 0 7 0,0 0-2 15,0 0 7-15,0 0 2 0,0 0 3 16,0 0 5-16,0 0 8 0,0 0 10 15,0 0 6-15,0 0 9 0,0 0-1 0,0 0-2 16,0 0 2-16,0 0-6 0,0 0 5 16,-10 19 2-16,2-10-1 0,1 1-4 0,-4-2-1 15,-2 8-3-15,4-3 0 0,2-1-3 16,1 2-7-16,0 1-5 0,2-2-2 0,2-1-5 16,2 0-4-16,2 2 0 0,4-2-8 15,0 0-6-15,3 2-8 0,2-1-7 16,2-3-5-16,-1 2-9 0,-1-1-3 0,3-3-3 15,-1 1-6-15,-1 1-1 0,-1 0-6 16,-1 1 6-16,-2-1 8 0,-1 0 13 0,-1-1 16 16,-1 1 11-16,-3-2 14 15,0 0 5-15,-2-1 10 0,0-7-14 0,-2 14 0 16,0-6 6-16,2-8-16 0,-7 11-2 16,2-5-3-16,-1-2-16 0,0 0-5 0,6-4-35 15,-15 6-31-15,5-4-38 0,2-1-48 16,8-1-53-16,-15 2-65 0,15-2-84 0,-11-2-81 15,11 2-102-15,0 0-116 0,-10-5-89 16,10 5 49-16,0-8-517 0,0 8-615 0</inkml:trace>
  <inkml:trace contextRef="#ctx0" brushRef="#br0" timeOffset="109162.43">9892 7821 3103 0,'0'0'44'0,"0"0"49"0,-21 4 37 0,21-4 36 0,-19 11 38 0,9-3 30 0,3 1 16 16,-1 1-5-16,0 2-11 0,3 2-18 0,-1-4-12 15,6 1-10-15,-2-3-18 0,4 2-32 16,4 1-13-16,-3-3-11 0,7 1-7 0,0-4-18 16,-3 0-13-16,5-1-23 0,-3 0-14 15,-9-4-14-15,23 0-6 0,-23 0 2 0,17-4-10 16,-12 0 2-16,-5 4-2 0,13-10 2 15,-12 5-5-15,-1-3-7 0,0 8 0 0,-11-20-8 16,-1 7-13-16,-1 0-23 16,-6 1-34-16,-6-3-36 0,-4 3-55 0,-1 4-72 15,3 2-83-15,5 1-91 0,-1 4-142 16,-4 2-119-16,0 1 50 0,0 0-495 0,1-1-584 16</inkml:trace>
  <inkml:trace contextRef="#ctx0" brushRef="#br0" timeOffset="110928.19">5890 7735 3237 0,'-19'1'-14'0,"-2"1"2"0,6 2 7 0,0-2 18 0,1-1 30 0,3 0 20 16,11-1 34-16,-18 3 12 0,18-3 9 0,-13 0-11 16,13 0-6-16,0 0-6 0,0 0 0 15,38-5-4-15,27-3-5 0,13-2-7 16,37-3-9-16,14-3-10 0,15-1-9 16,6-2-30-16,14 1-18 0,-3-2-10 0,7 1-5 15,49-6 0-15,-53 6 6 0,4 0-3 16,-4 2 7-16,-12 0-8 0,-9-2 1 15,-12 5 0-15,-16-2 9 0,-11 4-2 0,-32 2-1 16,-15 3 5-16,-16 0 1 0,-12 5-9 16,-8-1-8-16,-4 3 4 0,-5 0 7 0,-12 0-13 15,7 5-7-15,-7-5-38 0,0 0-34 16,-26 18-45-16,-3-9-45 0,-5 6-48 0,-20-1-76 16,3 0-139-16,-8-2-61 15,-4 1 32-15,-8-5-171 0,-3 3-143 0</inkml:trace>
  <inkml:trace contextRef="#ctx0" brushRef="#br0" timeOffset="111377.77">5967 7945 2183 0,'-59'0'176'0,"14"0"-2"0,11 0-17 0,11 2 0 16,6-4 4-16,3 2-2 0,14 0-1 16,0 0 11-16,0 0 10 0,67-20 7 15,8 6-3-15,41-8-10 0,26-2-19 0,59-10-14 16,22 1-14-16,8-1-13 0,-5 2-40 15,3-3-27-15,-6 2-27 0,-12 2-14 16,-57 12-15-16,-12-1-28 0,-18 1-35 0,-42 9-52 16,-14 1-35-16,-23 7 12 0,-21 4 14 15,-16 5 12-15,-15 0 26 0,-18 6 26 16,-31 8 19-16,-34 10 21 0,-22 4 13 0,-18 2 21 16,-63 13 19-16,-10 0 16 0,-7 6 17 15,-13-1 11-15,4 1 23 0,11-4 33 0,64-14 23 16,24-12 9-16,27-4 10 0,41-10-14 15,30-7-15-15,22-3-12 0,0-2-14 0,77-14-12 16,33-3-4-16,31-9-9 0,67-10-13 16,11 1-11-16,12-4-40 0,-4 2-28 0,-7 0-24 15,-15 3-16-15,-60 9-7 16,-16 2 3-16,-16 1-2 0,-38 9 6 0,-16 1 8 16,-20 0 12-16,-18 7 19 0,-11-1 21 15,-15 3 20-15,5 3 9 0,-52-3-2 0,-18 7-3 16,-6 0-4-16,-8 1-2 0,5-1-4 15,8-1-8-15,22 0-45 0,6 0-81 16,13 0-112-16,11 0-124 0,6-2-136 0,7 1-167 16,6-2 41-16,0 0 78 0,0 0-356 15,25 11-366-15</inkml:trace>
  <inkml:trace contextRef="#ctx0" brushRef="#br0" timeOffset="120225.9">18282 16988 933 0,'0'0'222'0,"0"0"-44"0,0 0-14 0,0 0-8 0,0 0-15 0,0 0-2 0,0 0-2 16,0 0 2-16,4-10 3 0,-4 10 1 0,0 0 0 16,0 0 2-16,0 0-6 15,0 0-4-15,0 0-10 0,0 0-10 0,0 0-1 0,0 0-9 16,0 0 1-16,-2-8-3 15,2 8-7-15,0 0 5 0,0 0 4 0,0 0 3 16,0 0 0-16,0 0-1 0,0 0-5 16,0 0-9-16,0-11-6 0,0 11-12 15,0 0-5-15,2-6-1 0,-2 6 6 0,0 0-7 16,0 0-8-16,5-9-5 0,-5 9-10 16,0 0-3-16,0 0 5 0,0 0 24 0,-5 26 0 15,3-8-1-15,0 7-8 0,2 0-4 16,-1 14 12-16,-1 0 7 0,2-3-3 15,0 1-8-15,2-2-4 0,-1-4-6 0,-1-8-8 16,0 1-1-16,0-3-4 16,2-4-2-16,0 2-3 0,-2-5-7 0,2-2-3 15,1-1 1-15,-3-1-6 0,2-2 0 16,-2 1-2-16,0-1 2 0,0-8-3 0,0 10-2 16,0-10-2-16,0 8-6 0,0-8-25 15,0 6-51-15,0-6-63 0,0 0-84 16,0 0-91-16,0 0-94 0,0 0-114 0,0 0-242 15,0 0 53-15,0 0 91 0,0 0-319 16,0 0-409-16</inkml:trace>
  <inkml:trace contextRef="#ctx0" brushRef="#br0" timeOffset="121009.97">18933 16990 2481 0,'7'-6'-27'0,"-1"0"28"0,-3 3 22 0,-3 3 20 0,2-7 17 0,-2 7 16 0,0 0 30 16,0 0 20-16,0 0 13 0,0 0-1 16,0 0-8-16,-22-3-14 0,22 3-5 15,-30 5-8-15,8-2-2 0,-1 1-4 0,-2-1-5 16,3 1-3-16,-5-1-16 0,4 0-7 16,2-1 1-16,4 0-8 0,0-2-3 0,6 1-5 15,-5 1-6-15,16-2-5 0,-18 0-3 16,18 0-4-16,-18 2-5 0,18-2-2 15,-15 0 1-15,15 0-3 0,-12 2-4 0,12-2-3 16,0 0-4-16,-15 0 2 16,15 0-5-16,0 0-2 0,-15 0 2 0,15 0 1 15,0 0-2-15,0 0-3 0,0 0-6 16,-20-2 1-16,20 2 2 0,0 0 3 0,0 0-1 16,0 0-2-16,0 0 0 0,0 0-3 15,0 0 1-15,0 0 0 0,0 0-4 16,-14 0-5-16,14 0 9 0,-6 7-3 0,6-7-3 15,-4 13 1-15,1-4 4 0,3 1-4 16,-2 2 1-16,2-1 2 0,2 1-5 0,-2 2 8 16,3 1 0-16,5 1 12 0,1-1-6 15,5-1 1-15,1-1-9 0,8 5 6 16,0-7-4-16,4 1 1 0,-2 2 2 0,0-5-1 16,-3 1 0-16,-5-2-1 15,4 3-2-15,-6-3 1 0,2 3 3 0,-5-3 26 16,-3 2 29-16,0 1 36 0,-3 1 26 15,-3-2 15-15,-1 3 5 0,-7-1 5 0,-1 1-4 16,-1 3 6-16,-2-2-5 0,-13 6-12 16,1-2-12-16,1 2-13 0,0-7 4 15,6-1-3-15,-4 0-10 0,2-3-6 0,5 1-9 16,2-3-8-16,2-2-8 16,-2 0-6-16,0 0-10 0,6 0 1 0,3-5-8 0,-13 5 0 15,13-5-7-15,-9 7-4 16,9-7-18-16,-5 5-2 0,5-5-21 0,0 0-40 15,-10 6-52-15,10-6-49 0,0 0-55 16,0 0-73-16,-6 3-64 0,6-3-67 16,0 0-93-16,0 0-208 0,0 0-33 0,0 0 88 15,0 0-430-15,0 0-555 0</inkml:trace>
  <inkml:trace contextRef="#ctx0" brushRef="#br0" timeOffset="121959.19">19544 17195 2850 0,'-1'-7'-70'0,"1"7"34"0,-2-14 27 0,2 6 18 0,0 8 14 0,3-17 19 15,-1 11 10-15,4-2 6 0,-1 2-17 0,-5 6 3 16,14-6 9-16,-6 3 1 0,-8 3 0 16,0 0 20-16,26 13 5 0,-15-3 16 15,-3 3 14-15,-2 3 16 0,-6 3 16 16,0 5 11-16,-3 9 17 0,-8 1 0 16,2 0 9-16,-5-2 3 0,1-1 3 0,2-4-4 15,-1-4-13-15,7-3-14 0,-3-7-11 16,5 1-15-16,1-4 7 0,2-1 26 0,4 1 15 15,3-3-3-15,4-2-15 0,8-2-15 16,10-1-14-16,2-2-14 0,10 0-10 16,5-2-10-16,-2-1-20 0,2-2-32 0,-4 1-45 15,-5 1-42-15,-8-3-32 0,-6 5-21 16,-3-2-16-16,-8 3-16 0,2-4-18 0,-4 3-41 16,-10 1-62-16,5-6-40 0,-5 6-42 15,0 0-50-15,0 0-57 0,0 0-122 16,0 0-117-16,-16-10 53 0,16 10-298 15,-2-14-405-15</inkml:trace>
  <inkml:trace contextRef="#ctx0" brushRef="#br0" timeOffset="122342.79">20468 17131 2503 0,'-11'-11'10'0,"4"3"30"16,-2 4 21-16,-2 2 21 0,-2 0 31 0,-2 2 21 15,-5 2 32-15,-2 0 13 0,-10 8 12 16,0 1 5-16,-2 3-14 0,14-3-13 16,2 1-13-16,5 0-11 0,3-1-3 15,7 1 2-15,3 2 4 0,3 1-8 0,9 1-6 16,10 8-16-16,3-2-10 0,2 1-10 16,10 0-9-16,-4-3-11 0,-5-1-6 15,4 0-9-15,-6 1-4 0,-1-3-8 0,-5-3-9 16,-7-1 0-16,-1-3 15 0,-7 3 35 15,1-1 36-15,-6-2 42 0,-2 2 10 16,-6 1 8-16,-4 3-3 0,-10 3-3 0,-1-2-9 16,-4 0-16-16,-7-1-14 0,2-1-14 15,-4-1-17-15,4 0-10 0,-2-3-11 0,10-3-10 16,8-2-8-16,4 0-27 0,0-4-39 16,2 2-46-16,3-1-62 0,7-3-76 15,-12 4-68-15,12-4-82 0,0 0-71 16,0 0-72-16,0 0-101 0,0 0-210 15,0 0-20-15,0 0 91 0,30-11-491 0,-16 7-665 16</inkml:trace>
  <inkml:trace contextRef="#ctx0" brushRef="#br0" timeOffset="123894.25">21122 17272 3077 0,'0'-7'-86'0,"0"7"30"0,4-16 24 0,0 8 11 0,1-3 21 0,1 3 15 0,4-2 20 15,-1 1 13-15,2 1 2 0,3 1 0 16,-1 2-7-16,3 1 1 0,-3 3 0 15,2-1-1-15,-15 2-7 0,27 5 5 16,-14-2 4-16,3 4 7 0,-3 1 7 16,-6 1 38-16,3 2 19 0,-4-1 2 0,-2 2 14 15,-4 2 7-15,-2-1 3 0,-4 5-9 16,-2 0-3-16,-1 1-3 0,-6 6-3 0,3-6-2 16,3-3-9-16,-1-5-9 0,6 1-6 15,-2-2-9-15,3-3-8 0,-1-1-6 16,0 2 0-16,2-2 10 0,2-6 23 0,-2 14 8 15,6-7-11-15,0 1-4 0,0 1-7 16,3 1-14-16,-1 2-4 0,4 0-8 0,-1 2-6 16,-2-2-7-16,3 0 0 0,-2 0 8 15,-3 1 6-15,-1-1 2 16,0 2 32-16,-1 1 3 0,-3-4 6 0,-3 1 7 16,-3 2 2-16,1-3 0 0,-5 3-3 15,-2-1-16-15,-1-3-6 0,-4 0-9 0,0-1-10 16,3-4-8-16,0 0-9 0,0-2-29 15,3-2-28-15,0 2-45 0,11-3-64 16,-22 0-73-16,22 0-70 0,-17-4-92 16,9 1-88-16,8 3-88 0,-7-7-149 0,5 1-165 15,2 6 73-15,0 0-574 0,15-16-789 0</inkml:trace>
  <inkml:trace contextRef="#ctx0" brushRef="#br0" timeOffset="124392.22">21836 17261 3706 0,'-5'-12'-24'0,"1"4"13"0,1-1-2 0,1 1 13 0,2 8 7 0,-2-5 0 15,2 5 2-15,0 0 0 0,0 0 2 0,0 0 1 16,0 0 8-16,0 0-9 16,32 22-10-16,-23-10 3 0,-1 3-2 0,-4-1 7 15,-2 3-1-15,0 3 2 0,-4-3 16 16,0 5 12-16,-4-1 17 0,0 0 14 0,3-1 3 16,-5 0-5-16,5-5-3 0,-1 2 0 15,-1-1 1-15,5-3 6 0,0-1 4 16,2 4 20-16,7-3 0 0,-2 3-3 0,6-1-10 15,1 2-7-15,7 0-5 0,-1 3-8 16,3-3-5-16,-3-1-7 0,-5-5-3 0,-3-1-8 16,-1 0-2-16,0-1-4 0,-3-1 31 15,-2 4 41-15,-5-4 41 0,-2 1 32 16,-1 3 19-16,-7 0 2 0,-2 1 7 16,-2-1-4-16,-4-1-1 0,-6 5-16 15,1-5-13-15,-2-3-17 0,1-1-16 0,4 2-14 16,-1-2-15-16,4-6-9 0,1 4-33 15,3-5-39-15,1 2-65 0,11-2-93 0,-16 5-92 16,16-5-102-16,-11 4-75 0,11-4-89 16,0 0-123-16,0 0-221 15,0 0 52-15,0 0 99 0,0 0-465 0,0 0-612 0</inkml:trace>
  <inkml:trace contextRef="#ctx0" brushRef="#br0" timeOffset="125210.71">22446 17631 3044 0,'-2'-10'-65'0,"0"2"30"0,2-1 30 0,-1 2 27 0,1 7 24 0,0-13 29 0,0 13 28 16,1-12 21-16,-1 5 15 0,0 7 9 16,2-10 9-16,-2 10 5 0,2-11 1 0,-2 11 2 15,0-8-12-15,0 8-13 0,0 0-18 16,3-7-11-16,-3 7 10 0,0 0 21 16,0 0 4-16,-8 27-7 0,4-10-2 15,0 4-3-15,2-2-1 0,2 4-4 0,-1 3-18 16,2-1-7-16,1-1-12 0,2 1-2 15,1-2-14-15,-1-4-5 0,5-2 0 16,-6 1-12-16,5-4-4 0,-5 0-5 0,3-6-2 16,0-1-3-16,4-2 4 0,-1-1-11 15,-9-4-6-15,23 1-1 0,-23-1-11 16,29-10-10-16,-15 0-9 0,9-7 0 0,2-2-14 16,-5-1 6-16,-5 2 1 0,-2 7 4 15,-3-1 0-15,-1 3-11 0,-4 2 7 16,4 0-7-16,-6 1 0 0,-3 6 9 0,0 0 26 15,0 0-1-15,6 20 1 0,-10-6 6 16,4-2 16-16,0 8 17 0,-2-1-2 16,4 7-6-16,2-1-2 0,-2-1 0 15,1 2-8-15,3 4-4 0,1-6-4 0,0-3-2 16,-2-5-7-16,1-1-1 0,0-1-20 16,-3-5-46-16,4 3-60 0,-4-4-70 0,-1-1-75 15,2-2-86-15,-4-5-95 0,7 7-156 16,-7-7-232-16,0 0 46 0,0 0 98 15,0 0-447-15,23-10-587 0</inkml:trace>
  <inkml:trace contextRef="#ctx0" brushRef="#br0" timeOffset="125658.93">23011 17759 3424 0,'-11'-4'178'0,"4"-2"12"0,7 6-4 16,0 0-4-16,-15 0 25 0,15 0 16 0,-7 12 1 0,1-7-15 16,2 5-19-16,0-2-19 0,2 5-18 0,2 0-10 15,2-1-16-15,2 0-9 16,0 3-11-16,-2-3-11 0,4 2-13 0,-1-3-2 0,1 1-9 16,-1-4-4-16,2 1-10 15,-2-5-1-15,5-2-15 0,-10-2-10 0,17-2-14 16,-17 2-9-16,24-13-7 0,-10-1-5 15,7-6-1-15,2-3-3 0,-6 1 9 16,-2 3-1-16,-1 6-3 0,-5 1 1 0,-2 1 2 16,2 5 1-16,-4-1 0 0,3 3 4 15,-8 4 44-15,0 0 35 0,0 0 4 0,11 19-8 16,-10-5-4-16,-1 3-7 0,5 4 6 16,-1 2-3-16,0 3-7 0,1 6-1 15,2 1-6-15,2-2-9 0,0 0-2 0,-2-7-5 16,1-3-9-16,-2-4-3 0,0-2-3 15,-1-3-2-15,-1 0-1 0,2-3-4 16,-5-1-4-16,1-1-25 0,-2-7-37 16,7 12-57-16,-5-7-67 0,-2-5-88 0,1 5-106 15,-1-5-110-15,0 0-151 0,0 0-239 16,0 0 89-16,-13 9 77 0,13-9-455 16,-11 5-618-16</inkml:trace>
  <inkml:trace contextRef="#ctx0" brushRef="#br0" timeOffset="126775.48">24129 17611 3175 0,'0'-9'-38'0,"0"9"19"0,0 0 20 0,-12-10 17 0,12 10 21 15,-11-5 20-15,2 4 7 0,-5-1 43 16,14 2-8-16,-27 2 10 0,11 2 9 0,-5 0 5 16,-3 4 13-16,-1 6 2 0,-4 1 8 15,2 4-5-15,2-2-8 0,4 3-8 0,3-1-10 16,6 1-6-16,6-3-5 15,0 2-5-15,8-2-3 0,4 3-4 0,8 10-5 16,2-3-6-16,7 3-5 0,12 0-10 16,-3-2-5-16,-3-5-7 0,-3 0-2 15,1-5-7-15,-4 2 3 0,-6-5 9 0,-8-3 30 16,-2-1 33-16,-4-1 44 0,1 0 15 16,-4-1 4-16,-4 1-8 0,-3 2-9 0,-5 2-6 15,-5-3-10-15,0 2-12 0,-1-5-14 16,2-1-13-16,-2 0-9 0,1-2-12 15,3-2-9-15,3-1-21 0,-3-2-41 0,14 0-51 16,-20-5-78-16,13 0-82 0,0-2-83 16,5 0-109-16,2 0-91 0,4-2-97 15,6-2-190-15,7-1-48 0,8-7 68 16,5 2-546-16,8-5-745 0</inkml:trace>
  <inkml:trace contextRef="#ctx0" brushRef="#br0" timeOffset="127108.46">24718 17741 3865 0,'-13'-1'113'0,"-3"1"31"0,-2 1 36 15,-5 7 36-15,-10 2 21 16,3 1 18-16,-1 3-2 0,3 3-10 0,3 4-15 0,4-1-17 16,6 4-17-16,7 0-18 15,5-5-15-15,6-1-15 0,9 7-11 0,11 0-12 16,13-1-16-16,10-5-8 0,1-4-13 15,-6-5-6-15,4-3-9 0,-4-4-7 16,2-4-8-16,-13 1-5 0,-1-5-4 0,-7-1-3 16,-1-2-3-16,-1-3-3 0,-5-3-4 15,-5-2-3-15,-5-5-1 0,-3-4-4 0,-5-8-5 16,-8-4 2-16,-3-9-6 0,-10 7-1 16,0 1-6-16,-3 6 0 0,0 9-5 15,-1 2-7-15,1 9-34 0,3 5-46 16,0 3-60-16,5 6-61 0,1 0-72 15,0 3-78-15,3 3-65 0,5 0-82 0,1 2-157 0,3-1-155 16,4-1 94-16,4 4-537 16,4-2-715-16</inkml:trace>
  <inkml:trace contextRef="#ctx0" brushRef="#br0" timeOffset="128095.79">26382 17720 3595 0,'3'-9'-45'0,"1"0"27"0,-2 2 25 0,3 3 21 0,-5 4 23 0,3-8 22 16,-3 8 27-16,0 0 23 0,0 0 23 0,-40 29 20 15,7 0 3-15,-1 6 3 0,-4 4 2 16,0 7 13-16,0 0 4 0,0 3 8 0,0-3-3 16,4-3-12-16,1 0-5 0,7-4-14 15,4-6-12-15,9-3-16 0,0 2-5 16,1-6-16-16,7-1-6 0,1-7-9 0,1-1-12 16,3-1-5-16,7 0-9 15,-2-2-8-15,3-2-4 0,-1-2-10 0,3-2 3 16,0-1-13-16,-3 0 6 0,3-3-9 15,-1-3-7-15,-9-1-1 0,0 0 2 0,25-6-6 16,-17-3 1-16,-1-1-6 0,-1-1-2 16,-3 1-3-16,2 0-1 0,-1 0-14 15,-2 1-3-15,-1 0 8 0,1 2-2 0,-2 7 8 16,6-11-22-16,-4 7-38 0,-2 4-49 16,1-8-57-16,-1 8-50 0,0 0-53 0,2-10-64 15,-2 10-43-15,6-2-30 0,-6 2-20 16,10-3-45-16,-1 2-70 15,9-6-118-15,6 1-15 0,15-6-409 0,-1 1-542 16</inkml:trace>
  <inkml:trace contextRef="#ctx0" brushRef="#br0" timeOffset="128327.78">26586 18134 2845 0,'7'0'-11'16,"-7"0"55"-16,0 0 50 0,0 0 46 16,0 0 44-16,-19 17 27 0,2-7 23 0,-13 4 15 15,5 3 16-15,-4-2-2 0,1 3-2 16,3-3-13-16,1 1-16 0,4 0-30 15,6-7-14-15,3 1-18 0,2 3-19 0,4-5-15 16,0 4-12-16,3-3-20 0,2-1-7 16,5 0-13-16,2 2-12 0,0-3-40 0,6-1-33 15,-1-4-32-15,3 0-28 16,3 0-26-16,-4-4-26 0,6-1-17 0,-4-1-25 16,-3 1-35-16,-1-2-24 0,1 1-39 15,-2-1-47-15,-2 0-67 0,3-2-124 16,-1-1-201-16,-4 2 54 0,5-1-346 0,-1 0-462 15</inkml:trace>
  <inkml:trace contextRef="#ctx0" brushRef="#br0" timeOffset="128527.09">27725 18395 3072 0,'0'0'472'16,"-7"-21"-9"-16,7 21-39 0,0 0-46 15,-8-8-40-15,8 8-38 0,0 0-34 16,0-9-64-16,0 9-84 0,8-5-129 0,-8 5-144 16,21-4-168-16,-4 1-210 0,2 3-237 15,-4 0 76-15,-1 2 77 0,-1-1-380 16,-13-1-472-16</inkml:trace>
  <inkml:trace contextRef="#ctx0" brushRef="#br0" timeOffset="131624.17">20563 16794 2684 0,'0'0'-68'0,"0"0"15"0,-7-13 19 0,7 13 19 0,-7-7 11 0,7 7 26 16,-11-9 8-16,0 5 9 0,4-2 6 0,-2 3 5 15,-5-1 1-15,-3-2 4 0,0 2 0 16,-3 2 14-16,-4-3 6 16,-1 2 18-16,-1 1-12 0,-1-1 5 0,-2 1 12 0,0-3-6 15,3 7-9-15,-1-4-14 16,3 1-6-16,-5-1-3 0,2 2-2 0,4 0-8 16,-3 2-4-16,-3-1-6 0,-7 2-6 15,-2 4 1-15,4-2-6 0,-3 4-3 16,1 0 15-16,0-1 5 0,2 0-10 0,1 4 7 15,3-3 4-15,5-1 2 0,2 2-5 16,2-2-6-16,0 0-1 0,2 3-9 0,0-1 0 16,2 1 0-16,-3 1-5 0,6 0 1 15,-10 7-4-15,10-2-3 0,2-5 2 0,-1 5 3 16,2-4-4-16,-1 3 1 16,-1-2-9-16,3 3 2 0,-2-3-1 15,1 1 0-15,1-3-6 0,3-1 6 0,-2 3-8 16,-2-2 2-16,2 3 3 0,2-3-2 15,-1-2-1-15,-2 1-1 0,5 2-3 0,-3-1 4 16,3-2 0-16,-4 0-4 0,4 2 4 16,-1-1-2-16,3 2-4 0,-1-1 5 0,-2 2-3 15,5 0 1-15,-6 1 0 0,3-1-2 16,3 1 1-16,-3 0 1 0,0-1 2 16,2 1-5-16,1-3 0 0,-1 1 7 0,-4 3-5 15,1-2-3-15,2 1 7 0,-1-1-4 16,2 3 3-16,0 0 11 0,2-1 8 0,0 2 1 15,0-1-4-15,-1 0 1 0,2 0 1 16,-1 2-5-16,2 0 7 0,0-2 18 16,2 2-2-16,-2-2-1 0,-1 1-3 15,4-1 0-15,1 5 0 0,-1-3 1 16,3 1-2-16,-5-1-1 0,7 2-1 0,-2-1 9 16,-3-1 4-16,11 8 1 0,-5-1 3 15,2 0 3-15,5 1-4 0,-5-2 1 0,2-1 0 16,-2-5 1-16,5 6-6 0,-2-1 1 15,-2-5 0-15,3 3 7 0,-1-5 10 16,-3-1-2-16,8 2 6 0,-4-2-1 16,-4-3 1-16,5-2 11 0,-2 1 7 15,2-4 7-15,0 2 4 0,7-2-7 0,6 0-6 16,-4-1 1-16,3-1-4 0,1 0-2 16,-6-2-1-16,1-2-9 0,1 2-5 0,2-1-3 15,-2-1-2-15,-2 0-4 0,-3 0-11 16,1-2 2-16,0 0-5 0,-3 0-3 15,3-2-4-15,2 0-4 0,0-1 2 0,-1-3 3 16,1 4 0-16,0-4 10 0,-2-1-4 16,0 0 9-16,0 0-1 0,-2-3 3 0,-2 3-2 15,0-3 0-15,-2 0-2 0,3 1 0 16,-6 0-47-16,6-2 0 0,-4-1 0 16,0-2 0-16,-3 1 0 0,1-1 0 15,-1 0 0-15,3-1 0 0,-3 1 0 16,-1 0 0-16,0-2 0 0,1 1 0 0,-1 1 0 15,-1 2 0-15,1-1 0 0,1-1 0 16,-3 3 0-16,-3-1 0 0,1-3 0 0,-2 3 0 16,-1-2 0-16,-1 1 0 0,4-1 0 15,-5-5 0-15,4-1 0 0,-2-2 0 16,3-2 0-16,-3-6 0 0,5-2 0 0,0-1 0 16,-5 0 0-16,2 1 0 0,0-1 0 15,-3 6 0-15,-1 1 0 0,-1-8 0 0,4 7 0 16,-6 1 0-16,3-1 0 0,-3 4 0 15,0-4 0-15,0 1 0 0,-1 0 0 16,1 0 0-16,0 3 0 0,-2-3 0 16,2 5 0-16,-2 2 0 0,2 0 0 15,-2 1 0-15,0-1 0 0,0 2 0 0,2-1 0 16,-3 1 0-16,1 1 0 0,-5-1 0 16,4 0 0-16,-5 2 0 0,3-4 0 0,-3 2 0 15,-4 0 0-15,1 0 0 0,-3 1 0 16,0-7 0-16,-2 3 0 0,3 5 0 0,2-1 0 15,-7 1 0-15,5 1 0 16,1 1 0-16,-1-1 0 0,0 2 0 0,0 3 0 16,-3-3 0-16,-1 4 0 0,-2-1 0 15,0 3 0-15,-4 0 0 0,-2 1 0 16,2 2 0-16,-2-1 0 0,1 2 0 0,-1 1 0 16,4 1 0-16,-2-2 0 0,1 2 0 15,-1 2 0-15,2-2 0 0,-1 0 0 0,4 0 0 16,-2 1 0-16,6 1 0 0,-6 0 0 15,5-2 0-15,2 2 0 0,-6 1 0 0,3 0 0 16,2-1 0-16,-4 2 0 0,0-1 0 16,2 1 0-16,-4-1 0 0,6 2 0 15,-6-1 0-15,6 2 0 0,-8 1 0 0,3 1 0 16,0 1 0-16,0 2 0 16,0-2 0-16,6 3 0 0,-7-2 0 0,5 0 0 0,-2 1 0 15,2 1 0-15,1-2 0 16,3-2 0-16,-3 1 0 0,3-1 0 0,0 1 0 15,1-1 0-15,-3 1 0 0,0 0 0 16,1-1 0-16,-3 4 0 0,-2-2 0 0,2 1 0 16,-1-1 0-16,3 2 0 0,-2-2 0 15,-2 2 0-15,5-2 0 0,-1 1 0 16,3-1 0-16,1 0 0 0,-2 2 0 0,0-1 0 16,0-2 0-16,2 5 0 0,2-4 0 15,-2-1 0-15,0 1 0 0,0 2 0 0,1-1 0 16,0 1 0-16,3 0 0 0,-5-1 0 15,0 6 0-15,3-5 0 0,0 6 0 0,-1-2 0 16,3 3 0-16,-2 1 0 16,3 2 0-16,3-5 0 0,-3 6 0 0,0-1 0 15,4-1 0-15,0-3 0 0,0 5 0 16,4 0 0-16,-2-1 0 0,0 0 0 0,1 0 0 16,3 2 0-16,-3-2 0 0,6 1 0 15,-4-1 0-15,3 0 0 0,-3 0 0 16,4 0 0-16,-4 0 0 0,3 0 0 0,1 6 0 15,1 1 0-15,-3-7 0 0,3-3 0 16,0-1 0-16,-3 1 0 0,2 0 0 16,2 0 0-16,-2 0 0 0,2-4 0 0,3 3 0 15,-3-3 0-15,2 1 0 0,1-1 0 16,0 1 0-16,0-3 0 0,3 1 0 16,-1-2 0-16,-4 1 0 0,-1-2 0 0,0-1 0 15,2 0 0-15,-1 2 0 0,1-3 0 16,2 1 0-16,-4-2 0 0,2 1 0 15,1 0 0-15,3 0 0 0,-1-3 0 0,-2 1 0 16,2 1 0-16,3-4 0 0,0 1 0 16,-2 0 0-16,2-2 0 0,-2 1 0 15,3 0 0-15,-2 0 0 0,4-1 0 0,-5-2 0 16,3 1 0-16,2 0 0 0,1-2 0 16,-3 0 0-16,3 0 0 0,0-2 0 15,2 0 0-15,-1 1 0 0,1-2 0 0,0 0 0 16,-4 2 0-16,-2-1 0 0,-2-2 0 15,5 1 0-15,-6 1 0 0,2 0 0 16,-1-2 0-16,-4 2 0 0,-3 0 0 0,4-2 0 16,-7 4 0-16,0-3 0 0,1 0 0 15,-8 3 0-15,15-4 0 0,-7 4 0 0,-8 0 0 16,7-2 0-16,-7 2 0 0,10-3 0 16,-10 3 0-16,10-3 0 0,-10 3 0 0,0 0 0 15,9-2 0-15,-9 2 0 0,0 0 0 16,0 0 0-16,0 0 0 0,0 0 0 15,5-5 0-15,-5 5 0 0,0 0 0 16,-18-9-693-16,18 9-333 16,-7-12 112-16,7 4-976 0,0 8-1314 0</inkml:trace>
  <inkml:trace contextRef="#ctx0" brushRef="#br0" timeOffset="133023.43">21786 16939 4818 0,'0'0'-222'0,"5"-5"64"0,-5 5 59 15,0 0 46-15,8-5 51 0,-8 5 48 0,0 0 35 16,0 0 26-16,0 0 21 0,0 0 14 0,1-7-3 16,-1 7-4-16,0 0-11 0,0 0 7 15,0 0-2-15,-11-14-3 0,8 11-7 0,3 3-1 16,-12-12-1-16,2 6-10 0,1 2-10 16,-1-1-4-16,-3-3-10 0,-5 2-13 15,4 0-7-15,-9 2-1 0,-2-3-5 0,-11 1-11 16,-2 0 1-16,0 0-8 0,-3 1-3 15,9 4 0-15,3-2 11 0,1 2 0 16,1 1 5-16,-2 1-7 0,3 2-7 16,0-2 12-16,-1 4-21 0,2-1 1 0,0 3 0 0,0-2 3 15,-6 4-10-15,6-1-1 0,3-1-12 16,-1 2-4-16,7 0 2 0,-6 2-2 16,-1 4 10-16,4-4 2 0,2 2-3 15,2 1-2-15,2-2 2 0,2 3 1 16,-3 1-2-16,4 1 12 0,-2 0 16 0,1 0 3 15,0 3-1-15,3-2-7 0,1 3 3 16,-5-2-6-16,7 3 1 0,-2-1-3 0,-2-3-2 16,6 3 2-16,-3 1 2 0,0-1 14 15,2-1-2-15,0-2-3 0,0 3-3 16,3-2-4-16,-1 3 0 0,2-5 22 16,-2 5 0-16,2-3-8 0,0 6-50 0,0-4 0 15,0-1 0-15,2-1 0 0,-2 5 0 16,3-3 0-16,1 1 0 0,0-2 0 15,0 3 0-15,2-3 0 0,1 3 0 0,-1-2 0 16,1 1 0-16,3-3 0 0,3 10 0 16,1 0 0-16,-1-3 0 0,3-1 0 0,-3 2 0 15,3 1 0-15,-4-4 0 0,3 1 0 16,-1-4 0-16,-3-5 0 0,3 1 0 0,-3-1 0 16,5-1 0-16,-1 1 0 0,0-3 0 15,2 1 0-15,2 3 0 0,6 0 0 16,-1-1 0-16,1-3 0 0,4 1 0 0,0 1 0 15,-1-3 0-15,1 2 0 16,-1-2 0-16,1-2 0 0,-6 1 0 0,-1-5 0 16,0 3 0-16,-1-3 0 0,-3 0 0 15,5 0 0-15,-5-2 0 0,0 1 0 0,2-1 0 16,-1-3 0-16,0 2 0 0,0-3 0 16,2 0 0-16,0 0 0 0,-2-4 0 0,4 0 0 15,-1-1 0-15,3 1 0 0,-2-2 0 16,1-3 0-16,6 0 0 0,-8 0 0 15,-1 1 0-15,3-2 0 0,-8 2 0 16,4-3 0-16,-1 1 0 0,-2 0 0 0,0-2 0 16,0 2 0-16,-2-2 0 0,0 0 0 15,1-2 0-15,-1 2 0 0,-1-3 0 0,-2-2 0 16,1 3 0-16,-2-1 0 0,-2 1 0 16,1-3 0-16,-1 0 0 0,-1 2 0 15,-3-1 0-15,4-4 0 0,-4 1 0 0,2-1 0 16,-1-1 0-16,-2-1 0 0,0-2 0 15,0 0 0-15,-2-1 0 0,2-1 0 16,-4-11 0-16,0-2 0 0,-4 0 0 0,0-1 0 16,-2-1 0-16,-4-7 0 0,-1 9 0 15,-3-6 0-15,-6 1 0 0,-1 1 0 0,-4 3 0 16,-4 4 0-16,-3-2 0 16,-4 8 0-16,-2-2 0 0,-3 6 0 0,0 3 0 15,-3 4 0-15,6 7 0 0,-2 5 0 16,-2 1 0-16,0 2 0 0,-2 2 0 0,4 0 0 15,2 8 0-15,0 0 0 0,4-2 0 16,2 5 0-16,3-3 0 0,6 1 0 0,2 0 0 16,0 2 0-16,4-1 0 0,4 2-227 15,-1-4-856-15,3 3 121 0,3-5-1051 16,4 2-1429-16</inkml:trace>
  <inkml:trace contextRef="#ctx0" brushRef="#br0" timeOffset="143938.09">2892 5395 1019 0,'0'0'147'0,"0"0"-43"0,4-6 10 0,-4 6-11 0,0 0-1 0,4-7 0 15,-4 7 3-15,0 0 1 0,0 0 18 0,0 0 14 16,6-7 22-16,-6 7 17 0,0 0 28 16,0 0 22-16,0 0 22 0,5-7 15 15,-5 7 11-15,0 0 4 0,0 0 4 0,0 0 6 16,0 0 6-16,0 0-13 15,0 0-13-15,0 0-8 0,0 0-14 0,0 0-13 16,0 0-2-16,0 0-15 0,0 0-10 16,0 0-24-16,-15-8-17 0,15 8-19 0,-15-4-15 15,15 4-10-15,-18-2-13 0,7 1-13 16,0-3-10-16,-3 3-8 0,1-1-9 16,-2 2-2-16,2-1-13 0,-3-1-3 0,0 0-36 15,0 2-15-15,-1-2 0 16,1 0 0-16,-2 2 0 0,0-1 0 0,1 1 0 15,-2 0 0-15,0 1 0 0,-2-1 0 16,0 2 0-16,2 0 0 0,-6 2 0 0,0-1 0 16,1 0 0-16,3 2 0 0,0-3 0 15,0 3 0-15,2 0 0 0,1-3 0 0,2 2 0 16,-2 0 0-16,3-2 0 0,-4 1 0 16,2 3 0-16,0-3 0 0,-1 2 0 15,2-1 0-15,-4 2 0 0,5-2 0 0,-4-1 0 16,4 4 0-16,-2-2 0 0,2 1 0 15,1 0 0-15,-1 2 0 0,1-1 0 0,0-1 0 16,0 2 0-16,1 2 0 0,-1-1 0 16,3 1 0-16,-2 0 0 0,1-2 0 15,1 1 0-15,1 1 0 0,-1-3 0 0,1 2 0 16,-2-1 0-16,3 2 0 16,2-3 0-16,-1 0 0 0,0 1 0 0,1 1 0 15,-3 1 0-15,3-1 0 0,1-2 0 16,-2 3 0-16,1-3 0 0,1 1 0 0,0 3 0 15,0-3 0-15,2 2 0 0,-1-3 0 16,1 3 0-16,2-1 0 0,-1 2 0 0,-2-2 0 16,3 3 0-16,0 0 0 0,1 1 0 15,-3-1 0-15,4 1 0 0,-2 0 0 16,2 1 0-16,0 1 0 0,-2-1 0 0,4-2 0 16,-2 3 0-16,2-1 0 0,-2-1 0 15,2 1 0-15,1 0 0 0,-1-2 0 16,0-2 0-16,1 2 0 0,1 0 0 15,-3-4 0-15,3 2 0 0,-2-1 0 0,2 1 0 16,-3 0 0-16,3-3 0 0,0 5 0 16,-2-2 0-16,2 0 0 0,0-1 0 15,0 1 0-15,1 0 0 0,-1 1 0 0,3-1 0 16,-2-2 0-16,2 3 0 0,1-1 0 16,-1 0 0-16,3 1 0 0,-2-3 0 0,-1 2 0 15,0-1 0-15,2-1 0 0,0 1 0 16,0-1 0-16,3 0 0 0,-4-2 0 0,3 1 0 15,3 1 0-15,-1-2 0 16,0 0 0-16,2 2 0 0,3-4 0 0,2 1 0 16,0-1 0-16,4 0 0 0,1 0 0 15,-1-4 0-15,-1 2 0 0,4 0 0 16,-2 0 0-16,2 0 0 0,-5 0 0 0,1-4 0 16,4 4 0-16,-4-2 0 0,0 0 0 15,-1 0 0-15,3-2 0 0,-1 0 0 0,-3 2 0 16,-1-2 0-16,-1 2 0 0,-2-2 0 15,2 2 0-15,-3 0 0 0,3-2 0 0,-2 2 0 16,0-3 0-16,2 2 0 0,-1-3 0 16,0 0 0-16,0-1 0 0,0 3 0 15,5-4 0-15,1-1 0 0,8-3 0 0,0 1 0 16,2 2 0-16,-3-5 0 16,-3 2 0-16,-3 3 0 0,-3 1 0 0,-6 0 0 15,2 3 0-15,-2-1 0 0,-2 1 0 16,-4 0 0-16,1-1 0 0,-1 1 0 0,-10 3 0 15,16-3 0-15,-9-1 0 0,-7 4 0 16,13-3 0-16,-13 3 0 0,9-4 0 0,-9 4 0 16,0 0 0-16,10-3 0 0,-10 3 0 15,0 0 0-15,0 0 0 0,11-4 0 0,-11 4 0 16,0 0 0-16,4-3 0 0,-4 3 0 16,0 0 0-16,0 0 0 0,-21-10-24 15,4 6-1056-15,-6-4 114 0,-7-6-1116 0,-3-3-1493 16</inkml:trace>
  <inkml:trace contextRef="#ctx0" brushRef="#br0" timeOffset="146353.69">2694 5441 5347 0,'0'0'-270'0,"-14"-3"41"0,14 3 39 0,-7-4 40 0,7 4 43 16,0 0 37-16,-11-6 30 0,11 6 7 15,0 0 4-15,-10-4 13 0,10 4-3 0,0 0 5 16,0 0 12-16,-9-3 7 0,9 3 10 16,0 0 15-16,0 0 7 0,0 0 15 0,-8-5 5 15,8 5 2-15,0 0 10 0,0 0 10 16,0 0 7-16,0 0 5 0,0 0 1 16,0 0-3-16,0 0-6 0,0 0-6 0,0 0-9 15,0 0-5-15,0 0-8 0,0 0-5 16,0 0 12-16,0 0 12 0,0 0 9 15,23 16 8-15,-8-12 5 0,3-2 6 16,2 4-19-16,1-2-10 0,2-2-6 0,-2 1-7 16,-2-1-5-16,0 0-5 0,0 2-6 15,-3-2-5-15,-2 0-1 0,-2 0-7 16,0-2-5-16,-12 0-3 0,17 4-5 0,-10-2 0 16,-7-2-2-16,15 4-3 0,-15-4 0 15,14 2-4-15,-7 3 0 0,-7-5 3 0,12 4-4 16,-6 0 11-16,-6-4 4 0,13 7-9 15,-4-2 10-15,1-1 17 0,-4-1 4 16,3 2-2-16,1 0 1 0,1-1-5 16,-3 2-1-16,1 1-5 0,1-2-5 15,-1 1-1-15,-1-1 6 0,2 3-5 0,-3-3 9 16,3 2-7-16,-2 0-2 0,1-2-8 16,0 2 0-16,-1 0-2 0,2-2 0 0,-3 2-1 15,1-1 4-15,-1 1-4 0,1 0 1 16,0 0 11-16,-1-1-5 0,-3 0 7 0,4 1-1 15,1 1-4-15,-3-2-1 0,1 0-3 16,2 1-4-16,-4 3 8 0,-1-4-9 16,3 2 1-16,-1 0-2 0,0-1 0 0,0 3-8 15,-1-3 4-15,-1 0-4 16,0-2 0-16,1 3 3 0,-1-2-3 0,1 4-4 16,-2-3 8-16,-3 1-4 0,4 0 6 15,-2 3 4-15,0-1 9 0,-2 0 7 0,0 1 1 16,0-1 0-16,0 2 0 0,0 0 1 15,3 0-2-15,-4 0-2 0,1-2 2 0,0 0 4 16,-2 1 5-16,0-1-3 0,2-2-2 16,-2 3 7-16,2-3-40 0,-2 2-5 15,0-2 0-15,2 1 0 0,0-3 0 0,-1 4 0 16,-1 0 0-16,0-3 0 16,-1 1 0-16,1 2 0 0,0 0 0 0,2-1 0 0,0-3 0 15,0-6 0-15,-1 14 0 16,-1-8 0-16,2-6 0 0,-2 8 0 0,2-8 0 15,0 0 0-15,-2 10 0 0,2-10 0 16,0 0 0-16,-2 9 0 0,2-9 0 0,0 0 0 16,0 0 0-16,-4 7 0 0,4-7 0 15,0 0 0-15,0 0 0 0,0 0 0 0,0 0 0 16,0 0 0-16,0 8 0 0,0-8 0 16,0 0 0-16,0 0 0 0,0 0 0 15,0 0 0-15,0 0 0 0,0 0 0 0,0 0 0 16,0 0 0-16,0 0 0 0,0 0 0 15,-1 7 0-15,1-7 0 0,0 0 0 16,0 0 0-16,0 0 0 0,0 0 0 16,-8 5 0-16,8-5 0 0,0 0 0 0,0 0 0 15,0 0 0-15,0 0 0 0,-10 5 0 16,10-5 0-16,-9 4 0 0,9-4 0 0,-20 5 0 16,7 0 0-16,-2 0 0 0,2 0 0 15,-3 2 0-15,1 0 0 0,1-2 0 0,2 0 0 16,2-1 0-16,-2 1 0 0,5-4 0 15,0 5 0-15,7-6 0 0,-13 3 0 0,13-3 0 16,-11 5 0-16,11-5 0 16,-9 3 0-16,9-3 0 0,0 0 0 0,0 0 0 15,-12 4 0-15,12-4 0 0,0 0 0 16,0 0 0-16,-9 5 0 0,9-5 0 0,0 0 0 16,0 0 0-16,0 0 0 0,0 0 0 15,0 0 0-15,-9 0 0 0,9 0 0 0,0 0 0 16,0 0 0-16,0 0 0 0,0 0 0 15,9-17-399-15,-4 10-348 0,1-1-198 16,2-3 64-16,2-2 105 0,-5 4-735 0,2-3-957 16</inkml:trace>
  <inkml:trace contextRef="#ctx0" brushRef="#br0" timeOffset="147937.72">3530 6327 3916 0,'7'-3'-154'0,"-7"3"33"0,11-3 31 0,-11 3 35 0,6-2 31 0,-6 2 24 0,0 0 7 0,0 0 8 16,0 0 1-16,0 0-5 0,0 0 15 16,0 0 11-16,-29 17 13 0,4 0 16 0,-13 7 7 15,-5 5 17-15,-9 2 15 0,-4 1 8 16,-12 11 11-16,-2 0 6 0,-1-3 9 16,13-6 3-16,1-3 8 0,3-2 4 15,4-2 1-15,2-3-11 0,8-2-13 16,11-5-11-16,1-3-12 0,9-4-9 0,4 1-11 15,4-5-9-15,0 0-8 0,2 0-3 16,2-4-11-16,1 1-2 0,-2 1-6 0,8-4-3 16,-8 5-8-16,8-5-3 0,-11 3-22 15,11-3-26-15,-8 4-32 0,8-4-57 0,0 0-65 16,0 0-71-16,0 0-72 0,-13-8-70 16,9 2-98-16,4 6-172 0,0-11-6 0,2 3 65 15,2-2-309-15,2 2-382 16</inkml:trace>
  <inkml:trace contextRef="#ctx0" brushRef="#br0" timeOffset="148253.53">3435 6387 2648 0,'0'0'51'0,"0"0"-3"16,0 0-1-16,0 0 23 0,0 0 35 0,-59 19 25 15,16 2 19-15,-9 4 21 0,-2 6 10 16,-16 14 5-16,0-3 2 0,1 1-6 0,16-8 3 16,-1-4-9-16,6 1-4 15,1-3-11-15,5-2-16 0,6-3-13 0,7-3-14 16,7-1-10-16,3-7-12 0,3-1-6 16,5-4-13-16,0 1-5 0,2-5-1 15,2 2-10-15,1 0-6 0,1-4-7 0,-1 4-8 16,6-6-34-16,-8 4-30 0,8-4-40 15,-6 5-51-15,6-5-59 0,0 0-88 0,-9 0-93 16,9 0-135-16,0 0-203 0,0 0 50 16,-10-9 80-16,10 9-305 0,0-8-351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23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1434 110 13089 0 0,'-36'-17'-946'0'0,"34"16"837"0"0,-2 0 119 0 0,-17-4 1110 0 0,0 0 0 0 0,0 1 0 0 0,-24-1 0 0 0,42 5-526 0 0,-5 0-196 0 0,-1 0-1 0 0,1 0 1 0 0,0-1 0 0 0,0-1 0 0 0,0 1 0 0 0,0-1 0 0 0,-11-4 0 0 0,-8-1 372 0 0,-170-18 3403 0 0,11 3-1251 0 0,158 19-2672 0 0,-1 1 0 0 0,1 1 0 0 0,0 2 1 0 0,0 1-1 0 0,-48 10 0 0 0,-11-1-3 0 0,56-6-190 0 0,0 0 0 0 0,0 3 1 0 0,0 0-1 0 0,1 2 0 0 0,1 1 0 0 0,-1 1 0 0 0,2 2 0 0 0,0 1 1 0 0,1 1-1 0 0,0 1 0 0 0,-37 32 0 0 0,54-39-41 0 0,1-1 1 0 0,-1 1-1 0 0,2 0 0 0 0,-1 1 0 0 0,2 0 0 0 0,-1 0 0 0 0,1 1 1 0 0,1 0-1 0 0,0 0 0 0 0,1 1 0 0 0,-7 25 0 0 0,10-29-12 0 0,0 1 0 0 0,1 0 0 0 0,0-1-1 0 0,1 1 1 0 0,0 0 0 0 0,0-1-1 0 0,1 1 1 0 0,1 0 0 0 0,-1-1 0 0 0,2 1-1 0 0,-1-1 1 0 0,1 0 0 0 0,1 0 0 0 0,-1 0-1 0 0,2 0 1 0 0,-1 0 0 0 0,7 8-1 0 0,2 0-3 0 0,1 0 0 0 0,1 0 0 0 0,0-2 0 0 0,1 0 0 0 0,1 0 0 0 0,0-2 0 0 0,1 0-1 0 0,1-1 1 0 0,0-1 0 0 0,34 15 0 0 0,18 3-255 0 0,125 31 1 0 0,-190-58 229 0 0,58 15-499 0 0,1-3 1 0 0,116 10-1 0 0,-137-22 285 0 0,1-2-1 0 0,0-2 1 0 0,0-1 0 0 0,86-20 0 0 0,-98 14 205 0 0,-1 0 0 0 0,-1-3 0 0 0,0 0 1 0 0,0-2-1 0 0,-2-1 0 0 0,1-1 1 0 0,48-37-1 0 0,-63 41 129 0 0,0-1-1 0 0,-1 0 1 0 0,-1-1 0 0 0,0-1 0 0 0,-1 0-1 0 0,0 0 1 0 0,-1-1 0 0 0,-1-1 0 0 0,0 0-1 0 0,-2 0 1 0 0,0-1 0 0 0,0 0-1 0 0,-2 0 1 0 0,7-34 0 0 0,-12 45-41 0 0,0-1 1 0 0,-1 0-1 0 0,0 1 1 0 0,-1-1-1 0 0,0 0 1 0 0,0 1 0 0 0,-1-1-1 0 0,0 1 1 0 0,0-1-1 0 0,0 1 1 0 0,-1 0-1 0 0,0 0 1 0 0,-1 0-1 0 0,0 0 1 0 0,0 1-1 0 0,0-1 1 0 0,0 1-1 0 0,-1 0 1 0 0,0 0-1 0 0,-1 1 1 0 0,1 0-1 0 0,-1 0 1 0 0,-7-5-1 0 0,-10-7-42 0 0,0 2 0 0 0,-1 0 0 0 0,0 2 0 0 0,-50-21-1 0 0,40 22-325 0 0,0 2 0 0 0,0 1 0 0 0,-1 2 0 0 0,0 1 0 0 0,-49-2 0 0 0,-48 8-4092 0 0,4 12-6514 0 0,108-8 6372 0 0,4 1-1915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28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818 38 11857 0 0,'0'0'-119'0'0,"-2"13"1840"0"0,-2-11-1109 0 0,0 0 1 0 0,0 0-1 0 0,0-1 1 0 0,0 1-1 0 0,0-1 0 0 0,0 0 1 0 0,-1 0-1 0 0,1 0 1 0 0,0-1-1 0 0,-1 1 1 0 0,1-1-1 0 0,-1 0 1 0 0,-4-1-1 0 0,5 1 881 0 0,-25-2 349 0 0,-9-12-1115 0 0,-1 2 1 0 0,0 1 0 0 0,-1 2-1 0 0,-71-6 1 0 0,11 15 27 0 0,91 0-680 0 0,0 0 0 0 0,0 1 1 0 0,0 1-1 0 0,1-1 0 0 0,-1 2 1 0 0,0-1-1 0 0,1 1 0 0 0,-10 4 1 0 0,1 0 109 0 0,-3 0-42 0 0,0 1 0 0 0,1 1 1 0 0,0 0-1 0 0,1 2 0 0 0,0 0 0 0 0,1 1 0 0 0,1 1 0 0 0,-1 0 0 0 0,-24 28 1 0 0,36-35-135 0 0,0 1 0 0 0,1-1 1 0 0,0 0-1 0 0,1 1 1 0 0,-1 0-1 0 0,1 0 1 0 0,0 0-1 0 0,1 0 0 0 0,0 1 1 0 0,0-1-1 0 0,1 0 1 0 0,-1 1-1 0 0,1 12 1 0 0,1-8 20 0 0,1 1 0 0 0,0-1 0 0 0,1 1 1 0 0,0-1-1 0 0,1 0 0 0 0,1 0 1 0 0,8 20-1 0 0,-1-8 12 0 0,1-1 0 0 0,1-1 0 0 0,1 0 0 0 0,1-1 1 0 0,1 0-1 0 0,1-2 0 0 0,29 27 0 0 0,-21-24-42 0 0,1-1 0 0 0,1-1 0 0 0,1-1 0 0 0,1-2 0 0 0,48 22 0 0 0,-55-30 0 0 0,0-1 0 0 0,0-1 0 0 0,1-1 0 0 0,0-1 0 0 0,0-1 0 0 0,0-1 0 0 0,1-1 0 0 0,42-2 0 0 0,29-6 0 0 0,158-17 0 0 0,-228 18 0 0 0,1 0 0 0 0,-1-2 0 0 0,-1-1 0 0 0,1 0 0 0 0,-1-2 0 0 0,-1-1 0 0 0,35-22 0 0 0,-45 24 0 0 0,-1 0 0 0 0,-1-1 0 0 0,1 0 0 0 0,-2-1 0 0 0,1 0 0 0 0,-2-1 0 0 0,1 0 0 0 0,-2 0 0 0 0,1-1 0 0 0,-2 0 0 0 0,0-1 0 0 0,0 0 0 0 0,-2 0 0 0 0,1 0 0 0 0,-2-1 0 0 0,0 1 0 0 0,-1-1 0 0 0,0 0 0 0 0,-1 0 0 0 0,-1 0 0 0 0,0-1 0 0 0,-1 1 0 0 0,-1 0 0 0 0,0 0 0 0 0,-1 0 0 0 0,-1 0 0 0 0,0 0 0 0 0,-1 0 0 0 0,-1 1 0 0 0,0-1 0 0 0,-1 1 0 0 0,0 0 0 0 0,-2 1 0 0 0,-9-15 0 0 0,8 16-3 0 0,0 2-1 0 0,-1-1 1 0 0,-1 1 0 0 0,0 1 0 0 0,0 0-1 0 0,-1 0 1 0 0,0 1 0 0 0,0 0 0 0 0,-1 1-1 0 0,0 1 1 0 0,0 0 0 0 0,0 1-1 0 0,-1 0 1 0 0,0 1 0 0 0,-23-4 0 0 0,-17 0-86 0 0,-1 1 0 0 0,-96 2 0 0 0,-9 15-3788 0 0,91-5-1461 0 0,37 2-2172 0 0,18-3 1169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29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432 6 12381 0 0,'0'0'-816'0'0,"-19"-4"-1119"0"0,4 2 1706 0 0,11 2 97 0 0,-20 2 719 0 0,1 1 0 0 0,-1 1 0 0 0,1 0 1 0 0,0 2-1 0 0,0 1 0 0 0,-23 11 0 0 0,31-10-251 0 0,1 0 0 0 0,-1 1 0 0 0,1 1-1 0 0,1 0 1 0 0,0 1 0 0 0,0 1 0 0 0,1 0-1 0 0,1 0 1 0 0,0 1 0 0 0,0 1 0 0 0,1 0-1 0 0,1 0 1 0 0,1 1 0 0 0,0 0 0 0 0,1 1 0 0 0,0-1-1 0 0,-8 32 1 0 0,14-39-257 0 0,1 0-1 0 0,0-1 1 0 0,0 1-1 0 0,1 0 1 0 0,0-1 0 0 0,0 1-1 0 0,1 0 1 0 0,-1-1-1 0 0,2 0 1 0 0,-1 1 0 0 0,1-1-1 0 0,0 0 1 0 0,1 0-1 0 0,0 0 1 0 0,0-1 0 0 0,0 0-1 0 0,1 1 1 0 0,-1-1-1 0 0,2-1 1 0 0,-1 1-1 0 0,9 6 1 0 0,1 1 1 0 0,2 0-1 0 0,0 0 1 0 0,0-2 0 0 0,1 0 0 0 0,0-1-1 0 0,34 13 1 0 0,-20-13-100 0 0,1 0 1 0 0,0-2-1 0 0,0-2 1 0 0,1 0-1 0 0,-1-3 1 0 0,64-1-1 0 0,-75-2 27 0 0,0-2 0 0 0,0-1 0 0 0,-1 0-1 0 0,1-2 1 0 0,-1 0 0 0 0,0-2 0 0 0,0 0 0 0 0,0-1 0 0 0,-1-1 0 0 0,-1-1-1 0 0,31-20 1 0 0,-41 23 49 0 0,-1 0-1 0 0,0-1 1 0 0,0 0-1 0 0,-1 0 1 0 0,0 0-1 0 0,0-1 1 0 0,-1 0-1 0 0,0 0 1 0 0,-1-1-1 0 0,0 0 0 0 0,0 0 1 0 0,-1 0-1 0 0,0 0 1 0 0,4-21-1 0 0,-7 23-7 0 0,0-1-1 0 0,0 1 0 0 0,0 0 0 0 0,-1-1 0 0 0,-1 1 1 0 0,1 0-1 0 0,-2-1 0 0 0,1 1 0 0 0,-1 0 0 0 0,0 0 1 0 0,0 0-1 0 0,-1 0 0 0 0,0 0 0 0 0,-1 1 0 0 0,0-1 1 0 0,0 1-1 0 0,0 0 0 0 0,-1 0 0 0 0,-11-12 0 0 0,2 5-38 0 0,-1 1 0 0 0,-1 0 0 0 0,0 1-1 0 0,-1 1 1 0 0,0 1 0 0 0,-1 0 0 0 0,0 1-1 0 0,-28-10 1 0 0,-17-1-2262 0 0,-76-15 0 0 0,136 34 2148 0 0,-34-6-4310 0 0,4 0-3636 0 0,29 6 3474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11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1631 84 3940 0 0,'-33'-13'8971'0'0,"30"10"-8389"0"0,1 0 0 0 0,-1 1 0 0 0,0-1-1 0 0,0 1 1 0 0,0-1 0 0 0,-1 1 0 0 0,1 0-1 0 0,0 0 1 0 0,-1 0 0 0 0,1 1 0 0 0,-1-1 0 0 0,0 1-1 0 0,1 0 1 0 0,-7-1 0 0 0,-61-5 1957 0 0,29 4-844 0 0,-18-4-118 0 0,27 4-247 0 0,-57-12 0 0 0,73 12-1194 0 0,0 2-1 0 0,-1 0 1 0 0,1 1 0 0 0,-1 1-1 0 0,1 1 1 0 0,-20 4-1 0 0,11-3-15 0 0,-223 43 504 0 0,182-29-499 0 0,0 3-1 0 0,1 3 0 0 0,2 2 0 0 0,-72 40 1 0 0,106-46-94 0 0,1 0 1 0 0,-29 26-1 0 0,32-24-7 0 0,5-2-25 0 0,1 1-1 0 0,1 0 1 0 0,1 2-1 0 0,0 0 1 0 0,-27 47-1 0 0,34-47 17 0 0,0 0 1 0 0,1 1-1 0 0,2 1 1 0 0,-8 30-1 0 0,-1 5 25 0 0,-2 9-11 0 0,3 1 1 0 0,3 1-1 0 0,-7 116 0 0 0,16-134-29 0 0,2 1 0 0 0,7 65 0 0 0,-4-103 0 0 0,1 0 0 0 0,0 0 0 0 0,2 0 0 0 0,0 0 0 0 0,0-1 0 0 0,1 0 0 0 0,1 0 0 0 0,0 0 0 0 0,1 0 0 0 0,1-1 0 0 0,0 0 0 0 0,16 18 0 0 0,-7-12 0 0 0,20 22 0 0 0,65 54 0 0 0,-87-83 0 0 0,0-1 0 0 0,1-1 0 0 0,1 0 0 0 0,-1-1 0 0 0,2-1 0 0 0,-1 0 0 0 0,1-1 0 0 0,23 5 0 0 0,47 5 0 0 0,1-4 0 0 0,95 2 0 0 0,-151-13 0 0 0,0-1 0 0 0,0-2 0 0 0,46-8 0 0 0,18-2 0 0 0,-46 7 0 0 0,4-2 0 0 0,-3-2 0 0 0,2 1 0 0 0,31-6 0 0 0,-2-4 0 0 0,0-3 0 0 0,-2-4 0 0 0,112-49 0 0 0,-169 61 0 0 0,0-1 0 0 0,0-2 0 0 0,-2 0 0 0 0,30-26 0 0 0,77-82 0 0 0,-107 101 0 0 0,-4 4 0 0 0,0 0 0 0 0,-1-2 0 0 0,-1 0 0 0 0,-1-1 0 0 0,-1 0 0 0 0,-1-1 0 0 0,18-40 0 0 0,-22 39 0 0 0,0 0 0 0 0,-2-1 0 0 0,7-36 0 0 0,-13 47 0 0 0,0 0 0 0 0,0 0 0 0 0,-1-1 0 0 0,-1 1 0 0 0,0 0 0 0 0,-1 0 0 0 0,0 1 0 0 0,-6-21 0 0 0,-7-12 0 0 0,-74-210 0 0 0,74 220 0 0 0,-2 1 0 0 0,-1 0 0 0 0,-2 1 0 0 0,-1 1 0 0 0,-26-31 0 0 0,28 43 0 0 0,-2 1 0 0 0,0 0 0 0 0,0 2 0 0 0,-2 0 0 0 0,0 2 0 0 0,-1 0 0 0 0,-1 2 0 0 0,0 1 0 0 0,-1 0 0 0 0,0 2 0 0 0,0 1 0 0 0,-1 2 0 0 0,-54-9 0 0 0,28 8 0 0 0,-1 4 0 0 0,1 1 0 0 0,-1 3 0 0 0,1 3 0 0 0,-1 1 0 0 0,-71 16 0 0 0,98-14-3826 0 0,-44 15 0 0 0,63-18 2705 0 0,1 0 0 0 0,0 0 1 0 0,0 1-1 0 0,0 0 0 0 0,0 0 0 0 0,0 1 0 0 0,1 0 0 0 0,0 0 1 0 0,0 0-1 0 0,-6 8 0 0 0,2 1-9809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13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660 106 17562 0 0,'12'-14'-2614'0'0,"-5"3"6002"0"0,-8 9-3179 0 0,0-1-1 0 0,-1 1 0 0 0,1-1 1 0 0,0 1-1 0 0,-1-1 0 0 0,1 1 0 0 0,-1 0 1 0 0,0 0-1 0 0,0 0 0 0 0,0 0 1 0 0,0 0-1 0 0,0 0 0 0 0,0 1 1 0 0,-1-1-1 0 0,1 0 0 0 0,-1 1 0 0 0,1 0 1 0 0,-1 0-1 0 0,1 0 0 0 0,-1 0 1 0 0,0 0-1 0 0,-3-1 0 0 0,-74-20-138 0 0,69 20 198 0 0,-13-3-422 0 0,0 1 0 0 0,0 1 0 0 0,-1 1-1 0 0,0 2 1 0 0,1 0 0 0 0,-1 1 0 0 0,0 2-1 0 0,-34 8 1 0 0,39-6-542 0 0,-1 1 0 0 0,1 0 0 0 0,0 2 0 0 0,1 0 0 0 0,0 2 1 0 0,0 0-1 0 0,1 1 0 0 0,1 0 0 0 0,0 2 0 0 0,-17 15 0 0 0,27-22-200 0 0,2 0 0 0 0,-1 1 0 0 0,1 0 0 0 0,0 0 0 0 0,0 0 0 0 0,0 0 0 0 0,1 1 1 0 0,-5 13-1 0 0,2 7-3607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15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1046 195 9253 0 0,'0'0'185'0'0,"-35"-24"5291"0"0,-10 11-1637 0 0,-82-14 0 0 0,48 13-1812 0 0,19 3-725 0 0,0 4 1 0 0,-106-1-1 0 0,130 8-845 0 0,0 1 0 0 0,0 2-1 0 0,1 1 1 0 0,-48 12 0 0 0,71-12-397 0 0,-1 0 0 0 0,1 0 0 0 0,0 1 0 0 0,1 1 0 0 0,-1 0 0 0 0,1 0 0 0 0,0 1 0 0 0,0 1 0 0 0,1 0 0 0 0,0 0 0 0 0,1 1 0 0 0,0 0 0 0 0,0 1 0 0 0,1 0 0 0 0,-11 15 0 0 0,11-12 28 0 0,-1 1 0 0 0,1 0 0 0 0,1 0 0 0 0,1 0 0 0 0,0 1 0 0 0,1 0 0 0 0,0 0 0 0 0,-5 31 0 0 0,8-32-69 0 0,0 1 0 0 0,1-1-1 0 0,1 1 1 0 0,0 0-1 0 0,1-1 1 0 0,1 1 0 0 0,0 0-1 0 0,1-1 1 0 0,0 0-1 0 0,8 21 1 0 0,-2-17-19 0 0,1 0 0 0 0,1-1 0 0 0,0 0 0 0 0,1-1 0 0 0,1 0 0 0 0,1-1 0 0 0,0 0 0 0 0,1-1 0 0 0,0-1 0 0 0,1 0 0 0 0,1-2 0 0 0,0 1 0 0 0,0-2 0 0 0,1 0 0 0 0,1-1 0 0 0,-1-1 0 0 0,1-1 0 0 0,1-1 0 0 0,-1 0 0 0 0,38 5 0 0 0,222 17 0 0 0,-253-27 0 0 0,0-1 0 0 0,0-1 0 0 0,0-1 0 0 0,0-1 0 0 0,0-1 0 0 0,-1-2 0 0 0,26-8 0 0 0,-24 6 0 0 0,16-4 0 0 0,83-20 0 0 0,-99 24 0 0 0,-1 0 0 0 0,0-2 0 0 0,0-2 0 0 0,37-21 0 0 0,-55 27 0 0 0,8-4 0 0 0,0 0 0 0 0,-2-1 0 0 0,1-1 0 0 0,-1 0 0 0 0,-1-1 0 0 0,0 0 0 0 0,15-22 0 0 0,-12 13 0 0 0,-1 0 0 0 0,-2-1 0 0 0,0 0 0 0 0,17-46 0 0 0,-27 61 0 0 0,-1 0 0 0 0,0-1 0 0 0,0 1 0 0 0,-1 0 0 0 0,0-1 0 0 0,-1 1 0 0 0,1-1 0 0 0,-2 1 0 0 0,1-1 0 0 0,-1 1 0 0 0,-1 0 0 0 0,1-1 0 0 0,-1 1 0 0 0,-1 0 0 0 0,0 0 0 0 0,0 0 0 0 0,0 0 0 0 0,-1 1 0 0 0,-8-13 0 0 0,-4-1-287 0 0,-1 0 1 0 0,-1 1-1 0 0,-1 1 1 0 0,0 1-1 0 0,-2 0 1 0 0,0 1-1 0 0,-1 2 1 0 0,0 0-1 0 0,-2 1 1 0 0,1 2-1 0 0,-2 0 1 0 0,-27-9-1 0 0,26 12-156 0 0,0 1 1 0 0,0 1-1 0 0,-1 1 0 0 0,0 2 0 0 0,0 0 0 0 0,-1 2 0 0 0,1 1 1 0 0,0 1-1 0 0,0 1 0 0 0,-1 2 0 0 0,-52 11 0 0 0,54-5-4857 0 0,10 1-2213 0 0,6 0-1546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17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932 21 14837 0 0,'-21'-3'-2441'0'0,"-22"6"7659"0"0,38-4-4632 0 0,-350-18 12808 0 0,317 19-13226 0 0,0 1-1 0 0,0 2 1 0 0,0 2-1 0 0,1 1 1 0 0,0 2-1 0 0,-45 16 1 0 0,73-22-168 0 0,-5 2 0 0 0,1 0 0 0 0,1 1 0 0 0,-1 1 0 0 0,-22 12 0 0 0,29-18 0 0 0,-30 35 0 0 0,29-25 0 0 0,-1 0 0 0 0,2 1 0 0 0,-1 0 0 0 0,2 0 0 0 0,-1 1 0 0 0,2 0 0 0 0,0 0 0 0 0,0 0 0 0 0,1 0 0 0 0,0 0 0 0 0,-1 14 0 0 0,4-10 0 0 0,0 0 0 0 0,0-1 0 0 0,0 0 0 0 0,0 0 0 0 0,0 3 0 0 0,0-2 0 0 0,3-2 0 0 0,13 40 0 0 0,-16-49 0 0 0,19 29 0 0 0,30 54 0 0 0,-40-76 0 0 0,24 24 0 0 0,52 20 0 0 0,-71-48 0 0 0,2-2 0 0 0,3 1 0 0 0,2 0 0 0 0,0-1 0 0 0,3-3 0 0 0,2-3 0 0 0,0 0 0 0 0,-1-3 0 0 0,74-17 0 0 0,-56 11 0 0 0,21-5 0 0 0,-21 3 0 0 0,-1-1 0 0 0,-1-3 0 0 0,61-30 0 0 0,-65 28 0 0 0,-17 7 0 0 0,-1-2 0 0 0,0 0 0 0 0,-1 0 0 0 0,0-2 0 0 0,-1 0 0 0 0,19-22 0 0 0,2 1 0 0 0,-26 24 0 0 0,1 0 0 0 0,-2-1 0 0 0,0 0 0 0 0,12-17 0 0 0,-20 24 0 0 0,-1 1 0 0 0,1-1 0 0 0,-1 0 0 0 0,0 0 0 0 0,0 0 0 0 0,0 0 0 0 0,-1 0 0 0 0,0 0 0 0 0,0 0 0 0 0,0-1 0 0 0,-1 1 0 0 0,0 0 0 0 0,0-1 0 0 0,0 1 0 0 0,0 0 0 0 0,-1 0 0 0 0,-2-8 0 0 0,2 7 0 0 0,0 1 0 0 0,-1 0 0 0 0,0 0 0 0 0,0 0 0 0 0,0 0 0 0 0,0 0 0 0 0,-1 0 0 0 0,0 1 0 0 0,0 0 0 0 0,0-1 0 0 0,-1 1 0 0 0,1 0 0 0 0,-1 0 0 0 0,0 1 0 0 0,0-1 0 0 0,0 1 0 0 0,-1 0 0 0 0,-7-5 0 0 0,-17-2-736 0 0,-1 1-1 0 0,-55-10 1 0 0,-47-12-2396 0 0,127 29-1114 0 0,2 0 3845 0 0,0 0-2191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18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35 14869 0 0,'0'0'8621'0'0,"-10"-12"-7455"0"0,-20 5-605 0 0,-1 1 0 0 0,0 2 0 0 0,-1 1 0 0 0,1 1 1 0 0,-1 2-1 0 0,-45 5 0 0 0,43 0-221 0 0,0 1-1 0 0,-1 1 1 0 0,2 2-1 0 0,0 2 1 0 0,-52 23-1 0 0,-64 46 236 0 0,138-73-524 0 0,0 0 0 0 0,0 1 0 0 0,1 0 0 0 0,0 0 1 0 0,1 1-1 0 0,0 1 0 0 0,0 0 0 0 0,1 0 0 0 0,1 0 1 0 0,-13 22-1 0 0,17-26-34 0 0,0 1-1 0 0,1-1 1 0 0,-1 1 0 0 0,1-1 0 0 0,1 1-1 0 0,-1 0 1 0 0,1-1 0 0 0,0 1 0 0 0,1 0-1 0 0,0 0 1 0 0,0 0 0 0 0,0 0 0 0 0,1 0 0 0 0,0-1-1 0 0,0 1 1 0 0,1 0 0 0 0,0 0 0 0 0,0-1-1 0 0,1 0 1 0 0,-1 1 0 0 0,7 9 0 0 0,4 3-43 0 0,0 0 0 0 0,2-2 0 0 0,0 1 0 0 0,0-2 1 0 0,2 0-1 0 0,0-1 0 0 0,1-1 0 0 0,0 0 0 0 0,1-2 1 0 0,1 0-1 0 0,0-1 0 0 0,34 14 0 0 0,-14-10-223 0 0,0-2-1 0 0,1-1 1 0 0,0-3-1 0 0,0-1 1 0 0,84 5-1 0 0,-99-12 220 0 0,-1-2 0 0 0,0 0 0 0 0,0-2 0 0 0,1-1 0 0 0,-2-1 0 0 0,1-1 0 0 0,-1-1 0 0 0,0-1 0 0 0,25-12 0 0 0,-38 14 92 0 0,1 1 1 0 0,-1-1 0 0 0,0-1-1 0 0,-1 0 1 0 0,0-1-1 0 0,0 0 1 0 0,0-1-1 0 0,-1 1 1 0 0,0-2 0 0 0,-1 1-1 0 0,0-1 1 0 0,-1-1-1 0 0,0 1 1 0 0,0-1-1 0 0,-1-1 1 0 0,0 1 0 0 0,-1-1-1 0 0,-1 0 1 0 0,6-23-1 0 0,-8 24 2 0 0,0 0-1 0 0,-1 0 0 0 0,0 0 1 0 0,-1 0-1 0 0,0 0 0 0 0,-2-14 1 0 0,1 21-49 0 0,0-1 1 0 0,0 0 0 0 0,-1 0-1 0 0,0 1 1 0 0,0-1 0 0 0,0 1-1 0 0,0-1 1 0 0,-1 1 0 0 0,1 0-1 0 0,-1 0 1 0 0,0 0 0 0 0,0 0-1 0 0,-1 1 1 0 0,1-1 0 0 0,-1 1-1 0 0,0 0 1 0 0,-4-3 0 0 0,-16-9-132 0 0,-1 2 1 0 0,0 1 0 0 0,-1 1 0 0 0,-1 1 0 0 0,1 1 0 0 0,-53-10 0 0 0,-49 1-3490 0 0,7 13-6454 0 0,106 5 5684 0 0,3 1 2302 0 0,5 1 290 0 0,-7 0-5632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34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815 75 9117 0 0,'-28'-22'318'0'0,"27"21"-17"0"0,-11-9 1251 0 0,-22-3 470 0 0,24 8-1586 0 0,0 1-1 0 0,0 1 1 0 0,0-1-1 0 0,0 2 0 0 0,-1-1 1 0 0,-12 0-1 0 0,-17 0 438 0 0,-1 1 0 0 0,1 3 0 0 0,-1 1-1 0 0,-62 11 1 0 0,77-8-691 0 0,0 2 1 0 0,1 0-1 0 0,0 1 0 0 0,0 2 0 0 0,1 1 0 0 0,0 0 1 0 0,1 2-1 0 0,-28 20 0 0 0,37-23-120 0 0,1 0 0 0 0,1 1 0 0 0,0 1 0 0 0,1 0-1 0 0,0 1 1 0 0,0 0 0 0 0,1 0 0 0 0,1 1 0 0 0,-10 20 0 0 0,16-26-45 0 0,-1 0 0 0 0,2 1 0 0 0,-1-1 0 0 0,1 1 0 0 0,0 0 0 0 0,1-1 0 0 0,0 1-1 0 0,0 0 1 0 0,1 0 0 0 0,0 0 0 0 0,0 0 0 0 0,1 0 0 0 0,1 0 0 0 0,-1-1 0 0 0,1 1 0 0 0,1 0 0 0 0,0-1 0 0 0,0 0 0 0 0,6 11 0 0 0,-2-4-22 0 0,2-1 0 0 0,0 0 0 0 0,1 0-1 0 0,1-1 1 0 0,0 0 0 0 0,0-1 0 0 0,1 0 0 0 0,1-1-1 0 0,15 11 1 0 0,-7-8-44 0 0,1-1 0 0 0,0-1 0 0 0,0-1 0 0 0,1-1 0 0 0,38 11 0 0 0,-12-9-58 0 0,0-2-1 0 0,1-2 1 0 0,0-2 0 0 0,0-3-1 0 0,76-4 1 0 0,-69-2 52 0 0,109-19 0 0 0,-149 19 129 0 0,-1-2-1 0 0,0 1 1 0 0,0-2-1 0 0,0 0 1 0 0,-1-1 0 0 0,0 0-1 0 0,0-1 1 0 0,-1-1-1 0 0,0 0 1 0 0,-1-1-1 0 0,13-12 1 0 0,-18 13 27 0 0,0 0 0 0 0,-1 0 0 0 0,0-1 1 0 0,-1 0-1 0 0,0 0 0 0 0,-1-1 0 0 0,0 0 0 0 0,0 0 1 0 0,-1 0-1 0 0,-1 0 0 0 0,0 0 0 0 0,0-1 0 0 0,-1 0 1 0 0,-1 1-1 0 0,0-1 0 0 0,0 0 0 0 0,-1 0 0 0 0,-1 0 1 0 0,0 1-1 0 0,-3-16 0 0 0,2 16-70 0 0,-1 0 1 0 0,0 0-1 0 0,-1 0 1 0 0,0 1-1 0 0,0-1 1 0 0,-1 1-1 0 0,-1 0 1 0 0,0 1-1 0 0,0-1 0 0 0,-1 1 1 0 0,0 0-1 0 0,0 1 1 0 0,-1-1-1 0 0,0 1 1 0 0,-1 1-1 0 0,0 0 1 0 0,0 0-1 0 0,0 1 0 0 0,-1 0 1 0 0,-20-9-1 0 0,0 5-303 0 0,-1 1-1 0 0,-1 1 0 0 0,0 2 1 0 0,0 1-1 0 0,-60-1 1 0 0,-164 18-4717 0 0,94 8-1225 0 0,94-6 659 0 0,35-6-84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41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88 11717 0 0,'-18'-36'6824'0'0,"17"35"-6045"0"0,-4-9 336 0 0,-2 15 2020 0 0,-5 14-2690 0 0,1 0 0 0 0,1 1 1 0 0,1 0-1 0 0,0 1 1 0 0,2 0-1 0 0,0 0 1 0 0,-5 30-1 0 0,2-11 1200 0 0,-20 49 0 0 0,17-56 651 0 0,13-33-2295 0 0,0 1 0 0 0,0-1-1 0 0,0 0 1 0 0,0 0 0 0 0,0 0 0 0 0,-1 0-1 0 0,1 0 1 0 0,0 0 0 0 0,0 0 0 0 0,0 1-1 0 0,0-1 1 0 0,0 0 0 0 0,0 0 0 0 0,-1 0-1 0 0,1 0 1 0 0,0 0 0 0 0,0 0 0 0 0,0 0-1 0 0,0 0 1 0 0,-1 0 0 0 0,1 0 0 0 0,0 0 0 0 0,0 0-1 0 0,0 0 1 0 0,0 0 0 0 0,0 0 0 0 0,-1 0-1 0 0,1 0 1 0 0,0 0 0 0 0,0 0 0 0 0,0 0-1 0 0,0 0 1 0 0,-1 0 0 0 0,1 0 0 0 0,0 0-1 0 0,0 0 1 0 0,0 0 0 0 0,0 0 0 0 0,0-1-1 0 0,-1 1 1 0 0,1 0 0 0 0,0 0 0 0 0,0 0 0 0 0,0 0-1 0 0,0 0 1 0 0,0 0 0 0 0,0-1 0 0 0,0 1-1 0 0,0 0 1 0 0,-1 0 0 0 0,1 0 0 0 0,0 0-1 0 0,0 0 1 0 0,0-1 0 0 0,0 1 0 0 0,0 0-1 0 0,0 0 1 0 0,0 0 0 0 0,0 0 0 0 0,0-1-1 0 0,0 1 1 0 0,0 0 0 0 0,-3-8-1 0 0,0 1 0 0 0,1-1 0 0 0,0 0 0 0 0,0 0 0 0 0,0 0 0 0 0,1 0 0 0 0,1 0 0 0 0,-1 0 0 0 0,1 0 0 0 0,0-1 0 0 0,3-11 0 0 0,21-104 0 0 0,-14 79 0 0 0,-8 37 0 0 0,25-97 0 0 0,-22 99 0 0 0,10 5 0 0 0,-7 5 0 0 0,1 1 0 0 0,0 0 0 0 0,-1 1 0 0 0,0 0 0 0 0,0 0 0 0 0,-1 1 0 0 0,0 0 0 0 0,10 12 0 0 0,-4-5 0 0 0,0 0 0 0 0,1-1 0 0 0,29 20 0 0 0,-27-27 0 0 0,10-8 0 0 0,-16-3 0 0 0,-1 1 0 0 0,0-1 0 0 0,0 0 0 0 0,0-1 0 0 0,-1 0 0 0 0,15-14 0 0 0,-12 11 0 0 0,-1 0 0 0 0,1 1 0 0 0,15-8 0 0 0,-11 14 0 0 0,-11 3 0 0 0,0 0 0 0 0,0 0 0 0 0,-1 1 0 0 0,1 0 0 0 0,-1 0 0 0 0,1 0 0 0 0,-1 0 0 0 0,0 0 0 0 0,0 1 0 0 0,0-1 0 0 0,0 1 0 0 0,0 0 0 0 0,0 0 0 0 0,3 6 0 0 0,1 1 0 0 0,-1 1 0 0 0,0-1 0 0 0,-1 2 0 0 0,5 13 0 0 0,7 17-729 0 0,-9-23-264 0 0,0 0 0 0 0,-1 1 1 0 0,-1 0-1 0 0,-1 0 0 0 0,-1 0 1 0 0,2 25-1 0 0,-5-42-2638 0 0,3 3 2666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42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93 15001 0 0,'-1'0'69'0'0,"0"1"1"0"0,0-1-1 0 0,0 1 0 0 0,0 0 0 0 0,0 0 0 0 0,0 0 0 0 0,0 0 0 0 0,0-1 0 0 0,1 1 1 0 0,-1 0-1 0 0,0 0 0 0 0,0 1 0 0 0,1-1 0 0 0,-1 0 0 0 0,1 0 0 0 0,-1 0 0 0 0,1 0 1 0 0,-1 0-1 0 0,1 1 0 0 0,0-1 0 0 0,0 0 0 0 0,-1 3 0 0 0,10 4 2593 0 0,16-9-1014 0 0,-17-1-1551 0 0,67-21 1199 0 0,-68 20-1108 0 0,-1 0 0 0 0,0 0 0 0 0,0 0 0 0 0,-1-1 0 0 0,1 0 0 0 0,-1 0 0 0 0,0-1 0 0 0,0 1 0 0 0,0-1 0 0 0,0 0 0 0 0,5-9 0 0 0,-2-9 446 0 0,-8 23-618 0 0,0-1 1 0 0,0 0 0 0 0,1 1 0 0 0,-1-1 0 0 0,0 1 0 0 0,0-1-1 0 0,0 0 1 0 0,0 1 0 0 0,0-1 0 0 0,0 0 0 0 0,0 1 0 0 0,-1-1-1 0 0,1 0 1 0 0,0 1 0 0 0,0-1 0 0 0,0 1 0 0 0,-1-1 0 0 0,1 0-1 0 0,0 1 1 0 0,-1-1 0 0 0,1 1 0 0 0,0-1 0 0 0,-1 1 0 0 0,1-1-1 0 0,-1 1 1 0 0,1-1 0 0 0,-1 1 0 0 0,1-1 0 0 0,-1 1 0 0 0,1 0-1 0 0,-1-1 1 0 0,1 1 0 0 0,-1 0 0 0 0,1-1 0 0 0,-1 1 0 0 0,0 0-1 0 0,1 0 1 0 0,-1 0 0 0 0,0-1 0 0 0,1 1 0 0 0,-1 0 0 0 0,0 0-1 0 0,1 0 1 0 0,-1 0 0 0 0,1 0 0 0 0,-1 0 0 0 0,0 0 0 0 0,-1 1-1 0 0,-9 1 52 0 0,-1 1 0 0 0,0 0 0 0 0,1 1 0 0 0,0 0 0 0 0,0 1 0 0 0,0 0-1 0 0,0 1 1 0 0,1 0 0 0 0,0 1 0 0 0,0 0 0 0 0,1 0 0 0 0,0 1 0 0 0,0 0 0 0 0,1 1-1 0 0,0 0 1 0 0,0 0 0 0 0,1 0 0 0 0,0 1 0 0 0,1 1 0 0 0,0-1 0 0 0,1 1-1 0 0,0 0 1 0 0,-6 18 0 0 0,11-27-43 0 0,0-1 0 0 0,0 1 1 0 0,1 0-1 0 0,-1-1 0 0 0,0 1 0 0 0,1 0 0 0 0,-1 0 0 0 0,1-1 0 0 0,-1 1 0 0 0,1-1 0 0 0,0 1 0 0 0,0 0 1 0 0,0-1-1 0 0,0 0 0 0 0,0 1 0 0 0,0-1 0 0 0,0 1 0 0 0,0-1 0 0 0,1 0 0 0 0,-1 0 0 0 0,0 0 0 0 0,1 0 1 0 0,-1 0-1 0 0,1 0 0 0 0,-1 0 0 0 0,1 0 0 0 0,-1-1 0 0 0,4 2 0 0 0,45 14 479 0 0,-36-14-337 0 0,0-1 0 0 0,0 0-1 0 0,1-1 1 0 0,-1-1 0 0 0,0-1-1 0 0,0 0 1 0 0,0 0 0 0 0,0-1-1 0 0,0-1 1 0 0,-1-1 0 0 0,23-10-1 0 0,-19 8 45 0 0,-1-2 0 0 0,0 0 0 0 0,0-1 0 0 0,-1-1 0 0 0,0 0-1 0 0,-1-1 1 0 0,0 0 0 0 0,18-22 0 0 0,-23 24-211 0 0,7 2 0 0 0,-16 8 0 0 0,1-1 0 0 0,0 1 0 0 0,0-1 0 0 0,0 1 0 0 0,-1 0 0 0 0,1-1 0 0 0,0 1 0 0 0,0 0 0 0 0,0 0 0 0 0,0 0 0 0 0,0 0 0 0 0,-1-1 0 0 0,1 1 0 0 0,0 0 0 0 0,0 0 0 0 0,0 1 0 0 0,0-1 0 0 0,0 0 0 0 0,0 0 0 0 0,0 0 0 0 0,-1 1 0 0 0,1-1 0 0 0,0 0 0 0 0,0 1 0 0 0,0-1 0 0 0,-1 0 0 0 0,1 1 0 0 0,0-1 0 0 0,0 1 0 0 0,-1 0 0 0 0,1-1 0 0 0,-1 1 0 0 0,1-1 0 0 0,0 1 0 0 0,-1 0 0 0 0,1 0 0 0 0,-1-1 0 0 0,1 1 0 0 0,0 1 0 0 0,19 19 0 0 0,-18-18 0 0 0,0-1 0 0 0,0 0 0 0 0,1 0 0 0 0,-1 0 0 0 0,0-1 0 0 0,1 1 0 0 0,0 0 0 0 0,-1-1 0 0 0,1 0 0 0 0,0 1 0 0 0,0-1 0 0 0,0 0 0 0 0,0-1 0 0 0,0 1 0 0 0,0 0 0 0 0,3-1 0 0 0,0 4 0 0 0,-4-4 0 0 0,0 1 0 0 0,0 0 0 0 0,0 0 0 0 0,0-1 0 0 0,0 1 0 0 0,0-1 0 0 0,0 0 0 0 0,1 1 0 0 0,-1-1 0 0 0,0 0 0 0 0,0 0 0 0 0,0-1 0 0 0,0 1 0 0 0,0 0 0 0 0,0-1 0 0 0,1 1 0 0 0,1-2 0 0 0,84-17 0 0 0,-35 5 0 0 0,-36 12 0 0 0,5 8 0 0 0,-16-3 0 0 0,-1 1 0 0 0,1 0 0 0 0,-1 1 0 0 0,0-1 0 0 0,0 1 0 0 0,6 6 0 0 0,-7-5 0 0 0,0-1 0 0 0,1 0 0 0 0,-1-1 0 0 0,1 1 0 0 0,1-1 0 0 0,-1 0 0 0 0,0 0 0 0 0,1-1 0 0 0,0 0 0 0 0,0 0 0 0 0,7 3 0 0 0,28-3-2276 0 0,-25-5-828 0 0,1-1-1 0 0,0 0 1 0 0,27-11 0 0 0,-22 7 1153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42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132 214 17226 0 0,'-33'-1'1576'0'0,"1"-1"-1"0"0,-35-7 4900 0 0,86 9-5410 0 0,633-58 850 0 0,-317 7-5399 0 0,-6-6-3645 0 0,-229 40 3436 0 0,-31 7-1632 0 0,1 2-3020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58:43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1 13397 0 0,'-16'8'-1168'0'0,"-3"4"12"0"0,6-1-156 0 0,1 1-340 0 0,-1-1-124 0 0,0 4-381 0 0,3-1-163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6T04:38:54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15661 0 0,'0'0'-852'0'0,"22"0"-724"0"0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6T04:38:56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5477 0 0,'2'1'17'0'0,"0"0"0"0"0,0 0 0 0 0,0 0 0 0 0,0 0 0 0 0,0 0 0 0 0,0 0 0 0 0,0 1 0 0 0,-1-1 0 0 0,1 1 0 0 0,0-1 0 0 0,-1 1 0 0 0,1 0 0 0 0,-1 0 0 0 0,0-1 0 0 0,0 1 0 0 0,0 0 0 0 0,0 0 0 0 0,0 0 0 0 0,0 0 0 0 0,0 0 0 0 0,0 1 0 0 0,-1-1 0 0 0,1 0 0 0 0,-1 0 0 0 0,0 0 0 0 0,0 1 1 0 0,0 2-1 0 0,0 10 47 0 0,0-1-1 0 0,-1 1 1 0 0,-5 19 0 0 0,1 1 16 0 0,-6 60-157 0 0,3-31-2921 0 0,5-50 1640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2:40:57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5314 2774 1151 0,'0'0'464'0,"0"-7"-80"0,0 7-47 0,0 0-36 0,0-10-7 0,0 10-8 0,0 0-14 16,0-9-13-16,0 9 9 0,0 0 9 16,0 0 0-16,0 0-8 0,0 0 6 0,-1-8-2 15,1 8-3-15,0 0-4 0,0 0-6 16,0 0-6-16,0 0-13 0,0 0-4 15,0 0-8-15,0-10-6 0,0 10-9 16,0 0-6-16,0 0-8 0,0 0-5 0,0 0-188 16,0 0-7-16,1-9 0 0,-1 9 0 15,0 0 0-15,0 0 0 0,0 0 0 0,0 0 0 16,0 0 0-16,0 0 0 0,0 0 0 16,0 0 0-16,0 0 0 0,0 0 0 15,0 0 0-15,0 0 0 0,0 0 0 0,0 0 0 16,0-9 0-16,0 9 0 0,0 0 0 15,0 0 0-15,0 0 0 0,0 0 0 0,0 0 0 16,0 0 0-16,0 0 0 0,0 0 0 16,0 0 0-16,0 0 0 0,0 0 0 15,0 0 0-15,0 0 0 0,0 0 0 16,0 0 0-16,-5 25 0 0,5-25 0 0,-2 20 0 16,0-8 0-16,0 3 0 0,2 1 0 15,0 1 0-15,0 2 0 0,0-2 0 16,0 1 0-16,2 1 0 0,0-1 0 0,0 1 0 15,2-2 0-15,-3-2 0 0,3 1 0 16,-2 1 0-16,0-5 0 0,1 0 0 0,2 0 0 16,-1-3 0-16,1 1 0 0,1-2 0 15,-1-1 0-15,-1 0 0 0,4 0 0 0,2-4 0 16,1 2 0-16,3-1 0 0,-1-3 0 16,0 3 0-16,0-2 0 0,1-2 0 15,-14 0 0-15,28-2 0 0,-14 2 0 16,-3-4 0-16,3 2 0 0,-3-1 0 15,0 0 0-15,-1-2 0 0,-1 1 0 0,0-1 0 16,2-2 0-16,-4 0 0 0,0-1 0 16,1-4 0-16,0-2 0 0,0 1 0 0,-3-4 0 15,-1 3 0-15,1-3 0 0,2 2 0 16,-2-1 0-16,-3 2 0 0,2 1 0 0,-2 3 0 16,0-2 0-16,-1 5 0 0,1-2 0 15,-2 3 0-15,2-1 0 0,0 0 0 0,-2 7 0 16,3-8 0-16,-3 8 0 15,3-4 0-15,-3 4 0 0,0 0 0 0,0 0 0 16,0 21 0-16,0-7 0 0,0 6 0 16,0 6 0-16,-3 11 0 0,6 7 0 15,-3-1 0-15,0-2 0 0,2-1 0 0,0-1 0 16,0-2 0-16,2-8 0 0,-2-4 0 16,-2-5 0-16,1-1 0 0,-1-2 0 0,2-3 0 15,-2-2 0-15,2-2 0 0,0 1 0 16,-2-3 0-16,0-1 0 0,0-7 0 0,4 12 0 15,-4-12 0-15,1 8 0 0,-1-8 0 16,0 0 0-16,2 5 0 0,-2-5 0 16,0 0 0-16,0 0 0 0,0 0 0 15,0 0 0-15,0 0 0 0,0 0 0 0,0 0 0 16,0 0-185-16,0 0-824 0,7-17 40 16,-4 12 106-16,-3 5-894 0,13-10-1187 15</inkml:trace>
  <inkml:trace contextRef="#ctx0" brushRef="#br0" timeOffset="648.04">6069 2985 4466 0,'0'0'-210'0,"-7"-8"64"0,7 8 48 0,-7-7 46 0,7 7 34 0,-2-11 19 0,2 11 23 0,-1-11 19 0,1 11 16 16,1-9 11-16,-1 9 3 0,2-10 11 15,3 4-4-15,-5 6-10 0,7-10-7 16,-3 7-7-16,-4 3-3 0,13-8-6 16,-13 8-9-16,12 0 0 0,-12 0 14 15,13 8 7-15,-6-1 25 0,2 6 18 0,-4 3 9 16,1 2 5-16,-3 3 11 0,-1-2-10 16,0 3-8-16,-2 2-4 0,0-3-7 0,0 4-13 15,0-3-6-15,0-1-7 0,0-1-6 16,2 0-6-16,3-3-3 0,-4 0 2 15,1-1-13-15,4-3-6 0,-3-3-2 0,3 2-1 16,1-4-9-16,0-2 4 16,0-1-7-16,-1 0-2 0,-6-5 3 0,11 4-3 15,-11-4-2-15,0 0 11 0,0 0 8 16,0 0 19-16,14-14 22 0,-16 6 14 0,-2-4 16 16,-4-4 10-16,-7-9 7 0,-1 0-3 15,-4-2 2-15,-5 0-6 0,2-1-1 16,0 2 1-16,1 1-5 0,1 1-9 0,-1 3-58 15,9 4-49-15,1 1 0 0,3 7 0 16,0-4 0-16,3 4 0 0,0 0 0 0,4 2 0 16,0-2 0-16,2 1 0 0,0 8 0 15,9-15 0-15,-4 9 0 0,4-2 0 0,2 4 0 16,5 0-198-16,3 0-180 0,2 3-75 16,7-1-91-16,1 2-127 0,17 2-179 15,-1-2 58-15,20 1-672 0,0 1-913 16</inkml:trace>
  <inkml:trace contextRef="#ctx0" brushRef="#br0" timeOffset="1217.71">5567 2292 3832 0,'-32'-4'-159'0,"0"1"35"0,-10 6 35 0,-4 1 45 0,-10 5 35 0,-2 4 31 0,-4 4 24 0,-4 6 6 0,-12 15 15 16,2 5 15-16,2 10 18 0,2 5 22 15,2 5 18-15,4 5 18 0,3 5 20 0,4 4 12 16,9 6 4-16,9 1 18 0,6 3 4 16,10 1-6-16,16-16-10 0,11 1-14 15,9 1-18-15,16 13-11 0,14-6-13 16,11-7-15-16,18-5-13 0,13-9-5 0,12-6-10 16,8-8-8-16,7-6-12 0,10-8-7 15,-1-8-7-15,1-9-12 0,2-5 2 16,-4-9-12-16,-4-4-10 0,-1-8 2 0,-7-9-5 15,-9-6-4-15,-7-4-9 0,-10-8 1 16,-6-3-2-16,-1-9 2 0,-2-9-1 0,-9-9 1 16,-3-7 2-16,1-6 21 0,-9-14 11 15,-4-1 1-15,-6-4 3 0,-10-7-9 0,-9-4-2 16,-14 0 7-16,-11 2 2 0,-10 3-7 16,-13 4-7-16,-18 8-6 0,-15 10-5 0,-14 8-7 15,-15 14-6-15,-16 6 1 16,-13 14-8-16,-10 9-32 0,-8 11-30 0,-1 12-52 15,1 10-48-15,3 17-53 0,8 9-62 16,4 9-71-16,12 6-71 0,10 7-82 16,13-5-111-16,12 5-213 0,12 2 65 0,16-12 85 15,4 1-437-15,9-3-571 0</inkml:trace>
  <inkml:trace contextRef="#ctx0" brushRef="#br0" timeOffset="2015.23">5349 4030 2838 0,'3'-5'-49'0,"1"-1"48"0,-1 3 42 0,-3 3 39 0,0 0 47 0,0 0 24 0,0 0 12 0,0 0 9 15,0 0 8-15,0 0 9 0,0 0 8 0,-48 20 14 16,8 11 9-16,-8 8 25 0,-24 15 9 16,-7 4-4-16,-3 8-8 0,-1 4 8 15,-7 5 1-15,1 0-8 0,-3 1-2 0,-3 3-4 16,-1-6 2-16,3-2-7 0,5 0-9 16,10-5-13-16,6-4-18 0,3-8-15 0,22-13-18 15,3-2-132-15,6-5-27 0,11-10 0 16,0-5 0-16,7-1 0 0,4-4 0 0,5-5 0 15,1 1 0-15,2-5 0 0,1 2 0 16,0-4 0-16,7-3 0 0,-11 9 0 16,8-6 0-16,3-3 0 0,-8 7 0 0,8-7 0 15,-5 5 0-15,5-5 0 16,0 0 0-16,-6 5 0 0,6-5 0 0,0 0-36 16,0 0-533-16,0 0-167 0,0 0-183 15,0 0 66-15,0 0 90 0,0 0-705 0,0 0-915 16</inkml:trace>
  <inkml:trace contextRef="#ctx0" brushRef="#br0" timeOffset="3215.23">2757 5678 3693 0,'0'-10'-150'0,"2"5"61"0,-2-4 57 0,0 9 42 0,2-13 44 0,-2 4 35 0,0 1 41 0,0 0 18 0,2-1 19 15,-2 9 22-15,2-12 13 0,-1 5 11 16,-1 7 3-16,0-9-4 0,0 9-15 15,0-8-7-15,0 8-16 0,0 0-17 16,0-11-13-16,0 11-26 0,0 0-16 16,0 0-10-16,0 0-4 0,0 0 39 0,-3 50-4 15,-1-15-10-15,0 2-10 0,4 2-10 16,-3 3 5-16,3-1-11 0,3 0-8 0,-3 0-7 16,4-5 2-16,3 2-6 0,-3-6-10 15,3-5-7-15,-2-8 3 0,1-1-7 16,-3-4-4-16,1-5 2 0,0 4-1 0,-1-5 6 15,1 1 13-15,1-2 4 0,2-3-3 16,-7-4-5-16,0 0-4 0,29-9-10 0,-14-2 1 16,0-2-9-16,6-7-25 15,0-3-12-15,-2-2 0 0,0-3 0 0,0 0 0 16,2-1 0-16,-6 2 0 0,-1 1 0 16,-3 7 0-16,-4 6 0 0,2 1 0 0,-4 3 0 15,-3 1 0-15,2 1 0 0,-4 7 0 16,0 0 0-16,0 0 0 0,0 0 0 0,0 0 0 15,0 36 0-15,-4-14 0 16,-1 12 0-16,-2 6 0 0,0 1 0 0,1-1 0 16,3 1 0-16,-1 1 0 0,2-2 0 15,0-4 0-15,2-7 0 0,-2-6 0 0,2-3 0 16,0-2 0-16,0-2 0 0,0-3 0 16,0 0 0-16,-1-3 0 0,1-1 0 15,-3-1 0-15,6-2 0 0,-3-6 0 0,0 11 0 16,0-11 0-16,0 0 0 0,-3 9 0 15,3-9 0-15,0 0 0 0,0 0 0 16,0 0 0-16,0 0-93 0,0 0-408 0,0 0-131 16,0 0-171-16,-2-28-74 0,2 22 97 15,2-2-752-15,1-1-977 0</inkml:trace>
  <inkml:trace contextRef="#ctx0" brushRef="#br0" timeOffset="3648.05">3557 5695 4483 0,'0'-6'50'0,"0"6"40"0,0 0 28 0,4-11 17 0,-4 11 13 0,0 0 6 0,0 0-3 15,0 0 18-15,0 0 11 0,-15 25-1 16,3-10 5-16,-3 13-2 0,-6 1 0 0,-4 7-1 15,1 3-6-15,-3 0-8 16,1 4-23-16,-1-1-11 0,5-1-11 0,8-10-15 0,0 0-8 16,3-2-8-16,3-7-7 15,3-3-5-15,2-6-4 0,1-1-11 0,2-1-1 16,2-3-6-16,3-3-4 0,0 1-4 16,-5-6-6-16,19 1-43 0,-4-2 0 0,0-5 0 15,6 1 0-15,-1-5 0 0,-4-2 0 16,8-5 0-16,-7 2 0 0,-6 3 0 15,0 0 0-15,0 1 0 0,-8 3 0 0,3-2 0 16,-3-1 0-16,-3 3 0 0,0 0 0 16,-3-1 0-16,-3 2 0 0,1 0 0 0,-6 3 0 15,0 0 0-15,-3 2 0 0,2-1 0 16,-3 3 0-16,-1 0-26 0,1 3-294 16,-2-1-75-16,4 2-88 0,-1 2-90 0,3-6-118 15,5 2-130-15,6-2 73 0,-19 0-658 16,19 0-858-16</inkml:trace>
  <inkml:trace contextRef="#ctx0" brushRef="#br0" timeOffset="4164.5">3132 5286 3613 0,'-30'-15'-134'0,"-1"3"26"0,-5 1 26 0,-2 5 32 0,-4-1 36 0,0 5 28 0,-4 6 13 0,-7 4 19 16,-6 9 4-16,4 5 17 0,-1 12 17 0,-10 22 14 16,1 8 19-16,4 9 18 0,6 5 10 15,1 11 10-15,4 4 7 0,1 8 19 16,8 1-6-16,6 3 0 0,13 2-4 0,10-1 0 15,8-2-8-15,13-7-1 0,14-8-11 16,11-6-14-16,7-6 2 0,10-9-9 0,13-6 1 16,11-9 15-16,13-8-24 15,7-11-6-15,6-11-11 0,10-8-9 0,3-14-24 16,0-9-4-16,-1-11-8 0,1-5-2 16,1-5-8-16,-5-9 3 0,1-5-9 0,-14-7-5 15,-10-8 3-15,-8-3 21 0,-11-8 31 16,-9-5 17-16,-7-5 12 0,-10-8 5 15,-14-4 2-15,-8-5-3 0,-13 0-10 0,-14-4-101 16,-13-1-16-16,-16 1 0 0,-14 4 0 16,-18 11 0-16,-7 6 0 0,-6 11 0 0,-7 10 0 15,-7 9 0-15,2 17 0 16,-7 10 0-16,22 15 0 0,-6 10-175 0,-13 16-74 16,2 10-52-16,7 5-56 0,4 10-70 0,14 3-70 15,18-7-105-15,2-2-201 0,9 1 59 16,5-3 86-16,5-4-491 0,8-4-616 15</inkml:trace>
  <inkml:trace contextRef="#ctx0" brushRef="#br0" timeOffset="4964.49">5349 4284 3182 0,'-2'-13'-8'0,"0"1"34"0,-2 3 42 0,4 1 29 0,-2-1 37 15,1 2 31-15,1 7 20 0,-6-13 11 0,4 7 0 16,2 6-11-16,-2-10-17 0,2 10-22 16,-3-6-13-16,3 6-18 0,0 0-13 15,0 0-11-15,0 0-8 0,0 0-7 0,22 23-9 16,-1 5-4-16,15 10 1 0,7 5-8 16,25 13 1-16,13 6 0 0,12 4-6 0,18 1-5 15,42 21 15-15,8-7 13 0,9 1 15 16,2-1 11-16,-1-6 23 0,-1-2-2 15,-46-18 4-15,-4-1 6 0,-4-4 3 16,-11-3 8-16,-10 0-10 0,-9-6-7 0,-27-11-7 16,-7 1-12-16,-9-8-9 0,-14-5 1 15,-2-1 15-15,-8-2 23 0,-6-7 24 0,-1 1 19 16,-3-2-153-16,-1-2-26 0,-3-2 0 16,-5-3 0-16,10 3 0 0,-10-3 0 15,0 0 0-15,0 0 0 0,6 4 0 0,-6-4 0 16,0 0 0-16,0 0 0 0,0 0 0 15,0 0 0-15,0 0 0 0,0 0 0 0,0 0 0 16,0 0-701-16,-7-21-297 0,-2 17 99 16,2-2 95-16,-2 0-825 0,-5-1-1067 15</inkml:trace>
  <inkml:trace contextRef="#ctx0" brushRef="#br0" timeOffset="5981.04">7502 5859 4130 0,'0'0'-160'0,"-15"-2"67"0,15 2 66 0,0 0 58 0,-19 3 54 0,19-3 39 16,-18 4 31-16,11-1 28 0,7-3 14 0,-17 7 7 16,11-3 6-16,6-4 7 0,-13 5 4 15,7-2 10-15,6-3 16 0,0 0 9 0,-5 7-3 16,5-7-8-16,0 0-19 0,0 0-22 16,0 0-23-16,45-5-17 0,-24 3-16 0,2-3-14 15,1-2-15-15,12-1-7 0,-12 2-16 16,-3 5-10-16,-4-4-74 0,-4 5-12 15,0 0 0-15,-13 0 0 0,23 5 0 16,-12 0 0-16,-6 3 0 0,1 6 0 0,-6 2 0 16,1 9 0-16,-2 11 0 0,-5 5 0 15,-2 1 0-15,-3 8 0 0,1-1 0 16,-2-1 0-16,1 0 0 0,4-9 0 0,0 2 0 16,-4-4 0-16,2-3 0 0,2-1 0 15,0-8 0-15,5-4 0 0,-3-6 0 0,1 1 0 16,2-4 0-16,0-2 0 0,1 0 0 15,-1-3 0-15,2-7 0 0,0 12 0 0,0-6 0 16,0-6 0-16,0 0 0 0,0 0 0 16,0 0 0-16,0 0 0 0,15-20-441 0,-7 9-405 15,3-7-91-15,2 1 94 16,4-5-900-16,3-4-1174 0</inkml:trace>
  <inkml:trace contextRef="#ctx0" brushRef="#br0" timeOffset="6364.29">7872 6036 4884 0,'-10'-10'58'16,"7"-1"54"-16,-1 3 28 0,4-2 27 0,2 2 30 0,3-3 9 0,-1 3 0 0,5-1-9 0,3 3-19 0,3 0-15 15,-3 3 0-15,3 2-11 16,-15 1-9-16,32 6-3 0,-12 3-2 0,-4 3 4 15,-2 2-2-15,1 11 4 0,-7 0 8 16,-2 0 9-16,-4 1 11 0,-2 0-136 0,-6 10-36 16,1-2 0-16,-6 0 0 0,2-2 0 15,4-7 0-15,-4-4 0 0,6-5 0 0,-1 0 0 16,-2-2 0-16,4-5 0 0,2 2 0 16,0-5 0-16,2 4 0 0,4-5 0 0,1 0 0 15,2-1 0-15,-9-4 0 0,25 3 0 16,-13-5 0-16,6 1 0 0,0-3 0 0,2 1 0 15,0-2 0-15,3-3 0 16,0 2 0-16,0-3 0 0,-4 1 0 0,0 1 0 16,-1-4 0-16,-5 2 0 0,-2-1-425 15,-1 0-327-15,-3 1-133 0,-3 1 23 0,-2-1 97 16,-4 0-766-16,-3 2-976 0</inkml:trace>
  <inkml:trace contextRef="#ctx0" brushRef="#br0" timeOffset="6781.16">7787 5627 3955 0,'-27'-9'-13'16,"0"1"37"-16,-7 1 12 0,3 6 19 0,1 1 26 16,-13 3 23-16,-7 10 18 0,-2 8 9 15,0 6 18-15,-2 10 9 0,-10 15 4 16,-1 11 11-16,2 5 22 0,2 6 15 0,6 7 24 15,10 6 24-15,11 1 6 0,9 5-13 16,11-2 1-16,12-17-19 0,12 1-18 0,12 12-10 16,12-5-22-16,14-7-18 0,8-7-10 15,10-9-17-15,13-6-42 0,12-10-96 0,6-5 0 16,8-11 0-16,7-8 0 16,9-9 0-16,-1-12 0 0,2-9 0 0,-6-7 0 0,-4-5 0 15,-1-6 0-15,-13-6 0 16,-8-3 0-16,-11-3 0 0,-13-11 0 0,-7-4 0 15,-3-7 0-15,-13-9 0 0,-2-3 0 16,-9-10 0-16,-8 0 0 0,-14 10 0 0,-8-7 0 16,-11-17 0-16,-12 3 0 0,-14 3 0 15,-14 9 0-15,-16 11 0 0,-9 13 0 0,-10 17 0 16,-11 15 0-16,-9 16 0 0,11 14 0 16,-22 11 0-16,2 12-20 0,0 8-376 15,0 6-140-15,11 6-199 0,3-1-162 16,8 4 88-16,3-5-823 0,23-16-1070 15</inkml:trace>
  <inkml:trace contextRef="#ctx0" brushRef="#br0" timeOffset="7614.73">2723 7013 4169 0,'7'-4'-163'0,"-7"4"57"0,10-3 40 0,-10 3 34 0,0 0 36 0,0 0 45 16,3-7 20-16,-3 7 21 0,0 0-3 0,0 0 2 16,0 0-2-16,0 0-11 0,0 0 6 15,-39 29 17-15,4 4 14 0,-2 6 21 16,-19 14 6-16,-5 13 11 0,-2 6 14 0,-10 11 21 15,-4 0 22-15,-4 8 10 0,-1-2 7 16,-1 2 3-16,-1 0 2 0,-4 0-8 16,8-6-2-16,4-2-9 0,8-11-10 15,10-8-19-15,14-18-16 0,8-7-14 0,6-3-17 16,5-10-13-16,6-2-74 0,3-7-48 16,7-5 0-16,0-2 0 0,1-2 0 15,0-1 0-15,3 0 0 0,-1-2 0 0,2 1 0 16,0-3 0-16,4-3 0 0,-8 7 0 15,8-7 0-15,-3 6 0 0,3-6 0 0,-6 6 0 16,6-6 0-16,-5 3 0 0,5-3 0 16,0 0 0-16,-7 4 0 0,7-4-281 0,0 0-224 15,0 0-180-15,0 0-225 0,0 0 59 16,0-19 105-16,0 19-687 0,3-11-883 16</inkml:trace>
  <inkml:trace contextRef="#ctx0" brushRef="#br0" timeOffset="9129.66">834 9276 3796 0,'0'0'-73'0,"0"0"64"0,-8 5 53 0,8-5 79 0,0 0 53 16,0 0 34-16,0 0 17 0,0 0 5 15,0 0-5-15,0 0 6 0,0 0-4 0,0 0-16 16,-13-20-9-16,15 13-12 16,0-3-15-16,2-1-9 0,-2 3-18 0,1-2-16 15,3 1-19-15,0 1-11 0,0 0-9 16,1 2-17-16,2 2-8 0,4 0-11 16,-13 4-5-16,30 8-2 0,-13 0-9 0,4 3-3 15,4 4-8-15,-2 4-1 0,-6-2-1 16,-4-2 0-16,0 11 3 0,-5-2 17 0,-5-2-6 15,-1 5 2-15,-4-2 1 0,-3 10-1 16,-4 2-7-16,1-4 3 0,-4-1 3 0,5-10 10 16,1-5 21-16,-1-3 19 15,2-4-8-15,2 1-87 0,-1-5 0 0,0 1 0 16,4-7 0-16,-2 9 0 0,2-9 0 16,-5 5 0-16,5-5 0 0,0 0 0 15,0 0 0-15,0 0 0 0,0 0 0 0,-6 8 0 16,6-8 0-16,0 0 0 0,0 0 0 15,13 9 0-15,-5-4 0 0,0-2 0 0,1 3 0 16,2 0 0-16,-1-2 0 0,2 1 0 16,-3 0 0-16,-1-2 0 0,-1 1 0 15,1 0 0-15,-1 0 0 0,-1-4 0 0,-6 0-455 16,14 8-151-16,-9-6-101 16,-5-2-156-16,14 4 45 0,-14-4 81 0,11 0-625 15,-11 0-817-15</inkml:trace>
  <inkml:trace contextRef="#ctx0" brushRef="#br0" timeOffset="9513.57">1522 9097 3554 0,'-4'-12'-29'0,"2"4"51"0,-1-1 31 0,1 3 21 15,2 6 20-15,-6-6 2 0,6 6 10 16,0 0-10-16,-17 0-2 0,17 0-7 0,-18 14-2 15,9-3-4-15,-2 2-5 0,1-1-10 16,2 2-6-16,-1 0-6 0,5-1-8 16,-1 1-3-16,5-1-5 0,0-1-4 15,0 3-4-15,4-1 8 0,3 3 1 0,0 0 19 16,5 0 8-16,1 0 9 0,3 5 8 16,-1-5 4-16,-2 0 1 0,-1 0 5 15,1-3 7-15,-1 3 9 0,-3-3 5 0,0-1 9 16,-3 1 8-16,0 1 12 0,-2-3 11 15,-2 0 4-15,0-1 2 0,-4 0 3 0,2-1-8 16,-4 0-6-16,0 0-11 16,-2-1-12-16,-3 0-11 0,-2 1-13 0,-5-3-9 15,1-2-39-15,-4-2-56 0,-3-1-89 16,-6-4-116-16,-12-4-110 0,4-3-122 16,-4-1-151-16,-8-4-246 0,12 2 44 0,2 0 83 15,4-1-580-15,1 3-749 0</inkml:trace>
  <inkml:trace contextRef="#ctx0" brushRef="#br0" timeOffset="9946.44">1048 8762 3299 0,'-25'-4'-66'16,"2"-1"27"-16,-2 5 9 0,0 3 18 0,-11 3 35 15,0 5 21-15,-8 9 11 0,-2 9 18 16,3 10 14-16,-14 25 13 0,3 9 12 0,2 14 37 16,4 4 3-16,1 6 2 0,9 2 10 15,8 3 10-15,9 3 8 0,11 1 15 16,10 1-16-16,13-6-19 0,10-7-7 0,15-7-15 16,12-7-12-16,9-12-8 15,10-8-9-15,11-8-8 0,8-11-4 0,14-13-15 16,6-10-5-16,0-9-6 0,4-12-12 0,-2-9-18 15,-4-11-21-15,-9-6-15 0,-6-8-10 16,-9-7-2-16,-6-7-19 0,-7-2 3 16,-9-4 8-16,-10-4 15 0,-9-8 26 15,-7-5 17-15,-7-8 18 0,-14 8 0 0,-8-5 12 16,-12-22-9-16,-9-6-9 0,-12-3-3 16,-8 3-16-16,-13 10-24 0,-7 12-20 15,-8 10-20-15,-8 17-22 0,-5 14-39 0,10 20-45 16,-6 16-48-16,-4 8-52 0,-4 10-74 15,-16 15-71-15,4 2-70 0,9 9-141 0,5 0-114 16,22-7 68-16,6 0-407 16,9-2-514-16</inkml:trace>
  <inkml:trace contextRef="#ctx0" brushRef="#br0" timeOffset="10930.89">2898 7308 2871 0,'-2'-6'-11'16,"2"-4"37"-16,-2 3 35 0,0-1 33 0,-2-1 28 0,4 1 24 0,-3-2 21 0,-1 2 22 0,2 2 10 16,-2-5 1-16,3 5-3 0,-1-3 1 15,2 9-5-15,-5-12 2 0,3 4-8 0,2 8-9 16,-2-12-8-16,2 12-3 16,-1-7 2-16,1 7-10 0,-2-10 6 0,2 10-2 15,-2-9 4-15,2 9 1 0,0 0 1 16,0-9 2-16,0 9-13 0,0 0-12 0,0 0-15 15,-2-7-16-15,2 7-16 0,0 0-18 16,0 0-9-16,0 0-3 0,7 21-8 16,5 4-5-16,7 14-7 0,10 10 1 0,5 4-6 15,21 21 1-15,10 2 5 0,10 1 1 16,9 5-17-16,5 1-34 0,30 26 0 0,-29-22 0 16,28 20 0-16,-30-25 0 15,-2 0 0-15,-4-2 0 0,-4-2 0 0,-7-4 0 0,-4-7 0 16,-10-11 0-16,-16-13 0 15,-8-8 0-15,-8-6 0 0,-4-6 0 0,-6-4 0 16,-1-5 0-16,-5-2 0 0,0-2 0 16,-2-1 0-16,0-2 0 0,-2-2 0 0,1 2 0 15,-2-1 0-15,-4-6 0 0,7 6 0 16,-7-6 0-16,7 6 0 0,-7-6 0 0,5 7 0 16,-5-7 0-16,0 0 0 0,7 6 0 15,-7-6 0-15,0 0 0 0,2 4 0 0,-2-4 0 16,0 0 0-16,0 0 0 0,0 0 0 15,0 0 0-15,0 0-879 0,-11-18-94 16,11 18 103-16,-14-7-990 0,3 3-1285 0</inkml:trace>
  <inkml:trace contextRef="#ctx0" brushRef="#br0" timeOffset="14395.59">4222 9144 4727 0,'0'0'-198'0,"0"0"66"16,0 0 55-16,0 0 45 0,0 0 46 0,-3-5 26 0,3 5 29 0,0 0 13 15,0 0-2-15,0 0 10 0,-2-5 1 16,2 5 2-16,0 0-2 0,0 0-7 15,0 0 1-15,0 0-1 0,0 0-3 16,0-8-1-16,0 8 12 0,0 0 9 16,0 0 6-16,0 0 1 0,0-12 6 0,0 12 1 15,0 0 6-15,0 0 4 0,0-10 2 16,0 10 3-16,0 0-8 0,0-7 5 0,0 7-16 16,0 0-11-16,0 0-10 0,0 0-13 15,0 0-3-15,-2-10-7 0,2 10-5 0,0 0-12 16,0 0-2-16,0 0-2 0,0 0-8 15,-4-6-7-15,4 6-1 0,0 0-6 0,0 0-1 16,0 0 3-16,0 0 2 0,0 0 2 16,0 0 0-16,0 0 4 0,0 0 5 0,0 0 0 15,0 0 5-15,0 0 0 16,0 0 1-16,0 0-4 0,0 0-5 0,0 0-2 16,0 0-2-16,0 0-8 0,0 0-4 15,0 0-3-15,0 0-5 0,0 0-8 16,0 0-4-16,-8 23 0 0,8-9 0 0,-2 5 0 15,0 4 0-15,2 3 0 0,-2-1 0 16,2 1 0-16,0 1 0 0,2-1 0 0,0 8 0 16,3-7 0-16,-2-5 0 0,3-1 0 15,0-1 0-15,-1 0 0 0,5-5 0 0,-2-1 0 16,-1-3 0-16,4-1 0 0,3-4 0 16,-1-2 0-16,3-4 0 0,0 0 0 15,2-4 0-15,3-4 0 0,-1-2 0 16,5-5 0-16,-2-2 0 0,1-1 0 0,-6-3 0 15,3 1 0-15,-8 1 0 0,-3 0 0 16,1 0 0-16,-1 0 0 0,-2 7 0 0,-2-3 0 16,-3 5 0-16,1-1 0 0,1 4 0 15,-5 7 0-15,0-6 0 0,0 6 0 16,0 0 0-16,-5 25 0 0,1-4 0 0,-1 13 0 16,-1 6 0-16,1 1 0 0,2 1 0 15,-3 3 0-15,4 2 0 0,1-3 0 0,-1-1 0 16,-2-1 0-16,4-3 0 15,0-8 0-15,2-4 0 0,-2-3 0 0,0-5 0 16,0 0 0-16,0-6 0 0,0 1 0 16,0-2 0-16,0-2 0 0,2-1 0 0,-2-2 0 15,0 1 0-15,0-8 0 0,0 10 0 16,0-10 0-16,0 0 0 0,0 0 0 0,0 0 0 16,0 0-96-16,0 0-467 0,0 0-112 15,0 0-133-15,13-25-44 0,-7 15 91 0,3-8-748 16,2 3-954-16</inkml:trace>
  <inkml:trace contextRef="#ctx0" brushRef="#br0" timeOffset="14714.86">4767 9327 4102 0,'0'0'30'0,"-9"-5"64"0,9 5 38 0,0 0 35 0,-10-5 19 0,10 5 17 0,0 0-5 0,0 0-10 15,-4-7-19-15,4 7-11 0,0 0-5 0,0 0-5 16,0 0-9-16,23-6-13 0,-23 6-10 16,18-2-9-16,-18 2-8 0,18 3 10 0,-7 2 14 15,0 4 8-15,0 3 13 0,1 3 11 16,-5 3 7-16,2 3-4 0,4 5-6 16,-8-1-10-16,1-1-6 0,-3-2-12 15,3 9-12-15,-3-5-84 0,2-3-28 0,-3 0 0 16,0-4 0-16,2-2 0 0,-3 1 0 15,-1-4 0-15,0-2 0 0,2 0 0 0,-2-2 0 16,0 0-168-16,2 0-165 0,-2-3-84 16,0-1-99-16,0-6-113 0,0 0-151 0,0 0 0 15,0 0 85-15,0 0-622 0,0 0-775 16</inkml:trace>
  <inkml:trace contextRef="#ctx0" brushRef="#br0" timeOffset="14913">4852 9568 3765 0,'-18'3'117'0,"18"-3"56"16,-7 4 51-16,7-4 53 0,0 0 45 0,0 0 25 16,-10 3 10-16,10-3 3 0,0 0-22 15,0 0-22-15,0 0-36 0,0 0-25 0,38-2-27 16,-23-1-25-16,1 1-48 0,5-5-70 16,-4 2-78-16,0-4-97 0,0 1-84 15,2-1-94-15,-4-1-108 0,3-2-114 0,-6 0-122 16,4-3-199-16,-3 0 70 0,-1 1 85 15,-3 2-565-15,-1-3-685 0</inkml:trace>
  <inkml:trace contextRef="#ctx0" brushRef="#br0" timeOffset="15362.83">4321 8833 3567 0,'-32'0'-12'0,"1"4"11"0,-8 4 18 16,-8 12 41-16,-3 4 20 0,0 10 19 15,-11 19 18-15,5 5 21 0,1 12 17 0,8 8 20 16,7 9 18-16,3 4 6 16,9 4 10-16,5 4 21 0,11 0 39 0,10-14-14 15,15 19 6-15,13-10-15 0,10-4 5 16,13-13-19-16,10-4-21 0,13-10-14 0,5-11-24 15,7-7-14-15,10-12-13 0,1-10-11 16,-13-12-13-16,6-10-10 0,23-7-14 16,2-8-8-16,-6-9-26 0,-2-12-62 0,-5-4 0 15,-10-5 0-15,-2-6 0 0,-15-6 0 16,-5-7 0-16,-7-4 0 0,-5-11 0 0,-9-5 0 16,-7-10 0-16,-5-4 0 0,-9-5 0 15,-9-7 0-15,-12 0 0 0,-10 1 0 0,-13 6 0 16,-20 2 0-16,-9 9 0 15,-10 11 0-15,-15 10 0 0,-10 17 0 0,-13 17 0 16,-11 14 0-16,19 17 0 0,-29 9 0 16,0 11-59-16,1 9-217 0,2 7-63 0,5 5-60 15,5 5-62-15,8 4-34 0,7 3-76 16,9-2-145-16,7-3-24 0,23-9 71 0,3-2-510 16,8 1-644-16</inkml:trace>
  <inkml:trace contextRef="#ctx0" brushRef="#br0" timeOffset="17295.87">8318 7174 3116 0,'0'0'-71'0,"4"-7"48"0,-4 7 34 0,5-10 38 0,2 5 39 0,-6-4 46 0,5 0 26 0,-2 1 23 16,-1-1 22-16,1 2 3 0,-2 0-5 0,2 3 0 15,-4 4-10-15,3-9-18 0,-3 9-13 16,3-9-15-16,-3 9-17 0,2-7-12 0,-2 7-14 16,4-6-9-16,-4 6-9 0,1-6-7 15,-1 6-9-15,0 0-9 0,4-5-5 16,-4 5-7-16,0 0 4 0,0 0-2 16,0-7 2-16,0 7-1 0,0 0-2 0,0 0-3 15,0 0-9-15,0 0-4 0,0 0 22 16,0 0 19-16,-17 29 4 0,2-1 14 0,-8 14 12 15,-6 4 10-15,-1 12 2 0,-12 20 4 16,-2 6 2-16,-2 5-4 0,6 3-9 0,-4 1-8 16,6-1-2-16,2 4 15 0,1 1 24 15,-1-2 10-15,2-1-45 0,4-3-104 16,-1-3 0-16,4-9 0 0,7-21 0 16,2-2 0-16,-1-5 0 0,4-5 0 0,3-13 0 15,-1-2 0-15,6-8 0 0,1-6 0 16,-2-3 0-16,4-4 0 0,2 0 0 0,-1-1 0 15,1-1 0-15,-2-1 0 0,2 0 0 16,1-2 0-16,-3 0 0 0,4-5 0 16,-2 9 0-16,2-9 0 0,-5 8 0 0,5-8 0 15,-1 5 0-15,1-5 0 0,0 0 0 16,-4 7 0-16,4-7 0 0,0 0 0 0,0 0 0 16,0 0 0-16,0 0 0 0,0 0 0 15,0 0 0-15,0 0 0 0,0 0 0 16,0 0-28-16,16-20-808 0,-13 15-131 15,1-4 95-15,1 0-994 0,-1 1-1292 0</inkml:trace>
  <inkml:trace contextRef="#ctx0" brushRef="#br0" timeOffset="19511.61">7624 9298 4659 0,'7'-3'-251'0,"0"0"75"0,-7 3 72 0,9-6 61 0,-9 6 70 15,7-3 39-15,-7 3 35 0,2-5 25 16,-2 5 23-16,0 0 4 0,2-7-3 0,-2 7-4 15,0 0-2-15,2-7 1 0,-2 7-3 16,0 0-10-16,0 0-9 0,0 0-16 16,0 0-9-16,-9-7-15 0,9 7-9 0,0 0 9 15,-23 21 2-15,2 3 9 0,-9 10 11 16,-2 5 16-16,-11 10 5 0,-11 16 6 0,-3 2-1 16,6-1-4-16,-4 3-1 0,3-3-9 15,7 2-2-15,13-17-8 0,5 0-9 0,4-6-5 16,1-1-7-16,11-9-2 15,2-4-2-15,5-7-4 0,4-3 4 0,0-6-14 16,2-3-68-16,2 0 0 0,3-2 0 16,4-3 0-16,3-4 0 0,5-1 0 0,2-2 0 15,6-5 0-15,5-3 0 0,1-6 0 16,-3 2 0-16,-1-4 0 0,-4 0 0 0,-6-3 0 16,-6 2 0-16,-4-3 0 0,1 2 0 15,-6-1 0-15,-4 0 0 0,0 1 0 0,-2 1 0 16,-1 3 0-16,-4-3 0 0,1 5 0 15,-3 0 0-15,0 7 0 0,-5-3 0 0,1 6 0 16,-1 2 0-16,0 0 0 0,-4 4 0 16,1-1 0-16,0 4 0 0,2 0 0 0,-1 1 0 15,3 2-49-15,3-2-273 16,1-2-57-16,0 1-75 0,2 1-65 0,4-2-91 16,1 0-205-16,2-6 59 0,0 0 84 15,14 5-558-15,-1-5-691 0</inkml:trace>
  <inkml:trace contextRef="#ctx0" brushRef="#br0" timeOffset="19894.56">8036 9528 3650 0,'-4'-13'85'0,"-6"6"33"0,3 2 26 0,-2 1 21 0,9 4 18 0,-27 5 16 0,9 4 6 0,-9 8-2 0,-3 3 7 0,-6 9 25 16,0 2 5-16,2 2-8 0,1 1-5 0,3 0-7 16,5 2-7-16,7-4-16 0,4-3-12 15,3-2-18-15,2-3-9 0,7-2-11 16,2-5-26-16,6 4-9 0,4-1-11 0,1-3-8 16,5-3-9-16,0-2-8 0,2-1-6 15,0-3-9-15,0-2 1 0,0-2-34 0,-4-4-28 16,4 0 0-16,-5-2 0 0,4-2 0 15,-4 0 0-15,-3-3 0 0,-2-2 0 16,-3 2 0-16,-3-3 0 0,0-2 0 16,-2-1 0-16,-4-1 0 0,-1-1 0 0,-2 1 0 15,-2 0 0-15,0 4 0 0,-5-2-4 16,3 4-186-16,-5 1-60 0,2 2-82 0,-6 1-92 16,2 3-91-16,-2-1-104 0,1 0-203 15,2-1 71-15,1 1 81 0,5-1-559 0,0-1-692 16</inkml:trace>
  <inkml:trace contextRef="#ctx0" brushRef="#br0" timeOffset="20345.64">7538 9085 3214 0,'-32'-6'-112'15,"-1"4"24"-15,-8 6 21 0,-15 8 33 16,-3 9 32-16,0 5 32 0,-15 18 31 0,-1 7 30 16,3 12 19-16,1 12 20 0,7 9 28 15,3 3 9-15,6 12 13 0,7 2 11 0,6 4 13 16,12 2 12-16,12-3-4 16,13-2-15-16,12-2 2 0,11-7-14 0,10-9-12 0,12-7-8 15,14-8-24-15,10-8-8 16,10-8-17-16,10-10-13 0,10-7-8 0,-1-12-4 15,6-8-8-15,-13-10-19 0,0-11-25 16,19-9-12-16,-2-11-21 0,-5-8-2 0,-1-8-4 16,0-10 2-16,-9-7-1 0,-4-8 2 15,-7-6 1-15,-7-8 4 0,-9-8 25 16,-9-5 17-16,-11-2 10 0,-10-11 3 0,-12-5-9 16,-11-3-4-16,-12 4-6 0,-15 4 0 15,-16 3-13-15,-16 12-1 0,-14 14-9 0,-5 13-4 16,-11 17-7-16,-8 12-40 15,13 20-44-15,-6 11-47 0,1 8-57 0,-2 6-71 16,-12 11-93-16,7 6-80 0,6 4-110 16,23-4-215-16,5 1 65 0,9 1 80 0,6-2-428 15,10-7-504-15</inkml:trace>
  <inkml:trace contextRef="#ctx0" brushRef="#br0" timeOffset="21063.34">8601 7014 2922 0,'-9'-6'7'0,"4"-3"34"0,-3 1 30 0,4 2 42 0,-4-1 36 0,6 2 24 0,2 5 24 0,-5-6 7 16,5 6-11-16,-4-7-22 0,4 7-17 16,0 0-13-16,0 0 10 0,0 0 4 15,11 24 9-15,7 1-5 0,7 13-7 0,7 8 2 16,19 18-6-16,12 6-2 0,10 6-10 16,16 10-12-16,44 28 41 0,7 1 12 15,9 2 1-15,9 2-4 0,1 1-10 0,3-4 5 16,3 5-2-16,-8-6 4 0,-10-8 0 15,-14-9-4-15,-35-26-11 0,-11-1-11 0,-3-7-10 16,-5-1-108-16,-15-1-27 0,-4-10 0 16,-23-15 0-16,-2-4 0 0,-10-10 0 15,-4 0 0-15,-6-8 0 0,-2-5 0 16,-5-1 0-16,-1-1 0 0,2 0 0 0,-4-4 0 16,1 2 0-16,-6-6 0 0,7 3 0 15,-7-3 0-15,0 0 0 0,0 0 0 0,0 0 0 16,11-9 0-16,-11 9 0 0,2-10 0 15,-2 10-328-15,-2-7-446 0,0-1-170 0,2 8 90 16,-9-16 96-16,0 11-784 16,-5-1-985-16</inkml:trace>
  <inkml:trace contextRef="#ctx0" brushRef="#br0" timeOffset="21610.75">10244 9176 4504 0,'0'-4'34'0,"0"4"44"0,3-7 32 0,-3 7 17 0,0-8 20 0,0 8-11 0,0 0-1 16,0 0 32-16,0 0 8 16,2 29 7-16,-4-4-8 0,-1 16-11 0,1 5-17 15,-2 18 21-15,4 5 29 0,0-1-6 16,2-1-13-16,2-2-15 0,1-2-5 0,0-6-3 16,3-14-16-16,-5-2-10 0,3-3-14 15,-3-9-10-15,0-7-13 0,-1-1-6 0,0-4-35 16,-2-3-50-16,2-3 0 0,-2-1 0 15,2 0 0-15,-2-2 0 0,2-1 0 0,-2-7 0 16,-2 9 0-16,2-9-52 0,0 0-193 16,0 0-69-16,0 0-102 0,0 0-97 0,0 0-112 15,-4-20-164-15,6 8 26 0,0 0 85 16,1 1-613-16,3-5-750 0</inkml:trace>
  <inkml:trace contextRef="#ctx0" brushRef="#br0" timeOffset="21978.28">10525 9579 3452 0,'-6'-1'44'15,"6"1"58"-15,0 0 37 0,-21 5 35 0,9 4 25 16,3-1 18-16,-4 6 19 0,1 1-5 16,3 2-14-16,-1 2-7 0,0 1-23 15,7 0-21-15,-3 1-16 0,2-2-9 0,6 1-21 16,0-3-11-16,2-1-6 0,1-1-10 15,4-3-6-15,-2 0-6 0,4-3-8 16,1-5-10-16,3 0 1 0,1-2-6 0,-2-4 17 16,4-2-2-16,4 0 14 0,-1-5 17 15,1-1 20-15,1-7 13 0,-3-4 4 0,-1 1-3 16,-2-6 3-16,-3-3-2 0,-3 0 0 16,-1-5-6-16,-8 5-89 0,-2 2-44 0,-2-9 0 15,-3 2 0-15,-2 1 0 0,-2 4 0 16,0 6 0-16,-3 7 0 0,-1 2 0 15,-3 3 0-15,-1 6 0 0,0 2 0 0,-2 3 0 16,-2 2 0-16,-2 4-66 16,-4 9-320-16,0-1-106 0,2 3-119 0,7-1-141 0,2-3-78 15,7-3 78-15,3-2-711 0,5-1-912 16</inkml:trace>
  <inkml:trace contextRef="#ctx0" brushRef="#br0" timeOffset="22393.11">10948 9463 3909 0,'0'-8'89'16,"0"8"59"-16,-4-12 37 0,4 12 22 15,-2-7 5-15,2 7-7 0,0 0 14 0,0 0 21 16,0 0 2-16,0 0-6 0,-12 31-11 16,12-14-15-16,-1 2-13 0,1 1-19 15,-2 1-16-15,4-3-15 0,-1 3-13 16,1 0-13-16,4-1-24 0,2 0-11 0,0-4-10 15,-3-2-9-15,4-3 0 0,0 1 0 16,0-4-2-16,0-4-2 0,5-2-6 0,3-4-4 16,-2-4-9-16,7-4-4 0,5-6-3 15,-2-3-3-15,0 0 9 0,-2-6-14 0,-1 3-29 16,-4-1 0-16,0 6 0 0,-6 4 0 16,-4 2 0-16,-3 2 0 0,4 3 0 0,-6 2 0 15,-3 4 0-15,0 0 0 16,0 0 0-16,8 30 0 0,-6-13 0 0,-4 3 0 15,2 2 0-15,0 4 0 0,-2-2 0 0,4 2 0 16,0-3 0-16,-2 4 0 0,1-6 0 16,1-1 0-16,0-1 0 0,-2-5 0 15,2-1 0-15,1-3 0 0,-3-1 0 0,4-2 0 16,-3-2 0-16,-1-5-455 0,8 5-148 16,-8-5-133-16,0 0-134 0,0 0 75 0,0 0-814 15,7-20-1050-15</inkml:trace>
  <inkml:trace contextRef="#ctx0" brushRef="#br0" timeOffset="22812.93">10387 8886 4509 0,'-41'4'-6'0,"-15"13"14"0,3 8 36 0,-1 12 45 0,-11 20 43 0,6 4 37 0,0 17 24 0,8 11 15 16,3 10 9-16,9 5-8 0,4 8 0 16,14 4-11-16,6 3-19 0,13-4 1 0,8 0-8 15,16-7-10-15,13-5-6 0,12-8-10 16,13-7 0-16,12-11-9 0,12-6-10 0,7-11-12 16,6-10-10-16,5-11-11 15,2-12-6-15,2-11-6 0,5-11-7 0,0-9-27 16,4-13-48-16,3-7 0 0,0-12 0 15,0-12 0-15,-6-8 0 0,-3-8 0 0,-12-9 0 16,-3-9 0-16,-12-7 0 0,-12-5 0 16,-7-3 0-16,-11-10 0 0,-15-7 0 0,-13-3 0 15,-12-5 0-15,-15-1 0 0,-19-1 0 16,-15 5 0-16,-19 1 0 0,-14 11 0 0,-36-13 0 16,12 42 0-16,-15 19 0 0,-5 16 0 15,-10 19 0-15,0 15-20 0,-5 16-145 0,-1 20-44 16,0 11-51-16,8 13-72 15,10 15-84-15,9 6-95 0,15 5-135 0,13 0-152 16,9 2 73-16,13-2-673 0,11-2-849 16</inkml:trace>
  <inkml:trace contextRef="#ctx0" brushRef="#br0" timeOffset="25064.58">1111 10444 3617 0,'0'0'-139'0,"7"-4"40"0,-7 4 28 0,0 0 20 0,0 0 25 0,4-5 21 16,-4 5 17-16,0 0 8 0,0 0 2 15,0 0 1-15,0 0-1 16,4-5 4-16,-4 5-1 0,0 0 6 0,0 0 2 16,0 0 6-16,0 0 9 0,0 0 0 15,0 0 4-15,0 0 12 0,0 0 5 0,0 0 21 16,-22 19 16-16,8 5 7 0,-8 3 3 16,-6 15 11-16,-5 2 8 0,-12 20-2 15,-3 1-8-15,1 1-12 0,-7 6 1 0,-1 7 13 16,-4 2-2-16,2-4-3 0,1-3-1 15,5-4-9-15,5-4-10 0,14-19-9 0,3-1-10 16,2-7-3-16,9-7-10 0,0-4-5 16,4-5-12-16,2-3 2 0,2-5 9 15,3-5 4-15,0 1-1 0,2-3 0 16,1 0-4-16,-1-2 0 0,1 1-8 16,0-2-7-16,-2-1-5 0,2 0-1 0,4-4-8 15,-4 9-13-15,4-9-34 0,-7 5-34 16,7-5-51-16,-4 6-57 0,4-6-76 0,-7 4-75 15,7-4-106-15,-7 5-122 0,7-5-205 16,0 0 32-16,0 0 72 0,0 0-351 16,0 0-462-16</inkml:trace>
  <inkml:trace contextRef="#ctx0" brushRef="#br0" timeOffset="26095.64">532 12026 2517 0,'0'0'-27'0,"3"-8"36"0,-3 8 25 0,0 0 24 0,0 0 25 0,0 0 17 0,4-7 30 0,-4 7 18 0,0 0 9 16,2-8 5-16,-2 8 4 0,0 0 6 16,2-7 2-16,-2 7 0 0,0 0-4 15,0 0-5-15,2-9-9 0,-2 9-5 0,0 0-16 16,0 0-17-16,0 0-17 0,0 0-8 15,0 0 12-15,1 27 4 0,-1-6-5 0,0 5 12 16,0 11 16-16,-1 5-9 16,1 0-6-16,-2 1-8 0,2 0-4 0,0-1-4 15,2-4-7-15,-1 0 10 0,-1-7 5 16,2-5-17-16,-2-6-6 0,2-2-5 16,-2-1-10-16,0-1-7 0,2-5-1 0,-2-1-8 15,0 2 4-15,0-3-7 0,0-1-9 16,2-2-3-16,-2-6-25 0,0 14-32 15,0-14-47-15,0 9-56 0,0-9-88 0,0 0-102 16,0 0-72-16,0 0-53 0,0 0-79 16,0 0-147-16,7-23-75 0,-2 13 65 0,0-3-410 15,1 1-551-15</inkml:trace>
  <inkml:trace contextRef="#ctx0" brushRef="#br0" timeOffset="26509.97">824 12075 3211 0,'0'-7'65'0,"0"7"-18"0,0-9 2 0,0 9-2 15,0 0 12-15,0 0 42 0,0 0 22 16,0 0-14-16,0 27-7 0,2-13-3 16,0-2-7-16,0 2 1 0,0 3-3 0,3-2-4 15,-4 3-12-15,3-7 0 0,0 3-4 16,-1-1-10-16,1-2-4 0,0-1-3 15,-2 0-1-15,-1-4 6 0,3 1 5 16,1-1 12-16,-5-6 10 0,7 8 3 16,-7-8-6-16,11 0-9 0,-11 0-3 0,18-8-8 15,-9 4-4-15,0-4-7 0,2 3-4 16,-4-1 1-16,0 2-8 0,-1 0-6 0,-6 4-2 16,12-4-15-16,-12 4 0 0,0 0 1 15,13 10 4-15,-6 1 0 0,0 1-1 16,0 2-1-16,0 6 0 0,-1-1 4 0,4 1-2 15,-4 2-1-15,-1-1-2 0,3-1 0 16,-2-1-3-16,1 0-1 0,-1-4 1 0,0 1-5 16,-3-6-13-16,1 0-53 15,-2-1-52-15,2 0-57 0,-4 0-59 0,2-2-52 16,2-1-56-16,-2 2-82 0,0-6-167 16,-2-2-85-16,0 0 68 0,0 0-317 15,0 0-394-15</inkml:trace>
  <inkml:trace contextRef="#ctx0" brushRef="#br0" timeOffset="26926.25">676 11769 2442 0,'-27'-1'12'0,"3"6"10"0,-8 7 7 0,-4 5 28 0,-5 14 21 0,3 11 28 16,-14 18 34-16,7 8 22 0,4 7 4 15,2 9 23-15,6 5-8 0,12 2 9 0,3-2-4 16,9-15-2-16,7 0-10 0,10 0-7 16,9 14-9-16,8-4-7 0,8-4-13 15,6-10-7-15,9-5-8 0,6-9-9 0,-5-15-8 16,17 2-5-16,-8-14-3 0,6-6-3 16,4-8-15-16,4-8 2 0,0-10-10 15,5-8-6-15,18-9-4 0,-2-9-11 0,-3-7-1 16,-8-9 1-16,-8-3-3 0,-8-9-7 15,-10-4 2-15,-8-7-5 0,-12-12-8 16,-13-4 2-16,-6-6-2 0,-14 9-6 16,-10-20-4-16,-14-2 2 0,-14 1-4 0,-8 3 1 15,-9 10-7-15,-10 12-7 0,-7 13-2 16,-9 15-5-16,-2 14-8 0,9 20-24 16,-5 13-37-16,-6 9-42 0,-19 14-53 0,0 11-54 15,4 4-63-15,9 10-57 0,12 4-58 16,8-1-86-16,18-10-168 0,12-2-10 15,11-1 70-15,13-5-283 0,7-5-358 0</inkml:trace>
  <inkml:trace contextRef="#ctx0" brushRef="#br0" timeOffset="28909.13">1068 10597 2262 0,'-14'-6'-38'0,"3"3"37"0,2-3 21 15,2 2 30-15,1-2 28 0,6 6 27 0,-12-10 20 0,7 1 9 16,-1 3 21-16,-1-2 5 0,0 0 6 16,7 8 5-16,-5-12 1 0,1 7 3 0,0 1 0 15,4 4-5-15,-3-12-6 0,3 12-9 16,-4-8-12-16,4 8-12 0,-4-7-6 16,4 7-9-16,0 0-4 0,-2-8-5 15,2 8-8-15,0 0-6 0,-1-7-11 16,1 7-5-16,0 0-10 0,0 0-8 0,0 0-7 15,0 0-1-15,0 0 28 0,34 7 16 16,-7 7-7-16,7 2-13 0,7 8-2 16,9 7-4-16,9 0 22 0,17 12 14 0,8 2-8 15,4 1-2-15,5 0-24 0,4 2-7 16,-2 5-4-16,6-1 3 0,1 5 0 0,0-1 32 16,-3 0-9-16,-5 2-3 0,-7-4-6 15,-3-1 23-15,-7-1 3 0,-12-4 1 0,-20-13-10 16,-4-3-9-16,-9-3-10 15,-7-9-6-15,-5 0-7 0,-2-5-5 0,-4-3-6 16,-3-4-2-16,-4-1-3 0,2 0-1 16,-1-2-35-16,-2 0-10 0,0 0 0 15,-6-5 0-15,9 6 0 0,-9-6 0 0,7 7 0 16,-7-7 0-16,0 0 0 0,10 1-83 16,-10-1-192-16,0 0-97 0,0 0-115 0,0 0-114 15,0 0-176-15,0 0-48 0,0 0 91 16,0 0-639-16,0 0-827 0</inkml:trace>
  <inkml:trace contextRef="#ctx0" brushRef="#br0" timeOffset="29693.02">2569 11979 4039 0,'-5'-6'20'0,"1"1"14"0,4 5 21 0,-3-10 25 0,3 3 19 0,2 0 22 16,1-2 6-16,6-1-7 0,0-2-10 0,4 3-8 0,4-1-13 0,1 2-9 0,0-1-10 0,0 4-5 16,0 4-7-16,0-1-8 0,-2 2-3 15,0 0-4-15,0 2-5 0,-3 2 4 0,0 0 9 16,-1 1 4-16,-3 4 11 0,-2-2 14 15,0 4 26-15,-5 3 4 0,-2 0 21 0,-5 3 12 16,-4 3-5-16,-4 7 2 0,-3-2 2 16,0-2 2-16,2-3-4 0,5-5-5 0,1-3-4 15,0-1-8-15,2-1-14 0,3-1-3 16,-1-3-5-16,2 1-7 0,2-7-7 16,-2 12-7-16,6-3-5 0,1 0-3 15,1 1-2-15,4 0-9 0,1 3-49 16,0-1-12-16,3 5 0 0,1-3 0 0,4 7 0 15,-1-4 0-15,-5-3 0 0,-2 2 0 16,1-3 0-16,-5 1 0 0,1-1 0 0,-5 1 0 16,-1-1 0-16,-2-2 0 0,0 1 0 15,-5 2 0-15,-1-2 0 0,-1 3 0 0,-3-4 0 16,-3 3 0-16,-2-2 0 0,-3-1 0 16,1 0 0-16,2-2 0 0,-1-5 0 15,2 1 0-15,-4 1 0 0,5-5 0 16,-1 2 0-16,3-3 0 0,11 0 0 15,-21-4 0-15,13 2-10 0,8 2-571 0,-9-9-138 16,9 5-145-16,4-6 1 0,3-3 79 16,9-1-702-16,4-6-934 0</inkml:trace>
  <inkml:trace contextRef="#ctx0" brushRef="#br0" timeOffset="30026.61">3039 12112 4119 0,'0'0'-24'0,"0"0"-7"0,0 0 37 0,0 0 40 0,0 0 47 16,0 0 31-16,-21 19 12 0,15-4 19 0,2-3 14 0,-3 5 2 0,3-3-5 15,3 2 4-15,-3-3-13 0,4-1-14 16,0 1-11-16,0-2-5 0,2-1 4 0,1 2 11 16,3-5 14-16,-1 1 3 0,5-3-7 15,2-2-8-15,2-1-13 0,4-4-16 0,3-1-10 16,1-4-6-16,-2 0-9 0,-1-2-6 15,-2 0 4-15,-3-3-5 0,-1 1-2 16,-4-1-15-16,-1-2 1 0,-2-1-6 16,-4-4-10-16,-6-4-5 0,-3-7-8 0,-4 0-2 15,-2 5-13-15,-2 3-3 0,2 10-31 16,-5-2-34-16,0 5-60 0,-5 7-46 0,-2 2-56 16,-8 8-58-16,-3 4-75 0,0 1-107 15,-6 9-140-15,11-6-226 0,3 1 43 16,9-7 86-16,7-1-541 0,3-4-688 0</inkml:trace>
  <inkml:trace contextRef="#ctx0" brushRef="#br0" timeOffset="30426.34">2646 11442 3428 0,'-47'23'-40'0,"-5"10"29"0,-12 19 30 0,1 11 30 16,4 7 49-16,3 11 28 0,8 10 28 16,7 6 13-16,5 8 15 0,11 1 12 0,5 1-10 15,11-6 12-15,11-19-2 0,9 15-3 16,12-7-18-16,10-8 6 0,11-6 13 0,7-8 9 16,11-11-6-16,12-7-16 0,6-12-14 15,5-9-17-15,-14-11-9 0,3-11-12 16,4-7-12-16,0-11-5 0,15-12-18 15,-1-6-13-15,-6-7-11 0,-6-7-5 16,-2-4 3-16,-3-7-13 0,-9-8-7 0,-9-10 3 16,-3-5-9-16,-11-7-6 0,-7-5-4 15,-11-10-4-15,-7-5-3 0,-13-2-3 0,-16-1-7 16,-6 0 1-16,-16 4-9 0,-11 10-20 16,-17 14-3-16,-9 16-14 0,-8 15-9 0,-9 19-30 15,4 22-37-15,-28 16-55 0,-2 15-70 16,-2 8-72-16,12 14-115 0,4 2-150 0,9 5-257 15,16 1 63-15,13 1 87 16,19-11-524-16,6-4-665 0</inkml:trace>
  <inkml:trace contextRef="#ctx0" brushRef="#br0" timeOffset="32492.21">4979 10454 3096 0,'2'-5'-146'0,"-2"5"46"0,2-10 29 0,1 4 34 0,-3 6 30 0,2-12 23 0,-2 12 24 0,2-10 16 0,-2 10 15 0,2-10 10 15,-2 10 7-15,0-9 15 0,0 9 1 0,3-6 2 16,-3 6-4-16,0 0-12 0,0 0-23 16,0 0 3-16,0 0 9 0,0 0 40 15,-14 31 15-15,5 3 18 0,-7 15 10 0,-4 4 9 16,-5 8 7-16,-8 17-1 0,5 3 8 0,-5 3-24 15,3-1 8-15,5 0-20 16,6-16 4-16,-2 0-2 0,5-3-16 0,-1-1-14 16,4-5-9-16,2-3-6 0,-1-5-8 15,6-11 13-15,-1-3-3 0,1-5 1 16,0-7-2-16,2-5 4 0,2-4 4 0,2-1 5 16,-3-2 1-16,1-3 2 0,0-1 0 15,0 0-4-15,2 0-4 0,0-8-6 0,-3 11-5 16,3-5-6-16,0-6-41 0,0 0-57 15,-6 9 0-15,6-9 0 0,0 0 0 16,0 0 0-16,0 0 0 0,0 0 0 16,0 0 0-16,0 0-119 0,0 0-147 0,0 0-83 15,-23-11-99-15,23 11-109 0,0 0-147 16,0 0-127-16,0 0 78 0,0 0-663 0,-14 5-868 16</inkml:trace>
  <inkml:trace contextRef="#ctx0" brushRef="#br0" timeOffset="42456.62">4493 12063 3622 0,'0'0'-145'0,"0"0"44"15,0 0 41-15,7 8 42 0,-7-8 45 0,0 0 20 0,0 0 28 0,0 0 20 0,0 0 10 0,0 0-3 16,0 0 1-16,0 0-5 0,0 0-3 16,0 0 8-16,0 0-6 0,0 0 1 0,0 0-3 15,0 0-6-15,0 0-3 16,0 0-8-16,0 0 1 0,0 0-6 0,0 0 1 16,0 0-6-16,0 0 1 0,0 0-5 0,0 0-2 15,0 0 1-15,0 0-6 16,0 0-2-16,0 0-5 0,0 0-6 0,0 0-5 15,0 0-1-15,0 0-2 0,0 0-8 16,0 0-1-16,0 0-3 0,0 0-6 0,0 0 0 16,0 0-3-16,0 0 3 0,0 0-3 15,0 0-1-15,0 0-2 0,0 0-1 0,0 0-1 16,0 0 1-16,0 0 2 0,0 0 0 16,0 0 9-16,0 0-2 0,0 0 4 0,0 0-4 15,0 0-1-15,0 0 0 0,0 0-5 16,0 0 0-16,0 0 2 0,0 0-5 15,0 0 3-15,0 0-4 0,0 0 2 16,0 0-1-16,0 0 6 0,0 0 5 0,-3 7 8 16,3-7-6-16,0 12 2 0,-2-5 2 15,2 1-4-15,-2 4 3 0,0 0 7 16,0 6 17-16,1-2-10 0,-3 2 8 0,2 1-1 16,0 3-4-16,0-3 2 0,0 0-5 15,-2 3 11-15,2-3 6 0,-2-2 1 0,4 0-9 16,-2-1 9-16,1-1-6 0,-1-1 1 15,0-1-10-15,0-1 1 0,4-1-10 16,-4-1-1-16,2-2-1 0,0 1-6 0,0 1-2 16,0-3 5-16,2 4-7 0,-2-5-4 15,2 4-2-15,0-1 0 0,-1 1-1 16,5 0 2-16,-2-1-1 0,2 1-1 0,0-2-5 16,-1-1 3-16,4-1-5 0,-3 2 4 15,4-2-2-15,-1 0 1 0,-1-3-4 0,2 2 4 16,-1-3-4-16,0-2 5 0,-9 0-2 15,22 0-5-15,-9-2 3 0,-1-2-5 16,-1 0 8-16,4-2-3 0,-2 0-4 0,-2-2-7 16,1-1 6-16,0 1 2 0,-2-1-2 15,-1 2 14-15,-2 2-14 0,1-3-1 0,0 2 4 16,-1-2-9-16,-3 1 1 16,4 3 14-16,-5-4-10 0,1 3-4 0,2-2 15 0,-4 0-13 15,2 0-4-15,0-1 12 16,-3-1-8-16,3-1-2 0,-2 0-3 0,0-2 1 15,2 0-1-15,-3 2 1 0,-1-1-1 16,0-1 10-16,3 2-8 0,-1 0 2 0,-2 1 2 16,2 1-4-16,-2-1 0 0,0 3-5 15,0 0 7-15,0 6 2 0,2-14-6 16,-2 9 2-16,0-2 0 0,0 7 9 0,0-11-8 16,0 3-2-16,2 1 0 0,-2 7 7 15,0-10-1-15,0 6-5 0,0 4-1 0,1-11 2 16,-1 11 3-16,0-8-4 0,0 8 3 15,0-8 0-15,0 8-3 0,0 0-5 16,0-8 1-16,0 8 16 0,0-7-15 16,0 7 1-16,0 0-3 0,0 0-3 0,-1-7 12 15,1 7-6-15,0 0 12 0,0 0-10 16,0 0 0-16,0 0-5 0,0-8 2 0,0 8 1 16,0 0-4-16,0 0 2 0,0 0 2 15,0 0-2-15,0 0 4 0,0 0-5 0,0 0 0 16,0 0 3-16,0 0 4 0,0 0-6 15,0 0 1-15,0 0 3 0,-2-7-3 16,2 7 11-16,0 0-13 0,0 0 6 16,0 0 2-16,0 0-7 0,0 0 4 0,0 0-3 15,0 0 5-15,0 0-1 0,0 0 3 16,0 0-5-16,0 0 1 0,0 0-5 16,0 0 1-16,0 0 5 0,0 0-2 0,0 0-3 15,0 0 22-15,0 0-12 0,0 0-4 16,0 0 14-16,0 0-17 0,0 0-4 0,0 0 3 15,0 0 2-15,0 0 0 0,0 0-3 16,0 0 6-16,0 0 8 0,0 0-6 0,0 0-6 16,0 0 4-16,0 0-2 0,0 0 0 15,0 0-4-15,0 0 8 0,0 0-1 0,0 0 1 16,0 0-5-16,0 0 0 0,0 0 4 16,-2 20-7-16,2-20 5 0,0 0-6 15,0 0 9-15,0 0-3 0,2 9 7 16,-2-9-14-16,0 0 8 0,2 6-3 0,-2-6 15 15,0 0-13-15,1 6-2 0,-1-6-2 16,0 0 0-16,0 6 3 0,0-6-2 16,0 0 0-16,0 0 3 0,2 9-1 0,-2-9 0 15,0 0-1-15,2 5 5 0,-2-5-7 16,0 0 3-16,0 0 0 0,0 9 0 0,0-9 4 16,0 0 4-16,0 0-11 0,2 6 10 15,-2-6 0-15,0 0-4 0,0 0 2 0,0 0 1 16,2 6-6-16,-2-6 10 0,0 0-13 15,0 0-1-15,0 0 8 0,0 0-8 16,0 0 9-16,0 0-4 0,3 5-2 16,-3-5 6-16,0 0-7 0,0 0 1 0,0 0 0 15,0 0 3-15,0 0-1 0,0 0 2 16,0 0-2-16,0 0-4 0,0 0 8 0,-1 8-7 16,1-8 2-16,0 0 5 0,0 0 0 15,0 0-3-15,0 0-6 0,0 0 8 16,0 0-2-16,0 0-2 0,0 0-1 0,0 0-3 15,0 0 13-15,-4 6-5 0,4-6-11 16,0 0 12-16,0 0-4 0,0 0-5 0,0 0 5 16,0 0 2-16,0 0-4 0,0 0 3 15,0 0-3-15,0 0 5 0,0 0 2 16,0 0-6-16,0 0-1 0,0 0 0 16,0 0 3-16,0 0-6 0,0 0 9 0,0 0-4 15,0 0-3-15,0 0 6 0,0 0-4 16,0 0 3-16,0 0 1 0,0 0-6 0,0 0 2 15,0 0 0-15,0 0 2 0,0 0-1 16,0 0 2-16,0 0 0 0,0 0 1 0,0 0 5 16,0 0-7-16,0 0-2 0,0 0 6 15,0 0-9-15,0 0 2 0,0 0 14 16,0 0-14-16,0 0 2 0,0 0-3 0,0 0-1 16,0 0 0-16,0 0 7 0,0 0-2 15,0 0 4-15,0 0-11 0,0 0 4 16,0 0 3-16,0 0-1 0,0 0 4 15,0 0 8-15,0 0-13 0,0 0 1 0,0 0 5 16,0 0-7-16,0 0 0 0,0 0 0 16,0 0-3-16,0 0 9 0,0 0 12 0,0 0-17 15,0 0-1-15,0 0 0 0,0 0-7 16,0 0 3-16,0 0 2 0,0 0-2 0,0 0 7 16,0 0-3-16,0 0-4 0,0 0 3 15,0 0 3-15,0 0 4 0,0 0-5 0,0 0-3 16,0 0 5-16,0 0-6 15,0 0 10-15,0 0-9 0,0 0 2 0,0 0 0 16,0 0 0-16,0 0 5 0,0 0-4 16,0 0-12-16,0 0-4 0,0 0 6 15,0 0-4-15,0 0 4 0,0 0-5 0,0 0 20 16,0 0-20-16,0 0 9 0,0 0-1 16,0 0-1-16,0 0 1 0,0 0-4 0,0 0 2 15,0 0 12-15,0 0-12 0,0 0 1 16,0 0 21-16,0 0-11 0,0 0-7 0,0 0-3 15,0 0 7-15,0 0 2 0,0 0 3 16,0 0-4-16,0 0-1 0,-2 6-4 16,2-6 5-16,0 0 4 0,0 0-2 15,0 0-2-15,0 0-2 0,0 0-3 0,0 0 7 16,0 0-5-16,0 0 7 0,0 0-8 16,0 0 2-16,0 0 6 0,0 0-7 15,0 0-2-15,0 0 6 0,0 0-4 0,0 0 6 16,0 0-4-16,0 0 2 0,0 0-1 15,0 0 2-15,0 0-1 0,0 0 12 0,0 0-8 16,0 0 1-16,0 0-9 16,0 0-1-16,0 0 10 0,0 0-6 0,0 0-3 15,0 0-4-15,0 0 3 0,0 0 0 0,0 0 3 16,0 0 2-16,0 0 0 0,0 0 5 16,0 0-10-16,0 0 2 0,0 0-2 0,0 0 0 15,0 0 3-15,0 0 1 0,0 0-3 16,0 0 6-16,0 0-4 0,0 0 18 15,0 0-21-15,0 0 9 0,0 0-5 0,0 0 4 16,0 0-6-16,0 0 3 0,0 0 2 16,0 0-6-16,0 0 3 0,0 0-3 15,0 0-1-15,0 0 1 0,0 0 9 0,0 0-4 16,0 0-4-16,0 0 16 16,0 0-13-16,0 0-1 0,0 0 8 0,0 0-4 15,0 0-2-15,0 0 1 0,0 0 2 16,0 0-3-16,0 0-2 0,0 0-5 0,0 0 2 15,0 0 2-15,0 0 3 0,0 0 0 16,0 0 3-16,0 0-4 0,0 0 3 0,0 0-2 16,0 0 2-16,0 0 8 0,0 0-12 15,0 0 3-15,0 0 3 0,0 0-7 0,0 0-1 16,0 0-2-16,0 0 5 16,0 0-5-16,0 0 2 0,0 0 2 0,0 0 4 15,0 0-10-15,0 0 3 0,0 0-19 16,0 0-6-16,0 0-8 0,0 0-17 0,0 0-28 15,0 0-38-15,-11 0-51 0,11 0-59 0,0 0-75 16,0 0-74-16,-12 0-73 16,12 0-108-16,0 0-176 0,-15 0 58 0,15 0-484 0,-12-3-629 15</inkml:trace>
  <inkml:trace contextRef="#ctx0" brushRef="#br0" timeOffset="43423.04">4683 12268 3021 0,'0'0'-41'0,"0"0"22"0,0 0 16 0,0 0 14 0,0 0 19 0,0 0 27 0,0 0 30 15,0 0 19-15,0 0-3 0,-18 5 1 16,18-5-5-16,-4 9-13 0,1-4 3 15,3-5-9-15,-5 10-9 0,5-10-9 0,-2 11 1 16,0-8-4-16,2-3-11 0,-2 9 2 16,2-9-5-16,-1 6-8 0,1-6 1 15,0 0-6-15,-2 9 0 0,2-9-2 0,0 0-12 16,0 0-11-16,0 0-16 0,0 7-28 16,0-7-38-16,0 0-30 0,0 0-28 0,0 0-24 15,0 0-26-15,0 0-29 0,7-17-39 16,-7 17-49-16,2-8-58 0,-2 8-104 0,2-7-16 15,-2 7-81-15,0-7-60 16</inkml:trace>
  <inkml:trace contextRef="#ctx0" brushRef="#br0" timeOffset="44856.34">4665 12264 1710 0,'0'0'110'0,"0"0"29"0,15-14 20 16,-15 14 11-16,0 0 9 0,0 0-11 0,0 0-3 15,0 0 8-15,0 0 20 16,0 0 13-16,-23 16-16 0,13 1-13 0,-1 11-8 16,-3 1-4-16,3 2-7 0,0 0-10 15,1 0-7-15,3-7-5 0,1-4-6 16,4-1-7-16,-1-3-5 0,3-3-6 0,-2-3-5 16,5 2 7-16,1-5 6 0,2-1-7 15,3-4-10-15,5-2-8 0,2-6-9 0,8-3-9 16,6-5-7-16,0-5-4 0,5-8-7 15,-9 3-7-15,-1-3-4 0,4-5-5 0,-10 3-2 16,-6-2-5-16,-3 2 1 16,-7 7 2-16,-1 2-7 0,-4 5-7 0,0 4-8 15,-7 3 0-15,-2 4-5 0,-5 4 4 16,-7 2 5-16,-13 12 16 0,-7 7-1 0,0 4 14 16,2 6 9-16,-4 2-21 0,9 3-3 15,2-4 1-15,4-1-3 0,5-6-11 16,6-4 10-16,5-2-7 0,5-5-2 0,2 0 1 15,3-5 2-15,1-1 3 0,3-2 3 16,0-6-2-16,7 6 2 0,-7-6-2 0,0 0-6 16,36-8 20-16,-11-8-25 0,4-1 13 15,-1-3-14-15,1-5 12 0,3-4-20 0,-1-2-2 16,-11 4 0-16,1-2-6 16,-6 3-4-16,-3 6 0 0,-5 3-2 0,-3 3-6 15,-2 4-4-15,0 2-1 0,-2 8 6 16,-8-9-1-16,8 9-4 0,0 0 9 15,-28 13-6-15,11-3 3 0,1 2 6 0,0 2-2 16,0 0 4-16,1-2-3 0,1 0 10 16,5-2-13-16,-1 0-3 0,4-1 8 0,1-3-2 15,-1 1-1-15,1-1 1 0,5-6 0 16,-9 6 7-16,9-6-5 0,0 0-7 0,0 0 1 16,0 0-19-16,0 0-2 0,0 0-15 15,0 0-4-15,25-20-11 0,-21 15-3 0,1-1 3 16,-5 6-4-16,7-10 4 15,-3 5 2-15,-4 5 3 0,5-7-1 0,-5 7-8 16,0-5-13-16,0 5-23 0,0 0-33 16,0 0-37-16,0 0-54 0,0 0-73 15,0 0-75-15,0 0-109 0,0 0-211 0,-28 4 21 16,28-4 74-16,-11-2-359 0,11 2-432 16</inkml:trace>
  <inkml:trace contextRef="#ctx0" brushRef="#br0" timeOffset="47273.17">4739 11651 2614 0,'-2'13'46'16,"2"-5"7"-16,-2-1-6 0,0-1-6 0,2-6 9 0,0 8 29 0,0-8 35 16,0 6 28-16,0-6 10 0,0 0-15 0,0 0-13 15,0 0-11-15,0 0-10 16,0 0-15-16,15-18-13 0,-7 7 2 0,0-7-11 16,1-1-10-16,-2-14-5 0,2 0-6 15,-6-5-1-15,-3-1-11 0,-1 0 3 0,-5 0-4 16,-4 6-9-16,-1 1 5 0,-3 7-3 15,3 6 0-15,-2 5-3 0,-1 6-2 0,-1 4 15 16,0 6 8-16,-6 1 5 16,0 4 7-16,-9 7-3 0,6 1-3 0,5 2-3 0,6-5 1 15,4 1 1-15,0-2-9 16,-2 3 1-16,6-2 0 0,5 1-9 0,-2-5 2 16,0 0 0-16,2 1-5 0,2-2-3 15,2-2 2-15,3-4-5 0,-7-1 0 16,25-3 0-16,-6-6-6 0,10-5-1 0,0-7-4 15,5-7-3-15,-4-5-2 0,-1-3-8 16,-7-4-8-16,-1-5-5 0,-5 0-1 0,-7 7-1 16,-1 2 1-16,-3 9 2 0,-5 4 6 15,2 5 1-15,-4 4-3 0,0 2 4 0,-3 2 6 16,-1 1 4-16,1 3 7 0,-2-1 4 16,6 1 2-16,-5 1 3 0,6 5 4 15,-4-8-5-15,4 8 3 0,0-7 2 16,0 7-5-16,16-14 0 0,-3 6-3 15,8-3-1-15,8-3-2 0,1-1 0 0,-1 0 2 16,-2-1-5-16,-5-3 0 0,-1 1-2 16,0-4-1-16,-9 2-2 0,-7 4 0 0,1 2 1 15,-2 1-3-15,-4 2 2 0,0 0-16 16,-6 3-15-16,0 3-30 0,-1 1-42 0,7 4-59 16,-21 0-70-16,8 5-65 0,-1 4-89 15,3 0-165-15,1 1-91 0,-2 0 69 16,3 2-319-16,0-1-369 0</inkml:trace>
  <inkml:trace contextRef="#ctx0" brushRef="#br0" timeOffset="53304.6">11268 2247 1004 0,'0'0'219'0,"0"0"-17"0,0 0-12 0,0 0 5 0,0 0-1 15,0 0 4-15,0 0-1 0,0 0-2 0,0 0 14 16,0 0 16-16,0 0 16 0,0 0 12 16,0 0 15-16,0 0 20 0,0 0 20 15,0 0-12-15,0 0 6 0,0 0-8 0,0 0-19 16,0 0-19-16,0 0-23 0,0 0-25 16,0 0-2-16,-4 9 20 0,2 0-16 15,0 2-11-15,2-2-13 0,-2 6-5 16,1-1-10-16,-3 3-13 0,4-2-13 0,-2-1-13 15,2 2-14-15,0-3-109 0,0 2-9 16,0-3 0-16,-2 0 0 0,2-2 0 0,0-3 0 16,2 1 0-16,-4-1 0 0,2-7 0 15,0 10 0-15,0-10 0 0,0 11 0 16,0-11 0-16,-3 7 0 0,3-7 0 0,0 7 0 16,0-7 0-16,0 0 0 0,0 0 0 15,0 0 0-15,0 0-261 0,0 0-198 0,-11-21-81 16,11 13-85-16,2-5-115 15,4-2-94-15,-4 1 71 0,-1 0-587 0,4-1-805 16</inkml:trace>
  <inkml:trace contextRef="#ctx0" brushRef="#br0" timeOffset="53771">11212 2034 3396 0,'-3'-9'-175'16,"-3"-2"53"-16,0 2 43 0,1 3 41 15,-2-1 30-15,2 3 27 0,-1-2 16 0,6 6 9 16,-13-6 3-16,1 3 8 0,12 3 0 16,-25 3 18-16,11 1 22 0,-15 10 20 15,0 5 27-15,-3 10 25 0,-2 4 26 16,-2 8 15-16,4 3 8 0,-1 4 13 16,6 3 10-16,1-1-1 0,1 4-2 0,3-3-2 15,9 2 11-15,6-2-13 0,5-8-8 16,4 1 0-16,5-5-5 0,8 6-2 0,5-3-8 15,6-2-12-15,10-6-14 0,2-3-15 16,5-5-14-16,6-8-16 0,3 0-10 0,1-8-89 16,-6-5-39-16,3-4 0 15,11-2 0-15,-2-6 0 0,0-3 0 0,-3-8 0 16,-4 2 0-16,-4-8 0 0,-4-6 0 0,-2-6 0 16,-4-1 0-16,-4-9 0 15,-3 1 0-15,-6-5 0 0,-4-8 0 0,-10-1 0 16,-3-2 0-16,-8-4 0 0,-10 2 0 15,-4 2 0-15,-8 4 0 0,-4 8 0 0,-7 5 0 16,-3 7 0-16,-6 6 0 0,-4 6 0 16,-3 9 0-16,-5 4 0 0,5 11 0 0,-14 2 0 15,0 7 0-15,1 4 0 0,-1 4 0 16,4 1-138-16,1 5-291 0,8 1-87 16,5-2-116-16,6 4-170 0,14-4-47 15,5-1 88-15,4-2-621 0,7-5-836 16</inkml:trace>
  <inkml:trace contextRef="#ctx0" brushRef="#br0" timeOffset="54488.13">12895 2366 3595 0,'0'-14'-71'0,"0"0"67"0,0 3 55 0,0 1 62 0,0 0 47 0,0 4 44 0,0 6 15 0,0-13-5 16,0 13-20-16,-1-8-24 0,1 8-21 16,0 0-11-16,0 0 21 0,-16 20 14 15,7-3-8-15,-7 12 12 0,1 5 22 0,-2 9 1 16,0 0-20-16,1 3-17 0,3-11-13 16,1 3-17-16,1-4-11 0,0-1-12 0,1-4-8 15,3-4-11-15,-1-7-11 0,3-4-3 16,-1 0-6-16,2-2-10 0,0-4 0 15,0 1-6-15,2-2-3 0,0 0 0 0,2-7-18 16,-5 6-58-16,5-6-87 0,0 0-85 16,0 0-79-16,0 0-94 0,-7-24-88 15,7 7-102-15,1-5-142 0,5-12-93 16,3-2 75-16,3-1-503 0,1 0-686 0</inkml:trace>
  <inkml:trace contextRef="#ctx0" brushRef="#br0" timeOffset="54737.81">12835 2205 3277 0,'1'-10'-11'16,"1"3"70"-16,0 0 56 0,0 0 31 0,-2 7 12 16,4-10-11-16,-4 10 15 0,0 0 21 15,0 0 14-15,21 20 5 0,-12-3-16 16,9 12-7-16,-4 4-2 0,8 9-11 0,-6-1-26 16,4 5-10-16,-1 0-13 0,0-2-12 15,0-2-14-15,-1-7 0 0,-6-4-12 0,1-2-9 16,-1-2-8-16,-2-5-1 15,-5-5-5-15,4-5-12 0,-6-3-17 0,3 1-30 16,-3-2-35-16,-1-1-52 0,-2-7-84 16,2 7-86-16,-2-7-101 0,0 0-117 15,0 0-175-15,0 0-60 0,0 0 81 0,0 0-393 16,-5-28-500-16</inkml:trace>
  <inkml:trace contextRef="#ctx0" brushRef="#br0" timeOffset="54921.08">12973 2559 2751 0,'0'0'108'0,"-17"-6"89"0,10 4 52 16,7 2 53-16,-14-2 41 0,14 2 18 0,-9-3-14 15,9 3-25-15,0 0-23 0,0 0-29 16,-14-4-27-16,14 4-26 0,0 0-19 0,0 0-18 16,0 0-27-16,0 0-61 0,0 0-102 15,29-10-107-15,-15 8-102 0,-1 2-108 16,2-4-124-16,2 0-156 0,0-1-161 0,-4 3 75 15,1 0-477-15,-5 1-636 16</inkml:trace>
  <inkml:trace contextRef="#ctx0" brushRef="#br0" timeOffset="55287.74">13442 2181 3117 0,'-3'-17'37'0,"3"5"66"0,-4-2 52 16,2 6 47-16,-1-3 36 0,3 4 20 15,0 7 8-15,0-12-11 0,0 12-18 0,0-11-26 16,0 11-30-16,0-8-22 0,0 8-17 16,0 0-11-16,0 0 15 0,0 0-29 15,0 0 8-15,7 38 25 0,-5-12 4 0,-2 10 1 16,0 1 6-16,0 4-3 15,0 0-13-15,0-1-11 0,-2 1-13 0,0-1-11 16,2-2-10-16,0-2-9 0,0-9-12 16,0-3-3-16,0-5-9 0,0 0-6 0,2-5-7 15,-4-1-1-15,4-1-8 0,-2-4-2 16,0 1-4-16,0-1-9 0,0 0-29 16,0-8-40-16,-2 10-70 0,2-10-102 15,0 6-103-15,0-6-108 0,0 0-118 0,0 0-160 16,9-18-146-16,-1 8 70 0,-3-4-635 15,9-2-864-15</inkml:trace>
  <inkml:trace contextRef="#ctx0" brushRef="#br0" timeOffset="55622.91">13684 2135 3778 0,'2'-16'-12'0,"0"3"88"0,0 1 72 16,2 3 53-16,-2 1 33 0,-1 2 2 15,-1 6-15-15,0-11-20 0,0 11-32 16,0 0-12-16,0 0 11 0,0 0-5 16,14 21-12-16,-10 2-24 0,0 12 5 15,-3 3-7-15,-1 5-6 0,0 2-17 0,-1 1-1 16,-3 1-8-16,-2-3-6 0,2 7-8 16,-4-8-9-16,5-5-7 0,-3-1-4 0,2-10-3 15,3-6-6-15,-3-3 6 0,2-1-10 16,-1-5-2-16,3-1 3 0,-2 1 10 0,2-2 4 15,0-3 1-15,0-7-4 0,-1 15-3 16,1-10-9-16,0-5-1 0,-2 9-20 16,2-9-32-16,0 0-69 0,-2 8-72 0,2-8-77 15,0 0-87-15,0 0-97 0,0 0-111 16,0 0-183-16,0 0-108 0,0 0 81 16,0 0-568-16,10-19-755 0</inkml:trace>
  <inkml:trace contextRef="#ctx0" brushRef="#br0" timeOffset="56473.29">14658 2133 3912 0,'-2'-12'152'0,"1"3"25"0,1 3 10 0,0 6-7 16,-2-9-18-16,2 9-19 0,0 0-20 15,0 0-11-15,0 0 24 0,0 0 7 16,-7 42 9-16,3-7-3 0,1 3 9 16,-3 1 25-16,3 4-1 0,-3 1-9 15,0 7-6-15,2-5-12 0,0-4-6 0,0-2-16 16,3-2-13-16,-3-5-8 0,0-7 3 16,2-5 0-16,-1-5-5 0,3-3-8 0,-4 0-9 15,1-1-2-15,1 0-8 0,2-4-4 16,-2-1 0-16,2-7-15 0,0 12-64 0,0-12 0 15,-1 9 0-15,1-9 0 0,0 0 0 16,0 0 0-16,0 0 0 0,0 0 0 16,0 0 0-16,0 0 0 0,-35-13 0 0,28 7 0 15,-2-3 0-15,-5 1 0 16,1-1 0-16,-1 2 0 0,-1-1-89 0,2 1-40 16,-2 0 4-16,3 2 4 0,1-1-5 15,1 2-9-15,-2 0-3 0,12 4-8 0,-9-9-13 16,7 4-27-16,4-4-32 0,6-3-6 15,5-1-11-15,12-7 1 0,11-9-4 16,10 0 8-16,9 4 19 0,10-4 18 0,17-5 20 16,0 3 14-16,1 0 16 0,-13 7 13 15,-7 1 12-15,-3 2 13 0,-6-6 13 0,-7 5 15 16,-16 3 38-16,-5-1 33 0,-2-1 30 16,-12 4 27-16,2 3 36 0,-8 2 14 15,-1-1 18-15,-1 4 10 0,-2 1 1 0,0-1 0 16,-2 2-3-16,-2 0-14 15,-2 1 5-15,4 6-19 0,-9-8-4 0,4 7-4 16,5 1 1-16,0 0 5 0,-36 9 1 16,22 2 4-16,-10 8 5 0,3 5 12 0,-1 2-10 15,3 3-4-15,-3 3 5 0,6-1-15 16,-2 2 10-16,2 7-3 0,2-6-2 0,-1 0-16 16,5 2-8-16,-1-4-7 15,3 3-7-15,-2-10-3 0,6-6-5 0,1-1-4 16,-1-3-3-16,0-5 5 0,4 0 31 15,0-3 30-15,0 1 24 0,0-8 18 16,0 0 3-16,2 8-17 0,-2-8-57 0,0 0-84 16,0 0 0-16,29-8 0 0,-29 8 0 15,16-6 0-15,-16 6 0 0,13-2 0 0,-13 2 0 16,0 0 0-16,23 5 0 0,-16 0 0 16,0 3 0-16,4-1 0 0,-6 1 0 15,4 2 0-15,1 1 0 0,0-1 0 0,-5 0 0 16,3-1 0-16,-3 0 0 0,1-4 0 15,-2 1 0-15,0 0 0 0,-4-6 0 0,9 8 0 16,-9-8 0-16,4 5 0 16,-4-5 0-16,0 0-377 0,0 0-196 0,0 0-162 15,19-10-187-15,-17 1 89 0,6-1-783 16,-3 0-1055-16</inkml:trace>
  <inkml:trace contextRef="#ctx0" brushRef="#br0" timeOffset="56939.12">15634 2536 4605 0,'0'0'103'0,"0"0"46"0,-9 2 40 0,9-2 41 0,0 0 8 0,0 0-5 0,0 0-20 0,0 0-17 15,0 0-18-15,0 0-20 0,0 0-8 0,0 0-22 16,0 0-13-16,0 0-4 0,0 0-14 15,0 0-7-15,41-6-9 0,-34 4-8 0,-7 2-3 16,16-6-11-16,-8 0-11 0,-3 0-5 16,3-3-11-16,-4 1-11 0,2-3-4 0,-4-1-13 15,-2 2-9-15,-2-2-9 0,-4 1-9 16,0 3-6-16,-4-2-5 0,-2 3 4 16,-2 2 11-16,-3 0-13 0,1 3 6 15,2 2 1-15,-2 2 4 0,-1 0 3 0,1 6 13 16,-2 1 14-16,2 3 13 0,3 3 10 15,0 1 13-15,1 2 15 0,4 1 15 16,3 0-5-16,3 0 7 0,0-1 9 0,4-1 15 16,1 5 19-16,8-3 8 0,-6-1-112 15,4-1-16-15,3-1 0 0,1-1 0 16,0-3 0-16,7-1 0 0,-5 1 0 0,6-4 0 16,-4-1 0-16,6 0 0 0,-6-2 0 15,2-2 0-15,-4 1 0 0,3-1 0 0,-5 1 0 16,-3-4 0-16,-1 1-5 0,-2 1-402 15,-7-2-100-15,18 0-118 0,-18 0-167 0,15-7-71 16,-12 4 91-16,1-6-663 16,3-1-886-16</inkml:trace>
  <inkml:trace contextRef="#ctx0" brushRef="#br0" timeOffset="57503.25">17050 2508 4228 0,'0'-20'64'0,"2"4"52"0,-2 3 58 0,2 2 42 0,-2 2 29 0,0 3-15 0,0 6-18 16,2-14-28-16,-2 14-30 0,0 0-14 0,0 0-11 15,0 0-8-15,0 0 0 0,-6 33-18 16,4-9 3-16,-2 12-11 0,-2 1-11 15,0 2-1-15,-1-2-13 0,2-2-12 0,-6 0 5 16,6-2-11-16,-4-2 4 16,-3-4-18-16,0-5-2 0,3-5-51 0,4-3-59 15,-7 2-64-15,4-4-79 0,5-6-87 16,-3 1-101-16,2-5-124 0,4-2-150 0,0 0-74 16,0 0 77-16,2-19-476 0,6 0-620 15</inkml:trace>
  <inkml:trace contextRef="#ctx0" brushRef="#br0" timeOffset="57954.66">17057 2276 3060 0,'0'-9'1'16,"4"-2"58"-16,-2 2 47 0,2 3 34 16,-3-1 17-16,3 0 9 0,-4 7-11 0,10-12-13 15,0 7-7-15,-1 1-17 0,1 3-10 0,-10 1-14 16,22-4-5-16,-8 4-11 15,-1 4-10-15,5 3-2 0,-4 1-6 16,4 6-2-16,1 5 1 0,2-1-1 0,-6 5 8 16,-2 2-7-16,-4-2 5 0,0-1 7 15,-7 3-1-15,-1 0 2 0,-6 9-5 0,-2 2-7 16,0-5 4-16,2-4 11 0,1-6 2 16,-2-4-2-16,4-1-4 0,2-5-6 0,-3 1-6 15,1 0-4-15,-1-3 2 0,3-1 7 16,0 2 8-16,0 0 12 15,3-3-12-15,-1 3 7 0,0 0 7 0,-1 1 11 16,1 1 7-16,2 0-1 0,0-1-6 16,-1 1 8-16,-1 1-8 0,0-2-1 0,2 1 6 15,-4 0 7-15,0 0 7 0,2-1 1 16,-4-3 7-16,-2 2-3 0,0-1-4 0,-1 2-13 16,-3-4-83-16,-4 0-21 0,-1 2 0 15,-2-2 0-15,-2 1 0 0,0-6 0 16,-2 2 0-16,2 0 0 0,2-4 0 0,-5-2 0 15,-3-6 0-15,7 0-125 0,-4 0-203 16,3-5-67-16,6 5-72 0,0-4-75 16,0 3-115-16,2-3-176 0,4-3 65 15,-1 7-618-15,2-4-840 0</inkml:trace>
  <inkml:trace contextRef="#ctx0" brushRef="#br0" timeOffset="58586.25">17843 2547 3641 0,'2'-3'-6'0,"-2"3"68"0,3-10 46 0,-3 10 25 0,6-8 18 0,-3 0 8 16,-3 8-1-16,11-10-12 0,-8 5-10 0,3 3-12 15,-6 2-9-15,11-12-5 0,-6 9-1 16,-5 3-3-16,14-7 3 0,-10 4 2 0,-4 3 2 16,11-6 5-16,-11 6 1 0,8-4 2 15,-8 4 10-15,10-6-16 0,-10 6 4 16,5-8-11-16,-1 1-2 0,0 0-13 0,-3 0 1 16,-1-1-18-16,3-5-17 0,-3 4-4 15,-3-3-11-15,2-2-4 0,-1 2-11 0,-4-5-7 16,3 7-8-16,-5-1-11 15,-2 3-13-15,-3-2 5 0,0 8-3 0,-3 2-3 16,-5 0-1-16,-1 6-1 0,-10 4 3 16,-1 5 1-16,7 3-5 0,-5 3-6 15,1 8 1-15,6-3 4 0,3-1-2 0,6 1 1 16,9-4 4-16,4-3 3 0,7 0 9 16,4-1 34-16,8 8 30 0,9 0 10 0,10 2 13 15,5-1 22-15,1 1 12 0,2-3 3 16,-1 3 15-16,4-4-3 0,-6 0-6 15,-8-6-3-15,-7 1-1 0,-3-2-57 0,-8-1-69 16,-3-5 0-16,-3 1 0 16,-5 2 0-16,0-2 0 0,-4-3 0 0,-4 2 0 15,0-1 0-15,-5 0 0 0,-3-1 0 16,1 0 0-16,-5-4 0 0,2 3 0 0,-8-4 0 16,1 1 0-16,1-4 0 0,0-1 0 15,-1-1 0-15,5-4 0 0,-6-1 0 0,4-2 0 16,-7-9 0-16,5 2 0 0,9-1 0 15,-4 2 0-15,5-1 0 0,-1-1 0 0,7 5 0 16,-2-1 0-16,6 2 0 0,2-1-488 16,4-3-542-16,2 2 85 0,5-2 99 15,4 0-814-15,12 1-1098 0</inkml:trace>
  <inkml:trace contextRef="#ctx0" brushRef="#br0" timeOffset="58836.38">18463 2515 4896 0,'2'-9'103'0,"2"4"58"0,-4 5 47 0,0-8 17 0,0 8-3 0,0 0-17 0,0 0-2 0,0 0 19 15,0 0 15-15,2 29-9 0,-2-10-20 16,0 7-17-16,-2-1-18 0,2 4-20 0,0-2-13 16,-2 0-13-16,2 4-13 15,4-6-13-15,-4 1-27 0,3-4-74 0,-3-3 0 16,0-2 0-16,2-2-31 0,-2-3-134 15,0-3-58-15,0 2-61 0,1-4-101 16,-1-1-117-16,0-6-149 0,0 0-175 0,0 0 37 16,0 0 96-16,0 0-546 0,0 0-700 15</inkml:trace>
  <inkml:trace contextRef="#ctx0" brushRef="#br0" timeOffset="59021.73">18212 2498 3316 0,'-11'-5'200'0,"3"0"82"0,0 1 75 0,8 4 48 16,-3-12 11-16,1 6-2 16,2 6-27-16,5-14-34 0,5 3-39 0,2 1-32 15,4 0-30-15,17-2-29 0,-3 2-53 16,5 0-70-16,3-4-102 0,4 3-104 0,-3 3-100 16,6 4-84-16,-6 0-105 0,-6 2-101 15,-6 2-133-15,-4 0-168 0,-4 0 67 16,-4 2-569-16,-4 1-758 0</inkml:trace>
  <inkml:trace contextRef="#ctx0" brushRef="#br0" timeOffset="59670.16">19986 2539 3477 0,'0'0'-52'0,"-34"22"59"0,15 1 52 0,2 0 47 0,-4 5 35 0,0 3 28 0,4 0 16 0,-6 7 11 15,4-7-3-15,9-1-14 0,3-6-2 16,3-2-14-16,4-2-1 0,0-2 4 16,4 0-8-16,-1-2-6 0,6 0-2 0,2-2 13 15,-2-2 8-15,7-5-3 0,-2 0-2 16,6-4-11-16,-1-3-20 0,1-1-5 15,5-5-7-15,0 0 4 0,2-6-1 0,2-1-8 16,-5-3-10-16,-7 2-3 0,5-6 1 16,-8-3-12-16,-2-5-13 0,-2-1-7 0,-7 1-9 15,-3 4-12-15,-1 1-15 0,-1-1-22 16,-6 1-33-16,2 3-38 0,-5 3-51 16,-2 5-43-16,-7 3-37 0,3 7-43 0,0 2-48 15,-2 2-71-15,-3 3-77 0,-9 7-86 16,10-2-119-16,0 1-158 0,2-2 72 15,5-4-533-15,3 3-711 0</inkml:trace>
  <inkml:trace contextRef="#ctx0" brushRef="#br0" timeOffset="60220.13">20179 2788 3542 0,'-4'10'71'15,"4"-10"23"-15,0 0 23 0,0 0 40 0,-3 12 23 16,3-12 17-16,-5 10 0 0,3-3-6 16,2-7-12-16,0 15-8 0,4-6-15 0,-1 2-32 15,-1-2-8-15,1 0-5 0,5 1-13 16,-3 0-9-16,3-2-10 0,0-2-6 16,-1 1-7-16,4-1-3 0,1-2-8 0,-1-1-10 15,-11-3-5-15,22 1-4 0,-22-1-5 16,18-8-4-16,-8 0-10 0,-2-3-4 0,-1-1-12 15,0-8-2-15,-2-1-7 0,-1-14 0 16,-2 4 7-16,-2 4-12 0,-2 2 1 16,-2 0 0-16,-1 2 0 0,2 4-1 15,-3 3-5-15,3 2 1 0,-5 5-4 16,3 1 1-16,-6 4 4 0,2 2 1 0,9 2-2 16,0 0 4-16,-21 4-3 0,21-4 1 15,-6 8 0-15,6-8 4 0,0 0 3 0,0 0 6 16,24 13 0-16,-8-11 0 0,7-4 2 15,2-1 1-15,13-2 6 0,-4 0 15 16,-3-1 17-16,-6 2 12 0,-8 2 6 0,2 2 9 16,-5-3 4-16,-3 3 11 0,-11 0 17 15,21 7 16-15,-12-1 9 0,0 4-3 0,0 1-6 16,-2 4-10-16,0 3-8 0,-1 2-11 16,1 0-11-16,-6 0-5 0,5 1-7 0,-4-2-2 15,0-2-8-15,-1 0-6 16,1-2-8-16,0-1-1 0,-2-2-19 0,2 1-25 15,0-6-36-15,-2 2-49 0,2-2-60 16,-2-7-67-16,2 13-87 0,-2-10-131 16,0-3-133-16,0 0-149 0,8 3-79 0,-8-3 82 15,0 0-540-15,13-11-717 0</inkml:trace>
  <inkml:trace contextRef="#ctx0" brushRef="#br0" timeOffset="60638.96">20926 2766 3238 0,'0'0'-2'0,"0"0"54"0,0 0 43 0,0 0 32 0,0 0 21 0,0 0 23 0,0 0 10 0,0 0 8 0,0 0 5 16,0 0 7-16,0 0 5 0,0 0 6 16,0 0 12-16,0 0 2 0,0 0-1 15,21 1-14-15,-21-1-12 0,0 0-13 0,19 0-9 16,-19 0-8-16,13-5-16 0,-4 2-15 15,-9 3-12-15,12-9-11 0,-6 4-14 0,-1-2-11 16,-3-1-10-16,-2-1-11 0,2 0-11 16,-2 9-12-16,-4-15-8 0,1 10-4 15,3 5-7-15,-20-5-6 0,9 5 3 16,11 0-7-16,-34 8-5 0,18-2-3 0,0 3 1 16,-2 2-1-16,3 3 6 0,3 1-4 15,1 1 7-15,4-3 8 0,0 3 5 16,2-1 2-16,1 2 4 0,4-2 3 0,4 2 1 15,2 0 1-15,4 1 0 0,-3-1-3 16,5-1-29-16,-1 0-10 0,6-5 0 0,-2 1 0 16,-3-3 0-16,1-1 0 0,-2-2 0 15,2 0-88-15,-4-2-93 0,-2-1-61 16,-7-3-63-16,18 4-94 0,-11-6-111 16,-7 2-128-16,11-5-184 0,-2 1 48 0,-9 4 91 15,7-12-524-15,-5 6-671 0</inkml:trace>
  <inkml:trace contextRef="#ctx0" brushRef="#br0" timeOffset="61456.87">22094 3012 3580 0,'-7'4'140'0,"-2"-1"26"0,9-3 1 0,-9 4 16 0,9-4 7 0,0 0 10 0,0 0-3 0,0 0-9 0,0 0-21 16,0 0-17-16,0 0-12 0,0 0-14 15,0 0-9-15,48-9-15 0,-31 4-5 0,1 0-12 16,-2-4-6-16,4 1-9 0,-1-2-6 16,1-8-10-16,3 0-3 0,-3-6-3 0,-4 1-1 15,2-4-10-15,-3-2-3 0,-1-4-6 16,-1 4 4-16,-6 6 1 0,-1 5 10 0,2 4 0 16,-5-1-3-16,-1 6-7 15,0 1-4-15,-4 6-1 0,2 2-9 0,0 0 7 16,0 0-11-16,-25 23 5 0,14-5 3 15,-3 7-5-15,1 4 3 0,2 2-8 16,1 2 4-16,5-3-6 0,1-1 0 0,4-7-1 16,4-1 3-16,-1 3-3 0,3-7-1 15,0 3 1-15,5-8-3 0,2 2 6 0,1-7-10 16,3-2-2-16,4-5-3 0,6 0-3 16,-2-4 1-16,11-6-4 0,0 0 7 0,-4-6-1 15,1-4-1-15,3-7-2 16,-3-2 6-16,-3-4-3 0,-4 0 7 0,3-2 15 15,-10 5 1-15,-1 4 19 0,-5 9 27 16,-6 1-7-16,3 6-4 0,-8 0-5 16,2 7-15-16,-4 3 2 0,0 0-2 0,0 0-6 15,0 0-2-15,-12 23 2 0,4-4 1 16,-1 0 3-16,-1 10-14 0,1 2 4 0,0 1-3 16,1-7-4-16,2-4-2 0,0 5-1 15,4-5-4-15,0-4 3 0,2 3-6 0,0-5 4 16,2-3-26-16,0-2-14 0,4 0-30 15,-2-3-45-15,4 0-55 0,-1-2-74 0,1-3-94 16,4-2-106-16,-12 0-125 16,25-5-182-16,-13-2-23 0,8-3 88 0,-4 0-508 15,11-4-649-15</inkml:trace>
  <inkml:trace contextRef="#ctx0" brushRef="#br0" timeOffset="61852.86">23339 2692 3466 0,'-6'-9'33'0,"0"1"32"0,2 6 21 0,4 2 2 0,0 0 14 0,-19 0 3 0,19 0-4 0,-21 7 1 0,8 0-5 15,-1 0 0-15,-2 3-10 0,-2 2-11 0,2 2-6 16,2-1-3-16,1 3-8 0,3-1-8 15,2-1 3-15,6-2-8 0,1 0-2 16,2 0 15-16,7 2 25 0,-3-1 14 0,7 1 23 16,-1-1 29-16,0 1 31 0,3-1 28 15,-3-4 19-15,3 4 5 0,-1 1-4 0,-1-5-10 16,-2 1-6-16,-5 0-7 0,2 0-12 16,-5-2-9-16,3-1-17 0,-3 2-8 0,-4-1-14 15,-3 1-15-15,2-2-50 16,-5 2-81-16,1-1 0 0,-5 0 0 0,-1-1 0 15,2-1 0-15,-7-3 0 0,2 0 0 0,0-1 0 16,-2-2 0-16,0-3 0 0,0-1 0 16,4-3-244-16,0-1-134 0,3-2-110 15,1 1-109-15,6-5-147 0,-2 2-99 16,4 2 81-16,4 0-644 0,2-2-859 0</inkml:trace>
  <inkml:trace contextRef="#ctx0" brushRef="#br0" timeOffset="62187.09">23668 2724 3615 0,'4'-8'-31'0,"-4"1"63"0,0 7 33 15,-2-7 38-15,2 7 46 0,0 0 45 16,0 0 24-16,-19 22 12 0,12-8 21 16,-6 5-6-16,1 6 17 0,1 5-2 0,-2-3-3 15,10-3-1-15,-3-2-9 0,6-1-15 16,0 0-16-16,6-2-18 0,-1 1-10 15,6-3-17-15,0-1-14 0,1-3-14 0,8-2-11 16,-1-3-9-16,0-4-12 0,0-1-11 16,2-4-33-16,0-1-67 0,0-2 0 0,0-1 0 15,-2 0 0-15,-2-4 0 0,3 1 0 16,-6-2 0-16,0-1 0 0,-3-2 0 16,-1-3 0-16,0-1 0 0,-3-3 0 0,1 1-17 15,-1-3-235-15,-2 1-50 0,2 0-54 16,-3 4-74-16,-1 1-75 0,-1 3-109 15,-2 2-163-15,0 3 11 0,0-1 85 0,-2 2-506 16,2 7-653-16</inkml:trace>
  <inkml:trace contextRef="#ctx0" brushRef="#br0" timeOffset="63519.04">24488 2759 3172 0,'4'3'106'15,"-4"-3"56"-15,0 0 19 0,0 0 45 0,1 10 58 0,-1-10 39 16,0 12 21-16,0-5-8 16,0 3-14-16,-1-1-16 0,1 3-31 0,-4 0-24 15,0 0-21-15,1 1-18 0,-2 1-18 16,-1 1-18-16,-1-1-20 0,-5 1-14 0,-1 2-15 16,-2-5-13-16,0 1-18 0,-3 0-30 15,0-5-30-15,2-1-24 0,-1-5-12 16,5 1-32-16,12-3-28 0,-20-9-28 0,11 1-14 15,4-7-17-15,1-4-7 0,4-9 5 16,9-14 8-16,5-5 13 0,6 4 5 0,-5 10 11 16,0 6 10-16,-2 7 6 15,-2 8 13-15,-1 3 21 0,0 4 22 0,-1 5 25 16,-9 0 10-16,17 10 12 0,-7 0 7 16,4 4 13-16,-3 3-1 0,-2-2 1 0,5 4-3 15,1 5-8-15,4-1 0 0,-2 0-10 16,0-2-1-16,1-3 2 0,2 1-8 0,-1-7-2 15,-2 1 3-15,1-3-18 0,-3-4-23 16,2-4-20-16,1 1-18 0,-4-3-16 16,4-3-18-16,-2 1-21 0,6-8-21 0,-3-1-22 15,3-9-29-15,1-5-19 0,6-13-23 16,-2-6-30-16,0-7-30 0,-1-9-31 0,10-20-24 16,0-4-14-16,-1-4-6 15,-3-3 29-15,0 1 28 0,2 3 71 0,-5 2 49 16,-9 25 60-16,-8 4 58 0,-1 5 40 15,-10 15 32-15,-1 9 23 0,2 6 17 16,-4 5 11-16,-3 1 8 0,1 7 9 0,-4 0-5 16,1 4 20-16,-1 4-1 0,8 0 14 15,-25 14 3-15,9-2 0 0,-8 13 7 0,0 11 8 16,-1 7 12-16,-4 10 6 0,-5 22 42 16,0 4 23-16,1 5 35 0,1 3 24 15,1 5-6-15,5 0-2 0,4-6-18 16,11-14-17-16,6-5-23 0,2 0-19 0,6-6-16 15,0-2-13-15,9-5-18 0,-3-2-9 16,3-13-18-16,1-8-11 0,1-2-12 16,2-6-13-16,4-9-31 0,-2-6-22 0,7-5-23 15,4-5-33-15,11-6 1 0,9-9-8 16,5-7 14-16,-4-5-23 0,1-5 12 0,8-16 2 16,-2-10 4-16,-2-6 0 0,1-9-5 15,-4-5 0-15,4-3-1 0,-6-3 0 0,-7-4 5 16,-2-1 2-16,-11 3 2 0,-8 25 13 15,-8 5 5-15,-6 15-3 0,-6 4 0 0,-6 10 0 16,-3 9 10-16,-7-4-3 0,-1 9 10 16,-3 4 5-16,4 6 3 0,-6 3 2 0,2 6 2 15,-5 3 7-15,-12 10 11 16,-3 11 19-16,-2 9-2 0,2 9 12 0,-12 22 4 16,9 7 1-16,-2 0 11 0,7 8 3 15,4-1 2-15,10-17 12 0,4 0 3 16,4-1-8-16,5-4-6 0,3-7-5 0,6-9-5 15,6-3-2-15,-1-1-18 0,7-9-3 16,1-3-24-16,5-6-25 0,-2-8 0 0,6-6 0 16,1-5 0-16,4-3 0 0,11-5 0 15,1-6 0-15,13-7 0 0,0-6 0 0,-3-4 0 16,-3-3 0-16,-5 2 0 0,-3-5 0 16,-4 3 0-16,-10 13 0 0,-9 2 0 0,-4 4 0 15,-1 4 0-15,-9 6 0 16,-1 2 0-16,0 0 0 0,0 0 0 0,-22 20 0 15,10-6 0-15,1 0 0 0,0 1 0 16,1-3 0-16,1 0 0 0,1 0 0 0,0 0 0 16,4-2 0-16,1-5 0 0,1 3 0 15,2-8 0-15,0 0 0 0,9 10 0 0,-9-10 0 16,16 0 0-16,-16 0 0 0,21-6 0 16,-6 2 0-16,-1-4 0 0,-1 3 0 0,-2 1 0 15,1 0 0-15,-3 0 0 0,-4 1 0 16,-5 3 0-16,12-2 0 0,-12 2 0 15,0 0 0-15,-1 19 0 0,-8 2 0 16,-4 14 0-16,-6 15 0 0,0 12 0 0,-7 21 0 16,-1-1 0-16,0 4 0 0,2 1 0 15,-2 1 0-15,2-6 0 0,5-17 0 16,-1-3 0-16,-4-6 0 0,0-4 0 0,-3-7 0 16,1-3 0-16,1-7 0 0,3-12 0 15,-1-3 0-15,-1-5 0 0,3-7 0 0,3-2 0 16,-2-6 0-16,-3-6 0 0,-11-4 0 15,0-5 0-15,7-6 0 0,4-5 0 16,2-2 0-16,5-2 0 0,4-4 0 0,6 0 0 16,0 8 0-16,3 6 0 0,1 5 0 15,-1-2 0-15,0 5 0 0,3 0 0 16,-1 6 0-16,-2-3 0 0,0 5 0 0,4 4 0 16,0 0 0-16,-6-4 0 0,6 4-1061 15,0 0 80-15,0 0 115 0,0 0-931 0,16-8-1225 16</inkml:trace>
  <inkml:trace contextRef="#ctx0" brushRef="#br0" timeOffset="64637.7">26726 2817 5171 0,'5'-21'-46'16,"-1"4"55"-16,-1 4 57 0,3 0 47 0,-1 5 41 0,6-2 20 0,0 1-2 0,0 4-15 16,5 3 12-16,0 4-5 0,5 3-6 15,12 7-8-15,-6 7-8 0,-1 1-11 0,-4 3 4 16,-4 2 3-16,-4 1-1 0,-9-1 11 15,-3-1 9-15,-2-1 6 0,-3 0 7 16,-8 6 4-16,-1 0-89 0,-4-3-85 0,-5 1 0 16,-2-2 0-16,0-2 0 0,-4-3 0 15,2-1 0-15,-2-1 0 0,-4-7 0 0,8 0 0 16,4-4 0-16,2-4 0 0,3-1 0 16,1-2 0-16,1-5 0 0,3-7 0 0,4-2 0 15,5-5 0-15,3-17 0 0,13-8 0 16,3-4 0-16,5 3 0 0,3 2 0 0,4 7 0 15,-8 9 0-15,-1 4 0 0,1 6 0 16,-2 7 0-16,-4 5 0 0,-3 3 0 16,-3 4 0-16,3 4 0 0,-1 6 0 15,-2 0 0-15,-1 5 0 0,1 2 0 0,-4 3 0 16,5 3 0-16,0-4 0 0,-5 1 0 16,3-3 0-16,-1 0 0 0,2-4 0 0,0-1 0 15,0-1 0-15,3-4 0 0,-3-4 0 16,3-1 0-16,2-6 0 0,4 0 0 15,0-5 0-15,8-3 0 0,-1-4 0 0,2-5 0 16,-2 1 0-16,-1-6 0 0,3-7 0 16,0-2 0-16,-1-2 0 0,-5-4 0 0,-8 7 0 15,4 1 0-15,-5 5 0 0,-7 7 0 16,-1 7 0-16,-5 4 0 0,-1 5-423 0,0 3-215 16,0 0-122-16,0 0-139 0,0 0 88 15,0 0-774-15,0 0-1026 0</inkml:trace>
  <inkml:trace contextRef="#ctx0" brushRef="#br0" timeOffset="65204.35">28558 2825 4627 0,'-5'-12'34'0,"-4"4"35"0,0 3 30 0,0 3 31 0,9 2 25 0,-25 3 23 0,6 3 8 0,-8 7-15 0,1 5-12 15,1 0 9-15,0 4-16 0,4 2-14 0,2 3-4 16,4 0-16-16,2-2-13 16,4 0 3-16,4-3-11 0,-1 0-10 0,6-3-6 15,-1-1-17-15,1-4-6 0,1 1-26 16,-1-1-28-16,6-2-38 0,-1-3-44 15,8-1-46-15,-2 0-60 0,2-4-74 0,2 0-82 16,6-2-72-16,4-4-83 0,8-6-70 16,1-3-72-16,2-1-25 0,0-2-483 0,-2 0-611 15</inkml:trace>
  <inkml:trace contextRef="#ctx0" brushRef="#br0" timeOffset="65502.8">28821 2925 3086 0,'4'-11'16'0,"-4"3"75"15,0 2 54-15,0 6 41 0,0 0 31 16,-12-8 25-16,12 8 22 0,0 0 15 15,0 0-3-15,-38 16 9 0,19-7-10 16,-1 9-14-16,-1 3-24 0,1 0-18 0,5 3-22 16,1-2-20-16,7-3-17 0,2 3-12 15,3-5-17-15,2 0-4 0,2-2-18 0,3 2-7 16,2-5-14-16,6-1-9 0,-1-2-8 16,2-2-6-16,3-5-3 0,-1 0-5 0,0-4-4 15,2 0 5-15,-3-4 11 0,4-4 9 16,0-1 11-16,2-9-7 0,-2-1-6 15,-2-2-42-15,-2-5-34 0,-4-3 0 0,2 0 0 16,-6 1 0-16,-3 6 0 0,-3 4 0 16,-1 6 0-16,0-1 0 0,-3 3 0 15,-3 4-21-15,-3 2-197 0,-3 0-56 16,1 6-69-16,-3 0-83 0,1 2-109 0,-3 2-122 0,3 2-162 16,1 0 67-16,0 1-658 15,4 3-862-15</inkml:trace>
  <inkml:trace contextRef="#ctx0" brushRef="#br0" timeOffset="66119.03">29322 2885 4022 0,'0'0'122'0,"0"0"51"0,-15-9 23 0,15 9 25 0,0 0 33 15,0 0 12-15,-26 12-10 16,16-6-18-16,0 5-19 0,-1 1-18 0,-1 2-21 15,7 1-16-15,-4-1-17 0,0 1-13 16,4-1-11-16,-1-1-15 0,2-1-13 16,1-3-5-16,-1-1-8 0,0-1-6 0,3 0-1 15,1-7-3-15,-7 10-3 16,7-10 6-16,0 0-4 0,-4 5-9 0,4-5-4 16,0 0-6-16,0 0-8 0,11-23-4 15,-4 10-6-15,4-2 1 0,3 0-6 0,-3-2-3 16,-2 6 2-16,1 1 1 0,0 0-10 15,-3 1-13-15,-2 2-6 0,4 0 0 0,-2 5 0 16,-7 2 0-16,15-2 0 0,-15 2 0 16,16 6 0-16,-7-1 0 0,0 0 0 0,1 4 0 15,0-3 0-15,-3 4 0 0,1 2 0 16,0-3 0-16,-3-1 0 0,1 4 0 16,-3-4 0-16,-1-1 0 0,3 0 0 0,-1 0 0 15,-4-7 0-15,3 8 0 0,-3-8 0 16,6 7 0-16,-6-7 0 0,5 5 0 0,-5-5 0 15,0 0 0-15,0 0 0 0,29-13 0 16,-10 2 0-16,8-6 0 0,4-3 0 16,-1 4 0-16,3-1 0 0,-3 2 0 15,-1 3 0-15,-5 0 0 0,-7 8 0 0,-1 1 0 16,-7 1 0-16,-9 2 0 0,19 3 0 16,-13 0 0-16,2 6 0 0,-5-2 0 0,1 6 0 15,-2-2 0-15,0 3 0 0,-2-1 0 16,-2 1 0-16,0 3 0 0,0 1 0 0,-3-1 0 15,3 0 0-15,0 0 0 0,0-2 0 16,-2-4 0-16,1 0 0 0,2-2 0 16,-1-2 0-16,-2 1 0 0,0-3-253 0,4-5-126 15,0 12-114-15,0-12-126 0,-1 6-176 16,1-6-35-16,0 0 89 0,0 0-647 0,0 0-841 16</inkml:trace>
  <inkml:trace contextRef="#ctx0" brushRef="#br0" timeOffset="66453.25">30510 1928 3989 0,'-12'-13'-39'0,"2"6"20"0,5 0 15 0,-3 4 26 0,8 3 28 0,0 0 41 0,-26 15 24 16,6 7 22-16,4 13 14 0,-8 12 7 0,-2 13 44 15,-7 25 56-15,3 2 6 0,-3 6-15 16,1 4-22-16,0 3-17 0,0 5-14 16,3 1-14-16,-3-1-22 0,1-4-16 0,-1-2-15 15,-1-3-11-15,3-8-10 0,1-6-12 16,6-22-6-16,0-5-19 0,3-7-19 0,-2-3-20 16,7-16-20-16,6-5-29 0,-1-9-27 15,5 0-24-15,-4-6-37 0,8-6-48 16,-3 1-50-16,4-4-40 0,0 0-49 0,0 0-33 15,2-26-26-15,5 6-28 16,5-13-28-16,5-16-16 0,4-6-12 0,4-6 6 0,9-17 17 16,2 3 51-16,5 7-593 0</inkml:trace>
  <inkml:trace contextRef="#ctx0" brushRef="#br0" timeOffset="66669.14">30102 3016 2386 0,'20'-33'-98'0,"-6"10"54"16,-3 9 52-16,-1 2 36 0,0 1 33 16,-5 2 33-16,5 3 19 0,0 3 12 0,-1-2 12 15,-2 3 10-15,-7 2 5 0,23 2 5 16,-23-2 7-16,25 6 3 0,-14-1 2 15,3 1-2-15,-3 4 1 0,1 0 0 0,-2-1-11 16,-1 1-5-16,-4-2-7 0,1 5 1 16,-2-3-16-16,-2 0-2 0,0-1-10 0,-4 1-5 15,-2 0-4-15,-4 1-14 0,3-1-17 16,-4-4 0-16,-1 3-36 0,-5-4-39 0,1 2-46 16,1-3-62-16,2-3-72 15,-1 1-70-15,12-2-69 0,-21-9-65 0,11-1-71 16,7-4-77-16,6-10-86 0,9-23-27 15,12-9-354-15,15-21-456 0</inkml:trace>
  <inkml:trace contextRef="#ctx0" brushRef="#br0" timeOffset="66902.16">30788 2102 2561 0,'7'-13'-11'0,"0"4"65"16,-2 2 45-16,-1 1 36 0,-2 2 28 16,-2 4 14-16,0 0-2 0,0 0-16 15,0 0 42-15,0 0 34 0,0 0 33 16,-11 43 37-16,-7-1 20 0,-3 8 12 15,0 5 11-15,-4 6 8 0,-7 20 3 0,0 1-7 16,-4 0-26-16,1-2-24 0,0-3-25 16,1 0-26-16,7-15-22 0,1 0-32 0,2-2-186 15,-1 0-11-15,2-8 0 0,3-2 0 16,2-7 0-16,4-12 0 0,5-7 0 0,-1-7 0 16,7-1 0-16,-2-4-97 0,1-5-300 15,4 1-125-15,0-8-134 0,0 0-167 16,0 0-8-16,0 0 87 0,43-31-658 0,-16 9-853 15</inkml:trace>
  <inkml:trace contextRef="#ctx0" brushRef="#br0" timeOffset="67286.58">30737 2959 3907 0,'0'0'69'0,"0"0"57"15,0 0 49-15,0 0 43 0,0 0 33 0,0 0 21 16,0 0 6-16,0 0 8 0,0 0-3 15,0 0-6-15,0 0-18 0,0 0-24 0,0 0-22 16,26 5-21-16,-26-5-18 0,15 6-18 16,-5-4-13-16,-10-2-13 0,15 1-12 0,-15-1-11 15,17 2-7-15,-17-2-9 0,14 0-7 16,-14 0-37-16,13-5-47 0,-13 5 0 0,12-10 0 16,-9 6 0-16,1-4 0 0,-4 8 0 15,2-9 0-15,-2 9 0 0,0 0 0 16,-9-12 0-16,-1 10 0 0,10 2 0 15,-25 2 0-15,10 1 0 0,-1 2 0 16,1 1 0-16,-2 3 0 0,0 1 0 0,1 5 0 16,4-2 0-16,-2 1 0 0,3 0 0 15,1 1 0-15,2-1 0 0,1 0 0 0,3 1 0 16,-2-1 0-16,6-2 0 0,0 1 0 16,4-4 0-16,-2 1 0 0,5-3 0 15,5 3-203-15,-1-3-234 0,3 0-92 16,-1-3-106-16,7-2-133 0,0-2-49 0,-1-4 76 15,12-5-640-15,-1-3-835 0</inkml:trace>
  <inkml:trace contextRef="#ctx0" brushRef="#br0" timeOffset="67570.17">31630 2222 3565 0,'-4'-23'-41'0,"-1"5"67"15,-3 4 66-15,4 4 48 0,-2 0 34 16,3 2 5-16,-1 2-8 0,4 6 8 0,-12-3 24 15,12 3 25-15,-20 11 9 0,-2 12-4 16,3 9-10-16,-5 11-11 0,1 8-11 0,0 5-7 16,0 4-8-16,2 6-3 0,0 0-11 15,-2-3-19-15,3-1-15 0,-3-1-13 16,3-4-7-16,-3-2-12 0,5-6-18 16,-4-3-32-16,8-4-48 0,-2-9-47 0,5-6-57 15,1-7-53-15,0-4-42 0,7-4-50 16,-3-2-48-16,4-3-52 0,1-5-51 15,1-2-60-15,0 0-52 0,0 0-60 0,0 0-73 16,-7-18 10-16,7 7-403 0,-2-1-503 16</inkml:trace>
  <inkml:trace contextRef="#ctx0" brushRef="#br0" timeOffset="67720.11">31128 2970 2664 0,'-12'-12'-14'0,"2"0"79"0,5 7 58 16,-4-1 65-16,6 1 61 0,3 5 47 0,-6-7 37 16,6 7 30-16,-2-6 10 15,2 6-4-15,0 0-10 0,-5-9-18 0,5 9-25 16,0 0-30-16,0 0-26 0,0 0-30 15,0 0-21-15,0 0-31 0,20-8-64 16,-6 8-93-16,4 0-117 0,7-2-126 0,0 2-126 16,6-2-136-16,10-2-178 0,4 0-146 15,-4 1 71-15,6 2-612 0,-4-1-804 0</inkml:trace>
  <inkml:trace contextRef="#ctx0" brushRef="#br0" timeOffset="68117.81">31786 2980 3629 0,'0'0'11'0,"0"0"86"16,-9 5 60-16,9-5 54 0,0 0 46 0,0 0 26 15,0 0 8-15,0 0-13 0,0 0-21 16,0 0-18-16,0 0-29 0,23 4-16 16,-10-4-21-16,-13 0-15 0,31-1-22 0,-14 0-7 15,0-3-14-15,-2 1-7 0,2-2-14 16,-1 0-9-16,-1-2-9 0,-2-2-7 0,-1-1 2 15,-3 1-8-15,-1-1-8 0,-6-1-8 16,-2 3-7-16,-7 0-8 0,-5-2-6 16,-8 4-2-16,-9 0-2 0,2 6 7 15,-14 6 1-15,1 6 12 0,-10 7 12 0,7 3 15 16,1 3 11-16,7 7 13 0,7-1 25 16,6-4-79-16,2 2-39 0,7-3 0 15,1 1 0-15,7-4 0 0,3-3 0 0,0-4 0 16,2-2 0-16,2-2 0 0,3 0 0 15,3 0 0-15,2-5 0 0,-1 1 0 0,0-1 0 16,3-2 0-16,0 0 0 0,-1-3 0 16,-11-2 0-16,19 2 0 0,-19-2 0 0,19-4-182 15,-9 1-618-15,-3-4-172 0,-3-4 76 16,-4 3 106-16,-2-2-758 0,-7-7-991 16</inkml:trace>
  <inkml:trace contextRef="#ctx0" brushRef="#br0" timeOffset="69234.67">13023 2946 3866 0,'-2'-5'312'0,"2"5"-78"0,0-10-62 0,0 10-18 16,0 0 53-16,0 0 9 0,0 0-5 0,-16 44-5 15,3-10-2-15,2 16 7 0,-2 4-8 16,1 0-8-16,0 2-29 0,1-1-13 0,2-2-11 15,2-3-14-15,-2 1-15 0,2-12-9 16,1-2-9-16,1-3-12 0,-2-10-6 16,6-2-12-16,-5-6-5 0,4 0-3 15,0-5-2-15,1 1-5 0,-1-5-4 16,-2 2 3-16,2-2-17 0,2-7-10 0,0 0-19 16,0 0-11-16,0 0-13 0,0 0-19 15,0 0-1-15,9-31-11 0,2 12-11 0,3-9 5 16,1-1 3-16,5 1 5 0,-3 5 2 15,-4 3 11-15,-2 5 22 0,-1 4 17 0,-1 0 0 16,-3 2 13-16,1 3 13 0,2 4 18 16,-9 2 21-16,0 0 22 0,20 8 12 0,-12 1 17 15,0 3 10-15,-3 4 10 0,-3-1-84 16,0 4-54-16,-4 2 0 0,-2 3 0 16,-3 6 0-16,-3 0 0 0,-3-3 0 0,-2 2 0 15,-1-3 0-15,-5-2 0 16,5 0 0-16,-6-4 0 0,-1 1 0 0,7-5 0 15,-2-4 0-15,1-2 0 0,-2-2 0 16,1-1 0-16,4-3 0 0,-2-1 0 0,3-3 0 16,-3-3 0-16,3-4 0 0,4-3 0 15,4-5-14-15,0-3-637 0,7-4-110 0,8-7-116 16,7 0 23-16,-2 1-858 16,9 2-1146-16</inkml:trace>
  <inkml:trace contextRef="#ctx0" brushRef="#br0" timeOffset="69451.77">13118 3479 4507 0,'9'-8'-69'0,"0"4"80"0,-6-1 65 0,-3 5 50 0,11-6 46 0,-11 6 35 0,0 0 30 0,0 0 18 0,0 0 15 15,16 12 3-15,-14-1-9 0,2 2-18 16,-2 5-20-16,-2 1-25 0,0 5-20 0,0 1-17 16,-2 1-19-16,0 0-26 0,-4 8-34 15,3-9-41-15,-2-1-45 0,1-5-52 16,1-1-62-16,-1-3-47 0,2-1-53 0,-2-2-58 15,3-5-65-15,1-3-72 0,0-4-59 16,0 0-61-16,0 0-80 0,0 0-95 16,0 0 56-16,1-21-443 0,3 5-562 15</inkml:trace>
  <inkml:trace contextRef="#ctx0" brushRef="#br0" timeOffset="69602.06">13272 3430 3115 0,'4'-27'138'0,"3"4"77"0,-4 3 52 15,1 5 31-15,0 3 19 0,-2 2 2 16,-1-1-27-16,-1 0-24 0,0 2-34 15,2 2-50-15,-2 7-63 0,0-10-67 0,0 10-79 16,0 0-80-16,2-7-104 0,-2 7-101 16,0 0-124-16,0 0-152 0,7 24-92 0,-2-12 73 15,-3 0-371-15,3 5-454 0</inkml:trace>
  <inkml:trace contextRef="#ctx0" brushRef="#br0" timeOffset="69985.28">13408 3592 2644 0,'0'0'154'0,"0"0"41"0,0 0 15 16,0 0 23-16,0 0 38 0,2 12 30 0,-2-12 15 16,0 9 9-16,0-9-14 0,4 13-11 15,-2-6-22-15,-1 1-19 0,-1 0-16 0,2-2-17 16,-2 3-24-16,0-9-21 0,2 14-16 16,0-8-16-16,-2-6-15 0,2 7-10 15,-2-7-8-15,2 9-14 0,-2-9-5 16,2 7-9-16,-2-7-6 0,0 0-7 15,0 0-11-15,0 0-12 0,0 0-8 0,0 0-13 16,23-19-3-16,-11 5-15 0,1-3-12 16,-1 3-4-16,8-6-4 0,-3 4 2 0,-2 4 1 15,-1 1-4-15,-1 2-4 0,0 4 2 16,-1-1 4-16,-3 6 16 0,-9 0 18 0,21 7 14 16,-15 2 5-16,1 3 6 0,1 2-1 15,-2 3-52-15,-2 1 0 0,0 1 0 16,-1 5 0-16,-3-7 0 0,4 3 0 0,-4-2 0 15,0 2 0-15,0-5 0 0,2-1 0 16,-2-2 0-16,0 1 0 0,0-3 0 0,-2-2 0 16,2 0-228-16,0-8-114 15,-2 9-130-15,2-9-153 0,0 0-188 0,0 0-21 16,0 0 96-16,0 0-670 0,0 0-859 16</inkml:trace>
  <inkml:trace contextRef="#ctx0" brushRef="#br0" timeOffset="70335.09">14088 3520 3962 0,'-11'-3'66'0,"11"3"23"0,-19 0 30 0,19 0 29 0,-23 6 20 16,11 2 13-16,-3 4-1 0,-4 11-9 15,2 0-9-15,0 6-12 0,1-4-12 16,5-2-11-16,4-2-16 0,0-1-12 0,6 0-8 15,-1-2-7-15,2-4-1 0,2-2-4 16,-1 1 6-16,4-3-16 0,3-2 4 0,-3 0 5 16,4-5-18-16,3-2 1 0,-12-1-9 15,27-1 1-15,-12-2-11 0,2-2 2 0,-4-2-11 16,0 0-3-16,1-3-2 0,-3 0-6 16,-1-2-2-16,-2-2-2 0,-3-1-3 0,-1 1-9 15,-4-3-3-15,0-1-4 16,-2 1-14-16,0 0-22 0,0 3-29 0,-5 1-28 15,3 5-35-15,-4-2-45 0,1 7-51 16,-3-3-60-16,-2 8-71 0,12-2-90 16,-24 6-139-16,11-1-123 0,0 2 62 0,1 1-454 15,2 2-569-15</inkml:trace>
  <inkml:trace contextRef="#ctx0" brushRef="#br0" timeOffset="70818.19">14094 3755 3006 0,'0'0'112'0,"-6"8"71"16,6-8 44-16,0 0 42 0,-4 8 33 0,4-8 30 16,0 0 13-16,0 0 1 15,0 0-22-15,6 10-24 0,-6-10-26 0,9 2-28 16,-9-2-21-16,20 1-24 0,-20-1-37 16,19 0-10-16,-19 0-25 0,19-1-24 0,-19 1-15 15,17-6-21-15,-6 0-14 0,-1 2-22 16,1-7-16-16,-1 1-2 0,-5-4-20 15,5-2-10-15,-4-5-14 0,-1-2-4 0,1 0-7 16,-4-2-12-16,1 2-10 0,-3 2-8 16,0 1-1-16,-3 6-4 0,1-3-6 0,0 5-9 15,0 3-5-15,-1 1-8 0,-3 4 2 16,6 4 6-16,-14 2 8 0,14-2-3 0,-15 4 1 16,8 2-1-16,3-2 9 0,4-4 5 15,-8 8 9-15,8-8 5 0,2 7 9 16,-2-7 0-16,0 0 8 0,25 2 11 15,-11-2 5-15,0 0 17 0,2-2 12 0,1 4 14 16,0 0 23-16,-4 4 20 0,7 3 20 16,-6 1 11-16,0 0 13 0,-3 4 11 15,1 3 11-15,-4 0 7 0,-3 0-3 0,1 4 2 16,-1-1-1-16,0 1-1 0,-3-1-3 16,0-3-6-16,0 3-12 0,-1-2-11 0,-1 2-7 15,2-2-13-15,-2-1-9 0,2-1-26 16,-2-2-61-16,0-4-55 0,0 4-66 15,0-2-91-15,0-2-121 0,0-3-146 16,2 1-196-16,-2-2-111 0,0-6 89 0,7 6-661 16,-7-6-831-16</inkml:trace>
  <inkml:trace contextRef="#ctx0" brushRef="#br0" timeOffset="71085.25">15175 3514 3908 0,'-8'-8'94'0,"5"2"45"0,3 6 47 0,0 0 29 0,0 0 36 0,-27 14 42 0,9 9 6 0,3 10 4 0,-10 10 2 15,2 6-9-15,-7 8-14 16,-10 20-26-16,-4 5-13 0,0 6-23 0,-2 3-18 16,3 0-18-16,-3-3-20 0,2-1-15 15,4-10-32-15,5-6-32 0,9-14-85 16,3-5 0-16,2-7 0 0,2-4-24 0,2-12-107 15,1-6-45-15,9-4-59 0,1-5-74 16,-1-5-89-16,3-6-85 0,4-3-103 0,0 0-137 16,0 0-40-16,0-24 88 0,4 2-579 15,3-16-716-15</inkml:trace>
  <inkml:trace contextRef="#ctx0" brushRef="#br0" timeOffset="71251.5">14746 3779 3626 0,'-4'-5'161'15,"4"5"47"-15,0 0 40 0,0 0 39 0,0 0 35 16,0 0-7-16,0 0-25 0,-2 26-25 16,4-16-29-16,2 2-27 0,0-3-58 0,-1 2-67 15,1 0-83-15,2 2-98 0,-3-2-117 16,6 1-133-16,-4-1-141 0,3 1-188 0,1 0-39 16,1-5 82-16,-1 0-467 15,-1-2-569-15</inkml:trace>
  <inkml:trace contextRef="#ctx0" brushRef="#br0" timeOffset="73866.6">16173 3124 3326 0,'-2'-8'118'0,"1"1"-17"0,1 7-16 0,0 0-2 15,0 0 19-15,0 0 20 0,-16 33 18 0,7 0 10 0,-1 6 9 0,-3 13 6 16,0 3 13-16,1 5 13 0,1-2-6 16,1 3-4-16,2-3-3 0,2-2-4 15,-3 0-12-15,2-7 0 0,0-9-25 16,4-1-5-16,-5-6-20 0,6-5-6 0,-3-7-11 15,1-1-7-15,1-2-34 0,-2-5-16 16,1-1-20-16,0 0-51 0,1-3-43 16,-3-1-63-16,4 0-85 0,1-4-98 0,1-4-103 15,0 0-102-15,0 0-135 0,0 0-35 16,-11-27 76-16,13 12-405 0,5-7-500 0</inkml:trace>
  <inkml:trace contextRef="#ctx0" brushRef="#br0" timeOffset="74034.58">16005 3680 3182 0,'-5'-9'208'0,"-1"4"40"16,6 5 49-16,-4-9 45 0,4 9 24 0,-5-5-13 16,5 5-25-16,0 0-35 0,0 0-32 0,0-9-29 15,0 9-20-15,0 0-29 0,15-2-49 16,-4-2-70-16,3 4-87 0,0 0-85 16,8 0-106-16,-3 1-116 0,1 2-136 0,5-1-131 15,0 4-160-15,0 0 73 0,6 3-515 16,-3 3-662-16</inkml:trace>
  <inkml:trace contextRef="#ctx0" brushRef="#br0" timeOffset="74486">16398 3995 3618 0,'0'0'198'0,"0"0"16"0,-8 5 11 15,8-5 3-15,0 0 26 0,0 0-8 16,0 0-17-16,0 0-26 0,0 0-17 15,0 0-20-15,0 0-22 0,38-10-8 16,-24 4-24-16,-1 2-19 0,3-2 2 0,-7 2-25 16,2-2-11-16,1-3-7 0,-3 1-8 15,-1-2-1-15,-3-2-10 0,-3-4 1 0,5 0-22 16,-7 0-11-16,-2-5-6 16,0-1-11-16,-5-2 0 0,6-1-3 0,-7 5-4 15,-3-7 0-15,5 6 0 0,-2 4-3 16,3 5-10-16,-5 2 0 0,7 2 0 0,-6-2 3 15,9 5 0-15,-5 0 4 0,1 2-1 16,4 3 7-16,-2-6-2 0,2 6 3 0,0 0 4 16,0 0 7-16,0 0-1 0,15-6 15 15,-5 6 7-15,-10 0 12 0,31 2 8 16,-15 2 27-16,4-2-5 0,-3 4 17 0,0 0 28 16,2 5 29-16,-2 1 22 0,2-1 17 15,1 9 0-15,-2 1 6 0,-2 3-1 0,1-1-5 16,-5-2-16-16,-7-1-13 0,4-1-14 15,-5 3-16-15,2 1-78 0,0-1-28 0,-2-2 0 16,0-6 0-16,-1 5 0 0,-1-4 0 16,0-3-10-16,2 0-228 0,-3-1-95 15,3-2-108-15,3-4-132 0,-2-1-192 16,-5-4-75-16,17 0 85 0,-17 0-686 0,28-9-890 16</inkml:trace>
  <inkml:trace contextRef="#ctx0" brushRef="#br0" timeOffset="74884.24">17441 3800 3799 0,'0'0'134'0,"0"0"62"0,0 0 25 0,0 0 17 0,0 0 26 0,0 0 10 0,0 0-4 0,0 0-16 0,-45 5-26 15,45-5-23-15,0 0-22 16,0 0-21-16,0 0-16 0,0 0-18 0,0 0-5 15,0 0-12-15,0 0-14 0,0 0-22 16,0 0-10-16,12-17-18 0,-12 17 1 16,4-13-8-16,-2 6-11 0,2-2-9 0,-4 4-4 15,0 5-10-15,-4-16-22 0,-2 8 0 16,-2 3-9-16,-3 4-10 0,-5-1 4 0,0 2-3 16,-7 5 8-16,0 2 2 0,-4 5-6 15,-4 1 6-15,7 2 2 0,5 0 8 16,3-2-3-16,3-1-3 0,2 4 6 15,1 0 1-15,4-3 4 0,3 1 4 0,-1-2 3 16,4 2 9-16,0-1 3 0,4-1-5 16,1 1 2-16,1-3 0 0,2 2 0 0,1-4-22 15,2 1-57-15,1 2-78 0,3-5-110 16,5 0-126-16,-4-4-160 0,9 0-188 16,-2-2-14-16,4-2 83 0,2 2-515 0,7-6-645 15</inkml:trace>
  <inkml:trace contextRef="#ctx0" brushRef="#br0" timeOffset="75266.75">17698 3885 3638 0,'0'0'201'0,"-8"-5"21"16,8 5 19-16,0 0 16 0,0 0 14 15,-5-9-6-15,5 9-13 0,0 0-14 0,0 0-2 16,0 0-17-16,0 0-10 0,14-7-27 15,-14 7-17-15,20-1-16 0,-7-3-11 0,-1 3-15 16,1-2-15-16,0-3-7 0,1 0-12 16,-2 0-9-16,1-1-16 0,-4 0-1 15,2-2-17-15,-8 1-3 0,6-2-17 0,-7 2-10 16,-2 1-9-16,-4 0-8 0,-3 1-4 16,-4 1-7-16,11 5-5 0,-34 4 12 15,15 3-6-15,-1 3-26 0,-7 4 4 16,2 5 7-16,0-1 4 0,4 3 0 0,6-4 2 15,1-1 5-15,7 2-1 0,1-4 4 16,0 0 13-16,5 0 9 0,1-3 12 0,1 1 10 16,1 0 0-16,4 3 9 0,1-5-3 15,5-2-1-15,1 0 0 0,5-3-12 0,-2 1-43 16,2-3-41-16,0 3-71 0,5-5-71 16,-1-1-86-16,-3 0-113 0,1 0-131 15,2-1-187-15,-8 1-64 0,0-3 74 16,1 3-597-16,3-4-762 0</inkml:trace>
  <inkml:trace contextRef="#ctx0" brushRef="#br0" timeOffset="75935.66">18730 4325 3539 0,'8'5'-18'0,"-6"-3"54"0,-2-2 58 0,12 4 43 0,-12-4 40 0,15 0 25 0,-15 0 7 0,24-6 2 0,-11 1-8 15,7 1-11-15,-1-4-15 0,10-5-6 16,0-1-14-16,-4-5-9 0,7-1-24 15,-5-2-16-15,10-8-9 0,-2-5-12 0,-3-3-4 16,0-5-25-16,2-6-13 0,-1-3-10 16,3-19-8-16,0-6-2 0,1 2-5 15,-5-4-4-15,1 4-5 0,-10 16 0 16,-3 5 3-16,-3 5 13 0,-4 17 4 0,-2 9 14 16,-4 1 2-16,-2 7-17 0,-3 5-5 15,0 4-2-15,-2 6-7 0,0 0 12 0,0 0 6 16,-36 41 11-16,13 0 24 0,-6 14 37 15,-8 19 30-15,-3 4 16 0,1 3 13 0,3 3-1 16,5 2-3-16,3-2 1 0,9-18-6 16,2-4-1-16,2-2-139 0,3-3-16 0,5-4 0 15,1-14 0-15,6-1 0 0,0-9 0 16,6-9 0-16,-1-3 0 0,4-1 0 16,3-6 0-16,3-3 0 0,3-2 0 0,-2-4 0 15,7-2 0-15,1-2 0 0,-1-3 0 16,7-6 0-16,1-3 0 0,-3-2 0 0,-1-4 0 15,-5 0 0-15,0 1 0 0,-8 2 0 16,-4 1 0-16,-2 4 0 0,-3-1 0 16,-5 0 0-16,-1-3 0 0,-7 4 0 15,-1-3 0-15,-7 2 0 0,1 2 0 0,-6 3 0 16,-2 1 0-16,0 2 0 0,1 1 0 16,1 4 0-16,-3 1 0 0,-1 0 0 0,2 4 0 15,-1 1-72-15,7-2-266 0,0 1-60 16,3-2-64-16,3 0-70 0,0 0-93 0,3 2-152 15,8-4 19-15,-11 5 92 0,11-5-546 16,0 0-675-16</inkml:trace>
  <inkml:trace contextRef="#ctx0" brushRef="#br0" timeOffset="76782.86">19401 4446 3691 0,'0'0'242'0,"0"0"25"0,0 0 17 16,0 0 10-16,-15-7 7 0,15 7-13 0,0 0-28 0,10-15-20 0,-3 8-31 0,5-5-21 0,3-2-37 0,4-6-27 0,3-5-22 16,3 2-21-16,-2-4-3 15,1 3-13-15,-4 2 15 0,-3 0-9 0,-4 7-2 16,-2 1 5-16,-2 4 14 0,-4-1 11 15,1 4 8-15,-1 0 1 0,-4 3-11 0,-1 4-7 16,6-9-14-16,-6 9-7 0,0 0-6 16,0 0-3-16,0 0-12 0,0 0-5 0,-32 20-4 15,21-8-3-15,2 5-27 0,2 1-9 16,-1 0 0-16,7-1 0 0,-4-3 0 16,5 1 0-16,-2-4 0 0,4 1 0 15,3-1 0-15,2-2 0 0,0-2 0 0,4-1 0 16,7-2 0-16,-2-4 0 0,-2 0 0 15,8-4 0-15,3-4 0 0,2-3-16 16,4-3-18-16,-3-1 4 0,-3-3 2 0,0-1-3 16,0-5 14-16,-3 2 4 0,0 4 7 15,-8 0 17-15,-3 7 14 0,-2 0 15 0,-3 3 11 16,2 1-3-16,-3 0-48 0,1 2 0 16,-6 5 0-16,3-5 0 0,-3 5 0 0,0 0 0 15,0 0 0-15,0 0 0 0,-9 22 0 16,6-12 0-16,-3 1 0 0,2 0 0 0,3 1 0 15,-4 0 0-15,5-1 0 0,-2-1 0 16,4 0 0-16,-2 0 0 0,6-1 0 16,0 1 0-16,1-6 0 0,4 0 0 15,5-4 0-15,2 0 0 0,0-4-107 0,7 0-48 16,-2-4-4-16,9-11-6 0,-3 0 6 16,7-8 3-16,-2-6 11 0,-1-3 14 0,-1-6 11 15,-3-1 11-15,-1-11 12 0,-1 1 14 16,0-2 32-16,-6-5 19 0,-2 4 23 0,-6-3 38 15,0 5 24-15,-7 10 39 0,-2 7 17 16,-3 10 2-16,1 4 4 0,1 5-9 16,-3 5-13-16,-3 5-13 0,0 3-6 0,-5 2 6 15,8 3 2-15,-32 32 2 16,1 11-6-16,3 11-2 0,-8 24-9 0,0 4-5 0,0 1-5 16,2 4 0-16,4-6-8 0,10-18-3 15,0-1-12-15,7-4-28 0,1-4-24 16,9-8-39-16,-1-9-22 0,4-10-33 15,2-6-14-15,1-5-17 0,5-6-22 0,0-5-32 16,5-3-31-16,3-4-28 0,2-5-28 16,11-9-37-16,-1 0-10 0,-1-9 13 0,6-8 38 15,-12 6 40-15,-5 3 48 0,-2 3 26 16,-4 5 30-16,-5 5 18 0,-3 1 10 0,-4 5 13 16,2 5 9-16,-5-7 10 0,5 7 8 15,-11-2-26-15,11 2-47 0,0 0-96 0,0 0-131 16,-24 4-183-16,24-4 43 0,0 0-191 15,0 0-192-15</inkml:trace>
  <inkml:trace contextRef="#ctx0" brushRef="#br0" timeOffset="77833.57">21967 3413 2193 0,'-27'5'150'0,"4"-3"0"0,3 2-7 0,8-3 20 0,0 1 31 0,2 1 16 0,10-3 7 15,0 0 5-15,0 0-12 0,29 2-16 0,32-4-17 16,17-3-19-16,50 0-14 0,22 1-7 16,28 1 7-16,77-1-1 0,17 0-16 0,17 2-15 15,5-5-8-15,7 7-10 0,-9-1-14 16,-10 1-5-16,-17 5-7 0,-28-2-9 0,-72 1-10 16,-16-4-22-16,-25 0-28 0,-42 0-13 15,-17-2 0-15,-22-2-1 0,-18 1 1 16,-11-4-5-16,-12 3-14 0,-11-3-22 0,-9-2-19 15,-25-2-20-15,-19-4-18 0,-14 3-7 16,-25-2-26-16,-2 4-9 0,-10 3-15 0,-13 6-10 16,-1 1 4-16,-15 5 13 15,-14 1 18-15,-5 1 18 0,-17 5 12 0,-56 4 14 16,5 3 18-16,-2 3 18 0,5 0 27 16,3 2 21-16,7-2 33 0,56-1 23 0,4 0 28 15,8-2 29-15,16-5 16 0,23 3 17 16,37-7 17-16,13-2 22 0,21-3 6 0,13 1-9 15,15-5 1-15,17 1 7 0,-7-2 8 16,61-3 7-16,13-3-10 0,40-5-10 16,14 2-22-16,11-1-11 0,15-1-10 0,10 1-20 15,12 0-25-15,1 0-21 0,0-2-22 16,2 3-14-16,-11-2-21 0,-14 2-22 0,-21-4-21 16,-18 1-20-16,-41 5-10 0,-14-3 0 15,-24 0 5-15,-15 1 1 0,-17-1 10 16,-11 2 4-16,-13-2 7 0,-28-10 1 15,-15 5 6-15,-15 1 5 0,-33-5 14 0,-7 5 6 16,-8 4 5-16,-8 4 0 0,-8-3 1 16,-5 6 5-16,-9 6 9 0,-4-2 1 15,1 5 4-15,5 1 6 0,5 1 0 0,20-1 7 16,40-2 2-16,16-1 8 0,25 2 7 16,22-1-1-16,13-1-3 0,15-1 1 0,-2-3-2 15,61 12 4-15,12-2-11 0,36 1-4 16,12 1-32-16,10-2-51 0,5 4-56 15,-3-6-75-15,4 1-95 0,-6-1-90 16,-3-4-118-16,-14-1-160 0,-22-3-11 0,-15 0 74 16,-2-3-370-16,-16-1-435 0</inkml:trace>
  <inkml:trace contextRef="#ctx0" brushRef="#br0" timeOffset="78666.42">19933 4067 2678 0,'0'0'157'0,"-17"-4"41"0,9 4 4 0,8 0 0 0,0 0-1 0,0 0-2 15,-7-3-1-15,7 3 1 0,0 0-13 16,24-10-12-16,-3 5-18 0,13-4-20 16,11 3-11-16,7-3-38 0,6 1-47 15,-1-2-72-15,-11 6-93 0,1-2-108 0,1 3-122 16,-4-3-158-16,-2 2-135 0,-2-4 65 15,-8 6-318-15,-7-2-383 0</inkml:trace>
  <inkml:trace contextRef="#ctx0" brushRef="#br0" timeOffset="81499.44">21191 4405 2407 0,'-2'-10'-36'0,"2"10"37"0,4-9 32 15,-4 9 30-15,3-11 31 0,3 7 27 0,-2-2 17 16,-4 6 24-16,8-11 5 0,-5 7 8 16,-3 4-14-16,8-8-10 0,-8 8-8 0,0 0 4 15,0 0 17-15,17 17-2 0,-11-2-9 16,0 0 0-16,-5 6 4 0,1 3 1 0,-2 0 7 16,-2 1 11-16,1-1 23 0,-3 1-3 15,-4-2-7-15,3-2 6 0,-5-1 9 16,0-3-8-16,-1 0 2 0,-1-5-9 0,-1 1-11 15,0-1-19-15,0-8-5 0,-3 4-22 16,1-4-12-16,1-3-8 0,0-1-23 16,14 0-27-16,-29-9-26 0,9-4-27 15,4-7-28-15,-2-5-31 0,5-8-9 0,3-2-9 16,8-5 3-16,1-1 4 0,2 2 2 16,4-1 8-16,1 8 2 0,-3 5 1 0,3 8 7 15,-3 4-9-15,5 3 20 0,-2 8 2 16,0 0 0-16,-6 4 10 0,0 0 4 15,25 14 6-15,-14-1 4 0,0 3 12 0,5 7 0 16,-2 3 4-16,4 2 2 0,0-2-1 16,2-2 6-16,-1 0 6 0,3 1-5 15,-2-6-2-15,-3-3 2 0,-4-5 4 0,1-3 19 16,-1-2 8-16,-2 0 6 0,1-4-1 16,1-2-7-16,3-4-3 0,1-2-7 0,2-6-18 15,4-5-18-15,-3-8-23 0,3-4-18 16,1-7-22-16,-1-7-9 0,-5-9-8 15,2-1-7-15,-1-7-7 0,-1-4 5 0,5-19 8 16,-8 13 5-16,10-15 7 0,-11 17 7 16,-3 12 5-16,-3 15 14 0,-2 4 4 0,-4 11 7 15,2 8-3-15,-4 2 3 0,-4 9 6 16,-3 4 3-16,7 3 12 0,-18 5 7 0,4 4 0 16,-1 5 3-16,-2 9 9 0,-2 8 10 15,-2 10 11-15,3 9-2 0,4 5 5 16,-6 6 16-16,7 1 16 0,-1 6 10 15,9-2 2-15,-1 1-7 0,5 0-2 0,4-6-10 16,3 2 2-16,1-9-4 0,3-1-7 16,3-5-9-16,1-12 3 0,1-5-3 0,1-3-8 15,-2-9 4-15,-2-6-1 0,5-1-9 16,1-6-6-16,-4-5-8 0,8-2-16 16,-1-8-11-16,8-3-7 0,-4-10-22 0,12-7-5 15,-4-8-4-15,-5-6 3 16,1-5-4-16,0-6 4 0,-2-6-3 0,4-20 5 15,-3 3-1-15,-1-6 4 0,-6 17 5 16,-1 1-3-16,-7 8 5 0,-6 3 5 0,2 18 5 16,-6 8 2-16,-1 10 0 0,-2 1 0 15,-4 9 6-15,0 4 6 0,-4 1 9 0,8 3 11 16,-25 15 3-16,7 7 13 0,-1 4-2 16,2 8 12-16,-3 9 8 0,-1 4 4 0,6 4 26 15,2-3-1-15,3 8-4 0,3-15-3 16,1 2-5-16,6-1-4 0,0-2-10 0,4-3-2 15,4 1-3-15,1 0-8 0,1-7-6 16,-1-2-25-16,0-8-33 0,3-4-31 16,-4-3-44-16,1-2-52 0,3-1-63 15,-1-5-92-15,4 0-109 0,-3-4-121 0,3-2-168 16,-1-2-41-16,6-6 80 0,8-3-554 16,1-7-689-16</inkml:trace>
  <inkml:trace contextRef="#ctx0" brushRef="#br0" timeOffset="81950">23186 3738 3772 0,'-7'-21'190'16,"-2"4"34"-16,4 4 50 0,-1 0 47 0,3 5-9 0,-3 1-25 0,6 7-29 0,0 0-2 15,0 0 4-15,-30 37-9 0,8 5-18 0,1 5-24 16,3 10-16-16,-2 5-14 0,-6 21-6 15,2-18-16-15,0 17-15 0,1-17-9 16,4 2-13-16,0-3-12 0,2-5-14 0,-1-5-49 16,5-2-45-16,2-17 0 0,-1 0 0 15,7-12 0-15,-1-4 0 0,3-3 0 0,-1-3 0 16,-3-3 0-16,5 3 0 0,2-6 0 16,-1-2 0-16,1-5 0 0,0 0 0 0,0 0 0 15,0 0 0-15,0 0 0 16,14-21 0-16,-9 9 0 0,1 4 0 0,-3-3 0 15,3 1 0-15,-1 2 0 0,-4 3 0 0,1-3 0 16,-2 8 0-16,6-10 0 0,-6 10 0 16,2-7 0-16,-2 7 0 0,0 0 0 15,1-10 0-15,-1 10 0 0,2-6 0 0,-2 6 0 16,0 0 0-16,4-8 0 0,-4 8 0 16,0 0 0-16,2-6 0 0,-2 6 0 15,0 0 0-15,0 0 0 0,0 0 0 0,0 0 0 16,0 0 0-16,0 0 0 0,0 0-280 15,0 0-149-15,0 0-51 0,0 0-52 0,-9-5-87 16,9 5-132-16,0 0-7 16,9-11 81-16,-6 2-570 0,6 2-707 0</inkml:trace>
  <inkml:trace contextRef="#ctx0" brushRef="#br0" timeOffset="82466.67">23217 4171 3472 0,'0'-17'81'0,"-2"0"38"0,2 2 26 0,-6 3 25 0,2 2 35 0,-4-2 22 0,3-2 12 15,-4 5-10-15,-5 3-12 0,-1 2 7 16,-5 8 10-16,-12 4-1 0,-2 9-4 0,-8 12-4 16,2 6-2-16,-2 6-17 0,8 3-11 15,4 1-3-15,1 2-10 0,6 3-11 0,5-1-16 16,3 0-9-16,8-10-7 0,3-1-2 16,3-2-17-16,1-6-44 0,1-6-76 0,5-2 0 15,-1-1 0-15,3-2 0 0,4-3 0 16,-1-2 0-16,2-3 0 0,4 0 0 0,5-4 0 15,-2-2 0-15,-1-3 0 0,3-2 0 16,4 0-341-16,10-7-169 0,-3 0-145 16,1-1-184-16,-4-4 4 0,1-4 91 15,-2 1-707-15,-1-4-901 0</inkml:trace>
  <inkml:trace contextRef="#ctx0" brushRef="#br0" timeOffset="82832.52">23595 4364 4313 0,'-14'-2'87'0,"-2"4"38"0,-1 1 39 0,3 1 30 15,-4 6 18-15,-7 7 21 0,0 2-14 16,-2 3 1-16,1 10 0 0,5-4-15 16,4-1-4-16,-1 2-11 0,5 0-15 0,8-8-17 15,-1-1-16-15,2 0-7 16,6-3-16-16,2 0-6 0,3-3-13 0,1-2-5 15,7 0-7-15,0-2-9 0,3-5-9 16,5 0-5-16,-1-1-6 0,1-4-6 0,4-2 0 16,-2 0-10-16,0-3 3 0,-3-3-31 15,7-4-15-15,-3-4 0 0,-4-3 0 0,-1-1 0 16,-6-6 0-16,-4-4 0 0,1-1 0 16,-7-3 0-16,-1 7 0 0,0 3 0 0,-6 5 0 15,0-1 0-15,-2 5 0 0,-3 1-2 16,-3 3-112-16,-3 1-12 0,-3 7-19 15,1-1-22-15,-2-1-38 0,0 7-50 16,0 0-71-16,0 3-81 0,-1 2-87 0,4-1-122 16,0 1-160-16,5 0 62 0,-1-2-593 15,4 2-766-15</inkml:trace>
  <inkml:trace contextRef="#ctx0" brushRef="#br0" timeOffset="87698.81">23925 4613 4030 0,'0'0'210'0,"0"0"-13"0,16 0-19 0,-16 0-3 0,7 6 23 15,-7-6 54-15,6 6 27 0,-6-6 13 16,5 11-13-16,-3-5-25 0,2 4-25 0,1-2-22 16,-2 3-22-16,1-3-17 0,0 1-16 15,-2-1-15-15,-1-1-15 0,1 0-10 0,2-2-12 16,-4-5-8-16,4 10-6 0,-4-10-12 15,6 7-7-15,-6-7-3 0,0 0-12 16,11 2-52-16,-11-2 0 0,18-10 0 16,-7-1 0-16,12-6 0 0,-5-2 0 0,2 4 0 15,-7 5 0-15,-1 0 0 0,-3 4 0 16,-2 0 0-16,0 1 0 0,-2-1 0 0,-5 6 0 16,10-6 0-16,-10 6 0 0,0 0 0 15,0 0 0-15,25 12 0 0,-18-7 0 16,0 1 0-16,2 0 0 0,-2 0 0 0,0 1 0 15,5-2 0-15,-2-1 0 0,1 0 0 16,-2-1 0-16,5-3 0 0,-14 0 0 16,30-3 0-16,-10 1 0 0,0-7 0 15,11-2 0-15,-5-2 0 0,3-1 0 0,-2-2 0 16,-8 5 0-16,0 1 0 0,-5 2 0 16,-2 1 0-16,0 3 0 0,-4-2 0 0,-1 4 0 15,2-4 0-15,-9 6 0 0,14-4 0 16,-14 4 0-16,0 0 0 0,0 0 0 0,19 2 0 15,-19-2 0-15,0 0 0 0,16 3 0 16,-16-3 0-16,9 5 0 0,-9-5 0 0,16 0 0 16,-9 0-38-16,-7 0-111 15,23-5-20-15,-10-2-10 0,5-1-2 0,0-2 3 16,7-9 3-16,2-5 8 0,-1-10 1 16,9-4 10-16,-1-10 13 0,2-7 14 0,8-16 15 15,0-1 7-15,0-1 13 0,-4 5 12 16,-13 17 25-16,-3 7 29 0,-9 13 28 15,-3 9 11-15,-4 6 1 0,-5 6 2 0,-5 9 22 16,2 1 25-16,0 0 19 0,-30 39 15 16,5 4 23-16,-4 11 9 0,-10 19 11 0,3 7 5 15,-3 9 1-15,1 6 1 0,-2 2-2 16,4-3-5-16,6 3-11 0,-1-10-8 0,16-17-13 16,0-4-9-16,-1-8-7 0,5-6-10 15,-1-13-6-15,5-5-5 0,1-8-2 0,1-6-2 16,1-3-52-16,1-4-13 15,-1-3 0-15,2-2 0 0,2-8 0 0,0 0 0 16,0 0 0-16,0 0 0 0,6-27 0 16,2 6 0-16,5-9 0 0,5-1 0 0,-2 2 0 15,4 0 0-15,-5 6 0 0,-3 6 0 16,-3 5 0-16,-2 2 0 0,2 0 0 0,-8 3 0 16,5 1 0-16,-2 2 0 0,-4 4 0 15,7-6 0-15,-7 6 0 0,7-4 0 16,-7 4 0-16,9-2 0 0,-9 2 0 0,11-3 0 15,-2 1 0-15,3-2 0 0,7-4-67 16,-4-4-156-16,16-5-9 0,8-10 2 16,2-5 12-16,1-6 22 0,-1-6 16 15,13-14 22-15,-2-3 18 0,-2-4 30 0,-2-5 38 16,2 2 30-16,-6 7 31 0,-10 18 29 16,-7 7 32-16,-10 8 23 0,-6 12 15 0,0 3 3 15,-8 7 37-15,-1 6 32 0,-2 0 10 16,-10 19 6-16,-7 6-4 0,0 8-7 0,-5 8-5 15,-2 2-3-15,3-3-12 0,5-5-19 16,4 0-126-16,1-3 0 0,0-1 0 0,6-7 0 16,1-2 0-16,2-5 0 0,0-2 0 15,4-3 0-15,0-2 0 0,5-2 0 16,-1-1 0-16,6-3 0 0,-3-2 0 16,0-2 0-16,4 2 0 0,-13-2 0 0,18-2 0 0,-18 2 0 15,16 0 0-15,-16 0 0 16,11 0-209-16,-11 0-42 0,0 0-46 0,0 0-75 15,0 0-79-15,0 0-85 0,0 0-115 16,0 0-135-16,0 0 79 0,0 0-630 0,0 0-793 16</inkml:trace>
  <inkml:trace contextRef="#ctx0" brushRef="#br0" timeOffset="88383.55">26338 4042 3728 0,'-1'-12'21'0,"2"3"28"0,-1 1 44 0,0 8 35 16,0-10 26-16,0 10 14 0,4-7 12 16,-4 7 40-16,0 0 48 0,0 0 38 0,0 43 12 15,-7-5-2-15,-3 12-2 0,-3 3-1 16,-3 2-5-16,-3-2-14 0,2-2-15 0,-3-1-16 15,4 0-25-15,-2-7-22 0,5-11-199 16,-1-1-17-16,3-4 0 0,0-6 0 0,3-5 0 16,2-2 0-16,1-4 0 0,-1-1 0 15,5 1 0-15,-1-5 0 0,2-5 0 16,-2 7 0-16,2-7 0 0,0 0 0 0,0 0 0 16,27-22 0-16,-5 3 0 0,5-1 0 0,1 1 0 15,1 6 0-15,-6 1 0 16,-6 3 0-16,-4 6 0 0,-1 3 0 0,-12 0 0 15,21 8 0-15,-16 2 0 0,1 1 0 16,-2 3 0-16,-3 1 0 0,4 1 0 0,-3-2 0 16,0 1 0-16,-2-1 0 0,3-1 0 15,-1-1 0-15,0-1 0 0,2-3 0 0,1 1 0 16,4-2 0-16,0-2 0 0,4-2 0 16,1-3 0-16,4-1 0 0,3-3 0 15,4-1 0-15,8-5 0 0,-7 3 0 0,-5 0 0 16,2 2 0-16,-7 0 0 0,-2 1 0 15,-2 1 0-15,-1 1 0 0,-1 0 0 16,-10 2 0-16,0 0 0 0,23 2 0 0,-23-2 0 16,11 5 0-16,-5-1 0 0,0-1 0 15,-1 1 0-15,-5-4 0 0,12 7 0 16,-8-4 0-16,2 0 0 0,-6-3 0 0,5 5-176 16,-5-5-522-16,0 0-155 0,8 2-41 15,-8-2 95-15,0 0-824 0,0 0-1061 0</inkml:trace>
  <inkml:trace contextRef="#ctx0" brushRef="#br0" timeOffset="88831.31">28313 4550 4817 0,'11'-15'95'16,"-4"5"8"-16,0 1-1 0,-4 5 6 0,-3 4 55 0,0 0 55 0,0 0 32 0,0 30 1 0,-8-9-25 16,-1 12-24-16,-4 1-23 15,-1 2-14-15,1-2-12 0,-5 0-22 0,6-2-31 0,-4-1-84 16,-1-3-70-16,1-3-95 15,5-4-87-15,-1-4-110 0,7-5-98 0,-4-1-118 16,3-5-185-16,2-2 19 0,4-4 80 16,0 0-497-16,0 0-611 0</inkml:trace>
  <inkml:trace contextRef="#ctx0" brushRef="#br0" timeOffset="89214.53">28871 4391 3448 0,'1'-14'148'0,"-1"4"47"0,0 2 35 15,2 1 25-15,0 0 15 0,-2 7 5 16,0-11-11-16,0 11-20 0,0-9-17 16,0 9-33-16,0 0-18 0,-4-8-26 0,4 8-9 15,0 0-17-15,0 0-12 16,-36 17-10-16,12-1-15 0,-5 2-24 0,-7 10-21 16,-2-2-18-16,2 3-14 0,7-7-22 15,6 1-8-15,6 1-7 0,6-3 0 0,3-7 4 16,6 2 1-16,6-3 8 0,2 2 0 15,5 2 0-15,1 0 3 0,6 5 13 0,2-2 22 16,-1 0 24-16,-6-3 40 0,0-2 33 16,-1-1 33-16,-5-1 26 0,1-1 25 15,0 0 12-15,-6 1 20 0,0-1 21 16,-2-1-198-16,-4 1-60 0,-3 0 0 0,2 0 0 16,-6 3 0-16,-3-2 0 0,-3-1 0 0,2 2 0 15,-14 1 0-15,0-3 0 16,4-1 0-16,0-1 0 0,3-3 0 0,1-2 0 15,4 0 0-15,4-5 0 0,0-2 0 16,-1-1 0-16,3-4 0 0,0-2-12 0,0-1-717 16,10-3-161-16,2 1-17 0,6-1 85 15,8-1-821-15,11-5-1081 0</inkml:trace>
  <inkml:trace contextRef="#ctx0" brushRef="#br0" timeOffset="89831.36">29484 4611 4899 0,'8'-4'132'16,"-4"0"29"-16,-4 4 28 0,0 0 35 16,0 0 25-16,0 0 13 0,0 0 14 0,0 0-1 15,-4 30-12-15,-4-11-16 0,-1 0-25 16,0 3-13-16,-2 7-17 0,0-3-21 0,2-3-11 16,3-5-100-16,-2 0-60 0,3-1 0 15,-3-3 0-15,5-2 0 0,-4-1 0 0,3-2 0 16,3-1 0-16,-1-2 0 0,2-6 0 15,-2 8 0-15,2-8 0 0,0 0 0 0,0 0 0 16,21-18 0-16,-6 5 0 0,6-7 0 16,2-3 0-16,2 4 0 0,-3 0 0 15,0 7 0-15,-7 2 0 0,-4 3 0 16,1 2 0-16,-2 0 0 0,-1 3 0 0,-9 2 0 16,18 0 0-16,-18 0 0 0,20 7 0 15,-11-2 0-15,3-2 0 0,-5 4 0 16,6-2 0-16,-2-1 0 0,1 3 0 0,2-4 0 15,3 0 0-15,2-1 0 0,-4-2 0 16,6 0 0-16,4-3 0 0,2-1 0 0,7-3 0 16,-5 2 0-16,-6-3 0 0,-6 4 0 15,-2-1 0-15,0 4 0 0,-5-4 0 0,0 4 0 16,-10 1 0-16,12-1 0 16,-12 1 0-16,0 0 0 0,9 10 0 0,-7-5 0 0,-2 2 0 15,0 1 0-15,0 1 0 16,2-2 0-16,-1 2 0 0,-1-2 0 0,4-1 0 15,2 1 0-15,-1 1 0 0,4-2 0 16,2-2 0-16,0 0 0 0,3-1 0 0,-2-3 0 16,4 2 0-16,-1-4 0 0,2-1 0 15,0 1 0-15,-1-4 0 0,-1 0 0 16,-3-4 0-16,2-1 0 0,-2-3 0 0,-4 0 0 16,-1-3 0-16,-1 1 0 0,-4-1 0 15,-1 0 0-15,-2 4 0 0,1 2 0 0,-4-2 0 16,-4 8 0-16,3-2-207 15,-5 2-59-15,1 3-17 0,-3 0-38 0,0 0-37 16,12 2-50-16,-20 4-66 0,6-2-91 16,3-1-137-16,2 1-10 0,-1 0 75 0,10-2-471 15,0 0-578-15</inkml:trace>
  <inkml:trace contextRef="#ctx0" brushRef="#br0" timeOffset="90230.1">30761 4074 3335 0,'10'-28'212'0,"-3"7"68"0,-1 5 73 0,-2 2 51 0,-3 3 13 0,1 1-7 15,0 3-26-15,-2 7-18 0,0 0 1 0,0 0 0 0,-22 36-6 16,1 3-25-16,-2 8-31 0,0 6-25 0,0 2-266 16,0 5-14-16,0 2 0 0,3 2 0 15,-3-4 0-15,2-1 0 0,1-4 0 16,2-3 0-16,0-6 0 0,7-12 0 15,0-1 0-15,-1-6 0 0,5-5 0 0,1-4 0 16,-1-4-78-16,4-5-274 0,1-1-26 16,0-3-20-16,2-5 0 0,-5 3 10 0,5-3 21 15,0 0 40-15,0 0 52 0,0 0 60 16,-4-23 61-16,4 14 60 0,0 2 69 16,0 7 43-16,2-12 47 0,-2 5 37 0,0 7 18 15,3-9 15-15,-3 9 8 0,10-8 8 16,-2 4-10-16,-1-2-6 0,6 4-20 15,1 0-8-15,-1-1-12 0,7-1-20 0,1 4-12 16,17-3-28-16,5 1-45 0,7 0-53 16,15 1-72-16,-1-1-85 0,6 2-87 15,3-2-84-15,0-3-78 0,1-2-117 0,0-6-77 16,-5-1 58-16,-7-1-345 0,-4-5-429 16</inkml:trace>
  <inkml:trace contextRef="#ctx0" brushRef="#br0" timeOffset="90780.9">31584 4500 2779 0,'5'-13'135'16,"-7"1"62"-16,2 3 45 0,0 3 51 0,0 6 48 15,-5-11 32-15,5 11-2 16,-4-6-8-16,4 6-10 0,0 0-3 0,0 0-10 16,-30 23-16-16,12-2-22 0,-2 4-23 15,-1 4-27-15,2 1-23 0,-6 6-22 16,6-5-18-16,1-2-20 0,2 0-66 0,-1-3-103 16,5-6 0-16,3-2 0 0,2-5 0 15,0-1 0-15,2-1 0 0,1-2 0 0,-2-3 0 16,4-1 0-16,2-5-38 0,0 0-144 15,0 0-12-15,0 0 2 0,0 0 1 0,0 0 9 16,17-29 13-16,-7 10 18 0,9-10 15 16,4-10 13-16,4-2 22 0,5-5 24 15,0 5 25-15,1 5 32 0,-3 4 16 16,-3 8 19-16,-2 4 14 0,-4 1 12 0,-6 7 8 16,-1 5 9-16,-3 2 13 0,-4 2 18 15,-7 3 25-15,0 0 21 0,18 17 17 16,-16-6 17-16,-2 3 14 0,-4 5 13 0,-3 3 7 15,-2 7 10-15,-2 0-118 0,-3 0-95 16,-1 0 0-16,2 3 0 0,-2-6 0 0,4-6 0 16,1-1 0-16,0-4 0 15,5 1 0-15,-1-1 0 0,2-1 0 0,0 1 0 0,2-1 0 16,0 1 0-16,0 3 0 16,2 0 0-16,0 2 0 0,0 0 0 0,-3-1 0 15,-1 3 0-15,0 1 0 0,-4 6 0 0,-3 0 0 16,2-7 0-16,-5 2 0 0,1-5 0 15,-7-1 0-15,4-2 0 0,-4-6 0 16,4-1 0-16,-4-1 0 0,3-3 0 0,-2 1 0 16,2-5 0-16,0 3 0 0,2-4 0 15,15 0 0-15,-27-7 0 0,14 1 0 0,3-5 0 16,0-1 0-16,5-3 0 0,7-5 0 16,1-2 0-16,11-8 0 0,5 2-162 0,9-4-824 15,7 6 22-15,2 2 98 0,6 3-907 16,2 5-1203-16</inkml:trace>
  <inkml:trace contextRef="#ctx0" brushRef="#br0" timeOffset="91497.69">31906 4718 4766 0,'11'-20'-57'0,"0"1"68"0,-6 4 65 0,1 1 62 0,-3 0 52 0,1 3 43 0,-2-1 11 0,1 4-7 16,-3-1-12-16,0 9-14 0,-9-12-15 15,4 8-12-15,5 4-8 0,-15-4-2 0,15 4-3 16,-23 6-4-16,5 0-8 0,2 2-14 15,0 3-12-15,1 1-13 0,5-1-4 16,1 1-4-16,3 1-48 0,3 0-64 0,3 2 0 16,2-2 0-16,3 4 0 0,1 4 0 15,1-2 0-15,7 8 0 0,-3 0 0 16,-1-4 0-16,-2-4 0 0,-3-1 0 16,1 3 0-16,-5-3 0 0,1-3 0 0,-2-1 0 15,-2 1 0-15,-1 1 0 0,-1-1 0 16,-3-1 0-16,-4 1 0 0,0-1 0 0,-3-4 0 15,-2 4 0-15,1-4 0 0,-1-2 0 16,2-2 0-16,-4-3 0 0,2 0 0 0,2-1 0 16,1 0 0-16,1-2 0 0,12 0 0 15,-23-5 0-15,13-2 0 0,5-3 0 0,3-1 0 16,4-7 0-16,9-13 0 16,12-7-326-16,15-3-239 0,6-4 26 0,21-7 60 15,0 5 52-15,-10 11 53 0,0 3 56 16,-6 4 70-16,-2 0 73 0,-6 4 80 0,-10 7 95 15,-5 4 78-15,-2 5 72 0,-8-1 64 16,-2 3 50-16,-5 3 22 0,0 0 23 0,2 2 23 16,-11 2 19-16,14 10 23 0,-8 3 18 15,-3 3-2-15,-1 4-16 0,-4 2-342 16,-7 11-32-16,4 2 0 0,-4 1 0 0,-2-3 0 16,2-3 0-16,0 1 0 0,2-8 0 15,-2-4 0-15,6-3 0 0,-5-3 0 16,5-1 0-16,-1-1 0 0,0-1 0 15,-1-4 0-15,5 0 0 0,0-6 0 0,0 0 0 16,0 0-269-16,0 0-278 0,0 0-11 16,-18-21-2-16,11 6 12 0,0-5 63 0,-2-9 82 15,0 0 87-15,-1-4 89 0,2-1 79 16,1 4 73-16,1 2 66 0,1 8 77 0,0-2 65 16,3 6 50-16,-2 3 42 0,4 1 36 15,0-1 27-15,0 1-10 0,4 0-9 16,3 1-19-16,0-1-20 0,2-1-24 0,7 1-20 15,-1 1-17-15,2 1-22 0,2 0-16 16,0 0-38-16,1 2-53 0,-6 1-54 0,0 0-70 16,-1 3-62-16,-4 1-61 15,0-1-58-15,-9 4-72 0,0 0-77 0,11 9-117 16,-11-9-241-16,-25 17 66 0,-13-3 74 16,-21 3-421-16,-16-2-525 0</inkml:trace>
  <inkml:trace contextRef="#ctx0" brushRef="#br0" timeOffset="93896.18">11391 5595 3462 0,'-11'-6'205'0,"6"0"-9"16,1-1-14-16,2 0-30 0,2 0-7 0,4-1 4 0,3-1-4 0,1 1-7 0,4-1-13 15,-1 0-9-15,4 3-14 0,0-1-6 16,5 3-12-16,-4 1-6 0,0 3-7 0,1 3-3 16,-2 1-1-16,0 3-6 0,-1 3 4 15,-3 2 1-15,-2 2 17 0,-3 3 20 0,-3 0 15 16,-10 3 20-16,-4 9 19 0,-8-1 15 16,-8 4 3-16,-4 0-6 0,1-3-3 15,6-3-10-15,-1-6-9 0,6 1-13 0,4-6-7 16,3-3-17-16,4-5-6 0,1 1 1 15,3-1 2-15,1-2 2 0,3-5-71 16,-2 9-38-16,2-9 0 0,7 8 0 16,-7-8 0-16,20 4 0 0,-4-3 0 0,4-1 0 15,-2-1 0-15,7-3 0 0,-2-1 0 16,2 0 0-16,6-7 0 0,-1 3 0 0,-1-4-303 16,-2-1-177-16,-2-1-105 0,0-3-94 15,-2-3-140-15,2 1 33 0,-4-3 86 0,-6-2-606 16,-2-4-763-16</inkml:trace>
  <inkml:trace contextRef="#ctx0" brushRef="#br0" timeOffset="94279.96">11603 5161 3575 0,'-29'-8'-50'0,"3"5"36"16,-3 2 38-16,-13 6 43 0,-9 8 28 0,-2 8 29 15,1 4 20-15,0 7 19 0,0 6 17 16,-5 18 15-16,5 8 6 0,4 3 8 0,8 1 1 15,15-10 3-15,5 0 19 0,6 3-9 16,10 3-13-16,10-1-11 0,11-5-29 0,12-3-4 16,7-3-13-16,19 6-15 15,8-10-13-15,-5-16-12 0,4-5-11 0,5-8-10 0,1-7-12 16,1-5-2-16,0-5-1 16,-4-7-19-16,-1-7-2 0,1-7-5 0,-4-7-2 15,-4-3-6-15,-1-5-3 0,-9-5-2 16,-3-2 13-16,-6-11-1 0,-6-3-4 0,2-20-2 15,-14 9-9-15,-9-4-5 0,-7-1 0 16,-12 0-9-16,-3 1-2 0,-12 4-5 16,-13-6-3-16,-2 21-4 0,-8 13-5 0,-9 11 0 15,-8 8-6-15,-9 11-21 0,-7 6-42 16,2 7-43-16,-2 5-68 0,7 4-74 0,4 3-97 16,12 0-112-16,3 0-133 0,18-2-170 15,5-1-25-15,9 0 80 0,8-6-614 0,4-1-779 16</inkml:trace>
  <inkml:trace contextRef="#ctx0" brushRef="#br0" timeOffset="95714.24">13179 5525 3357 0,'2'-4'-121'0,"3"-1"57"0,-3 0 56 0,3 0 50 0,-1-1 45 0,-2-2 49 16,-1 0 27-16,1 3 29 0,0-3 18 15,2 0 10-15,-2 0 9 0,-1 2 3 0,-1 6 14 16,2-13 20-16,0 7-18 0,-2 6-27 15,0 0-27-15,0-10-19 0,0 10-5 0,0 0 11 16,0 0 16-16,-18 33-2 0,2-2 6 16,1 1-6-16,-4 9-4 0,-1 4-21 0,6 2-12 15,-4-1-15-15,3-3-16 0,4-4-6 16,1-3-18-16,3-2-89 0,-1-2-14 16,5-8 0-16,-4-2 0 0,3-4 0 0,2-5 0 15,1 1 0-15,-3-4 0 0,0 1 0 16,2-3 0-16,1 0 0 0,-1 0 0 15,-2-2 0-15,4-6 0 0,-2 11 0 0,2-11 0 16,-4 4 0-16,4-4-396 0,0 0-103 16,0 0-97-16,0 0-116 0,-6-23-133 0,12 7 78 15,0-3-721-15,3-10-936 0</inkml:trace>
  <inkml:trace contextRef="#ctx0" brushRef="#br0" timeOffset="95931">13225 5537 3859 0,'0'-12'-16'0,"-2"6"85"16,1 1 59-16,1 5 43 0,0 0 28 0,-3-12 23 16,3 12 13-16,0 0-8 0,4-10-17 15,2 4-20-15,5 2-16 0,5-1-24 0,4-2-10 16,1 2-20-16,4-3-3 0,0 4-33 16,-3 1-36-16,1-1-41 0,-5 2-42 0,1 0-53 15,-6 2-49-15,-2-1-56 0,2 2-62 16,-13-1-48-16,12 6-64 0,-10-4-100 15,0 5-172-15,-6 3 3 0,3 2 72 0,-10 3-337 16,-3 2-384-16</inkml:trace>
  <inkml:trace contextRef="#ctx0" brushRef="#br0" timeOffset="96130.19">13136 5809 2720 0,'-12'7'208'0,"2"-2"51"15,3-1 35-15,7-4 37 0,-10 4 41 0,10-4 38 16,0 0-8-16,-6 2-22 0,6-2-36 15,0 0-34-15,0 0-31 0,0 0-29 16,31-8-28-16,-14 5-20 0,0-1-36 0,6 1-54 16,2-2-62-16,-4-1-83 0,0 3-82 15,-2 0-87-15,-1 1-104 0,-4 0-107 0,2 0-109 16,-3 2-127-16,-2 0-107 16,-11 0 75-16,19 0-555 0,-13 2-698 0</inkml:trace>
  <inkml:trace contextRef="#ctx0" brushRef="#br0" timeOffset="97679.52">13720 6125 3812 0,'-11'-4'198'0,"1"3"14"0,10 1 25 0,-11-4 21 15,11 4 1-15,0 0-13 0,0 0-28 0,-9-2-21 16,9 2-18-16,0 0-16 0,0 0-11 16,0 0-12-16,-7-3-5 0,7 3 0 15,0 0-10-15,0 0-8 0,11-15-12 0,-8 10-3 16,3-4-10-16,1-2-9 0,3-1-7 16,0-3-9-16,1-3-7 0,4-7-7 0,-2 2-9 15,5-6-3-15,-5 4-6 0,1-3-5 16,-5 6-3-16,-2 2 0 0,4 3-4 0,-6 0-5 15,1 1-1-15,-3 4 1 0,-1-1-4 16,2 1 3-16,-2 4-1 0,-1-1-9 0,-1 1-7 16,0 4 1-16,0 4 2 15,0 0-7-15,0 0 0 0,0 0 5 0,-23 15 1 16,10-3-9-16,4 2 6 0,0 7 1 16,1-1-2-16,0 0 3 0,5 2 4 0,-1 1 4 15,4-3-1-15,2-1 1 0,1 3 2 16,3-2 0-16,3 0-3 0,3-3 6 0,1-1-1 15,3-5-3-15,-1-5 5 0,0 0-3 16,2 0 0-16,1-6-1 0,-1-4-5 16,5-2-1-16,0 0 2 0,-1-5-1 0,3-3-2 15,-5 2 0-15,-3-5-2 0,1 5 2 16,-5-5-6-16,-1 5 2 0,-4 0 2 16,-1 3-2-16,-3 0-2 0,4 4 2 15,-5-2 0-15,-2 7-4 0,0-6 0 0,0 6-3 16,0 0 2-16,0 0 2 0,0 0-7 15,0 0 7-15,-24 14-3 0,21-9 1 0,-1 3-2 16,2 0 6-16,2-1 4 0,0 1-5 16,2 2 5-16,4-3 2 0,-1 3-1 0,6-4 0 15,3 0-5-15,6-2 3 16,-4 0-16-16,5-2 12 0,3-2-6 0,-1-4-3 0,2 0-1 16,8-2-15-16,-1-5-3 15,-1-3-11-15,-3-3-3 0,3-1 3 0,-4-7 2 16,3-7-10-16,0-7-6 0,-3-6 3 0,4-2-2 15,-3-1-1-15,-3-8 1 0,0-2 1 16,-1 0 7-16,-1 2 8 0,-3 5 1 16,-7 5 4-16,-5 10 8 0,-1 3 3 0,-3 8 11 15,-2 6 5-15,-2 4 2 0,0 3-2 16,0 1 3-16,-4 3-1 0,2 2-12 0,-5 2 10 16,7 4 8-16,0 0 15 0,-33 20 9 15,11 1 18-15,-7 13 15 0,0 5 8 0,1 6 15 16,-1 7-1-16,2 3 9 0,2 4 5 15,5 1 3-15,4 0 1 0,5-2-9 0,9-1-5 16,1-1-5-16,4-11-9 0,5 6-7 16,-1-10-17-16,9-4-47 0,-3-4 0 15,2-4 0-15,-2-4 0 0,7-2 0 16,-6-7 0-16,2-5 0 0,3-6 0 0,0-3 0 16,4-4 0-16,1-1 0 0,11-11 0 15,-1 0 0-15,4-10 0 0,-2-3 0 0,0-8 0 16,1-4 0-16,-1-9 0 0,4-19 0 15,2-5 0-15,-3-6 0 0,-2-5 0 0,-1-4-62 16,0 4-11-16,-11 19 8 16,-5 10 1-16,-5-1 9 0,-3 7 12 0,-9 11 3 0,5 3 2 15,-7 10 11-15,-1 7 11 0,0-1 5 16,-1 5-2-16,-1 3-2 0,-4 3 10 16,3 4-9-16,3 3 9 0,-24 8 17 15,1 13 13-15,-3 12 9 0,-5 6 21 0,1 4 15 16,-1 9 12-16,-9 25 11 0,6 1 6 15,4 1-23-15,8-13-76 0,4-2 0 0,4 2 0 16,7-4 0-16,1 0 0 0,8-18 0 16,4 11 0-16,-1-16 0 0,4 1 0 15,3-7 0-15,1-4 0 0,3-6 0 0,1-7 0 16,0-7 0-16,2-6 0 0,0-3 0 16,6-3 0-16,9-4 0 0,-1-7 0 0,6-11 0 15,4-1 0-15,-7-3 0 0,-8 8 0 16,-3 0 0-16,-4 5 0 0,-7 4 0 0,-3 3 0 15,-3 1 0-15,-4 5 0 16,-4 3 0-16,0 0 0 0,0 0 0 0,0 0 0 16,0 0 0-16,-12 26 0 0,6-14 0 15,1 0 0-15,-1-1 0 0,2 1 0 0,0-2 0 16,0-3 0-16,2 1 0 0,0-4 0 16,2-4 0-16,4 12 0 0,-4-12 0 0,10 2 0 15,-10-2 0-15,19-2 0 0,-7-4 0 16,1 0 0-16,0-2 0 0,0 0 0 0,-3 3 0 15,0-1 0-15,-1 1 0 0,-2 2 0 16,-3-3 0-16,-4 6 0 0,0 0 0 0,0 0 0 16,8 16 0-16,-8 1 0 15,-4 8 0-15,-2 16 0 0,4 15 0 0,-1 4 0 0,-3 5 0 16,-1 6 0-16,2-1 0 16,1 2 0-16,-3-2 0 0,-2-4 0 0,-1-3 0 15,-5-7 0-15,-1-4 0 0,-2-6 0 16,-4-5 0-16,1-10 0 0,1-6 0 0,-1-1 0 15,-1-4 0-15,2-8 0 0,-1-6 0 16,0 0 0-16,-2-6 0 0,-2-4 0 16,-11-2 0-16,1-7 0 0,1-3 0 0,-4-7 0 15,2-4 0-15,9 2 0 0,4-2 0 0,3 3 0 16,2 0 0-16,6 5 0 0,0 6 0 16,2 0 0-16,5 5 0 0,-4 0 0 15,4-1 0-15,-3 2 0 0,7 2 0 0,-5-1 0 16,4 2 0-16,2 4 0 0,-2-14 0 15,6 5 0-15,7-2-102 0,3-3-953 16,10-7 109-16,13-7-1124 0,1-1-1484 0</inkml:trace>
  <inkml:trace contextRef="#ctx0" brushRef="#br0" timeOffset="98279.14">16554 5397 5543 0,'2'-17'-147'0,"-4"3"70"0,0 4 54 0,2 2 37 0,-2-1 24 0,2 9 2 0,-2-7-9 15,2 7 25-15,0 0 40 0,-18 22 29 16,0 11 14-16,-7 10 35 0,0 6 17 0,-7 7 14 15,3 2 5-15,-7 12 6 0,4-12-8 16,3 0-9-16,1 0-15 0,1-2-16 0,2 0-15 16,5-8-13-16,0-1-16 0,7-12-13 15,1-5-38-15,3-8-73 0,4-3 0 0,-3-3 0 16,4-4 0-16,0-2 0 16,2-2 0-16,0-2 0 0,2-6 0 0,0 0 0 15,0 0 0-15,0 0 0 0,22-19 0 16,-11 3 0-16,2-9 0 0,0-4 0 0,3 1 0 15,-3-1 0-15,3 5 0 0,-5 3 0 16,-4 5 0-16,1 3 0 0,-2 3 0 0,0 1 0 16,-1 1 0-16,1 2 0 0,-3 2 0 15,-3 4 0-15,14-4 0 0,-14 4 0 0,17 8 0 16,-7-1 0-16,-1 3 0 16,0 6 0-16,2-1 0 0,-2 7 0 0,-4-3 0 0,3 4 0 15,-5 1 0-15,0-3 0 16,-1 1 0-16,-2-3 0 0,-2 0 0 0,-1-2 0 15,0-2 0-15,-5-1 0 0,3-4 0 16,-1 0 0-16,1-1 0 0,-4-1 0 0,0-4 0 16,0 2 0-16,1-5 0 0,-2 0 0 15,10-1 0-15,-21-2 0 0,12-2 0 0,2-2 0 16,-3-6 0-16,0 2 0 0,5-1 0 16,1-2 0-16,2 1 0 0,4-1-345 15,2-1-276-15,1 0-72 0,5 2-92 16,5-1-38-16,-2 1 81 0,6 1-680 0,1 0-874 15</inkml:trace>
  <inkml:trace contextRef="#ctx0" brushRef="#br0" timeOffset="98479.07">16621 5961 3840 0,'13'-3'2'0,"-3"-2"71"0,-5 3 47 0,2 0 26 0,-7 2 12 0,0 0 35 0,0 0 35 0,0 0 28 0,14 9 12 0,-12-1-5 15,0 4-12-15,0 1-18 0,-2 0-22 0,-2 4-31 16,0 0-22-16,2 2-6 0,-4-1-21 15,4-1-42-15,0-1-42 0,-1 1-39 0,-1-5-56 16,2 0-55-16,-2-2-63 0,2-2-56 16,0-1-88-16,0-7-84 0,-2 7-73 15,2-7-72-15,0 0-97 0,0 0-20 16,0 0-523-16,0 0-644 0</inkml:trace>
  <inkml:trace contextRef="#ctx0" brushRef="#br0" timeOffset="98613">16867 5825 3052 0,'7'-17'-49'0,"-5"1"39"0,2 3 25 16,-4 1 6-16,0 2-1 0,2 3-1 0,0 1-14 16,-2 0-34-16,0 6-50 0,0-10-66 15,0 10-87-15,-6-4-147 0,6 4-86 0,0 0-128 16,0 0-94-16</inkml:trace>
  <inkml:trace contextRef="#ctx0" brushRef="#br0" timeOffset="98995.45">16891 5831 1674 0,'5'4'97'0,"-5"-4"32"0,3 7 41 16,-3-7 66-16,6 12 36 0,-4-2 27 16,0 0 23-16,-2 4 4 0,0 1 7 0,0 4 21 15,-2 4-2-15,-2 4-3 0,0 5-17 16,-4 0-7-16,3-1-25 0,-1-6-22 0,0-3-21 16,-1-1-18-16,2-2-16 0,0-4-20 15,-1 1-18-15,6-5-18 0,-3 0-6 0,-1-2 4 16,2-3 8-16,0 1 5 15,2-7-86-15,0 0-92 0,-2 8 0 0,2-8 0 16,0 0 0-16,0 0 0 0,13-30 0 16,3 6 0-16,4-3 0 0,9-8 0 0,-2 10 0 15,0 0 0-15,-4 4 0 0,0 1 0 16,-1 3 0-16,-3 7 0 0,-4 2 0 0,-1 2 0 16,-1 3 0-16,1 1 0 0,-3 2 0 15,-11 0 0-15,21 7 0 0,-12 3 0 0,1 0 0 16,-2 0 0-16,-2 5 0 0,-3-1 0 15,3 3 0-15,-3 0 0 0,-3-2 0 16,2-1 0-16,-2-2 0 0,0 1 0 16,0 1 0-16,0-2 0 0,0 0 0 0,0-2 0 15,0 0 0-15,0-1 0 0,0-2 0 16,-2 1-180-16,2-8-476 0,2 5-231 0,-2-5-4 16,0 0 92-16,18 0-826 0,-3-1-1064 15</inkml:trace>
  <inkml:trace contextRef="#ctx0" brushRef="#br0" timeOffset="99329.01">17615 6034 4176 0,'-1'-8'-24'0,"-5"3"76"0,2 1 41 0,4 4 48 0,-14-4 51 0,14 4 52 0,-20 2 31 0,6 4 4 16,1 7 9-16,-1 1-11 0,-6 9-9 0,1 2-17 0,0 2-15 15,5 0-17-15,3-1-16 16,3-4-18-16,2-3-19 0,3-2-15 0,3-2-10 15,2-4-13-15,-1 1-3 0,5-4-8 16,4 2-109-16,1-5-8 0,3-1 0 0,-1-2 0 16,5-2 0-16,-2-2 0 0,2-2 0 15,-2-1 0-15,0-3 0 0,1-2 0 16,-2-3 0-16,2-9 0 0,-1-1 0 0,-3-6 0 16,-1 0 0-16,-7-2 0 0,5-2 0 0,-7 8 0 15,2 4 0-15,-3 5 0 0,-4 3 0 16,-3 0 0-16,0 4 0 0,-5 3 0 15,-2 1-236-15,0 3-73 0,-6 2-83 16,1 4-88-16,0-1-91 0,0 3-126 0,1 2-93 16,2 2 74-16,2-2-644 0,6 1-816 15</inkml:trace>
  <inkml:trace contextRef="#ctx0" brushRef="#br0" timeOffset="99795.49">17558 6166 3464 0,'5'12'-75'0,"-5"-4"88"0,0-3 75 0,-3 2 59 16,3-7 47-16,0 12 40 0,0-12 27 15,5 10 22-15,-4-5 15 0,-1-5-8 0,10 11 1 16,-7-6-7-16,5-1-7 0,0 0-10 16,3 0-10-16,-11-4-17 0,21 4-6 15,-9-1-10-15,-1-2-16 0,-11-1-11 16,17 0-15-16,-17 0-10 0,21-1-15 0,-11-4-153 16,-1-1-4-16,1-2 0 0,1-2 0 15,-4-1 0-15,6-9 0 0,-2-8 0 0,-4 5 0 16,3-8 0-16,-2 5 0 0,-5 1 0 15,-1 4 0-15,0-1 0 0,0 5 0 0,0 1 0 16,-2 3 0-16,-2 1 0 0,-2 2 0 16,2 3 0-16,0-3 0 0,1 5 0 0,-1-2 0 15,2 7 0-15,-4-7 0 16,4 7 0-16,4-8 0 0,-4 8 0 0,5-5 0 0,-5 5 0 16,18-4 0-16,-5 4 0 15,0 0 0-15,2 0 0 0,2 2 0 0,1 3 0 16,-3 1 0-16,0 3 0 0,1 3 0 15,-5 4 0-15,-4 1 0 0,1 4 0 0,-7 1 0 16,-1 1 0-16,0 0 0 0,0 2 0 16,-1-1 0-16,1-3 0 0,-2 2 0 0,-2-3 0 15,4-1 0-15,0-2 0 0,-2-3 0 16,2 0 0-16,-2-1 0 0,2-5 0 0,0 1 0 16,0-3 0-16,0 2 0 0,0-2 0 15,0-6 0-15,2 11 0 0,4-5 0 16,0-2 0-16,3-4 0 0,8 4-873 15,8-4-110-15,16 4 115 0,2-4-991 16,2 0-1285-16</inkml:trace>
  <inkml:trace contextRef="#ctx0" brushRef="#br0" timeOffset="100062.22">18704 6096 4885 0,'0'-17'-115'0,"2"1"92"0,-4 3 76 0,0 4 67 0,0 0 42 16,2 9 17-16,0-11-1 0,0 11 8 0,0 0 46 15,0 0 14-15,-32 21 29 0,1 10 23 16,1 7 18-16,-6 7 15 0,-7 2 24 0,-8 18-3 16,-2 5-191-16,-6 5-161 15,0 0 0-15,-2-2 0 0,1-2 0 0,5-4 0 16,1-2 0-16,17-15 0 0,1-3 0 16,1-6 0-16,7-5 0 0,6-7 0 0,6-4 0 15,0-8 0-15,9-6 0 0,1-6 0 16,2-5 0-16,4 0 0 0,0 0 0 0,8-26-330 15,-3 5-324-15,6-15-81 0,5-11-92 16,5-7 19-16,6-4-837 0,7-17-1083 0</inkml:trace>
  <inkml:trace contextRef="#ctx0" brushRef="#br0" timeOffset="100229.1">18237 6169 4168 0,'6'-29'-83'16,"-3"9"115"-16,-3 2 74 0,0 7 59 16,2-1 43-16,-2 4 25 0,2 2 12 0,-2-2-12 15,0 8-8-15,0 0 16 0,0 0 11 16,0 0-22-16,0 0-18 0,18 16-21 15,-15-4-24-15,5 2-15 0,-5 1-20 0,6 2-46 16,-4 2-55-16,3 0-69 0,-5 3-88 16,1-6-119-16,2 2-146 0,-6 2-190 0,1-2-225 15,-1 1 68-15,0-4 76 0,-1 1-576 16,-3-4-699-16</inkml:trace>
  <inkml:trace contextRef="#ctx0" brushRef="#br0" timeOffset="100745.36">19783 5624 3531 0,'3'-29'62'0,"1"3"54"0,0 7 43 0,-4 4 34 0,0 3 21 0,2 2 5 0,-2 1-13 0,0 4-16 0,0 5 28 0,0 0 33 16,-29 26 21-16,2 9 11 0,-1 10 13 16,-5 6-8-16,-6 17-1 0,-3 4-5 15,1 4-9-15,3 1-24 0,1-2-18 0,2-3-19 16,7-16-53-16,1-1-159 0,2-2 0 15,2-6 0-15,3-4 0 0,4-9 0 0,5-4 0 16,-5-4 0-16,9-7 0 0,-1-4 0 16,2-3 0-16,2-3 0 0,0-2 0 0,4-2 0 15,0-5-192-15,0 0-321 0,0 0-101 16,0 0-110-16,0 0-124 0,11-24 74 0,-8 12-765 16,-1-3-984-16</inkml:trace>
  <inkml:trace contextRef="#ctx0" brushRef="#br0" timeOffset="100896.03">19295 6272 3995 0,'-5'-11'38'0,"3"1"79"0,2 0 65 0,0 10 57 16,-1-12 61-16,1 5 32 0,0 7 24 16,1-10-4-16,-1 10-20 0,5-10-31 0,1 4-30 15,3 1-30-15,2-3-25 0,7 1-23 16,1 2-49-16,3 1-85 0,3-1-70 16,2 2-99-16,1 0-114 0,1 1-135 0,15-2-142 15,-6 3-154-15,-3 1-168 0,-9-4 86 16,10-3-708-16,-9 7-894 0</inkml:trace>
  <inkml:trace contextRef="#ctx0" brushRef="#br0" timeOffset="101362.11">19774 6307 4188 0,'-3'4'154'0,"-3"0"54"0,6-4 40 16,0 0 49-16,-5 6 37 0,5-6 15 0,0 0-8 15,0 0-16-15,0 0-16 0,0 0-24 16,0 0-25-16,14 4-25 0,0-4-23 0,-14 0-22 15,27-4-22-15,-14 4-80 0,3 0-88 16,-3-2 0-16,1 0 0 0,-3-2 0 0,2 0 0 16,-3-1 0-16,-1-2 0 0,0 1 0 15,1-7 0-15,-2 3 0 0,-5-5 0 0,3-2 0 16,-2-5 0-16,-3-1 0 16,1-2 0-16,-2 4 0 0,-2 1 0 0,2 4 0 0,-1 1 0 15,-3 0 0-15,-2 6 0 16,5-2 0-16,-7 5 0 0,5 1 0 0,-6-1 0 15,5 2 0-15,4 4 0 0,-7-6 0 16,7 6 0-16,-4-6 0 0,4 6 0 0,0 0 0 16,10-5 0-16,-3 1 0 0,-7 4 0 15,23-2 0-15,-5 4 0 0,-4 0 0 0,6 3 0 16,-4 1 0-16,4 6 0 0,-3 2 0 16,-2 9 0-16,-1 0 0 0,-3 0 0 0,-3-1 0 15,-7 2 0-15,3 0 0 16,0 1 0-16,-1 0 0 0,-2 0 0 0,-1 0 0 15,0-1 0-15,0-2 0 0,0-3 0 16,2 0 0-16,-2-4 0 0,2 0 0 0,0-3 0 16,0 0 0-16,0-2 0 0,0-1 0 15,-1 0-625-15,3-4-238 0,0-2-43 0,-4-3 97 16,12 2-887-16,-12-2-1132 0</inkml:trace>
  <inkml:trace contextRef="#ctx0" brushRef="#br0" timeOffset="101745.6">20647 6291 4954 0,'0'0'146'0,"-18"-3"30"0,18 3 27 0,0 0 30 16,0 0 18-16,-12-2 3 0,12 2-7 0,0 0-5 16,0 0-15-16,0 0-15 0,0 0-20 15,0 0-18-15,19 18-17 0,-8-15-17 0,2 1-11 16,-2 0-15-16,0-2-12 0,-11-2-64 15,25 0-38-15,-12 0 0 0,-1-4 0 0,-1 0 0 16,-1-1 0-16,-5-4 0 16,3 2 0-16,-5-3 0 0,-3-2 0 0,-1 1 0 15,-3-1 0-15,-3 0 0 0,-6 1 0 0,1 1 0 16,-4 3 0-16,-1 4 0 0,1 1 0 16,0 2 0-16,-2 2 0 0,4 3 0 15,-2 2 0-15,1 1 0 0,-1 3 0 0,5-1 0 16,4 0 0-16,-1 2 0 0,0-1 0 15,4 1 0-15,4-3 0 0,0 3 0 0,2 0 0 16,2-3 0-16,2 1 0 0,4 2-12 16,-3-6-126-16,4 1-94 0,5 0-107 0,1-2-138 15,-2-1-158-15,5-1-235 0,-2-3 77 16,3 2 85-16,2-2-648 0,3-2-811 16</inkml:trace>
  <inkml:trace contextRef="#ctx0" brushRef="#br0" timeOffset="102113.25">21135 6338 4146 0,'-11'-2'212'0,"2"0"28"15,9 2 34-15,-12-4 25 0,12 4-7 0,-7-3-20 16,7 3-26-16,0 0-24 0,0 0-25 16,0 0-19-16,0 0-17 0,23-6-16 0,-12 4-18 15,4 0-16-15,-2 0-11 0,0 0-21 16,5-2-5-16,-5 2-11 0,1-2-3 0,-5 0-7 15,-2 0-10-15,3-1-5 0,-4-3-6 16,-2 1-7-16,-4-2-4 0,0 9-11 0,-10-17-3 16,-2 9 0-16,-1 1-1 15,-4 5-2-15,-3 2-3 0,-3 4 5 0,-1 3 2 16,-10 5 15-16,6 5 13 0,-1 2 13 16,6-1 17-16,4 3 11 0,-2 2 18 0,10-5-9 15,1 2-86-15,6-5 0 0,0 0 0 16,4 1 0-16,2-4 0 0,2 3 0 0,4-1 0 15,5-1 0-15,5-1 0 0,0-1 0 16,15-1 0-16,-1 2 0 0,7-2 0 16,-3-3 0-16,4-1 0 0,-4-2-359 0,2 1-236 15,2 1-149-15,2-2-140 0,6 4 85 16,11-2-837-16,4 1-1074 0</inkml:trace>
  <inkml:trace contextRef="#ctx0" brushRef="#br0" timeOffset="102331.11">22464 6675 5170 0,'-9'-4'380'0,"0"3"-6"16,9 1-18-16,0 0-6 0,0 0-6 0,0 0-23 16,29-10-47-16,-10 8-35 0,8 4-19 15,0 0-57-15,1-1-163 0,3-1 0 0,-2 2 0 16,-3 0 0-16,5 1 0 0,-5 0-142 15,1-3-219-15,-3 2-122 0,7 0-125 16,-6-2-174-16,5 0-34 0,-3 0 86 16,4-2-722-16,-5 0-901 0</inkml:trace>
  <inkml:trace contextRef="#ctx0" brushRef="#br0" timeOffset="102563.18">22961 6565 4234 0,'-9'-4'196'16,"5"-2"69"-16,-4 0 63 0,8 6 37 0,0 0 29 15,-5-4 5-15,5 4-2 0,0 0 29 16,0 0 8-16,5 21-18 0,-1-7-79 0,2 5-337 16,-1 3 0-16,7 6 0 0,-4-2 0 15,-5-2 0-15,5-2 0 0,-6 0 0 16,-1 1 0-16,-1-3 0 0,0-1 0 0,-3 0 0 16,-5 0 0-16,-7 6 0 0,2-7 0 15,-5-4 0-15,-8 1 0 0,1-1 0 0,0-7 0 16,6 1 0-16,2-2 0 0,0 0 0 15,4-4-419-15,-1 0-590 0,5-2 113 16,9 0-1099-16,-18-4-1413 0</inkml:trace>
  <inkml:trace contextRef="#ctx0" brushRef="#br0" timeOffset="104211.05">24657 6224 5384 0,'-7'-14'-64'0,"3"-1"64"0,0 1 56 0,6-1 35 0,2 1 14 16,1-1 11-16,4-2 11 0,11-4-1 0,-4 6-8 15,-2 2-9-15,0 7-11 0,3-2-6 16,-3 7-10-16,-1 2 5 0,8 5 7 15,-4 6-6-15,0 9-4 0,-2 3 9 0,-7 1 13 16,-2-3 27-16,-4 4 17 0,-6 8 10 16,-3 0 11-16,2 2 8 0,-2-5-2 0,-1 1 10 15,3-8-145-15,-4-4-42 0,6-4 0 16,-1-1 0-16,2-3 0 0,-2-2 0 0,2-1 0 16,2-1 0-16,0-8 0 15,2 14 0-15,2-7 0 0,3 0 0 0,-1-1 0 16,4 1 0-16,-1-2 0 0,7-1 0 15,-3 1 0-15,0-2 0 0,3-1 0 0,-2-4 0 16,8 1-245-16,3-6-405 0,3-5-98 16,1-2-143-16,-4-1 79 0,0-4-836 0,-7 0-1085 15</inkml:trace>
  <inkml:trace contextRef="#ctx0" brushRef="#br0" timeOffset="104578.03">24926 5905 4186 0,'-27'-10'-153'0,"0"3"60"0,0 2 48 16,0 5 49-16,-18 3 54 0,4 6 32 16,-15 12 31-16,3 6 26 0,-14 16 22 15,6 7 38-15,4 6 10 0,3 8 12 0,4 4 6 16,5 5-6-16,7 3-4 0,17-11-11 16,6-1-15-16,7 0-29 0,13 1-14 0,8-4-11 15,8-1-12-15,9-9-14 0,8-2-15 16,7-9-11-16,11-3-21 0,1-12-9 0,6-9-9 15,2-8-1-15,8-7-5 0,-3-5-12 16,0-4-2-16,5-10-3 0,13-7 0 0,-9-7 0 16,-2-3-5-16,-22 0 17 15,8-16 1-15,-6-4 13 0,-6-8-4 0,-17 9 10 16,3-17 0-16,-15 9-6 0,-6-2-3 16,-10-2-5-16,-10 0-8 0,-11 1-12 0,-10 5-29 15,-5 9 0-15,-15 5 0 0,-2 7 0 16,-8 10 0-16,-10 9 0 0,-4 9-47 0,-7 7-103 15,0 8-58-15,2 3-75 0,2 7-106 16,2 8-114-16,9 3-137 0,7 2-193 0,2 4 73 16,10-2 87-16,4 4-587 0,4-3-721 15</inkml:trace>
  <inkml:trace contextRef="#ctx0" brushRef="#br0" timeOffset="106460.49">27684 5956 3226 0,'5'-20'-120'0,"1"4"26"0,0 1 28 0,0 1 32 16,-3 1 34-16,5 1 29 0,-5-2 24 16,3 0 36-16,0 1 14 0,0-1 21 0,-1 3 19 15,1 1 12-15,-2-1 17 0,-2 3 12 16,-1 2 3-16,4-2-8 0,-5 1-17 0,0 7-25 16,2-6-12-16,-2 6-10 0,0 0 28 15,-20 23 32-15,-8 10 9 0,-4 14 15 0,-17 20 38 16,-12 16 24-16,-9 12 9 0,-25 38 0 15,-4 5-15-15,-1-1-21 0,2-3-21 16,2-1-14-16,24-28 0 0,3-4-20 16,4-3-9-16,10-4-36 0,6-6-134 0,3-10 0 0,8-10 0 15,9-18 0-15,3-9 0 16,11-11 0-16,-3-4 0 0,9-7 0 0,-1-5 0 16,2-3 0-16,1 1 0 0,3-4 0 15,-1-4 0-15,5-4 0 0,-7 7 0 0,7-7 0 16,0 0 0-16,0 0 0 0,0 0 0 15,7-32 0-15,-3 15 0 0,3-2 0 0,4-13 0 16,1 1-254-16,1-1-477 0,3 0-208 16,2-13 71-16,5 7 94 0,6-2-799 15,-1 2-1015-15</inkml:trace>
  <inkml:trace contextRef="#ctx0" brushRef="#br0" timeOffset="106844.63">28114 6435 4499 0,'6'-15'-70'0,"0"1"51"0,0 0 46 0,-1 1 45 0,-1 4 39 0,-1-1 34 0,3 3 18 15,-4 0 4-15,3-1-9 0,-5 8 3 0,3-8-5 16,-3 8 5-16,0 0 47 0,0 0 40 16,0 0 21-16,-10 33 7 0,-5 0 2 15,-4 11 4-15,-4-1 0 0,1 5 10 0,-7-4-19 16,0 5-221-16,3-6-52 0,1-1 0 16,1-4 0-16,6-7 0 0,0-2 0 0,4-4 0 15,0-4 0-15,5-4 0 16,1-3 0-16,3-3 0 0,-4-2 0 0,6 0 0 0,-3-1 0 15,2-2 0-15,1-2 0 16,-1 1 0-16,4-5 0 0,0 0 0 0,0 0 0 16,0 0 0-16,0 0-508 0,0 0-374 15,13-25-43-15,3 12 100 0,6-7-893 0,5-1-1151 16</inkml:trace>
  <inkml:trace contextRef="#ctx0" brushRef="#br0" timeOffset="107746.51">28316 6708 4725 0,'0'0'45'0,"0"0"62"0,0 0 44 15,0 0 48-15,0 0 39 0,0 0 32 16,0 0 12-16,-1 10 0 0,1-10-12 16,0 0-16-16,0 0-27 0,18-2-19 0,-18 2-20 15,19-3-23-15,-19 3-13 0,23-4-15 16,-10 1-16-16,-2-1-11 0,0 1-50 15,-2-2-60-15,1-2 0 0,-1-1 0 0,1-4 0 16,-5 5 0-16,-1-3 0 0,0 4 0 16,-4-2 0-16,0 8 0 0,-4-11 0 0,4 11 0 15,-17-5 0-15,3 6 0 0,14-1 0 16,-34 8 0-16,14-1 0 0,-7 6 0 16,4 0 0-16,5-2 0 0,4 3 0 0,-2-1 0 15,3 1 0-15,2 2 0 0,2-3 0 0,6-2 0 16,-3 1 0-16,4-1 0 15,2-3 0-15,6 0 0 0,-2-1 0 0,6 0 0 16,1-4 0-16,5 1 0 0,0-3 0 16,6 1 0-16,2-4 0 0,4-1 0 0,9-4 0 15,-3 2 0-15,0-4 0 0,-5 4 0 16,-4-2 0-16,-5 2 0 0,0 0 0 0,-3 2 0 16,-6-1 0-16,2 3 0 0,-2-1 0 15,-11 2 0-15,16-3 0 0,-16 3 0 0,0 0 0 16,18 5 0-16,-18-5 0 0,3 5 0 15,-3-5 0-15,-3 8 0 0,3-8 0 0,-10 12 0 16,4-7 0-16,-1 3 0 16,-6-2 0-16,-1-1 0 0,1 2 0 0,-3-4 0 15,5 3 0-15,-5-3 0 0,3 0 0 16,2-3 0-16,-3 2 0 0,14-2 0 0,-14-2 0 16,4-2 0-16,6-4 0 0,2-5 0 15,6-3 0-15,4-4 0 0,7-8 0 0,2 3 0 16,4 4 0-16,-2 1 0 0,1 6 0 15,-8 5 0-15,1 3 0 0,-1 2 0 0,-2 4 0 16,1 2 0-16,-1 1 0 0,1 2 0 16,-2 3 0-16,1 0 0 0,0 1 0 15,-1 3 0-15,1-1 0 0,-3 0 0 0,3-3 0 16,-5 1 0-16,3-2 0 0,0-1 0 16,-3 0 0-16,1-1 0 0,0 0 0 15,4-3 0-15,-10-2 0 0,14 1 0 0,-5-1 0 16,-9 0 0-16,16-5 0 0,-8 2 0 15,2-1 0-15,-3 1 0 0,1-2 0 0,0 1 0 16,-2 1 0-16,-6 3 0 0,11-3 0 16,-11 3 0-16,7-5 0 0,-7 5 0 0,8-2 0 15,-8 2 0-15,0 0 0 0,10-2 0 16,-10 2 0-16,0 0 0 0,12 7 0 16,-8-4 0-16,-4-3 0 0,14 7 0 15,-8-4 0-15,-1 1 0 0,4-1 0 0,-4 1 0 0,2-1 0 16,-7-3 0-16,13 5 0 15,-4-3 0-15,-4 0 0 0,-5-2 0 0,13 3 0 16,-13-3 0-16,10-2 0 0,-10 2 0 16,15-5 0-16,-8 0 0 0,4-2 0 0,0-1 0 15,-2-6-531-15,10-8-337 0,4-2-53 16,2 0 89-16,3 0-882 0,1 9-1147 16</inkml:trace>
  <inkml:trace contextRef="#ctx0" brushRef="#br0" timeOffset="108110.41">29532 6588 4551 0,'0'0'-58'0,"0"0"86"0,0 8 75 0,0-8 76 0,0 11 62 0,0-3 51 0,0 1 21 0,0-1 2 16,0 0-6-16,0 2-11 0,2 2-13 16,0-4-20-16,0 1-22 0,0 1-24 0,-1-3-21 15,1-1-16-15,-2-6-22 0,9 12-92 16,-8-6-68-16,-1-6 0 0,11 5 0 0,-11-5 0 15,0 0 0-15,20-4 0 16,-20 4 0-16,11-12 0 0,-6 3 0 0,-1 0 0 16,-2 0 0-16,-6-3 0 0,2 2 0 15,-5-2 0-15,-2 4 0 0,-3 4 0 0,-3 2 0 16,-1 2 0-16,0 2 0 0,-6 4 0 16,5 5 0-16,-2-1 0 0,4 4 0 15,2 1 0-15,-1 2 0 0,3 1 0 0,2-2 0 16,-2 2 0-16,8 0 0 0,-1 0 0 15,4-3 0-15,2 1 0 0,0-1 0 0,3 1 0 16,4-3 0-16,0-1 0 0,4 0 0 16,3-1 0-16,3 1 0 0,13 3 0 0,6-3-460 15,16 4-156-15,9-7-132 16,5-1-121-16,8 2 78 0,8-5-810 0,5-3-1041 0</inkml:trace>
  <inkml:trace contextRef="#ctx0" brushRef="#br0" timeOffset="108310.48">30578 6870 4792 0,'-19'-9'173'0,"7"3"78"16,1 0 82-16,6 2 52 0,-4-2 30 15,9 6-7-15,-7-7-27 0,7 7-38 0,0 0-37 16,0 0-33-16,6-10-142 0,4 8-131 16,3 2 0-16,6 0 0 0,-2-3 0 0,4 1 0 15,-2 2-153-15,2 0-164 0,-6-1-71 16,2 1-73-16,-1 0-44 0,-3 1-65 0,1-1-75 15,-5 2-77-15,-2 1 28 16,-7-3-577-16,7 8-730 0</inkml:trace>
  <inkml:trace contextRef="#ctx0" brushRef="#br0" timeOffset="108460.82">30651 6898 3299 0,'-21'9'-78'0,"-1"3"64"0,6-6 56 0,0 2 56 16,3-5 35-16,1 3 22 0,3-2 2 16,2 0-8-16,1 2-3 0,6-6-6 0,-7 7-13 15,7-7-18-15,0 0-33 0,16 7-50 16,-16-7-51-16,21 3-54 0,-8-3-39 15,7-2-20-15,8 1-21 0,12 1-35 0,4-3-39 16,4-2-33-16,13-7-43 0,-4 4-16 16,2-3-29-16,-4-7-6 0,-2 3-322 15,-14 5-177-15</inkml:trace>
  <inkml:trace contextRef="#ctx0" brushRef="#br0" timeOffset="108694.28">31148 6861 1744 0,'16'-8'32'0,"-9"7"85"0,-5-2 80 0,-2 3 68 0,0 0 56 16,0 0 50-16,-40 16 36 15,21-6 34-15,-4 7 9 0,2-5 1 0,4 3-23 16,-1-3-15-16,3 3-25 0,3-3-26 15,3 0-26-15,2 0-17 0,3-3-23 0,2 2-12 16,4-4-18-16,4 2-19 0,1 1-191 16,5-3-56-16,1 0 0 0,5-4 0 0,-6-1 0 15,8-2 0-15,-2-2 0 0,2 0 0 16,-6-3 0-16,4 2 0 0,-2-1 0 16,-1-4 0-16,-4-2 0 0,-1-6 0 15,-5 1 0-15,-1-2 0 0,-4-4 0 0,-7-12 0 16,-7 4 0-16,-3 4 0 0,-6-3 0 15,-4 7 0-15,-1 4 0 0,-7 4-359 0,-1 4-450 16,-5 2-142-16,-11 4 96 0,-11 1-919 16,-6 6-1205-16</inkml:trace>
  <inkml:trace contextRef="#ctx0" brushRef="#br0" timeOffset="118375.5">12956 6488 2443 0,'-13'-2'432'0,"0"1"-83"0,13 1-81 0,-20-2-39 0,11 2 7 0,9 0 5 0,0 0 3 0,-18-4-7 16,18 4 8-16,0 0 3 0,-12-1-6 16,12 1-9-16,0 0-9 0,0 0-18 0,0 0-7 15,0 0 4-15,0 0 1 0,0 0 3 16,0 0-7-16,55 3-11 0,-12 1-15 0,7-3-15 15,17-1-15-15,3 2-12 16,9 0-9-16,3-2-3 0,7 1-60 0,1-1-60 16,3-1 0-16,26-1 0 0,-31 0 0 15,27-1 0-15,-26 1 0 0,-5-1 0 0,2-1 0 16,-3 1 0-16,-6-1 0 0,4 3 0 16,-8-1 0-16,-2 0 0 0,-6-1 0 0,0 1 0 15,0 2 0-15,-18 0 0 0,-3-1 0 16,-1 1 0-16,-8 1 0 0,4 1 0 0,-5 0 0 15,-7-1 0-15,1 1 0 0,1 0 0 16,7 1 0-16,2 2 0 0,-10-3 0 0,6 3 0 16,1-1 0-16,1-1 0 0,3 2 0 15,-2-2 0-15,1 1 0 0,7-2 0 0,-4-1 0 16,5 3 0-16,0-3 0 16,4 1 0-16,0 0 0 0,13 0 0 0,1-1 0 15,-11-1 0-15,0 0 0 0,12 0 0 16,-13 0 0-16,10 2 0 0,-10 1 0 0,1-3 0 15,-2 0 0-15,-1 2 0 0,-3 2 0 16,2-2 0-16,-6-1 0 0,1 2 0 0,0 1 0 16,-4 1 0-16,-2-3 0 0,-4 1 0 15,2 0 0-15,-1-3 0 0,-9 4 0 0,12 0 0 16,-4-4 0-16,7 2 0 0,-5 0 0 16,4-2 0-16,2 0 0 0,-2 0 0 15,2 0 0-15,-2 0 0 0,0 0 0 0,-4 0 0 16,8 0 0-16,-4 0 0 0,2 0 0 15,-2 2 0-15,-7 0 0 0,-5-2 0 16,1 3 0-16,2-1 0 0,5 2 0 0,-6 0 0 16,-3-2 0-16,0 0 0 0,-2 2 0 15,2 0 0-15,12-2 0 0,-7 1 0 0,-5-2 0 16,4 1 0-16,-3 1 0 0,10-1 0 16,2-1 0-16,-8 2 0 0,-3-3 0 0,1 2 0 15,6 0 0-15,-3 2 0 0,-5 0 0 16,-1-3 0-16,0 0 0 0,2 2 0 15,-4-2 0-15,1 1 0 0,-5 0 0 0,2-2 0 16,-4 2 0-16,4-2 0 0,-1 0 0 16,3 0 0-16,0 0 0 0,2 0 0 15,2 0 0-15,-1 0 0 0,-1 0 0 0,1 0 0 16,-1 0 0-16,-1 1 0 0,-1 1 0 16,0-2 0-16,0 2 0 0,0-2 0 0,-1 2 0 15,1 2 0-15,0-2 0 0,4 3 0 16,-2-5 0-16,-1 4 0 0,12 1 0 0,-4-3 0 15,4 1 0-15,3-1 0 0,-9 0 0 16,-3 1 0-16,1-2 0 0,6 3 0 16,-3-2 0-16,-8 0 0 0,0-2 0 0,-7 3 0 15,3-1 0-15,-6-2 0 0,3 1 0 16,-4-1 0-16,2 2 0 0,-1-2 0 16,3 2 0-16,-1-2 0 0,3 0 0 0,4 0 0 15,1 0 0-15,-1 2 0 0,9-2 0 16,6 1 0-16,1 1 0 0,5 0 0 0,-6-1 0 15,6 4 0-15,-4-1 0 0,4 1 0 16,-4 2 0-16,1-2 0 0,-3 4 0 16,0-3 0-16,1 3 0 0,-2 0 0 0,3-1 0 15,-2-1 0-15,3 1 0 0,2-1 0 16,0 0 0-16,2 0 0 0,6 5 0 0,-7-7 0 16,-4 0 0-16,0 1 0 0,-1 0 0 15,-12-3 0-15,-5 1 0 0,-8-2 0 0,1 1 0 16,-3 0 0-16,-6-3 0 0,5 0 0 15,-3 3 0-15,-9-3 0 0,15 3 0 16,-6-1 0-16,-9-2 0 0,12 4 0 0,-12-4 0 16,11 0 0-16,-11 0 0 0,9 0 0 15,-9 0 0-15,0 0 0 0,0 0 0 16,0 0-185-16,11-2-388 0,-11 2-126 0,-2-10-189 16,2 10 69-16,-9-17 87 0,-7 5-729 15,-9-5-909-15</inkml:trace>
  <inkml:trace contextRef="#ctx0" brushRef="#br0" timeOffset="120575.67">13145 4801 3972 0,'7'-4'-61'0,"-7"4"21"0,0 0 7 0,0 0 19 0,0 0 46 0,0 0 50 16,0 0 37-16,0 0 21 0,-3 21 12 15,-3-13 4-15,1 2-4 0,-1-3-10 0,-1 5-13 16,2-4-3-16,-1 0-11 15,5-1-7-15,-5-1-9 0,6-6-7 0,-5 12-5 0,3-8-5 16,2-4 2-16,-5 7 6 16,5-7-2-16,-6 6 0 0,6-6 9 0,0 0-17 15,0 0-13-15,0 0 0 0,0 0-8 16,0 0-4-16,0 0-9 0,0 0-8 0,-7-25 3 16,7 19-4-16,-4-2 0 0,4 8-8 15,0-7-5-15,0 7-2 0,-3-10-2 0,3 10-1 16,-6-4-10-16,6 4-1 0,0 0 2 15,0 0-2-15,0 0 4 0,-28 12-9 16,17-6 1-16,4-1 6 0,1 1 0 0,-1 0-3 16,-1 0 4-16,0-4-3 15,8-2 4-15,-9 10-3 0,9-10 3 0,-7 7 3 16,7-7 21-16,-9 3 26 0,9-3 4 16,0 0-1-16,0 0-11 0,0 0-5 0,0 0-6 15,-11-17 1-15,11 8-13 0,0 9 2 16,2-18-6-16,0 13-3 0,0-5-7 0,-2 10 1 15,4-12-2-15,-4 12-8 0,0-7-4 16,0 7 1-16,1-8-9 0,-1 8 4 0,0 0-6 16,0 0 10-16,0 0 5 0,0 0 0 15,0 0 2-15,16 20 1 0,-12-15-1 16,-1 3 9-16,1-1-12 0,2-1 0 16,-4 2-1-16,-2-8 0 0,6 12 3 0,-4-6-6 15,2-1 5-15,-4-5-1 0,1 9-4 16,-1-9 3-16,2 9-5 0,-2-9 3 15,2 6-1-15,-2-6 4 0,0 0 1 0,0 9 2 16,0-9 5-16,0 0-18 0,0 0-18 16,0 0-7-16,0 0-6 0,-2-29 0 0,0 17 3 15,2-1 5-15,0 1 2 0,0 3 0 16,-1-1 5-16,1 4-2 0,0-2 5 0,-2 3 3 16,2 5 1-16,0-12 0 0,0 12-5 15,-2-8 2-15,2 8-2 0,0 0 1 16,0 0 2-16,0 0 3 0,0 0-3 15,0 0 6-15,0 0-4 0,7 22 11 0,-3-13-7 16,1 1 3-16,1 0 4 0,2-1-1 16,-2-1 4-16,1-2 15 0,1 3-23 15,0-4 6-15,-1 2-2 0,3-5 23 0,-7 4-7 16,-3-6 7-16,12 4-4 0,-12-4-2 16,0 0 1-16,21-10 0 0,-18 4-5 0,6-2-1 15,-6-3 0-15,1-1-2 16,-2-1-1-16,0 0 2 0,-2 1 4 0,3 0-1 0,-4 4-9 15,1 1 0-15,0 7-1 0,-6-12-5 16,1 9 5-16,5 3-4 0,0 0 4 16,-31 9-2-16,17-2-4 0,1 2 4 15,-1 0-5-15,3 2 9 0,2-2-10 0,5-2 1 16,-4-1-1-16,2-2 2 0,6-4 7 16,-5 9 0-16,1-3-4 0,4-6 9 0,-5 4-3 15,5-4-2-15,0 0 9 0,-6 6-9 16,6-6-8-16,0 0-1 0,0 0-43 0,0 0-42 15,0 0-62-15,0 0-71 0,0 0-90 16,0 0-88-16,-8 4-76 0,8-4-111 16,0 0-177-16,0 0 72 0,0 0-583 0,0 0-735 15</inkml:trace>
  <inkml:trace contextRef="#ctx0" brushRef="#br0" timeOffset="124526.84">13561 7914 736 0,'0'0'494'0,"0"-10"-121"0,0 10-59 0,0 0-19 0,2-7-9 0,-2 7-13 0,0-5 6 16,0 5-8-16,1-7 23 0,-1 7 17 0,0 0 13 15,0 0 10-15,0-11-3 16,0 11-6-16,0 0-22 0,2-9-13 0,-2 9-23 16,0 0-25-16,0 0-31 0,0 0-23 15,0 0-20-15,0 0 7 0,0 0 12 0,0 0-6 16,8 25-9-16,-7-7-1 0,3 5-16 16,3 8 2-16,-4 2-73 0,3 1-84 0,-2 1 0 15,-3-9 0-15,3-2 0 0,-2 0 0 16,0-6 0-16,-2-1 0 0,2-1 0 0,-2-2 0 15,0-1 0-15,0-1 0 0,0-1 0 16,0-5 0-16,0 3 0 0,0-2 0 0,0-7 0 16,0 13 0-16,0-11 0 15,0-2 0-15,0 10 0 0,0-10 0 0,-4 4 0 16,4-4 0-16,0 0 0 0,0 0 0 16,0 0-369-16,0 0-252 0,-17-12-109 0,14 6-146 15,-4-4 75-15,5 1-829 0,0-4-1070 16</inkml:trace>
  <inkml:trace contextRef="#ctx0" brushRef="#br0" timeOffset="125557.68">13799 7919 4056 0,'0'0'-175'0,"9"-1"70"0,-9 1 67 0,0 0 71 0,13 0 75 0,-13 0 60 16,0 0 52-16,0 0 38 0,21 0 34 15,-21 0 30-15,0 0 18 0,16 0 20 0,-16 0 2 16,0 0-15-16,0 0 9 0,15-2-16 15,-15 2-9-15,5-1-9 0,-5 1-28 0,0 0-294 16,0 0 0-16,0 0 0 0,0 0 0 16,0 0 0-16,11-1 0 0,-11 1 0 0,0 0 0 15,0 0 0-15,0 0 0 0,0 0 0 16,0 0 0-16,0 0 0 0,0 0 0 0,0 0 0 16,-12-15 0-16,12 15 0 0,-11-5 0 15,5 1 0-15,-2 3 0 0,8 1 0 0,-17-6 0 16,5 4 0-16,1 0 0 15,0 2 0-15,-3 0 0 0,-1 2 0 0,1 0 0 0,-2 2 0 16,-4 5 0-16,-1-1 0 16,-3 9 0-16,1 5 0 0,2 1 0 0,-1 4 0 15,8 2 0-15,-4 4 0 0,5 2 0 16,4 0 0-16,2 1 0 0,4 0 0 0,1 2 0 16,7-1 0-16,0-2 0 0,4 2 0 15,2-5 0-15,5-3 0 0,1-3 0 0,2-4 0 16,-4-5 0-16,1-2 0 0,-2-4 0 15,2-3 0-15,1-2 0 0,0-1 0 0,1-2 0 16,-2-1 0-16,2-2 0 16,-1 2 0-16,-2-2 0 0,-4-2 0 0,5 2 0 15,-5-2 0-15,0 0 0 0,1 2 0 16,-12 0 0-16,15-1 0 0,-5 0 0 0,-10 1 0 16,0 0 0-16,17 0 0 0,-17 0 0 15,0 0 0-15,12 0 0 0,-12 0 0 0,0 0 0 16,0 0 0-16,0 0 0 0,0 0-581 15,0 0-418-15,0 0 101 0,0 0-1045 0,0 0-1363 16</inkml:trace>
  <inkml:trace contextRef="#ctx0" brushRef="#br0" timeOffset="126022.83">14119 8237 5699 0,'1'-12'50'0,"-1"3"45"0,2 1 23 0,0 3 40 0,4-1 24 0,-2 3 11 0,-4 3 16 0,0 0 7 0,24 3 6 15,-12 4-2-15,-1 5 3 0,5 3-9 16,-3-1 10-16,-4 5-56 0,2 0-168 0,-6 1 0 16,-1-3 0-16,-4 1 0 0,-4 1 0 15,2-2 0-15,-3 4 0 0,-6-2 0 0,2 0 0 16,-2-1 0-16,-1-1 0 15,-1-3 0-15,-1 0 0 0,1-6 0 0,2-1 0 16,-1-2 0-16,1-5 0 0,11 0 0 16,-21-12 0-16,14 1 0 0,1-12 0 0,4-3 0 15,2-13 0-15,8 1 0 0,3-1 0 16,1 4 0-16,1 3 0 0,1 6 0 0,-5 7 0 16,0 6 0-16,0 4 0 0,1 5 0 15,3 3 0-15,1 2 0 0,-1 6 0 0,7 4 0 16,3 4 0-16,-3 5 0 0,-1-1 0 15,0 5 0-15,-2-3 0 0,5 2 0 0,-6-1 0 16,4 0 0-16,-6-6 0 16,-2 2 0-16,1-4 0 0,-1 0 0 0,-4-2 0 15,1-2 0-15,-2-3 0 0,0 0 0 16,-2 0 0-16,-1-1 0 0,2-4 0 0,-6-2 0 16,7 2 0-16,-7-2 0 0,0 0 0 15,16-8-301-15,-13 0-552 0,3-2-96 0,0-3 106 16,0-1-941-16,1 0-1213 0</inkml:trace>
  <inkml:trace contextRef="#ctx0" brushRef="#br0" timeOffset="126456.74">14925 8196 4764 0,'-2'-7'-74'0,"-2"-3"77"0,0-1 62 0,0 1 51 0,1-2 43 0,-3-2 22 0,1 3 8 15,-1-2 2-15,-1 1-5 0,0 4-18 0,2-1-8 16,-5 3-16-16,-2-3-19 0,-1 3-7 16,-2 3-2-16,-2 3-17 0,1 0 4 15,0 3-17-15,-4 3-9 0,3 1 1 0,0 0-13 16,3 1-23-16,3 2 2 0,0 1-1 16,6 1-6-16,-2-2 5 0,5 2-24 0,4-2 16 15,5 6-2-15,0 2 2 0,4-2 11 16,7 6 15-16,0 2 19 0,3-1 21 0,1 0 15 15,-2-1 12-15,-1-2 10 0,-3-3-54 16,-3-4-83-16,-2 1 0 0,-1-3 0 16,-2 1 0-16,-3-2 0 0,1-1 0 15,-3-3 0-15,4 3 0 0,-3-4 0 0,-4-5 0 16,0 12 0-16,0-12 0 0,-9 8 0 16,4-4 0-16,5-4 0 0,-19 5 0 0,5-5 0 15,14 0 0-15,-30-3 0 0,13-1 0 16,-4-2 0-16,3-1 0 0,-2-2 0 0,1 0 0 15,4 2 0-15,-1 1 0 0,5-1 0 16,-1 2 0-16,5 0-222 0,-1-1-640 0,3 0-91 16,0 1 96-16,8-2-944 15,-3 7-1231-15</inkml:trace>
  <inkml:trace contextRef="#ctx0" brushRef="#br0" timeOffset="126906.5">15153 8235 4963 0,'0'-9'47'0,"0"9"83"0,0 0 67 0,0-10 48 0,0 10 20 0,0 0 16 0,0 0-6 15,2-8-12-15,-2 8-15 0,0 0-20 16,0 0-19-16,0 0-9 0,0 0-23 0,6-7-6 16,-6 7-6-16,4-4-38 15,-4 4-127-15,6-3 0 0,-6 3 0 0,9-5 0 16,-1 1 0-16,-5-2 0 0,7-3 0 15,-4 2 0-15,1-5 0 0,1 0 0 0,-2-2 0 16,0 1 0-16,-4-1 0 0,-1-3 0 16,-1 5 0-16,-1-4 0 0,-1 5 0 15,-6-3 0-15,-2 4 0 0,1 3 0 16,-2 3 0-16,-3 0 0 0,-1 7 0 0,-2 0 0 16,-3 6 0-16,2-1 0 0,-5 10 0 0,1 2 0 15,8 4 0-15,-2 2 0 0,5 3 0 0,4 0 0 16,3 0 0-16,2-5 0 15,6 2 0-15,-1 5 0 0,8 0 0 0,1-2 0 16,5-4 0-16,2 1 0 0,2-4 0 16,0-1 0-16,2-4 0 0,-3-5 0 0,-4-4 0 15,5 1 0-15,-8-5 0 0,5-1 0 16,-3-3 0-16,-1 0 0 0,-2 0 0 0,2-2 0 16,-4 1 0-16,1 0 0 0,-3-3 0 15,-1 0-116-15,-3-1-602 0,3 1-169 0,-1-1-1 16,0 0 94-16,-2 0-834 0,2 0-1068 15</inkml:trace>
  <inkml:trace contextRef="#ctx0" brushRef="#br0" timeOffset="127174.31">15746 8226 5058 0,'-12'-3'333'0,"12"3"50"16,0 0 42-16,-11-3 39 0,11 3 6 0,0 0-29 0,-9-4-36 0,9 4-193 0,0 0-212 16,0 0 0-16,0 0 0 0,-10-2 0 0,10 2 0 15,0 0 0-15,0 0 0 16,0 0 0-16,0 0 0 0,0 0 0 0,0 0 0 16,0 0 0-16,0 0 0 0,0 0 0 15,0 0 0-15,-6 8 0 0,6-8-88 0,0 0-574 16,0 0-102-16,0 9-128 15,0-9 77-15,0 0-875 0,-7 8-1126 0</inkml:trace>
  <inkml:trace contextRef="#ctx0" brushRef="#br0" timeOffset="127594.29">15621 8381 4311 0,'-7'7'-19'0,"4"-5"113"16,3-2 74-16,0 0 59 0,-8 8 68 15,8-8 32-15,0 0 6 0,0 0-4 16,0 0-16-16,0 0-17 0,-5 4-15 15,5-4-19-15,0 0-25 0,0 0-11 0,0 0-36 16,0 0-17-16,0 0-25 16,13 5-148-16,-13-5 0 0,0 0 0 0,0 0 0 0,8 1 0 15,-8-1 0-15,0 0 0 141,7 4-252-141,-7-4-109 125,0 0-115-125,11 2-131 0,-11-2-132 0,16-4-78 0,-7-1 86 0,2 0-700 0,3 0-882 0</inkml:trace>
  <inkml:trace contextRef="#ctx0" brushRef="#br0" timeOffset="127673.12">15935 8187 3707 0,'5'-10'18'0,"-1"0"88"0,0 1 54 0,2-1 45 0,-2 3 35 0,3-3 23 0,-1 1 20 0,1 1-18 0,4-3-3 0,-6 3-3 0,2-1-8 0,1 2-8 0,-2 1-3 0,0 0-23 0,-6 6-15 0,7-9-19 0,-7 9-19 0,8-6-19 0,-8 6-15 0,1-5-17 0,-1 5-12 0,0 0-11 0,0 0-7 0,0 0-7 0,0 0-10 0,0 0-6 0,0 0-6 0,0 0-49 0,0 0-5 0,0 0 0 0,0 0 0 0,0 0 0 0,0 0 0 0,-11 18-15 0,8-12-131 15,-1-2-76-15,0 4-104 0,-2-1-137 0,-3-2-157 16,3-2-244-16,1 2 75 15,1 0 85-15,4-5-671 0,0 0-828 0</inkml:trace>
  <inkml:trace contextRef="#ctx0" brushRef="#br0" timeOffset="128356.59">16320 8013 3513 0,'0'-10'-36'0,"-2"4"52"0,2 0 46 16,0 6 25-16,0-9 22 16,0 9 8-16,-1-8-3 0,1 8-9 0,-3-10-11 15,3 10-19-15,0 0 0 0,-2-7-12 16,2 7-8-16,0 0-10 0,0 0-3 0,2-8 6 16,-2 8 23-16,0 0 28 0,0 0 30 15,0-6 24-15,0 6 24 0,0 0 17 0,0 0 14 16,4-11-19-16,-4 11 5 0,8-7-3 15,-5 1-12-15,1 2 5 0,2-1-6 0,-3-1-8 16,4 1-5-16,-3 2-8 0,-4 3-6 16,5-7-8-16,-5 7-11 0,6-7-11 15,-6 7-12-15,3-3-11 0,-3 3-13 16,0 0-10-16,0 0-20 0,0 0-55 0,0 0 0 16,0 0 0-16,-2 27 0 0,1-10 0 15,-5 5 0-15,2 1 0 0,-1 8 0 0,-2 2 0 16,4 0 0-16,1-3 0 0,-4 2 0 15,3-3 0-15,1-4 0 0,-2-2 0 0,0 1 0 16,3-3 0-16,-4-2 0 0,1-1 0 16,0-1 0-16,4-5 0 0,-1 3 0 0,1-3 0 15,-2-2 0-15,0-1 0 0,0-1 0 16,0-1 0-16,0 0 0 0,2-7 0 16,0 10 0-16,0-10 0 0,-1 9 0 0,1-9 0 15,0 6 0-15,0-6 0 0,-2 7 0 16,2-7 0-16,-5 6 0 0,5-6 0 15,0 0 0-15,-5 4 0 0,5-4 0 0,-10 4 0 16,10-4 0-16,-7 3 0 0,7-3 0 16,-6 4 0-16,6-4 0 0,0 0 0 0,-8 5 0 15,8-5 0-15,0 0 0 0,4 10 0 16,-4-10 0-16,15 9 0 0,-2-6 0 0,10 2 0 16,4 0 0-16,9 1 0 0,5 0 0 15,1 0 0-15,-3 0 0 0,-1-2 0 0,-5 1 0 16,-10-1 0-16,-4-3 0 0,-2 3 0 15,-4-4 0-15,0 1 0 0,-2 1 0 16,-2-2 0-16,-9 0 0 0,15 2 0 16,-15-2 0-16,0 0 0 0,12-2 0 0,-12 2 0 15,0 0 0-15,0 0 0 0,0 0-418 16,-47-3-601-16,23 2 109 0,-6-2-1077 0,-16 3-1406 16</inkml:trace>
  <inkml:trace contextRef="#ctx0" brushRef="#br0" timeOffset="128756.63">13878 8758 5341 0,'-50'-2'-136'0,"3"2"39"0,-1 0 45 0,1 0 67 0,8 0 80 15,5 0 86-15,12-3 47 0,5 6 12 0,0-6-10 0,17 3-12 0,-16 0-6 0,16 0 15 0,0 0 19 0,0 0 15 16,75-2-3-16,1 1-22 0,13-1-14 16,46 0-21-16,21 0-136 0,14 1-65 0,17-1 0 15,62 2 0-15,-4 0 0 0,7 2 0 16,-7 1 0-16,-6 2 0 0,-56 0 0 0,1-1 0 16,-10 1 0-16,-9-2 0 0,-19-1 0 15,-21 1 0-15,-39-1 0 0,-12-2 0 16,-22 0 0-16,-11 2 0 0,-8-2 0 15,-8 0 0-15,-6 0 0 0,-2 0 0 0,-4 0 0 16,-1 0 0-16,0-2 0 0,-12 2 0 16,14 0 0-16,-14 0 0 0,14 0 0 0,-14 0 0 15,0 0 0-15,15 0 0 0,-15 0 0 16,0 0 0-16,0 0 0 0,0 0 0 0,0 0 0 16,0 0-896-16,0 0-67 0,-38 6-1190 15,22-2-1562-15</inkml:trace>
  <inkml:trace contextRef="#ctx0" brushRef="#br0" timeOffset="130956.27">16154 8020 5336 0,'0'0'-375'0,"-7"4"75"15,1 0 68-15,0 3 57 0,-2-2 55 0,1 4 56 0,-1-3 40 0,-2 0 47 0,3 2 22 0,-1-2 31 16,1 0 12-16,1 1 10 0,0-2 8 16,0-2 8-16,6-3 6 0,-3 7 4 0,3-7 3 15,-8 5 5-15,8-5 2 16,0 0 1-16,-5 7-1 0,5-7 5 0,0 0 3 15,0 0 8-15,0 0 2 0,0 0-12 16,0 0-11-16,0 0-10 0,0 0-11 0,34-8-10 16,-17 1-9-16,0-3-9 0,12-2-2 15,-9 1-14-15,1-1 1 0,2-1-9 0,-1 0 2 16,0-3 5-16,-5 0 3 0,-2 5 3 16,-3-3 2-16,-1 2-1 0,1 1 7 0,-2-1-6 15,-1 0-8-15,-2 2-2 0,2-1-4 16,-6 3-8-16,5 1-4 0,-3 0-7 0,-1 0-3 15,-1 2-3-15,2 0-4 16,3 0-5-16,-8 5 0 0,3-7 2 0,-3 7 2 16,6-7 2-16,-6 7-29 0,3-5 0 15,-3 5 0-15,2-5 0 0,-2 5 0 0,0 0 0 16,7-5 0-16,-7 5 0 0,0 0 0 16,0 0 0-16,4-6 0 0,-4 6 0 0,0 0 0 15,0 0 0-15,0 0 0 0,0 0 0 16,0 0 0-16,0 0 0 0,-11 25 0 0,6-10 0 15,-1 2 0-15,1 3 0 0,-6 6 0 16,0 6 0-16,2 1 0 0,-1 3 0 0,-1 0 0 16,-6 9 0-16,3-9 0 15,3 3 0-15,-1-4 0 0,-1 1 0 0,2-1 0 16,1-2 0-16,-1 0 0 0,2-2 0 16,2-5 0-16,0-4 0 0,3-1 0 0,1-6 0 15,-3 0 0-15,2 0 0 0,0-2 0 16,0-2 0-16,2-2 0 0,0 1 0 0,1-4 0 15,-3 0 0-15,2-1 0 0,0 1 0 16,2-6 0-16,-4 10 0 0,4-10 0 0,0 8 0 16,0-8 0-16,0 4 0 0,0-4 0 15,0 0 0-15,-3 9 0 0,3-9 0 0,0 0 0 16,-5 4 0-16,5-4 0 16,0 0 0-16,0 0 0 0,0 8 0 0,0-8 0 15,0 0 0-15,0 0 0 0,0 0 0 16,0 0 0-16,-4 4 0 0,4-4 0 0,0 0 0 15,0 0 0-15,0 0 0 0,0 0 0 16,0 0 0-16,0 0 0 0,-7 5 0 0,7-5 0 16,0 0 0-16,0 0 0 0,-19-5 0 15,19 5 0-15,-21-2 0 0,11 2 0 0,-1-2 0 16,11 2 0-16,-17-2 0 0,7 0 0 16,10 2 0-16,-11-1 0 0,11 1 0 0,0 0 0 15,0 0 0-15,0 0 0 16,0 0 0-16,0 0 0 0,34 7 0 0,-7-5 0 15,15-2 0-15,-2 5 0 0,7-2 0 16,3 1 0-16,10 1 0 0,-3-1 0 0,-12 2 0 16,-1-3 0-16,-6 1 0 0,-9-3 0 15,-9 1 0-15,0 0 0 0,-7 0 0 0,-1-1 0 16,-3-1 0-16,0 0 0 0,-9 0 0 16,18 2 0-16,-18-2 0 0,11 2 0 0,-11-2 0 15,10 0 0-15,-10 0 0 0,0 0 0 16,0 0 0-16,0 0 0 0,13 0 0 0,-13 0 0 15,0 0 0-15,0 0 0 0,0 0 0 16,0 0 0-16,0 0 0 0,0 0-606 0,0 0-391 16,-31 8 109-16,20-4-1050 15,-4 1-1360-15</inkml:trace>
  <inkml:trace contextRef="#ctx0" brushRef="#br0" timeOffset="137437.87">6358 10958 1806 0,'0'0'243'0,"0"-8"-37"0,0 8-11 0,0 0-1 0,0 0-7 0,0 0-16 0,0 0-22 16,5-11-19-16,-5 11 29 0,0 0 18 15,0 0 11-15,0 0 1 0,0 0 0 0,2 26-7 16,-2-19 1-16,4 2 2 0,-3 2 6 16,3-2 11-16,3 0 4 0,1-1 10 0,4-3-2 15,4-3-19-15,6 2-32 0,1-6-13 16,13-3-17-16,4-2-8 0,0 0-13 15,-2-2-12-15,0-1-9 0,-4-2-8 16,-2 4-10-16,-7 2-2 0,-5 0-3 0,-4 4-11 16,-2-3 5-16,-3 1-11 0,1 1-3 15,-4 0-5-15,-1 1-8 0,1 0-5 0,-8 2-8 16,12-4 3-16,-12 4-1 0,9-4-6 16,-9 4 1-16,9 0-9 0,-9 0-4 15,0 0-17-15,12-2-39 0,-12 2-34 0,0 0-44 16,0 0-75-16,0 0-105 0,7 8-119 15,-7-8-137-15,0 0-233 0,-7 14 46 0,3-9 74 16,3 0-539-16,-6 2-680 0</inkml:trace>
  <inkml:trace contextRef="#ctx0" brushRef="#br0" timeOffset="138553.28">9935 10648 3258 0,'6'-5'-72'0,"-6"5"24"0,7-7 16 0,-7 7 22 0,1-6 21 0,-1 6 9 0,0 0-1 0,0 0-6 0,0 0 17 0,0 0 27 0,0 0 14 0,0 0 5 0,6 14 21 16,-6-14-3-16,2 11 3 0,-2-11 0 15,2 8 20-15,1-3 6 0,-1 2 5 0,4-1 8 16,-2-3 14-16,4 0 8 0,1-1-4 15,7 1-14-15,-3-3-13 0,4 0-14 0,3-3-9 16,2 1-14-16,-1 2-4 0,-1-1-13 16,1 1-8-16,-5 0-6 0,-1 0-8 15,1 0-5-15,-2 0-9 0,0 1 1 16,-3 1-7-16,0 1-4 0,0-3-3 0,-11 0-4 16,14 2-6-16,-6 2-25 0,-2-1-28 15,-6-3-42-15,11 9-61 0,-9-6-79 0,-2 2-84 16,0-5-106-16,-3 10-154 0,-5-1-88 15,0-2 53-15,-1 1-373 0,-4 1-451 0</inkml:trace>
  <inkml:trace contextRef="#ctx0" brushRef="#br0" timeOffset="140238.42">2157 13168 2767 0,'0'0'16'0,"-2"-6"-6"0,2 6-3 0,0 0 5 16,0 0 10-16,0 0 31 0,0 0 29 0,0 0 4 16,0 0 18-16,0 0 3 0,0 0 3 15,5 20-7-15,-1-13 35 0,6-2 22 0,3 2 21 16,3-3 11-16,4 0 0 0,7-4-8 16,13-1-14-16,2-4-1 0,2-2-26 15,0-3-10-15,7-4-13 0,-1-3-4 16,-4-3-19-16,-10 6-10 0,-4-3-6 15,-1 4-10-15,-10 1-3 0,-4 4-6 0,-6 0-10 16,1 3-9-16,-5-1-11 0,0 2-28 16,-7 4-40-16,14-5-51 0,-8 2-82 0,-1-1-98 15,-5 4-97-15,8-2-140 0,-8 2-210 16,0 0 63-16,0 0 66 0,0 0-298 0,0 0-367 16</inkml:trace>
  <inkml:trace contextRef="#ctx0" brushRef="#br0" timeOffset="141320.99">724 13529 2343 0,'0'-12'-51'0,"0"12"28"0,0 0 19 0,0 0 18 0,0-12 13 0,0 12 5 0,0 0-2 16,0 0 31-16,0 0 36 0,0 0 6 0,-4 27 3 16,4-13-7-16,-2 1 9 0,2 4 13 15,0-3-9-15,2-1 16 16,0-1 1-16,3-1 13 0,3 1 25 0,4-2 27 15,1-4 12-15,8 1 2 0,-1-6-10 16,5-3-9-16,13-3-16 0,3-3-11 0,0-3-13 16,9-7-16-16,-10 4-14 0,-4-1-10 15,-2-1-13-15,-5 3-8 0,-6 5-10 16,-4-1-11-16,-6 2-5 0,-1 1-11 0,-1 1-8 16,-3-1-5-16,-8 4-2 0,17-5-14 15,-17 5-29-15,10-3-31 0,-10 3-28 16,9-4-50-16,-9 4-71 0,8-1-79 0,-8 1-81 15,0 0-133-15,0 0-260 16,0 0 67-16,0 0 75 0,0 0-301 0,0 0-382 16</inkml:trace>
  <inkml:trace contextRef="#ctx0" brushRef="#br0" timeOffset="147087.88">5187 8320 1183 0,'0'0'515'0,"0"0"-104"0,0 0-70 0,7 4-21 0,-7-4-26 0,0 0-13 15,0 0-17-15,0 0-12 0,0 0 16 16,0 0 5-16,0 0-5 0,6 6-19 15,-6-6-12-15,0 0-28 0,0 0-12 16,0 0-17-16,0 0-25 0,0 0-17 0,0 0-15 16,12-15-8-16,-12 15-14 0,0 0-6 15,2-6 0-15,-2 6 0 0,0 0-2 0,0 0 1 16,0 0-8-16,0 0-3 0,0 0-13 16,0 0-3-16,0 0-10 0,0 0-6 0,0 0-5 15,-27 12-8-15,20-1-2 0,-4-1-8 16,6 2 0-16,-1-2-2 0,3 0 7 15,-1 1-18-15,2-1 1 0,2-2-2 0,-2-1 0 16,2-7-7-16,0 14 8 0,4-9-2 16,-4-5-2-16,7 7 0 0,-7-7 1 0,0 0-5 15,13 0 3-15,-13 0 5 16,0 0-2-16,0 0 6 0,18-12 2 0,-15 7 1 16,-3 5 1-16,4-11 3 0,-2 6-4 15,-2 5-1-15,0-13-1 0,0 13-4 0,-2-9-4 16,2 9 4-16,-4-7-21 0,4 7-31 15,0 0-43-15,-11-1-59 0,11 1-63 0,0 0-73 16,-19 15-106-16,13-7-119 0,1 1-181 16,-3 1-127-16,0-1 81 0,1 0-655 15,-1 2-835-15</inkml:trace>
  <inkml:trace contextRef="#ctx0" brushRef="#br0" timeOffset="150552.22">18124 8266 1215 0,'0'-6'316'0,"0"6"-61"0,0 0-18 0,4-9 0 0,-2 3-15 0,-2 6 3 0,2-8 3 0,0 2-5 15,-2 6 9-15,2-11 4 0,-1 7 3 16,-1-2-3-16,0 6 1 0,5-11-7 16,-5 11 0-16,2-9-5 0,-2 9-11 15,2-8-8-15,-2 8-16 0,0 0-15 0,2-9 2 16,-2 9-21-16,0 0-7 0,1-6-17 15,-1 6-6-15,0 0 11 0,0 0 34 0,0 0 0 16,-9 20-9-16,3-4 5 0,-4 4-5 16,-1 10-11-16,-1 3-11 0,1 1-12 15,2 0-10-15,3 2-10 0,0-1-80 16,2-2-28-16,4-5 0 0,0-4 0 0,4-3 0 0,0 1 0 16,2-7 0-16,2 1 0 0,3-3 0 15,1-1 0-15,1-6 0 0,1 0 0 16,4-4 0-16,0-2 0 0,4-5 0 15,1-4 0-15,5-3 0 0,-1-3 0 0,2-6 0 16,-2-1 0-16,-2-2 0 0,-3-4 0 16,-1 2 0-16,0-3 0 0,0 4 0 0,-2-1 0 15,-6 6 0-15,-1 4 0 0,-5 3 0 16,3 2 0-16,-2 1 0 0,-3 2 0 0,-1 4 0 16,-4 4 0-16,0 0 0 0,0 0 0 15,0 0 0-15,-5 27 0 0,-3-8 0 0,-4 14 0 16,3 3 0-16,-7 10 0 0,3-2 0 15,-1 5 0-15,5-12 0 0,0 3 0 0,2-6 0 16,-2 0 0-16,4-3 0 16,1-4 0-16,0-10 0 0,1 1 0 0,1-7 0 0,0 3 0 15,0-2 0-15,0-5 0 16,2 2 0-16,0-9 0 0,0 11 0 0,0-11 0 0,0 0 0 16,0 0 0-16,0 0 0 15,0 0 0-15,0 0 0 0,0 0 0 0,13-24 0 16,-9 15-444-16,1-5-528 0,6 3 51 15,-2-5 107-15,2-2-900 0,8-4-1148 0</inkml:trace>
  <inkml:trace contextRef="#ctx0" brushRef="#br0" timeOffset="150836.18">18752 8388 4319 0,'-6'-9'-109'0,"6"9"103"0,-4-5 75 16,4 5 48-16,-8-9 27 0,8 9 19 0,0 0 3 15,-4-4 9-15,4 4 15 0,0 0 7 16,0 0-13-16,0 0-8 0,0 0-19 0,0 0-2 16,35 8-9-16,-26-3 3 0,5 6 3 15,-3-1 11-15,-3 7 6 0,1 3-5 0,-1 4-7 16,-5-1-15-16,-1 2-11 0,0 10-1 16,-2-4-5-16,0 6-2 0,0-8-10 15,-4 6-10-15,1-8-12 0,-3-3-55 16,4 0-36-16,-3-3 0 0,-2-1 0 0,4-5 0 15,1-1 0-15,-2-2 0 0,2-1 0 16,0-5-21-16,2 0-240 0,0-6-98 0,-1 6-109 16,1-6-116-16,0 0-159 0,0 0-61 15,0 0 62-15,5-22-690 0,-1 13-881 0</inkml:trace>
  <inkml:trace contextRef="#ctx0" brushRef="#br0" timeOffset="151037.85">18801 8652 4346 0,'-13'-2'196'0,"13"2"52"0,-21-1 53 16,11 1 23-16,10 0 7 0,0 0-7 15,-17 0-33-15,17 0-25 0,0 0-27 16,0 0-23-16,0 0-20 0,0 0-12 0,0 0-53 16,0 0-88-16,42 0-108 0,-20 0-121 15,3-4-144-15,6 4-138 0,11-1-94 0,7 2-151 16,12 3-50-16,2 1 68 0,3 0-616 15,-5 3-768-15</inkml:trace>
  <inkml:trace contextRef="#ctx0" brushRef="#br0" timeOffset="151269.38">19903 8703 3955 0,'-16'-5'462'15,"5"2"36"-15,4 1 40 0,0-1 35 0,7 3-23 16,-3-5-44-16,3 5-45 0,0 0-48 16,23-9-178-16,-2 6-235 0,8 1 0 0,10 2 0 15,6-2 0-15,5 2 0 0,-2 2 0 16,-2 3 0-16,-2-2 0 0,-2 1 0 0,-12-2 0 16,1-1-487-16,-5 1-255 0,-2-2-167 15,-4 2 68-15,-3-2 86 0,-4 0-761 16,3-2-961-16</inkml:trace>
  <inkml:trace contextRef="#ctx0" brushRef="#br0" timeOffset="151519.07">20491 8572 4507 0,'-3'-8'148'0,"-3"1"82"16,2 3 63-16,3-2 24 0,1 6 1 16,-5-4-15-16,5 4-22 0,0 0-8 0,0 0-17 15,0 0-24-15,21 14-21 0,-12-3-22 16,2 1-14-16,-2 3-9 0,-2 3-9 0,2 1-32 15,-4 1-115-15,-1 1-10 0,-2-2 0 16,-4 1 0-16,-4 0 0 0,-6 8 0 0,-3-3 0 16,-2 1 0-16,-6-4 0 15,1 0 0-15,-1-5 0 0,-1-3 0 0,10-4 0 16,-6 0 0-16,7-3 0 0,1-2 0 16,1-4-16-16,2-1-499 0,9 0-129 0,-14-6-195 15,10-4-10-15,1-1 81 0,3-5-783 16,2 1-994-16</inkml:trace>
  <inkml:trace contextRef="#ctx0" brushRef="#br0" timeOffset="152119.12">21273 8582 3940 0,'0'0'-104'0,"15"0"56"0,-15 0 72 0,14-4 60 0,-14 4 52 0,9-4 48 0,-6 0 31 15,-3 4 20-15,10-8 12 0,-6 3-4 16,0 1-2-16,-4 4 7 0,7-10-7 0,-7 4-11 15,2 0-8-15,0-1-15 0,2-1-13 16,-6 0-16-16,2 1-13 0,-4-1-13 0,2 0-15 16,-3 0-14-16,-5 1-13 0,-1 4-17 15,-2 1-7-15,-9 2-8 0,-1 5-7 16,-9 7-7-16,0 3-5 0,-1 4 5 16,5 2 1-16,1 3-58 0,4 1-7 0,4 4 0 15,5 1 0-15,7 1 0 0,3-5 0 16,6-2 0-16,7 6 0 0,7-4 0 0,5 2 0 15,3-3 0-15,13 1 0 0,3-3 0 16,-6-9 0-16,2-5 0 0,2-1 0 0,-4-5 0 16,-7-6-14-16,14 1-277 0,-1-8-79 15,-3-1-88-15,0-5-58 0,3-5-56 0,-2-3-76 16,-4-5-95-16,0-1 50 0,-7-8-629 16,-2-1-778-16</inkml:trace>
  <inkml:trace contextRef="#ctx0" brushRef="#br0" timeOffset="152519.14">21860 8151 3576 0,'-4'-24'-18'16,"-2"4"86"-16,3 3 68 0,-4 6 61 16,3 1 50-16,1 2 34 0,-3 0 6 0,6 8 0 15,-7-1 16-15,7 1 17 0,-20 21-9 16,9 6-4-16,-3 9-7 0,2 10-19 0,-2 5-23 16,3 5-21-16,1-1-22 15,5-1-23-15,-4-1-19 0,8-8-16 0,-5-2-81 0,2-4-76 16,3-2 0-16,-3-8 0 15,2-8 0-15,-2-3 0 0,4-1 0 0,-1-5 0 16,1 0 0-16,0-4 0 0,-3 1 0 16,3-9 0-16,0 10 0 0,0-10 0 0,0 0 0 15,0 0 0-15,0 0 0 0,0 0 0 16,0 0 0-16,28-17 0 0,-17 12 0 0,-6 2 0 16,-5 3 0-16,13-7 0 0,-5 5 0 15,-8 2 0-15,0 0 0 0,22 4 0 0,-13-1 0 16,-2 4 0-16,1 0 0 0,-1 1 0 15,1 2 0-15,0 2 0 0,-3-3 0 0,3 3 0 16,-5-4 0-16,6 1 0 16,-4 0 0-16,1 0 0 0,-3-5 0 0,3 3 0 15,0-2 0-15,-4-1 0 0,-2-4 0 16,10 5-41-16,-10-5-398 0,0 0-51 0,0 0-32 16,21-9-30-16,-12 0-54 0,0 0-58 15,9-7-40-15,0-5 54 0,5 1-548 0,2-1-663 16</inkml:trace>
  <inkml:trace contextRef="#ctx0" brushRef="#br0" timeOffset="152685.78">22064 8702 3045 0,'14'-12'-72'15,"0"3"95"-15,-4 2 101 0,-5 2 81 0,1 0 60 16,-6 5 36-16,8-3 43 16,-8 3 44-16,0 0 15 0,0 0-6 0,0 0-31 0,11 17-19 15,-9-9-34-15,0 2-28 0,0 4-29 16,-2-2-27-16,-2 4-21 0,0-1-23 16,-2 2-50-16,1 0-64 0,1-2-67 0,-2-1-79 15,0-2-75-15,3 0-69 0,-2-1-65 16,-3-1-72-16,4-2-66 0,0-3-55 15,2-5-62-15,-1 6-70 0,1-6-65 0,0 0 45 16,0 0-523-16,0 0-620 0</inkml:trace>
  <inkml:trace contextRef="#ctx0" brushRef="#br0" timeOffset="152817.95">22189 8531 3052 0,'10'-25'-32'0,"-2"6"67"16,-4 4 59-16,-3 3 46 0,1 2 16 0,0 3 0 15,0 0-17-15,0 0-20 16,-2 7-8-16,2-8-12 0,-2 8-10 0,0 0-59 15,0 0-81-15,-6-7-91 0,6 7-97 0,0 0-128 16,0 0-188-16,0 0 33 0,0 0 54 16,0 0-159-16,0 0-126 0</inkml:trace>
  <inkml:trace contextRef="#ctx0" brushRef="#br0" timeOffset="153085.65">22708 8165 2347 0,'1'-29'375'0,"-1"5"50"15,0 2 66-15,0 3 37 0,-1 3 29 16,-1 3 1-16,0 0-8 0,-2 4-47 16,2 2-54-16,2 7-7 0,0 0 0 15,0 0-23-15,-25 45-314 0,10 4-105 0,-2 5 0 16,0 10 0-16,-8 20 0 0,1 3 0 16,-1-1 0-16,-2 0 0 0,2-5 0 0,4-16 0 15,0 0 0-15,2-1 0 0,-2-6 0 16,2-7 0-16,5-8 0 0,1-11 0 0,8-8 0 15,-1-7 0-15,2-3 0 0,4-5 0 16,3-7 0-16,-3-2-238 0,0 0-492 0,24-21-126 16,-1-5-6-16,11-12 81 0,4-4-826 15,13-21-1046-15</inkml:trace>
  <inkml:trace contextRef="#ctx0" brushRef="#br0" timeOffset="153503.26">23062 8203 4103 0,'8'-17'-10'0,"-8"1"134"0,-2 2 89 16,-4 4 79-16,5 3 78 0,-3 0 31 15,-3 0 19-15,7 7 1 0,-13-3 6 0,13 3-8 16,-24 16-3-16,0 7-8 0,-2 13-221 16,-7 10-187-16,5 4 0 0,0 6 0 0,-1 2 0 15,3 2 0-15,-1-5 0 0,2-1 0 0,4 0 0 16,4-6 0-16,-1-4 0 0,9-10 0 16,2-8 0-16,0-7 0 0,4-4 0 0,-1 0 0 15,0-3 0-15,4-4 0 0,0-2 0 16,0-6 0-16,9 4 0 0,-9-4 0 15,0 0 0-15,25-16 0 0,-13 4 0 16,-1-5 0-16,2-12 0 0,1-2 0 0,-6-1 0 16,-5 4 0-16,-3 8 0 0,-2 3 0 15,-3 2 0-15,-11 3 0 0,0 7 0 0,-9 3 0 16,-15 7 0-16,-12 9 0 0,2 3 0 16,3 7 0-16,5 3 0 0,2 5 0 0,6 3 0 15,3 2 0-15,5 4 0 0,2 3 0 16,11-1 0-16,4-6 0 0,6-3 0 0,3-5 0 15,3 4 0-15,6-4 0 16,4-4 0-16,9-3 0 0,1-6 0 0,2-7 0 16,-1-1 0-16,2-8 0 0,1-2 0 15,16-6 0-15,-3-1 0 0,7-9 0 0,-1-3 0 16,-3-5 0-16,5-1 0 0,2-2 0 16,8 0-788-16,0 4-159 0,-1 0 68 0,0 7-1018 15,0 1-1319-15</inkml:trace>
  <inkml:trace contextRef="#ctx0" brushRef="#br0" timeOffset="153735.21">23396 8782 5823 0,'-16'-5'297'0,"7"1"40"0,2 1 35 0,-2 0 16 0,9 3-15 0,-7-4-26 0,7 4-93 16,0 0-254-16,0 0 0 0,36 10 0 0,-11-4 0 15,9 0 0-15,5 2 0 0,2-4 0 16,-3 5 0-16,0-5 0 0,3 0 0 0,-9-4 0 16,-1 0-477-16,5-4-238 0,3-2-200 15,-8 3 81-15,-1-5 77 0,3 0-771 0,-10-2-973 16</inkml:trace>
  <inkml:trace contextRef="#ctx0" brushRef="#br0" timeOffset="153968.4">23748 8698 4681 0,'-11'-5'290'16,"3"0"72"-16,3 0 51 0,5 5 24 0,-7-5 17 16,7 5-16-16,0 0-11 0,0 0-25 15,0 0-115-15,35 8-287 0,-20 2 0 0,10 6 0 16,2 3 0-16,-5 1 0 0,1 2 0 16,-1 2 0-16,-10-6 0 0,-1 0 0 0,-4 2 0 15,-3-4 0-15,-4 4 0 0,-4-2 0 16,-3 3 0-16,-9 7 0 0,-1-5 0 0,-2 0 0 15,0-3 0-15,2-4 0 0,-1-6 0 16,5-2 0-16,3-2 0 0,1-3 0 0,2-3 0 16,7 0 0-16,-12-7-87 15,10 0-934-15,2 7 75 0,10-22-1141 0,8 0-1499 16</inkml:trace>
  <inkml:trace contextRef="#ctx0" brushRef="#br0" timeOffset="154301.92">24639 8603 6207 0,'-13'-8'156'0,"1"5"75"0,0 5 69 16,12-2 49-16,-31 7 56 0,5 7 11 15,-1 3-289-15,1 7-127 0,-3 6 0 0,0 3 0 16,4 4 0-16,6-6 0 16,2 2 0-16,3 2 0 0,5-1 0 0,7 2 0 15,2-7 0-15,6-5 0 0,6 6 0 16,3-5 0-16,6-5 0 0,6-3 0 0,3-5 0 15,1-7 0-15,-3-3 0 0,16-6 0 16,-4-6 0-16,9-5 0 0,0-4 0 0,-6-3 0 16,-2-4 0-16,-4-1 0 0,-2-7 0 15,-9-2 0-15,-3-7 0 0,-8-4 0 0,-6-3 0 16,-9 4 0-16,-5 1 0 0,-10-2 0 16,-10 5 0-16,-9 11 0 0,-10 6 0 15,-8 9 0-15,-4 8 0 0,9 11 0 0,-12 8 0 16,4 5 0-16,-1 9 0 0,7-6 0 15,-2 3-654-15,18-3-322 0,-6 2-1255 16,12 3-1635-16</inkml:trace>
  <inkml:trace contextRef="#ctx0" brushRef="#br0" timeOffset="155750.95">26213 8791 5766 0,'13'0'-202'0,"-13"0"99"0,0 0 71 0,0 0 56 0,9-2 45 0,-9 2 36 0,0 0 25 16,7-4 19-16,-7 4 7 0,0 0-13 15,12-3-2-15,-8 0-9 0,-4 3-7 16,7-7-8-16,-1 2-16 0,-6 5-16 0,8-11 1 15,-2 1-7-15,-4 0-3 0,-1 1-15 16,1-3-9-16,-2-1 1 0,2-1-10 0,-2 0-4 16,-2 1-3-16,2 2-6 0,-2-1-10 15,-3 2-3-15,-1 0-5 0,0 3-10 16,-1 2-3-16,-5 2 0 0,5 1 0 0,7 2-1 16,-27 6 0-16,13 2-9 0,-2 2-1 15,-2 0 4-15,7 0 6 0,1 2 0 16,4-2-2-16,5 2 0 0,1 1 5 0,3 0 2 15,9 3 0-15,-1-1-3 0,2-1-3 16,5 1 5-16,5 2 11 0,-10-2 4 0,3-1 2 16,-2 1 14-16,2-2 10 0,-3 1 17 15,-3-1 23-15,-1-1 23 0,-1 0 29 0,-3-1 23 16,-1 1-102-16,-4-4-56 16,0 3 0-16,-4-1 0 0,1 0 0 0,-7 4 0 0,1-4 0 15,-1-1 0-15,-3-1 0 0,-3 1 0 16,3-3 0-16,-4 1 0 0,0-1 0 15,2-3 0-15,-2 0 0 0,3-3 0 0,-3-1 0 16,4-1 0-16,-2-1 0 0,1-3 0 16,3-1 0-16,-1 1 0 0,3-3 0 0,3 2 0 15,2-1-270-15,4-1-369 0,0 1-80 16,8-3-131-16,-1 1 37 0,9-3 101 16,0 1-712-16,11-5-876 0</inkml:trace>
  <inkml:trace contextRef="#ctx0" brushRef="#br0" timeOffset="155919.57">26362 8787 3634 0,'22'-10'-26'0,"-8"0"122"0,-2 3 81 0,-2 3 64 16,-2-2 58-16,-2 2 38 0,-6 4 19 0,9-5-7 0,-9 5-27 16,0 0 1-16,0 0 5 0,19 10-15 0,-13 1-41 15,-3 4-28-15,-1 2-25 0,0 3-21 16,-2 3-21-16,-4 3-63 0,3 9-80 16,-5-1-92-16,1 0-90 0,0-2-100 0,-3-8-108 15,7-2-111-15,-3-4-95 0,2-5-128 16,0-1-89-16,2 0 71 0,4-7-649 0,-2 1-813 15</inkml:trace>
  <inkml:trace contextRef="#ctx0" brushRef="#br0" timeOffset="156068.13">26645 8698 3721 0,'-4'-15'30'0,"4"3"57"0,-3 2 26 15,0 3 1-15,1 2-12 0,0 0-11 16,2 5-12-16,-2-9-38 0,2 9-57 0,-3-5-65 15,3 5-69-15,0 0-71 0,0 0-77 16,0 0-96-16,0 0-119 0,-6 19 8 16,4-11-243-16,-1 4-240 0</inkml:trace>
  <inkml:trace contextRef="#ctx0" brushRef="#br0" timeOffset="156934.51">26597 8781 2139 0,'2'4'138'0,"-2"-4"74"16,-2 8 31-16,2-8 41 0,0 0 34 15,-2 8 21-15,2-8 13 0,0 0 7 0,8 7-14 16,-8-7-9-16,10 8-14 0,-5-2-23 15,3 0-17-15,-1 1-22 0,1-2-21 0,-2 2-21 16,-1 3-19-16,3-2-17 0,-3-4-17 16,0 1-17-16,1 1-16 0,-6-6-10 0,9 10-11 15,-5-6-11-15,-4-4-6 0,7 7-8 16,-7-7-7-16,6 2-9 0,-6-2-52 0,0 0-18 16,0 0 0-16,19-13 0 0,-14 5 0 15,6 0 0-15,0-3 0 0,-2 1 0 0,3 2 0 16,-1 2 0-16,-4-2 0 15,5 5 0-15,-4 3 0 0,-8 0 0 0,19 0 0 16,-19 0 0-16,20 9 0 0,-9-1 0 16,-2 2 0-16,-2-2 0 0,2 3 0 0,-2 1 0 15,0 0 0-15,-1-4 0 0,-1 1 0 16,0-1 0-16,1-1 0 0,-3-2 0 0,-3-5 0 16,10 9 0-16,-3-6 0 0,-7-3 0 15,16 0 0-15,-16 0 0 0,21-5 0 16,-12-1 0-16,6-2 0 0,-1-1 0 0,2-3-107 15,7-5-49-15,1-4 4 0,-3 1 5 16,1-1 8-16,-1-6 14 0,1-1 9 16,-2-1 12-16,3-10 10 0,0-5 6 0,0-2 9 15,-1-5 12-15,3-3 4 0,9-18 3 16,2-5 7-16,-2 2 6 0,-10 17 7 16,1 7 1-16,-6 10 3 0,-4 12 2 0,-5 7 5 15,-4 6-1-15,-5 5 2 0,-1 5 5 16,0 4 4-16,0 2 13 0,0 0 18 0,0 0 17 15,-26 15 25-15,15-2 21 0,-3 2 18 16,-5 9 24-16,2 7 20 0,-6 11 20 0,0 8 23 16,0 9 18-16,-9 20 11 0,0 3 15 15,-3 3 21-15,0 2-94 0,-3 7-151 0,2 0 0 16,2 4 0-16,4-1 0 16,-3 2 0-16,5-7 0 0,1-5 0 0,2-7 0 15,4-19 0-15,4-9 0 0,1-5 0 16,5-12 0-16,2-5 0 0,1-6 0 0,2-7 0 15,3-5 0-15,-1-3 0 0,2-5 0 16,2-4 0-16,0 0 0 0,0 0 0 0,0 0 0 16,9-40 0-16,1 9 0 0,2-3 0 15,2-14 0-15,6-3 0 0,-1-3 0 0,6-9 0 16,1 1 0-16,9-8 0 0,-4 19 0 16,-7 7 0-16,0 5 0 0,-6 12 0 0,-1 4 0 15,-3 6 0-15,-3 4 0 0,3 1 0 16,-3 5 0-16,0 2 0 0,-3 3 0 15,-1 2 0-15,-7 0 0 0,22 2 0 16,-11 1 0-16,-4 4 0 0,0 0 0 0,4 1 0 16,-6-1 0-16,1 3 0 0,-1 1 0 15,-1 1 0-15,-4-2 0 0,0-2 0 0,0 1 0 16,-2 1 0-16,-2 0 0 0,-1-2 0 16,-4 0 0-16,0-1 0 0,2-1 0 0,-4-4 0 15,2 0 0-15,9-2 0 0,-20-4 0 16,11-2 0-16,-3-9 0 0,6-6-444 0,6-7-229 15,6-13-85-15,10-18-95 0,12-22 69 16,6-1-807-16,4 1-1033 0</inkml:trace>
  <inkml:trace contextRef="#ctx0" brushRef="#br0" timeOffset="157150.95">27556 8328 4068 0,'9'-15'-111'0,"0"-3"91"0,-2 5 82 0,-1-3 60 0,-1-1 51 0,2-1 48 0,-1-2 47 0,0 5 36 0,0 1 9 15,-2 4-9-15,-1 1-29 0,-3 9-19 16,6-2 1-16,-6 2 23 0,7 26 14 0,-2 9-5 15,-12 19 0-15,4 8-1 0,-10 5-29 16,-8 19-259-16,-3 1 0 0,-1-1 0 0,-2-2 0 16,-4 1 0-16,5 1 0 0,-3-8 0 15,8-17 0-15,-1-1 0 0,6-6 0 0,0-3 0 16,5-13 0-16,0-4 0 0,4-8 0 16,2-6 0-16,-1-5 0 0,6-3-579 0,4-8-181 15,0-3-145-15,-4-1 75 16,23-9 103-16,4-9-766 0,10-9-940 0</inkml:trace>
  <inkml:trace contextRef="#ctx0" brushRef="#br0" timeOffset="157384.38">28182 8714 3882 0,'0'-9'28'0,"-1"2"105"16,-3 2 69-16,4 5 62 0,-9-7 57 16,9 7 34-16,-18 2 15 0,5 5 13 0,-16 6 9 15,1 8 0-15,-8 12-20 0,-9 2-7 16,6 11-17-16,-17 14-19 0,7 3-274 15,-1-2-55-15,4 3 0 0,10-12 0 0,4-1 0 16,1-1 0-16,3-6 0 0,1-1 0 16,5-4 0-16,2-10 0 0,9 0 0 15,-1-12 0-15,5-1 0 0,0-3 0 0,3-7 0 16,-1 0-79-16,5-6-451 0,0 0-46 16,0 0-69-16,0 0-97 0,7-37-43 0,2 6 67 15,-2-2-682-15,11-16-852 0</inkml:trace>
  <inkml:trace contextRef="#ctx0" brushRef="#br0" timeOffset="157551.23">27802 8741 3584 0,'3'-14'-30'0,"1"2"90"16,-4 5 63-16,-2 4 34 0,2 3 30 0,0 0 25 15,0 0 3-15,0 0-8 16,0 0-11-16,0 0-13 0,-19 19-20 0,15-11-19 16,2 1-14-16,4 1-46 0,2 2-71 15,1 2-95-15,2 0-113 0,2-1-118 0,0-1-148 16,7 0-213-16,4 0 47 0,3 3 74 15,4-4-373-15,7 3-407 0</inkml:trace>
  <inkml:trace contextRef="#ctx0" brushRef="#br0" timeOffset="158001.01">29393 8144 2891 0,'0'-19'225'15,"-2"8"11"-15,2 1-13 0,0 9 14 0,0 1 61 16,0 0 61-16,-9 26 41 0,-3 5 16 16,-3 13 3-16,-5 9-1 0,-2 10 8 0,-10 12-2 15,-3 0-14-15,1-2-26 0,5-15-40 16,-2 0-263-16,3-5-81 0,-1-3 0 16,5-1 0-16,1-5 0 0,5-13 0 0,4-2 0 15,-2-6 0-15,7-5 0 0,1-7 0 16,3 0 0-16,-2-3 0 0,4-2 0 15,1-3 0-15,2-3 0 0,0 0 0 0,0 0 0 16,0 0 0-16,-13-24 0 0,11 7 0 16,-2-2 0-16,-2-1 0 0,-2-1 0 0,3 1 0 15,-6 6 0-15,-3-1 0 0,-1 7 0 16,-2 2 0-16,2 6 0 0,-6 2 0 0,-2 5 0 16,-8 6 0-16,2 2 0 0,1 3 0 15,6 3 0-15,0-1 0 0,7-3 0 0,5 0 0 16,-1 0 0-16,7-2 0 0,-2-1 0 15,6 0 0-15,2-2 0 0,4-1 0 16,2 1 0-16,5-3 0 0,3-2 0 0,4 2 0 16,3-5 0-16,6-2 0 0,-3-4 0 15,16-1 0-15,0 0 0 0,2-4-134 0,9-7-556 16,1-1-193-16,-3-2-3 0,-1-2 97 16,0 0-847-16,-9 7-1073 0</inkml:trace>
  <inkml:trace contextRef="#ctx0" brushRef="#br0" timeOffset="158734.53">29471 8993 4658 0,'-12'2'124'0,"3"0"81"15,2-1 72-15,7-1 48 0,0 0 37 0,-16 2 9 0,16-2-8 16,0 0-30-16,0 0-12 0,0 0-23 16,0 0-10-16,0 0-36 0,0 0-238 0,0 0-14 15,0 0 0-15,0 0 0 16,0 0 0-16,35-8 0 0,-22 2 0 0,0-1 0 15,1 1 0-15,-1-3 0 0,-1-1 0 16,1-2 0-16,-4 0 0 0,-5-3 0 0,4 1 0 16,-6 2 0-16,-2-3 0 0,0 6 0 15,-8 1 0-15,0 0 0 0,-3 4 0 0,-5 3 0 16,1 1 0-16,-4 3 0 0,-3 3 0 16,-7 4 0-16,8 1 0 0,1 1 0 0,6 1 0 15,-2 3 0-15,5-1 0 0,0-1 0 16,2-1 0-16,6 3 0 0,-3-1 0 15,4 0 0-15,2-1 0 0,6-2 0 16,-1 2 0-16,6-1 0 0,2-1 0 0,0-3 0 16,6-1 0-16,6-4 0 0,2-2 0 15,1-4 0-15,10-2 0 0,2-4 0 0,2-1 0 16,5-9 0-16,3-3-255 0,4-6-9 16,-5-8 5-16,3-2 7 0,10-19 7 0,-1-7 12 15,0-5 9-15,0-6 11 0,-5-1 18 16,-3-1 17-16,-9 1 32 0,-6 5 35 0,-15 17 31 15,-6 7 49-15,-7 12 33 0,-5 10 26 16,-3 4 27-16,-6 6 37 0,-1 4 29 0,-3 6 28 16,-4 3 27-16,12 1 13 0,-43 19 17 15,9 9 9-15,-2 9 1 0,-1 5-6 16,3 9-7-16,1 3-18 0,5 5-14 0,-7 12-19 16,12-13-13-16,3 1-14 0,1-2-73 15,6-3-52-15,-3-4 0 0,3-3 0 16,5-11 0-16,0-2 0 0,6-7 0 0,1-6 0 15,-1-4-80-15,0-5-106 0,0 0-4 16,4-2-4-16,-2-5 8 0,0-5 17 0,4 4 25 16,-4-4 30-16,0 0 42 0,0 0 37 15,0 0 35-15,0 0 31 0,9-17 33 0,-9 17 35 16,2-7 27-16,-2 7 21 16,0-7 24-16,0 7 15 0,0 0 8 0,2-5 7 0,-2 5-50 15,0 0-151-15,0 0 0 16,12-3 0-16,-12 3 0 0,13 1 0 0,-13-1 0 15,17 0 0-15,-17 0 0 0,17 0 0 16,-7-1 0-16,-10 1 0 0,16 1 0 0,-16-1 0 16,16-1 0-16,-8 2-39 0,-8-1-489 15,0 0-148-15,14 2-179 0,-14-2 7 0,0 0 91 16,0 0-769-16,0 0-972 0</inkml:trace>
  <inkml:trace contextRef="#ctx0" brushRef="#br0" timeOffset="161316.98">15121 10086 1199 0,'0'0'333'0,"7"4"-74"0,-7-4-30 0,0 0-9 0,0 0-1 15,0 0 2-15,0 0 3 0,7 4-8 0,-7-4 9 16,0 0 7-16,0 0 6 0,0 0 0 15,0 0 3-15,0 0-8 0,0 0 5 16,0 0-16-16,0 0-7 0,0 0-14 16,0 0-9-16,0 0-12 0,0 0-17 0,0 0-12 15,0 0-2-15,0 0-16 0,0 0-5 16,0 0-8-16,0 0-1 0,0 0-2 0,0 0-8 16,0 0-11-16,0 0-14 0,0 0-6 15,0 0-8-15,0 0-6 0,0 0 21 0,-7 14 6 16,-2-3 7-16,2 5 3 0,-2 3 4 15,-5 8-3-15,1-2-9 0,1 0-4 0,3 0-20 16,1-3-69-16,4-3 0 0,0 4 0 16,-2-3 0-16,6 0 0 0,0-1 0 15,6-2 0-15,-3-2 0 0,0 1 0 16,5-4 0-16,-1 0 0 0,4-2 0 0,3-2 0 16,4-1 0-16,-2-3 0 0,5-3 0 15,-2-1 0-15,2-1 0 0,2-3 0 0,2-1 0 16,6-7 0-16,-3 0 0 0,-6 0 0 15,3-3 0-15,-1-2 0 0,-8 1 0 0,2 3 0 16,-5-1 0-16,1 0 0 0,-3-2 0 16,-1 5 0-16,3-3 0 0,-8 2 0 15,4 0 0-15,-6 1 0 0,3 3 0 0,-3-1 0 16,1 3 0-16,-2-2 0 0,2 4 0 0,-2-2 0 16,-2 6 0-16,0 0 0 0,1-7 0 15,-1 7 0-15,0 0 0 0,-13 23 0 0,2-6 0 16,-1 10 0-16,1 4 0 15,-3 4 0-15,0 8 0 0,-4 1 0 0,11-6 0 16,-4 1 0-16,4-3 0 0,3-1 0 16,1-6 0-16,-1-5 0 0,4-4 0 0,-2-1 0 15,0-3 0-15,2-3 0 0,-1 1 0 16,-1-4 0-16,2 1 0 0,-2-3 0 0,0-1 0 16,2 0 0-16,-2-2 0 0,2-5 0 15,2 8 0-15,-2-8 0 0,0 0 0 0,0 0 0 16,0 0 0-16,0 0 0 15,0 0 0-15,0 0 0 0,0 0-354 0,0 0-275 16,0 0-144-16,0 0-117 0,0 0 84 16,-6-20-806-16,6 20-1051 0</inkml:trace>
  <inkml:trace contextRef="#ctx0" brushRef="#br0" timeOffset="161766.73">15847 10435 4199 0,'18'-12'-121'0,"-4"4"49"0,0 1 31 0,-3 0 40 0,1 4 43 0,-2-3 22 0,-3 3 22 0,0 3 11 16,-7 0-2-16,16 3 18 0,-10 3 22 0,-3 4 13 16,-1 5 5-16,-4 2 8 0,1 4 6 15,-7 1 2-15,-2 9-6 0,-1 0-7 16,0-2-4-16,1 0-16 0,0-6-6 0,7-3-18 15,-5 1-2-15,7-4-10 0,-2 0-7 16,1-3-11-16,4-2-2 0,2 0-4 0,2 0-8 16,3-2-7-16,2-2-4 0,1-1-6 15,-1-2-7-15,1-1 5 0,-2-2-6 16,-10-2 20-16,0 0 13 0,19-9 4 16,-15 2 11-16,-2-2 10 0,-4-4 4 0,-7-8 3 15,-2-9-3-15,-2-3-2 0,-2 0 7 16,-7 0-18-16,8 4-92 0,-4-2 0 15,3 4 0-15,1 4 0 0,3 2 0 0,4 4 0 16,1 5 0-16,2-2 0 0,0 4 0 16,2-1 0-16,4 3 0 0,2-2 0 0,0 1 0 15,4 1 0-15,3 0 0 0,1 2 0 16,3 3 0-16,0 3-28 0,6 0-514 0,2 3-169 16,2 3-211-16,3 7 78 0,5 3 86 15,-6 4-734-15,-3-2-938 0</inkml:trace>
  <inkml:trace contextRef="#ctx0" brushRef="#br0" timeOffset="162266.6">15651 9747 4204 0,'-46'-21'-162'0,"-7"6"29"0,-7-2 42 0,-2 5 42 0,-3 9 56 0,-2 5 53 0,-5 4 30 0,-1 10 25 16,-24 15 18-16,2 9 24 0,4 7 18 0,-1 13 21 16,6 6 27-16,6 9 18 0,8 4 6 15,15 5 9-15,11 3 1 0,18 1 0 0,16-15-12 16,12 1-14-16,17 16-10 0,16-6-17 15,18-5-19-15,12-3-18 0,15-5-17 0,11-4-15 16,8-9-14-16,5-7-12 0,2-8-19 16,2-8-36-16,0-8-38 0,-3-8-34 0,2-7-32 15,-21-10-16-15,4-6 6 0,-3-3 2 16,13-11 2-16,-5-6 15 0,-5-9-3 16,-5-6 23-16,-1-7-20 0,-3-8 14 0,-7-10 8 15,-8-6-4-15,-5-9-1 0,-11-10-3 16,-6-4 6-16,-8-4 3 0,-11-6 2 15,-12-1 4-15,-14-1-17 0,-14 5 15 0,-17 9-5 16,-12 5-13-16,-17 11 20 0,-14 10 1 16,-12 6 1-16,-16 13 2 0,-4 11-1 0,-3 7-14 15,-2 9-39-15,-1 14-42 0,27 8-37 16,-20 11-45-16,3 8-60 0,6 7-70 16,8 7-64-16,7 5-77 0,12 3-123 0,20-8-157 15,10 6 78-15,6 3-509 0,11-1-634 16</inkml:trace>
  <inkml:trace contextRef="#ctx0" brushRef="#br0" timeOffset="163282.87">15092 11176 3175 0,'8'-8'-54'0,"0"3"26"0,-4 1 12 0,-4 4 8 0,0 0 16 0,0 0 46 15,0 0 47-15,-36 6 47 0,2 9 18 0,-20 10 22 16,-3 6 22-16,-20 12 17 0,1 3 7 16,-2 4 12-16,-2 3 8 0,5-1-2 15,0-3 3-15,10 1-12 0,15-11-5 16,6-1-13-16,2-1-17 0,4-4-22 0,6-2-12 15,7-5-21-15,2-4-13 0,2-1-13 16,2-4-11-16,5-3-9 0,3 0-10 0,0-5-3 16,3 0-9-16,1 0-10 0,-3-2-3 15,3-1-7-15,0-2-8 0,4-1-6 0,3-3-5 16,-11 7-15-16,3-7-47 0,8 0-32 16,0 0-71-16,-14 0-77 0,14 0-87 0,0 0-136 15,-9-7-141-15,9 7-170 0,4-8-87 16,-4 8 92-16,9-10-666 0,-1 4-843 0</inkml:trace>
  <inkml:trace contextRef="#ctx0" brushRef="#br0" timeOffset="164099.84">13299 12123 3792 0,'2'-9'-47'0,"2"0"51"0,-2 2 47 0,-2 7 24 0,1-8 28 16,-1 8 11-16,2-7-1 0,-2 7 16 15,0 0 32-15,0 0 9 0,0 0-1 16,-5 21-4-16,1-11-10 0,0 5-12 0,3 2-11 16,-1-1-11-16,-2 1-8 0,4 2-12 15,0-2-11-15,4 3-5 0,-2-4-7 0,1-1-11 16,1 1-1-16,1-1-11 0,0-2-3 16,2-1-3-16,-1-4-5 0,1-1-2 0,4 0-3 15,-2-4-2-15,0-2-1 0,3-1-10 16,-12 0 1-16,26-4-5 0,-10-3-2 0,-2 0-1 15,0-1 3-15,-1 3-4 0,-1-2-1 16,-3 0 8-16,1 3-3 0,-2-2-10 16,-2 4-3-16,-6 2-4 0,0 0 17 15,0 0 15-15,5 10 6 0,-9 0 1 0,3 4 1 16,-5 3 5-16,1 4 18 0,2 1-7 16,-5 10 4-16,5-3-11 0,-3-6-4 0,2 0-2 15,3 3-10-15,-1-5-1 0,2 4-2 16,-3-7-6-16,3 1-3 0,-2-3 1 15,2-3-21-15,0-1-46 0,-2 0-52 0,2-3-54 16,2-1-55-16,-2 1-68 0,2-4-107 16,-2-5-102-16,5 3-114 0,-5-3-175 0,0 0 50 15,18-8 87-15,-4 1-467 0,2-5-567 16</inkml:trace>
  <inkml:trace contextRef="#ctx0" brushRef="#br0" timeOffset="164433.04">13989 12235 2896 0,'0'-10'65'0,"-2"6"28"0,2 4 23 0,0 0 20 0,-10-7 29 0,10 7 33 15,0 0 23-15,-26 15 10 0,9-3 5 0,-4 11-5 16,-3 0-7-16,1 5-14 0,-2 8-17 16,3-7-6-16,8 2 0 0,2 1-31 0,0 0-12 15,9-7-11-15,1-4-16 0,4 3-8 16,1-3-7-16,3-1-7 0,1-1-16 15,4-2 1-15,0-5-13 0,3 3-4 16,-2-7-9-16,-1-2-4 0,5-1-3 0,-5-4-1 16,3-1-6-16,-14 0-7 0,25-5 1 15,-14-2-2-15,0-1-1 0,-1-2-6 0,-4-3-2 16,0 0-4-16,-3-3-8 0,-1 5 1 16,-2-1 8-16,0 0-15 0,-2 0 2 15,0 1-21-15,-3 1-32 0,-3 2-37 0,-4-1-50 16,1 5-57-16,-6 0-74 0,-4 4-101 15,0 0-114-15,0 0-175 0,-6 1-98 0,0 2 79 16,3 1-541-16,1 2-678 16</inkml:trace>
  <inkml:trace contextRef="#ctx0" brushRef="#br0" timeOffset="164882.23">13406 11712 3406 0,'-40'-2'-43'0,"-7"6"12"16,-14 10 39-16,-6 12 42 0,-13 13 48 16,-3 12 45-16,-1 11 41 0,7 8 22 15,2 8 13-15,8 6 4 0,8 8 7 16,10 0-3-16,14 3-9 0,13-4-4 0,15-19-1 15,12 2-13-15,17 12-5 0,14-4-10 16,11-7-19-16,10-6-21 0,11-6-13 0,11-5-12 16,9-12-8-16,3-11-17 0,8-6-39 15,5-8-12-15,-18-12-33 0,2-11-29 0,17-5-18 16,-23-6 2-16,13-8 3 0,-7-10 3 16,-26 4 5-16,13-15 4 0,-12-8 6 0,-8-4-2 15,-17 4 8-15,0-23 12 16,-7-5 2-16,-16 8 4 0,-4-24-3 0,-11 16-4 15,-9-21 0-15,-8 1-3 0,-8 10 0 16,-8 11 0-16,-6 9-1 0,-3 22-1 0,-8 10-5 16,-5 12-4-16,-12 6-28 0,1 11-40 15,-4 7-42-15,-2 9-61 0,4 5-80 0,3 6-93 16,8 3-99-16,7-1-156 0,18-3-114 16,5 2 73-16,12-6-493 0,8-1-610 0</inkml:trace>
  <inkml:trace contextRef="#ctx0" brushRef="#br0" timeOffset="165366.32">14927 11385 3346 0,'-4'-17'11'0,"4"3"28"0,0 4 34 0,2 1 3 0,2 1 2 0,1 3 24 0,6 4 19 0,-11 1 20 0,50 14 16 16,-2 9 6-16,7 9-6 0,25 20-3 15,6 3-10-15,8 5-9 0,3 4-14 0,3-4-13 16,2 1-10-16,-7 1-10 0,0-3-5 16,2 1-11-16,0 0-6 0,5-1 2 0,-5-4 35 15,0-4 9-15,-8-5 2 0,-6-5 1 16,-22-14-4-16,-10-4-13 0,-7-3-10 15,-14-7 8-15,-7-3 10 0,-4-1-3 16,-5-2-1-16,-3-4-5 0,-2 1-11 0,-1-1-17 16,2-3-15-16,-10 0-36 0,0 0-68 15,21-6-72-15,-21 6-89 0,5-2-122 0,-5 2-138 16,4-7-165-16,-4 7-132 0,0 0 70 16,0 0-589-16,0 0-746 0</inkml:trace>
  <inkml:trace contextRef="#ctx0" brushRef="#br0" timeOffset="165833.01">16442 12487 3855 0,'-5'-11'84'0,"-2"2"6"0,5 2 17 16,0 0 37-16,1 2 51 0,1 5 45 15,0 0 25-15,-2-10 0 0,2 10-7 0,0 0-8 16,0 0-25-16,5-12-20 16,4 10-24-16,5 0-16 0,-1 1-20 0,7-1-9 15,1 2-15-15,-1-2-16 0,3 2-4 0,-3 0-12 16,0 0-7-16,-2 0-15 0,-3 2-8 15,-2 0-7-15,0 1-7 0,-1 6 8 16,-1 1 17-16,1 7 12 0,-6 2 22 16,-2 3 18-16,-3 2 14 0,-1 1-43 0,-1 1-93 15,-5 9 0-15,2 0 0 0,0-3 0 16,-2 2 0-16,2 0 0 0,1-9 0 0,-1-2 0 16,2 1 0-16,0-5 0 0,2 1 0 15,-1-1 0-15,1-2 0 0,-2-2 0 0,-3-1 0 16,3-2 0-16,2 0 0 0,-2-2 0 15,2 0 0-15,0-1 0 0,0-2-251 16,0-1-415-16,0-6-162 0,0 0-66 16,0 7 89-16,0-7-809 0,0 0-1055 0</inkml:trace>
  <inkml:trace contextRef="#ctx0" brushRef="#br0" timeOffset="166016.43">16523 12866 4895 0,'-12'-9'182'15,"0"-1"57"-15,2 4 64 0,5 0 59 0,-1 4 34 0,6 2 8 16,-7-8 4-16,7 8-18 0,0 0-40 16,0-7-88-16,0 7-262 0,15-4 0 15,-2 2 0-15,2 2 0 0,6-2 0 16,0 2 0-16,2 0 0 0,5 0 0 0,1 0 0 16,0 2-538-16,-1-2-214 0,3 0-177 15,9-2 84-15,-3-2 100 0,-8 2-745 0,0 2-938 16</inkml:trace>
  <inkml:trace contextRef="#ctx0" brushRef="#br0" timeOffset="166316.5">17059 12669 4149 0,'2'-12'23'0,"4"1"30"16,1-1 26-16,1 4 12 0,3 0 35 16,9-1 27-16,0 1 18 0,1 0 3 0,4 4 1 15,-5 2-7-15,-2 2-7 16,2 2 11-16,-4 2 21 0,2 8 0 0,-5 1 9 15,-3-1 3-15,-5 7 3 0,-1-2 5 16,-4 2 10-16,-4 3-1 0,-3 7 27 0,-1-5 17 16,-5 5-12-16,0-4-186 0,3-5-68 15,0-3 0-15,3-2 0 0,2-1 0 16,0-1 0-16,3-1 0 0,2-2 0 0,2 0 0 16,3-1 0-16,2-1 0 0,0-1 0 15,4-2 0-15,3 0 0 0,-1-3 0 16,5-2 0-16,-2-3 0 0,7-2 0 0,1-4-387 15,4-7-370-15,1-1-179 0,1-5 77 16,5-5 96-16,-7-8-764 0,1-3-971 16</inkml:trace>
  <inkml:trace contextRef="#ctx0" brushRef="#br0" timeOffset="166667.7">16619 12111 4185 0,'-74'18'-5'0,"9"3"60"0,-15 16 50 15,0 6 53-15,5 12 55 0,9 4 41 0,9 4 43 16,9 6 24-16,18-10 14 0,12 2-5 16,15 4-9-16,8 7-29 0,18 13-25 15,15-2-26-15,14-4-22 0,7-9-23 16,11-6-25-16,6-6-27 0,8-8-52 0,2-6-92 16,7-5 0-16,8-8 0 0,4-5 0 15,0-7 0-15,0-5 0 0,-17-10 0 16,-5-8 0-16,-3-7-60 0,-3-4-21 0,13-14 8 15,-13-11 8-15,-4-9 12 0,-4-8 7 16,-10-8 1-16,-8-6 5 0,-5-7 8 0,-10-9 3 16,-11-5-2-16,-18-4 3 0,-9 16 1 15,-14-16 3-15,-17 8-2 0,-15 10 6 0,-15 11-8 16,-17 12 2-16,-11 14 3 16,-14 12 0-16,-13 13 2 0,-8 9-22 0,1 12-61 0,-2 9-73 15,8 6-112-15,8 5-147 16,14 6-165-16,9 2-220 0,27-6 78 0,8-2 87 15,5 1-541-15,8 2-662 0</inkml:trace>
  <inkml:trace contextRef="#ctx0" brushRef="#br0" timeOffset="167765.63">13199 13101 3226 0,'-4'-7'-68'0,"4"7"15"0,-4-5 12 0,4 5 33 0,-12 0 48 0,12 0 60 0,-34 7 55 16,2 5 33-16,-18 13 26 0,-8 6 23 16,-17 10 13-16,-11 10 18 0,-4 4 15 0,2 1 3 15,-1 3 2-15,-5 1-10 0,5-2-14 16,3-2-12-16,6-4-14 0,2-3-15 15,13-7-11-15,18-11-21 0,5 0-21 16,6-6-14-16,7-3-16 0,8-3-14 0,4-8-14 16,5-3-5-16,3 2-13 0,1-4-8 15,1-3-22-15,1 2-38 0,0-3-48 0,6-2-81 16,-11 5-106-16,11-5-118 0,0 0-135 16,0 0-138-16,0 0-177 0,-6-10-35 0,6 10 85 15,-1-9-656-15,1 9-835 16</inkml:trace>
  <inkml:trace contextRef="#ctx0" brushRef="#br0" timeOffset="168115.34">11258 14173 3729 0,'0'0'129'0,"-17"-8"10"15,17 8 2-15,-6-9 12 0,6 9 11 0,10-12 6 16,2 2 8-16,0-1-13 0,12 1-15 15,4 2-16-15,6-1-14 0,-5 4-15 16,-4 3-8-16,-2 4-13 0,-3 1-9 0,-2 3-9 16,-5 3-8-16,-3 4-1 0,-4 2 1 15,-8 4 6-15,-8 12 12 0,-5 1 35 0,-10 4 28 16,-2 2 24-16,-2-2 23 16,3-3 12-16,4-7 10 0,0-1 6 0,5-1 0 15,0-9-7-15,5-1-10 0,5-3-16 16,1-3-120-16,2 1-61 0,3-3 0 0,1-6 0 15,7 12 0-15,4-7 0 0,8-1 0 16,3-2 0-16,6-4 0 0,12 0 0 0,6-3 0 16,12-5 0-16,0-2-364 0,3-5-142 15,-2-1-90-15,0-5-85 0,0-4-86 0,-2 0-18 16,-3-2-743-16,-5 2-972 0</inkml:trace>
  <inkml:trace contextRef="#ctx0" brushRef="#br0" timeOffset="168434.7">12192 14117 3900 0,'2'-16'-129'0,"0"6"45"0,-6 1 35 15,-4 3 49-15,1 2 47 0,-8 3 48 0,-3 1 32 16,-3 1 34-16,-6 3 20 0,-9 2 16 16,0 5 17-16,0-1 17 0,2 4 10 0,4 1-1 15,-3 2-5-15,8 0-24 0,0 4-17 16,6-2-14-16,8 0-18 0,5-3-8 0,5 1-12 16,2 1-15-16,5 1-12 0,10 8-8 15,0-2-8-15,5 0-15 0,3-1-8 0,-2-2-9 16,-1 1-4-16,-2-3-2 15,-4-2-12-15,-6-5 1 0,0 1 16 0,-4-1 37 16,-1 0 34-16,-4 0 24 0,-2 0 15 16,-3-1-176-16,-7 5 0 0,-1-4 0 0,-5 3 0 15,1-4 0-15,-8 2 0 0,-1-1 0 16,3-3 0-16,0-3 0 0,0-2 0 16,0 1 0-16,5-5 0 0,-2 1 0 0,5-1 0 15,-2-1 0-15,-1 0 0 0,2-1 0 16,-2-2 0-16,5 2 0 0,-1-4-413 0,2 2-225 15,0 0-146-15,0-3-106 0,3 0 87 16,-1 2-783-16,5-3-1027 0</inkml:trace>
  <inkml:trace contextRef="#ctx0" brushRef="#br0" timeOffset="168851.95">11440 13813 4600 0,'-35'-5'-38'0,"3"2"30"0,-11 11 47 0,-9 8 46 0,-4 6 35 0,5 10 25 16,-12 16 33-16,6 8 25 0,-3 8 22 16,11 12 9-16,1 3 5 0,12 4-4 0,10 2-6 15,10-15-7-15,10 0-10 0,6 0-18 16,14-1-16-16,12 14-20 0,17-7-11 15,6-8-16-15,11-7-7 0,15-8-16 0,9-6-14 16,10-8-9-16,1-11-33 0,-15-16-52 16,2-6 0-16,-2-7 0 0,4-8-22 15,11-7-10-15,-2-7-3 0,-8-10 3 0,-10-3-1 16,-5-3 4-16,-4-8 4 0,-10-5 10 16,-8-6 6-16,-6-12 10 0,-7-3 3 0,-13 8 10 15,-8-7-3-15,-5-28-5 0,-12 21 0 16,-13-22 2-16,-6 5-5 0,-21 4 0 15,-6 12-11-15,-10 13 5 0,-4 15-20 16,-10 12-41-16,3 20-43 0,-5 16-45 0,-10 8-43 16,-22 11-55-16,-1 14-62 0,7 7-89 15,4 10-94-15,9 4-167 0,7 2-125 0,8-1 82 16,8-3-605-16,20-12-767 0</inkml:trace>
  <inkml:trace contextRef="#ctx0" brushRef="#br0" timeOffset="170081.91">11397 15108 3549 0,'8'-11'-20'0,"-4"1"34"0,-2 2 13 0,-2 8 20 0,0 0 45 0,-18-4 43 0,18 4 37 0,-54 22 21 15,2 3 6-15,-2 6 9 0,-16 11 5 0,-3 6 11 16,-1 3 4-16,2 1 17 16,1 2-15-16,5-3-12 0,1-2-10 0,13-9-21 15,5-4-15-15,5 0-19 0,2-4-13 16,8-1-15-16,3-6-10 0,6-5-12 0,2-2-9 16,4-2-14-16,1-4-9 0,7-2 0 15,-2-2-14-15,3 0-18 0,-2-1-35 0,3-2-47 16,0 0-55-16,-4-1-62 0,2 2-70 15,-2-2-87-15,-1 3-103 0,-1-1-86 0,-3-2-128 16,4 3-152-16,-10 1 77 0,4 3-546 16,-3-3-716-16</inkml:trace>
  <inkml:trace contextRef="#ctx0" brushRef="#br0" timeOffset="170731.97">9732 16145 3908 0,'8'-21'222'0,"-7"6"18"0,5 3 34 16,-2 0 17-16,-2 3 7 0,-1 3-9 15,-1 6-20-15,0 0-3 0,0 0 15 0,0 0-12 16,0 0-26-16,-7 39-19 0,1-8-26 15,-1 5-19-15,1 3-18 0,-2 0-16 16,1 2-16-16,1 0-14 0,3 0-13 16,-4-4-14-16,3-1-88 0,3-7 0 0,-3-4 0 15,0-5 0-15,2-1 0 0,1-4-21 16,-1-1-133-16,0-3-35 0,2-1-31 0,-2-2-40 16,6-2-52-16,-4-6-49 0,0 0-37 15,0 0-7-15,26-18 21 0,-3-2 25 16,0-3 26-16,5-10 31 0,1-1 32 0,0 2 32 15,-4-4 38-15,-9 7 57 0,4 1 52 16,-8 4 51-16,2 4 55 0,-6 5 55 0,-3 3 40 16,-3 1 26-16,5 1 12 0,-5 2 12 15,-1 2 1-15,3 0-11 0,-4 6-1 16,0 0 8-16,0 0 1 0,0 0-12 16,0 0-7-16,0 0-5 0,0 0-25 0,2 28-12 15,-2-19-10-15,0 3-8 0,4-2-8 16,-4 1-3-16,1 1-13 0,3-4 5 15,2 1-13-15,0-3-9 0,2 0-4 0,1-5-13 16,1-1-13-16,7-5-12 0,-2-1 2 16,4-3-2-16,0-1 4 0,-2 1 2 0,-3 2 1 15,-1 0 8-15,-5 1 10 0,1 4 6 16,-2-2 4-16,-7 4 17 0,0 0 30 0,16 11 18 16,-14-3 6-16,4 6 4 0,-5 3 2 15,3 0 1-15,-2 4-9 0,4 1-6 16,-5 0-14-16,6-1-3 0,-2-2-11 15,1 1-2-15,-1-1-9 0,-1-2-7 0,4-3-11 16,-4 0-42-16,0-5-54 0,1 3-61 16,-3-2-71-16,2 0-76 0,0-3-81 15,-3-1-86-15,1 2-113 0,2-3-167 0,-1-1-38 16,-3-4 84-16,0 0-477 0,5 8-612 16</inkml:trace>
  <inkml:trace contextRef="#ctx0" brushRef="#br0" timeOffset="171132.01">10027 15850 3420 0,'-36'-9'57'0,"-4"6"11"0,-2 3 46 0,-11 10 41 0,-1 11 54 0,3 12 39 0,-12 19 26 15,2 12 18-15,5 13-1 0,9 9-2 0,3 7-6 16,10 1 2-16,9 3-8 0,10-2-22 15,13-16-22-15,6-2-22 0,5-3-23 16,14 8-16-16,10-5-21 0,-5-20-14 16,6-6-15-16,9-4-11 0,6-8-20 15,5-8-27-15,1-10-34 0,6-9-36 0,4-11-32 16,-1-10-37-16,6-7-21 0,16-13-6 16,-2-5-7-16,-3-9 10 0,-11-6 9 0,-2-6 11 15,-8-5 7-15,-11-4 7 0,-7-11 9 16,-10-7 10-16,-9-7 6 0,-8-6 5 0,-13 13 1 15,-9-20 3-15,-10 7 2 0,-10 6 4 16,-11 8 2-16,-8 11-1 0,6 23 0 16,-6 10-2-16,-3 9-5 0,-6 13-21 0,-2 10-21 15,-4 9-37-15,-6 5-32 0,1 11-20 16,-15 15-49-16,4 6-34 0,5 8-60 0,6 6-84 16,7-4-134-16,14-6-191 15,9-3 57-15,10-2-428 0,9-9-555 0</inkml:trace>
  <inkml:trace contextRef="#ctx0" brushRef="#br0" timeOffset="171632.78">11258 15400 2903 0,'-12'-17'110'0,"3"4"25"0,4 0 6 0,-1-2 32 0,2 5 42 15,3-2 24-15,1 0 1 0,0 2-9 16,1 2-14-16,3 1-15 0,3 1-8 0,-7 6 11 16,20 5 24-16,2 11 25 0,3 11-2 15,5 13-19-15,-1 10-5 0,2 5-11 0,5 16-10 16,1 1-6-16,-1-2-18 0,0 3-14 15,-10-17-18-15,1-1-12 0,0-5-16 0,-3 2-9 16,-3-9-15-16,1-1-6 0,-10-11-13 16,1-3-66-16,-6-5-14 0,0-7 0 15,-1-2 0-15,-3-4-32 0,-1 0-196 0,3-1-107 16,-1 0-127-16,-2-2-149 0,-1-1-201 16,-1-6-21-16,2 8 90 0,-2-8-663 15,0 0-859-15</inkml:trace>
  <inkml:trace contextRef="#ctx0" brushRef="#br0" timeOffset="172047.89">11664 16202 4207 0,'-6'-7'93'0,"1"3"2"0,5 4-2 16,-2-9 3-16,2 9 14 0,0 0 12 15,17-8-11-15,-17 8-11 0,19 2-12 0,-19-2-5 16,27 8-8-16,-14-1-12 0,1 2-2 15,-1-1-11-15,-1 3-3 0,-5 3-3 0,4 1 12 16,-5 3 19-16,-2-3 25 16,-4 2 37-16,-3 1 38 0,-2 3 14 0,-1 0 11 15,-5 6 11-15,-3-1-15 0,5-6-13 16,0-1-18-16,1 0-15 0,-2-2-13 0,5-1-17 16,-1-1-11-16,6-1-8 0,0 1-9 15,2-3-8-15,2 4-10 0,1-3-7 0,-3 3-35 16,4-4-32-16,-3 2 0 0,2 0 0 15,-3-3 0-15,0 3 0 0,-2 0 0 16,-2-1 0-16,0 1 0 0,-3 1 0 0,4-3 0 16,-5 4 0-16,2-3 0 15,-5 1 0-15,4 1 0 0,-6-3 0 0,0-1 0 16,2-1 0-16,-3 0 0 0,-3 2 0 16,1-7 0-16,-4 1 0 0,0 0 0 0,-1-6 0 15,1 0 0-15,-2 0 0 0,5-2 0 16,3 0 0-16,-1-2-90 0,4 0-978 0,5-1 99 15,0 1 95-15,4 4-891 0,10-12-1196 16</inkml:trace>
  <inkml:trace contextRef="#ctx0" brushRef="#br0" timeOffset="172398.96">12133 16438 4889 0,'-2'-8'30'0,"-4"-1"44"0,4 4 37 0,2 5 50 16,-11-2 28-16,11 2 38 0,-21 9 22 0,6 4-1 0,-3 8-15 0,0 3-15 16,2 1-18-16,5 2-20 0,1-4-18 15,8-1-15-15,2-5-12 0,0 1-11 0,7-1-13 16,0 2-12-16,4-2-8 0,5-5-8 16,0 0-8-16,2-5-5 0,0-2-13 0,2-5-29 15,1 0-28-15,1-3 0 16,3-2 0-16,-2-2 0 0,0-2 0 0,-6-1 0 15,2-2 0-15,-3-1 0 0,1-10 0 16,-3 4 0-16,-9-1 0 0,3-5 0 0,-7 2 0 16,-1-2 0-16,-1 3 0 0,-7-2 0 15,-6-2 0-15,1 2 0 0,-10 6 0 0,-2 2 0 16,-7 6 0-16,2 1 0 0,-1 8 0 16,4 1-254-16,-11 3-176 0,4 6-110 15,-2 3-130-15,0 1-196 0,6 3 57 0,-1 1 86 16,4 0-603-16,8-3-783 0</inkml:trace>
  <inkml:trace contextRef="#ctx0" brushRef="#br0" timeOffset="172798.03">11902 15787 3663 0,'-36'7'-17'0,"-12"11"32"15,-4 8 45-15,-20 19 51 0,10 12 64 16,-1 13 51-16,4 12 44 0,1 8 14 0,9 7 12 16,11 1-6-16,7 2-14 0,15-1-19 15,8-19-23-15,10-3-24 0,11 14-19 16,10-8-20-16,9-8-20 0,10-7-11 0,10-7-25 16,-9-18-34-16,5-8-36 0,2-7-42 15,5-8-13-15,0-11-12 0,-5-7-4 0,9-11 5 16,4-6 6-16,1-4-1 15,-1-7 1-15,18-12 3 0,-9-7 1 0,-4-7 7 16,-7-5 12-16,-4-6 19 0,-7-5-3 16,-8-4 3-16,-10-6 0 0,-9-8-7 0,-5-3-4 15,-15 10-8-15,-13-19-24 0,-6 2-5 16,-17 4-9-16,-13 9-25 0,-5 12-33 0,-20 15-34 16,-3 15-43-16,6 20-42 0,-11 6-43 15,-8 13-41-15,-28 16-49 0,0 12-64 16,-2 13-112-16,-1 9-209 0,3 7 59 15,3 7 75-15,4 3-350 0,4 1-419 16</inkml:trace>
  <inkml:trace contextRef="#ctx0" brushRef="#br0" timeOffset="173783.36">9777 16202 2614 0,'0'-14'16'0,"0"7"14"0,0 7 13 0,-1-14 21 0,1 8 31 16,0-3 28-16,0 9 33 0,-4-14 24 0,2 7-9 16,2 7 14-16,2-12-12 15,-2 12-3-15,0-8-5 0,0 8-11 0,0-9 1 16,0 9-9-16,0 0 0 0,0 0-11 15,-2-10-5-15,2 10 1 0,0 0-2 0,0 0-4 16,0 0 10-16,0 0 31 0,0 0 36 16,0 0 7-16,0 0 5 0,6 36-3 0,-6-16-7 15,-4 16-6-15,4 5 0 16,-2 0-9-16,2 3-16 0,0-1-12 0,-4-2-17 16,4-2-13-16,-1-1-13 0,1-7-16 0,-2-4-102 15,2-7 0-15,-2 0 0 0,2-2 0 16,0-4 0-16,-3 0 0 0,3-2 0 15,0-2 0-15,-2-1 0 0,2-2 0 16,0-7 0-16,-2 13 0 0,2-6 0 0,0-7 0 16,-1 10 0-16,1-10 0 0,-4 7 0 15,4-7 0-15,0 0 0 0,-2 9 0 0,2-9 0 16,0 0 0-16,-6 3 0 0,6-3 0 16,0 0 0-16,0 0 0 0,0 0 0 0,0 0-301 15,0 0-249-15,0 0-132 16,0 0-177-16,0 0 13 0,-9-17 90 0,9 17-671 15,0 0-879-15</inkml:trace>
  <inkml:trace contextRef="#ctx0" brushRef="#br0" timeOffset="174714.32">9998 16283 3738 0,'-2'-8'-107'0,"2"8"35"0,-1-9 26 0,1 9 28 0,-4-8 43 0,4 8 33 0,-2-8 20 0,2 8 15 0,0-9 6 15,0 9 8-15,-2-10 11 0,2 10 14 16,0 0 13-16,0-11 9 0,0 11 9 16,0 0 1-16,2-7 16 0,-2 7-10 15,0 0-3-15,0 0 2 0,0 0 1 0,0 0-7 16,-2-7-5-16,2 7-3 0,0 0-1 15,0 0 11-15,0 0 7 0,0 0 0 0,-7 23-10 16,5-10-13-16,0 1-8 0,0 2-8 16,-1 1-10-16,3-1-5 0,0 1-6 0,-1 0-9 15,1-3-9-15,0-1-10 0,0 1-5 16,-2-2-12-16,0-2-67 0,2-1 0 16,0-1 0-16,0-8 0 0,0 14 0 0,-2-9 0 15,2-5 0-15,0 10 0 0,0-10 0 16,0 11 0-16,0-11 0 0,2 6 0 15,-2-6 0-15,0 0 0 0,5 8 0 0,-5-8 0 16,0 0 0-16,14 1 0 0,-14-1 0 16,0 0 0-16,22-3 0 0,-22 3 0 15,14-6 0-15,-3 3 0 0,0-2 0 0,-2 0 0 16,3-2 0-16,-1-2 0 0,0 3 0 16,-1-5 0-16,1 1 0 0,0 0 0 0,0-1 0 15,-4 0 0-15,0 0 0 0,3-1 0 16,-6 3 0-16,0 1 0 0,1 1 0 15,-3 1 0-15,-2 6 0 0,6-12 0 0,-4 5 0 16,-2 7 0-16,3-10 0 0,-3 10 0 16,2-8 0-16,-2 8 0 0,2-8 0 15,-2 8 0-15,3-7 0 0,-3 7 0 16,0 0 0-16,2-8 0 0,-2 8 0 0,0 0 0 16,0 0 0-16,0 0 0 0,0 0 0 15,0 0 0-15,0 0 0 0,-9 34 0 0,8-14 0 16,-3 5 0-16,0-2 0 0,0 12 0 15,-1 0 0-15,1 2 0 0,2 1 0 0,2-8 0 16,0-2 0-16,0-2 0 0,0-3 0 16,0-2 0-16,0 1 0 0,0-5 0 15,0-1 0-15,2-4 0 0,-2 1 0 0,2-1 0 16,-2-3 0-16,0 0 0 0,2-3 0 16,-2-6 0-16,0 12 0 0,0-12 0 0,0 10 0 15,0-10 0-15,4 5 0 0,-4-5 0 16,0 0 0-16,1 9 0 0,-1-9 0 15,0 0 0-15,0 9 0 0,0-9 0 16,0 0 0-16,-5 8 0 0,5-8 0 0,-4 4-430 16,4-4-605-16,-8 7 106 0,4-2-1042 15,4-5-1391-15</inkml:trace>
  <inkml:trace contextRef="#ctx0" brushRef="#br0" timeOffset="177530.05">16792 13476 4890 0,'4'-6'-336'0,"0"2"57"0,-3 0 56 0,-1 4 47 0,5-7 47 0,-5 7 43 0,4-5 38 0,-4 5 25 0,0 0 23 0,0 0 17 16,2-11 17-16,-2 11 13 0,0 0 10 15,0 0 12-15,0 0 0 0,2-6 4 0,-2 6-14 16,0 0-5-16,0 0-10 0,0 0 1 16,0 0 40-16,-22 14 15 0,-1 7 24 15,-7 12 23-15,-6 5 22 0,-10 3 11 16,-16 15 11-16,-6 7 15 0,-2-3 31 0,-6 15 4 16,-4-2-17-16,-2 1-13 0,2 0-11 15,3-6-11-15,9-1-3 0,7-5-10 0,9-1-11 16,14-17-16-16,2-3-13 0,6-2-9 15,1-5-16-15,8-5-13 0,4-8-7 16,2-1-7-16,4-7-7 0,0-1-12 0,2-3-3 16,4-1-60-16,-3 0-2 0,4 0 0 15,-4-3 0-15,6 0 0 0,-3 0 0 16,1-3 0-16,4-2 0 0,-7 8 0 16,7-8-230-16,0 0-69 0,0 0-97 0,0 0-98 15,0 0-105-15,-14-11-192 0,14 11-14 16,-2-12 99-16,4 6-611 0,-2 6-773 0</inkml:trace>
  <inkml:trace contextRef="#ctx0" brushRef="#br0" timeOffset="178146.49">15467 14759 3642 0,'12'-11'-34'0,"-2"2"37"0,-5 0 27 0,4 4 34 0,-6 0 25 0,-3 5 16 0,6-7 9 15,-6 7 14-15,0 0 14 0,0 0 5 16,0 0 1-16,-36 10 6 0,9 6 7 0,-2 2 11 16,-3 0 3-16,-6 9-5 0,1 4-4 15,-1 2-27-15,4 0-7 0,4 1-7 16,-1-2-9-16,10-4-13 0,2-1-12 0,4-1-8 15,5-2-8-15,3-5-4 0,3-4-6 16,0 1-5-16,4-3-9 0,0-1 0 0,3 1 1 16,0-3-8-16,5-3-2 15,1 1-5-15,-2-3-5 0,5 0-2 0,-1-1-2 16,1-1-3-16,-1 1 1 0,-3-1 1 16,-8-3 8-16,17 2 16 0,-17-2 0 0,0 0 2 15,0 0-2-15,15-5 6 0,-15 5-3 16,0 0-9-16,-4-12-5 0,4 12-5 0,-12-9-7 15,1 6-4-15,0-1-2 0,0 3-1 16,11 1-5-16,-27 0-3 0,12 1-5 16,-4 3-25-16,4 0-22 0,-2 2-31 0,-2 1-18 15,3 0-37-15,3-2-39 0,-3 4-43 16,5-2-48-16,6-2-64 0,-5 1-68 0,8-1-57 16,2-5-96-16,0 0-186 15,0 0 28-15,0 0 80 0,26 0-398 0,-26 0-492 16</inkml:trace>
  <inkml:trace contextRef="#ctx0" brushRef="#br0" timeOffset="178480.98">15576 14984 3099 0,'4'-12'146'0,"-2"3"28"16,-2 3 25-16,2-1 22 0,-2 7 15 16,0 0 5-16,0 0-8 0,0 0-13 0,0 0-14 15,0 0-23-15,-34 22-9 0,13-1-2 16,0 5-4-16,0-1-3 0,1 2-10 15,-4-3-11-15,9 3-17 0,4-8-11 16,1 1-15-16,2-1 13 0,4-4-28 0,4-1-5 16,0-2-8-16,4 0 8 0,4-2-22 15,0-1 1-15,-1-2-9 0,6-1-6 0,-1-1-2 16,-1-3-6-16,1 0-3 0,-3-2 2 16,-9 0 1-16,20-4-11 0,-13 1 1 15,-3-2-6-15,-4 5 1 0,9-15 7 0,-7 8-18 16,-2-4 4-16,0 3-10 0,-2-1-15 15,0-2-22-15,-1 2-15 0,-3 0-21 0,2 1-26 16,-1 3-32-16,-3 1-28 16,-2 2-42-16,10 2-50 0,-23 0-69 0,12 2-75 15,-6 2-93-15,2-2-167 0,1 2-77 16,1 0 69-16,4-1-457 0,0-2-583 0</inkml:trace>
  <inkml:trace contextRef="#ctx0" brushRef="#br0" timeOffset="178896.36">15327 14422 3135 0,'-32'-10'-16'0,"-8"6"16"16,-4 6 33-16,-14 10 47 0,-1 8 45 0,-2 8 35 15,-11 16 32-15,2 12 26 0,4 12 8 16,5 11 5-16,5 8 9 0,6 8 4 15,10 2 19-15,7 2 0 0,17 1-13 0,6-1-5 16,14-24-22-16,13 14-20 0,11-11-18 16,13-7-15-16,13-8-18 0,9-8-15 0,8-7-15 15,5-9-12-15,-9-15-30 0,2-8-47 16,7-6-34-16,0-10-14 0,-2-3-40 0,1-11-13 16,17-8-7-16,-5-7 7 0,-7-6 7 15,-7-8 10-15,-9-7 2 0,-3-4 10 16,-12-8 22-16,-13 7 8 0,-11-5 6 15,-3-4 1-15,-15-4-2 0,-3-7-2 0,-17-20 8 16,-12 3 5-16,-11-1-20 0,-10 0-19 16,-5 8-17-16,-6 11-17 0,-3 18-14 0,5 25-21 15,-6 9-19-15,-2 15-30 0,-7 10-31 16,-5 9-37-16,-15 11-36 0,7 10-34 16,5 5-53-16,6 3-104 0,20-6-229 0,12 0 29 15,5-3 71-15,19-3-297 0,6-8-353 16</inkml:trace>
  <inkml:trace contextRef="#ctx0" brushRef="#br0" timeOffset="179447.03">16548 13771 2545 0,'-1'-21'42'0,"-3"1"15"0,4 6 40 16,0 2 41-16,-2-1 28 0,2 5 23 0,0 0 1 0,2 3-12 0,-2 5-23 0,4-10-9 15,-4 10 16-15,0 0 19 0,46 27 12 16,-7 2-2-16,24 20-2 0,11 9-5 0,10 11-12 15,10 5-14-15,3 5-17 0,2-1-14 16,-4 3-17-16,2 2-7 0,-1-1 5 16,-3-3 22-16,-2-8 25 0,-7-1 11 15,-5-9 9-15,-11-10-17 0,-22-15-12 0,-8-5-18 16,-11-9-8-16,-3-3 12 0,-6-5 4 16,-5-4-1-16,-3-2-6 0,-3-2-7 0,3 1-11 15,-7-3-8-15,6 0-11 0,-6 0-9 16,-3-4-35-16,8 4-48 0,-8-4-68 0,0 0-99 15,0 0-89-15,0 0-101 0,0 0-124 16,0 0-115-16,-23 6-223 0,4 0 14 0,-2 2 82 16,-2-1-610-16,-10 5-789 15</inkml:trace>
  <inkml:trace contextRef="#ctx0" brushRef="#br0" timeOffset="179813.07">17529 14839 3918 0,'-18'-7'109'15,"2"0"4"-15,3 2 14 0,2 0 26 16,1 2 36-16,10 3 27 0,-11-4 6 16,11 4-4-16,-9-6-15 0,9 6-11 15,0 0 3-15,0 0 9 0,0 0-7 0,0 0-11 16,0 0-17-16,38 21-15 0,-24-11-14 15,4 2-14-15,3 7 0 0,0 4-7 0,-6 3 0 16,-4 6 0-16,-1 0 1 0,-6 6-2 16,-2-2-3-16,-4 2-6 0,-1 2-5 15,0-3-4-15,-5 1-89 0,3-1-11 0,-1-1 0 16,1-1 0-16,-2-7 0 0,5-6 0 16,-1-4 0-16,-1 0 0 0,2-4 0 0,2 0 0 15,-2-2 0-15,1-1 0 0,-1-1 0 16,0-1-349-16,2-2-150 0,-2 0-154 0,2-7-210 15,0 0 18-15,4 5 99 0,-4-5-695 16,0 0-890-16</inkml:trace>
  <inkml:trace contextRef="#ctx0" brushRef="#br0" timeOffset="180162.74">17881 15054 4133 0,'-2'-10'87'0,"2"2"18"15,0 8 7-15,-2-7 20 0,2 7 33 0,0 0 35 16,0 0 23-16,-18 25-12 16,13-13 2-16,-4 8-2 0,-1 0-2 0,0 7-3 15,5-2-10-15,-3-3-13 0,5-2-17 16,1-1-14-16,0 2-14 0,4-4-11 0,0 0-11 16,-1 0-6-16,7-1-9 0,-5-3-10 15,7-3-10-15,2 0-6 0,-1-4-11 0,1-1-9 16,1-2-18-16,-2 0-8 0,3-2-11 15,-14-1-2-15,23-4 0 0,-10 1-2 16,-6-4-2-16,3-1-4 0,-1-5-1 0,-5-2-1 16,2-7-7-16,-3-1-7 0,-3 0-10 15,0 4-21-15,-1-3-15 0,-5 5-23 0,0-1-14 16,-1 5-24-16,-3 3-20 0,-1 2-25 16,0 4-32-16,-1 4-51 0,-3 0-72 15,1 0-79-15,-3 4-87 0,2 1-125 16,4 1-159-16,-1-3 74 0,4 3-547 0,6-1-700 15</inkml:trace>
  <inkml:trace contextRef="#ctx0" brushRef="#br0" timeOffset="180546.76">18184 15153 3627 0,'12'0'159'0,"-12"0"23"15,0 0 20-15,0 0 27 0,0 0 38 0,0 0 30 16,0 0-7-16,0 0-19 0,0 0-20 15,0 0-18-15,0 0-5 0,5-6-11 16,-5 6-13-16,0 0-18 0,0 0-19 16,17-2-16-16,-17 2-12 0,19-4-15 0,-6 0-11 15,3-1-26-15,-1-2-9 0,2 0-3 16,0-5-14-16,6-5-5 0,-6 3-9 16,-4 0-1-16,-2 1-6 0,3-1 0 0,-3 2-5 15,0 3-1-15,-6 1-6 0,2 1-6 16,-3 0-17-16,0 2-5 0,-4 5 0 0,0 0 0 15,0 0 0-15,0 0 0 0,-8 26 0 16,1-8 0-16,-3 11 0 0,1 1 0 0,-1 1 0 16,1 0 0-16,5-6 0 0,-2-1 0 15,4 1 0-15,0-2 0 0,2 1 0 16,0-5 0-16,4 1 0 0,0-4 0 16,-1-1 0-16,2 0 0 0,2-2 0 0,3-3 0 15,-3 1 0-15,1-4 0 0,3-3 0 16,-3 2 0-16,-3-2-460 0,4-1-166 0,-4 0-179 15,-5-3-84-15,0 0 93 0,2 6-774 16,-2-6-1011-16</inkml:trace>
  <inkml:trace contextRef="#ctx0" brushRef="#br0" timeOffset="181362.85">18115 14972 4052 0,'4'-14'-87'0,"-2"4"58"0,0 2 50 0,-1-2 58 0,-1 6 52 0,0 4 48 16,2-8 39-16,-2 8 29 0,2-9 27 0,-2 9 9 16,0 0-3-16,2-9-7 15,-2 9-11-15,0 0-14 0,0 0-29 0,0-10-13 16,0 10-22-16,0 0-12 0,0 0 16 16,0 0-5-16,0 0-14 0,-15 21-12 0,12-10-6 15,-4 3-20-15,3 0-131 0,1 1 0 16,-1-1 0-16,2 3 0 0,0-2 0 15,2-3 0-15,0 5 0 0,2-3 0 0,2 2 0 16,1-3 0-16,4 1 0 0,-2-2 0 16,4-1 0-16,3-2 0 0,1-1 0 0,4-1 0 15,1-4 0-15,-2-3 0 0,3 0 0 16,0-2 0-16,2-2 0 0,0-4 0 0,-4 0 0 16,7-9 0-16,-1-4 0 15,-2-1 0-15,-2-3 0 0,0-2 0 0,-4 2 0 16,-4 6 0-16,-1 4 0 0,-3 1 0 15,-1 2 0-15,-3 3 0 0,2 1 0 0,-2 1 0 16,-3 2 0-16,4-1 0 0,-6 6 0 16,0 0 0-16,0 0 0 0,0 0 0 0,0 0 0 15,-4 25 0-15,-1-3 0 0,-7 9 0 16,0 3 0-16,1 2 0 0,-1 0 0 0,1 2 0 16,2 0 0-16,1-3 0 0,0 0 0 15,3-3 0-15,-1-5 0 0,3-6 0 16,1-4 0-16,-3 0 0 0,3-4 0 15,2-1 0-15,-2-3 0 0,2 0 0 0,-1 0 0 16,-1-3 0-16,2 1 0 0,0-7 0 16,-2 10 0-16,2-10 0 0,0 0 0 15,-4 4-512-15,4-4-509 0,0 0 85 0,0 0 110 16,0 0-839-16,-13-16-1102 0</inkml:trace>
  <inkml:trace contextRef="#ctx0" brushRef="#br0" timeOffset="181879.94">17726 14324 4304 0,'-63'5'-198'0,"1"8"38"0,-10 4 38 0,-14 17 56 0,-8 9 62 0,0 8 64 0,4 9 42 0,6 9 37 16,-1 15 29-16,9 8 27 15,7 3 27-15,12 6 5 0,10 6 18 0,13 2 26 16,14-5-12-16,17 0-3 0,10-11-6 15,18-2-13-15,20-4-15 0,16-7-15 0,14-5-21 16,11-8-18-16,7-9-18 0,4-9-14 16,4-5-13-16,8-10-11 0,1-8-7 0,5-9-13 15,6-5-10-15,1-5-11 0,0-7-12 16,-3-9-10-16,-5-10-11 0,-9-6-32 0,-14-11-6 16,-3-7 0-16,-11-8 0 0,-11-7 0 15,-5-12 0-15,-9-8 0 0,-11-10 0 16,-7-4 0-16,-10-8 0 0,-15-6 0 15,-13-4-1-15,-12 1-17 0,-20 9-5 0,-13 7-24 0,-12 12-10 16,-13 13-21-16,-13 13-27 16,-17 14-27-16,-7 15-40 0,-11 11-45 0,-1 12-46 15,-7 11-73-15,-4 9-85 0,-2 4-137 16,1 7-264-16,7 1 67 0,4 1 88 16,6 8-530-16,11-10-661 0</inkml:trace>
  <inkml:trace contextRef="#ctx0" brushRef="#br0" timeOffset="185945.98">18730 10564 3076 0,'8'0'-87'0,"-8"0"31"0,0 0 23 0,0 0 25 0,14 1 45 0,-14-1 40 0,0 0 31 0,0 0 16 15,11-3 8-15,-11 3 1 0,7-6-6 0,0 3 4 16,-7 3 3-16,11-8 6 0,-8 2 1 16,1 2 2-16,2-2-5 0,-3 1-2 0,0 0-6 15,-3 5-9-15,2-9-11 16,-2 9-10-16,-5-12-14 0,-4 9-6 0,9 3-11 15,-27-2 0-15,9 6-4 0,-7 1 3 16,-9 7 4-16,-2 5 6 0,-9 5 5 0,6 5 8 16,1 2-2-16,3 1 1 0,2 0 14 15,11-1 12-15,6 0-4 0,4 2 15 16,1-2 1-16,10-6 9 0,1 2-14 0,7 8-5 16,3-4-7-16,7 2-16 0,2-4-8 15,2-3-7-15,12 5-9 0,-6-10-8 0,1 0-29 16,3-4-65-16,-3-1-80 0,5 0-86 15,-8-6-107-15,-1-3-120 0,-3-2-121 0,4-1-209 16,0-4-18-16,-7 1 97 16,2-3-579-16,0-3-715 0</inkml:trace>
  <inkml:trace contextRef="#ctx0" brushRef="#br0" timeOffset="186379.05">19209 10728 3661 0,'7'-10'26'0,"-1"3"24"0,-2 4 9 0,-4 3 44 16,10-2 42-16,-10 2 23 0,9 11 17 16,-3-3-4-16,-3 6 3 0,3 5 2 15,-1 4-8-15,-4-4-3 0,-2 5-2 0,-1 3-6 16,-7 4 5-16,2 1-7 0,-4-3-9 16,-3-3-3-16,1 1-12 0,-3-8-7 0,3-4-10 15,1-1-4-15,-4-2-13 16,-2-1-5-16,3-5-16 0,-2-1-8 0,-2-3-5 15,4-2-9-15,-2-4-8 0,0-3-11 16,2-2-32-16,1-4-36 0,7-4-30 0,1-3-28 16,6-4-15-16,7-7-7 0,4-2 0 15,5 5 12-15,1 2 5 0,0 7 10 0,-2 1 7 16,-1 9 5-16,-1 1 8 0,-3 4 13 16,-1 4 29-16,1 0 15 0,2 4 6 0,-3 4 13 15,-2-1 13-15,2 6 16 16,2 0 3-16,-2 3 4 0,2 1 11 0,-1 2-7 15,7 6-4-15,-2 0-6 0,4-1 3 16,-2-4-6-16,1 2-11 0,-3-6-2 0,-1-4-25 16,-3 1-36-16,0-6-41 0,1 3-50 15,-1-2-57-15,3-4-67 0,-3 1-66 0,2-3-58 16,1-2-48-16,0-3-57 0,4-1-82 16,3-4-114-16,7-9 38 0,1-4-413 0,-5 1-516 15</inkml:trace>
  <inkml:trace contextRef="#ctx0" brushRef="#br0" timeOffset="186695.68">19691 10824 2759 0,'0'-17'-77'0,"0"3"35"0,-2-1 29 16,-2 4 30-16,-4 2 35 0,5-2 29 0,-5-1 26 16,3 4 8-16,-5 2-2 15,0 0 13-15,-1 2 0 0,-1 1 14 0,1 5 18 16,11-2 4-16,-27 7 1 0,15-1 8 16,-2 6-2-16,1 2-10 0,1 1 2 0,1 2-6 15,3 4-15-15,5 1-8 0,1 1-12 16,4 1-9-16,-1-1-9 0,3 2-7 15,3 6-10-15,3 0 9 0,-2-8 6 0,3 5 1 16,-4-6 3-16,4-3-6 0,-8-2-2 16,3-3 4-16,-2-2-16 0,-1 0 0 15,-1-1-4-15,2-2-2 0,-2 2 0 16,-2-5 12-16,0 3 0 0,0-9-8 0,-6 14-9 16,2-9-3-16,-3 0-6 0,-3-2-8 0,1 1-7 15,-2-2-1-15,-5 1-15 0,-1-4-41 16,-2-3-47-16,-2-1-42 0,0-2-51 15,2-1-56-15,-1-3-83 0,6 0-105 0,3-4-110 16,0 0-160-16,2-4-90 0,6 3 80 16,1-2-539-16,4-1-674 0</inkml:trace>
  <inkml:trace contextRef="#ctx0" brushRef="#br0" timeOffset="187147.73">20045 10930 3644 0,'0'0'87'0,"0"0"28"0,0 0 39 16,0 0 45-16,0 0 30 0,-13 4 9 0,13-4-21 15,0 0-21-15,0 0-10 0,0 0-6 16,0 0-3-16,0 0 11 0,0 0-29 0,34-6-12 16,-23 4-17-16,1 0-10 0,1-1-8 15,-1-1-15-15,3 1-13 0,-4-1-1 16,3-3-8-16,1 1-12 0,-1-3-5 0,-3-1-5 15,-1 0-10-15,-3-3-9 0,3 0 1 16,-7-3-9-16,-1 4-18 0,-2-2 8 0,-2 3 4 16,-5-3-8-16,-4 0-4 0,-7 4 1 15,-3 1-1-15,-6 4-1 0,-9 0-5 16,4 3-1-16,1 4 4 0,-6 1 6 16,1 4-3-16,3 5 12 0,5 1 1 0,3 3 27 15,3 5 28-15,8 2 16 0,2 5 13 16,2-3 8-16,7-2 7 0,3 2 6 0,1 2-3 15,3 5-20-15,5 2-103 0,3-4 0 16,0-3 0-16,3-1 0 0,4-2 0 0,-2-1 0 16,6-6 0-16,-8 0 0 0,3-5 0 15,-5-4 0-15,1 1 0 0,-2-2 0 0,-1-2 0 16,2-2 0-16,-2 1 0 0,-2-3 0 16,1-1-290-16,-10 0-209 0,17-3-130 0,-11 0-182 15,1-3-39-15,-1-2 94 16,0 1-726-16,-1 0-928 0</inkml:trace>
  <inkml:trace contextRef="#ctx0" brushRef="#br0" timeOffset="187361.82">20276 11087 4515 0,'0'-6'215'0,"0"0"52"0,0 6 36 0,4-11 50 0,-4 3 31 0,2 2 4 0,-1-2-18 0,-1 8-24 16,2-9-32-16,0 5-34 0,-2 4-26 15,2-7-52-15,-2 7-202 0,5-5 0 16,-5 5 0-16,0 0 0 0,0 0 0 0,0 0 0 16,0 0 0-16,0 0-269 0,0 0-199 15,-7 18-126-15,2-6-204 0,-5-1-58 0,-3 0 81 16,-10 9-732-16,2 1-953 0</inkml:trace>
  <inkml:trace contextRef="#ctx0" brushRef="#br0" timeOffset="187562.39">20198 11432 4248 0,'0'0'274'0,"0"0"53"15,0-27 37-15,0 27 42 0,1-8 4 16,-1 8-16-16,7-10-51 0,-7 10-32 0,4-7-35 16,-4 7-32-16,3-9-47 0,-3 9-72 15,6-4-92-15,-6 4-117 0,0 0-108 0,3-3-89 16,-3 3-119-16,0 0-116 0,0 0-140 15,0 0-174-15,0 0 80 0,0 0-693 0,0 0-893 16</inkml:trace>
  <inkml:trace contextRef="#ctx0" brushRef="#br0" timeOffset="187844.49">20539 11023 3824 0,'19'-17'-18'0,"-3"3"53"0,-2 1 43 0,6 2 29 16,-4 3 42-16,7 1 39 0,-1 2 18 15,-3 5 10-15,0 2 8 0,-4 3-6 16,4 5 0-16,-5 4 17 0,-9 4 14 0,-1 3 11 16,-8 3 9-16,-7 9 7 0,-5-1 4 15,-9 6-8-15,-1-1-9 0,-3-2-17 0,9-9-16 16,-2-1-64-16,8 0-166 0,2-5 0 16,2-3 0-16,7-1 0 0,3-2 0 0,2-1 0 15,3-1 0-15,6 2 0 0,3-3 0 16,3 1 0-16,4-4 0 0,0-2 0 15,-1 1 0-15,4-3 0 0,-3 0 0 0,-3-4 0 16,4 3 0-16,-5-3-98 0,0 0-636 16,-7 0-223-16,-1 1 64 0,-9-1 99 15,6 4-810-15,-6-4-1043 0</inkml:trace>
  <inkml:trace contextRef="#ctx0" brushRef="#br0" timeOffset="188144.43">18870 11497 4185 0,'-35'1'6'0,"9"-1"44"0,7 2 24 0,3 0 30 0,5-2 51 15,11 0 61-15,-15 0 47 16,15 0 34-16,0 0 16 0,34 3 3 0,13 1-13 16,30 2-18-16,33 0-28 0,17 2-25 15,11 1-23-15,9-1-32 0,4-1-19 0,8 4-19 16,2 0-12-16,1 0-13 0,-2 1-14 15,-10-2-16-15,-7 0-57 0,-8 1-27 0,-15-5 0 16,-30-2 0-16,-13 1 0 0,-25-5 0 16,-7 3 0-16,-11-3 0 0,-9 0 0 0,-7-1 0 15,-6-1 0-15,-2-2-72 0,-7 3-110 16,-3 1-67-16,0 0-71 0,0 0-100 16,0 0-98-16,0 0-148 0,0 0-159 15,0 0 82-15,0 0-684 0,0 0-878 0</inkml:trace>
  <inkml:trace contextRef="#ctx0" brushRef="#br0" timeOffset="197510.16">13236 11805 3809 0,'11'-1'-76'0,"1"-1"21"0,-12 2 10 0,19 2 14 0,-9-1 16 15,-1-1 26-15,4 2 21 0,-1 1 11 0,3-1 6 16,3 3 1-16,-4 0-5 0,9 2 3 16,1 0-10-16,4 1-4 0,1-1-8 15,-6 0-41-15,-1 0-42 0,3-1-59 16,-2 0-86-16,-3-1-112 0,-4 0-195 0,-5-1-25 16,1 1 72-16,-4-1-135 0,-6 2-96 15</inkml:trace>
  <inkml:trace contextRef="#ctx0" brushRef="#br0" timeOffset="200727.16">13875 11335 1695 0,'3'-5'65'0,"-1"0"15"0,2 1 15 0,-4 4 14 0,5-10 15 0,-5 10 27 0,1-8 30 15,-1 8 18-15,2-10 9 0,-2 10 0 16,2-12 1-16,-2 6-14 0,0 6-3 15,2-11-11-15,-4 4-3 0,2 7-8 0,0-13-12 16,-2 7-11-16,0-3-16 0,2 9-11 16,-12-14-14-16,5 8-8 0,0-3-11 15,-5 1-5-15,1-2-6 0,0 4 7 0,-3-2 1 16,1 1-4-16,-3-3-4 0,1 2-3 16,-2 0-10-16,-3-5-4 0,5 3-3 0,-6 0-7 15,6 4-2-15,-9-9-7 0,0 5-2 16,4 0-6-16,1 1 0 0,-3 3-4 15,2-3-1-15,-1 1 2 0,-8-4 5 16,4 3-2-16,2 2 0 0,3 0 3 0,-3 5-6 16,0-6 2-16,-2 1 0 0,3 2-4 15,-2 0 2-15,1 0-4 0,-2 1 0 0,2 1-6 16,1 0 0-16,3-1-4 0,-3 2 2 16,0 0-2-16,-1 2-5 0,2-1 0 0,3-2 0 15,-6 3-5-15,5 0 0 0,1 3 5 16,-2-3 1-16,3 0-7 0,-2 3 2 0,2-1-2 15,-2 2-4-15,2-3 1 0,-3 3 0 16,2-1 3-16,-4-1 0 0,-1 3 0 16,1 2-2-16,1-2 0 0,-4 0 5 15,-6 4-5-15,5-1 2 0,1-1-5 0,-8 3 0 16,8-1 0-16,3-3 8 0,-1 1-7 16,2 0-2-16,1 4 0 0,-2-2 1 0,3-1 0 15,0 0 3-15,-7 6-2 0,6-4 2 16,4-1-2-16,0-3-3 0,3 2 0 15,-3 1 3-15,3-3-4 0,-1 2 2 0,2 2 2 16,-2-5 0-16,-1 7 2 0,3-2-2 16,-3 1-2-16,-1-1 4 0,3 1-6 0,2 1 2 15,-6 0 4-15,4 2-1 0,-1-2-2 16,3 3 2-16,-3-2-2 0,3 0 8 16,-2 1-10-16,3-2-2 0,1 0 8 15,-1 1 0-15,0-1-1 0,1 1-2 0,2-1-5 16,-4-1 8-16,4 2 0 0,0 1-6 15,-2-2-1-15,-2 1 3 0,4 1 2 0,0 2 1 16,-4 0-1-16,6 3-3 0,-3-2 4 16,-3 1-1-16,3 0 0 0,2 0 0 0,-1-3-3 15,3 0 0-15,-1 1 1 0,-2 0 0 16,6-2 0-16,-5 3 1 0,0-5-1 0,3 5 1 16,-1-2 0-16,0-1 2 0,-4 3 1 15,4-2-3-15,-3 4-1 0,1 0 1 16,1-2 2-16,1-2-3 0,0 3-3 0,-2-7 1 15,2 7 2-15,1-3-1 0,-1 0 2 16,0 1 3-16,2-4-5 0,-1 0 1 0,0 1 0 16,1 0 1-16,2 1 0 0,-2-2 0 15,0 0 0-15,2 1 0 0,-1-1 0 16,-1 2-1-16,2-1-2 0,-4-1 3 16,4 2 4-16,-2 0-6 0,0-2 5 0,2 1-4 15,0-1 1-15,0 1 2 0,0 0-2 16,0-1 2-16,0 1-2 0,2-2-3 0,0 3 3 15,-4-2 0-15,2-1 0 0,0-1 1 16,0 1 2-16,0 2-5 0,2-4 1 0,-2 3-1 16,0-3 4-16,4 4 0 15,-2-4 1-15,-1 4 3 0,-1-1-6 0,4-2-1 16,-2 2 5-16,3 0-4 0,-4-2 1 16,3 2-1-16,-2 0 0 0,3-2 0 0,-3 2-2 15,0 0-2-15,4-2 6 0,-4-1-3 16,2 2 4-16,-2 2-2 0,0-2-1 0,3-1-2 15,-3 1-1-15,-2-3 5 0,4 0-3 16,0 2 1-16,-1 1 1 0,-1-5 0 0,0 6-5 16,3-4 4-16,-3 1 0 0,1-1 2 15,1 2-1-15,-2-1 0 0,1-1-1 0,-1 3 1 16,2-3-1-16,0 1 1 0,-1-1-2 16,0 3 0-16,1-4 2 0,0 3-4 0,-3 0 7 15,3-1-3-15,0-1 2 16,-1 2-5-16,1-1 1 0,3 1 1 0,-4 2 3 15,1-3-1-15,2 3 3 0,-1 0-2 16,1-1-2-16,0 1 2 0,0 1-6 0,-1 1 4 16,1 0-2-16,-1-1 2 0,-1-3-4 15,4 3 2-15,-4-3 4 0,2 4-2 16,-1-4-3-16,1 0 2 0,-3 0 2 0,4 1 3 16,-2-1-3-16,-1 0-2 0,2-3 2 15,-1 5 1-15,3 0-1 0,2 0 0 0,-3 0-1 16,2 1-2-16,3 1 5 0,-1 1-3 15,1-1-3-15,1-2 2 0,1 3 4 16,-1-3 0-16,-2 1-5 0,3 1 1 16,-3-2 1-16,3 3-2 0,-5-4 2 0,2 1 3 15,1 1-3-15,-1-1-4 0,-1-2 2 16,0-1 1-16,-3 3 0 0,2-4 0 0,4 3-1 16,-6 1 5-16,2-2-4 0,0-1-1 15,2-1-2-15,-4-1 4 0,2 3 1 0,3 0-1 16,-1 2-1-16,3 0 1 0,-1-3 2 15,3 4 1-15,-1-1-4 0,-1 2 0 0,2-2 0 16,0-1-1-16,0 1-1 0,0 0 7 16,3-1-7-16,-2 1 8 0,2-2-4 15,-4 2-2-15,5-2 1 0,-6 0-1 16,4 0 3-16,0 3-6 0,-2-3 2 0,3 0 3 16,-2 0-2-16,0 1 0 0,0-3 0 15,-1 1 2-15,3 1 2 0,-6-2-4 0,2 0 4 16,6-2-4-16,-8 1 0 0,3 1 0 15,-3-4 0-15,5 4 1 0,-2-3 5 16,0-1-7-16,1 4 3 0,0-3-2 0,4 2 1 16,0-2-1-16,0-1 0 0,0 2-1 15,-1 1 4-15,0 0-3 0,-1-5 6 0,3 4-9 16,0 1 4-16,-3 0 1 0,1-2-4 16,4 0 4-16,-1 0-4 0,-4 2 1 0,3 0-2 15,1-4 6-15,0 3-5 16,2-5 1-16,-1 3-2 0,1-1 3 0,0-1 1 15,0 1 1-15,2-3 2 0,-4 0 3 16,1 0-6-16,1 0-2 0,2-3 2 0,2 1 3 16,-5-1-6-16,1-1 2 0,1 1 0 15,1-3 1-15,5 0 1 0,-3 3-3 0,1-6-1 16,-1 2 2-16,5-1 1 0,0-1-2 16,-9 1-1-16,-1 2 0 0,-3-1 4 0,0-2 2 15,-1 5-4-15,-2-3 3 0,2-3-2 16,0 4-1-16,-3-3 4 0,-2 3-5 15,4-5 4-15,-4 2-6 0,5-2 3 16,-4 1 4-16,4-1-4 0,-3 1 5 0,2 0-4 16,6-6-1-16,-6 3 0 0,-1 2 1 15,7-6-2-15,-2 2-3 0,-1 4 3 0,0-6 7 16,-5 5-5-16,1 2-3 0,-1-2 1 16,-2-1 0-16,2 3 3 0,-1-1-3 0,-2-1 4 15,0-1-2-15,-1 1 3 0,0-2-1 16,1-1-1-16,-1 1 2 0,1-1 0 15,-1 1 0-15,1-3 4 0,0-5 6 16,2-2-3-16,-3 5 2 0,-1 2 2 0,3-5-3 16,1-2 5-16,-2-1 3 0,-3 8 4 15,1-3 8-15,-4 3 17 0,1-1 7 16,-1-2 12-16,0-1 0 0,-1 4 10 0,1-4 0 16,-5 0-1-16,6 0-2 0,-6-1-4 15,1 0-9-15,1 0-7 0,-3-2-3 0,4 1-9 16,-1 0-1-16,0 0-1 0,1 3-3 15,-3-1-2-15,5 0-1 0,-5 0-5 0,2 2 10 16,-3 2 2-16,2 2 1 0,-3 0 1 16,3-1-44-16,-2 3 0 0,0-5 0 0,0 3 0 15,-2-2 0-15,0 1 0 0,1 0 0 16,-1-1 0-16,0 0 0 0,0 1 0 0,-1-2 0 16,1 5 0-16,0-1 0 0,0 0 0 15,-2 2 0-15,2 0 0 0,-4 0 0 16,2 0 0-16,0 2 0 0,1-1 0 15,-5 0 0-15,1 0 0 0,2 2 0 0,-3 0 0 16,2-2 0-16,-1 1 0 0,-1 0 0 16,2 0 0-16,-4 1 0 0,5-2 0 0,-3 2 0 15,2-1 0-15,-3 2 0 0,2 0 0 16,0-3 0-16,-1 2 0 0,3 1 0 0,-3 1 0 16,2-3 0-16,-4 3 0 0,4-2 0 15,1 2 0-15,-5 0 0 0,5-3 0 16,-8 0 0-16,6 1 0 0,-1-3 0 15,-1 0 0-15,1 1 0 0,-2-2 0 0,3 1 0 16,-3-1 0-16,3-1 0 0,-4 2 0 16,2-3 0-16,1 1 0 0,-1 1 0 0,1 1 0 15,-2-2 0-15,1-1 0 0,-1 2 0 16,1-1 0-16,0 2 0 0,0-2 0 16,2 1 0-16,-5-3 0 0,0 1 0 0,5 1 0 15,-5 1 0-15,-2-4 0 0,7 4 0 16,-3 0 0-16,1-1 0 0,2 2 0 0,-4-2 0 15,4 2 0-15,-3 1 0 0,3-1 0 16,-5 0 0-16,2-2 0 0,3 1 0 0,-5 2 0 16,0-1 0-16,-1-4 0 15,0 2 0-15,-3 1 0 0,5 2 0 0,-1-1 0 16,1 0 0-16,-3 2 0 0,0 0 0 16,3-1 0-16,0 0 0 0,-1 2 0 0,1 0 0 15,-1 1 0-15,3-1 0 0,0 2 0 16,0-1 0-16,0-2 0 0,-3 4 0 0,4 0 0 15,-1-1 0-15,-1-3 0 0,3 6 0 16,-4-4 0-16,4 3 0 0,-3-3 0 0,-1 1 0 16,-1 0 0-16,-1-1 0 0,-2 0 0 15,-1-1 0-15,3 1 0 0,-3-2 0 0,3 5 0 16,-3-3 0-16,3-1 0 0,-2 4 0 16,1 0 0-16,3-2 0 0,0 4 0 15,0-2 0-15,-2 0 0 0,4 1 0 16,1 2 0-16,6 2 0 0,-13-3 0 0,13 3 0 15,-13-2 0-15,13 2 0 0,-14 2-146 16,14-2-61-16,-17 5-43 0,9-1-75 0,-3 1-118 16,-4 2-150-16,-4-1-270 0,-3 3 75 15,-3-3 90-15,1-4-621 0,-16 2-776 16</inkml:trace>
  <inkml:trace contextRef="#ctx0" brushRef="#br0" timeOffset="202259.07">11649 13765 3814 0,'0'0'-42'0,"0"0"13"0,0 0 17 0,0 0 28 0,0 0 54 0,0 0 35 0,0 0 18 0,0 0-2 15,0 0-6-15,0 0-9 0,0 0-4 16,0 0-3-16,0 0 1 0,0 0 7 0,0 0-5 16,0 0 5-16,0 0-5 0,0 0-9 15,0 0-6-15,0 0-7 0,0 0-9 16,0 0-6-16,0 0-10 0,-7-26-5 0,2 17-4 16,3 0-3-16,0-4-3 0,1-4-9 15,1-2-5-15,-2-5 0 0,4-3-1 0,-2-11-6 16,1-1 1-16,3-4-2 0,5 4-5 15,-2-2-4-15,2 1 1 0,3 0-3 0,-1 3 0 16,11-6 1-16,-6 0-2 0,7 1 2 16,2 3-2-16,0 2-5 0,7 0 5 15,1 2-5-15,6 4 3 0,-1-2 0 0,3 3 0 16,2 4 1-16,-1 0-3 16,1 6 1-16,-9 5-2 0,-6-2 1 0,-3 8 0 0,-4 2-3 15,-8-1-1-15,2 3-1 16,-5 0 0-16,1 1-2 0,1 1 3 0,-6-2-3 15,-6 5 5-15,13-3-2 0,-13 3 0 16,11-6-1-16,-11 6 2 0,10-3-7 0,-10 3-13 16,8 0-24-16,-8 0-33 0,0 0-19 15,0 0-39-15,13 7-29 0,-13-7-45 0,1 10-41 16,-1-3-52-16,-1 1-76 0,-3-2-132 16,-2 5-118-16,3-2 54 0,-3 6-300 15,-1-5-359-15</inkml:trace>
  <inkml:trace contextRef="#ctx0" brushRef="#br0" timeOffset="202708.99">12238 12755 2604 0,'0'-7'36'0,"0"7"5"0,0-12 13 0,0 7 29 0,0 5 30 16,2-10 31-16,-2 5 15 0,0 5 5 0,1-11-12 0,-1 11-14 16,0-7-14-16,0 7-8 0,2-6-11 0,-2 6-2 15,0 0-5-15,2-7-2 0,-2 7-8 16,0 0 2-16,0-7-2 0,0 7 6 0,0 0 0 15,0 0 1-15,7-5 1 0,-7 5 1 16,0 0-3-16,0 0-9 0,16 3-11 0,-16-3-7 16,16 9-3-16,-7-2-3 0,0 3-5 15,3 2-8-15,-1 0-4 0,2 3-2 0,-1 1-7 16,-2 2-1-16,-3-4 1 16,0 1 8-16,-6 2 6 0,1-1-6 0,-4 2 4 0,-4 1-8 15,-3 0-5-15,-6 6-4 16,-5-3-16-16,1 1-33 0,-1 1-43 0,-2-2-44 15,-1-3-47-15,5-4-60 0,0-4-64 16,4 0-59-16,-2-4-100 0,3 2-180 16,3-3-36-16,1 0 77 0,-1-1-332 0,0-2-387 15</inkml:trace>
  <inkml:trace contextRef="#ctx0" brushRef="#br0" timeOffset="205491.25">24056 10281 1993 0,'0'0'244'0,"9"-5"-50"0,-9 5-14 0,3-8 9 0,-3 8 3 0,2-4 22 0,-2 4-11 15,4-6-12-15,-4 6 0 0,0 0-2 0,4-7-3 16,-4 7-6-16,0 0-5 0,3-8-5 16,-3 8-7-16,0 0-11 0,2-4-13 0,-2 4-8 15,0 0-9-15,5-6-6 0,-5 6-8 16,0 0-10-16,0 0-11 0,2-6-8 15,-2 6-10-15,0 0-11 0,0 0-4 0,0 0-1 16,0 0-6-16,0 0-2 0,0 0-6 0,0 0-4 16,0 0 1-16,2-6-9 15,-2 6-2-15,0 0-1 0,0 0 2 0,0 0-1 16,0 0-2-16,0 0-1 0,0 0-1 16,0 0-2-16,0 0 0 0,0 0-2 0,0 0 2 15,0 0-2-15,0 0-3 0,0 0-2 16,0 0-5-16,0 0-4 0,0 0-6 0,0 0 7 15,0 0-4-15,0 0 4 0,0 0-1 16,-4 18 11-16,1-6 2 0,1 1 18 0,0 3-1 16,2-2 17-16,0 6-12 0,0-2 3 15,4 2-6-15,-1 2 1 0,1 0 3 16,-1-3-2-16,3 1 0 0,-1-1-3 0,5-2-6 16,0 1 1-16,-3-5 3 0,2-1-4 15,-2-4 1-15,-2-1-4 0,5 0-5 16,-1-1-7-16,-1-3 14 0,1-1-13 0,1-2 6 15,-10 0-4-15,19-5-8 0,-6-2 7 16,1-1 0-16,-1-1-7 0,3-4-6 0,-4 0 2 16,2-3 0-16,-1 1-2 0,-2 0 3 15,1-3-3-15,-1 1 7 0,-1 0-2 0,-2 4-4 16,-1 1 0-16,-1-2-3 16,-1-1 6-16,4 1-4 0,-6 5-6 0,3-1 4 0,-2 0 0 15,-1 2 0-15,-1 1 4 16,2 1-7-16,-2 0-4 0,-2 6 4 0,3-8-9 15,-3 8-2-15,0 0 5 0,0 0 4 16,0 0-1-16,0 0 5 0,0 0 1 0,-3 25 16 16,1-11 1-16,-2 5 7 0,2 5 11 15,1 4-4-15,-1 8 2 0,0 0-3 0,0 1-2 16,-2-8-1-16,4-4 2 0,0 0-5 16,-2-3-1-16,2-3 1 0,0 1-7 15,0-7 3-15,0 1 0 0,0-2-3 0,0 0 2 16,0-2-1-16,0 0-3 0,0-4 4 15,0 0-3-15,0-6 1 0,0 11-1 0,0-5-1 16,0-6-34-16,0 0-59 0,2 6-59 16,-2-6-64-16,0 0-71 0,0 0-96 15,0 0-91-15,0 0-120 0,0 0-217 16,0 0 36-16,0 0 90 0,0 0-562 0,0 0-693 16</inkml:trace>
  <inkml:trace contextRef="#ctx0" brushRef="#br0" timeOffset="205959.25">24909 10442 3147 0,'15'-9'-72'0,"-1"1"34"0,-1 3 25 0,-4 0 21 0,3 1 20 0,-3 3 22 0,0-1 7 0,-9 2 11 0,0 0 18 0,27 7 17 15,-19-1 14-15,-4 5 9 0,0 1 11 16,-6 1 14-16,-3 5 8 0,0 2 11 0,-10 7 4 16,-2 0 9-16,0-2-4 0,-1 0-12 15,4-1-15-15,0-4-6 0,5-3-9 0,3-2-4 16,1 2-1-16,5-3-12 16,3-2-11-16,5 2-4 0,1-2-7 0,0-2-14 15,5 0-4-15,1-3-7 0,-1 0-11 0,-3-4-1 16,1 1 13-16,-1-4 13 0,-11 0 3 15,14-5-14-15,-5 1-5 0,-7-4-5 16,1-2 16-16,-3-4 0 0,-7-8 0 0,-7-8-3 0,-2-2 1 16,-11-5 5-16,-4-1 3 15,3 4 4-15,-5-1 2 0,3 4 6 16,7 8 11-16,1 1-1 0,4 0 10 0,6 7-77 16,3 1-43-16,5 0 0 0,4 4 0 0,2 0 0 15,3-1 0-15,5 1 0 0,3 2 0 16,2 2 0-16,5 3 0 0,1 0 0 15,1 3 0-15,5 3-199 0,10 2-232 0,-1 1-130 16,2 4-163-16,-2 0-148 0,0 2 85 16,-4 2-783-16,-1-1-1013 0</inkml:trace>
  <inkml:trace contextRef="#ctx0" brushRef="#br0" timeOffset="206395.51">24537 9892 4395 0,'-42'-9'-166'0,"-6"4"50"0,-15 5 45 0,-7 7 65 0,-2 5 57 0,-17 10 42 0,1 10 33 0,-4 14 25 15,3 5 21-15,5 7 24 0,10 9 21 16,11 7 22-16,11 5-2 0,14 3 7 15,12 0-5-15,19-14 2 0,19 4-7 0,15 16-8 16,14-2-34-16,19-10-19 0,12-1-15 16,2-8-16-16,11-6-15 0,-1-5-10 0,9-13-10 15,-2-6-9-15,6-12-13 0,2-5-9 16,-17-15-21-16,3-5-12 0,-1-4-8 0,22-10-6 16,-5-8-5-16,-5-4 2 0,-2-9-24 15,-8-7-2-15,-6-4 0 0,-6-7 0 16,-7-7 0-16,-8-6 0 0,-8-9 0 15,-9-5 0-15,-5-6 0 0,-15-6 0 0,-10 0 0 16,-14 12 0-16,-17-19 0 0,-13 6 0 16,-18 8 0-16,-13 10 0 0,-13 12 0 0,-12 11 0 15,-12 13-44-15,-13 10-40 0,-4 12-26 16,1 10-36-16,4 9-35 0,7 8-48 0,4 7-58 16,8 7-87-16,9 7-88 0,21-2-116 15,8 6-227-15,5-2 60 0,4 5 90 16,10-2-532-16,8 4-653 0</inkml:trace>
  <inkml:trace contextRef="#ctx0" brushRef="#br0" timeOffset="207224.34">24192 11203 3244 0,'13'-9'-27'0,"-3"1"36"0,-4 2 34 0,-1 2 32 0,-1-4 28 0,0 5 22 16,-4 3 16-16,2-4 5 0,-2 4 13 15,0 0 20-15,-29 7 15 0,-1 10 17 0,-10 3 21 16,-7 8 19-16,-5 4 18 0,-18 14 21 16,-3 4-1-16,-3 3 1 0,-1-2-12 0,3 1-14 15,1 0-15-15,7-3-15 16,14-11-15-16,5-1-18 0,5-4-18 0,0 2-34 16,4-6-16-16,6-2-75 0,9-4-58 0,1-3 0 15,6-4 0-15,2-3 0 0,1-4 0 16,4 1 0-16,-1-3 0 0,2 1 0 15,1-2 0-15,1 0 0 0,0-2 0 0,0 0 0 16,6-4 0-16,-5 4 0 0,5-4 0 16,0 0-119-16,0 0-345 0,-6 4-106 15,6-4-148-15,0 0-163 0,0 0 88 0,0 0-787 16,0 0-1022-16</inkml:trace>
  <inkml:trace contextRef="#ctx0" brushRef="#br0" timeOffset="207625.42">22361 12500 4671 0,'-2'-14'46'15,"1"0"17"-15,1 0 3 0,5 2 8 16,6-3 17-16,9-5 13 0,6 4 6 0,3 1-6 15,3 4-6-15,-6 5-14 0,1 2-3 16,-4 4-11-16,2 4 4 0,-4 4 9 0,3 6 29 16,-6 3 4-16,-9 2 14 15,-3 3 29-15,-8 4 24 0,-6 9 11 0,-5-2 14 16,-10 10 15-16,-3-3 16 0,-3-1 6 16,0-1 8-16,2-2 8 0,7-11-212 15,3 1-49-15,-3-4 0 0,9-4 0 0,4-3 0 16,-1-4 0-16,4 1 0 0,2-6 0 15,2 2 0-15,2 0 0 0,4-1 0 0,5-2 0 16,7 0 0-16,0-3 0 0,5-2 0 16,4-2 0-16,13-3 0 0,0-2 0 0,2-3 0 15,12-5 0-15,-3-4 0 0,2-2-222 16,-1-3-510-16,1-4-108 0,-2-1-42 0,-3-2 80 16,-2-1-801-16,-2-2-1043 0</inkml:trace>
  <inkml:trace contextRef="#ctx0" brushRef="#br0" timeOffset="207958.69">23390 12361 4067 0,'10'-14'-151'0,"-7"4"49"0,3 1 41 16,-2 3 56-16,-4-1 53 0,1 0 32 16,-1 7 32-16,0-11 17 0,0 11 7 0,-7-4 17 15,7 4 13-15,-15-2 16 0,15 2 13 16,-28 6 18-16,6 2 30 0,3 2 6 0,-5 5-1 16,-3 2-14-16,2 4-9 0,6 1-26 15,0 2-17-15,7-4-16 0,5-1-11 16,1 3-14-16,6-6-14 0,0 3-10 15,6 0-13-15,1 2-4 0,9 3-14 0,1-2-10 16,2 0-4-16,-1 0-8 0,4-3 9 16,-7-5 16-16,-2-2-10 0,-3-4-79 15,-2 1 0-15,-2-2 0 0,-1 1 0 0,-1-3 0 16,-2 2 0-16,-2-7 0 0,-4 14 0 16,-2-5 0-16,-1-1 0 0,-7-1 0 0,-1 1 0 15,-2 0 0-15,-6-2 0 0,1-1 0 16,-2-1 0-16,-1 2 0 0,-1-6 0 0,4 0 0 15,-5 0 0-15,-2 0 0 0,0 0 0 16,1-3 0-16,-3 2-203 0,5 1-465 16,-3-4-184-16,2 0-43 0,4 1 91 15,6-3-818-15,2 0-1061 0</inkml:trace>
  <inkml:trace contextRef="#ctx0" brushRef="#br0" timeOffset="208392.56">22835 12076 4666 0,'-47'0'-70'0,"-14"4"40"0,-4 4 44 0,-2 8 51 0,0 2 47 16,-17 13 40-16,10 5 28 0,-2 10 12 0,6 4 6 0,5 11 3 15,8 2 2-15,10 3 13 16,4 6-4-16,18-14-3 0,8 5-10 0,10 2-12 15,4 6-8-15,13-1-11 0,15 14-9 16,13-6-10-16,9-2-12 0,16-2-8 0,14-6-7 16,9-6-12-16,5-9-10 0,4-4-68 15,2-14-32-15,0-9 0 0,-20-12 0 0,4-7 0 16,-6-9 0-16,2-7 0 0,-3-10 0 16,12-10 0-16,-11-8 0 0,-2-9 0 0,-4-8 0 15,-10-10 0-15,-4-8 0 16,-9-3 0-16,-9-6 0 0,-1-3 0 0,-11-11 0 15,-5-2 0-15,-11-5 0 0,-9 21 0 0,-11-17 0 16,-10 6 0-16,-12 11 0 0,-14 11 0 16,-4 13 0-16,-7 23 0 0,-19 1 0 15,6 16 0-15,-5 10 0 0,-3 7 0 0,5 11 0 16,1 7-254-16,3 3-57 0,7 6-80 16,6 1-81-16,5 1-112 0,14 2-185 15,6 0-28-15,13-6 95 0,0 3-628 0,14-4-787 16</inkml:trace>
  <inkml:trace contextRef="#ctx0" brushRef="#br0" timeOffset="209091.04">24359 11306 3600 0,'0'-6'72'0,"0"-1"54"0,0 7 38 0,-1-11 25 0,1 11 15 0,0-10 3 0,0 10 5 0,0-8-17 0,0 8-14 0,0 0-2 0,0 0 14 16,0 0 5-16,46 28-9 0,-6 3-17 15,8 7-11-15,20 19-14 0,11-1-12 0,5 10-15 16,13 3 11-16,7 7 10 0,35 17-25 16,-29-23-10-16,34 19-12 0,-34-21-4 15,-1-5 16-15,-12-9-1 0,-13-9-7 16,-27-14-8-16,-11-6-12 0,-12-5-3 0,-3-5 4 16,-11-3 22-16,-2-2 16 0,-7-5-97 15,-1 1-20-15,-5-4 0 0,-5-2 0 0,13 3 0 16,-13-3 0-16,0 0 0 0,0 0 0 15,14-5 0-15,-14 5 0 0,0 0 0 0,4-9 0 16,-4 9-19-16,0 0-478 0,0 0-136 16,0 0-199-16,0 0-34 0,0 0 84 15,-31 0-770-15,18 3-994 0</inkml:trace>
  <inkml:trace contextRef="#ctx0" brushRef="#br0" timeOffset="209443.23">25458 12500 4791 0,'-14'-4'244'16,"5"-1"33"-16,1 3 32 0,8 2 32 16,0 0 7-16,-12-3-9 0,12 3-25 0,0 0-31 15,0 0-23-15,0 0-31 0,33 6-23 16,-12 3-17-16,8 2-128 0,3-2-61 15,-3 5 0-15,-1 1 0 0,1-1 0 16,-6 6 0-16,-5 1 0 0,-7-1 0 0,-6 1 0 16,-3 2 0-16,-6 3 0 0,-2 8 0 15,-3 4 0-15,-6 7 0 0,-3 1 0 0,4 1 0 16,2-10 0-16,0 3 0 0,0-3 0 16,7 2 0-16,-3-4 0 0,-1 0 0 0,7-8 0 15,-1-6 0-15,-4 2 0 0,5-2 0 16,2-4 0-16,-1-1 0 0,1-3 0 0,0-1-452 15,1-3-308-15,1-4-183 16,5-3 89-16,-7-2 99 0,0 0-751 0,26-14-951 16</inkml:trace>
  <inkml:trace contextRef="#ctx0" brushRef="#br0" timeOffset="209624.75">25549 12956 4576 0,'-19'-12'190'16,"1"2"50"-16,7 4 87 0,0 1 55 15,6 0 35-15,-4 0 8 0,9 5-43 0,-7-8-28 16,7 8-40-16,-4-4-32 0,4 4-31 16,0 0-200-16,25-5-51 0,-6 2 0 0,6 3 0 15,3-2 0-15,14 0 0 0,0-1-269 16,0-1-291-16,1 1-207 0,-4 0-132 16,-1-1 83-16,-6 0-844 0,-7 4-1096 15</inkml:trace>
  <inkml:trace contextRef="#ctx0" brushRef="#br0" timeOffset="209923.19">26020 12824 4921 0,'-4'-14'79'15,"4"2"25"-15,4 3 19 0,-1-5 22 0,8 4 12 16,1-1 8-16,8-2-8 0,0 5-22 16,1 1-10-16,4 2 4 0,0 3-11 0,-3 2-16 15,3 5-7-15,-1 2 7 16,0 8 21-16,-7-1 33 0,-7 1 34 0,-4 2 35 15,-10 7 29-15,-8 7 2 0,-6 1 27 16,-7 4-236-16,-2 0-47 0,0-2 0 0,6-7 0 16,2-3 0-16,0-2 0 0,6-3 0 15,3-5 0-15,2-1 0 0,3-3 0 0,1-2 0 16,2 0 0-16,4 1 0 0,4-3 0 16,-1-1 0-16,7 0 0 0,1-3 0 0,3-2 0 15,2-2 0-15,7-3 0 0,8-6 0 16,3 1 0-16,1-5 0 0,4-10 0 0,6-4-509 15,-2-3-506-15,-4-1 101 0,0-3-1043 16,-9-1-1375-16</inkml:trace>
  <inkml:trace contextRef="#ctx0" brushRef="#br0" timeOffset="210307.8">25804 12368 4961 0,'-68'-14'-227'0,"9"6"71"0,0 2 67 16,5 6 68-16,-9 4 63 0,2 6 52 15,4 5 42-15,4 9 39 0,4 9 52 0,1 12 21 16,0 13 23-16,14-1 10 0,1 16-6 16,15-6-3-16,0 23-14 0,12-17-18 0,6 2-25 15,14 16-18-15,8 1-19 0,13-5-17 16,11-5-14-16,7-5-14 0,8-11-13 16,8-5-67-16,6-12-53 0,8-9 0 0,6-9 0 15,10-9 0-15,8-9 0 0,4-7 0 16,6-8 0-16,-6-7 0 0,-5-15 0 15,-9-10 0-15,-8-9 0 0,-6-9 0 0,2-8 0 16,-7-10 0-16,-2-8 0 0,-7-6 0 16,-6-8 0-16,-9-1 0 0,-6-7 0 0,-15-5 0 15,-10 3 0-15,-19 3 0 0,-15 6 0 16,-25 10 0-16,-14 11 0 0,-22 14 0 0,-12 10 0 16,-16 13 0-16,-8 12 0 0,-9 13 0 15,3 10 0-15,-1 11-2 0,3 13-281 16,5 5-115-16,8 10-152 0,6 5-190 15,9 2-131-15,5-1 100 0,11-3-785 0,14-7-1000 16</inkml:trace>
  <inkml:trace contextRef="#ctx0" brushRef="#br0" timeOffset="211408.89">22709 13450 4125 0,'4'-7'-124'0,"2"-1"43"0,-3 6 16 0,-3 2 20 0,1-7 22 0,-1 7 29 0,0 0 42 16,0 0 37-16,0 0 31 0,-59 25 26 0,11 6 17 16,-24 14 19-16,-5 6 14 0,0 4 17 15,-7 5 27-15,-4 4 39 0,0 6 8 0,0-1-2 16,3 1-1-16,5-2-5 0,5-2-13 16,7-5-9-16,7-3-14 0,18-13-20 15,-2-5-17-15,11-2-18 0,4-8-11 16,6-6-66-16,10-7-107 0,2-3 0 0,1-2 0 15,-1-3 0-15,4 0 0 0,3-3 0 16,-3-1 0-16,5 0 0 0,-3 1 0 0,-1-3 0 16,7-3 0-16,-7 5 0 0,7-5 0 15,-4 3 0-15,4-3 0 0,0 0 0 0,0 0 0 16,-9 4 0-16,9-4 0 0,0 0 0 16,0 0 0-16,0 0 0 0,0 0-59 0,0 0-565 15,0 0-132-15,0 0-176 0,0 0 93 16,19-17-855-16,-14 13-1129 0</inkml:trace>
  <inkml:trace contextRef="#ctx0" brushRef="#br0" timeOffset="212574.75">20949 14730 4437 0,'3'-8'-145'0,"3"1"63"0,-4 3 57 0,-2 4 48 0,4-8 48 0,-4 8 43 0,0 0 25 16,2-7 21-16,-2 7 36 0,0 0 29 0,0 0-17 16,-17 24 2-16,6-5 3 0,-3 7 7 15,1 9-1-15,-1-2-14 0,-3 12-16 16,3-1-19-16,3-8-14 0,0 0-14 0,1-1-17 16,5-1-14-16,-1-6-9 0,-1 3-11 15,1-8-11-15,0-2-10 0,0 0-9 0,2-7-55 16,1 1-69-16,-3-3-64 0,2 0-54 15,3-4-55-15,-2 1-60 0,3-4-79 0,0-5-92 16,0 0-114-16,0 0-185 0,0 0 38 16,23-12 78-16,-7-2-446 0,6-9-565 0</inkml:trace>
  <inkml:trace contextRef="#ctx0" brushRef="#br0" timeOffset="212923.62">21169 14905 3244 0,'9'-12'88'0,"-4"3"49"0,1 3 36 16,-4-2 27-16,1 4 11 0,-3 4-2 0,0 0-13 15,2-8-3-15,-2 8 19 0,0 0 1 16,0 0-14-16,-3 29-15 0,-1-15-18 0,-2 7-35 16,4 2-9-16,-1-1-15 0,3-3-7 15,-2 2-10-15,4-3 5 0,1 5-19 0,1-6-9 16,2-2-6-16,-1-1 2 0,5-2-11 16,1-3 0-16,1-4-7 0,1-3-2 15,2-4-3-15,8-3-1 0,8-8-9 0,-3-6-3 16,3-3 2-16,-4 1-5 15,0-2 5-15,-7 4-5 0,-3 4-8 0,-4 4 4 16,-2 2-10-16,-2 3-4 0,-6 3-6 16,-3 3 1-16,0 0 2 0,0 0 1 0,-3 22-2 15,-6-5 0-15,-5 7 2 0,-1 3 1 16,-1 0-3-16,1 2 6 0,0-3-1 0,2 3-4 16,-3-2-5-16,5-8-23 0,2 1-44 15,-1-3-49-15,0 0-51 0,5-2-69 0,-3-2-69 16,2-2-83-16,-3-2-109 0,1 0-150 15,3-4-76-15,-2 1 72 0,7-6-442 16,-7 2-566-16</inkml:trace>
  <inkml:trace contextRef="#ctx0" brushRef="#br0" timeOffset="213306.31">21180 14514 3171 0,'-50'-14'35'0,"3"6"33"15,-5 8 57-15,-15 8 41 0,0 15 34 0,-14 12 28 16,2 16 22-16,3 9 17 0,5 12 8 16,7 10-19-16,6 7 7 0,13 6-9 0,11 0 3 15,9 3-20-15,13-4-18 0,12-18-15 16,12-5-16-16,13 11-17 0,11-9-13 16,13-6-15-16,10-10-14 0,10-7-10 15,12-8-9-15,4-7-12 0,-11-17-8 0,2-9-9 16,8-7-5-16,0-8-10 0,15-7-17 15,-6-11-7-15,-7-7-2 0,-6-8-8 0,-7-9 0 16,-10-9-4-16,-12-7-4 0,-4-7-5 16,-9-5-2-16,-7-6-13 0,-12-7-4 15,-8-5 0-15,-9 16 0 0,-7 1 0 0,-8 5 0 16,-14-8 0-16,-4 21 0 0,-5 9 0 16,-12 7-64-16,-2 11-42 0,-11 6-43 0,-3 9-25 15,1 9-37-15,10 8-36 16,-8 3-66-16,4 9-97 0,4 4-96 0,3 2-173 15,3 1-118-15,12-5 79 0,5 1-580 16,10-4-757-16</inkml:trace>
  <inkml:trace contextRef="#ctx0" brushRef="#br0" timeOffset="213890.85">22673 13648 3746 0,'12'-27'-33'0,"-4"6"45"0,-3 1 39 0,3 1 29 0,-3 0 32 0,3 2 31 0,-2 1 27 16,2 3 14-16,-3-1-2 0,1 4-11 0,-1 2-21 16,4 3-16-16,-9 5 23 0,22 7 24 15,1 11 16-15,7 13 28 0,4 8 11 0,7 9-4 16,8 18-10-16,5 3-3 0,-1 9-3 16,3 4-22-16,-4-2-16 0,4 0-15 0,-4-5-17 15,-7-3-15-15,-5-6-10 0,-9-16-13 16,-6-3-13-16,-5-6-27 0,-2-10-68 0,-5-4 0 15,-1-6 0-15,-7-6 0 16,3-3 0-16,-5-1 0 0,3-3 0 0,-2 0 0 16,-2-2 0-16,4-1 0 0,-4 1 0 15,-2-6 0-15,7 4 0 0,-7-4 0 0,7 2 0 16,-7-2-123-16,0 0-345 0,0 0-138 16,0 0-153-16,0 0-127 0,0 0 85 0,-30 16-746 15,1-3-990-15</inkml:trace>
  <inkml:trace contextRef="#ctx0" brushRef="#br0" timeOffset="214339.49">23028 14922 4645 0,'-6'-17'109'15,"2"5"35"-15,0 1 21 0,6-1 8 0,4 3 29 16,9-5 16-16,-2 4 9 0,5-1-19 16,1 3-23-16,5 2-20 0,-1 0-15 0,2 4-16 15,0 2-14-15,-3 4-11 0,3 0-15 16,-1 2-12-16,-5 2-7 0,-1 3-8 0,2 10-6 16,-7-9 1-16,-7 5 2 0,-2 0 20 15,-4-3 12-15,-4 4 14 0,-4 3 16 16,-9 6 9-16,-8 1 5 0,-3 2-99 15,-5-2-41-15,-1 2 0 0,6-8 0 0,3-3 0 16,3 1 0-16,6-6 0 0,2-2 0 16,5-2 0-16,-1-3 0 0,5 1 0 0,-2-1 0 15,7 0 0-15,-1 0 0 0,1-7 0 16,3 15 0-16,4-6 0 0,-2-1 0 0,3 3 0 16,-1-1 0-16,3 2 0 15,-1 2 0-15,1 1 0 0,0 0 0 0,-3 3 0 0,1-5 0 16,-5 3 0-16,3-1 0 15,-4-1 0-15,-2 0 0 0,-2-1 0 0,-4 1 0 16,1 2 0-16,-4-4 0 0,-3 3 0 16,-3-4 0-16,-3 0 0 0,2-1 0 0,-6-3 0 15,5 0 0-15</inkml:trace>
  <inkml:trace contextRef="#ctx0" brushRef="#br0" timeOffset="-213155.85">23815 14948 874 0,'0'-12'173'0,"2"2"13"16,-2 2 8-16,-2 1 13 0,2 0 13 0,-2 0-1 0,2 7-3 0,-4-10-12 15,4 10-7-15,-11 0 0 0,11 0 0 0,-31 13 10 16,5 5 7-16,-11 7 2 0,1 8 7 16,-1 2-2-16,1-2-3 0,2 6-10 0,6-2-17 15,3 1-13-15,6-6-15 16,5 1-11-16,3-1-11 0,6-1-7 0,1-5-4 15,6-6 1-15,0-1 1 0,5-1-3 16,2-4 12-16,9-4-14 0,1-1-13 0,3-2-10 16,7-4-14-16,2-6 0 0,6-2-13 15,2-4-8-15,-1-3-6 0,-2-1-7 16,7-7 4-16,-13-1-5 0,3-10 4 0,-5-2-7 16,1-4-24-16,-5-7-9 0,-7 1 2 15,-4 8 10-15,-2-1-16 0,-4 3-3 0,-3 8-4 16,-6 1-3-16,-2 10-22 15,-3-3-29-15,-5 1-32 0,-13 3-29 0,-1 4-39 16,-13 3-48-16,-3 6-69 0,-7 5-83 16,-11 1-87-16,-2 6-129 0,-1-3-205 0,4 3 59 15,1 0 83-15,9 1-421 0,1 3-520 16</inkml:trace>
  <inkml:trace contextRef="#ctx0" brushRef="#br0" timeOffset="-212706.77">23222 14554 2819 0,'-50'-15'62'0,"0"5"11"0,0 6 17 0,-11 11 25 0,0 4 23 0,-2 10 25 0,-16 16 23 16,7 9 27-16,6 7 3 0,3 13-1 0,9 9-2 15,6 6-5-15,16 5-3 0,8 6 2 16,8-2-6-16,16-15-15 0,9 1-11 0,15 12-17 16,8-6-12-16,14-7-11 0,11-7-8 15,12-7-10-15,7-10-12 0,6-6-9 0,6-11-7 16,3-3-9-16,6-11 5 16,-15-10-19-16,26-4-5 0,-18-7-14 0,0-4-11 15,19-7-5-15,-9-8-17 0,-3-4-2 16,-5-10-4-16,-10-7 3 0,-4-10-3 0,-7-7 1 15,-7-10 0-15,-5-6-3 0,-9-6 6 16,-8-6-8-16,-12-9-4 0,-8-2 8 16,-17-3-4-16,-10-1 4 0,-20 8-16 0,-11 7 8 15,-18 8 0-15,-11 17-4 0,-19 11 0 16,-7 11-3-16,-12 16-49 0,-8 13-39 0,26 14-48 16,-22 8-59-16,2 11-80 15,2 8-90-15,10 3-86 0,4 1-114 0,6 1-179 0,26-9 57 16,4 5-506-16,7-3-665 0</inkml:trace>
  <inkml:trace contextRef="#ctx0" brushRef="#br0" timeOffset="-211473.72">26454 13736 3099 0,'12'-18'-65'0,"-3"6"39"0,-2 1 37 0,2 0 38 0,-5 4 37 0,1 1 28 0,-3-1 14 0,0 3-2 0,-2 4 9 15,0 0 43-15,0 0 36 0,-33 27 15 0,3 7 2 16,-6 4-4-16,-18 23 17 0,3 1 34 16,-2 2-8-16,-1 0 0 0,4 0-11 0,3-1-13 15,10-12-26-15,5 2-13 0,3-1-25 16,4-3-15-16,0-5-19 0,1-3-13 15,10-10-14-15,-2-2-10 0,3-4-11 0,3-8-11 16,3-1-6-16,1-6-2 0,0 1-14 16,3-5-3-16,-2 0-7 0,1 0-2 15,1-1-54-15,-1 1-1 0,4-6 0 16,-4 6 0-16,4-6-53 0,0 0-141 0,0 0-74 16,0 0-88-16,0 0-108 0,-1 6-92 15,1-6-160-15,0 0-95 0,0 0 80 0,0 9-644 16,0-9-828-16</inkml:trace>
  <inkml:trace contextRef="#ctx0" brushRef="#br0" timeOffset="-211057.76">25778 14758 4121 0,'0'0'100'0,"0"0"6"15,0 0 16-15,-27-1 29 16,18 5 30-16,-4 6 26 0,-3 5 20 0,-7 8-11 15,1 5 9-15,-9 10-6 0,3 5 5 16,-3 1-11-16,1 2-9 0,-1 3-16 0,2-2-10 16,1 0-17-16,3-1-12 0,2-2-19 15,3-2-12-15,7-10-12 0,6-1-4 0,0-6-11 16,2-5-10-16,-1-3 1 0,6-3-6 16,2-3-4-16,7 1-6 0,2-3-4 0,2-2-49 15,6-2-13-15,2-5 0 16,8-2 0-16,9-3 0 0,-2-5 0 0,0-2 0 15,-2-1 0-15,-5-3 0 0,-3-1 0 16,-1-1 0-16,-9 2 0 0,-5-1 0 16,-3 2 0-16,-5 1 0 0,3-3 0 0,-6 6 0 15,-2-3 0-15,-4 2 0 0,1 0 0 16,-2 0 0-16,-5 4 0 0,0-1 0 0,1 2 0 16,-3-1 0-16,3 4 0 0,-2 0-28 15,0 3-138-15,2 1-27 0,-1 0-31 0,-1 0-41 16,-1 1-55-16,4-1-67 0,-1 2-65 15,11-2-83-15,-15 2-102 0,15-2-115 0,0 0 59 16,0 0-511-16,0 0-667 16</inkml:trace>
  <inkml:trace contextRef="#ctx0" brushRef="#br0" timeOffset="-210691.12">26106 15034 3194 0,'1'-7'65'0,"-1"7"50"0,0-12 10 15,0 12 29-15,0 0 33 0,-11-7 27 16,11 7 19-16,0 0 9 0,-23 4-5 0,9 3-7 16,0 4-15-16,-11 10-5 0,0 1-7 15,-8 9-5-15,8-6-22 0,5 4-16 16,-1 1-18-16,4 1-5 0,3 0-16 16,3 2-20-16,8-8-5 0,3-3-13 0,1 2-6 15,7-3-10-15,-3-1 1 0,6-3-6 0,1-3-9 16,1 1-3-16,-1-5 2 15,-1-2 2-15,-1-1-12 0,0-3 0 0,-3-1-4 16,-7-3 1-16,15 0 4 0,-15 0 0 16,12-12-4-16,-6 4 2 0,-5-4-4 0,5-4-11 15,-4 3 6-15,0 1-12 0,0-1-3 16,-2 1-12-16,0 2-8 0,1 2-32 0,-1 8-34 16,-1-15-51-16,-3 10-35 0,-2 2-34 15,6 3-35-15,-13-2-56 0,13 2-68 16,-13 0-68-16,13 0-106 0,-24 5-152 0,13-2-66 15,0-2 82-15,3 0-482 16,-1 1-608-16</inkml:trace>
  <inkml:trace contextRef="#ctx0" brushRef="#br0" timeOffset="-210290.44">25948 14459 3380 0,'-35'-13'38'0,"-2"6"9"0,-2 10 24 0,-15 9 41 15,2 14 40-15,-18 20 29 0,2 12 19 0,-4 13 8 16,-1 11 4-16,3 10 0 0,5 9-1 0,6 1 3 16,7 3 13-16,9-1 3 0,10-4-8 15,12-6-15-15,16-18-9 0,6-4-8 0,12-1-13 16,20 13-12-16,17-9-8 0,10-4-16 15,19-9-12-15,11-8-19 0,7-13-3 0,7-6-16 16,1-10-32-16,-4-13-32 0,-19-7-34 16,0-10-27-16,-6-6-14 0,-4-8 6 0,11-11 0 15,-13-11 16-15,-20 2-2 0,3-14 1 16,-17 0 3-16,0-20 6 0,-7-9-4 16,-10-10 1-16,-9 15-7 0,-9-3-14 15,-4-3-7-15,-11-11-3 0,-5 27 3 16,-7 6-7-16,-10 11 1 0,-7 8-14 0,-6 10-19 15,-6 6-36-15,-6 11-30 0,-6 6-37 16,-4 7-48-16,3 4-69 0,-1 7-71 0,5 3-98 16,1 5-161-16,6-3-55 0,5 4 71 15,12-9-406-15,8-1-503 0</inkml:trace>
  <inkml:trace contextRef="#ctx0" brushRef="#br0" timeOffset="-209856.66">26664 13594 3036 0,'-13'-29'33'0,"2"3"33"0,0 5 41 0,4 8 32 0,1 1 8 0,3 3-8 0,-1 1-17 16,1 6-11-16,3 2 30 15,0 0 22-15,16 15 11 0,9 11 8 0,13 10 3 16,10 5 3-16,18 13 0 0,6 1-12 16,7 6-24-16,-1 2-8 0,2 0-9 0,2-1-12 15,-6-2-17-15,2-1-2 0,-6-6-14 16,-3-2-7-16,-4-3-7 0,-17-11-5 15,-2-6-7-15,-6-2-9 0,-10-7-7 0,-5-5-2 16,-7-2 16-16,0-7 20 0,-7 1 0 16,-1-4-10-16,-2 2-3 0,-1-1-1 0,-1-3-12 15,0 2-22-15,-2-3-48 0,-4-2-61 16,7 5-59-16,-7-5-72 0,6 5-92 16,-6-5-106-16,5 5-137 0,-5-5-247 15,4 7 60-15,-4-7 86 0,3 7-477 0,-3-7-587 16</inkml:trace>
  <inkml:trace contextRef="#ctx0" brushRef="#br0" timeOffset="-209387.99">27640 14758 3464 0,'-29'-8'164'16,"10"-1"-2"-16,1 2 10 0,7 2 36 15,0 1 28-15,3 1 25 0,8 3 9 0,-15-5-26 16,10 3-22-16,5 2-16 0,-14-4-18 16,14 4-19-16,-9-6-14 0,9 6-13 0,-6-5-21 15,6 5-5-15,0 0-12 0,0 0-15 16,2-13-4-16,-2 13-12 0,0 0-7 0,0 0-8 15,0-8-6-15,0 8-7 0,0 0-5 16,0 0-11-16,0 0-7 0,0 0 15 0,0 0 35 16,0 0 19-16,0 0 16 15,-6 40 15-15,3-8 12 0,-2 7 8 0,-2 12 10 16,-1 1-6-16,1 3-121 0,-1 0-25 16,-2 1 0-16,5-3 0 0,-3 1 0 0,4-11 0 15,-4-2 0-15,5-1 0 0,-1-5 0 16,-2-2 0-16,1-8 0 0,0-4 0 0,3-3 0 15,-1-3 0-15,-1-3 0 0,0-2 0 16,2-1 0-16,1-1 0 0,1-1 0 16,-2-2-130-16,2-5-551 0,0 0-239 15,0 0 5-15,0 0 106 0,0 0-802 0,11-20-1050 16</inkml:trace>
  <inkml:trace contextRef="#ctx0" brushRef="#br0" timeOffset="-209041.19">27800 15077 4776 0,'-14'-11'68'15,"1"8"23"-15,2 1 33 0,11 2 32 0,-21 5 27 16,9-1 22-16,1 3 1 0,0 3-10 16,-1 3-10-16,2 2-9 0,3 2-13 0,1 2-9 15,2-2-17-15,4 2-13 0,4-1-13 16,2 3-9-16,3-2-12 0,7 6-7 15,1-4-9-15,0-4-5 0,0-5-6 16,4-2-5-16,-2-3-13 0,4-2-4 0,-4-1-6 16,0-2-1-16,-4-4 8 0,3-2-13 15,-4-2 5-15,2-5-12 0,-3-6 0 0,3-8-5 16,-3-4 2-16,-2-4 2 0,-3-5-6 16,0 0-5-16,-3 5-2 0,-3 4 1 15,-2 7-17-15,-2 5-21 0,-2 2-40 0,-1 5-45 16,-4 2-40-16,-5 0-44 0,1 6-47 15,-7 4-61-15,-3 3-72 0,-7 7-76 0,-3 0-110 16,5 2-175-16,5-3-7 16,8 1 89-16,6-2-494 0,0-2-616 0</inkml:trace>
  <inkml:trace contextRef="#ctx0" brushRef="#br0" timeOffset="-208674.35">28132 15112 3337 0,'1'-6'158'0,"-1"6"26"0,0 0 25 15,0 0 32-15,10-4 27 0,-10 4 31 16,0 0 7-16,0 0-12 0,0 0-24 0,0 0-5 16,0 0-7-16,0 0-21 0,0 0-19 15,15 14-24-15,-9-10-15 0,-1 1-17 0,3-1-15 16,-1 2-13-16,3-3-11 16,1 0-13-16,3 0-13 0,1-3-12 0,3 0-15 0,0-3-16 15,7-5-13-15,6-3-10 16,-1-5 2-16,2-3-23 0,4-9-4 0,-7 6 5 15,-2 2-2-15,-4 3 15 0,-8 5 8 16,-1 3 6-16,-7 2-5 0,-2 4-9 16,-5 3-24-16,0 0 0 0,-1 22 0 0,-12 6 0 15,-3 3 0-15,-6 10 0 0,2-3 0 16,-1 3 0-16,5 2 0 0,-2 1 0 0,1-1 0 16,5-7 0-16,5-2 0 0,0-4 0 15,0-5 0-15,3-5 0 0,1-4 0 0,-1-4 0 16,2-1 0-16,0 0 0 15,2-2 0-15,-1-1-314 0,-1-1-284 0,2-7-183 16,2 7-120-16,-2-7 90 0,0 0-817 16,0 0-1066-16</inkml:trace>
  <inkml:trace contextRef="#ctx0" brushRef="#br0" timeOffset="-208306">27924 14350 4292 0,'-69'-3'17'0,"-11"13"45"0,-29 17 38 0,-7 18 44 15,-4 13 41-15,-39 27 40 0,14 12 38 0,11 5 29 16,42-15 2-16,15 7-3 0,11 5-11 16,22 8-23-16,20 0-24 0,18-1-23 0,22-2-20 15,20-5-19-15,25-2-15 0,14 2-15 16,17-10-14-16,34 15-13 0,-17-33-7 0,7-8-67 15,10-7-40-15,7-5 0 0,10-9 0 16,7-11 0-16,3-8 0 0,3-13 0 16,-4-13 0-16,-5-18 0 0,-9-13 0 0,-12-20 0 15,-10-13 0-15,13-35 0 0,-21-15 0 16,-11-17 0-16,-22-13 0 0,-31 20 0 16,-21-12 0-16,-21-7 0 0,-23-4-84 15,-41-36-63-15,-36 28-3 0,-30 32 9 0,-34 29-12 16,-34 31-41-16,-38 26-80 0,-35 26-114 15,-23 25-127-15,-15 21-244 0,4 14-32 0,20 15 75 16,19 7-603-16,22 8-777 0</inkml:trace>
  <inkml:trace contextRef="#ctx0" brushRef="#br0" timeOffset="-201758.72">18424 9256 1748 0,'13'-18'168'16,"-1"3"-38"-16,-5 1-20 0,0 4-6 0,-3 1 12 0,3-1-15 0,-7 4-14 16,0 6 8-16,-11-7 35 0,-3 9 30 15,-20 7 14-15,-22 12 8 0,-24 12 4 0,-10 8 4 16,-3 3-12-16,-2 9-4 16,-2 5-6-16,2-2-10 0,5-1-10 0,8-1-14 0,3-1-10 15,13-2-10-15,5 1-13 0,15-15-8 16,2 2-9-16,2-3-8 0,6-2-4 15,-1 0-9-15,1-3-6 0,6-2-5 16,5-7-14-16,1-2-40 0,5-2-48 0,1-4-45 16,5-3-61-16,6-3-49 0,-3-1-43 15,2-4-85-15,4-3-103 0,4 0-193 0,0 0 20 16,-3-11 81-16,5-1-229 0,3-4-246 16</inkml:trace>
  <inkml:trace contextRef="#ctx0" brushRef="#br0" timeOffset="-201525.91">17371 9612 2302 0,'11'-6'66'0,"-6"2"-8"0,-1 4 10 16,-4 0 43-16,0 0 36 0,0 0 45 0,-16 25 22 15,5-11 16-15,-10 10 19 0,-1 4-1 16,-12 5-7-16,0 6 1 0,-4-1-7 0,-1-1-24 16,1 1-17-16,1-1-16 0,4 1-21 15,7-2-13-15,9-7-10 0,8 2-9 0,6-5-16 16,11 5-3-16,13-2-10 0,14 2-1 15,8-2-16-15,7-5-5 0,6-4-7 16,2-3-31-16,-1-1-59 0,-2-2-64 16,-10-3-71-16,-7-5-99 0,-6 1-91 0,-5-6-109 15,-7 2-212-15,0-3-42 0,-8-3 94 16,-3 2-431-16,-9 1-521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2:44:51.4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7045 2021 2173 0,'0'0'358'0,"-4"-7"-53"0,4 7 9 0,-2-7 3 0,2 7-6 0,0 0-10 0,-2-8-12 0,2 8-23 16,0 0 3-16,0 0-7 0,0 0-22 15,0 0-21-15,0 0 9 0,0 0 8 0,0 0-16 16,-17 28-15-16,11-9-4 0,4 2-7 16,-5 12-16-16,3 2-12 0,3-6-15 0,1-4-13 15,0 3-15-15,3 4-10 16,1-5-9-16,3-3-12 0,1-5-8 15,6 8-6-15,-3-7-22 0,1-5-56 0,1-2 0 16,1-3 0-16,2-4 0 0,2 0 0 16,-2-6 0-16,4 0 0 0,0-7 0 0,10-5 0 15,-5-5 0-15,2-3 0 0,-2-2 0 16,0-3 0-16,-3-3 0 0,-2 2 0 0,-5-1 0 16,-2 8 0-16,-4 2 0 0,0 5 0 15,-4 4 0-15,1-4 0 0,-2 8 0 16,-3-1 0-16,-1 5 0 0,0 0 0 15,0 0 0-15,0 0 0 0,-3 26 0 16,-3-11 0-16,3 7 0 0,-3 9 0 0,1-2 0 16,3-2 0-16,2-1 0 0,2-1 0 15,-2 0 0-15,2 0 0 0,1 0 0 0,3-3 0 16,-3-1 0-16,1-6 0 0,0 1 0 16,-3-4 0-16,3 1 0 0,-2-7 0 15,0 2 0-15,2-3 0 0,-4-5 0 0,2 6-212 16,-2-6-214-16,0 0-140 0,0 0-197 15,0 0-126-15,11-21 80 0,-7 11-730 0,3-4-984 16</inkml:trace>
  <inkml:trace contextRef="#ctx0" brushRef="#br0" timeOffset="417.51">7825 1941 3911 0,'3'-11'-124'0,"1"3"53"0,3 3 34 0,-1 0 31 0,2 1 31 0,-8 4 24 0,13-3 4 16,-13 3 10-16,0 0 16 0,25 12 21 0,-16-2 24 15,1 7 48-15,-4 3 26 0,-4 4 14 16,0 1 12-16,-4 2-3 0,-2 8 7 0,0 0 12 16,-2-2 3-16,0 0-17 15,1-6-22-15,1-6-22 0,2-3-15 16,4-1-19-16,-2 0-14 0,2-3-11 0,4-3-12 15,-3-1-10-15,7-4-10 0,-4-2-5 16,-6-4-10-16,13 4 0 0,-13-4 3 0,0 0 21 16,17-14 27-16,-13 4 15 0,-6-3-28 15,0-5-114-15,-11-10 0 0,-4 1 0 0,-1 0 0 16,-5-1 0-16,-7-4 0 0,8 8 0 16,-3 1 0-16,2 2 0 0,1 1 0 15,9 7 0-15,2 3 0 0,3-2 0 16,1 6 0-16,1-3 0 0,2 3 0 15,3-2 0-15,1 0 0 0,3 1 0 0,3 1 0 16,3-3 0-16,5 0 0 0,1 4 0 16,4 1 0-16,4 2-523 0,4 3-130 0,-1 0-180 15,14 1-66-15,2 0 103 0,1 3-730 16,-4-1-971-16</inkml:trace>
  <inkml:trace contextRef="#ctx0" brushRef="#br0" timeOffset="833.78">7073 1591 4329 0,'-62'21'-136'0,"4"2"29"0,-17 18 37 0,-8 8 40 0,3 9 38 0,-6 11 71 16,5 11 22-16,0 11 43 0,7 12 25 0,14 10 13 15,11 2 10-15,17 3 27 0,19-2 22 16,17-5-7-16,16-7 16 0,26-1 5 16,19-8 7-16,25-8-13 0,46 9-21 0,-16-36-24 15,49 8-23-15,-35-31-18 0,4-8-33 16,5-12-14-16,-6-11-18 0,-1-11-14 0,-1-13-14 16,-6-11-20-16,-9-14-28 0,-9-9-18 15,-12-8-4-15,-15-9 3 0,-10-6 2 16,-15-12 15-16,-11-5 8 0,-12-8 11 15,-11-7-3-15,-12-4 0 0,-15-3-1 0,-11 2-11 16,-15-3-7-16,-21 5-6 0,-13 9-5 16,-12 15-8-16,-10 14-10 0,-10 18-12 0,-10 17-21 15,-9 19-26-15,-5 14-46 0,-4 12-40 16,-5 14-59-16,3 7-80 0,2 8-72 16,13 6-96-16,6 3-148 0,12 0-220 0,14 2 64 15,25-15 89-15,9-4-518 0,14-8-660 16</inkml:trace>
  <inkml:trace contextRef="#ctx0" brushRef="#br0" timeOffset="1552.18">7020 3436 3156 0,'3'-20'-37'0,"-3"2"45"0,2 4 47 0,-2 1 56 0,0 2 32 0,-2 4 18 0,2 7-5 0,-3-8 1 0,3 8 8 16,0 0 32-16,-38 31 17 0,4 6 21 16,-6 6 24-16,-15 19 27 0,-5 8 21 0,0 6 4 15,-3 2-8-15,2 0-14 0,5 1-4 16,3 2-13-16,7-6-16 0,4-3-17 16,11-17-19-16,3-2-13 0,6-6-22 0,2-6-134 15,4-9-51-15,5-3 0 0,4-7 0 16,2-4 0-16,-2-5 0 0,3-2 0 0,1-3 0 15,-1 2 0-15,2-6 0 0,2-4 0 16,0 0 0-16,0 0 0 0,0 0 0 0,0 0 0 16,0 0 0-16,0 0 0 15,0 0 0-15,-11-17-549 0,11 17-250 0,-5-11-146 16,4 8 93-16,-5-2-864 0,6 5-1150 16</inkml:trace>
  <inkml:trace contextRef="#ctx0" brushRef="#br0" timeOffset="2083.25">5266 4681 4450 0,'0'0'-127'0,"0"0"70"0,0 0 51 0,0 0 43 0,-7-14 25 0,12 4 32 0,8-1 13 0,-4 1 3 0,6 2-1 16,-2 1-7-16,1-1-12 0,1 8-8 15,-2 0 0-15,3 4 12 0,1 7 9 0,-2 3 21 16,-6 6 28-16,1 11 45 0,-8-4 7 16,-7 9 24-16,-4 4 23 0,-4 5 14 0,-4 4 2 15,0-6 1-15,2-7-6 0,4-2-6 16,-3-3-12-16,3-4-103 0,1-5-141 0,5-4 0 15,0-7 0-15,3 1 0 0,2-2 0 16,2-3 0-16,6-3 0 0,4-2 0 16,-12-2 0-16,37-5 0 0,-2-3 0 0,3-6 0 15,10-7 0-15,1-1 0 16,5-4-13-16,-3-3-448 0,4-4-52 0,1-2-47 16,-5-2-32-16,-2 2-15 0,-2-2 2 15,-8 3 23-15,-6 1-866 0,-8 8-898 0</inkml:trace>
  <inkml:trace contextRef="#ctx0" brushRef="#br0" timeOffset="2383.19">6039 4675 3675 0,'3'-15'-148'15,"-1"5"56"-15,-4 2 47 0,2 2 42 0,0 6 40 16,-13-11 34-16,13 11 31 0,-17 0 22 16,17 0 15-16,-25 0 22 0,8 8 10 15,-2 1 12-15,-6 6 6 0,0 5 8 0,1 5 3 16,1-2 1-16,5 5-19 0,2-1-17 16,6 0-12-16,4-2-16 0,8-4-10 0,3-3-13 15,7-1-11-15,10 6-12 16,5-3-7-16,4-3-1 0,2 1-8 0,0-1-14 15,-3-4 0-15,-4 3-5 0,-5-6-1 16,-5 0 14-16,-1 0 37 0,-5-1 38 16,-5 3 41-16,1 2 36 0,-6-2 28 0,-2 2 11 15,-4 1-12-15,-6 1-248 0,-2-1 0 16,-9 3 0-16,-2 1 0 0,-2-1 0 0,-2-1 0 16,0 0 0-16,1-5 0 0,0 0 0 15,5-3 0-15,2-2 0 0,4-2 0 0,1-2 0 16,-1-1 0-16,0-4 0 15,0-1 0-15,0-1 0 0,3-2 0 0,-1-5-230 16,2-3-463-16,-4-9-169 0,8 0-34 16,0 0 97-16,2-7-803 0,3 2-1043 0</inkml:trace>
  <inkml:trace contextRef="#ctx0" brushRef="#br0" timeOffset="2767.92">5598 4442 4575 0,'-34'-1'-99'0,"-6"8"33"0,-12 8 51 0,-5 7 51 16,-13 19 51-16,0 7 40 15,-5 13 31-15,6 2 12 0,1 10 15 0,5 5 28 16,4 4-6-16,13 0-30 0,8 0 1 16,11 0 0-16,14-17-8 0,10-2-3 15,10 2-9-15,13-3-9 0,14-8-6 0,16 9-9 16,13-12-14-16,14-12-8 0,14-10-17 15,6-12-10-15,-9-11-41 0,5-8-41 0,24-12-45 16,-1-10-20-16,-4-9-12 0,-14-4 5 16,-6-7 0-16,-15-3 16 0,-4-5 21 0,-10-6 31 15,-10-5 39-15,-15-6 42 16,-9 9 21-16,-11-3 17 0,-5-6 1 0,-12-8-8 0,-13-18-14 16,-10-4-8-16,-15 7-12 0,-14 6-11 15,-10 13-10-15,-8 16-12 0,-3 17-7 16,6 20-8-16,-7 11-25 0,-7 14-36 15,2 7-47-15,-21 16-72 0,9 10-87 16,4 6-101-16,10 5-129 0,9 3-144 0,20-11-261 16,9 0 78-16,9-5 81 0,12-8-597 15,9-5-768-15</inkml:trace>
  <inkml:trace contextRef="#ctx0" brushRef="#br0" timeOffset="3499.91">5332 5627 3827 0,'0'-24'16'0,"0"5"36"0,0 2 40 0,-2 4 33 0,0 6 22 0,-1-2 10 0,3 9 6 15,-9-3 17-15,9 3 36 0,-52 39 40 16,-7 14 23-16,-15 11 10 0,-10 10 16 0,-3 11 4 15,-37 31 8-15,4-3-9 16,1-1-11-16,33-25-2 0,-4 0-15 0,10-7-14 16,6-5-251-16,6-9-15 0,11-8 0 15,19-15 0-15,6-3 0 0,3-8 0 0,11-8 0 16,4-7 0-16,5-3 0 0,-2-4 0 16,6-2 0-16,-1-1 0 0,3-1 0 0,-1-2 0 15,4-4 0-15,0 0 0 0,0 0 0 16,0 0 0-16,0 0 0 0,0 0-50 15,0-23-626-15,2 17-193 0,0-4-50 0,-2 3 109 16,0 7-845-16,0 0-1093 16</inkml:trace>
  <inkml:trace contextRef="#ctx0" brushRef="#br0" timeOffset="4148.82">3177 6965 4895 0,'7'-17'91'0,"-1"5"24"0,1 1 30 15,-3 3 59-15,-3 2 49 0,-1 6 21 0,3-9 7 16,-3 9-19-16,4-6-25 0,-4 6-12 16,0 0 2-16,0 0 6 0,-10 37-6 0,1-8-12 15,-1 5-14-15,0 3-95 0,1 2-106 16,2 1 0-16,-3 0 0 0,2-2 0 15,4 1 0-15,1-1 0 0,-1-1 0 16,4-8 0-16,-2-2 0 0,2-4 0 0,0-3 0 16,2-1 0-16,0 1 0 0,1-7 0 15,1-1-127-15,2-4-225 0,2-2-47 0,3-6-47 16,8-3-24-16,12-11-10 0,1-5 18 16,6-11 30-16,4-6 41 0,0-3 58 15,-2-4 73-15,-4 2 75 0,-4 0 68 16,-1 7 72-16,-12 6 70 0,-1 4 82 15,-7 5 64-15,-2 6 52 0,-3 2 36 0,-2 2 38 16,2 0 13-16,-3 2 2 0,-3 7-16 16,4-9-24-16,-4 9-9 0,0 0 3 0,0 0-14 15,0 0-19-15,-4 39-18 0,-1-16-25 16,3-1-21-16,-3 3-15 0,5 0-18 0,0-4-12 16,3 3-11-16,-1-5-11 0,2 1-92 15,-1-5-10-15,3 2 0 0,1-6 0 16,0-1 0-16,2-2 0 0,4-7 0 0,1-1 0 15,4-4 0-15,11-8 0 0,1-1 0 16,1-5 0-16,-1 0 0 0,-3-1 0 0,-2 3 0 16,-7 3 0-16,-5 1 0 15,-4 7 0-15,1-1 0 0,-2 2 0 0,-8 4 0 16,0 0 0-16,0 0 0 0,7 15 0 16,-9-5 0-16,-2 2 0 0,3 3 0 0,-7 4 0 15,3 1 0-15,0 1 0 0,-1 0 0 16,3-1 0-16,-1-3 0 0,0 0 0 0,1-1 0 15,1-2 0-15,-3-3 0 0,5 1 0 16,0-2-132-16,-2-3-330 0,4-3-108 16,-2-4-135-16,0 0-172 0,8 4 79 0,-8-4-782 15,8-15-1023-15</inkml:trace>
  <inkml:trace contextRef="#ctx0" brushRef="#br0" timeOffset="4534.01">3537 6520 4562 0,'-46'0'-55'0,"-15"11"9"0,-2 7 41 0,-16 17 44 0,4 15 58 0,0 7 37 0,6 9 29 16,1 11 12-16,9 10-2 0,7 8-9 16,7 1-2-16,13 7-5 0,9 0-11 0,10-1-9 15,16-19-8-15,10 18-15 0,14-5-1 16,9-6-12-16,10-3-9 0,13-13-5 0,13-7-23 15,11-14-4-15,8-10-4 16,4-14 1-16,11-12-12 0,-14-17-4 0,23-14-12 16,-5-13 5-16,-5-9-24 0,-5-11 5 15,-10-3-4-15,-10-11-1 0,-9-6 2 0,-9-9-1 16,-12-6 25-16,-14 0-15 0,-13-7 9 16,-10-4 2-16,-10 11 23 0,-11-22-7 15,-17 6-11-15,-11-2-1 0,-17 11-8 0,-8 8-8 16,-12 16-11-16,-9 17-3 0,-5 19-23 15,12 21-38-15,-9 14-45 0,-15 15-61 0,-1 15-70 16,3 10-88-16,9 11-110 0,4 3-122 16,14 5-248-16,9-3 66 0,18-15 81 0,7-1-506 15,6-3-625-15</inkml:trace>
  <inkml:trace contextRef="#ctx0" brushRef="#br0" timeOffset="5183.34">5257 5666 3387 0,'-4'-17'113'0,"-1"5"36"0,1 0 26 0,2 4 35 0,1 1 33 0,1 7 21 0,-4-10 13 16,4 10 1-16,-3-9-32 0,3 9-37 16,0 0-22-16,0 0 5 0,8 27 44 0,11 15 37 15,9 9 24-15,11 24 13 16,10 5-9-16,8 5-29 0,3 0-10 0,4 2-32 16,3-2-150-16,-1 2-80 0,2-3 0 15,-4-2 0-15,1-6 0 0,-4-6 0 0,-4-7 0 16,-17-19 0-16,-6-1 0 0,-5-9 0 15,-8-8 0-15,-1-4 0 0,-8-4 0 0,-2-7 0 16,-2-1 0-16,-2-2 0 0,-1-2 0 16,1-2 0-16,-6-4 0 0,9-1 0 0,-9 1 0 15,12-9 0-15,-7 1 0 0,-1-2 0 16,2 1 0-16,-3-1-666 0,2 0-312 16,-3 3 86-16,-2 1-1031 0,0 6-1345 0</inkml:trace>
  <inkml:trace contextRef="#ctx0" brushRef="#br0" timeOffset="5636.5">5917 6950 5699 0,'-18'-2'100'0,"5"0"64"16,4-2 47-16,9 4 41 0,-12-6 14 15,12 6-7-15,-2-9-15 0,2 9-19 0,12-10-19 16,1 0-15-16,8 5-24 0,-2 1-13 0,4 1-101 15,-2 0-53-15,1 3 0 16,-2 0 0-16,-1 4 0 0,-2 2 0 0,-2-1 0 16,-2 5 0-16,-1 0 0 0,-6 3 0 15,-2 3 0-15,-6 3 0 0,-2 3 0 0,-6 9 0 16,-5 0 0-16,-1 0 0 0,2-4 0 16,-2 1 0-16,3-4 0 0,4-5 0 15,2-5 0-15,2-3 0 0,3-3 0 0,2 2 0 16,2-3 0-16,1 1 0 0,-1-1 0 15,7-2 0-15,-2 2 0 0,2-2 0 16,1 2 0-16,2-2 0 0,-5 2 0 0,5-2 0 16,-3 0 0-16,0 0 0 0,0-1 0 15,-4 2 0-15,-1 0 0 0,2-1 0 16,-6-5 0-16,1 15 0 0,-2-5 0 0,-7 2 0 16,1 0 0-16,-9 4 0 0,-5 1 0 15,-4 0 0-15,-1 1 0 0,-3-3 0 0,6-5 0 16,2-2 0-16,1-2 0 0,0-5 0 15,6-1 0-15,1-4 0 0,2-3 0 16,-1-6 0-16,9 0 0 0,1 0-955 0,6-5-8 16,3-3-1170-16,10-4-1543 0</inkml:trace>
  <inkml:trace contextRef="#ctx0" brushRef="#br0" timeOffset="5982.32">6381 7011 6159 0,'0'0'-38'0,"0"0"53"0,0 0 56 0,-37 9 84 0,19 3 46 0,-4 8 29 0,-3 7 12 0,-2 8-1 16,0 3-2-16,4 0-2 0,1 8 5 15,4-4-45-15,7-6-197 0,1 2 0 16,8-9 0-16,2-3 0 0,6-4 0 16,6 6 0-16,9-7 0 0,3-7 0 0,1-6 0 15,2-6 0-15,0-4 0 0,12-8 0 16,-3 1 0-16,1-5 0 0,-4-1 0 15,-1-5 0-15,-3 0 0 0,-2-2 0 0,-9 0 0 16,-2-4 0-16,-5-2 0 0,-6 5 0 16,-5-1 0-16,-2 1 0 0,-5-8 0 0,0 8 0 15,-7-6 0-15,-3 6 0 0,-4 2 0 16,-2 7 0-16,-6-1 0 0,2 8 0 0,3 5 0 16,-6 1 0-16,-13 4 0 0,4 2 0 15,-1 4 0-15,-1-1-107 0,2 3-658 0,1-3-196 16,7 2 86-16,6-3 99 0,4 3-825 15,6-7-1041-15</inkml:trace>
  <inkml:trace contextRef="#ctx0" brushRef="#br0" timeOffset="6348.86">5931 6826 4608 0,'-36'6'44'16,"-12"5"12"-16,-8 13 35 0,4 12 46 15,-20 19 59-15,5 7 52 0,6 8 17 16,6 11 16-16,2 10 8 0,8 4 7 0,6 1-6 16,12-3-17-16,14-19-20 0,11-3-23 15,13 2-18-15,20 4-24 0,20-8-32 0,12-13-78 16,13-16-78-16,12-10 0 16,10-14 0-16,-17-13 0 0,3-9 0 0,17-15 0 15,-3-7 0-15,-3-15 0 0,-4-3 0 16,-8-9 0-16,-2-5 0 0,-9-10 0 0,-5-4 0 15,-7-3 0-15,-10-3 0 0,-3-6 0 16,-10 0 0-16,-8-1 0 0,-10 0 0 0,-11 17 0 16,-10-1 0-16,-5-4 0 0,-17-9 0 15,-4 25 0-15,-10 12 0 0,-10 13 0 0,-8 12 0 16,-12 19 0-16,-9 10 0 16,-29 13 0-16,-3 11 0 0,3 6 0 0,7 4-442 0,5 0-325 15,5 2-154-15,16-1 73 0,18-15 96 16,6-1-765-16,13-11-963 0</inkml:trace>
  <inkml:trace contextRef="#ctx0" brushRef="#br0" timeOffset="7249.59">6942 3794 3931 0,'-2'-31'-102'0,"2"6"47"0,0 0 32 0,2 0 41 0,0 1 52 0,0 3 40 0,-4 2 40 0,4 2 34 15,0 3 29-15,-2 3 10 0,0-1-9 16,0 2-29-16,0 4-26 0,0 6-21 0,0-11-12 16,0 11-6-16,0 0 20 0,30 30 47 15,3-1 13-15,10 7 6 0,28 15 7 16,15 5 9-16,22 5 3 0,52 22 4 16,15 0-2-16,12 4-11 0,8-4-11 0,3 3 18 15,0-1-186-15,-4-2-37 0,-11-2 0 16,-15-3 0-16,-51-24 0 0,-13-3 0 15,-12-5 0-15,-18 1 0 0,-23-15 0 0,-4-3 0 16,-19-7 0-16,-4-5 0 0,-3-5 0 16,-5-3 0-16,-5-1 0 0,-2-2 0 0,2 0 0 15,-4-4 0-15,-1 2 0 0,-6-4 0 16,11 7 0-16,-11-7 0 0,6 6 0 16,-6-6 0-16,0 0 0 0,8 4 0 15,-8-4 0-15,0 0 0 0,0 0 0 0,0 0 0 16,0 0 0-16,0 0 0 0,0 0 0 15,0 0 0-15,0 0 0 0,-24 2-879 0,24-2-94 16,-18 2-1183-16,18-2-1563 0</inkml:trace>
  <inkml:trace contextRef="#ctx0" brushRef="#br0" timeOffset="8082.44">9297 5089 5820 0,'-25'0'-92'0,"3"0"49"0,-1 2 34 16,3-1 57-16,2 2 63 0,0-1 83 0,-3 0 51 0,6 2 32 15,3-4 11-15,-1 1-1 16,13-1-14-16,-14 3-24 0,14-3-22 0,0 0-13 16,0 0-112-16,0 0-102 0,0 0 0 15,50 0 0-15,-5 0 0 0,4 0 0 0,1 4 0 16,-2 3 0-16,-5 1 0 0,-7 7 0 16,-3 1 0-16,-9 9 0 0,-4 6 0 0,-11 1 0 15,-3 7 0-15,-6 4 0 0,-10 10 0 16,-2 3 0-16,-4-6 0 0,-2-1 0 15,3-1 0-15,4-13 0 0,-1 1 0 0,3-5 0 16,4-5 0-16,1-5 0 0,-1-3 0 16,3-1 0-16,1-5 0 0,-1-1 0 0,0-1 0 15,2-2 0-15,-2-2 0 16,2-6 0-16,2 7 0 0,-2-7 0 0,0 0-461 0,0 0-479 16,17-25 9-16,-7 8 108 15,-1-3-890-15,7-3-1146 0</inkml:trace>
  <inkml:trace contextRef="#ctx0" brushRef="#br0" timeOffset="8234.54">9427 5608 5115 0,'-17'0'154'0,"-1"-3"64"0,5 1 82 15,4 1 66-15,9 1 49 0,-16-4 7 0,16 4-22 16,-13-5-37-16,13 5-45 0,-5-5-198 16,5 5-120-16,0 0 0 0,24-15 0 0,3 2 0 15,7-2 0-15,5-1 0 16,4-2-139-16,7-5-534 0,-1 2-212 0,-1-5-19 15,2 3 112-15,3 0-840 0,-5-2-1070 16</inkml:trace>
  <inkml:trace contextRef="#ctx0" brushRef="#br0" timeOffset="8532.29">9959 5211 4924 0,'-11'-11'167'0,"2"3"30"0,5 0 37 15,3-1 24-15,2 1 16 16,-1 8 9-16,9-18-7 0,0 10-13 0,2-1-15 15,3 3-21-15,-1 5-14 0,4 2-17 16,2 5-11-16,2 4-8 0,-3 2-108 16,2 9-69-16,-2 3 0 0,-5 2 0 0,-5-3 0 15,-4 2 0-15,-4-2 0 0,0 1 0 16,-4 1 0-16,1-4 0 0,1-2 0 0,0-3 0 16,2-3 0-16,0-3 0 0,0 0 0 15,2-2 0-15,3-1 0 0,0-3 0 0,-5-4 0 16,21 2 0-16,-6-4 0 0,2-5 0 15,12-7 0-15,-3-4 0 0,1-1 0 0,4-4 0 16,1-10 0-16,0-3 0 0,-5-3-317 16,0 0-492-16,-8-2-120 0,0-5 62 15,-14 9-925-15,2 2-1221 0</inkml:trace>
  <inkml:trace contextRef="#ctx0" brushRef="#br0" timeOffset="8868.34">9259 4925 5122 0,'-68'41'-67'16,"-7"17"67"-16,-3 10 59 0,5 11 72 0,1 10 55 16,6 4 57-16,10 7 25 0,10-3 18 15,14 2 6-15,12 2 3 0,16-18-4 16,15 11-30-16,19-4-21 0,16-11-21 0,19-13-24 16,18-8-25-16,19-17-170 0,10-10 0 0,6-14 0 15,6-11 0-15,6-12 0 16,5-13 0-16,1-14 0 0,-3-12 0 0,-6-7 0 15,-8-9 0-15,-15-4 0 0,-10-8 0 16,-11-7 0-16,-6-5 0 0,-12-4 0 0,-10-6 0 16,-11-6 0-16,-8 1 0 0,-10-4 0 15,-14 3 0-15,-12 16 0 0,-15-19 0 16,-16 3 0-16,-16 6 0 0,-14 15 0 0,-19 18 0 16,-14 19 0-16,-13 23 0 0,-15 20 0 15,-9 19 0-15,-12 13 0 0,-44 23 0 16,8 14-82-16,14 7-347 0,11 7-129 15,46-15-151-15,9 9-169 0,14-2 75 0,4 3 98 16,11-1-665-16,9-1-823 0</inkml:trace>
  <inkml:trace contextRef="#ctx0" brushRef="#br0" timeOffset="9297.37">9397 6140 4077 0,'7'-11'111'0,"-1"5"24"0,-3 4 19 0,-3 2 44 0,0 0 63 0,-14 33 55 0,-9 8 31 0,-10 7 16 15,-7 22 5-15,-6 9-4 0,0-2 1 0,1 3-14 16,-3-4-5-16,3-2-13 0,2-2-231 16,15-17-102-16,0-3 0 0,5-3 0 15,1-6 0-15,6-10 0 0,4-5 0 16,3-9 0-16,1-3 0 0,2-1 0 0,0-5 0 15,2-1 0-15,-1-1 0 0,-1-1 0 16,3-2 0-16,3-5 0 0,-9 6 0 0,9-6 0 16,-9 2 0-16,9-2-338 0,0 0-514 15,-15-2-84-15,15 2 96 0,-15 2-937 0,2 2-1207 16</inkml:trace>
  <inkml:trace contextRef="#ctx0" brushRef="#br0" timeOffset="9715.32">8581 7332 5247 0,'9'-14'63'0,"-3"4"18"0,-1 1 19 0,2 2 29 16,-3 0 22-16,-4 7 16 0,3-8 14 15,-3 8-6-15,0 0-1 0,0 0-10 0,0 0-11 16,-30 41-7-16,10-14 8 0,-10 14 9 15,-2 5 3-15,-8 4 0 0,-10 16-3 16,1-3 2-16,1 0-4 0,14-17-39 0,1-2-122 16,5-4 0-16,10-6 0 0,3-4 0 15,5-8 0-15,7-1 0 0,3-5 0 16,1 0 0-16,8-5 0 0,4-3 0 0,2 0 0 16,2-4 0-16,4-4 0 0,2 0 0 15,1-4 0-15,12-5 0 0,-11 4 0 0,-2-2 0 16,1-3 0-16,-10 2 0 15,0 0 0-15,-3-1 0 0,-5-1 0 0,0 3 0 0,-4-1 0 16,-4 1 0-16,2 7 0 0,-6-10 0 16,2 5 0-16,-5 3 0 0,9 2 0 0,-18-4 0 15,9 4 0-15,9 0 0 0,-21 6-53 16,13-5-49-16,-1 3-64 0,2 1-64 16,0-1-66-16,0 0-79 0,1 0-78 0,3 1-92 15,3-5-139-15,-6 8-74 0,6-8 72 16,0 0-621-16,0 0-765 0</inkml:trace>
  <inkml:trace contextRef="#ctx0" brushRef="#br0" timeOffset="10065.24">9048 7464 4040 0,'0'0'222'0,"-20"0"13"0,20 0 30 0,-24 11 36 0,9 0 28 0,-9 10 7 0,0 3-13 0,-4 6-26 15,-1 6-20-15,2 0-38 16,-1 2-21-16,3-2-21 0,5-7-19 0,6 0-19 16,4-4-17-16,6-8-6 0,7-3-19 15,0 1-14-15,6-5-26 0,6-6-77 0,5 0 0 16,1-4 0-16,13-4 0 0,4-7 0 16,-2-3 0-16,-4 1 0 0,1-1 0 0,-7-2 0 15,-3-1-19-15,-5 4-6 0,-7-1 4 16,-3 2 6-16,-5 1 11 0,-3 2 11 0,-2 0-1 15,-3 1-1-15,-3 0 1 0,-3 5-4 16,-3 2-2-16,-7 2-2 0,-1 4-2 16,-10 3-5-16,-1 4-29 0,-4 0-38 15,3 5-49-15,2-3-61 0,1 1-71 0,6 2-101 16,3-5-110-16,5 0-133 0,2-4-188 16,1 1 34-16,1-3 86 0,3 0-622 0,4-5-750 15</inkml:trace>
  <inkml:trace contextRef="#ctx0" brushRef="#br0" timeOffset="10465.99">8547 7064 3796 0,'-44'8'52'0,"-16"11"5"0,-1 10 32 15,-14 16 46-15,0 14 47 0,8 13 44 16,-1 9 20-16,9 6 18 0,3 5-3 15,7 4-3-15,7 5-15 0,8-1-3 0,9-2-7 16,9-4-13-16,16-18-19 0,12-5-20 16,13 11-15-16,15-6-21 0,13-9-12 0,18-14-14 15,9-9-28-15,13-18-35 0,8-9-41 16,-13-14-45-16,26-18-47 0,-2-12-34 0,6-6-20 16,-7-9-1-16,-2-8 11 15,-10-7 13-15,-6-7 10 0,-12-5 21 0,-11-5 24 16,-7-2 27-16,-11-3 20 0,-7-10 19 0,-11-1 28 15,-5-2 9-15,-8-5-2 0,-10 1-11 16,-6-7-8-16,-5 21 11 0,-11-19-9 16,-10 9-5-16,-9 5-2 0,-10 17-10 0,-2 26-25 15,-7 8-15-15,-11 13-14 0,-6 14-23 16,-8 14-18-16,-24 17-25 0,-3 12-34 0,-6 13-43 16,1 13-60-16,2 0-72 0,4 6-72 15,6-2-114-15,10-3-219 0,14-6 65 16,22-14 81-16,7-7-428 0,12-11-479 0</inkml:trace>
  <inkml:trace contextRef="#ctx0" brushRef="#br0" timeOffset="10881.24">9551 6142 3152 0,'-14'-19'222'0,"5"5"1"0,2 1 4 0,0 8 10 15,3-1 5-15,4 6 51 0,0 0 47 0,0 0 32 16,0 29 16-16,14 0 3 0,11 14 1 15,8 3-3-15,6 4-28 0,17 12-20 0,8 2-23 16,7-3-18-16,4 1-297 0,-3-5-3 16,0-1 0-16,1-1 0 0,-5-2 0 0,-2 2 0 15,-3-3 0-15,-4-2 0 0,-16-9 0 16,-1 1 0-16,-5-6 0 0,-6-2 0 0,-4-10 0 16,-10-3 0-16,-2-4 0 0,-3-3 0 15,-5-3 0-15,-1-1 0 0,-1-2 0 16,1-1 0-16,-1 0 0 0,-3 0 0 15,-2-7 0-15,-2 8-307 0,2-8-569 0,-11 4-56 16,11-4 100-16,-11 0-951 0,11 0-1214 16</inkml:trace>
  <inkml:trace contextRef="#ctx0" brushRef="#br0" timeOffset="14347.31">10330 7621 3566 0,'-4'-7'567'0,"2"3"-125"0,2 4-66 0,0 0-42 0,-7-7-19 0,7 7-25 16,0 0-33-16,0 0-36 16,0 0 10-16,0 0 22 0,0 0-1 0,-5 34-20 0,6-10-17 15,-1 12-20-15,2 3-17 16,-2 4-18-16,2 2-53 0,-2-2-107 0,2 1 0 15,2 1 0-15,-3-6 0 0,-1 1 0 16,2-11 0-16,0-5 0 0,2-4 0 0,-2-3 0 16,-2-3 0-16,1 0 0 0,-1-2 0 15,0-2 0-15,3 0 0 0,-3-5 0 16,0 1 0-16,0-6 0 0,0 8 0 0,0-8 0 16,0 0-103-16,0 0-410 0,0 0-111 15,0 0-155-15,13-17-75 0,-5 9 88 0,4-1-782 16,2-3-992-16</inkml:trace>
  <inkml:trace contextRef="#ctx0" brushRef="#br0" timeOffset="14698.96">10681 7850 4525 0,'-12'-2'61'16,"12"2"56"-16,0 0 36 0,-18 6 32 15,8 0 28-15,0 2 16 0,3 5 8 0,-1-2-5 16,0 3-9-16,2 3-15 0,5 0-16 15,-5 4-16-15,6-2-30 0,-2 0-15 0,4 0-15 16,2-2-14-16,-1 0-6 16,6-2-8-16,-2-1-4 0,2-2-7 0,2-3-9 15,3-3-7-15,1 0-5 0,1-3 1 16,0-3-14-16,2-2-5 0,1-1 1 0,0-5-6 16,0 0 3-16,-4 2 4 0,-1-3 13 15,-5 1 16-15,0-4-62 0,-2 0-7 0,-2-5 0 16,-5 3 0-16,-3-4 0 0,-1 4 0 15,-4-6 0-15,-1 3 0 0,-4 0 0 16,-1 3 0-16,1 0 0 0,-5 2 0 0,3 5 0 16,0 3 0-16,-2 0 0 0,1 4 0 15,-3 2-38-15,2 2-162 0,-4 3-44 0,3 0-44 16,2 0-66-16,5 0-66 0,3 0-63 16,0 0-87-16,4-4-143 0,4-3-12 15,0 0 79-15,18 5-548 0,-18-5-658 16</inkml:trace>
  <inkml:trace contextRef="#ctx0" brushRef="#br0" timeOffset="15080.29">11026 7740 3125 0,'0'0'85'15,"-2"-5"89"-15,2 5 47 0,0 0 34 0,0 0 30 16,0 0 15-16,0 0 31 0,0 0-4 16,0 0 7-16,0 0-7 0,0 0-6 15,-15 18-23-15,15-10-14 0,0-8-15 16,2 14-27-16,2-5-21 0,-3 0-17 0,5-2-16 15,-1 0-17-15,6 0-10 0,-4-2-93 16,4-4-68-16,3-1 0 0,-14 0 0 0,30-5 0 16,-11 0 0-16,0-3 0 0,3-4 0 15,-6 3 0-15,4-5 0 0,1-4 0 16,-5 5 0-16,0-1 0 0,-7 5 0 0,2-1 0 16,0 4 0-16,-4-1 0 0,-1 2 0 15,-6 5 0-15,9-5 0 0,-9 5 0 0,0 0 0 16,0 0 0-16,5 20 0 0,-6-7 0 15,1 0 0-15,-2 5 0 0,0-1 0 0,0 1 0 16,2 3 0-16,0-2 0 0,4 0 0 16,-1-1 0-16,2 3 0 0,1-4 0 0,-3-3 0 15,5 1 0-15,-1-3 0 16,1 0 0-16,-2-3 0 0,1-1 0 0,1-2 0 0,-4-2-191 16,2 0-541-16,-1 0-178 15,-5-4 36-15,6 4 97 0,-6-4-824 0,0 0-1041 16</inkml:trace>
  <inkml:trace contextRef="#ctx0" brushRef="#br0" timeOffset="15513.61">10687 7203 4427 0,'-40'-7'-31'0,"-5"7"29"0,-14 8 26 0,0 8 41 0,3 8 41 0,-17 19 31 0,6 10 35 0,1 13 18 0,3 3 22 16,8 6 18-16,1 10 5 0,9 8-16 15,4 3 0-15,12 3-6 0,11 2 8 0,16 4-15 16,13 3-18-16,14-1-17 0,13-7-14 16,10-7-17-16,9-10-12 0,8-8-16 0,13-8-17 15,0-7-30-15,12-10-45 0,1-15-53 16,4-12-43-16,-14-15-24 0,4-11-17 15,20-11 7-15,1-8 6 0,2-11 1 16,-4-5 4-16,-1-11-1 0,-9-9 1 0,-8-7 18 16,-11-5 11-16,-6-6 32 0,-16-7 26 15,-1-6 29-15,-18-4 20 0,0-6 17 0,-14-7 16 16,-13-6 14-16,-9-1 10 0,-19-2-7 16,-11 2-11-16,-22 7-8 0,-18 10-9 0,-14 19-8 15,-13 18-14-15,-8 23-9 0,-3 19-22 16,-8 21-30-16,0 17-43 0,-1 18-49 0,-1 14-58 15,8 12-83-15,-29 28-108 0,41-16-115 16,7 0-187-16,16-7-102 0,10-1 84 0,28-23-655 16,13-6-797-16</inkml:trace>
  <inkml:trace contextRef="#ctx0" brushRef="#br0" timeOffset="16313.43">11531 3376 3833 0,'-18'-10'52'0,"4"1"33"0,-2 2 33 0,3 2 39 0,-3 2 39 0,3-1 45 16,-2-1 48-16,0 3 28 0,6-1 2 0,-2-1-4 15,11 4-11-15,-16-1-18 0,16 1-21 16,-12-2-20-16,12 2-19 0,0 0-15 0,0 0-8 16,39 7-17-16,22-2-21 15,14 3-15-15,34-4-122 0,17 1-28 0,14-2 0 16,9 1 0-16,10-1 0 0,-5 1 0 15,-1-2 0-15,-15-2 0 0,-14 1 0 16,-38-1 0-16,-11 0 0 0,-22 0 0 0,-11 0 0 16,-10 0 0-16,-10 0-143 0,-9 3-84 15,-6-3-49-15,-7 0-56 0,0 0-66 0,0 0-67 16,0 0-87-16,-29 8-153 0,15-6-73 16,-4 2 83-16,5-4-536 0,-1 0-694 0</inkml:trace>
  <inkml:trace contextRef="#ctx0" brushRef="#br0" timeOffset="16597.11">13103 3151 3758 0,'-3'-7'235'0,"-4"2"56"0,7 5 64 16,-4-9 25-16,4 9 0 0,-3-5-15 0,3 5-25 16,0 0-35-16,0 0-28 0,0 0-28 15,0 0-33-15,39 17-21 0,-14 0-19 0,2 3-17 16,-2-1-17-16,-2 2-13 0,-4 4-12 15,-4-3-11-15,-5 0-90 0,-5-1-16 16,-5-2 0-16,-2 3 0 0,-5 0 0 0,-6 7 0 16,-3 0 0-16,-5-4 0 0,-6-1 0 15,3 2 0-15,-1-4 0 0,-3-1 0 16,-1-3 0-16,2-2 0 0,-1-3 0 16,6-1 0-16,2-3-72 0,4-2-331 0,3-2-127 15,1-3-145-15,5-2-229 0,7 0 78 16,0 0 96-16,-5-14-648 0,5 14-831 0</inkml:trace>
  <inkml:trace contextRef="#ctx0" brushRef="#br0" timeOffset="17013.25">14033 3095 3747 0,'3'-7'32'0,"-3"7"72"0,0 0 52 15,5-7 57-15,-5 7 60 0,0 0 51 0,0 0 30 16,7-7 15-16,-7 7-10 0,0 0-14 16,2-8-19-16,-2 8-25 0,6-6-21 0,-6 6-27 15,4-8-19-15,-4 8-17 0,1-9-16 16,-1 9-98-16,0-8-103 0,0 8 0 15,0 0 0-15,-7-11 0 0,7 11 0 16,-18-1 0-16,18 1 0 0,-39 14 0 0,6 1 0 16,-10 7 0-16,2 4 0 0,5-1 0 15,11-1 0-15,2 2 0 0,7-1 0 16,0 2 0-16,8-6 0 0,1 1 0 0,7-4 0 16,2 1 0-16,2 0 0 0,1 0 0 15,5 0 0-15,1-2 0 0,4-2 0 0,10 2 0 16,6-5 0-16,3-3 0 0,5-4 0 15,2-2 0-15,5-3 0 0,3-4-656 0,5-7-143 16,1 0-131-16,-6-4 76 16,-1-2-830-16,-1-5-1120 0</inkml:trace>
  <inkml:trace contextRef="#ctx0" brushRef="#br0" timeOffset="17397.47">14524 3087 4378 0,'-3'-9'-17'0,"3"9"108"0,-2-12 81 16,2 12 58-16,-4-7 54 0,4 7 18 0,0 0-10 15,-2-7-27-15,2 7-28 0,0 0-18 16,0 0 2-16,0 0 0 0,0 0-13 0,9 22-16 16,-4-9-14-16,-1-2-17 15,-2 4 1-15,-2 2 6 0,-2 0-3 0,-2 1-103 16,-1 2-62-16,0 0 0 0,-3-2 0 16,-3 1 0-16,-6 3 0 0,-3-1 0 15,4-5 0-15,-2-3 0 0,3-3 0 0,-4-1 0 16,4-5 0-16,1 0 0 0,3-7 0 15,11 3 0-15,-19-12 0 0,12-1 0 0,5-6 0 16,2 0 0-16,2-6 0 0,-1 5 0 16,7 4 0-16,-5 0 0 0,8 0 0 0,-4 5 0 15,4-1 0-15,1 6 0 0,-1 2 0 16,3 2 0-16,-1 2 0 0,2 4 0 0,0 1 0 16,5 4 0-16,-2-1 0 0,4 1 0 15,4 5 0-15,-2-5 0 0,-8 0 0 16,5 0 0-16,-4-1 0 0,2 0-183 15,-4-1-120-15,1-3-53 0,-3-2-62 0,1 0-60 16,-1-6-73-16,2 0-37 0,7-7-63 16,2-7-49-16,4-3 33 0,-1-4-454 15,5-7-590-15</inkml:trace>
  <inkml:trace contextRef="#ctx0" brushRef="#br0" timeOffset="17696.86">14995 2935 2960 0,'10'-18'-3'16,"-7"1"76"-16,-1 5 66 0,1 0 53 0,-3 3 19 15,0 1 8-15,0 8-5 0,-3-10-13 16,3 10-14-16,-5-3-3 0,5 3 1 0,0 0 5 15,-25 9-4-15,14-1-1 0,-2 5-2 16,1 3-14-16,-1 2-5 0,-3 7-26 16,3 0-3-16,6-2-14 0,0-2-10 15,5-2 1-15,2 0 3 0,5 3 12 16,1-2 11-16,1 1 17 0,8 6 12 0,-1-3 10 16,-2-3 3-16,1-4-1 0,-4-1-6 15,-2-5-8-15,1 3-6 0,-4-3-159 0,2 1 0 16,-3-2 0-16,-3-1 0 0,-1-1 0 15,-5 2 0-15,0 2 0 0,-4-3 0 0,-3-1 0 16,-1 1 0-16,2-4 0 0,-6 0 0 16,1-1 0-16,2-2 0 0,-4-6 0 15,2 0 0-15,-3-4 0 0,-2-9-194 16,5-7-369-16,2-2-133 0,5-3-228 0,6 5 75 16,6 5 96-16,1-2-680 0,8 7-882 15</inkml:trace>
  <inkml:trace contextRef="#ctx0" brushRef="#br0" timeOffset="18080.12">15420 3012 3808 0,'0'0'109'0,"0"0"74"16,0 0 61-16,0 0 42 0,0 0 43 0,0 0 12 16,0 0-3-16,0 0-14 0,0 0-20 15,0 0-11-15,0 0-17 0,11 4-20 0,-11-4-20 16,14 3-26-16,-14-3-20 15,22 0-12-15,-10 0-20 0,1-3-30 0,1 1-128 16,-1-3 0-16,3 0 0 0,-1-4 0 16,-3 1 0-16,-1-2 0 0,-4-1 0 0,-1-3 0 15,-3 1 0-15,-3 1 0 0,-7-1 0 16,1 1 0-16,-8 2 0 0,-8 3 0 0,-2 6 0 16,-7 2 0-16,-11 4 0 15,4 7 0-15,2 3 0 0,3 5 0 0,6 3 0 0,5 5 0 16,5 2 0-16,4 4 0 0,4 1 0 15,8-2 0-15,2-4 0 0,6 6 0 0,2-5 0 16,6 2 0-16,4-5 0 16,6 1 0-16,0-6 0 0,4-2 0 0,-1-3 0 15,-2-3 0-15,-1-4 0 0,-2-5 0 16,1 1 0-16,-10-5 0 0,4-1 0 0,0 0 0 16,2-1 0-16,-3-5-206 0,2-2-693 15,-2-1-71-15,-2-3 101 0,-1 2-915 16,-7 2-1215-16</inkml:trace>
  <inkml:trace contextRef="#ctx0" brushRef="#br0" timeOffset="18813.58">16148 2832 4846 0,'0'-8'-57'0,"2"-3"59"0,4 3 52 0,-1-1 56 0,4-3 51 0,4-1 51 0,0 1 18 15,10-6-1-15,3 3-7 0,5-1-15 16,-3 5-20-16,-3 4-12 0,-1 0-18 0,-6 3-14 16,0 3-15-16,-4 2-10 0,6 3-10 15,-6 0-14-15,0 6-9 0,-3 0-3 0,0 4-5 16,-6 1 9-16,-3 0 1 0,0 3-6 15,-6 2-9-15,-3 1-1 0,-7 6-2 0,-6 5-4 16,6-3 5-16,-8-2-50 0,6 0-20 16,4-8 0-16,3-4 0 0,1-1 0 15,3 0 0-15,0-4 0 0,1 1 0 0,4 0 0 16,0 0 0-16,2 1 0 0,0 1 0 16,3-1 0-16,-2 2 0 0,-1 0 0 15,6 1 0-15,-7-1 0 0,3 0 0 16,2 1 0-16,-5-3 0 0,-1 2 0 0,0-3 0 15,0 4 0-15,-1-3 0 0,-7 1 0 16,3 0 0-16,-3-2 0 0,-2 1 0 0,-5 0 0 16,3 0 0-16,-6-3 0 0,-1 0 0 15,0-4 0-15,-2 0 0 0,0 0 0 0,-4-4 0 16,-1 1 0-16,-3-2-113 16,-12-2-964-16,5 6 121 0,-5 1-1100 0,-4 3-1469 15</inkml:trace>
  <inkml:trace contextRef="#ctx0" brushRef="#br0" timeOffset="19130.91">13683 3655 5955 0,'-52'0'-72'0,"-2"0"16"0,-9 0 50 0,18 0 76 0,11 0 90 0,11-3 74 0,5 6 23 0,11-6-22 16,7 3-23-16,0 0-18 0,68 0-22 15,27-2-14-15,52 2-22 0,27-3-10 16,79 5-13-16,12 1-13 0,12 4-26 16,4 1-25-16,2 3-19 0,-12-2-46 15,-22-1-50-15,-16 2-25 0,-75-5-2 0,-18-2 9 16,-23 1 3-16,-39-2 7 0,-11 0 16 16,-22-2 9-16,-10 0 8 0,-11 0 16 0,-3-2 1 15,-7 0 4-15,-3 1 3 0,-3-2-7 16,-8 3-29-16,3-8-53 0,-3 8-69 0,0 0-90 15,-9-10-130-15,0 6-151 0,3 1-225 16,-4 2 4-16,10 1 81 0,-13-3-543 16,13 3-692-16</inkml:trace>
  <inkml:trace contextRef="#ctx0" brushRef="#br0" timeOffset="19763.07">14791 3953 3591 0,'0'0'40'0,"0"0"70"0,0 0 51 0,0 0 38 0,-51 28 38 0,19 4 23 0,-9 5 14 0,-2 2 15 0,-5 6 2 15,-15 12-14-15,4-1-25 0,4 2-21 16,0-1-26-16,13-11-23 0,0 2-12 16,3-5-21-16,3 1-17 0,8-3-42 15,-3-6-39-15,11-8-57 0,0-2-43 0,6-8-53 16,0-2-51-16,6-3-51 0,1-3-61 15,0-2-75-15,4-6-68 0,3-1-76 0,0 0-81 16,0 0-116-16,17-30 32 0,10-5-468 16,9-7-587-16</inkml:trace>
  <inkml:trace contextRef="#ctx0" brushRef="#br0" timeOffset="19979.57">14719 4054 3244 0,'13'-15'190'0,"-3"8"82"0,-1 0 55 15,-5 1 45-15,0 0 25 0,-4 6 3 16,7-3-9-16,-7 3-7 0,0 0-1 15,27 15-19-15,-8 6-23 0,8 14-33 16,0 4-30-16,0 3-28 0,-1 2-21 0,-1 0-168 16,-2-1-61-16,-2 2 0 0,-1 0 0 15,3-3 0-15,-7-9 0 0,-1 0 0 0,-1-8 0 16,-7-5 0-16,2-1 0 0,2-7-250 16,-6 1-79-16,1-3-52 0,-3-4-81 15,3-2-88-15,-1-1-121 0,-5-3-128 0,0 0 70 16,0 0-638-16,0 0-822 0</inkml:trace>
  <inkml:trace contextRef="#ctx0" brushRef="#br0" timeOffset="20979.04">13762 5029 4262 0,'0'0'311'0,"-18"0"47"0,18 0 41 0,0 0 36 0,-14 0 51 0,14 0 16 0,0 0-12 0,0 0-23 0,0 0-37 16,0 0-379-16,-17-4-51 0,17 4 0 0,0 0 0 15,0 0 0-15,0 0 0 0,0 0 0 16,20-18 0-16,-9 13 0 0,-4-1 0 16,0 3 0-16,-7 3 0 0,12-7 0 0,-12 7 0 15,11-5 0-15,-11 5 0 0,6-4 0 16,-6 4 0-16,0 0 0 0,9-4 0 0,-9 4 0 15,0 0 0-15,9-4 0 0,-9 4 0 16,0 0 0-16,0 0 0 0,0 0 0 0,0 0 0 16,0 0 0-16,0 27 0 15,-9-6 0-15,2 11 0 0,-1 4 0 0,-3 4 0 0,-3 6 0 16,5-6 0-16,0-1 0 16,-1-3 0-16,2 2 0 0,1-4 0 0,3-9 0 0,-2-4 0 15,2-4 0-15,2-2 0 16,1-2 0-16,-3-3 0 0,2 1 0 0,0-4 0 15,2-7 0-15,0 7 0 0,0-7 0 16,0 0 0-16,0 0 0 0,0 0 0 0,0 0 0 16,-4-25-265-16,4 15-53 0,-5-5 33 15,-2-1 30-15,-2-5 33 0,-2-6 38 0,-5 0 47 16,3 1 45-16,-2 2 47 0,0 5 43 16,3 4 37-16,1 4 38 0,-2-4 43 0,3 7 39 15,2 2 39-15,1-2 28 16,1 3 17-16,2-2 3 0,0 4 1 0,4 3 11 15,0 0-222-15,-2-12-32 0,11 7 0 16,5-1 0-16,11 0 0 0,15-4 0 0,14-2 0 16,-1 1 0-16,5-2 0 0,-6 1 0 15,-4-2 0-15,-6 4 0 0,-8 0 0 0,-2 1 0 16,-9 4 0-16,-5 0 0 0,-3 2 0 16,-3-1 0-16,-5 3 0 0,1-1-191 0,-8 2-260 15,0 0-90-15,9-2-114 16,-9 2-180-16,0 0 35 0,0 0 88 0,0 0-651 15,-4 14-816-15</inkml:trace>
  <inkml:trace contextRef="#ctx0" brushRef="#br0" timeOffset="21449.06">14014 5109 4180 0,'-2'-8'210'0,"2"8"17"0,0 0 28 0,-4-9 43 0,4 9 29 0,0 0 6 0,0 0-1 16,0 0-14-16,-8 20-19 0,8-8-24 16,0 0-23-16,0 1-20 0,0 1-20 15,0 1-22-15,4 3-20 0,-2-5-89 0,3 3-81 16,-4-4 0-16,1-1 0 0,2 0 0 16,0-4 0-16,-1 0 0 0,7-1 0 0,-2-2 0 15,-8-4 0-15,18 0 0 0,-18 0 0 16,27-10 0-16,-7 1 0 0,-6-3 0 15,9-7 0-15,-8 7 0 0,-1 2 0 0,-1-1 0 16,-3 7 0-16,-4-2 0 0,-1 2 0 16,-5 4 0-16,0 0 0 0,0 0 0 15,16 10 0-15,-14 0 0 0,-4 0 0 0,2-1 0 16,0 6 0-16,2-1 0 0,0-2 0 16,-2 1 0-16,3-3 0 0,1 1 0 0,3-1 0 15,1-3 0-15,4-4 0 0,1 1 0 16,3-4 0-16,0-2 0 0,4-3 0 0,3-2 0 15,-3 0 0-15,1-1 0 16,0-3 0-16,-4 0 0 0,1-2 0 0,-4 1 0 16,0-1 0-16,-1-3 0 0,-3 5 0 15,-4-1 0-15,-1 0 0 0,-1 1 0 0,-2 3 0 16,2 2-238-16,-6 1-176 0,2 5-91 16,0 0-95-16,-8-5-117 0,8 5-91 0,0 0 71 15,0 0-682-15,0 0-870 0</inkml:trace>
  <inkml:trace contextRef="#ctx0" brushRef="#br0" timeOffset="21763.22">14692 5061 4196 0,'0'0'186'0,"0"0"49"0,-25 22 57 0,16-13 47 0,4 0 33 0,-2 1 8 0,3 0-14 15,3 1-18-15,-1-1-29 0,2-2-26 0,2 1-31 16,-1-1-28-16,6 2-20 0,0-3-59 15,4-1-155-15,1 0 0 0,0-3 0 0,0-2 0 16,4-1 0-16,1-4 0 0,2-2 0 16,2 0 0-16,-8-1 0 0,7-3 0 0,-7 2 0 15,-1-2 0-15,-5-1 0 16,-1 1 0-16,-3 0 0 0,-3-4 0 0,0 2 0 16,-3-2 0-16,-7-1 0 0,-2 0 0 15,-2 4 0-15,-6 3 0 0,5 3 0 0,-6 3 0 16,-2 2 0-16,-9 9 0 0,-2 2 0 15,5 3-89-15,6-4-267 0,4 2-73 0,5 2-77 16,0-3-106-16,5-2-144 0,2 0-34 16,5-4 82-16,2-5-634 0,10 6-797 15</inkml:trace>
  <inkml:trace contextRef="#ctx0" brushRef="#br0" timeOffset="22963.06">15501 4959 4030 0,'-22'0'122'0,"3"0"29"16,2 3 29-16,-2 6 24 0,2 1 22 16,-8 9 21-16,-1 1-4 0,1 6-20 0,3 0-17 15,4 1-13-15,0-2-15 0,4-2-21 16,3-3-9-16,6-3-16 0,5-1-12 0,0-3-16 15,4-1-7-15,1-2-22 0,5-2-23 16,5-1-15-16,3-5-34 0,0-2-35 16,9-4-40-16,7-4-36 0,7-4-38 15,4-5-34-15,1-10-28 0,1-7-17 0,-2-2-17 16,-2-1 4-16,2-6 16 0,-8-5 13 16,9-15 20-16,-2-5 17 0,-6-7 16 0,-4 0 15 15,-2-2 19-15,-5-1 29 0,-6 13 37 16,-8 2 35-16,-1 5 49 0,-4 17 30 15,-6 4 9-15,-2 10 9 0,-2 9 11 0,-4 3 18 16,-3 10 26-16,-5 9 32 0,-15 9 42 16,-7 19 27-16,-3 11 10 0,-9 21 13 15,2 8 10-15,6 9 1 0,4 2-4 0,5 4-7 16,8 2-20-16,7 6-20 0,0-4-17 0,8-18-23 16,5-3-18-16,1-2-32 15,4-8-36-15,0-15-85 0,3-4-4 0,2-7 0 0,4-5-7 16,2-13-66-16,1-6-22 15,-2-5-11-15,3-3-9 0,8-6 8 0,10-9-1 16,-3-6 7-16,6-5 12 0,-1-5 10 16,-1 2 16-16,-9 3 21 0,-6 2 18 0,-3 6 27 15,-5 4 17-15,-2 2 23 0,-1-1 17 16,-2 7 14-16,-1 2 15 0,-5 2 15 0,0 0 5 16,0 0 3-16,0 0 2 0,2 18-6 15,-4-9-13-15,0 1-17 0,1-1-78 16,-1 0 0-16,2-1 0 0,0-8 0 0,3 14 0 15,-1-9 0-15,-2-5 0 16,11 7 0-16,-11-7 0 0,18 0 0 0,-18 0 0 16,23-9 0-16,-10 4 0 0,1-5 0 15,2 1 0-15,2-4 0 0,-1 4 0 0,-4-1 0 16,0 0 0-16,1 4 0 0,-4 0 0 16,-1 4 0-16,-4-1 0 0,-5 3 0 0,0 0 0 15,0 0 0-15,25 8 0 0,-21-1 0 16,0 1 0-16,-2 3 0 0,-2 1 0 0,2-2 0 15,-2 2 0-15,2-2 0 16,-2 2 0-16,0-3 0 0,2 1 0 0,0-3 0 16,1 0 0-16,1-2 0 0,2-2 0 15,1-1 0-15,-7-2 0 0,18 0 0 0,-18 0 0 16,17-9 0-16,-6 1 0 0,4-4-47 16,1-2-192-16,3-6 0 0,-2-4 5 0,0-2 9 15,4-2 8-15,-2-9 0 0,4-5 9 16,0-2 16-16,-1-4 5 0,2-4 15 0,-1-4 14 15,2-2 15-15,-3-2 23 0,-1-2 18 16,-2 4 30-16,0 8 12 0,-3 3 29 0,-9 16 25 16,-1 4 16-16,-5 8 14 0,-1 7 19 15,-1 2 20-15,-3 6 22 0,4 4 34 0,0 0 30 16,-33 33 25-16,10 10 4 16,-5 14 1-16,-8 22-10 0,3 9-10 0,-3 7-11 0,0 2-12 15,8 3-12-15,-5-2-7 16,7 0-16-16,2-6-10 0,1-7-6 0,10-20-12 15,2-7-10-15,3-5-2 0,2-16-7 16,3-7 1-16,-1-8 17 0,4-7 9 0,0-5 2 16,4-6-4-16,-1-2-5 0,-3-2-54 15,14-16-20-15,-4-1 0 0,3-12 0 0,0-4 0 16,0-2 0-16,1-1 0 0,-5 0 0 16,-1 3 0-16,-5 3-11 0,-4 14-50 0,-3 1 7 15,-3 5 9-15,-4 4 0 16,-5 4 10-16,-2 2 16 0,-6 6 14 0,-6 6 14 15,-1 3 15-15,3 4 9 0,1 3 9 16,2 2 12-16,4 5 9 0,0 0-13 0,4-3-50 16,6-4 0-16,0-3 0 0,2 0 0 15,4 0 0-15,-1-3 0 0,4-6 0 16,1-1 0-16,-2 1 0 0,3-2 0 0,3-2-125 16,-3-6-213-16,3 3-127 0,-3-3-134 15,9 4-177-15,-9-4-40 0,0 0 76 0,0 0-733 16,0 0-922-16</inkml:trace>
  <inkml:trace contextRef="#ctx0" brushRef="#br0" timeOffset="23229.08">13805 5978 4338 0,'-22'0'345'0,"19"2"-24"15,8 2 11-15,15 1-1 0,33 7-1 0,27-2-18 0,40 13-5 0,17-3-15 0,18-1-31 0,1-1-27 16,0-9-36-16,-6 0-51 0,-10-4-25 16,-13-1-38-16,-5-2-22 0,-3 1-22 0,-8-1-24 15,-23-2-14-15,-7 0-22 16,-15-5-22-16,-18 1-9 0,-6 2 1 0,-14 1 8 0,-5-3-1 16,-8 3-14-16,-5-1-19 15,-6 0-43-15,-4 2-60 0,0 0-83 0,0 0-122 16,0 0-126-16,0 0-161 0,0 0-119 15,-30-2 89-15,14 2-686 0,1 0-839 0</inkml:trace>
  <inkml:trace contextRef="#ctx0" brushRef="#br0" timeOffset="34659.96">13860 6929 830 0,'0'0'486'0,"0"0"-95"0,0 0-32 0,11-8-27 0,-5 4 14 0,-3 0 1 0,-1-2-5 16,-2 6-1-16,8-11 31 0,-8 11 18 0,6-6 6 16,-6 6-11-16,4-6-15 15,-4 6-20-15,0 0-36 0,0 0-26 0,0 0 25 16,0 0 3-16,13 18-41 0,-12-5-20 16,-1 5-28-16,2 7-61 0,-2 11-166 0,0-3 0 15,0 2 0-15,-2 3 0 0,-1-2 0 16,1-5 0-16,0-6 0 0,0 0 0 0,0-3 0 15,-1-1 0-15,-1-4 0 0,2-2 0 16,0-1 0-16,0-4 0 0,1-3 0 0,-2-3-322 16,3-4-287-16,0 0-106 0,0 0-179 15,0 0 80-15,3-35 90 0,-2 13-675 16,5-10-851-16</inkml:trace>
  <inkml:trace contextRef="#ctx0" brushRef="#br0" timeOffset="34829.85">13987 6781 3799 0,'0'-17'-4'0,"0"3"72"0,-1 2 47 0,1 1 40 16,-4 0 30-16,2 3 18 0,-1-1-4 16,3 1-14-16,0 8-22 0,0-12-14 0,0 12-24 15,0-12-44-15,0 12-52 0,3-5-50 16,-3 5-59-16,0 0-85 0,0 0-98 0,0 0-110 16,0 0-141-16,9 22-136 0,-7-12 67 15,0 0-371-15,0 2-431 0</inkml:trace>
  <inkml:trace contextRef="#ctx0" brushRef="#br0" timeOffset="35093.17">14291 6704 3015 0,'0'-8'258'0,"0"1"18"0,0 7 6 15,0-10-12-15,0 10 15 0,0 0 44 16,0 0 9-16,-13 34-15 0,6-2-25 0,3 4-26 15,1 3-17-15,-3 6-26 0,2 10-18 16,-2 0-19-16,2-12-21 0,2 0-17 0,2-1-16 16,0-4-15-16,-3-1-37 15,5-8-37-15,-4-5-45 0,0-6-54 0,0 0-59 16,2-2-56-16,-2-3-61 0,0-1-83 16,1-6-90-16,-1-2-66 0,2-4-54 0,0 0-72 15,0 0-78-15,0 0 13 0,0 0-500 16,-22-16-624-16</inkml:trace>
  <inkml:trace contextRef="#ctx0" brushRef="#br0" timeOffset="35227.65">14155 7236 3089 0,'-10'-4'2'16,"3"-1"78"-16,2-1 70 0,5 6 58 16,-11-4 53-16,11 4 36 0,-3-7 23 0,3 7-5 15,0 0-29-15,-2-12-22 0,2 12-33 16,11-12-18-16,1 4-24 0,5-3-20 0,2 5-17 16,4-2-33-16,-1 4-63 15,13-4-79-15,0-1-82 0,-7 5-103 0,8-4-120 0,0 5-109 16,2-4-154-16,1 0-122 15,-1-3 71-15,1 0-499 0,-1-1-608 0</inkml:trace>
  <inkml:trace contextRef="#ctx0" brushRef="#br0" timeOffset="35443.44">15019 6997 3333 0,'0'0'188'0,"0"0"43"15,5-3 23-15,-5 3 5 0,0 0-8 16,0 0 20-16,0 0 17 0,0 0-14 0,9 15-31 15,-5-4-27-15,1 0-19 16,-4 1-21-16,-1 4-16 0,2 2-17 0,0 0-21 16,0-5-52-16,-4 7-56 0,2-3-63 15,0-3-73-15,-2 2-85 0,2-1-102 0,0-3-82 16,-2-4-87-16,2 1-131 0,0-3-80 16,0-6 68-16,0 7-473 0,0-7-563 0</inkml:trace>
  <inkml:trace contextRef="#ctx0" brushRef="#br0" timeOffset="35578.89">15142 6872 2996 0,'-2'-11'4'15,"2"3"41"-15,-1 1 13 0,1 7 2 0,-2-10-6 16,2 10-18-16,2-4-47 0,-2 4-64 16,1-6-82-16,-1 6-109 0,6-4-137 15,-6 4-79-15,15-5-151 0,-3 2-129 0</inkml:trace>
  <inkml:trace contextRef="#ctx0" brushRef="#br0" timeOffset="35876.5">15407 6807 1850 0,'8'-5'134'0,"-8"5"51"15,0 0 37-15,4-5 15 16,-4 5 3-16,0 0-14 0,0 0-23 0,0 0-18 16,0 0-18-16,0 0-12 0,-18 15-16 15,12-3-15-15,-1 1-8 0,1 5-13 0,3-3-6 16,-2 5-11-16,3 1-3 0,4 2-4 15,3-7 14-15,0 5 12 0,5-5 26 0,3 10 25 16,-1-6 28-16,-3-4 38 0,3-1 10 16,-5 0 22-16,2-3 12 0,2 0 8 0,-6 0-3 15,2-3-5-15,-5 1-8 0,2-3-12 16,-2 1 2-16,0 0-22 0,-2-2-98 16,-4 5-128-16,-2-3 0 0,-3 2 0 15,-3 1 0-15,-3-1 0 0,-4 1 0 0,-8 3 0 16,2-4 0-16,-3 0 0 0,2-3 0 0,-6 2-187 15,-6-1-462-15,2 1-205 0,-1 2-37 16,-11 3 91-16,-1 9-836 0,-5 4-1074 16</inkml:trace>
  <inkml:trace contextRef="#ctx0" brushRef="#br0" timeOffset="36393.39">13536 8932 5102 0,'-22'0'290'0,"10"0"27"16,-1-4 58-16,2 1 33 0,4-4-12 0,2 0-31 16,0-3-32-16,3-2-32 0,4-5-20 15,4-4-258-15,9-12-23 0,6-6 0 0,6-6 0 16,6-1 0-16,4-6 0 0,10-12 0 15,0 0 0-15,-3-3 0 0,-1 0 0 0,-1 0 0 16,-7 16 0-16,-7-1 0 0,0 2 0 16,-3 8 0-16,-9 9 0 0,-1 6 0 0,-5 7 0 15,-3 6 0-15,-3 2 0 0,-2 1 0 16,-2 5 0-16,0 3 0 0,0 3 0 0,0 0 0 16,0 0 0-16,-34 21 0 0,13 1 0 15,-3 2 0-15,10 2 0 0,-4-1 0 16,9-2 0-16,3-4 0 0,6-2 0 15,0 1 0-15,4-2 0 0,3 3 0 0,5 8 0 16,3-4 0-16,7 1 0 0,-8-1 0 16,6-1 0-16,-6-5 0 0,-2 0 0 0,0-1 0 15,-5-5 0-15,1 3 0 0,0-2 0 16,-7 2 0-16,3 0 0 0,-2-3 0 0,-4 3 0 16,0-2 0-16,-3 2 0 0,-3 0 0 15,-2-3 0-15,1 2 0 0,-2-3 0 0,-1-2 0 16,-3-3 0-16,3-1 0 15,-1-6 0-15,-1-1 0 0,1-3-63 0,0-4-534 16,1 0-86-16,9 1-152 0,-3 1-11 16,4 0 86-16,2 0-739 0,0 8-945 0</inkml:trace>
  <inkml:trace contextRef="#ctx0" brushRef="#br0" timeOffset="36859.39">14048 8494 3884 0,'10'2'-47'0,"-10"-2"89"0,7 1 55 0,-7-1 46 0,0 0 50 0,0 0 43 0,0 0 26 0,0 0 27 15,21-3-3-15,-13-2-10 0,4 1-29 16,1-6-24-16,1 2-20 0,10-8-17 0,0-2-21 16,1 0-15-16,2-2-14 15,-2-1-14-15,-3 1-13 0,1-4-11 0,-1-3-7 16,-6 4-10-16,4-3-11 0,-9 4-6 16,-3 4-6-16,-1 1-3 0,-1 5-4 0,0-1 1 15,-5 4-8-15,4 0-3 0,-5 9-7 16,0 0-4-16,0 0 0 0,0 0-2 0,0 0-5 15,-21 33-1-15,9-5 1 0,3 2-6 16,-3-1 2-16,7-4-3 0,0-1-2 0,3-2-4 16,2-3-1-16,0-2-1 0,5 0-7 15,-1-1-1-15,-1-5 0 0,7 0 0 16,-3-4 0-16,7-2 0 0,1-2 0 0,0-4 0 16,9-5 0-16,3-5 0 0,4-1 0 15,-3-6 0-15,1-2 0 0,0 1 0 16,-3-1 0-16,-1-1 0 0,-3 1 0 0,-8 8 0 15,-2 4 0-15,-2-1 0 0,-5 3 0 16,3 2 0-16,-5 1 0 0,-3 3 0 0,0 0 0 16,0 0 0-16,5 17 0 0,-7-5 0 15,-1 1 0-15,1 2 0 0,-1-1 0 0,-1 4 0 16,0-1 0-16,4 2 0 0,-1-2 0 16,1-1 0-16,0-2 0 0,0-1 0 0,1-1-119 15,-1 0-129-15,2-5-93 0,4 1-102 16,-1-4-112-16,5-2-168 0,2-2-90 0,-12 0 88 15,30-6-712-15,1-7-886 16</inkml:trace>
  <inkml:trace contextRef="#ctx0" brushRef="#br0" timeOffset="37092.53">15186 8078 3817 0,'-8'-11'97'0,"3"5"54"0,-3 0 31 0,0 3 32 0,8 3 34 0,-18 1 34 0,2 7 10 0,-3 4 7 0,-4 10-6 15,-7 10-14-15,3 4-18 0,4 4-19 0,2 0-23 16,0 0-24-16,6-5-18 0,4-1-21 16,0 0-15-16,0-1-14 0,8-6-17 0,-1-6-24 15,2-2-28-15,4-6-26 16,0 2-37-16,1-3-51 0,1-7-58 0,6 3-65 16,1-7-77-16,2-1-108 0,5-5-117 15,3-4-140-15,6-3-186 0,3-5 66 0,-4-1 80 16,8-1-588-16,-10 3-711 0</inkml:trace>
  <inkml:trace contextRef="#ctx0" brushRef="#br0" timeOffset="37309.49">15361 8160 3719 0,'-9'-2'164'15,"9"2"32"-15,-21 3 23 0,12 3 30 0,-4 0 34 16,1 6 21-16,1 0-7 0,-2 6-19 15,4 0-25-15,-3 11-19 0,3 2-26 0,2 0-21 16,-1 1-21-16,5-5-17 0,-2-3-32 16,3-2-50-16,0-1-58 0,2-4-54 0,2 1-69 15,2-2-73-15,0-6-106 0,2 1-100 16,-1-7-122-16,6-2-188 0,3-4-21 0,5-2 78 16,2-3-537-16,6-7-649 0</inkml:trace>
  <inkml:trace contextRef="#ctx0" brushRef="#br0" timeOffset="39208.76">15584 8272 3543 0,'-6'2'162'15,"3"2"22"-15,3-4 31 0,-10 8 20 16,10-8 18-16,0 0 3 0,-3 9-9 0,3-9-6 15,0 8-29-15,0-8-19 0,0 10-18 16,0-10-17-16,0 0-13 0,5 8-22 0,-5-8-1 16,0 0-15-16,15 2-12 0,-15-2-14 15,0 0-15-15,25-8-19 0,-16 0-3 0,3 0-8 16,-1-1-12-16,1 1-3 0,-4 0-15 16,-1 4 16-16,-1-2-4 0,-3 2-3 15,-3 4 0-15,11-9-1 0,-11 9 0 16,0-8-5-16,0 8-7 0,0 0 9 0,-11-12-2 15,6 6-2-15,5 6-7 0,-15-5 3 16,7 3 4-16,8 2-7 0,-21 0 0 0,21 0 1 16,-30 7-3-16,12 1 5 0,2 4 4 15,-9 4 8-15,0 3 1 0,5 2 6 0,4 1 9 16,2-1 4-16,5-1 0 0,1-1 4 16,5-2-5-16,1 2 7 0,2-2-1 15,3 0-4-15,3-2 7 0,1-1 15 16,4-2 5-16,0-2 4 0,3-3-5 0,2-2-3 15,4-3-3-15,-2-2-3 0,9-3-1 16,5-4-11-16,0-2-4 0,4-3-3 0,1 2-5 16,-2-2-5-16,-3 0-2 0,-2 3-21 15,-7 1-1-15,-8 3 0 0,-2 1 0 0,1 2 0 16,-7 1 0-16,3 1 0 0,-10 0 0 16,14 0 0-16,-14 0 0 0,7 3 0 15,-7-3 0-15,2 6 0 0,-2-6 0 0,0 8 0 16,0-8 0-16,0 0 0 0,-4 10 0 15,4-10 0-15,-2 7 0 0,2-7 0 16,0 0 0-16,-2 7 0 0,2-7 0 0,0 0 0 16,0 0 0-16,2 7 0 0,-2-7 0 15,0 0 0-15,0 0 0 0,0 0 0 16,0 0 0-16,0 0 0 0,0 0 0 0,0 0 0 16,29-14 0-16,-22 7 0 0,5-3 0 15,-2 0 0-15,2-4 0 0,-1 4 0 0,2-7 0 16,-2 6 0-16,3-4 0 0,-3 1 0 15,1 2 0-15,-5 0 0 0,2 1 0 0,-1 3 0 16,-2 0 0-16,2 0 0 0,-5 0 0 16,5 3 0-16,-7 1 0 0,3 0 0 15,-4 4 0-15,8-8 0 0,-8 8 0 16,2-6 0-16,-2 6 0 0,0 0 0 0,0 0 0 16,0 0 0-16,0 0 0 0,0 0 0 15,2-5 0-15,-2 5 0 0,0 0 0 0,0 0 0 16,0 0 0-16,0 0 0 0,0 0 0 15,6-6 0-15,-6 6 0 0,3-5 0 0,-3 5 0 16,6-7 0-16,-2 2 0 0,-4 5 0 16,6-6 0-16,-6 6 0 0,6-4 0 0,-6 4 0 15,0 0 0-15,0 0 0 0,0 0 0 16,0 0 0-16,0 0 0 0,13 15 0 16,-13-9 0-16,1 0 0 0,-1 3 0 15,0-1 0-15,0 2 0 0,2 0 0 0,0 1 0 16,-2 3 0-16,0-1 0 0,0-1 0 15,0 5 0-15,-4-2 0 0,3 7 0 0,-7-1 0 16,-5 10 0-16,-2-1 0 0,-10 8 0 16,-4 1 0-16,-2-2 0 0,-1-4 0 0,2 1 0 15,5-9 0-15,3-3 0 0,6-6 0 16,5-2 0-16,2-4 0 0,0-2 0 0,4-1 0 16,1 0 0-16,4-7 0 0,-4 5 0 15,4-5 0-15,0 0 0 0,0 0 0 0,36-20 0 16,-13 1 0-16,2-5 0 15,10-11 0-15,-1-2 0 0,2-2 0 0,0-5 0 16,2 0 0-16,0 1 0 0,-2 0 0 16,2 7 0-16,-3 1 0 0,-7 6 0 0,-5 4 0 15,-5 9 0-15,-3 2 0 0,-6 3 0 16,-1 1 0-16,0 3 0 0,-3-2 0 0,1 6 0 16,-5-1 0-16,-1 4 0 0,0 0 0 15,0 0 0-15,-22 19 0 0,8-3 0 0,-7 7 0 16,3 0 0-16,-4 3 0 0,6 0 0 15,0-2 0-15,5-4 0 0,3-1 0 0,0-2 0 16,5-2 0-16,-3 2 0 0,4-1 0 16,0-2 0-16,2-1 0 0,0 1 0 15,0-1 0-15,0-1 0 0,0-2 0 0,0-1 0 16,0 1 0-16,0-2 0 0,2-2 0 16,-4 2 0-16,2-8 0 0,0 9 0 0,0-9 0 15,0 12 0-15,0-12 0 0,-1 6 0 16,-3-2 0-16,4-4 0 0,-7 5 0 0,7-5 0 15,-13 5 0-15,13-5 0 0,-7 1 0 16,7-1 0-16,0 0 0 0,0 0 0 0,0 0 0 16,-14-9 0-16,14 9 0 0,2-12 0 15,-2 12 0-15,8-14 0 0,0 5 0 0,-3-1 0 16,3 2 0-16,-1 0 0 0,1-1 0 16,2 5 0-16,-1-4 0 0,1 6 0 0,-3-2 0 15,3 2 0-15,-10 2 0 16,17 0 0-16,-6 2 0 0,1 2 0 0,-1 0 0 15,0 2 0-15,3-2 0 0,1 1 0 16,-1 1 0-16,4-2 0 0,-2-2 0 0,3 2 0 16,-2-4 0-16,3 0 0 0,-2-4 0 15,5 2 0-15,-2-6 0 0,0 1 0 0,-2-3 0 16,2 0 0-16,-6-1 0 0,1-1 0 16,-3-5 0-16,-4 1 0 0,1-2 0 0,-2-1 0 15,-5 4 0-15,-1 1 0 0,0 1 0 16,-4 1 0-16,-2 5 0 0,-3 0 0 0,-2 4 0 15,-3 1 0-15,-3 2 0 16,-1 3 0-16,2 2 0 0,-4-1 0 0,3 3 0 16,1-2 0-16,3 0 0 0,-1 0 0 0,3 2 0 15,4-2 0-15,-3 0 0 0,4-2 0 16,4-3 0-16,2 8 0 0,-2-8 0 0,11 6 0 16,-11-6 0-16,13 2 0 0,-3-4 0 15,-10 2 0-15,21-1 0 0,-9-1 0 0,-3-1 0 16,5 2 0-16,-1-2 0 0,2-2 0 15,-2 2 0-15,2-3 0 0,3-2 0 0,-3-3 0 16,0 0 0-16,0-1 0 0,1-3 0 16,-7 6 0-16,1-4 0 0,-2 3 0 0,-3-1 0 15,1 3 0-15,-5 0 0 16,-2-1 0-16,-1 2 0 0,-4 2 0 0,1 1 0 16,-6 2 0-16,0 2 0 0,11 0 0 15,-21 0 0-15,12 0 0 0,9 0 0 0,-17 2 0 16,7 0 0-16,10-2 0 0,-9 6 0 15,5-2 0-15,4-4 0 0,-2 5 0 0,2-5 0 16,0 0 0-16,13 12 0 0,-5-12 0 16,-8 0 0-16,14 3 0 0,-9-2 0 0,-5-1 0 15,11 2 0-15,-11-2 0 16,10 4 0-16,-10-4 0 0,10 2 0 0,-10-2 0 16,3 9 0-16,-1-5 0 0,-2-4 0 0,0 10-964 15,0-10 7-15,0 11 99 0,-2-3-983 16,2 2-1266-16</inkml:trace>
  <inkml:trace contextRef="#ctx0" brushRef="#br0" timeOffset="39492.04">17179 8816 5541 0,'0'0'228'0,"0"0"42"0,0 0 32 0,0 0 31 0,0 0 45 0,-55-14 9 15,15 6 3-15,-6 1-28 0,-17 1-362 0,-1-2 0 16,-9 7 0-16,-5 1 0 0,-4 3 0 15,-25 7 0-15,-5 2 0 0,-18 5 0 16,-15 4 0-16,-14 4 0 0,-67 14 0 16,3 6 0-16,-5 1 0 0,8 7 0 0,17-2 0 15,18-1 0-15,62-14 0 0,12-1 0 16,19-6 0-16,29-5 0 0,8-4 0 0,17-6 0 16,8-1 0-16,7-2 0 0,3-2 0 15,7-3 0-15,4-1 0 0,4 2 0 0,5-4 0 16,0-3-21-16,0 0-513 0,14 8-102 15,-5-8-154-15,-9 0-66 0,29-6 94 0,-11 1-800 16,-2 0-1004-16</inkml:trace>
  <inkml:trace contextRef="#ctx0" brushRef="#br0" timeOffset="46061.4">20712 1906 4021 0,'0'0'-110'0,"0"0"69"0,0 0 55 0,0 0 66 0,0 0 53 0,0 0 44 0,0 0 36 0,0-10 39 15,0 10 19-15,0 0 11 0,0 0 0 0,0 0-11 16,0 0-13-16,0 0-18 0,0 0-18 16,0 0-22-16,0 0-16 0,0 0-18 15,0 0-17-15,0 0-17 0,2-8-13 0,-2 8-12 16,0 0-14-16,0 0-3 16,0 0-12-16,0 0-4 0,0 0-7 0,0 0-6 0,0 0 3 15,0 0-22-15,0 0-42 16,0 0 0-16,0 0 0 0,0 0 0 0,0 0 0 15,0 0 0-15,0 0 0 0,0 0 0 16,0 0 0-16,2-9 0 0,-2 9 0 16,0 0 0-16,0 0 0 0,0 0 0 0,0 0 0 15,0 0 0-15,0 0 0 0,0 0 0 16,0 0 0-16,0 0 0 0,0 0 0 0,0 0 0 16,0 0 0-16,0 0 0 0,0 0 0 15,0 0 0-15,0 0 0 0,0 0 0 16,0 0 0-16,0 0 0 0,0 0 0 0,0 0 0 15,0 0 0-15,0 0 0 16,0 0 0-16,0 0 0 0,0 0 0 0,0 0 0 16,0 0 0-16,0 0 0 0,0 0 0 15,0 0 0-15,0 0 0 0,0 0 0 0,0 0 0 16,-8 27 0-16,8-20 0 0,0-7 0 16,-1 15 0-16,-1-4 0 0,0 1 0 0,-2 0 0 15,2 1 0-15,2-1 0 0,-1 2 0 16,1 3 0-16,-2-2 0 0,2-3 0 15,-2 5 0-15,2-3 0 0,0-2 0 0,0 3 0 16,2-3 0-16,-2-2 0 0,0 2 0 16,2-2 0-16,-2-3 0 0,0 2 0 15,1-3 0-15,-1 3 0 0,0-9 0 16,6 14 0-16,-4-8 0 0,1 0 0 0,-3-6 0 16,11 10 0-16,-8-3 0 0,5-2 0 15,3-2 0-15,1 1 0 0,1-1 0 0,2-3 0 16,6 0 0-16,-2 0 0 0,2-2 0 15,-2 1 0-15,-2-3 0 0,2 1 0 16,-2 0 0-16,-4-3 0 0,1 1 0 0,-3 2 0 16,1-2 0-16,-1-2 0 0,-1 0 0 15,-2 2 0-15,1-5 0 0,0-2 0 0,-1 1 0 16,-2-1 0-16,4-1 0 0,-3 1 0 16,0-2 0-16,2 1 0 0,-4 1 0 15,1 0 0-15,-3 3 0 0,-1-1 0 16,4 2 0-16,-2 4 0 0,-4-3 0 0,4-1 0 15,-2 3 0-15,-2 5 0 0,4-9 0 16,-4 9 0-16,2-8 0 0,-2 8 0 16,1-5 0-16,-1 5 0 0,2-7 0 0,-2 7 0 15,0 0 0-15,2-9 0 0,-2 9 0 16,0 0 0-16,2-6 0 0,-2 6 0 0,0 0 0 16,0 0 0-16,2-7 0 0,-2 7 0 15,0 0 0-15,0 0 0 0,0 0 0 0,0 0 0 16,0 0 0-16,0 0 0 15,0 0 0-15,0 0 0 0,0 0 0 0,-9 33 0 0,5-16 0 16,0 4 0-16,0 3 0 16,-4 10 0-16,3 2 0 0,1 0 0 0,-2-4 0 15,3-2 0-15,3-5 0 0,-4 0 0 16,1-3 0-16,1-3 0 0,2-5 0 16,-2 1 0-16,-1-3 0 0,3-1 0 0,-2-3 0 15,0 2 0-15,2-10 0 0,0 12 0 16,-2-7 0-16,2-5 0 0,0 8 0 15,0-8 0-15,0 9 0 0,0-9 0 0,0 0 0 16,0 10 0-16,0-10 0 0,0 4 0 0,0-4 0 16,0 0 0-16,0 8 0 15,0-8 0-15,0 0 0 0,0 0 0 0,0 0-260 16,0 0-522-16,0 0-201 0,0 0 89 16,0 0 98-16,0 0-726 0,0 0-968 15</inkml:trace>
  <inkml:trace contextRef="#ctx0" brushRef="#br0" timeOffset="46741">21522 2042 3807 0,'-1'-8'-174'0,"1"3"65"0,-2-3 57 0,0 1 43 0,2-2 29 0,0 9 27 0,0-15 12 0,2 5 11 0,1 0 4 15,1 1 1-15,3-1 8 0,4 0 1 16,-2 1-8-16,0 1 1 0,1 1 2 0,-1 2-8 16,1 1-7-16,-2 2 0 0,-8 2 9 15,0 0 3-15,22 4 4 0,-13 1-1 0,-2 2-3 16,-3 1 10-16,-1 3 11 0,-1 1 8 16,0 3 14-16,-4 2 1 0,-3 7 15 15,-5 7 18-15,-3 4-10 0,-4-4 4 0,-4 8-3 16,1-10-1-16,2 0-7 0,-2 0-9 15,1-2-9-15,2-1-11 0,5-6-13 0,5-4-6 16,1-3-7-16,1 1-4 0,-1-2-1 16,4-3 20-16,2-1 12 0,2 2 24 15,4-3-4-15,1 0-10 0,4-2-15 16,1-2-8-16,5 0-8 0,-1-1-10 16,-3-2-9-16,-13 0-3 0,26-4-37 0,-12 0-28 15,-3 2 0-15,0-3 0 0,-2-2 0 16,-4-4 0-16,1 1 0 0,-6-5 0 0,0-5 0 15,-4-3 0-15,-1-10 0 0,-6 0 0 16,0-1 0-16,2 2 0 0,-3 1 0 0,1 0 0 16,2 1 0-16,0 4 0 0,4 7 0 15,1 0 0-15,2-1 0 0,1 3 0 16,2 0 0-16,5 2 0 0,-1 0 0 16,4 1 0-16,0 0 0 0,2 2 0 15,1 4 0-15,-1-1 0 0,-2 4 0 0,5 3 0 16,-1 1-299-16,5 4-292 0,-3 4-146 15,-2 0-203-15,6 3 88 0,-2 0-771 0,8 5-1062 16</inkml:trace>
  <inkml:trace contextRef="#ctx0" brushRef="#br0" timeOffset="47242.66">21553 1494 4201 0,'-48'-19'-211'0,"-3"-5"32"0,-3 7 31 0,-5-4 33 0,0 3 41 16,-4 3 38-16,1 3 34 0,-7 7 16 15,5 8 15-15,-8 9 19 0,0 7-1 0,-14 18 5 16,0 9 39-16,2 9 20 0,5 8 27 15,0 7 25-15,6 4 37 0,-1 10 1 16,8 7 23-16,7 5-5 0,5 7 8 0,16-4 10 16,10 3-18-16,11 2 19 15,13-24 30-15,16 15-2 0,9-2-6 0,19-6-16 16,11-8-15-16,16-5-20 0,8-6-25 16,19-13-18-16,7-6-14 0,16-14-12 0,1-15-14 15,10-9-73-15,5-11-53 0,1-16 0 16,-1-10 0-16,-2-11 0 0,-1-13 0 0,26-25 0 15,-14-15 0-15,-44 13 0 0,-4-10 0 16,8-34 0-16,-25 17 0 0,-14-5 0 16,-12-5 0-16,-13-2 0 0,-14-8 0 15,-12 2 0-15,-25 4 0 0,-20 5 0 0,-18 9 0 16,-16 17 0-16,-21 11 0 0,-13 21 0 16,-19 14 0-16,-16 15 0 0,-9 16 0 15,-10 13 0-15,-4 12 0 0,0 13-194 0,-43 20-254 16,16 11-143-16,12 4-239 0,50-15-69 15,15 0 100-15,10-5-708 0,13-3-952 0</inkml:trace>
  <inkml:trace contextRef="#ctx0" brushRef="#br0" timeOffset="53556.25">3202 6280 4332 0,'0'0'-57'0,"9"-2"20"0,-9 2 19 15,0 0 49-15,0 0 42 0,0 0 45 0,0 0 30 16,0 0 16-16,0 0-5 0,7-3-1 15,-7 3-6-15,0 0-12 0,0 0-1 16,0 0-5-16,0 0-10 0,0 0-13 0,0 0-8 16,0 0-8-16,0 0-7 0,0 0-9 15,0 0-8-15,0 0-7 0,0 0-6 0,0 0-3 16,0 0-7-16,0 0-4 0,0 0 6 16,0 0-5-16,0 0 9 0,0 0-3 0,0 0-3 15,0 0-8-15,0 0-4 0,0 0-3 16,0 0-11-16,-17 13 0 0,9-6-3 15,1-1-2-15,-1 0-6 0,3 2 6 16,-2-2-8-16,4-2-3 0,-1 1 3 16,0-1-6-16,4-4 4 0,-3 7-3 0,3-7 1 15,0 0 1-15,-4 5 10 0,4-5-3 16,0 0 0-16,0 0 17 0,0 0 0 0,0 0 13 16,0 0 0-16,0 0 5 0,0 0-4 15,0 0 3-15,11-21 3 0,-9 15-2 0,0-4-3 16,0 0-5-16,-2-1-4 0,-4 1-5 15,4-2-23-15,-2 3 2 0,2 1-8 16,-4 0-5-16,4 8-10 0,-1-12-28 0,1 12-29 16,-6-2-35-16,6 2-46 0,0 0-67 15,-18 22-83-15,9-11-101 0,4 1-113 16,-4 2-210-16,2-3-47 0,1 1 93 16,1-2-577-16,-1-4-716 0</inkml:trace>
  <inkml:trace contextRef="#ctx0" brushRef="#br0" timeOffset="56274.24">4438 4923 3232 0,'0'0'-12'0,"0"0"56"0,0 0 18 0,7 5 11 0,-7-5 16 0,0 0 30 0,0 0 39 16,0 0 26-16,0 0 13 0,0 0-5 15,0 0-9-15,0 0-13 0,0 0-20 0,0 0-7 16,0 0-9-16,25-11 6 0,-25 11 5 16,8-4 18-16,-8 4 4 0,0 0 17 0,6-7 8 15,-6 7 15-15,0 0 1 0,0 0-2 16,7-6 0-16,-7 6-9 0,0 0-10 16,0 0-11-16,4-6-8 0,-4 6-19 15,0 0-13-15,0 0-16 0,0 0-14 0,0 0-90 16,7-4-16-16,-7 4 0 0,0 0 0 15,0 0 0-15,0 0 0 0,0 0 0 16,0 0-183-16,0 0-125 0,0 0-109 0,0 0-127 16,0 0-135-16,0 0-177 0,0 0 79 15,0 0-729-15,0 0-951 0</inkml:trace>
  <inkml:trace contextRef="#ctx0" brushRef="#br0" timeOffset="58205.29">24459 1202 1343 0,'0'0'664'0,"10"-16"-150"0,-9 7-71 0,5-1-77 0,-2 3-42 0,4-2-3 0,-4 4-10 0,-1-1-9 16,3 1 9-16,-6 5-12 16,5-11-24-16,-5 11-34 0,0 0-15 0,0 0 7 15,0 0-10-15,9 24-12 0,-11-7-23 16,-6 16-16-16,-4 2-17 0,3 1-15 15,-1 1-10-15,1-1-16 0,0 2-11 0,-3-4-9 16,2 0-8-16,1-2-12 0,1-8-7 16,2-5-21-16,3-4-22 0,-1-3-30 0,2 0-43 15,-2-4-53-15,2 1-71 16,1-2-90-16,-4-5-108 0,5-2-98 0,0 0-111 16,0 0-140-16,0 0-86 0,-4-19 82 0,4 5-547 15,2-6-731-15</inkml:trace>
  <inkml:trace contextRef="#ctx0" brushRef="#br0" timeOffset="58405.96">24373 1059 3565 0,'-14'-8'42'0,"0"-1"50"16,5 4 46-16,-2 2 63 0,6-3 57 0,5 6 39 16,-9-6 10-16,9 6-5 0,-4-6-17 15,4 6-23-15,0 0-27 0,18-10-29 16,2 7-21-16,5-2-20 0,13 0-43 15,-1-1-66-15,4 4-90 0,-7 2-86 0,-5 0-101 16,-2 4-89-16,-5 3-78 0,-3 2-92 16,-4 1-166-16,-8 5-90 0,-7 6 78 0,-13 10-405 15,-9 6-535-15</inkml:trace>
  <inkml:trace contextRef="#ctx0" brushRef="#br0" timeOffset="58572.14">24078 1579 3051 0,'-17'10'88'0,"1"0"50"0,3-1 43 15,3-2 50-15,5-4 54 0,-1 3 58 16,6-6 17-16,-7 4-5 0,7-4-12 16,0 0-26-16,0 0-29 0,16 6-30 15,8-5-25-15,0-1-34 0,16-3-68 0,1-1-101 16,0 1-135-16,1-4-135 0,1 4-149 16,-6-4-174-16,3-2-237 0,-4 1 49 0,-9 1 86 15,-4 0-464-15,-5 2-596 0</inkml:trace>
  <inkml:trace contextRef="#ctx0" brushRef="#br0" timeOffset="58955.51">24675 1346 3216 0,'0'-7'90'0,"0"0"78"0,0 7 53 0,0 0 43 16,1-9 28-16,-1 9 20 0,0 0-12 16,0 0 1-16,0 0 33 0,0 0-2 0,0 0-21 15,10 28-26-15,-9-13-21 16,1 1-16-16,2 1-16 0,-1 3-15 0,-3-3-18 15,-3 2-17-15,3 1-13 0,-4-1-18 16,2-1-48-16,1-1-103 0,-1 1 0 16,0-7 0-16,-4 3 0 0,6-3 0 0,0-5 0 15,0 3 0-15,0-9 0 0,0 0 0 16,0 0 0-16,0 0 0 0,35-19 0 0,-10 0 0 16,1-6 0-16,5 6 0 0,-1-3 0 15,1 5 0-15,-3 3 0 0,1-1 0 16,-7 7 0-16,-1 2 0 0,-1 3 0 15,-5 3 0-15,2 3 0 0,2 3 0 16,-7 2 0-16,-1 1 0 0,1 1 0 0,-3 6 0 16,-2-1 0-16,-1 1 0 0,-2-1 0 15,-3 1 0-15,2-1 0 0,-3-1 0 0,0 0 0 16,0-3-218-16,0 2-237 0,-3-1-92 16,3-2-112-16,0-2-177 0,0-1 6 15,5-1 87-15,3-2-585 0,3 1-783 0</inkml:trace>
  <inkml:trace contextRef="#ctx0" brushRef="#br0" timeOffset="59255.09">25671 1471 3487 0,'-19'-4'-4'0,"0"0"57"0,-2 0 26 0,4 0 50 0,-2 1 61 0,3-1 68 0,5 2 70 0,-2 0 29 0,1 0 7 16,12 2-3-16,-15-6-15 0,15 6-24 0,0 0-29 16,0 0-25-16,0 0-32 0,39-8-23 0,4 8-27 15,7 0-60-15,1 2-72 16,0-1-115-16,-1-2-125 0,-1 2-123 0,-1 2-121 15,-2-6-145-15,-6 2-197 0,4-1-42 16,-16-2 91-16,-1 2-561 0,-4-1-744 0</inkml:trace>
  <inkml:trace contextRef="#ctx0" brushRef="#br0" timeOffset="59523.47">26098 1247 3734 0,'0'0'149'0,"-3"-9"30"15,3 9 19-15,0 0 16 0,0 0 4 16,0 0 7-16,0 0 5 0,0 0 1 0,43 12-22 16,-20 5-13-16,2 3-15 0,-5 3 6 15,3 1-10-15,-3 3-7 0,-7 2-10 0,-4 0-4 16,-3-2-5-16,-4-4-2 0,-4 0 5 16,-10 8-10-16,-1-2-1 0,-4-2-10 15,-3-1-15-15,-7-3-12 0,0 0-12 0,0-4-8 16,0-1-23-16,8-7-36 0,2-3-63 15,3-1-93-15,3-2-123 0,4-3-134 16,0-2-143-16,7 0-165 0,0 0-193 16,-14-10 81-16,12 4-712 0,0-4-963 0</inkml:trace>
  <inkml:trace contextRef="#ctx0" brushRef="#br0" timeOffset="60405.19">27106 1430 4105 0,'2'-17'-45'0,"0"3"62"0,-2 3 58 0,0-1 63 0,2 4 58 0,-2 1 53 16,0 7 38-16,1-12 14 0,-1 5-8 0,0 7-19 15,0-8-19-15,0 8-28 0,0 0-30 16,0 0-10-16,0 0 36 0,0 0 10 15,0 0-14-15,-1 34-19 0,-3-10 17 0,-2 12-8 16,1 1-75-16,-3 4-134 0,2-4 0 16,0 1 0-16,1-1 0 0,1-2 0 0,2-6 0 15,1-6 0-15,-1-3 0 0,2-3 0 16,-3-1 0-16,3-5 0 0,-2 1 0 16,2-1 0-16,0-5 0 0,-2 2 0 0,2-8 0 15,-2 13 0-15,2-13 0 16,2 5 0-16,-2-5 0 0,0 0 0 0,0 0 0 0,0 0 0 15,0 0 0-15,0 0 0 16,0 0 0-16,0 0 0 0,0 0 0 0,0 0-466 16,0 0-386-16,2-20-111 0,-2 20 91 15,0-10-841-15,0 5-1148 0</inkml:trace>
  <inkml:trace contextRef="#ctx0" brushRef="#br0" timeOffset="60923.8">27418 1434 4901 0,'6'-13'-41'0,"0"1"80"15,0-2 73-15,-2 7 70 0,-1-1 58 0,1 1 22 16,-4 7-3-16,4-9-21 0,-4 9-21 16,2-6-27-16,-2 6-12 0,0 0 20 15,0 0-6-15,0 0-15 0,-4 35-15 0,0-15-16 16,0 1-14-16,1 4-11 0,1 1-10 15,-2 10-9-15,2-7-29 0,2-3-73 0,6-4 0 16,-1 2 0-16,3-4 0 0,-1-1 0 16,3-2 0-16,0-5 0 0,-1 0 0 0,5-3 0 15,0-1 0-15,0-8 0 0,-1 2 0 16,7-4 0-16,1-4 0 0,5-6 0 16,-1-4 0-16,2-3 0 0,-4-3 0 15,-2 0 0-15,1-4 0 0,-4 4 0 16,-5 3 0-16,-1 2 0 0,-5 5 0 0,-2 4 0 15,1-4 0-15,1 4 0 0,-6 4 0 16,3-1 0-16,-4 5 0 0,0 0 0 0,0 0 0 16,0 0 0-16,-10 32 0 0,1-3 0 15,-1 4 0-15,3-1 0 0,-3 2 0 16,2 2 0-16,3-2 0 0,-1 1 0 0,5-6 0 16,-4-6 0-16,1 0 0 0,2-2 0 15,1-2 0-15,-3-4 0 0,2-3 0 0,-2 0 0 16,2 0 0-16,2-4 0 15,0-1 0-15,-1 2 0 0,1-9 0 0,0 11 0 16,0-11 0-16,0 9 0 0,0-9 0 16,-2 9 0-16,2-9 0 0,-2 3 0 15,2-3-129-15,0 0-363 0,0 0-99 0,0 0-143 16,0 0-167-16,0 0 86 0,0 0-725 16,-18-17-985-16</inkml:trace>
  <inkml:trace contextRef="#ctx0" brushRef="#br0" timeOffset="61655.32">28234 1606 3770 0,'0'0'-214'0,"-21"-1"52"0,21 1 53 0,-8-6 49 0,8 6 46 0,0 0 32 0,-7-5 34 0,7 5 32 0,0 0 30 0,-9-6 26 16,9 6 24-16,-8-5 21 0,8 5 19 15,-6-6 10-15,6 6 8 0,-6-7-4 0,6 7-3 16,-1-12-4-16,1 4-4 0,1-1-21 16,3-3-12-16,2 1-12 0,4-3-4 15,1 4-19-15,0-4-8 0,3-1-11 0,1 4-11 16,0-1-13-16,4 4-16 15,-3 0-9-15,3 4-7 0,-2 4-12 0,2 2-2 0,1 4-10 16,2 2-1-16,-5 5-2 16,3 3-3-16,2 6-1 0,-8-2-3 15,-9-2 8-15,-1 5 7 0,-2-3 16 0,-12 11 17 16,0 0-5-16,-5-2-7 0,-2 2-6 16,-2-4 5-16,0 0 15 0,0-4 11 0,-2-3 8 15,6-3 4-15,4-5-35 0,0-4-68 16,6-1 0-16,-3-1 0 0,5 0 0 0,3-6 0 15,-6 8 0-15,6-8 0 0,-2 6 0 16,2-6 0-16,0 0 0 0,0 0 0 16,21 5 0-16,-11-5 0 0,3 3 0 15,1-1 0-15,0 1 0 0,4 1 0 16,0 1 0-16,0 0 0 0,-1-2 0 0,-4 3 0 16,4-2 0-16,-3 3 0 0,-5-3 0 15,0-1 0-15,2 1 0 0,-2-1 0 0,-9-3 0 16,13 6 0-16,-7-4 0 0,-6-2 0 15,9 4 0-15,-9-4 0 0,8 3 0 0,-8-3 0 16,3 4 0-16,-3-4-551 0,0 0-319 16,0 0-85-16,0 0 96 0,0 0-827 15,16-12-1120-15</inkml:trace>
  <inkml:trace contextRef="#ctx0" brushRef="#br0" timeOffset="62437.82">29069 1467 4508 0,'0'0'-68'0,"4"-4"76"0,-4 4 64 0,0 0 49 0,6-8 49 0,-6 8 38 0,0 0 22 0,1-4 31 16,-1 4 9-16,0 0 1 0,0 0-1 15,0 0-3-15,-1-11-8 0,1 11-16 16,0 0-26-16,-10-9-22 0,0 6-24 0,-6-1-16 16,-2 2-14-16,-3 1-17 0,-5-1-26 15,1 0-98-15,-2-2 0 0,6 2 0 16,1-2 0-16,2 2 0 0,0-1 0 0,7 3 0 16,-2-1 0-16,1-3 0 0,12 4 0 15,-14-4 0-15,3 3 0 0,11 1 0 16,-13-4 0-16,13 4 0 0,-9-3 0 0,9 3 0 15,0 0 0-15,-14-3 0 0,14 3 0 16,0 0 0-16,-11-4 0 0,11 4 0 16,0 0 0-16,-5-2 0 0,5 2 0 15,0 0 0-15,0 0 0 0,0 0 0 0,-10-6 0 16,10 6 0-16,0 0 0 0,0 0 0 16,0 0 0-16,-4-7 0 0,4 7 0 15,0 0 0-15,0 0 0 0,-2-10 0 0,2 10 0 16,0 0 0-16,0 0 0 0,0 0 0 15,0 0 0-15,0 0 0 0,0 0 0 0,-11 23 0 16,5-7 0-16,2-3 0 0,0 3 0 16,0-1 0-16,4 1 0 0,-1 1 0 15,1-3 0-15,1 1 0 0,1 1 0 16,4-1 0-16,0-1 0 0,5 3 0 16,0-3 0-16,11 6 0 0,-3-6 0 0,0-2 0 15,-2 0 0-15,8 3 0 0,-6-3 0 16,-6 0 0-16,2 2 0 0,-1-2 0 15,-1 2 0-15,-4-4 0 0,1 3 0 0,-2-1 0 16,-5-2 0-16,1-1 0 0,0 1 0 16,-4 0 0-16,0-3 0 0,-4 1 0 0,0 1 0 15,-7 0 0-15,-1-1 0 0,-1 1 0 16,-4-1 0-16,-3-1 0 0,-4-2 0 0,1 0 0 16,0-1 0-16,5-1 0 0,-2 0 0 15,6-1 0-15,0 0 0 0,3 0 0 16,11-2 0-16,-22 1 0 0,22-1 0 15,-12 2 0-15,12-2 0 0,-14 2 0 16,14-2 0-16,0 0 0 0,-17 0 0 0,17 0 0 16,0 0 0-16,-12 2 0 0,12-2 0 15,0 0 0-15,-11 1 0 0,11-1 0 0,0 0-370 16,0 0-686-16,0 0 103 16,0 0-1024-16,0 0-1394 0</inkml:trace>
  <inkml:trace contextRef="#ctx0" brushRef="#br0" timeOffset="63405.17">29667 1489 4932 0,'0'0'-225'0,"2"-9"87"0,-2 9 61 0,0 0 73 0,0 0 61 0,0-9 57 0,0 9 31 0,5-7 16 0,-5 7 9 16,7-10 8-16,-2 2 4 0,3 0 1 0,4-2-1 15,-3 3 0-15,4-1-11 0,-1 0-12 16,3 0-9-16,-3 4-20 0,1 1-11 16,0 1-6-16,-1 2-18 0,-12 0-8 0,25 2-8 15,-14 0-11-15,0 3-3 0,1 0-8 16,-3 4-1-16,0-1-4 0,0 4-1 0,-4-1 1 15,-1-1-6-15,-2 2 3 0,-2 1 3 16,-2 4-1-16,-6 1-1 0,-2 1 0 16,-5 6-1-16,-2-2-6 0,4-4-2 0,-1-5 1 15,5-2 6-15,2-2-1 16,-1-2 0-16,2 3-17 0,2-6-30 0,0 1 0 16,4-6 0-16,-5 12 0 0,3-8 0 0,2-4 0 15,-2 8 0-15,2-8 0 16,4 17 0-16,-2-9 0 0,-1 2 0 0,5 1 0 15,0-1 0-15,2 2 0 0,-3-3 0 16,-1 3 0-16,0-2 0 0,-1-1 0 0,1 1 0 16,-1-2 0-16,-3 1 0 0,2-1 0 15,-2 0 0-15,-2 1 0 0,-5 0 0 16,0-2 0-16,0 3 0 0,-5-1 0 16,1-3 0-16,-4 1 0 0,-1-2 0 15,5-1 0-15,-7-1 0 0,4-3 0 0,-2 0 0 16,3-3 0-16,-5-1 0 0,2 1 0 15,-2-2 0-15,1-2 0 0,2 2 0 0,-1 1 0 16,1-1 0-16,0 0 0 0,2 0-456 16,5 0-530-16,0 1 32 0,8 4 102 0,0 0-829 15,0 0-1117-15</inkml:trace>
  <inkml:trace contextRef="#ctx0" brushRef="#br0" timeOffset="63787.47">30183 1627 4856 0,'0'-15'1'0,"0"4"69"0,0 3 60 0,-1 1 29 0,1 7 7 0,-2-9-18 0,2 9-20 16,0 0-14-16,0 0 12 0,0 0 14 16,-29 21 21-16,9-2 2 0,-1 6 2 0,-3 3 8 15,6 1-5-15,-1 0-12 0,3 1-13 16,5 1-4-16,3-1-3 0,5-4-1 0,5-4-12 15,3 0-1-15,2-3 6 0,9 3 6 16,4-1-27-16,5-2-107 0,4-7 0 16,2-4 0-16,-3-1 0 0,-1-5 0 0,0-2 0 15,0-2 0-15,-1-1 0 0,-2-3 0 16,7-4 0-16,-4-5 0 0,-2-2 0 0,-4-3 0 16,-5-1 0-16,-2-14 0 0,-4-2 0 15,-9-4 0-15,-1 1 0 0,-1 2 0 16,-9 4 0-16,-5 3 0 0,-9 7 0 15,-1 4 0-15,-12 6 0 0,-3 4 0 0,-3 3 0 16,-4 3 0-16,4 4 0 0,0 4 0 16,7 1-32-16,8 2-583 0,5-2-128 15,6 0-213-15,5 0 79 0,5 2 95 0,7-2-642 16,0-5-874-16</inkml:trace>
  <inkml:trace contextRef="#ctx0" brushRef="#br0" timeOffset="64754.14">30879 1496 3649 0,'0'0'-152'0,"0"-11"50"0,0 11 45 16,0-8 47-16,0 8 33 0,0 0 37 0,2-10 19 0,-2 10 25 16,0 0 19-16,2-8 13 0,-2 8 22 15,0 0 21-15,0 0 13 0,3-7 9 16,-3 7 6-16,0 0 7 0,0 0 15 15,7-6 3-15,-7 6-1 0,0 0-5 16,0 0-12-16,4-6-8 0,-4 6-12 0,0 0-19 16,0 0-11-16,0 0-12 0,1-9-10 15,-1 9-13-15,0 0-11 0,0 0-4 16,0 0-1-16,0 0-7 0,0 0-5 0,0 0-7 16,4-7-9-16,-4 7-12 0,0 0-3 15,0 0-51-15,0 0-19 0,0 0 0 0,0 0 0 16,0 0 0-16,0 0 0 0,0 0 0 15,0 0 0-15,0 0 0 0,0 0 0 16,-5 28 0-16,3-13 0 0,-2 3 0 16,-1 3 0-16,4 2 0 0,-3 0 0 15,0-1 0-15,2 2 0 0,2-5 0 0,0-1 0 16,0 2 0-16,0-5 0 0,4-1 0 16,-4-3 0-16,2 1 0 0,0-2 0 0,0-2 0 15,-1-2 0-15,10-1 0 0,-4 1 0 16,4-2 0-16,1-4 0 15,3 0 0-15,1-2 0 0,2-2 0 0,1-5 0 0,10-3 0 16,0-6 0-16,-1-1 0 16,-1-2 0-16,-2 2 0 0,-3 1 0 0,-4 2 0 15,-5 6 0-15,-1 0 0 0,-5 1 0 16,1 4 0-16,-1-2 0 0,-1 4 0 16,-6 3 0-16,8-9 0 0,-8 9 0 0,0 0 0 15,0 0 0-15,0 0 0 0,-9 29 0 16,0-10 0-16,0 2 0 0,-2 8 0 0,1 0 0 15,-3 0 0-15,4-2 0 0,-2 2 0 16,6-7 0-16,-1-1 0 0,3-5 0 16,-3-1 0-16,1 1 0 0,4-4 0 0,-3 0 0 15,2-2 0-15,0-2 0 16,0-1 0-16,2-7 0 0,0 12 0 0,0-12 0 16,-1 10 0-16,1-10 0 0,0 7 0 0,0-7 0 15,0 0 0-15,1 11 0 0,-1-11 0 16,4 1 0-16,-4-1 0 0,0 0-473 15,0 0-292-15,21-5-193 0,-21 5 66 16,17-3 101-16,-5 1-676 0,1-1-914 0</inkml:trace>
  <inkml:trace contextRef="#ctx0" brushRef="#br0" timeOffset="65170.3">31517 1666 4010 0,'6'-11'-16'0,"2"-2"44"0,0 3 27 0,-1 2 28 0,0 1 20 0,4 2 0 16,-4-1-4-16,-7 6-11 0,16-3-10 16,-16 3 0-16,16 9 4 0,-10 1 10 15,-1 2 9-15,-5 5 17 0,3 0 12 0,-6 3 7 16,-2 1 13-16,-8 8 10 0,-1-2 9 16,-1 2 7-16,1-2-11 0,0-1-13 15,5-6-12-15,-4-3-14 0,8 0-8 0,-1-1-6 16,1-3 1-16,3-2 2 0,2-1 9 15,2-2 8-15,0-1 4 0,1 3-6 16,7-6-9-16,-3 1-14 0,5 0-10 16,-3-3-6-16,-9-2-1 0,22 0 8 0,-22 0-98 15,23-8 0-15,-12 0 0 0,-4-4 0 16,0-5 0-16,2-2 0 0,-6-3 0 16,-3-3 0-16,-1-3 0 0,-5-6 0 0,-4 2 0 15,-1 1 0-15,3 6 0 0,0 5 0 16,1 4 0-16,3 3 0 0,0 1 0 0,1 1 0 15,-1 3 0-15,2-1 0 0,2 2 0 16,0 7 0-16,2-13 0 0,4 9 0 16,3 1 0-16,5 0 0 0,0 3 0 0,4 3-78 15,6 0-573-15,11 3-162 0,-3 4-126 16,4 3 82-16,-1 1-794 0,-3 1-1087 16</inkml:trace>
  <inkml:trace contextRef="#ctx0" brushRef="#br0" timeOffset="67603.38">32240 1603 896 0,'7'-4'469'0,"2"-1"-129"0,-9 5-72 0,13-6-46 0,-6 4-6 0,-7 2 21 0,12-7 21 16,-6 2 2-16,-6 5 15 0,9-5 13 0,-9 5 1 16,7-7-4-16,-7 7-4 0,7-7-15 0,-7 7-21 15,0 0-8-15,0 0-15 0,5-3-21 16,-5 3-13-16,0 0-15 0,0 0-24 15,0 0-9-15,0 0-20 0,6-5-9 16,-6 5-12-16,0 0-13 0,0 0-11 0,0 0-4 16,0 0-15-16,0 0-6 0,0 0-9 15,0 0-6-15,0 0 1 0,0 0 4 0,0 0-3 16,0 0 1-16,-33 20-3 0,18-8 0 16,-8 5 10-16,-1 4-2 0,-3-1-2 15,-2 2 15-15,0 1 0 0,-3 6-6 0,5-6 1 16,2 3-2-16,0-1 1 15,5 0-3-15,3 0 1 0,0 0-2 0,3-6 4 16,5 0-4-16,1 0 6 0,0-2 1 16,4 0-15-16,3-2-38 0,-1 1 0 15,4 1 0-15,3-3 0 0,5 4 0 0,3-7 0 16,5 3 0-16,-2-7 0 0,8 3 0 16,-3-3 0-16,1-6 0 0,3 5 0 0,-4-6 0 15,-1 0 0-15,-2-2 0 0,0-3 0 16,-6 0 0-16,4-1 0 0,-3 0 0 0,1-1 0 15,-7-1 0-15,1 2 0 0,-5-2 0 16,3 5 0-16,-6 3 0 16,5-12 0-16,-5 12 0 0,-7-10 0 0,7 10 0 15,-11-7 0-15,4 4 0 0,-2 1 0 16,9 2 0-16,-14-3 0 0,6 1 0 0,8 2 0 16,-16 0 0-16,16 0-263 0,-11-2-220 15,11 2-80-15,0 0-86 0,-12-2-195 0,12 2 17 16,0 0 82-16,0 0-553 0,0 0-757 15</inkml:trace>
  <inkml:trace contextRef="#ctx0" brushRef="#br0" timeOffset="68003.53">32801 1719 3403 0,'3'-8'-27'0,"3"-1"50"0,-2 4 49 0,1 0 35 0,-5 5 36 0,2-7 19 0,-2 7 4 16,0 0-15-16,0 0-26 0,0 0-9 15,0 0 11-15,0 0 23 0,-34 20 22 16,7-2 14-16,0 3 16 0,-7 6-9 0,5-4-16 16,-3 7 4-16,7-6-11 0,3 0 8 15,3 0-9-15,-1 4-18 0,5-5 2 0,6-2-8 16,3-4-8-16,2 0-5 15,2-2 2-15,2-1 3 0,4-3-4 0,1 5-8 16,4-5-10-16,2 3-10 0,3-5-8 16,0-3-8-16,2-2-4 0,-3 0-8 15,0-4-47-15,1 0-30 0,-14 0 0 0,25-8 0 16,-14 4 0-16,-2-5 0 0,-1-1 0 16,0 0 0-16,-4 1 0 0,-1-3 0 0,-1 2 0 15,-2-1 0-15,-4 2 0 0,-3 0 0 16,-5 0 0-16,-1 1-216 0,-5 4-166 15,2 2-75-15,-4 0-70 0,2 4-107 16,-7 1-192-16,2 2 22 0,0 2 86 16,1 1-516-16,-9 4-695 0</inkml:trace>
  <inkml:trace contextRef="#ctx0" brushRef="#br0" timeOffset="69436.22">30680 2376 3119 0,'-11'-1'-177'0,"11"1"38"0,0 0 35 0,-9-4 49 16,9 4 47-16,-7-3 36 0,7 3 31 0,0 0 24 15,0 0 22-15,-18-4 15 0,18 4 21 16,0 0 20-16,-11-4 22 0,11 4 14 16,0 0 13-16,0 0 11 0,0 0 9 0,0 0 12 15,0 0 19-15,0 0 10 0,0 0-1 16,0 0-4-16,0 0-3 0,0 0-13 15,0 0-18-15,42-8-23 0,-23 4-22 16,4 2-17-16,-3 0-18 0,-2 0-19 0,-3 0-16 16,-3 0-15-16,-1 2-15 0,-11 0-14 15,18 2-8-15,-11 2-2 0,-2 3-4 0,1 2-3 16,-2 4 3-16,-3 3-12 0,-1 1 1 16,0 7 3-16,-3 1-2 0,-1 8-14 0,-1-3-35 15,-1 3 0-15,1-6 0 16,3-4 0-16,-5-1 0 0,3-1 0 0,1-2 0 15,-1-5 0-15,2 1 0 0,0-3 0 16,1-2 0-16,-3 0 0 0,2 1 0 16,-2-5 0-16,1 1 0 0,3-7 0 0,-3 11-72 15,3-11-248-15,-2 5-105 0,2-5-120 16,0 0-140-16,0 0-194 0,23-17 75 0,-10 5-713 16,8-7-963-16</inkml:trace>
  <inkml:trace contextRef="#ctx0" brushRef="#br0" timeOffset="69820.1">31026 2491 4281 0,'0'-7'77'16,"0"7"46"-16,2-14 46 0,-2 8 58 15,0 6 36-15,5-11-4 0,-1 5-21 0,4-2-8 16,2 4-23-16,1-1-18 0,3-1-11 16,-2 3-20-16,4 3-19 0,-16 0-9 15,31 5-11-15,-17 0-13 0,0 3 2 0,-4 3-1 16,-3 3 6-16,-2 1 13 0,-6 2 13 15,-3 4 3-15,-7 8 18 0,-5-2 9 0,0 1-135 16,-2-2-34-16,1-2 0 0,5-5 0 16,3-6 0-16,4-2 0 0,-1-1 0 15,2-5 0-15,0 2 0 0,4 0 0 0,-2 1 0 16,2-8 0-16,10 12 0 0,1-7 0 16,5 2 0-16,4 0 0 0,5 0 0 15,2-2 0-15,9 0 0 0,-6-3 0 16,1 1 0-16,-2-1 0 0,-5 0 0 0,0-1 0 15,-6 1 0-15,-2 0 0 0,-3 0 0 16,1-2 0-16,-14 0 0 0,18 1 0 0,-18-1 0 16,14 2 0-16,-14-2 0 0,11 2 0 15,-11-2 0-15,5 1 0 0,-5-1 0 16,0 0-118-16,0 0-734 0,0 0-141 0,0 0 106 16,-39 0-929-16,21 2-1245 15</inkml:trace>
  <inkml:trace contextRef="#ctx0" brushRef="#br0" timeOffset="70436.83">31924 2496 5149 0,'0'0'-136'0,"2"-7"64"0,-2 7 61 0,2-10 70 0,-2 10 67 0,2-9 55 0,-2 9 42 16,1-8 14-16,-1 8 0 0,2-7-22 0,-2 7-22 15,0 0-20-15,0 0-26 0,0 0-3 16,0 0 26-16,0 0 14 0,-9 34-6 0,2-11-6 16,4 11-1-16,-5 0-1 0,5 0-13 15,-3 0-33-15,2-7-124 0,3-3 0 16,-4-2 0-16,3-3 0 0,0-2 0 15,0-3 0-15,2-3 0 0,-1 3 0 16,-1-3 0-16,2-3 0 0,0 1 0 0,0-9 0 16,-2 12 0-16,2-12 0 0,0 10 0 15,0-10 0-15,-2 9 0 0,2-9-23 0,0 4-533 16,0-4-156-16,0 0-227 0,0 0 68 16,0 0 100-16,19-20-698 0,-7 11-917 15</inkml:trace>
  <inkml:trace contextRef="#ctx0" brushRef="#br0" timeOffset="70786.14">32204 2617 3852 0,'-2'-12'57'0,"2"12"68"0,0 0 27 0,-2-9 16 16,2 9 19-16,0 0 20 0,0 0-2 16,0 0-19-16,0 0 27 0,0 0 24 0,0 0 0 15,0 0-10-15,-17 31-8 0,15-19-12 16,-4 3-20-16,4-1-16 0,1 1-17 15,1-1-12-15,0-2-11 0,0 2-8 0,3 3-8 16,3-4-8-16,1 1-6 0,3-2-11 16,1-2-2-16,7-1-9 0,0 0-5 0,0-4-7 15,-1 0-6-15,0-2-39 0,-4-1-22 16,1-2 0-16,-14 0 0 0,23-4 0 16,-12-1 0-16,-2-1 0 0,2-3 0 0,-4-3 0 15,-2 2 0-15,1 0 0 0,-4-1 0 16,2 1 0-16,-3 2 0 0,-1 1 0 15,0 7 0-15,-9-14 0 0,0 8 0 16,-3 5-181-16,-7-2-235 0,0 3-87 0,1 3-86 16,-5 2-151-16,-1 0-105 0,11-3 86 15,1 1-655-15,7-1-866 0</inkml:trace>
  <inkml:trace contextRef="#ctx0" brushRef="#br0" timeOffset="71135.83">32489 2639 3933 0,'11'-5'50'0,"-6"2"44"15,-5 3 22-15,0 0 25 0,9-2 23 16,-9 2 13-16,0 0 6 0,0 0 17 0,0 0 30 16,0 0 0-16,0 0-16 0,14 13-8 15,-12-7-19-15,0 0-18 0,0 0-12 0,1 4-14 16,-1-5-8-16,2 3-16 0,0 1-12 16,1 0-4-16,2-4-7 0,0 3-7 15,0-3-8-15,4 0-3 0,3-3-10 0,-3 2 1 16,1-3-7-16,1-1-7 0,-13 0 8 15,27-3 19-15,-16-1 18 0,-11 4 14 16,18-1 5-16,-18 1-62 0,13-2-57 16,-13 2 0-16,0 0 0 0,8 9 0 15,-10-1 0-15,-4 4 0 0,-5 5 0 0,-5 9 0 16,-1 3 0-16,2 0 0 0,-4 0 0 16,3 2 0-16,2-1 0 0,0-3 0 0,3-6 0 15,3-3 0-15,-2-1 0 0,6-3 0 16,-1-4 0-16,1 1 0 0,1-3 0 15,-1 1 0-15,2-4-164 0,2 1-397 0,0-6-186 16,0 0-194-16,0 0 101 0,0 0-839 16,0 0-1116-16</inkml:trace>
  <inkml:trace contextRef="#ctx0" brushRef="#br0" timeOffset="71903.59">27914 2056 4344 0,'0'0'-162'0,"0"0"41"0,19-8 35 0,-19 8 37 0,4-6 46 0,-4 6 38 0,3-8 31 0,-3 8 20 0,0 0-5 15,7-7-8-15,-7 7-5 16,0 0-6-16,4-6-3 0,-4 6 1 0,0 0-5 15,0 0 0-15,5-7-1 0,-5 7 7 16,0 0 7-16,6-5 3 0,-6 5 8 0,0 0 10 16,15-2 5-16,-15 2-4 0,21 0-4 15,-21 0-9-15,26 6-2 0,-12-2 1 16,-1 4 5-16,-2-2 1 0,-1 7 0 16,0-3 21-16,-3 1 2 0,-3 1 2 0,-1 0 2 15,-3 3-9-15,-3-1-11 0,-1 1-11 16,-1 2 2-16,-5 0-12 0,1 0-29 15,-3-2-49-15,-1 1-50 0,-6 4-79 0,-3-8-87 16,8 0-98-16,-2-3-89 0,1-4-122 16,1-2-192-16,5-3 22 0,9 0 78 15,-13 0-359-15,13 0-464 0</inkml:trace>
  <inkml:trace contextRef="#ctx0" brushRef="#br0" timeOffset="72302.42">29240 2036 2841 0,'0'0'72'16,"2"-9"45"-16,-2 9 28 0,4-8 41 0,-4 8 28 0,6-5 11 0,-6 5-11 0,0 0-10 0,9-3-8 15,-9 3-3-15,0 0-1 0,0 0-15 16,11 20-1-16,-11-11-6 0,-1 3-16 15,-3 5-14-15,-7 9-13 0,-7 2-12 16,2-3-59-16,-6 1-72 0,3-2-104 0,-3 0-109 16,2-2-128-16,3-5-156 0,4-7-223 15,4-1 65-15,0-5 72 0,9-4-310 0,-5 0-391 16</inkml:trace>
  <inkml:trace contextRef="#ctx0" brushRef="#br0" timeOffset="72789.17">30622 2027 2636 0,'0'0'95'0,"11"-4"25"0,-11 4 27 0,0 0 26 0,10-4 21 0,-10 4 4 0,0 0-11 0,0 0-11 0,0 0 28 0,0 0-7 16,4 17-14-16,-4-7-16 0,0 0-17 0,-2 3-12 15,0 3-12-15,0 1-4 0,-2-1-11 16,-2 1-16-16,3-2-32 0,-5-1-43 16,3-1-56-16,-3 1-82 0,-2-2-98 0,1-2-126 15,-1-1-179-15,1-4-179 0,-1-2 66 16,2-3-364-16,8 0-475 0</inkml:trace>
  <inkml:trace contextRef="#ctx0" brushRef="#br0" timeOffset="73220">31668 2060 2843 0,'0'0'71'0,"0"0"46"0,7-2 21 15,-7 2 31-15,0 0 27 0,0 0 9 16,0 0-8-16,0 0-17 0,0 0-19 0,0 0 3 16,0 0 3-16,0 15-8 15,0-15-11-15,-9 21-16 0,0-9-12 0,-3 5-10 16,-8 3-17-16,2 1-48 0,3-3-66 0,1-4-96 16,2 2-94-16,-1-6-106 15,2 2-137-15,4-4-218 0,2-1 38 0,1-1 67 16,4-6-257-16,0 0-310 0</inkml:trace>
  <inkml:trace contextRef="#ctx0" brushRef="#br0" timeOffset="73603.11">33258 2208 2596 0,'13'-5'213'0,"-13"5"-15"0,0 0-22 0,0 0 7 0,0 0 36 0,0 0 14 0,-7 17-5 0,7-17-16 0,-14 19-20 16,4-5-14-16,-1 1-19 0,-3 2-18 16,-4 3-8-16,-1 2-25 0,1-5-58 15,-8-1-83-15,-1 4-127 0,1-1-136 0,-9 0-189 16,-2-4-219-16,1-1 69 0,-12-1-354 15,-2 3-464-15</inkml:trace>
  <inkml:trace contextRef="#ctx0" brushRef="#br0" timeOffset="73986.61">31409 2844 2602 0,'15'2'38'0,"-5"-1"24"0,0 3 21 16,-3 1 41-16,-2 1 69 0,4 1 49 0,-5 0 28 15,-3 5 15-15,-1 0 8 0,0 2-9 16,-3 3-20-16,-6 2-23 0,-4 8-24 16,-4 2-8-16,-5-4-32 0,-5 1-47 0,-4 4-74 15,5-7-106-15,1-3-125 0,2 1-173 16,8-5-214-16,-3-4-156 0,3-3 57 0,3-3-447 15,1 0-576-15</inkml:trace>
  <inkml:trace contextRef="#ctx0" brushRef="#br0" timeOffset="76385.1">23758 3860 3284 0,'-17'-4'85'0,"0"1"35"0,-1 1 33 0,4 0 43 15,3-1 40-15,0 0 33 0,11 3 27 0,-17-1 6 16,17 1-14-16,-13-1-11 0,13 1-12 16,0 0-9-16,-16-2-19 0,16 2-16 0,0 0-14 15,0 0-20-15,0 0-18 0,34-10-17 16,-11 4-17-16,2 1-12 0,11-1-14 15,-5 0-10-15,-8 0-12 0,-4 6-10 0,-2-4-4 16,-1 2-16-16,-5 0-7 0,-11 2-11 16,19 4-1-16,-11 0-2 0,-5 6-1 0,1 2-4 15,-4 1-29-15,-4 10-2 0,-1 1 0 16,-5 14 0-16,-3 12 0 0,0 3 0 0,1-5 0 16,2 5 0-16,-1-2 0 0,1-1 0 15,5-11 0-15,-1 0 0 0,2 0 0 16,-1-7 0-16,0-6 0 0,3-6 0 15,2-5 0-15,-1-2 0 0,-1-1 0 0,0-4 0 16,0-1 0-16,-4-2 0 0,6-5 0 16,-11 5 0-16,11-5 0 0,-26-5 0 15,4-2 0-15,3 0 0 0,-12-8 0 0,3-1 0 16,1-1 0-16,-1-1 0 0,3-3 0 16,2 2 0-16,8 5 0 0,2 4 0 0,2-1 0 15,0 2 0-15,2 2 0 16,2-1 0-16,1 3 0 0,2 1 0 0,0 0 0 15,4 4-512-15,-4-6-249 0,4 6-187 16,10-12 92-16,3 3 80 0,10-2-699 0,8-1-924 16</inkml:trace>
  <inkml:trace contextRef="#ctx0" brushRef="#br0" timeOffset="76784.37">24215 3870 3789 0,'2'-17'-34'0,"2"3"80"0,-4 2 52 0,-2 3 59 0,2 1 48 0,0 8 19 0,2-10-14 0,-2 10-16 16,0 0-6-16,0 0 44 0,0 0-9 16,-11 30 2-16,1-1 0 0,-3 9 12 0,-1 10 5 15,1 2-16-15,2 3-16 16,-3-1-16-16,-1 1-14 0,5-4-17 0,1-9-12 16,1-4-14-16,-2-1-13 0,3-6-7 15,1-6-2-15,4-4-2 0,-1-5-113 0,1-4 0 16,-2 0 0-16,1-1 0 0,3-9 0 15,0 8 0-15,0-8 0 0,0 0 0 0,0 0 0 16,0 0 0-16,22-27 0 0,-7 12 0 16,4-4 0-16,0 0 0 0,1 3 0 15,-6 7 0-15,-2-2 0 0,1 5 0 0,-3 0 0 16,4 4 0-16,-2 4 0 0,0 0 0 16,1 5 0-16,4 2 0 0,-5 2 0 0,1 3 0 15,1 1 0-15,-3 3 0 16,-4-1 0-16,4-4 0 0,-6 3 0 0,1-3 0 15,-3-2 0-15,5 2 0 0,-4-4 0 16,0-1 0-16,0-2 0 0,-2 0 0 0,-2-6-167 16,3 4-306-16,-3-4-122 0,0 0-120 15,0 0-162-15,11-21 77 0,-4 11-752 0,-4-4-996 16</inkml:trace>
  <inkml:trace contextRef="#ctx0" brushRef="#br0" timeOffset="77185.03">24655 4276 4600 0,'0'0'96'0,"0"0"39"0,0 0 38 0,0 0 27 15,0 0 10-15,0 0-19 0,0 0-8 16,0 0-11-16,0 0 12 0,0 0 0 0,0 0-8 16,0 0-14-16,31 6-15 0,-19-4-15 15,1-2-12-15,-1 0-15 0,-12 0-7 0,27 0-9 16,-15-2-8-16,-1 0-5 0,0-2-8 15,0 0-5-15,-2 2-4 0,-4-5-4 16,1-1-20-16,-1 2-5 0,-5 6-8 16,-2-14-1-16,-7 7-9 0,0-1 1 0,-4 2-6 15,-2 3-3-15,-7 1 3 0,2 0-3 16,-7 6 0-16,0-1-1 0,-3 7-5 16,-1 1 5-16,5 4 1 0,2 2-1 0,8 0 1 15,0-2-4-15,7 2 14 0,0-1 8 16,4 2 6-16,3 0 10 0,7 5 2 0,2-2 4 15,8 6 4-15,6-3-24 0,4 0-24 16,4-2 0-16,0-3 0 0,3-2 0 16,-2-3 0-16,1-6 0 0,-6-1 0 0,-5-1-53 15,-1-4-167-15,3-2-89 0,-2 0-127 16,5-4-152-16,2-3-210 0,3-3-37 0,4-1 84 16,1 3-678-16,2 0-879 0</inkml:trace>
  <inkml:trace contextRef="#ctx0" brushRef="#br0" timeOffset="77452.35">25767 4371 4345 0,'-4'-9'216'0,"-3"4"51"0,7 5 22 0,-3-9 21 0,3 9-17 0,0 0-17 0,0 0 26 16,0 0 7-16,-11 17-24 0,5-1-26 15,1 8-18-15,-6 8-28 0,4 2-21 0,-2 1-17 16,-1 1-17-16,0-4-97 0,3-1-61 16,0-5 0-16,0-3 0 0,1-2 0 15,-1-1 0-15,2-3 0 0,1-4-206 0,0-1-126 16,0-1-110-16,2-5-135 0,0-2-162 16,2-4-98-16,0 0 76 0,0 0-700 0,0 0-911 15</inkml:trace>
  <inkml:trace contextRef="#ctx0" brushRef="#br0" timeOffset="77602.1">25849 4158 3966 0,'-5'-19'-11'0,"3"4"51"0,0 3 21 16,1 0 4-16,1 5-4 0,-2 2-15 0,0 0-33 16,2 5-45-16,0 0-56 0,0 0-55 15,0 0-80-15,0 0-108 0,0 0-138 0,0 27-88 16,2-10 56-16,1 4-144 0,-1 2-143 15</inkml:trace>
  <inkml:trace contextRef="#ctx0" brushRef="#br0" timeOffset="77984.56">25930 4410 2066 0,'0'0'226'0,"0"0"29"16,2 7 21-16,-2-7 21 0,0 0 11 16,0 0 17-16,2 10 9 0,-2-10 3 0,-2 12-26 15,2-5-3-15,0 3-5 0,2 2-14 16,-2 0-18-16,0 0-19 0,2 3-21 0,-1-1-23 15,-1 3-19-15,3-5-19 0,-3 3-16 16,0-4-12-16,0-1-10 0,0 0-16 0,0-1-6 16,0-1-15-16,0-8-5 0,2 15-7 15,-2-10-4-15,0-5-5 0,2 9-6 16,-2-9-10-16,0 0-24 0,0 0-34 0,18-26 0 16,0 2 0-16,0-3 0 0,4 0 0 15,1 1 0-15,-4 5 0 0,1 0 0 16,-2 7 0-16,-5 1 0 0,-1 7 0 15,-3 3 0-15,0 1 0 0,-9 2 0 0,18 5 0 16,-9 4 0-16,0 3 0 0,0 1 0 16,-2 5 0-16,-1 0 0 0,-3 3 0 0,3 0 0 15,-1-3 0-15,-4-1 0 0,1 0 0 16,0 1 0-16,0-2 0 0,0-3 0 0,0-1 0 16,-2-4 0-16,2 1-59 0,-1-2-212 15,-1-2-109-15,0-5-143 0,6 4-152 0,-6-4-193 16,0 0 72-16,17-9 78 0,-2 2-609 15,12-8-783-15</inkml:trace>
  <inkml:trace contextRef="#ctx0" brushRef="#br0" timeOffset="78300.91">26749 4364 3617 0,'0'0'56'0,"-11"-10"64"0,6 4 49 0,5 6 37 15,-14-2 39-15,14 2 28 0,-18 8 21 16,6 0-16-16,-1 5-10 0,-9 8-2 0,8 5-21 15,-2 0-18-15,-2 3-18 0,9 0-16 16,2-3-24-16,-1-3-16 0,5-2-15 16,3-1-7-16,0-3-16 0,3 0-10 0,3-1-5 15,3 0-11-15,0-7-2 16,9 3-11-16,-4-4-2 0,2-4-9 0,4-1-5 16,-4-3-8-16,4-2-1 0,-4-3 2 0,4-3-46 15,-3-4-7-15,-4 1 0 0,-4-4 0 16,4-5 0-16,-4-9 0 0,-6 3 0 15,-3 1 0-15,0 1 0 0,-1-1 0 0,-5 2 0 16,-3-7 0-16,-5 11 0 0,1 3-90 16,-5 4-136-16,6 5-50 0,-10 1-75 0,8 2-89 15,-2 4-90-15,3-2-132 0,-3 4-149 16,3 2 71-16,3 1-643 0,1 0-835 16</inkml:trace>
  <inkml:trace contextRef="#ctx0" brushRef="#br0" timeOffset="78784.78">27190 4775 3635 0,'-10'2'127'0,"10"-2"70"0,-13 1 54 0,13-1 52 16,0 0 41-16,-16 2-7 0,16-2-17 16,0 0-22-16,0 0-33 0,0 0-25 15,0 0-30-15,-11 2-23 0,11-2-20 16,0 0-14-16,0 0-10 0,0 0-20 0,0 0-21 15,0 0-18-15,0 0-10 0,0 0-15 16,0 0-9-16,0 0-11 0,23-21-5 16,-19 13-8-16,-2-3-5 0,-2-4-4 0,2-2-3 15,-4-2-2-15,0-6 2 0,-3-10-6 16,1 3 2-16,-3-2 2 0,0 1-9 0,1 8-1 16,1 5-1-16,-2 3 0 0,-2 3-2 15,2 1-8-15,-2 4 0 0,-2 2 3 0,2 2-2 16,2 3-3-16,7 2 2 0,-16-3 4 15,16 3-2-15,0 0 3 0,0 0 6 16,0 0 9-16,0 0 0 0,0 0-7 0,37 12 2 16,-17-10-1-16,7 1 0 15,0-2-4-15,-2 1 2 0,0 2-3 0,-3 1 0 16,-1 2 5-16,-1 1 18 0,-6 2 10 16,-2 6 9-16,1 1 5 0,-7 3 2 0,-1 1-1 15,2 1-5-15,-3 1-4 0,-3 0-39 16,1 2 0-16,-2-1 0 0,2-3 0 0,0-1 0 15,-2-1 0-15,2 1 0 0,2-2 0 16,-3-5-9-16,-2-1-168 0,2 0-68 0,1-3-98 16,2-3-136-16,2 0-181 0,0-4-202 15,-6-2 65-15,18-4 86 0,-4-1-618 0,5-7-786 16</inkml:trace>
  <inkml:trace contextRef="#ctx0" brushRef="#br0" timeOffset="79235.89">28219 3909 3770 0,'-1'-20'97'0,"1"4"68"0,-3 2 65 0,3 3 72 0,-2 2 43 0,2 1-10 0,0 8-32 0,-4-9-39 0,4 9-6 0,0 0 30 16,-16 21 6-16,-2 9-11 0,-3 13-5 0,-1 7-23 15,-3 9 9-15,-2-1 2 0,2 2-72 16,2 4-194-16,1 0 0 0,0-5 0 0,9-3 0 15,-2-5 0-15,4-11 0 0,0-5 0 16,8-2 0-16,-5-7 0 0,7-7 0 16,-3-6 0-16,2 0 0 0,0-4 0 15,0 1 0-15,0-3 0 0,2-7 0 0,0 8 0 16,0-8 0-16,0 0 0 0,0 0 0 16,0 0 0-16,0 0 0 0,-12-33 0 0,1 21 0 15,-6-1 0-15,-8-1 0 0,-1 7 0 16,-11 1 0-16,5 4 0 0,-8 6 0 0,-2 1 0 15,5 5 0-15,1 1 0 0,6 5 0 16,-1 3 0-16,6-1 0 0,11 0 0 0,3-3 0 16,0 2 0-16,8-1 0 0,3-1 0 15,3-1 0-15,3-1 0 0,8 1 0 0,1-2 0 16,6-3 0-16,11-1 0 16,2 1 0-16,2-6 0 0,-3-3 0 0,-3 2-41 15,11-4-291-15,0-1-135 0,4 0-167 16,-4-5-236-16,1-2 28 0,-1-2 95 0,-5-1-701 15,0 1-898-15</inkml:trace>
  <inkml:trace contextRef="#ctx0" brushRef="#br0" timeOffset="79918.94">28320 4739 4285 0,'-23'-2'171'0,"23"2"42"0,-11-1 43 0,11 1 32 0,0 0 6 0,0 0-14 15,0 0-26-15,0 0-22 0,0 0-27 0,0 0-20 16,0 0-19-16,38-5-32 0,-23 3-14 16,2 0-13-16,1 0-17 0,-4 1-14 0,2-3-10 15,-3 1-3-15,-1-2-19 0,-3-1-10 16,1 0-9-16,-3-3-15 0,-1 1 4 16,-2-4-5-16,-4 3-7 0,-2 1 3 0,-1-1-9 15,-6 2 2-15,0 2 5 0,-9 0 1 16,2 2-1-16,-4 3-2 0,2 5 0 0,-5 0 12 15,2 2 4-15,-6 8 13 16,2 2 13-16,5 4 0 0,4-4 5 0,7-2-2 16,-1 1 0-16,6 1 5 0,0-2 7 15,6-1-3-15,3 2 2 0,4 0-7 0,2-1-50 16,6-4 0-16,8 3 0 0,6-4 0 16,7-3 0-16,0-3 0 0,-4-4 0 0,5-2 0 15,0-4 0-15,-3-1 0 0,-2-5 0 16,1-2 0-16,-5-1 0 0,1-5 0 15,-6-6 0-15,3-8 0 0,-1-4 0 0,-8-3 0 16,2-1 0-16,-6-1 0 0,-2 8 0 16,-5 2 0-16,0 10 0 0,-4 5 0 0,-4 3 0 15,0 5 0-15,-4 1 0 0,0 4 0 16,-2 2 0-16,-3-1 0 0,9 4 0 0,-15 4 0 16,15-4 0-16,-14 4 0 15,10 0 0-15,4-4 0 0,0 9 0 0,8-3 0 16,2-2 0-16,7 4 0 0,7-4 0 15,9 3 0-15,3 1 0 0,0 2 0 0,-1-5 0 16,-5 6 0-16,-6-2 0 0,-4 1 0 16,-3 2 0-16,-4 3 0 0,-2 2 0 0,-2 5 0 15,-6-1 0-15,-3 2 0 0,-1 3 0 16,-6 6 0-16,2 2 0 0,-5-3 0 0,1-2 0 16,-3-1 0-16,7-5 0 15,-3-1 0-15,3-7 0 0,1 1 0 0,-3-1 0 16,4-5 0-16,1 0 0 0,0-1 0 15,-2-4 0-15,4-5 0 0,-1 12 0 0,1-12 0 16,0 0 0-16,0 7 0 0,0-7 0 16,0 0 0-16,0 0 0 0,0 0 0 0,0 0 0 15,25-24-515-15,-13 12-510 0,6-3 110 16,0-4-1036-16,7-1-1370 0</inkml:trace>
  <inkml:trace contextRef="#ctx0" brushRef="#br0" timeOffset="80650.64">29492 5149 4986 0,'2'5'-142'0,"0"2"112"0,-2-7 89 0,6 6 64 0,-6-6 42 0,0 0 23 0,0 0 21 0,0 0 23 15,0 0-25-15,18-22-14 0,-8 11-21 16,7-3-12-16,4-9-19 0,8 0-15 15,5-9-11-15,4-2-12 0,3-3-16 0,-2-4-7 16,5-5-1-16,7-14-15 0,3-1-12 16,-4 3-6-16,-12 13-1 0,-4 4-2 15,-4 6-3-15,-8 10-12 0,-6 2-1 0,-2 7-8 16,-6 3-13-16,-3 6-10 0,-1 3-6 16,-4 4 11-16,0 0 1 0,0 0-2 0,0 0-19 15,-34 29 3-15,14-7-9 0,2 1 6 16,0-1-4-16,7-1 12 0,4-1-7 0,2 1 3 15,5 2 3-15,3 0 0 0,2 1-1 16,3 8 1-16,3 1 16 0,1-2 10 0,-1-2 13 16,3-2 17-16,-5-4 19 15,-2-3 21-15,1-2 31 0,-5-1 22 0,2-2 28 16,-3-3-44-16,0 2-121 0,-4-2 0 16,0-2 0-16,-3 0 0 0,-2 2 0 0,-2-3 0 15,-4-3 0-15,-1 1 0 0,-2-2 0 16,-2-3 0-16,-2 0 0 0,0-2 0 0,-1-2 0 15,0-3 0-15,0-2 0 0,-7-8 0 16,8 3 0-16,5 0 0 0,2 2-276 16,3-1-670-16,5 4-12 0,2-1 102 0,6 2-897 15,-3 6-1185-15</inkml:trace>
  <inkml:trace contextRef="#ctx0" brushRef="#br0" timeOffset="81168.28">30155 5077 5181 0,'0'0'100'0,"0"0"64"0,0 0 69 0,0 0 53 0,0 0 26 0,0 0 2 15,0 0-21-15,0 0-23 0,0 0-23 0,0 0-31 16,12-26-21-16,-3 19-20 0,5-3-18 16,1 0-109-16,2-2-48 0,2-2 0 15,4-3 0-15,0 0 0 0,-1-1 0 0,-4 3 0 16,-3 3 0-16,-2-1 0 0,-2 3 0 15,1-2 0-15,-4 6 0 0,-3-1 0 16,1 3 0-16,-3-2 0 0,-3 6 0 0,0 0 0 16,0 0 0-16,0 0 0 0,0 0 0 15,-14 27 0-15,6-13 0 0,0 1 0 0,1 5 0 16,1-5 0-16,2 2 0 0,4-2 0 16,-1-1 0-16,2 0 0 0,3-2 0 0,2 0 0 15,4-2 0-15,1-2 0 0,5-2 0 16,2-3 0-16,2-3 0 0,2-3 0 15,3-3 0-15,7-2 0 0,-3-4 0 16,-3-2 0-16,1-1 0 0,-2-2 0 0,-2-4 0 16,-2 2 0-16,-2-4 0 0,-6 9 0 15,-1 2 0-15,-5 1 0 0,-1 5 0 16,-3-2 0-16,1 4 0 0,-4 4 0 0,0 0 0 16,0 0 0-16,0 0 0 0,0 0 0 15,-18 16 0-15,10-3 0 0,-4 4 0 0,-2 7 0 16,3-2 0-16,2-3 0 0,2 3 0 15,-1-3 0-15,2 1 0 0,2-4 0 0,0 1-21 16,3-1-16-16,-3-4-75 0,4-1-56 16,0-1-59-16,2 0-73 0,0-2-106 0,3-5-121 15,5 2-118-15,1-2-175 0,-11-3 71 16,25-3-672-16,-6-2-873 0</inkml:trace>
  <inkml:trace contextRef="#ctx0" brushRef="#br0" timeOffset="81384.34">31153 4843 3821 0,'0'0'-44'0,"-14"-2"54"0,14 2 51 0,-22 0 52 0,10 6 41 15,-6 2 16-15,-7 8 6 0,3 3-6 0,-1 4-4 16,0 1-7-16,1 3-5 0,4-2 0 16,0 4-15-16,5-1-8 0,5-4-19 0,1-3-10 15,1-3-6-15,2-1-14 0,3-2-23 16,-1-3-32-16,4 0-39 0,-1-2-55 15,5-1-79-15,0-1-105 0,4-4-125 16,-1 2-153-16,0-4-171 0,5-2 51 16,-1-2-467-16,3-1-586 0</inkml:trace>
  <inkml:trace contextRef="#ctx0" brushRef="#br0" timeOffset="82067.08">31432 5051 2981 0,'-6'-3'110'16,"6"3"65"-16,-11-7 30 0,11 7 24 0,-7-5 10 16,7 5 5-16,-9-5-18 0,9 5-24 15,0 0-18-15,0 0-7 0,0 0-22 16,0 0-14-16,0 0-7 0,0 0-13 16,0 0-13-16,0 0-11 0,0 0-6 0,0 0-7 15,33 8-6-15,-33-8-10 0,19-3-8 16,-19 3-3-16,19-5-8 0,-11-1-1 0,-1 3-5 15,0-2 1-15,0-2 13 0,-3 2-8 16,-1-2-2-16,-3-2-1 0,0 9-10 0,-1-12-2 16,-7 8-10-16,-2-2-3 0,-3 5 11 15,-3-1-18-15,-2 4 1 0,-7 1-6 16,-9 3 4-16,0 5-2 0,-2 6 5 0,4-2-2 16,3 4-4-16,7 4 17 15,3-3-6-15,4-1-3 0,5-4 1 0,6-1 2 16,2-1 3-16,4-1 15 0,2 0 16 15,4-2 5-15,3-3 4 0,6-1-5 0,1 0 1 16,5-1-5-16,-3-5-5 0,3 0-1 16,2-3-9-16,11-1-3 0,-2-4-1 0,1-3-7 15,0-3-1-15,-1-3-5 0,5-5 5 16,-8 1-10-16,3-6-6 0,0-1 5 0,-7 2-3 16,-2 3-4-16,-2 2-2 0,-3 1-4 15,-4 6 9-15,-5 4-5 0,-1 1 4 0,-4 1 5 16,-1 2-1-16,1 1-13 0,-2-1-4 15,-4 6 0-15,8-6 0 0,-8 6 8 16,0 0-9-16,0 0 9 0,0 0-5 16,0 0 10-16,0 0 3 0,0 0 5 0,0 0 1 15,0 0 16-15,0 0 15 0,11 14 9 16,-11-14 12-16,0 0 24 0,4 9-97 16,-4-9 0-16,2 6 0 0,-2-6 0 0,0 0 0 15,0 0 0-15,-2 11 0 0,2-11 0 16,0 0 0-16,0 0 0 0,0 0 0 0,0 0 0 15,0 0 0-15,-2 8 0 0,2-8 0 16,0 0 0-16,0 0 0 0,0 0 0 0,0 0 0 16,0 0 0-16,0 0 0 15,-6 7 0-15,6-7 0 0,0 0 0 0,0 0 0 16,-12 0-382-16,12 0-608 0,0 0 49 16,-11 0 102-16,11 0-875 0,0 0-1147 0</inkml:trace>
  <inkml:trace contextRef="#ctx0" brushRef="#br0" timeOffset="82401.41">31348 4899 4287 0,'0'-9'-194'0,"0"1"56"0,0 8 54 0,0-11 46 16,0 11 29-16,-1-8 16 0,1 8 14 0,-7-6 19 0,7 6 21 15,0 0 24-15,-30 10 29 0,11-1 18 16,-6 11 18-16,-2 3 10 0,-3 8-3 16,-1 2-9-16,5 2-13 0,5-5-10 0,2-1-14 15,-1-2-12-15,8 1-6 0,0-6-11 16,4-3-11-16,4-4-5 0,1-1-19 15,1-3-37-15,4 1-44 0,1 0-60 0,9-3-71 16,1-1-86-16,7-2-86 0,2 0-131 16,3-3-209-16,2 1 52 0,1-4 63 15,-1-2-297-15,2 0-343 0</inkml:trace>
  <inkml:trace contextRef="#ctx0" brushRef="#br0" timeOffset="83251.41">31653 5225 2318 0,'0'0'97'15,"0"0"35"-15,-3-9 21 0,3 9 24 0,0 0 17 16,1-17 1-16,1 8-2 0,4-2-14 16,-1 2-18-16,3-4-21 0,4-2-16 15,8-6-7-15,3-3-10 0,2-1-16 0,7-6-10 16,4-3-15-16,0-4-13 0,5 0-23 16,-1 1 1-16,-4 2-10 0,-9 12 6 15,-2-1-8-15,-8 9 3 0,-4 3-9 16,-4 4-8-16,-3 1-3 0,-3 3 4 0,-3 4-2 15,0 0 1-15,0 0 7 0,0 0 4 16,-20 19 4-16,9-5-2 0,1 1-2 0,-1 1 6 16,2 3 1-16,-1-1 11 0,2 3 2 15,3 2 10-15,1 1 15 0,-3 10 20 0,7-5 15 16,-1-3 13-16,-1 1 22 0,2-1 18 16,2-2 25-16,-2 0 3 0,0-6 15 15,0 2 6-15,0-5 17 0,0-1 7 0,-2 0-2 16,0-3-7-16,0 1-11 15,-2-1-16-15,3-3-18 0,-5 1-15 0,0-2-15 16,-2 2-38-16,-1-4-100 0,0 3 0 16,-3-3 0-16,2-1 0 0,1 1 0 0,-3-2 0 15,12-3 0-15,-13 5 0 0,13-5 0 16,0 0 0-16,-11 0 0 0,11 0 0 0,0 0 0 16,0 0 0-16,24-29 0 0,1 10 0 15,11-6 0-15,5-4-69 0,2-6-42 0,5 2-7 16,5-6 8-16,14-11-1 0,-2 1 13 15,-16 13 8-15,-3 0 9 0,-6 4 6 0,-4 3 13 16,-13 9 9-16,-5 5 13 16,-6 3 13-16,-1 1 8 0,-4 5 1 0,-3 0-3 15,-2 4 7-15,-2 2 2 0,0 0 1 16,0 0 14-16,0 0 5 0,-35 12 22 0,22 1-2 16,-10 5 10-16,2 3 14 0,0 2 6 15,6-1 16-15,-2 5 3 0,4 1 12 16,5-6 9-16,-2 7 11 0,6-3 0 0,1-2 9 15,1-1 20-15,2-2-27 0,2 3-111 16,-2-5 0-16,0 1 0 0,2-3 0 0,-4 1 0 16,0-3 0-16,2-1 0 0,-4-3 0 15,0 1 0-15,3-4 0 0,-1 3 0 0,-7-3 0 16,4-1 0-16,-2-2 0 16,-6-2 0-16,2 3 0 0,-3-5 0 0,0 1 0 0,-1-2 0 15,15 0 0-15,-29-7 0 16,15 0 0-16,2-6 0 0,1-3 0 0,6 0 0 15,1-2 0-15,4-1-240 0,6-2-767 16,4 3 55-16,1 1 84 0,7 2-875 0,10 2-1174 16</inkml:trace>
  <inkml:trace contextRef="#ctx0" brushRef="#br0" timeOffset="83583.42">32566 5109 4655 0,'0'0'-71'0,"-21"9"64"0,13-6 65 0,-1 2 56 15,-1 1 51-15,3 0 24 0,-3 1 8 0,4 2-1 16,-2 0-20-16,5-1-4 0,-1 3-3 16,0-3-7-16,4 1-8 0,6 1-8 0,-2-2-7 15,3 0-12-15,1 4-14 0,3-7-10 16,1 1-10-16,1 0-4 0,-2-3-6 16,3 0-7-16,-4-3-7 0,-10 0-6 0,21-1 5 15,-21 1 6-15,15-7 5 0,-10 0-7 16,2-1-2-16,-6-4-5 0,3-4-7 0,-4-1-5 15,0-4-4-15,0 3-9 0,-4-1-5 16,3 1-9-16,-6 3-2 0,2 3-6 0,-3 1-8 16,-6 3-10-16,0 4-22 15,-4-1-47-15,-2 4-53 0,-2 2-72 0,5 4-72 16,-2 1-67-16,6 0-74 0,1 3-72 16,7-1-76-16,5-2-99 0,2 2-108 0,5 1 57 15,7-1-521-15,4 2-687 0</inkml:trace>
  <inkml:trace contextRef="#ctx0" brushRef="#br0" timeOffset="83833.28">32749 5204 3407 0,'0'0'63'0,"9"-8"67"16,-9 8 55-16,0 0 43 0,0 0 34 0,-5-12 15 15,5 12 4-15,0 0 7 16,-8-11-14-16,8 11-19 0,-3-8-22 0,3 8-15 16,0 0-20-16,-5-8-19 0,5 8-21 15,0 0-22-15,-2-7-13 0,2 7-19 16,0 0-11-16,0 0-3 0,0 0-2 0,0 0 23 15,0 0 8-15,0 0 5 0,0 0-4 16,23 13 3-16,-15-6-3 0,-2 1-12 0,0 2-12 16,-1 1-96-16,1-1 0 0,-3 0 0 15,1 0 0-15,-2 3 0 0,1-3 0 0,-3 0-11 16,0 1-295-16,-5-1-124 0,1 0-134 16,-1-1-200-16,-10 1-108 0,-14 3 85 15,-9-1-729-15,-23 2-961 0</inkml:trace>
  <inkml:trace contextRef="#ctx0" brushRef="#br0" timeOffset="84355.47">25665 5217 4374 0,'-19'2'-50'0,"-4"4"26"0,-5 6 26 0,-7 1 42 0,3 6 39 16,-8 7 27-16,3 1 21 0,12-3 5 15,0 2-5-15,5-1-6 0,6 2-5 0,3-2-1 16,9-4 1-16,2-3-5 0,6 5 5 16,8 3 2-16,2-3-13 0,11-2-6 0,4-6 1 15,8-3-11-15,0-3-10 16,7-4-3-16,2-5-9 0,-3-2-10 0,-1-2 21 15,0-4-30-15,-7-4-7 0,-3-1 1 16,-6 1 0-16,-4-5 13 0,-6 3 5 0,-7-1 4 16,-4 1-11-16,-6-3 2 0,-2 0-14 15,-8-7-10-15,-6-1-5 0,-4 1-11 0,-1 2-10 16,-3 1-14-16,1 9-19 0,1 6-25 16,3 2-32-16,-2 4-35 0,-1 7-54 0,1 1-59 15,-11 8-75-15,10 3-87 16,3-4-102-16,5-3-156 0,10-2-67 0,3-2 77 15,3-1-494-15,10-4-602 0</inkml:trace>
  <inkml:trace contextRef="#ctx0" brushRef="#br0" timeOffset="84667.29">26220 5343 3274 0,'9'-4'175'0,"-3"1"40"0,-6 3 24 16,5-5 15-16,-5 5 24 0,0 0 33 15,9-6-6-15,-9 6 2 0,0 0-7 0,0 0-4 16,-9 26-15-16,6-11-14 0,-5 4-21 15,5 3-19-15,-5-1-19 0,5 4-20 0,-4-3-18 16,2-1-18-16,-1 2-16 16,2-5-12-16,3-3-9 0,-3-3-12 0,2 0-83 15,0-4-20-15,-1 1 0 0,1-4 0 16,2-5 0-16,0 0 0 0,0 0 0 0,0 0 0 16,0 0 0-16,14-24 0 0,-4 4 0 15,3-13 0-15,6-11 0 0,0-5 0 0,4-5 0 16,1-3 0-16,1-3 0 0,0 3 0 15,0 6 0-15,-3 6 0 0,-8 13 0 16,-5 4 0-16,4 8-90 0,-6 6-220 0,-2 6-57 16,1 2-56-16,-1 6-48 0,-5 0-85 15,0 0-139-15,9 14-77 0,-7-2 77 0,0 0-602 16,-1 2-754-16</inkml:trace>
  <inkml:trace contextRef="#ctx0" brushRef="#br0" timeOffset="84836.24">26337 5378 3646 0,'-22'14'108'15,"5"-3"41"-15,2-5 33 0,8 1 44 16,-4-2 55-16,2-2 53 0,2 1 15 0,7-4-6 16,-10 6-24-16,10-6-38 0,0 0-31 15,0 0-36-15,0 0-49 0,0 0-78 0,37-20-98 16,-9 10-106-16,6-2-117 0,-1 2-136 16,1 0-149-16,-2-2-163 0,2 3-66 15,-7 1 72-15,-4 4-541 0,4 1-679 16</inkml:trace>
  <inkml:trace contextRef="#ctx0" brushRef="#br0" timeOffset="85099.73">27474 5434 3017 0,'-9'-4'-252'0,"-2"0"-20"0,2 2-43 0,0-2-49 16,-1 0-253-16,0 1-116 0</inkml:trace>
  <inkml:trace contextRef="#ctx0" brushRef="#br0" timeOffset="85666.47">27361 5409 1691 0,'0'0'70'0,"-5"2"33"0,5-2 17 0,0 0 30 0,0 0 35 15,0 0 32-15,-17-10 12 16,17 10 10-16,-7-6-9 0,4 0-5 0,3 6-6 15,-8-11-6-15,8 5 5 0,0 6-6 16,-1-14-6-16,1 7-8 0,0 7-3 0,0-12 1 16,0 5-7-16,0 7 12 0,1-14 21 15,-1 8 0-15,0 6-15 0,0-10-13 0,0 10-6 16,0-9-21-16,0 9-14 16,0 0-13-16,0 0 9 0,0 0 18 0,0 0 6 15,-11 29-7-15,5-10-5 0,-5 14-7 0,0 0-6 16,0 1-74-16,0 2-74 0,0-2 0 15,3-2 0-15,1 1 0 0,1-7 0 16,2-6 0-16,4-3 0 0,0 0 0 16,-1-3 0-16,2 0 0 0,-1-3 0 0,6-2 0 15,-1 0 0-15,6-4 0 0,0 1 0 16,5-6 0-16,4 0 0 0,5-4 0 0,-2-1 0 16,7-6 0-16,1-1 0 0,-3-5 0 15,1-2 0-15,-3-1 0 0,1-4 0 0,-2-2 0 16,-4 2 0-16,-3-1 0 0,0 2 0 15,-7 5 0-15,-3 1 0 0,2 5 0 0,-5 4 0 16,-1-1 0-16,-1 1 0 16,-1 2 0-16,-2 6 0 0,0 0 0 0,0 0 0 15,0 0 0-15,-13 19 0 0,2 1 0 16,-3 9 0-16,2 2 0 0,-4 1 0 0,3 3 0 16,4 0 0-16,-2-2 0 0,4 4 0 15,2-3 0-15,-1-8 0 0,1-3 0 0,2-2 0 16,1-3 0-16,0 0 0 0,2-5 0 15,-4 1 0-15,4-2 0 0,-2-3 0 0,2-1 0 16,4-1 0-16,0-3-346 0,-4-4-146 16,14 0-40-16,-14 0-54 0,28-12-34 0,5-4-31 15,6-8-58-15,3-5 34 0,2-8-543 16,3-2-680-16</inkml:trace>
  <inkml:trace contextRef="#ctx0" brushRef="#br0" timeOffset="86032.98">28150 5467 3246 0,'14'-10'-16'0,"-5"3"65"0,-1 3 55 0,-2-1 39 0,-6 5 35 0,7-5 19 0,-7 5 13 0,0 0 30 16,0 0 26-16,0 0 23 0,-3 23-13 0,-9-3-4 16,-3 7 1-16,-10 9-4 0,2 1-5 15,-4 1-14-15,-2 1-19 0,9-10-17 0,1 1-18 16,4-1-20-16,-1 0-14 0,9-8-16 16,3-2-9-16,4-4-12 0,6 0-4 15,5-1-18-15,6-2-33 0,12 2-70 16,1-2 0-16,6-5 0 0,-5-2 0 0,-4-5 0 15,-6-2 0-15,-3 0 0 0,0-3 0 16,-5-2 0-16,-8-1 0 0,-1-3 0 16,-8-4 0-16,-12-13 0 0,-15-5 0 0,-6 0 0 15,-12 0 0-15,0-2 0 0,-4 3 0 16,-2 0 0-16,1 1 0 0,4 0 0 0,7 4 0 16,5-1 0-16,9 8 0 0,6-1 0 15,5 3 0-15,11 1 0 0,2 3 0 0,6-1 0 16,5 1 0-16,6-3 0 0,6 5 0 15,7-3 0-15,8 3 0 0,1 4 0 16,5 4 0-16,-10 2 0 0,12 4 0 0,0 3 0 16,0 4 0-16,1-2-713 0,-3 3-236 15,9 6 54-15,1-3 94 0,1 4-843 16,2 3-1081-16</inkml:trace>
  <inkml:trace contextRef="#ctx0" brushRef="#br0" timeOffset="86316.38">29105 5627 4997 0,'-14'-15'206'0,"3"1"41"0,4 4 39 0,1 3 49 0,0 0 29 0,2 2 12 0,4 5-19 15,-5-10-34-15,5 10-35 0,0 0-10 0,0 0-144 16,-9 19-134-16,5-2 0 0,2 5 0 15,-5 2 0-15,6 1 0 0,-5 8 0 16,1 2 0-16,1-10 0 0,-2-2 0 0,2-1 0 16,-2-1 0-16,2-6 0 0,-1 2 0 15,-2 4 0-15,1-10 0 0,-1 2 0 0,-2-3 0 16,2-2-185-16,-3-3-542 0,0-3-159 16,7 0 3-16,3-2 99 0,0 0-823 15,0 0-1048-15</inkml:trace>
  <inkml:trace contextRef="#ctx0" brushRef="#br0" timeOffset="86483.43">29218 5453 4760 0,'-8'-11'78'0,"0"-1"21"0,3 2 27 16,-3 3 36-16,2 1 14 0,0-2-14 0,3 4-14 16,-3-2-24-16,6 6-58 0,-5-9-65 15,5 9-80-15,-4-2-95 0,4 2-116 0,0 0-122 16,0 0-181-16,0 0-92 0,11 26 66 15,-4-14-418-15,9 0-512 0</inkml:trace>
  <inkml:trace contextRef="#ctx0" brushRef="#br0" timeOffset="86849.49">29640 5516 3127 0,'-4'-12'159'0,"-1"7"20"0,-1 0 14 16,1 1 28-16,5 4 33 0,-20-6 18 0,9 6 14 15,11 0-15-15,-30 8-3 0,11-1 2 16,-1 3-10-16,5 2-10 0,-2 0-13 16,4 2-20-16,4-1-15 0,2 3-16 0,3-3-15 15,4 3-4-15,4-1-1 0,4 4-16 16,2-2-11-16,7 7-9 0,0-1-7 16,-1-5-1-16,-3-1 9 0,0-5-91 0,-2 5-40 15,-1-5 0-15,-3-1 0 0,1-1 0 16,-4 1 0-16,-2-1 0 0,0-2 0 15,-4 1 0-15,-4 2 0 0,-2 0 0 0,1 0 0 16,-4-3 0-16,0-1 0 0,-3 0 0 16,-1-2 0-16,-3 0 0 0,3 0 0 0,0-1 0 15,-1-2 0-15,1-2 0 0,0 0 0 16,-2-4 0-16,-1 2 0 0,6-1 0 16,0 0 0-16,0-3 0 0,3 3 0 15,0-2 0-15,1 2-52 0,2-1-997 0,6 4 95 16,-7-9 111-16,7 9-957 0,0 0-1229 15</inkml:trace>
  <inkml:trace contextRef="#ctx0" brushRef="#br0" timeOffset="88866.27">30742 5636 4584 0,'10'-7'-192'0,"-3"2"63"0,-2-1 50 0,0 0 47 0,1 1 42 0,-6 5 44 16,7-9 32-16,-5 4 31 0,-2 5 12 0,0 0 3 16,5-10-4-16,-5 10-13 0,0 0-7 15,0 0 0-15,0 0 10 0,0 0 18 0,-32 17 13 16,2 3 3-16,-12 9 20 0,-4 4 14 15,-1 3 17-15,-3 3 14 0,1 0 8 0,3 3-13 16,2-2-4-16,4 2-15 0,5-1-10 16,11 1-8-16,-1-4-13 0,10-8-6 15,6-2 0-15,2-4-107 0,3-5-49 0,4-2 0 16,9-4 0-16,-2 1 0 0,6-2 0 16,5-2 0-16,3-1 0 0,3-2 0 0,1-4 0 15,2-3 0-15,-1 0 0 16,-1-2 0-16,-3-3 0 0,3 1 0 0,-1-5 0 15,-7-2 0-15,3-6 0 0,-2 2 0 16,-7-4 0-16,-3-1 0 0,0 4 0 0,-5-1 0 16,-3 4 0-16,0-1 0 0,-1-1 0 15,-5 3 0-15,0 0 0 0,-5 3 0 0,1 3 0 16,-4-2 0-16,3 4 0 0,-4 0 0 16,0 1 0-16,2 3 0 0,1 0 0 15,12 0-1-15,-23 3-505 0,14-1-86 16,1 2-73-16,8-4-168 0,-12 3 29 0,12-3 72 15,-4 5-648-15,4-5-834 0</inkml:trace>
  <inkml:trace contextRef="#ctx0" brushRef="#br0" timeOffset="89232.32">31255 5821 3919 0,'4'-12'91'0,"-2"2"46"0,-2 1 30 0,0 9 38 0,-8-11 46 0,0 9 46 0,8 2 20 0,-22 0 7 16,2 2-3-16,-12 9-10 0,-4 3-9 16,-8 7-8-16,0 4-7 0,0 3-13 15,0 2-20-15,8 3-16 0,-1 4-36 16,10-4-202-16,0 4 0 0,9-10 0 16,7 2 0-16,8-5 0 0,3-3 0 0,3-4 0 15,7 2 0-15,1-6 0 0,10 6 0 16,0-7 0-16,-1-5 0 0,4 0 0 0,2-5 0 15,-3-1 0-15,6-2 0 0,-2-1 0 16,-2-2 0-16,-3-4 0 0,1 1 0 0,2-10 0 16,-8 1 0-16,-5 1 0 0,-1-2 0 15,-8 3 0-15,1 2 0 0,-4 0 0 0,-5 0 0 16,-5-1 0-16,-4 2 0 0,0 1 0 16,-8 2 0-16,8 0 0 0,-8 2 0 0,6 1 0 15,2 3 0-15,-4 2 0 16,4 2-183-16,-4 0-627 0,-2 2-138 0,0 5 78 15,2 1-960-15,-3 8-1256 0</inkml:trace>
  <inkml:trace contextRef="#ctx0" brushRef="#br0" timeOffset="89599.35">29997 6607 5107 0,'-56'-11'20'0,"2"-3"40"16,-3 0 43-16,5 3 40 0,12 0 74 15,3 2 75-15,11 3 41 0,5 1 11 16,3-1-8-16,7 3-16 0,4 1-27 0,7 2-15 16,0 0-12-16,40 0-187 0,28 5-79 15,43 4 0-15,18 5 0 0,11 0 0 0,7 1 0 16,-1 1 0-16,2 0 0 0,-1 1 0 15,-5-2 0-15,-9-2 0 0,-13 0 0 0,-34-8 0 16,-11-1 0-16,-14 2 0 0,-18-4 0 16,-9-2 0-16,-9 3 0 0,-4-3 0 0,-4-3 0 15,-6 1 0-15,-1-2 0 16,-2 1 0-16,-7-2 0 0,-1 5 0 0,-1-11 0 16,-5 5 0-16,-1 0 0 0,-7 2 0 15,-3 2 0-15,-4 0-627 0,-8 0-369 0,-12 2 91 16,-5-1-1021-16,-4 1-1347 0</inkml:trace>
  <inkml:trace contextRef="#ctx0" brushRef="#br0" timeOffset="89982.35">27072 6232 4897 0,'-34'-10'-137'0,"1"0"66"15,7 0 35-15,1 3 26 0,3-2 38 0,9 4 47 16,0-2 42-16,2 2 39 0,-1 0 23 16,6 0 20-16,0 0-4 0,6 5-9 0,12-12-5 15,11 5 4-15,21-3 7 16,28 3 1-16,35 0-5 0,19 2-27 0,11 3-14 15,13 7-17-15,9 2-15 0,1 2-8 16,-4-3-9-16,-4 1-6 0,-6 2-15 0,-12-2-2 16,-14-2-11-16,-30-4-9 0,-10 1-5 15,-15 0-1-15,-15-2 1 0,-18 0-6 0,-3 0-7 16,-11-4-12-16,0 0-25 0,-3-3-47 16,-3-2-40-16,-7 2-58 0,3-1-68 0,-5 3-84 15,1-2-112-15,-2 0-141 0,-2-3-176 16,-2 5-67-16,0-2 80 0,2 7-686 15,-7-17-851-15</inkml:trace>
  <inkml:trace contextRef="#ctx0" brushRef="#br0" timeOffset="93283.43">8043 8744 3652 0,'6'4'-133'0,"-6"-4"23"0,5 3 22 0,-5-3 36 0,0 0 39 15,7 5 42-15,-7-5 45 0,0 0 25 0,0 0 12 16,7 2 2-16,-7-2-15 0,0 0-8 16,0 0-8-16,0 0-7 0,0 0-7 0,0 0-9 15,13-2-9-15,-13 2-4 16,0 0 0-16,0 0-8 0,0 0-10 0,0 0-2 15,0 0-29-15,0 0-45 0,0 0-57 16,0 0-63-16,0 0-75 0,-23 14-96 0,12-11-142 16,0 1-72-16,-5 0 55 0,2 0-165 15,-2-2-160-15</inkml:trace>
  <inkml:trace contextRef="#ctx0" brushRef="#br0" timeOffset="93464.93">7746 9082 1801 0,'-6'9'63'0,"3"-6"17"16,3-3-1-16,-9 5-2 0,9-5 10 16,-13 2 22-16,13-2 25 0,0 0 24 0,-12 1 4 15,12-1-7-15,-13 2-16 0,13-2-12 16,-12 2-9-16,12-2-11 0,-18 4-27 0,9 0-39 16,0-2-67-16,-3 4-60 0,-3 0-64 15,1 2-72-15,-3 0-67 0,3 1-124 0,0 3-63 16,-4-1-155-16,-4 9-129 0</inkml:trace>
  <inkml:trace contextRef="#ctx0" brushRef="#br0" timeOffset="93615.47">7222 9566 1790 0,'-5'10'20'0,"-1"-3"10"16,1 0 9-16,4-2 19 0,-3-2 27 16,4-3 17-16,-6 6 3 0,6-6-3 0,0 0-9 15,-9 2-10-15,9-2-12 0,0 0-18 16,-14 1-40-16,14-1-51 0,-13 3-55 0,1-1-72 15,1 1-85-15,0 1-130 0,-3 1-205 16,3 0-84-16</inkml:trace>
  <inkml:trace contextRef="#ctx0" brushRef="#br0" timeOffset="93815.42">6914 9819 1684 0,'-6'9'26'0,"0"-2"17"0,-2 0 14 0,4 0 13 15,1-4 20-15,-1 2 31 0,4-5 38 16,0 0 32-16,-5 7 12 0,5-7 7 15,-7 4-6-15,7-4-12 0,0 0-14 0,0 0-20 16,0 0-14-16,-5 3-15 0,5-3-10 16,0 0-32-16,0 0-39 0,0 0-56 0,0 0-72 15,0 0-79-15,-12-10-82 0,12 10-117 16,0 0-202-16,0-12 41 0,0 12 61 16,8-14-131-16,1 4-88 0</inkml:trace>
  <inkml:trace contextRef="#ctx0" brushRef="#br0" timeOffset="94298.72">8241 8814 1801 0,'0'0'83'0,"10"-6"4"0,-10 6 0 0,6-4 9 15,-6 4 21-15,0 0 25 0,7-3 19 16,-7 3 6-16,0 0-3 0,9-4-18 15,-9 4-20-15,0 0-10 0,0 0-13 0,5-3-4 16,-5 3-25-16,0 0-14 0,0 0-29 16,7 16-35-16,-5-4-64 0,-4 5-73 0,2 1-90 15,-5 5-123-15,-1 12-175 0,0-3 51 16,6-6-153-16,6-4-129 0</inkml:trace>
  <inkml:trace contextRef="#ctx0" brushRef="#br0" timeOffset="94483.48">8508 9288 1977 0,'0'0'141'0,"0"0"-7"0,0 0-6 15,0 0 5-15,0 0 26 0,0 0 25 0,0 0 0 16,-2 12-15-16,2-12-17 0,0 0-17 16,0 0-19-16,0 0-15 0,0 0-41 0,4 5-39 15,-4-5-48-15,4 3-60 0,-4-3-60 16,6 11-76-16,-6-6-71 0,2 0-119 0,-2 2-92 15,0 1 50-15,-2 1-104 16,0 3-61-16</inkml:trace>
  <inkml:trace contextRef="#ctx0" brushRef="#br0" timeOffset="94664.98">8486 9612 1689 0,'0'7'137'0,"-3"0"16"0,3-7 4 0,0 5 10 16,0-5 13-16,0 0 16 15,0 0 18-15,0 0 1 0,0 0-5 0,0 0-13 16,0 0-20-16,0 0-19 0,0 0-18 15,0 0-14-15,0 0-17 0,-9 2-11 0,9-2-12 16,0 0-32-16,0 0-40 0,0 8-61 16,0-8-68-16,-2 7-79 0,2-7-98 0,0 8-144 15,0-8-145-15,-4 8 53 0,4-8-249 16,-5 8-266-16</inkml:trace>
  <inkml:trace contextRef="#ctx0" brushRef="#br0" timeOffset="102063.11">23681 8210 1086 0,'4'-11'153'0,"0"4"-17"0,-1 1-23 0,0-3 11 0,3 2 5 0,-4 2 10 0,-1 0-7 16,1-2-10-16,0 0-5 0,-2 7-8 15,4-8-9-15,-4 8-13 0,2-9-11 0,-2 9-6 16,0 0-6-16,-2-5 20 0,2 5 22 16,0 0 15-16,0 0 17 0,-31 14 18 0,13-6 13 15,-14 9 19-15,0 2 9 0,-11 10 13 16,-3 0 2-16,-7 5 3 0,-1 3-2 0,-10 9-10 16,14-7-10-16,-11 9-6 0,19-7-10 15,4-4-15-15,8-2-5 0,1 2-8 16,12-8-20-16,-3 0-13 0,9-2-10 0,4-4-22 15,3-3 9-15,2-1-7 0,6-2-4 16,0-2-10-16,5 3-4 0,5-1-9 16,0-5 5-16,10 5-11 0,-1-7-2 0,-5 0-2 15,3-4-9-15,-1-3 3 0,-4-1-4 16,6-1-7-16,-4-2 0 0,2-4-6 0,-5-1-7 16,4-2 5-16,-4-2-2 0,-2-1-5 15,-3-2 2-15,-2 0-10 0,-4 2 4 16,-1-1-2-16,-3 3-13 0,-1-1-2 0,-3 0 8 15,-4 1-7-15,-2 0 1 0,1 3 3 16,0 1-8-16,-5-1-16 0,3 3-12 16,-1 1-19-16,1 2-26 0,0-2-41 15,11 2-58-15,-25 4-74 0,11-4-106 0,3 2-106 16,2-1-149-16,9-1-159 0,-16 4 76 16,10-2-591-16,6-2-746 0</inkml:trace>
  <inkml:trace contextRef="#ctx0" brushRef="#br0" timeOffset="102479.66">24101 8499 3447 0,'-6'-10'-122'0,"-1"3"19"0,-3 2 32 0,0 3 47 0,-2 0 48 0,-2 4 33 0,-8 2 36 0,-12 6 26 0,4 3 18 16,-6 3 8-16,-10 11 24 0,0 0 5 15,0 7 13-15,3-4 2 0,-1-1-15 0,5 2-11 16,5 2-12-16,4 0-10 0,8-8-11 16,8 2-5-16,3 2-13 0,4-7-9 0,7-1-6 15,7 0-7-15,4 7-8 0,3-6-9 16,10-1-6-16,-1-2-8 0,2-4-3 15,-4-5-7-15,-3-3-3 0,0-2-2 16,-1-1 0-16,-2-1-3 0,2-5-6 0,-3 1 1 16,-1-4-6-16,-1 1-2 0,-1-4-3 15,-4-3-5-15,1-1-2 0,-4 2-10 0,0-2 5 16,-2 0-2-16,-4 0-4 0,-4 2-2 16,-2-2-16-16,-3 0-24 0,-7 1-29 0,0 0-48 15,-1 1-63-15,-5 4-83 0,-8-5-91 16,10 5-100-16,1 0-177 0,-1-2-69 0,6 3 77 15,0-2-441-15,3 1-530 0</inkml:trace>
  <inkml:trace contextRef="#ctx0" brushRef="#br0" timeOffset="102979.64">23396 7798 2712 0,'-61'-3'-127'0,"-10"8"45"0,-3 5 35 0,-19 11 32 0,-1 6 40 0,3 12 50 0,-2 7 45 0,-3 6 33 15,2 14 37-15,5 5 20 0,4 8 17 16,6 7 2-16,12 7-7 0,10-1 13 15,14 0 11-15,14 1 8 0,17 2-3 0,16-14 7 16,13 16-7-16,18-6-18 0,11-6-10 16,17-2-24-16,7-8-8 0,8-6-28 0,5-7-14 15,7-10-13-15,2-6-12 0,6-10-12 16,-2-11-21-16,0-8-6 0,-14-12-36 0,3-5-13 16,22-7-10-16,-3-8-15 0,0-10-14 15,-3-6-8-15,-4-8-5 0,2-6 1 0,-2-11-2 16,-3-5 2-16,-8-9 10 15,-9-7-10-15,-6-2 10 0,-10-5-3 0,-12-10-7 16,-9-1 4-16,-15-3-2 0,-13-1 2 16,-16-6-2-16,-11 2-2 0,-16 6 1 0,-17 7 1 15,-13 10 1-15,-17 8-1 0,-11 11 2 16,-18 10-2-16,-9 10-15 0,-2 12-15 0,-4 8-15 16,0 10-23-16,4 11-33 0,3 10-43 15,8 4-62-15,10 6-74 0,7 9-74 0,15 5-86 16,17-5-137-16,8 3-119 0,11 3 76 15,3 5-458-15,7 0-560 0</inkml:trace>
  <inkml:trace contextRef="#ctx0" brushRef="#br0" timeOffset="103596.26">22553 9348 2871 0,'18'-9'-85'0,"-7"1"31"0,-2 1 27 0,1 0 21 0,-4 0 26 0,0 4 25 0,-3-4 21 0,3 2 9 15,-3 2-3-15,-3 3-13 0,0 0-9 0,0 0 22 16,0 0 47-16,-18 16 40 0,-25 11 28 16,-7 6 27-16,-25 15 30 0,-11 5 21 0,-11 5 20 15,-6 0 11-15,-8 1-3 0,-5 4-7 16,-4-1 6-16,0-1-15 0,4-3-10 0,7 2-14 15,7-5-15-15,6-5-18 0,7-5-22 16,11-3-19-16,22-11-18 0,4 0-14 0,11-4-15 16,1-3-9-16,11-7-16 0,6-1-16 15,4-5-91-15,6-1 0 0,4-3 0 16,-1-2 0-16,0 0 0 0,7-3 0 16,3-2-4-16,0 0-267 0,0 0-100 0,0 0-97 15,0 0-116-15,-8-12-165 0,8 12-77 16,0 0 87-16,-2-9-682 0,2 9-873 0</inkml:trace>
  <inkml:trace contextRef="#ctx0" brushRef="#br0" timeOffset="103963.34">19685 10758 3937 0,'-11'-4'-5'0,"2"-1"60"0,1 2 43 15,3-3 21-15,5 6 20 0,2-13 28 0,9 1 8 16,1-2 4-16,13-5-4 0,6 0-12 16,5 4-18-16,3-1-11 0,0 7-14 0,1-3-17 15,3 8-8-15,-13 2-12 0,-2 4-9 16,-5 2-5-16,-2 4-8 0,-8 3-1 16,-1 5 11-16,-4 3 28 0,-8 2 24 15,-8 8 13-15,-8 3 17 0,-9 8 19 0,0 0 7 16,-4-2 6-16,-1 4-3 0,3-3 11 15,2-1-17-15,4-9-17 0,4-2-12 0,1-3-77 16,5-5-70-16,4-5 0 0,0-1 0 16,5-5 0-16,-1 0 0 0,5-2 0 0,1 1 0 15,6-7 0-15,3 3 0 0,3-3 0 16,8-3 0-16,12-10 0 0,3-1-92 0,9-11-373 16,9-1-94-16,-1-6-80 0,19-8-120 15,-3 1-57-15,-13 4 81 0,-2 2-668 0,-1 2-856 16</inkml:trace>
  <inkml:trace contextRef="#ctx0" brushRef="#br0" timeOffset="104313.16">20746 10672 3649 0,'20'-11'-79'16,"-6"5"60"-16,-5-1 50 16,-4 2 56-16,3 1 35 0,-8 4 28 0,8-7 7 15,-8 7-8-15,0 0-10 0,0 0 34 16,0 0 28-16,0 0 11 0,0 0 10 0,-27 35 12 16,8-13-16-16,-4 2-1 0,-2 3-8 15,-8 6-15-15,8-1-20 0,-7-1-17 0,6 4-15 16,7-9-13-16,1 1-11 0,5 1-13 15,4-5-8-15,7-4-12 0,1-2-3 0,2-1-5 16,7-3-7-16,-1-2-11 0,4-2-1 16,3-2-5-16,-5-5-2 0,3 0-3 0,-12-2-1 15,15-4-7-15,-7-5 2 0,-5-2 1 16,0-4 15-16,-8-6 5 0,-2-11 2 16,-2-3-3-16,-11-10-62 0,0 1 0 15,-5-1 0-15,2-1 0 0,-4 7 0 0,4 3 0 16,5 8 0-16,2 5 0 0,5 6 0 15,2 3 0-15,2 1 0 0,5 5 0 0,6-2 0 16,6 2 0-16,10-2 0 0,16 3 0 16,3 1 0-16,5 3 0 0,6 3 0 15,0 1 0-15,6 7 0 0,-6-4-52 0,3 5-500 16,-7-1-158-16,-6 0-206 0,4 3 76 16,-6-1 83-16,-3-1-727 0,-10 0-932 0</inkml:trace>
  <inkml:trace contextRef="#ctx0" brushRef="#br0" timeOffset="104729.64">20040 10188 4333 0,'-58'7'-6'0,"-5"8"31"0,-3 8 47 0,-20 16 36 0,0 9 39 0,1 9 40 0,-6 8 33 0,-2 7 3 0,6 4 4 0,9 6-17 16,10 4-4-16,10 5-26 0,19-1 2 15,12 0-13-15,18-17-3 0,18 1-18 0,18 15-11 16,20-8-6-16,15-8-17 0,15-6-9 16,15-10-14-16,10-7-9 0,15-8-6 0,6-10-6 15,7-9-8-15,4-8-5 0,-3-12-24 16,-4-10-19-16,-5-9-10 0,-7-9-16 0,-13-13-7 15,-7-11 4-15,-18-7 0 0,-8-10 5 16,-10-12-1-16,-11-6-1 0,-14-11 3 0,-7-1-2 16,-11-9 0-16,-11-3 2 15,-11-2-2-15,-15 0 2 0,-7 7-6 0,-15 9 24 0,-6 13-6 16,-14 9-5-16,-10 15-1 0,-8 13-3 16,-15 13-39-16,-3 10-33 0,17 18-40 0,4 6-58 15,3 4-88-15,5 7-124 16,7 5-135-16,12 1-213 0,7-1-36 0,14-4 86 15,8-6-613-15,11-2-757 0</inkml:trace>
  <inkml:trace contextRef="#ctx0" brushRef="#br0" timeOffset="105532.2">22942 9341 3733 0,'4'-27'-39'0,"0"5"34"0,-2 1 25 0,-1 2 26 0,-1 2 39 0,2-3 25 0,0 6 33 0,0-1 17 0,0 3-8 0,-2 3-20 0,2 1-18 0,-2 8-13 0,0 0 19 16,0 0 16-16,25 35 25 0,-2 5 1 15,7 9-2-15,18 26-2 0,13 3-6 16,9 7-16-16,13 3-3 0,30 31-18 0,7 1-3 16,4-2 20-16,6-1 5 0,2-6 3 15,-7-4 4-15,-30-27-11 0,-1-7-14 0,-8-7-7 16,-10-8-10-16,-7-10-13 0,-23-15-9 16,-8-8-5-16,-11-6-3 0,-5-3-4 0,-5-5-9 15,-2 0 0-15,-5-3 11 0,-1-3 15 16,-1-1-9-16,-2-4-12 0,-6 0-8 0,0 0-42 15,17-5-56-15,-13-2-65 0,-3 2-101 16,-1-2-120-16,0 7-136 0,-5-11-118 0,-4 5-178 16,-9 1-59-16,-2-1 86 0,-5 3-675 15,-4 1-860-15</inkml:trace>
  <inkml:trace contextRef="#ctx0" brushRef="#br0" timeOffset="105863.26">23874 10767 4201 0,'-31'-5'134'0,"5"1"19"15,5 2 16-15,3-2 28 0,5 3 32 0,0-1 40 16,3 0 16-16,3 1-4 16,7 1-16-16,0 0-19 0,0 0-23 0,0 0-24 15,42 1-20-15,-2 4-19 0,4 3-17 16,-1 1-16-16,7 5-12 0,-12-1-13 0,-4 1-6 15,-5 5-13-15,-4 3-6 0,-6 1-8 16,-6 2-5-16,-5 6 2 0,-11-1-7 0,0 4-59 16,-5 2 0-16,-3 1 0 0,-3 0 0 15,1-2 0-15,1 0 0 0,0 0 0 0,0-1 0 16,0-2 0-16,3 1 0 0,2-4 0 16,-2-5 0-16,6-4 0 0,-3 2 0 0,4-6 0 15,1 0 0-15,-3 0 0 0,0-3-329 16,4-1-175-16,-2-2-140 0,1-3-232 15,1-2 44-15,0-5 98 0,0 0-719 16,0 0-902-16</inkml:trace>
  <inkml:trace contextRef="#ctx0" brushRef="#br0" timeOffset="106046.1">23841 11255 4347 0,'-18'-12'116'0,"0"3"45"15,5-2 57-15,1 5 79 0,5-1 31 0,-1 0 20 16,3 4-3-16,-1 0-24 0,6 3-29 15,-2-9-35-15,2 9-27 0,0 0-22 0,26-6-25 16,-4 6-53-16,4 3-66 0,1-2-83 16,13 5-99-16,0-1-112 0,2-2-130 15,2-2-123-15,-4 3-122 0,0-4-192 16,-8 0 32-16,-1-2 78 0,-4 0-599 0,-2-1-745 16</inkml:trace>
  <inkml:trace contextRef="#ctx0" brushRef="#br0" timeOffset="106312.09">24348 11085 3382 0,'4'-16'-46'15,"0"3"45"-15,-2 1 34 0,2 1 36 0,4 0 23 16,-3-1 29-16,4-1 21 0,3 3 13 16,3 0 8-16,5 0 8 0,-4 1-1 0,4 6 4 15,-1 1-5-15,1 2 0 16,2 5 6-16,-5 5 6 0,0 3 9 0,-3 3 5 16,-5 5 7-16,-4 3 4 0,-5 1 5 0,-5 8 7 15,-6 3 7-15,-3-1-7 0,-4-1-7 16,5 0-15-16,-1-1-15 0,0-4-16 15,3 0-8-15,1-5-23 0,4-3-10 0,2-3-85 16,4-1-39-16,4-1 0 0,2 0 0 16,4-1 0-16,5-1 0 0,2-2 0 0,3-3 0 15,14-1-62-15,2-3-270 0,-4-5-112 16,8-7-116-16,8-8-135 0,-3-5-154 0,-1-9 81 16,2-4-756-16,-7-10-969 0</inkml:trace>
  <inkml:trace contextRef="#ctx0" brushRef="#br0" timeOffset="106663.05">24953 10545 3984 0,'-63'-33'-172'0,"-2"8"43"16,-24-5 53-16,-8 8 49 0,-13 5 58 15,-2 10 67-15,-7 11 53 0,2 9 44 0,-5 11 31 16,4 13 16-16,5 13 21 0,13 8 22 16,3 6 10-16,20 14-9 0,12 5-2 0,13 5-2 15,16 6-6-15,21 4-13 0,17-15-22 16,19 18-23-16,17-4-20 0,13-4-20 0,16-7-18 15,13-8-13-15,8-6-18 0,13-6-11 16,8-13-73-16,4-8-45 0,12-10 0 0,6-9 0 16,2-13 0-16,-4-16 0 0,-14-9 0 15,0-10 0-15,-13-12 0 0,-7-12 0 16,-10-12 0-16,-9-12 0 0,-7-8 0 16,-8-11 0-16,-10-6 0 0,-11-4 0 0,-9-7 0 15,-16 0 0-15,-13 21 0 0,-18-19 0 16,-16 10 0-16,-21 9 0 0,-20 13 0 0,-22 8 0 15,-16 16 0-15,-11 11 0 0,-7 12 0 16,-2 9 0-16,7 12-106 0,11 11-143 0,13 10-86 16,8 6-122-16,25 2-130 0,6 2-213 15,8-1-14-15,7 1 92 0,8-2-680 16,11-6-853-16</inkml:trace>
  <inkml:trace contextRef="#ctx0" brushRef="#br0" timeOffset="107627.85">19984 11754 3869 0,'-11'-11'-41'0,"0"5"17"0,-3 1 4 0,1 5 44 16,13 0 48-16,-39 7 52 0,3 5 48 0,-11 8 29 0,-3 9 31 0,-20 14 13 0,-5 5 5 16,-2 7 8-16,-7 2-5 0,0 6 0 15,4-1-6-15,3-1-5 0,9-3-14 0,7 0-28 16,6-2-18-16,10-13-16 0,7-1-10 16,4-3-21-16,0-3-16 0,5-3-11 15,6-7-10-15,3-1-17 0,2-5-37 0,6-5-47 16,0-1-70-16,2-5-81 0,5 1-93 15,-4-3-116-15,4-2-143 0,-1-3-198 0,6-2-128 16,0 0 87-16,0 0-699 16,0 0-895-16</inkml:trace>
  <inkml:trace contextRef="#ctx0" brushRef="#br0" timeOffset="108029.05">18123 12702 4232 0,'-15'-10'18'16,"3"1"32"-16,3 1 45 0,3 1 36 16,0 2 30-16,2-3 21 0,0 4-2 15,4 4-13-15,-5-7-20 0,5 7-20 0,0 0-14 16,0 0 12-16,0 0 12 0,0 0 35 16,-2 29 18-16,-2-7 12 0,0 14 9 15,-8 2 13-15,-1 11 9 0,0 7 5 0,-8 2 16 16,0 0-6-16,2 4-15 0,-2 0-112 15,4-8-121-15,2 0 0 0,-1-7 0 16,5 1 0-16,6-13 0 0,-4-4 0 0,6-8 0 16,-1-3 0-16,0-7 0 0,2-1 0 15,2-4 0-15,-1 3 0 0,1-5 0 0,-2 2 0 16,2-8 0-16,-2 10 0 0,2-10 0 16,0 0 0-16,0 0 0 0,2 7 0 15,-2-7 0-15,0 0 0 0,0 0 0 0,0 0 0 16,0 0 0-16,0 0 0 0,13-15 0 0,-13 15 0 15,0 0 0-15,1-7 0 16,-1 7-467-16,0 0-106 0,0 0-86 0,0 0-116 0,-12-7-43 16,12 7 80-16,-4-6-677 15,4 6-867-15</inkml:trace>
  <inkml:trace contextRef="#ctx0" brushRef="#br0" timeOffset="108512.21">18496 13019 4310 0,'5'-12'171'0,"-2"2"-10"0,1 3-9 0,-4 4-7 0,0 3 14 0,0 0 48 0,0 0 42 16,0 0 11-16,-23 24-5 0,5 1-2 15,2 6-4-15,-2 2-4 0,3 0-9 0,1 2-15 16,1-2-21-16,4 0-19 0,1 1-16 16,0-6-16-16,5-7-14 0,-1 2-47 0,2-5-88 15,0-1 0-15,2-5 0 0,0 1 0 16,2-1 0-16,4-3 0 0,-1-4 0 16,6-1 0-16,0-4 0 0,3-2 0 0,6-5 0 15,-1-2 0-15,9-6 0 0,-1-5 0 16,-2 1 0-16,0-3 0 0,-4 0 0 15,-5 6 0-15,-4 3 0 0,0 3 0 0,-5 3 0 16,-2 0 0-16,4 2 0 0,-9 5 0 16,0 0 0-16,0 0 0 0,-12 20 0 0,4-2 0 15,-6 7 0-15,0 2 0 0,1 4 0 16,1 2 0-16,1 0 0 0,0 0 0 0,0-1 0 16,0-3 0-16,6-5 0 0,-2-5 0 15,2-2 0-15,-1-3 0 0,3 0 0 16,-1-3 0-16,0-1 0 0,2-2 0 0,1 0 0 15,-1 0-103-15,-3-6-570 0,5-2-165 16,0 0-70-16,0 0 94 0,-7-14-837 16,5 2-1089-16</inkml:trace>
  <inkml:trace contextRef="#ctx0" brushRef="#br0" timeOffset="108879.01">18254 12516 4742 0,'-40'-15'-75'0,"-3"6"59"0,-7 6 56 0,-11 12 62 0,-6 9 45 0,-9 16 43 0,-6 13 67 0,4 10 25 0,-3 15 8 0,6 10 0 0,2 11-5 15,2 4-19-15,12 6-16 0,12 1-11 16,12-2-11-16,18-5-15 0,17-21-18 0,13 17-18 16,18-8-88-16,15-7-89 15,15-3 0-15,9-8 0 0,11-12 0 0,5-13 0 16,3-5 0-16,4-15 0 0,-9-11 0 15,-2-10 0-15,6-5 0 0,14-17 0 0,-4-11 0 16,-3-5 0-16,-7-15 0 0,-7-9 0 16,-4-13 0-16,-11-10 0 0,-1-10 0 15,-8-7 0-15,-7-10 0 0,-10-3 0 16,-9 0 0-16,-14-4 0 0,-11 9 0 0,-15 5 0 16,-7 10 0-16,-13 16 0 0,-1 23 0 15,-12 9 0-15,-12 9 0 0,-5 10 0 0,-5 11 0 0,-5 8 0 16,-2 8-147-16,5 8-82 15,-1 10-59-15,4 2-85 0,8 6-98 0,-1 0-134 16,15 0-224-16,12-6 47 0,13-4 94 16,9-5-597-16,7 2-745 0</inkml:trace>
  <inkml:trace contextRef="#ctx0" brushRef="#br0" timeOffset="109265.24">19996 11911 3758 0,'9'-34'18'0,"-5"7"47"0,2 6 39 0,-3 4 20 0,4 2 17 0,-3 3 3 0,-1 3 3 15,3 4 21-15,1 3 33 0,-7 2 21 16,43 23 8-16,-9 13 4 0,7 8 5 0,11 19 3 16,4 7-12-16,3 1-13 0,-4 3-19 15,1-1-14-15,-2 0-19 0,-2-1-13 16,-5-7-18-16,-3-2-13 0,-10-14-8 16,2-1-11-16,-1-4-10 0,-7-3-9 0,1-5-8 15,-10-7-7-15,0-5-7 0,-5-7-4 16,-5-5-10-16,-2-2-5 0,2 0-29 15,-6-2-29-15,3-3-69 0,-1 1-92 0,-3 0-123 16,-2-6-165-16,0 0-190 0,0 0-225 16,-9 6 68-16,9-6 96 0,-19 8-673 0,8-5-843 15</inkml:trace>
  <inkml:trace contextRef="#ctx0" brushRef="#br0" timeOffset="109695.33">20484 13141 4266 0,'-10'-6'209'0,"2"1"17"0,5 1 12 16,3 4 6-16,-2-10 11 0,2 10 2 0,5-10-10 15,-5 10-25-15,14-5-21 0,-3 4-22 16,-11 1-17-16,25 4-14 0,-10 2-20 0,3 5-14 16,-4 1-12-16,0 2-10 0,-3 3-11 15,1-1-4-15,-6 3-11 0,-4 0-4 0,-2 2-4 16,-6 11-7-16,-8 1 12 0,-4 9 9 15,-9-5 17-15,-2 2 7 0,1-4 0 0,5-8-6 16,1 0-90-16,4-1 0 16,2-2 0-16,7-3 0 0,4-3 0 0,3-2 0 15,2 3 0-15,2-4 0 0,1 5 0 16,5-3 0-16,-1 4 0 0,7 5 0 0,-1-1 0 16,2 0 0-16,-3-4 0 0,-3-3 0 15,1 1 0-15,-3-5 0 0,-1 1 0 0,-1-1 0 16,-3-3 0-16,-2 2 0 0,0-1 0 15,-2 2 0-15,-3-1 0 0,-4-1 0 0,-5 0 0 16,-3 0 0-16,0-3 0 0,0-2 0 16,-4-2 0-16,-1-2 0 0,4-3 0 15,-5-3 0-15,2-5 0 0,-3-6 0 0,2-5 0 16,3-4 0-16,12 1-124 0,1 0-929 16,10 5 100-16,-1-4 104 0,12-8-924 15,6 4-1202-15</inkml:trace>
  <inkml:trace contextRef="#ctx0" brushRef="#br0" timeOffset="110012.39">20866 13534 4641 0,'2'-7'38'0,"1"2"46"15,-3 5 16-15,0 0 36 0,0 0 59 0,0 0 62 16,0 0 53-16,-41 20 19 0,27-4-5 16,-8 6-8-16,5 0-16 0,0 2-17 15,8-4-22-15,1 2-25 0,2-1-24 0,2-4-43 16,4 3-169-16,0-3 0 0,6-1 0 15,-1 1 0-15,9 1 0 0,-1-7 0 16,7 2 0-16,3-4 0 0,-1-4 0 0,5-1 0 16,0-4 0-16,-3-2 0 0,3-3 0 15,-2-1 0-15,4-6 0 0,-9 1 0 16,3-7 0-16,-3-5 0 0,-6-6 0 0,-2-4 0 16,-4-6 0-16,-4-2 0 0,-4 2 0 15,0 10 0-15,-8-3 0 0,3 6 0 0,-7 9 0 16,-8-2 0-16,2 7 0 0,-5 4 0 15,-2 3 0-15,4 5 0 0,-7 3-286 16,-9 3-230-16,-1 2-151 0,0 2-228 0,2-2 60 16,4 3 93-16,5-5-703 0,7-2-896 15</inkml:trace>
  <inkml:trace contextRef="#ctx0" brushRef="#br0" timeOffset="110394.68">20682 12741 4285 0,'-65'5'67'0,"-11"11"46"0,-19 14 48 0,-3 11 34 15,1 14 31-15,0 10 42 0,4 11 18 16,3 9 15-16,12 6-5 0,7 8-14 16,18 1-6-16,13-3-15 0,15 2-12 15,18 2-20-15,18-4-17 0,18-1-21 0,10-11-18 16,15-2-53-16,11-11-120 0,4-11 0 15,3-13 0-15,5-8 0 0,-13-19 0 0,8-9 0 16,7-10 0-16,0-4 0 0,21-15 0 16,1-7 0-16,-10-10 0 0,1-12 0 0,-6-7 0 15,-5-13 0-15,-3-9 0 0,-6-7 0 16,0-15 0-16,-10-9 0 0,-2-5 0 16,-11-5 0-16,-9-4 0 0,-9 2 0 15,-17 0 0-15,-14 11 0 0,-12 9 0 0,-23 15 0 16,-15 10 0-16,-16 20 0 0,-14 12 0 15,-16 18 0-15,10 17 0 0,-26 8 0 16,-6 15-51-16,0 12-276 0,-2 7-128 0,7 6-138 16,7 8-197-16,8 4-60 0,5-1 95 15,9-3-731-15,12-3-934 0</inkml:trace>
  <inkml:trace contextRef="#ctx0" brushRef="#br0" timeOffset="111360.79">24762 11905 4235 0,'4'-23'-83'0,"-4"8"44"0,0 3 51 0,0 1 32 0,0 3 22 0,0 1 14 0,0 1 8 15,0 6 10-15,0 0 59 0,0 0 43 0,0 0 22 16,0 0 12-16,29 39-1 0,-4-5-1 15,7 5-15-15,6-1-19 0,1 3-19 16,8 0-16-16,-2 1-17 0,-1-3-15 0,0 2-9 16,-2 0-14-16,0 1-18 0,-4-3-2 15,-2-1-11-15,-2-4-8 0,-11-8-8 0,0-4-5 16,-2-1-14-16,-8-6-27 0,1-3-28 16,-5-3-41-16,1 0-49 0,-3-2-74 0,-1 1-90 15,0-3-134-15,-2 0-168 16,-2 1-245-16,-2-6 50 0,-6 7 88 0,-3 0-584 0,-11 4-719 15</inkml:trace>
  <inkml:trace contextRef="#ctx0" brushRef="#br0" timeOffset="111645.04">24905 13016 4002 0,'0'-11'352'0,"0"3"-22"16,1 1-35-16,-1 7-17 0,0 0 36 16,0 0 55-16,0 0 37 0,12 24 23 0,-6-2-4 15,1 13-16-15,0 4-32 0,-2 13-172 16,1 4-205-16,-2 2 0 0,-3-1 0 0,5-1 0 16,0 2 0-16,-5-12 0 0,6-5 0 15,-2 1 0-15,-1-4 0 0,0-9 0 16,-2-6 0-16,-2-5 0 0,1-1 0 0,1-2 0 15,0-1 0-15,0-5 0 0,1 3 0 16,-3-4 0-16,2-3-499 0,-2-5-397 0,0 0-39 16,0 0 103-16,0 0-878 15,22-19-1145-15</inkml:trace>
  <inkml:trace contextRef="#ctx0" brushRef="#br0" timeOffset="111995.1">25354 13297 5053 0,'2'-14'90'0,"-2"6"31"0,-2 2 32 15,2 6 59-15,0 0 23 0,0 0 52 16,0 0 41-16,0 0 16 0,-14 21 2 0,4-2-44 16,-2 8-18-16,1 4-15 0,3 1-102 15,2-5-167-15,3-3 0 0,5 2 0 0,-1-1 0 16,3-1 0-16,6 7 0 0,1-4 0 16,2-3 0-16,5-6 0 0,-2-7 0 0,-2-1 0 15,8-1 0-15,1-6 0 0,-5 1 0 16,5-6 0-16,-3 0 0 0,2-4 0 15,5-8 0-15,-2-5 0 0,-4-3 0 16,-3-6 0-16,-4-4 0 0,1-2 0 0,-3-3 0 16,-5 1 0-16,1 3 0 0,-5 5 0 15,-1 7 0-15,2 4 0 0,-4 3 0 0,0 2 0 16,-4 1 0-16,2 2 0 0,-3 4 0 16,-4 0 0-16,-1 3 0 0,-2 2 0 0,12 0 0 15,-23 3 0-15,10 1 0 0,1 3 0 16,-1 0-67-16,2-1-538 0,-1 5-137 15,7-5-184-15,1 0 92 0,2 0 91 0,2-6-711 16,10 17-902-16</inkml:trace>
  <inkml:trace contextRef="#ctx0" brushRef="#br0" timeOffset="112444.39">25885 13414 4305 0,'0'0'155'15,"0"0"34"-15,0 0 46 0,0 0 71 0,0 0 49 16,-20-14 30-16,20 14-9 0,0 0-12 15,-21 1-19-15,21-1-22 0,-15 7-33 0,10-1-30 16,-4 1-25-16,4-2-167 0,1 2-68 16,2 1 0-16,2 1 0 0,0-9 0 0,6 16 0 15,-1-6 0-15,4-4 0 16,0 0 0-16,0-1 0 0,7-4 0 0,-1 1 0 16,2-4 0-16,6-3 0 0,-2-2 0 0,7-5 0 15,3-3 0-15,-3-3 0 0,3-1 0 16,-4 1 0-16,-2 1 0 0,-6 3 0 15,-4 5 0-15,-4 3 0 0,-3-2 0 16,2 5 0-16,-10 3 0 0,0 0 0 0,0 0 0 16,1 32 0-16,-12-3 0 0,-3 10 0 15,2 7 0-15,-4 2 0 0,5 2 0 0,0-1 0 16,2-6 0-16,6-4 0 0,1-2 0 16,2-6 0-16,0-9 0 0,2-3 0 0,1 0 0 15,3-4 0-15,4-1 0 0,1-6 0 16,5-1 0-16,0-3 0 0,4-1 0 15,7-3 0-15,1 0 0 0,14-3 0 0,-1-4 0 16,2 2 0-16,-7-1 0 0,-7 3 0 16,-6 1 0-16,-9 2 0 0,0 0 0 15,-3 2 0-15,-3 3 0 0,-5 2 0 0,-3 2-114 16,0 3-483-16,-3 3-62 0,-5 5-164 16,-3 5-27-16,-6 0 91 0,-6 0-734 0,-1-1-939 15</inkml:trace>
  <inkml:trace contextRef="#ctx0" brushRef="#br0" timeOffset="113244.85">25101 12740 4296 0,'-97'14'-36'0,"-19"13"36"0,-10 17 39 0,-46 39 48 0,2 11 48 0,3 12 31 15,15 8 32-15,21-3 26 0,47-26 17 16,23 2 15-16,25 2 7 0,27-11-4 0,29 19-12 16,26-1-20-16,28-3-24 0,48 23-16 15,26-10-19-15,20-14-20 0,13-7-13 0,12-10-17 16,10-12-7-16,9-8-11 0,9-10-12 15,-5-11-8-15,-49-16-12 0,3-10-11 0,-9-13-21 16,-8-17-28-16,-12-22-15 0,19-31-7 16,-22-17 5-16,-45 5-2 0,11-39 3 15,-18-13-4-15,-28 17-2 0,-8-49-1 0,-26 35-6 16,-14-6 2-16,-20 0 4 0,-19 3-6 16,-38-22-9-16,-22 26-17 0,-31 19-20 15,-26 24-23-15,-33 29-32 0,-28 22-39 16,-16 25-65-16,-15 20-98 0,-2 23-127 0,0 19-154 15,11 12-206-15,12 12 64 0,14 12 72 16,19 6-545-16,18-2-683 0</inkml:trace>
  <inkml:trace contextRef="#ctx0" brushRef="#br0" timeOffset="118462.1">27090 9203 3414 0,'2'-25'279'0,"1"4"-113"0,-1 7-90 0,0 2-32 16,-4 9 8-16,2 3 66 0,0 0 20 0,-10 19 8 15,-3 8-3-15,-1 8-4 0,-5 13-6 16,-2 3-13-16,5 5-10 0,-6-4-12 16,5 4-8-16,-2-5-8 0,2 1-10 0,2-6-5 15,1-9-45-15,1-1-41 0,-1-4-62 16,1-1-86-16,1-6-87 0,1-4-91 16,2-6-94-16,2-5-188 0,-2-5 16 0,6-1 70 15,3-4-284-15,0 0-311 0</inkml:trace>
  <inkml:trace contextRef="#ctx0" brushRef="#br0" timeOffset="118843.53">27119 9274 2252 0,'16'-27'22'15,"-2"-1"35"-15,4 3 28 0,2 3 11 0,-2 1 19 16,3 2 18-16,0 7 21 0,0 3 0 16,-2 6-8-16,2 3-6 0,3 6-3 0,7 4-14 15,-1 5-10-15,-5 3-4 0,0 7-10 16,-3-1-8-16,-6 5-8 0,-4 0-1 0,-6-1-3 15,-4-5 1-15,-8 12 7 0,-4 0 4 16,-7-4-3-16,-8 8 5 0,-5-4-4 0,3-10 0 16,-3 4 11-16,6-7 3 15,2-3-7-15,7-4-7 0,0-1-8 0,1-1-6 0,3 3-5 16,3-3-5-16,-4 3-3 16,5-1-5-16,0 3-6 0,-4 1-2 0,4-3-4 15,0 5-1-15,-2-2 0 0,-4 2-3 16,2 5-7-16,-3-1-4 0,0 4 1 0,0-12 4 15,3-1 6-15,-4-1 14 0,-3-1 11 16,4-1-7-16,-8-4-3 0,3 0 6 16,-4-2-10-16,-1-3-8 0,-3-2-4 0,-2-2-5 15,1-2-6-15,-10-2-29 0,3 1-31 16,9-5-42-16,5 3-48 0,5-2-81 0,5 0-96 16,7-3-97-16,10-4-86 15,19-11-98-15,14-6-117 0,22-1 59 0,24-8-423 0,8-2-531 16</inkml:trace>
  <inkml:trace contextRef="#ctx0" brushRef="#br0" timeOffset="119394.33">28182 9324 2684 0,'39'-20'-112'0,"-8"2"53"0,-5 1 51 15,-2 0 38-15,-4 3 36 0,-4 4 25 16,-5 1 11-16,-4 1-3 0,-3 3-10 0,-4 0 1 16,0 5 11-16,0 0 5 0,-44 2 2 15,5 4 4-15,-20 6 8 0,-7 5-2 16,-21 8-5-16,-3 2-16 0,5 4-8 0,22-4-5 15,5 2-5-15,10 4-7 0,12 0 7 16,11 4 10-16,14-4 8 0,11-6-4 0,10 8-7 16,9 5-5-16,8 1-8 15,9-4 2-15,3 1-1 0,6 0 2 0,0-1 9 16,-1 3 2-16,0-1-4 0,-8-3-1 16,-4-1 5-16,-9-10 4 0,-5-1 4 0,-7-3 11 15,-4-7 18-15,-7 2 23 0,0-3 17 16,-5-1 19-16,-10 1 12 0,-3-3-5 0,-10 3-12 15,-6-3-14-15,-2-4-16 0,-5 1-17 16,-2-5-12-16,-2 0-9 0,2 0-14 0,1-2-22 16,3-2-7-16,9-2-5 0,8 1-7 15,2-2-4-15,6-6-37 0,3 0-42 16,4-3-51-16,11-3-65 0,7-13-78 0,16-4-71 16,11-1-79-16,10-6-52 0,20-3-25 15,7-4-17-15,2 4 21 0,6-2 43 16,1 0 44-16,2 3 58 0,-5-1 72 0,-6 3 53 15,-20 10 66-15,-4 0 65 0,-5 2 63 16,-8 4 55-16,-11 5 57 0,-2 4 36 0,-11 3 4 16,0 5-16-16,-4 3-13 0,-5 5 28 15,-5 0 39-15,0 0 30 0,-5 29 22 0,-6 2 7 16,-11 10-15-16,-3 5-9 0,2 2-19 16,-3 2-19-16,-2 1-19 0,1 3-16 15,2-5-18-15,2 3-14 0,-2-8-11 16,6 3-12-16,4-13-26 0,2 1-59 0,1 0-59 15,4-2-57-15,1-2-90 0,3-7-113 16,1-6-116-16,1-4-103 0,2-4-143 16,0-3-134-16,0-3 74 0,0-4-604 0,0 0-770 15</inkml:trace>
  <inkml:trace contextRef="#ctx0" brushRef="#br0" timeOffset="119560.82">28424 9489 3840 0,'7'-24'52'0,"-2"4"53"0,1 3 34 0,1 3 28 0,5-1 17 16,1 1 6-16,9-3-10 0,4 2-16 0,7 3-17 0,3 6-13 0,2 0-14 16,8 8-37-16,1 2-54 0,14 5-71 15,-4 3-118-15,-1 4-125 0,-9 3-142 16,-3 4-240-16,-13-5 13 0,-10 5 70 0,-10-2-340 16,-7 2-403-16</inkml:trace>
  <inkml:trace contextRef="#ctx0" brushRef="#br0" timeOffset="119960.28">28270 8240 2628 0,'-83'-34'-65'0,"-19"7"19"15,-14 16 31-15,-21 15 42 0,-15 16 48 0,-67 23 52 16,-16 21 50-16,-11 22 34 0,-3 20 39 16,-3 16 15-16,24 21 10 0,33 16 12 0,51 11 25 15,42 6 22-15,55-1 5 0,52-28 9 16,55 50 3-16,40 1-11 0,43-5-17 0,42-7-19 16,36-4-29-16,21-4-30 0,16-17-21 15,11-18-25-15,-2-22-21 0,4-25-24 16,-8-23-85-16,-13-20-69 0,-14-24 0 15,-64-32 0-15,-6-18 0 0,24-31 0 0,-15-26 0 16,-28-19 0-16,-15-20 0 0,-27-23-121 16,-28-22-34-16,-19-18-21 0,-37 33-2 0,-23-22 0 15,-26-53-4-15,-39 1-9 0,-33 3-3 16,-44 17-7-16,-37 14-13 0,-43 16-35 0,-38 21-28 16,-34 20-33-16,-26 23-54 0,-26 18-67 15,2 25-140-15,-2 18-110 0,14 18 76 16,24 13-386-16,32 15-467 0</inkml:trace>
  <inkml:trace contextRef="#ctx0" brushRef="#br0" timeOffset="123095.23">15472 10229 520 0,'-90'-22'85'0,"-19"1"2"0,-20-3-6 0,-10 1-25 0,-8-5-13 0,-56-6-10 0,-5 0 14 0,-11 2-10 0,-1-1-2 0,-1 0 0 15,-5-2 5-15,-15 0 1 0,-2-1-7 0,-3-2 3 16,-8-2-9-16,-7-3 8 0,-4 1-3 15,8-1-3-15,1-2-1 0,3 1 3 0,1 3-1 16,11-2-5-16,8 5-3 0,9 3-5 16,4 4 3-16,1-1 0 0,7 1-9 15,54 7-1-15,-4 2-1 0,-4 0 4 16,5 0-1-16,-8-1-3 0,4 0 0 16,6 2-6-16,7-4-3 0,4 5 2 0,8-3 2 15,6 3-2-15,5-1 1 0,7 4-1 16,9-1 2-16,4 2 1 0,6 3-3 0,24 0 3 15,1 1-4-15,6 1 1 0,4-1 0 16,-4 0-7-16,10 1 3 0,-5 1 1 0,4-3 2 16,0 1 1-16,2 2-1 0,2-2-6 15,-4 5 4-15,2-6-1 0,-5 6 2 16,1-2-3-16,-2 4-1 0,-2-2 1 16,3 2 4-16,-1 4-4 0,3-1 2 0,12 2 1 15,-13-2-3-15,-1 0-2 0,3 4 2 16,-3-2-4-16,-2 2 4 0,0-2-6 15,-1 0 5-15,-4 2 3 0,1 2-7 0,0-2-2 16,-3 2 5-16,2-1-4 0,-4 0 5 16,3 1 2-16,3 1-3 0,2 0-3 0,5 0 12 15,1-1-11-15,2 0-2 0,0 0 1 16,2 1-6-16,0-1-2 0,1 2-7 0,-1 0 8 16,2 2 1-16,-4-2-5 15,0 0 2-15,-2 1 2 0,0 3-8 0,-1 0 5 16,1 0 3-16,-2-1 17 0,1 3-15 15,1-1 0-15,-1 0 8 0,6 3 1 0,2-3-5 16,-1 1-5-16,2 2 1 0,13-2 5 0,-8 2-5 16,2 1 4-16,12 0 7 15,0-3-2-15,0 2-2 0,2 3 2 0,2-5 0 16,1 5-5-16,-3 0-2 0,-1 1 7 16,2 1 15-16,-8 2-4 0,-1 1 3 0,-2-3-2 15,1 1-1-15,4-5-2 0,3 1 4 16,-2-1-2-16,0-3-8 0,-1 1 2 0,3-2 5 15,0-4 0-15,0 2 2 0,0-3-4 16,-1-1 9-16,9-1 1 0,-2 0 7 16,1-4 5-16,-1 1 1 0,1-2 6 15,-12-1 1-15,5-2 0 0,0-1 4 0,6 3 3 16,5-4 6-16,2 0 0 0,1 1-6 0,4 0-3 16,3 0-5-16,-2 0 0 0,4 0-7 15,1 0-21-15,1 1-27 0,3 1-55 16,-2-1-78-16,3 3-191 0,7 1-114 15,-18-4 33-15</inkml:trace>
  <inkml:trace contextRef="#ctx0" brushRef="#br0" timeOffset="125159">18578 3742 118 0,'11'-17'22'0,"1"5"2"0,-4-2-10 0,-3-1 7 0,1 3 17 0,-2-1-13 0,2 1 4 0,-2 0-6 0,-3 0 10 16,1 2 0-16,2 1-8 0,-2 0 0 0,0 2-1 15,-2 3-6-15,0 4-4 0,1-9 4 16,-1 9-8-16,0 0 2 0,0 0 2 0,0 0-8 15,0 0 6-15,0 0-8 0,-14 14 3 16,3 1 0-16,-3 12 0 0,-4 6-1 16,-6 13 11-16,-4 11 6 0,-11 24 7 15,-8 13 10-15,-3 12-5 0,-8 14 6 16,-17 42 3-16,-4-3 6 0,3 7-5 0,3 7 3 16,1 2 7-16,8 4-3 0,3-8-1 15,16-40-4-15,7 2 6 0,2 3 10 0,4-6 10 16,2-4 0-16,-1 3 2 0,2-7-3 15,1-7 0-15,-1-5-4 0,2-5-7 0,1-8-5 16,-1-3-4-16,3-3-4 0,-1-7-4 16,5-19-3-16,8-1-3 0,-8-3-6 0,5 0-2 15,1-3 0-15,2 0-5 0,-2 0-4 16,-3-1 1-16,1 1-2 0,-5-1-2 16,1 0 0-16,-3 1-3 0,-6 2-1 0,-7 14 0 15,0-2 0-15,-5 1-1 16,13-17 0-16,-1 2-1 0,3 0-1 0,1-7 0 15,4 1-1-15,4-4-2 0,0-3 0 16,8-10-1-16,-2 1 0 0,6-3-1 0,-1-6 2 16,4-3-4-16,1-1 2 0,-1-2-1 15,2-4-4-15,0 1 2 0,2 1 1 0,-2-1-2 16,0-1 0-16,0 0 0 0,0-1 2 16,0 0-3-16,0 1 0 0,0-3 0 15,-2 1 2-15,2 1-3 0,-4-1 5 0,-1 0-6 16,5-1 2-16,-3-2-1 15,-1 0 3-15,2 0 1 0,0 0-6 0,1 0 4 16,-1 1-3-16,-4-1 2 0,2 0 2 16,1-1-3-16,-4 5 0 0,-2 5-2 0,-2 8 1 15,-7 15 1-15,-3 6-2 0,-3 9 15 16,-11 19 13-16,-3 9 8 0,-2 4 0 0,-8 4 0 16,3-3-4-16,3 4-1 0,0-4-1 15,4 0 0-15,4-7 0 0,5-8-1 0,8-16 2 16,6-6 5-16,-2-2 3 0,1-7-3 15,7-12-3-15,0-2-6 0,1-9 2 16,2-4-5-16,2-5 0 0,0-2-4 16,1-3 1-16,-1 3-2 0,0-4 1 15,1-1-4-15,-6-1-1 0,0 0-3 0,0-4 2 16,-3 1-3-16,-3-3-1 0,-1 0 2 16,0-3-2-16,-7-3-1 0,-2 0 2 0,-10-7-3 15,-10-5-2-15,-1-1 0 0,-4-6 0 16,-4-1 4-16,-9-1 7 0,-21-7-1 0,-10 0 1 15,-7 3 4-15,-5-1-3 0,-13 3-8 16,-1 0 0-16,6 9-34 0,6 3-44 0,25 8-75 16,15 4-135-16,18 1-223 0,20 0 22 15,13 3-149-15,10-5-128 0</inkml:trace>
  <inkml:trace contextRef="#ctx0" brushRef="#br0" timeOffset="126442.41">2246 10644 1748 0,'10'-14'263'0,"-2"5"-46"0,-3-1-22 0,-1 4-14 0,0 0 9 0,-4 6-27 0,3-6-26 0,-3 6-19 0,0 0 15 16,0 0 41-16,0 0 21 0,2 24 2 15,-7-2 1-15,-3 13-5 0,0 2-9 16,-3 1-11-16,0 9-1 0,-3 0-14 15,3 3-11-15,0-13-18 0,3 1-11 16,-2-2-10-16,3-3-11 0,3-6-6 0,-2-4-10 16,0-3-10-16,4-2-37 0,2-4-35 15,-3-5-43-15,1 4-45 0,2-6-68 0,-2-1-109 16,2-6-124-16,0 0-150 0,0 0-172 16,0 0 65-16,19-13-380 0,-13-1-501 15</inkml:trace>
  <inkml:trace contextRef="#ctx0" brushRef="#br0" timeOffset="126827.14">2286 10524 2826 0,'2'-32'-27'0,"0"4"28"0,2 3 25 15,2-6 8-15,1 0 15 0,4 2 9 16,5 5-2-16,-1 7-2 0,2 4 0 16,7 5 3-16,0 4-11 0,2 4-2 0,13 9 3 15,6 9-6-15,-2 1-4 0,-3 8-10 16,-6 4 3-16,-4 1-2 0,-7-4 1 0,-8 2-6 15,-5 1 0-15,-8-2-11 0,-8 3 13 16,-7 3 13-16,-14 5 11 0,-4-2 17 16,-5-2 3-16,-1-4 13 0,-4-6 32 0,10-5 27 15,1-7 34-15,8-2 20 16,4-8 6-16,3-3-18 0,3-2-13 0,12 1-24 16,-16-7-9-16,9 4-12 0,7 3-12 15,-11-9-14-15,11 9-15 0,0 0-14 0,-3-5-9 16,3 5-5-16,0 0-6 0,0 0-2 15,0 0-4-15,32 22-5 0,-17-10-3 0,0 3-5 16,8 6-4-16,-2 4-1 0,0-3 0 16,-2 2 11-16,-2 0-7 0,1 1-1 15,-5-7-4-15,-1-3-2 0,-3-1-28 0,-2-1-28 16,-1-1-40-16,0-1-58 0,-2-1-77 16,-2 1-94-16,-2-3-101 0,0 0-133 15,-2-2-204-15,2-6 70 0,-2 7-467 0,2-7-606 16</inkml:trace>
  <inkml:trace contextRef="#ctx0" brushRef="#br0" timeOffset="127225.46">2804 10968 3283 0,'0'0'69'0,"5"-8"27"0,-5 8 23 0,2-7 30 0,-2 7 19 16,7-9 3-16,-1 4-8 0,3-2-11 0,5 1-13 15,1-3-16-15,4 1-12 0,0-2-9 16,0 3-10-16,0-5-10 0,0 4-6 0,0 0-9 16,1-1-4-16,-4 1-6 0,0 0-3 15,-5-2-4-15,0 3-7 0,-3 1 0 16,0-3-7-16,-5 2-5 0,-3 0-7 16,0 7-2-16,-3-13-2 0,-5 6-6 0,-4 3-4 15,-4 2 1-15,-6-1-3 0,-4 6-3 16,-12-1 3-16,2 7-4 0,-5 0-4 15,9 1 1-15,1 5-1 0,4 0 1 0,5 3 10 16,7 1 5-16,5-3 4 0,3 1 2 16,3 1 0-16,4-1 6 0,4 3 0 0,3-3-2 15,3 3-4-15,5 4 2 16,4-5-4-16,-2-1 0 0,1-4-15 0,0-5-45 16,2-1-51-16,-2 4-90 0,4-7-117 15,-1 1-121-15,-5-3-166 0,2 0-118 0,-3-3 70 16,0 0-381-16,-15 0-489 0</inkml:trace>
  <inkml:trace contextRef="#ctx0" brushRef="#br0" timeOffset="127792.09">3214 10924 2716 0,'0'-13'28'16,"0"1"58"-16,0 5 51 0,0-5 43 16,0 6 42-16,0 6 35 0,0-12 4 15,0 12-19-15,0-9-29 0,0 9-24 0,0 0-9 16,0 0 4-16,0 0-6 15,0 0-10-15,20 21-29 0,-13-10 7 0,-1 3 13 0,-1 1-25 16,-3-1-7-16,2 6-8 16,-2-3-2-16,-2-3-6 0,0 0-1 0,0-3-10 15,-2 2 3-15,2-1-8 0,-2-4 13 16,0-1 15-16,2 1 12 0,0-8 15 0,0 12 11 16,0-12-18-16,0 0-15 0,0 0-15 15,0 0-10-15,0 0-15 0,10-35-5 0,3 7-10 16,5 1-8-16,0 1-48 0,2 0-17 15,-2 5 0-15,-2 6 0 0,-3 5 0 0,-1 2 0 16,-1 2 0-16,0 3 0 0,-1 1 0 16,-10 2 0-16,20 5 0 0,-6 1 0 15,-3 6 0-15,2-4 0 0,-2 5 0 16,-2 5 0-16,1-3 0 0,-3 1 0 16,-3 1 0-16,0-2 0 0,-1 0 0 0,-1-1 0 15,0-2 0-15,1-2 0 0,-1-1 0 16,-2-1 0-16,0-8 0 0,3 8 0 0,-3-8 0 15,0 0 0-15,0 0 0 0,21-28 0 16,-4 4 0-16,6-5 0 0,6-8 0 0,5 0 0 16,0 2 0-16,-1 6 0 0,-8 4 0 15,-2 7 0-15,-7 3 0 0,-2 5 0 16,-3 3 0-16,0 5 0 0,-2 2 0 16,-9 0 0-16,16 13 0 0,-8-1 0 0,0-1 0 15,-2 5 0-15,-3 1 0 0,3 3 0 16,-4 1 0-16,1-1 0 0,-1 2 0 15,-2 2 0-15,2-5 0 0,-2-1 0 0,0 1 0 16,-2-5 0-16,2 0-156 0,-2-3-127 16,2 2-68-16,-1-3-94 0,-1-2-109 0,0-4-142 15,2-4-135-15,0 0 78 0,0 0-649 16,0 0-854-16</inkml:trace>
  <inkml:trace contextRef="#ctx0" brushRef="#br0" timeOffset="128124.71">4150 10836 3777 0,'-3'-9'-59'0,"3"9"46"0,-7-8 33 0,7 8 45 0,0 0 28 0,-7-5 14 16,7 5 30-16,0 0 31 0,0 0 14 15,-21 25 7-15,9-13-3 0,1 5-15 0,1 5-1 16,-1 5-26-16,4 2-6 0,-2-3-14 16,6-2-12-16,3-5-8 0,0 1-10 0,3-1-7 15,2-2-11-15,2-1-5 0,3-3-6 16,4 1-1-16,-2-6-11 0,4-4 1 0,-1-2 3 15,3 0-16-15,-2-4-1 0,2-4-2 16,-4 0 17-16,2-5 8 0,-1-1 1 16,-1-6-4-16,-1-7-9 0,-1-3-7 15,-5-5 3-15,1-1-7 0,-7-2-4 16,1-3-10-16,-2 2-3 0,-2 1-6 0,1 7-22 16,-3 7-25-16,-2 1-31 0,1 7-30 15,-9-1-33-15,1 7-41 0,-3 4-63 0,1 4-77 16,-8 4-76-16,-9 6-74 0,3 3-134 15,-1 1-143-15,3 2 71 0,8-3-446 0,6-4-576 16</inkml:trace>
  <inkml:trace contextRef="#ctx0" brushRef="#br0" timeOffset="128407.52">4203 10836 3139 0,'0'0'68'0,"14"-5"54"0,-14 5 48 0,5-4 28 0,-5 4 21 15,0 0-3-15,0 0 6 16,0 0 32-16,0 0 25 0,25 12 47 0,-19-2-3 15,1 0-8-15,3 3-14 0,2 3-28 16,0 1-18-16,-3 0-20 0,0 1-17 0,0 0-27 16,1-2-15-16,1-1-19 0,-3-3-15 15,-3-2-12-15,2-3-7 0,-3 0 12 0,1-2-131 16,3-2-4-16,-8-3 0 0,13 0 0 16,-13 0 0-16,21-11 0 0,-9 2 0 15,2-5 0-15,2-6 0 0,3-6 0 0,0-1 0 16,4-11 0-16,0-1 0 0,-4 0 0 15,-4 5 0-15,-2 5 0 0,-2 5 0 16,-4 9 0-16,0 1-222 0,-3 6-241 16,-2 3-80-16,-2 5-86 0,-4-6-163 0,4 6-23 15,0 0 82-15,0 0-625 0,0 0-814 16</inkml:trace>
  <inkml:trace contextRef="#ctx0" brushRef="#br0" timeOffset="128775">4830 10775 3966 0,'0'0'20'0,"0"0"40"16,0 0 48-16,0 0 53 0,0 0 41 0,0 0 17 16,0 0-10-16,23-7-21 0,-13 1-17 15,5 2-13-15,4-3-12 0,2 0-16 16,2 0-5-16,10-5-41 0,-5 2 4 16,1-2-14-16,-7 1-9 0,-3 3-2 0,-3-2-6 15,-1-3-4-15,-1 0-9 0,-7 1-5 16,-3-3-5-16,-2 1-2 0,-6-3-5 0,-5 3-6 15,-7 2-3-15,-15-1-6 0,-5 5 1 16,-10 8 0-16,-13 8 13 0,0 5 26 0,1 3 34 16,4 5 16-16,10 4 23 0,6 2 19 15,11-3 23-15,9 3 13 0,4-1 21 16,10-2 2-16,4-2-1 0,8-1-99 16,7 4-103-16,6-2 0 0,5 0 0 0,7-5 0 15,7 5 0-15,-4-10 0 0,0 1 0 16,0-4 0-16,0 1 0 0,-9-5 0 15,-5-1 0-15,-3 2 0 0,-6-1-204 0,-2 2-293 16,-5 0-42-16,-4 1-65 0,-7 0-97 16,-16 11-112-16,-10 3 77 0,-17 0-657 0,-9 3-847 15</inkml:trace>
  <inkml:trace contextRef="#ctx0" brushRef="#br0" timeOffset="129090.62">1760 11535 4078 0,'-78'-4'31'0,"17"4"16"0,10 0 11 0,3 2 28 16,8 0 39-16,8-1 40 0,11-1 26 15,3 0 0-15,9 0-14 0,9 0-13 0,0 0-14 16,91-7-5-16,29 0-33 0,29 0-10 16,80-3 5-16,24-1-11 0,26 3-9 0,20 2-5 15,17 2-8-15,4 4-7 0,-6 0-19 16,-9 4-3-16,-18-1-10 0,-29-1 2 15,-77-1-4-15,-18-2 25 0,-22 1-10 0,-27-2-3 16,-35-1 8-16,-17 3 34 0,-18-4 9 16,-10-3-9-16,-11 2-4 0,-8 0-12 15,-9 0-11-15,-6-2-4 0,0 7-5 16,-17-8-28-16,0 1-31 0,0 3-63 0,-3 2-60 16,2 2-84-16,-2 2-105 0,-5 4-115 15,5 2-120-15,-9 4-213 0,1 3 25 0,3 1 82 16,-2 1-510-16,-2 0-638 0</inkml:trace>
  <inkml:trace contextRef="#ctx0" brushRef="#br0" timeOffset="132010.68">6401 10555 3375 0,'5'-22'-5'0,"-1"3"42"0,0 5 34 0,-1 1 37 0,-1 4 11 0,1 0-12 0,-3 9-3 0,4-5 25 16,-4 5 42-16,0 0 16 0,3 38 10 0,-1-11-3 15,-2 14 5-15,2 6 29 0,-2 1 2 16,2 10-16-16,-2-1-12 0,2 2-28 0,2-1-14 16,-3-12-17-16,-1-2-8 0,0-1-16 15,0-4-14-15,-1-10-9 0,-1-1-11 0,-2-6-41 16,2 2-43-16,-2-6-45 0,1-1-59 15,-1-3-78-15,-4-2-114 0,2-6-116 16,-1-2-118-16,7-4-194 0,0 0-2 16,-18-15 72-16,15-2-458 0,-5-4-579 0</inkml:trace>
  <inkml:trace contextRef="#ctx0" brushRef="#br0" timeOffset="132259.68">6435 10469 3210 0,'11'-20'-10'0,"3"4"29"15,-1 6 28-15,6 0 45 0,3 5 29 16,-4 1 10-16,3 3 2 0,6 6 3 0,9 4-5 16,7 9-9-16,0 4-7 0,-5 2-12 15,-9 0-9-15,-5 2-5 0,-5-2-7 0,-5 1-6 16,-5-4-1-16,-5-1 1 16,-6-2 6-16,-4 1-5 0,-3-2-6 0,-8 6-7 15,-5 0-5-15,-4-5-4 0,0-1-6 16,-3-4-4-16,0 1-8 0,-1-4-22 15,-2-1-35-15,7-6-37 0,1 2-74 0,6-5-109 16,-3 0-128-16,3-5-183 0,3 2-112 16,0-3 67-16,4 0-346 0,1 3-422 0</inkml:trace>
  <inkml:trace contextRef="#ctx0" brushRef="#br0" timeOffset="132740.82">6759 11122 2592 0,'0'6'64'0,"0"1"13"16,0-3 12-16,0-4 30 0,0 0 41 16,2 6 20-16,-2-6-1 0,0 0-15 0,0 0-14 15,2 6-17-15,-2-6-10 0,7 6-11 16,3-4-11-16,-2 0-9 0,3 0-9 16,0-1-8-16,1 0-12 0,-1-1-6 0,-11 0-7 15,21-1-4-15,-13-2-8 0,-1-3-7 16,2-2-1-16,-8 0-4 0,1-3-3 0,-2-3-3 15,-3-4 0-15,-4-5-4 16,-4-8-5-16,0-1 1 0,-5-3 2 0,1 0-8 0,0 4 2 16,0 2-2-16,-3 0-3 15,5 11-1-15,1 3-5 0,3 2-1 0,2 5-3 16,-2 0-1-16,4 0 7 0,-1 3 0 16,6 5 3-16,0-5 3 0,0 5 8 0,0 0 1 15,27-2 1-15,-6 2-2 0,12 0 1 16,12 2 3-16,5 0-9 0,-1 0 4 0,-1 1 2 15,-2 2-5-15,-6 1 3 0,-4 1 12 16,-2 1 5-16,-11 0 2 0,-2 2 2 0,-8 1 12 16,0 1 8-16,-1 5 0 0,-1 1 2 15,-5 3-4-15,0 0-2 0,0 1-5 16,-2 1-4-16,-3 2-1 0,3-4-5 16,-2 3-1-16,0-5-9 0,0 0-34 15,1-1-44-15,-3-4-60 0,2 1-99 0,1-4-117 16,-1 1-130-16,2-6-250 0,-3 0 68 15,3 0 71-15,-4-6-324 0,0 0-378 0</inkml:trace>
  <inkml:trace contextRef="#ctx0" brushRef="#br0" timeOffset="133107.32">7710 10924 2703 0,'-2'-5'99'0,"2"5"27"0,-4-8 37 0,4 8 24 0,-1-6 1 0,1 6-4 15,0 0-20-15,0 0-13 0,7-6-16 16,-7 6-11-16,19-2-16 0,-8 2-8 16,2 0-9-16,3 0-8 0,-1-3-10 15,1 1-8-15,0-2-11 0,-2-2-11 0,-1 2-3 16,-1-2-1-16,-3-4-8 0,-3 1-4 16,-3-1-6-16,-3-2 0 0,-5-1-5 0,-1-3-1 15,-7 1-1-15,-10-4-4 0,-9 5 0 16,-4 2 0-16,-7 5-1 0,2 4 13 15,-3 4 11-15,-2 5 8 0,7 2 14 0,2 6 12 16,4 5 24-16,5 1 5 0,5 6 8 0,10 3 17 16,3 2 0-16,10-3 0 0,6 4-16 15,7-1-5-15,10 7-5 0,7-6-13 16,6-1-4-16,7-4-7 0,0-2-19 16,0-4-37-16,-7-7-35 0,2 1-51 0,1-3-66 15,-3-4-85-15,-2-1-103 0,-4-3-93 16,-6-4-112-16,-1-1-204 0,0-2 65 0,2-1 70 15,-8-5-370-15,2 1-447 0</inkml:trace>
  <inkml:trace contextRef="#ctx0" brushRef="#br0" timeOffset="133590.88">8594 10231 2877 0,'2'-17'99'0,"2"5"48"15,-4 2-7-15,1 3-12 0,-1 7-15 0,0 0 43 16,0 0 37-16,0 0 20 0,-3 39 13 16,-3 1 4-16,3 16 14 0,-5 5 9 0,2 2 2 15,-4 3-5-15,-1 2-2 0,-3-2-7 16,5 1-19-16,-4-3-15 0,3 3-34 0,-5-8-11 16,5-2-25-16,1-5-11 0,2-12-11 15,-1-9-12-15,6-2-8 0,1-9-10 0,-4-5-7 16,3-1-4-16,0-2-4 0,0-3-1 15,2-4-11-15,0-5-18 0,2 5-23 16,-2-5-29-16,0 0-16 0,0 0-14 16,14-35-20-16,-8 13-6 0,-5-13-8 0,1 1-13 15,-4-5 9-15,-3 3 5 0,-2 0 9 16,-11 4 2-16,-7-4 3 0,-7 6 9 16,-8 6 6-16,-4 5 2 0,0 9 11 0,3 4 19 15,-4 3 14-15,2 3 16 0,2 7 1 16,3 5 12-16,2 3 2 0,-2 9 8 0,13 3 12 15,-1 6 8-15,8 0 7 0,5 2-5 16,9 3 1-16,4-5-1 0,6 4-2 16,5 1-8-16,10 2-4 0,2 0-4 0,6-6-3 15,3-4-8-15,6-1-8 0,0-5-25 16,-6-7-42-16,5-4-42 0,-4-1-51 16,1-1-67-16,-7-6-86 0,-3 0-102 0,-3-3-114 15,0-4-145-15,1-3-143 0,-4 0 76 16,3-3-612-16,-4-1-785 0</inkml:trace>
  <inkml:trace contextRef="#ctx0" brushRef="#br0" timeOffset="134523.24">8748 11073 3804 0,'12'2'-53'0,"-2"-1"45"0,2-2 46 0,2 1 56 0,5-2 38 0,4-3 21 0,0 1 11 0,9-8-2 15,-7 7-7-15,0-2-10 0,-1 2-13 16,-1-1-13-16,0-1-10 0,1-2-11 16,-4 2-6-16,-4 0-8 0,-2 1-6 15,-2-1-4-15,-1-2-10 0,-3 0-11 0,-2-1-6 16,-6 2-2-16,-4-3-10 0,-6 0-4 15,-1 4 0-15,-8-4-6 0,-2 4-1 16,-12-2-2-16,-3 1-5 0,0 7 0 0,0-2 1 16,-2 7 6-16,5 0 7 0,-3 3 1 15,4 1 14-15,1 6 17 0,6 1 7 0,5 3 13 16,4-1 27-16,5 0 1 0,4 0-11 16,2 2-2-16,5 1-5 0,5 2-4 0,6 4-7 15,7 2-5-15,2-3-6 0,5 0-7 16,2-5-9-16,1-1-28 0,1-3-54 0,0 0-33 15,-1 0-64-15,1-3-80 0,-9-2-101 16,1-4-100-16,1 0-114 0,-8-2-162 0,2-3-76 16,-1-1 75-16,4-2-530 15,0-1-675-15</inkml:trace>
  <inkml:trace contextRef="#ctx0" brushRef="#br0" timeOffset="134757.26">9596 10984 3123 0,'-11'-12'-30'0,"-3"2"44"0,2 3 42 16,-4 2 51-16,-3 1 43 0,-2 2 37 16,0 2 18-16,-13 6 9 0,-1 4 5 15,1 5-2-15,4 6-4 0,3 1-7 0,2 4-16 16,7 1-12-16,2 2-20 0,5 1-7 0,5-5-18 16,4 0-13-16,2-5-9 0,4 3-10 15,4-2-12-15,-3 0-46 0,4-2-44 16,3-3-53-16,1-1-84 0,1-3-127 15,5-2-123-15,-4-5-146 0,0 0-193 0,4-2 64 16,-4-3-488-16,5-3-619 0</inkml:trace>
  <inkml:trace contextRef="#ctx0" brushRef="#br0" timeOffset="135923.1">9787 11139 3024 0,'0'0'-19'0,"0"0"22"0,0 0 21 15,-29 14 39-15,29-14 26 0,-9 6 26 16,9-6 11-16,-8 5 1 0,8-5-1 0,-1 7-2 16,1-7-1-16,0 0-6 0,5 9-14 15,-5-9-6-15,21 2-15 0,-10-2-4 0,3-2-8 16,1 0-4-16,5-2-8 0,-6-2-5 16,2 1-5-16,-1-5-4 0,-1 2-6 0,-5-4-3 15,0 1-3-15,-2-6-1 0,-2 2-3 16,-3 0-5-16,-2 1-6 0,-4-1 2 0,-6-1-3 15,-3 3-3-15,-4 2 0 0,-5 4 10 16,-5 5 7-16,0 2 14 0,-12 6 18 16,3 8 10-16,4 2 7 0,-6 9 0 15,11-2-2-15,4 1-2 0,6 1-5 0,2-2-5 16,5 0 0-16,9-5-3 0,2-1 0 16,1 0-3-16,7-2-4 0,5 0-5 15,3-5-2-15,6-1-4 0,9-2-6 0,1-4-3 16,-3-3 3-16,11-5-7 0,-1-2 2 15,-3-1-13-15,-2-2 8 0,-3-4-6 0,-2 0-1 16,-3 0 14-16,0-1 12 0,-6 5 3 16,-2 0 0-16,-4 4-8 0,-2 0-6 0,-1 1-5 15,0 1-3-15,-3 2-8 0,1 2 0 16,-10 0-3-16,17 6 11 0,-12-1 2 16,2 1 27-16,-6 5 12 0,1-2 17 0,-2 4 22 15,-3 1 5-15,-4 1 1 0,0 2 2 16,-10 9 2-16,1-2-11 0,-5 0-1 15,4 0-14-15,-6-2-8 0,2-2-9 0,1 1-5 16,4-5-21-16,3-4-49 0,-1-3 0 16,7 1 0-16,1-3 0 0,1-3 0 0,-1 2 0 15,6-6 0-15,0 0 0 0,0 0 0 16,0 0 0-16,28-14 0 0,-3-3 0 0,14-11 0 16,0-2 0-16,11-8 0 15,15-15 0-15,3-6 0 0,4-2 0 0,0-1 0 0,-8-2 0 16,1 4 0-16,-6 0-4 15,-16 16-52-15,-7 3 3 0,-5 4 7 0,-8 12 6 16,-3 2-6-16,-9 8 5 0,-6 5 4 16,-5 3-3-16,-4 5 7 0,4 2 4 0,0 0 6 15,-26 11-10-15,9 1 9 0,-2 5 3 16,-5 5-8-16,2 2 11 0,-1 4 3 16,-2 8 14-16,4-7 2 0,3 2 1 0,-6 6 13 15,8-4 4-15,-2-1 9 0,3 1-5 16,-2-1 2-16,-1-1 8 0,4 1-5 0,-2-3 9 15,5-3-2-15,-5 1 1 16,3-2-1-16,2-4 2 0,-1-4-4 0,3 0-2 0,0-1 1 16,-3-1 0-16,1 0-1 15,-2-1-6-15,1-1 2 0,1-2-3 0,-2-3-24 16,2 0 0-16,4-3 0 0,-1-4 0 16,8-1 0-16,0 0 0 0,0 0 0 0,-11-14 0 15,14-1 0-15,19-12 0 0,8-3 0 16,8-3-36-16,6 3-10 0,3 1 8 0,0 2-14 15,0 1 17-15,-1 1 7 0,-5 4 1 16,-1-2 9-16,-5 9-3 0,-2-1 8 0,-9 6-7 16,-5 0 4-16,-3 1 2 0,-1 3-3 15,-6 5 9-15,-9 0 7 0,14 5 19 0,-14 4 10 16,-4 3 7-16,-3 4 0 16,0 2-5-16,-4 10 0 0,-1 1-3 0,5-7-3 15,-1-1 0-15,3 1-2 0,-1-3 6 16,4-2-2-16,-1-3 3 0,3 0 3 0,7-1-30 15,2-4-2-15,2-1 0 0,5-2 0 16,5-3 0-16,5-3 0 0,3-1 0 0,10-5 0 16,-3-2 0-16,0-3 0 0,-6-2 0 15,2-5 0-15,-5-2 0 0,-4-6 0 0,-2-4 0 16,-2-10 0-16,-8 3 0 0,-1 0 0 16,-6 1 0-16,-8 2 0 0,-10 1 0 0,-6 4 0 15,-3 5 0-15,-6 4 0 16,-7 4 0-16,0 4 0 0,-3 7 0 0,7 5 0 15,-8 4 0-15,3 4 0 0,-2 3 0 16,5 4 0-16,-1 2 0 0,3 2-48 0,7 1-200 16,5 3-112-16,6-6-131 0,7-2-160 15,3-2-221-15,6-2 63 0,7 0 83 0,9 0-630 16,12 7-810-16</inkml:trace>
  <inkml:trace contextRef="#ctx0" brushRef="#br0" timeOffset="136307.19">11190 11339 4023 0,'0'0'143'0,"0"0"32"0,0 0 54 15,0 0 74-15,0 0 41 0,0 0 9 0,0 0-9 0,0 0-26 0,0 0-32 0,0 0-27 0,0 0-29 0,9-12-23 16,-9 12-22-16,20-5-18 0,-7 1-16 0,1 1-14 16,2-2-19-16,5-5-22 0,0-1-23 15,5-6-23-15,-1-5-50 0,0-2 0 0,2-12 0 16,-2-1 0-16,-6-6 0 0,-6 8 0 15,-3-3 0-15,-7 0 0 0,-3 8 0 0,0 5 0 16,-7 2 0-16,1 1 0 0,-6 8 0 16,0 1 0-16,-2 6 0 0,1 4 0 0,-3 3 0 15,16 0 0-15,-22 6 0 16,12-2 0-16,4 2 0 0,4 1 0 0,6 1 0 16,6 2 0-16,5 2 0 0,15 3 0 15,6 1 0-15,0-4 0 0,5-1 0 0,1-1 0 16,-4 0 0-16,-3 0 0 0,-8 2 0 15,-4-1 0-15,-7-1-52 0,-3 2-118 16,-4 2-32-16,0 1-40 0,-6 1-47 0,-3 0-68 16,2 4-46-16,0-2-33 0,-2 3-7 15,6 1 22-15,6 6-30 0,6-4-84 0,9-2-112 16,14 2 28-16,9-4-376 0,9-1-470 16</inkml:trace>
  <inkml:trace contextRef="#ctx0" brushRef="#br0" timeOffset="136573.59">12474 11445 2541 0,'25'6'-95'0,"-6"0"38"0,-6-2 71 0,-1 0 65 0,-7 0 66 15,2-1 62-15,-7-3 38 0,-5 8 24 16,5-8 12-16,-20 12 5 0,-3-6-8 16,-21 3-15-16,-22-2-16 0,-15-2-6 0,-41-5-1 15,-25-8-19-15,-23-1-7 0,-83-10-10 16,-30-9 3-16,-43-5-10 0,-38-9-14 16,-35-6-10-16,-16 0 2 0,-3 0 20 15,25 4 20-15,40 11-1 0,53 9-10 0,55 11-16 16,82 9-29-16,30 2-17 0,43 0-26 15,16 2-116-15,21 2 0 0,10 0 0 16,13 2 0-16,9-1 0 0,9 4 0 0,7-3 0 16,7 3 0-16,1 1 0 0,11 0 0 15,3 1 0-15,13 3-143 0,-1 1-210 16,-4-3-106-16,4 2-90 0,-4-1-117 0,-9-3-186 16,0-3 73-16,2 2 88 0,-7 0-567 15,-4 0-719-15</inkml:trace>
  <inkml:trace contextRef="#ctx0" brushRef="#br0" timeOffset="138639.89">31306 2181 952 0,'0'0'175'16,"-20"-4"-17"-16,9 3-11 0,11 1-4 0,-20-4 5 0,8 2 2 0,12 2 4 0,-20 0 1 0,8-1 29 0,12 1 23 0,-17-2 8 16,17 2 13-16,-16-3 4 15,16 3 1-15,0 0 6 0,-11 0-20 0,11 0-17 16,0 0-25-16,0 0-18 0,36-9-16 16,4 6-8-16,3 3-14 0,4 0-18 0,-1 0-15 15,1 0-30-15,-3 3-30 0,-2-3-32 16,-2 2-38-16,-12 0-34 0,-5-1-54 15,-5 1-56-15,-3 0-56 0,-1-2-64 0,-5 0-91 16,-9 0-147-16,0 0-83 0,0 0 76 16,0 0-146-16,0 0-190 0</inkml:trace>
  <inkml:trace contextRef="#ctx0" brushRef="#br0" timeOffset="139309.09">30094 2213 1923 0,'-19'-7'4'0,"4"2"25"16,2 0 13-16,-1 2 18 0,3-2 22 0,0 1 26 0,-1-1 21 0,2 2 11 0,-1-1 4 0,11 4-2 0,-14-5-6 0,14 5-7 0,-11-3-8 0,11 3-9 0,-3-4-2 0,3 4-13 15,0 0-15-15,0 0-6 0,47-5-11 0,1 3-4 0,1 2-3 0,15 2-12 0,4 3-21 16,-5-1-7-16,-16 1-12 0,-1 0-24 0,-6 0-14 0,-12-2-23 15,-6-1 1-15,-8 0 3 0,-2 0 7 16,-12-2 4-16,6 1 3 0,-6-1 7 16,0 0 3-16,-43 0 5 0,4-3 5 0,-5-2 8 15,-4 1 16-15,3-1 5 16,-1 0 12-16,2 0 10 0,2 0 31 0,8 0 5 16,7 1 26-16,9 1 6 0,2 1 2 0,3 0 5 15,3 0-11-15,10 2-2 0,-10-4-11 16,10 4-11-16,0 0-3 0,0 0-13 15,49-5-3-15,-23 5-9 0,5 0-5 16,-4 0-2-16,5 1-9 0,-6 1-30 0,1 0-24 16,-8-2-54-16,-2 3-61 0,-4 0-51 15,0-3-56-15,-1 4-46 0,-2-2-69 16,-5 1-158-16,-5-3-71 0,12 3 56 16,-12-3-96-16,9 4-128 0</inkml:trace>
  <inkml:trace contextRef="#ctx0" brushRef="#br0" timeOffset="141472.14">8642 12683 2672 0,'-4'-8'188'16,"4"-3"-75"-16,2 2-51 0,4 1 5 0,3-5 21 0,2 5 9 0,1 0-4 0,8-1-11 0,0 1-15 0,1 3-9 0,2 0-6 15,1 3-2-15,-3 0-9 16,3 2 1-16,-3 2-12 0,-3 2 4 0,5-1-5 16,-3 2-8-16,-4 2 3 0,0 0-2 15,-3-2 3-15,-4 1-7 0,1 2 1 16,-6 2 6-16,0-1 24 0,-2 1 16 0,-6 0 10 15,-2 4 10-15,-7 1 8 0,-6 5 2 16,-2 1 0-16,5-6-4 0,3-2 0 0,2-1-8 16,1-4-8-16,3-1 5 0,1 1-4 15,2 4 17-15,3-6 7 0,2 3 0 0,-1 1-2 16,6 0-7-16,-1 3-4 0,5 1-8 16,-2 2 4-16,1 1-8 0,2 0-3 0,1 2-6 15,-2 0-9-15,-3 0-1 0,3-2-1 16,-2 0 4-16,-7-2 24 0,3 1 12 15,-4-3 20-15,0-1 20 0,-2 0 12 16,-1-1 9-16,-5 1-3 0,-2-2-10 16,-3-2-9-16,-3-1-12 0,-4 1-14 0,-5-3-11 15,0-2-9-15,-2-3-9 0,0 2-8 16,-1-4-38-16,4 0-50 0,-1-2-59 0,5 0-74 16,4 0-86-16,2-2-105 0,5 1-129 15,1-2-154-15,8-2-230 0,0 1 61 0,8-2 81 16,1 0-556-16,5 1-729 0</inkml:trace>
  <inkml:trace contextRef="#ctx0" brushRef="#br0" timeOffset="141806.21">9329 12839 3450 0,'0'-10'-46'0,"0"2"41"0,0 1 42 0,0 7 33 0,-7-10 28 16,7 10 22-16,-13 0 20 0,13 0 9 0,-27 8 6 15,13-2-2-15,-2 1-1 0,0 3-5 16,3 6-8-16,1-1-7 0,5 3-8 0,5-1-5 16,4 2-7-16,10 7-10 15,6-1-6-15,7-1-8 0,4-3-12 0,3-4-8 16,2-4-5-16,4-1-7 0,-3-7-4 16,1 1-9-16,-7-4 3 0,-7-4-5 0,-1-2 18 0,-1-3-7 15,-4 1-3-15,-2-5-3 16,-1-2-11-16,-5-1-4 0,-4-2 2 0,-4 0-5 15,0-3-8-15,-6-4-1 0,-5-4-3 16,-4 2-5-16,-4 1-5 0,-5 7-23 16,-4 3-30-16,-5 3-32 0,-3 7-52 0,-8 4-74 15,-1 4-74-15,-9 7-70 0,-5 3-104 16,4 3-186-16,2 3-53 0,5 1 81 0,14-3-369 16,5-4-456-16</inkml:trace>
  <inkml:trace contextRef="#ctx0" brushRef="#br0" timeOffset="142205.29">9150 12008 2785 0,'-56'-17'-56'0,"0"11"23"0,-13 6 35 15,-7 12 39-15,-21 13 48 0,-6 16 40 16,-7 10 28-16,-3 16 14 0,-22 31 9 0,37-16 1 15,9 7 4-15,11 4 2 0,15 4 7 16,19 4 4-16,20 3 11 0,24-21-4 16,24 18-12-16,30-4-12 0,26-8-18 15,15-8-16-15,11-8-15 0,14-12-8 0,9-11-10 16,0-12-34-16,2-12-32 0,5-12-27 16,-5-13-35-16,-7-11-26 0,-4-7-11 0,-9-10 2 15,-3-6 7-15,-11-9 7 0,-11-4 2 16,-9-7 2-16,-11-5 4 0,-12-10 10 0,-12-4 6 15,-10-1 3-15,-15 6-4 0,-5-3 7 16,-14-10-2-16,-16-22-2 0,-6 5 0 0,-17 0 1 16,-11 8-2-16,-14 14 0 0,-8 10 0 15,-15 17-2-15,-8 13-10 0,-5 15-23 16,15 15-58-16,-1 9-63 0,-22 12-53 16,2 12-49-16,0 10-66 0,4 10-96 0,0 3-227 15,7 0 53-15,13 1 70 0,12 0-213 0,8-5-237 16</inkml:trace>
  <inkml:trace contextRef="#ctx0" brushRef="#br0" timeOffset="142655.51">8346 13462 1982 0,'29'-15'44'0,"-2"-2"42"0,-9 5 35 0,-2 2 31 0,-5 3 14 0,-2 1 0 0,-6 2-1 0,-3 4 19 16,0 0 20-16,-30-2 7 0,-24 14 11 0,-11 8 8 15,-24 10 2-15,-13 8 1 0,1 2 1 16,-5 2-4-16,-5 4-1 0,-3 1-2 0,-1 1-10 16,4-1-6-16,-4-1-10 15,6 1-19-15,10-2-9 0,8-1-15 0,8-4-12 16,22-9-17-16,5-5-12 0,6-5-9 16,14-4-10-16,4-2-13 0,7-5-8 15,7 0-5-15,4-4-5 0,0-1-7 0,4 0-8 16,-1 0-13-16,3-3-28 0,8-2-63 15,-9 3-57-15,9-3-70 0,0 0-73 0,0 0-109 16,0 0-100-16,0 0-132 0,0 0-223 16,0 0 70-16,0 0 79 0,21-12-450 15,-21 12-587-15</inkml:trace>
  <inkml:trace contextRef="#ctx0" brushRef="#br0" timeOffset="143172.25">5547 14221 3100 0,'-21'-4'16'0,"21"4"33"0,-11-3 21 0,11 3 18 15,0 0 3-15,0 0 18 0,5-10 22 0,-5 10 8 16,19-7 13-16,-2 4-5 0,7 1-7 15,2 2-13-15,1 2-8 0,9 4-11 0,-4 6-7 16,-3 5-4-16,-9 4 11 0,-4 5 15 16,-8 5 17-16,-8 2 16 0,-10 4 8 15,-7 8 26-15,-7-2 23 0,-5 0 12 16,-6-4 4-16,-1-2-7 0,2-1-14 0,-2-5 3 16,11-6-1-16,4-5-21 0,2-4-16 15,7-3-14-15,5-2-17 0,1-5-13 16,2 2-10-16,4-4-22 0,0-4-97 0,19 7 0 15,-2-7 0-15,10-2 0 0,15-3 0 16,11-7 0-16,8-3-191 0,8-1-103 0,17-12-77 16,3-4-85-16,1-3-61 0,-2-3-48 15,-4 1-5-15,-5-7 4 0,-4 6 38 0,-24 9 111 16</inkml:trace>
  <inkml:trace contextRef="#ctx0" brushRef="#br0" timeOffset="143456.18">6525 14343 3246 0,'23'-21'-107'0,"-9"6"59"0,-8 3 39 0,-6 0 40 0,-6 4 38 15,-3 1 36-15,-3 3 33 16,-6 0 23-16,-5 2 18 0,-15 6 18 0,0 4 3 15,-1 1 10-15,-1 5 3 0,-5 6-4 16,3 0-11-16,2 6-11 0,6 1-14 16,11-1-17-16,1 1-8 0,8 0-21 0,5-3-6 15,7-2-10-15,9-2-14 0,6 6-9 16,8-1-6-16,2-1-3 0,11 3-3 0,6 1-15 16,-9-7-5-16,-5 1 1 0,1-2-19 15,-5-1 3-15,1 0 0 0,-9-3 20 0,-3-3 31 16,-7-1 35-16,0-1 39 15,-4-1 25-15,-6 0 9 0,-1 4 8 0,-9-2-7 16,-6 5-7-16,-7-5-174 0,-3-1-20 16,-5-1 0-16,-1-3 0 0,-2-1 0 0,4-4 0 15,1 0 0-15,9-2 0 0,-2-2 0 16,1 0 0-16,2-3 0 0,0-1 0 16,4-2-337-16,4 0-254 0,1-2-135 0,-2-1-189 15,4 1 77-15,5-1 88 0,0-1-622 16,3 1-826-16</inkml:trace>
  <inkml:trace contextRef="#ctx0" brushRef="#br0" timeOffset="143857.22">5936 14096 3635 0,'-37'-27'-120'0,"-10"5"39"0,-7 5 39 15,-5 5 42-15,-3 8 37 0,-9 4 53 0,-4 8 26 16,-16 15 24-16,3 11 20 0,2 10 12 15,5 13 1-15,6 9 7 0,11 10-3 0,6 3-1 16,13 3 1-16,11 3-4 0,14 4-3 16,13-16-8-16,14 5-9 0,18 13-13 15,13-7-12-15,16-6-7 0,12-6-10 0,20-6-14 16,11-11-8-16,16-8-7 16,9-12-12-16,11-13-8 0,3-14-3 0,-1-9-23 0,-6-13-21 15,-2-12-5-15,-14-5-4 16,-4-13-2-16,-15-6 7 0,-12-9-2 0,-14-9 3 15,-11-4-3-15,-13-5 0 0,-14-6 4 16,-14-10-10-16,-12 14 4 0,-14-22-7 0,-11-6-1 16,-15 5-13-16,-10 1 0 0,-8 4 2 15,-7 12-3-15,-7 8-4 0,-6 15-2 16,-10 15-1-16,-6 15-7 0,-7 13-21 16,19 16-12-16,0 11-25 0,3 9-42 0,-9 19-66 15,9 6-79-15,10 6-93 0,21-5-125 0,9-1-272 16,12-1 69-16,14-8 84 15,9-6-368-15,7-6-456 0</inkml:trace>
  <inkml:trace contextRef="#ctx0" brushRef="#br0" timeOffset="144490.82">8762 13621 2573 0,'9'-29'-5'0,"-1"-2"34"0,2 2 38 0,-3 5 12 0,-1 5 11 0,-1 4 6 15,1 0 25-15,2 1 10 0,2 2-3 0,1 3 2 16,4 6 6-16,4 4 18 0,20 14 5 16,15 14 1-16,28 20-1 0,12 7-16 15,5 11-8-15,34 28-15 0,9 4-6 0,8 4 47 16,7-2 6-16,13 0-1 0,6 1 6 15,1-7-2-15,-5-7-3 0,-6-10 7 0,-44-20-9 16,-8-9-6-16,-6-6-5 16,-15-7-19-16,-8-7-13 0,-32-8-10 0,-8-3-6 15,-11-6-6-15,-10-3 11 0,-7-4 8 16,-2 1-7-16,-3-5-10 0,-1-1-10 0,-11 0-16 16,18-4-13-16,-11 0-35 0,-1-2-48 15,-3-1-45-15,4 2-64 0,-4 1-80 0,-3 4-100 16,2-11-115-16,-2 11-89 0,-8-7-125 15,8 7-163-15,-17-2 78 0,3 2-577 16,2 4-757-16</inkml:trace>
  <inkml:trace contextRef="#ctx0" brushRef="#br0" timeOffset="144854.54">10894 14890 3412 0,'-12'-12'-24'15,"5"0"61"-15,1 1 70 0,1 1 47 16,-1 2 28-16,6 0 14 0,0 8 14 0,2-17 13 16,0 9 16-16,4-2 13 0,3-1-11 15,1-1-8-15,1 2-11 0,5 1-15 16,-1 1-19-16,0 3-21 0,0 0-12 16,6 3-17-16,-2 2-17 0,2 2-12 0,0 3-9 15,1 2-7-15,3 8-7 0,-1 4 11 16,-9 3 7-16,-2 9 6 0,-5 4 17 15,-7 2 15-15,-1 3 6 0,-7-1-1 0,-4 11 2 16,-3-1-30-16,-3-3-119 0,4 3 0 16,-2-4 0-16,-3-3 0 0,5-7 0 0,1-3 0 15,3-2 0-15,4-6 0 0,-5-6 0 16,6-2 0-16,0-1 0 0,0-5 0 0,2 0 0 16,1 1 0-16,1-2 0 15,-2-2-253-15,2-7-287 0,2 5-166 0,-2-5-226 16,0 0 81-16,12-14 88 0,-5 2-647 15,4-2-862-15</inkml:trace>
  <inkml:trace contextRef="#ctx0" brushRef="#br0" timeOffset="145024.23">10954 15283 4219 0,'-24'-11'107'16,"5"2"40"-16,6 3 59 0,0 1 67 16,3 0 46-16,4 1 16 0,6 4-6 0,-11-7-11 15,6 4-27-15,5 3-29 0,0 0-26 16,0 0-24-16,0 0-20 0,0 0-20 0,0 0-43 15,36 1-81-15,-16 3-108 0,7-2-100 16,17 3-92-16,-2-2-135 0,6-1-158 16,-1-2-192-16,3-2-96 0,-5-1 82 15,0 1-633-15,-8-3-838 0</inkml:trace>
  <inkml:trace contextRef="#ctx0" brushRef="#br0" timeOffset="145322.15">11422 15154 4040 0,'-4'-19'88'0,"2"4"45"15,4 1 36-15,0 2 22 0,5-2 25 0,7-3 25 16,3-5-11-16,8 1-12 0,5 4-13 16,1 2-10-16,3 1-30 0,1 5-5 15,-4 3-34-15,-5 5-12 0,-7 1-10 0,2 4-10 16,-1 3 4-16,-4 6-5 16,-3 1 10-16,-5 5 21 0,-2 2 2 0,-6 0 9 0,-6 13 11 15,-4-1 11-15,-1 1 8 16,0-4-3-16,-3 3-4 0,1-4-123 0,5-7-35 15,1 0 0-15,-1-4 0 0,6-1 0 16,-1-5 0-16,1 1 0 0,2-1 0 0,2-1 0 16,1-2 0-16,3-2 0 0,1-2 0 15,7-5-79-15,1 0-349 0,21-5-48 0,18-9-66 16,7-3-119-16,1-8-206 0,19-14 81 16,-4-7 84-16,0-11-539 0,-5-6-704 15</inkml:trace>
  <inkml:trace contextRef="#ctx0" brushRef="#br0" timeOffset="145639.23">12365 14471 3181 0,'-66'-35'-141'0,"-22"-3"28"0,-11 5 29 16,-17 6 40-16,-16 7 35 0,-7 11 42 0,-1 9 56 15,-11 15 72-15,-1 16 45 0,-30 26 35 16,16 11 18-16,52-5 15 0,11 8 15 0,13 9 32 16,17 9-5-16,13 4-1 0,23 0-5 15,13 1-13-15,24-16-13 0,23 19-11 16,17-5-27-16,19-4-21 0,17-7-21 0,16-11-21 15,11-7-17-15,9-12-15 0,12-7-16 16,10-13-13-16,4-9-28 0,5-8-36 16,4-11-24-16,0-12-22 0,-8-9-20 15,-11-11-28-15,-9-12-8 0,-13-18 5 0,-8-10 4 16,-8-9 2-16,-11-8 3 0,-13-9 0 16,-9-5 3-16,-15-4 2 0,-12-4 3 0,-17-6 2 15,-26 4-3-15,-17 9 6 0,-21 12-3 16,-20 11-5-16,-20 17-1 0,-17 13-5 0,-21 15-14 15,-8 13-56-15,-8 15-66 0,-2 10-87 16,5 10-129-16,6 12-132 0,9 6-197 0,10 4-86 16,7 4 78-16,3 0-607 0,2 5-784 15</inkml:trace>
  <inkml:trace contextRef="#ctx0" brushRef="#br0" timeOffset="146754.26">5349 14998 3861 0,'0'0'-8'0,"0"0"53"16,-24 17 61-16,-6 4 61 0,-17 13 44 0,-30 16 29 0,-8 8 31 0,-9 4 19 15,-5 5 12-15,-2 1-8 0,-4 1-11 16,8-1-15-16,4-4-23 0,5-3-21 0,10-3-20 16,7-4-20-16,24-15-20 0,3 1-16 15,10-6-15-15,3-2-11 0,11-9-14 0,2 0-10 16,4-9-13-16,5 1-17 0,0-7-21 16,3 1-20-16,-2-2-23 0,3 0-19 0,1-4-45 15,-4 2-62-15,8-5-83 16,-9 2-82-16,9-2-86 0,0 0-90 0,-15-2-77 15,15 2-116-15,-12-4-164 0,12 4 73 16,-13-3-581-16,5 3-783 0</inkml:trace>
  <inkml:trace contextRef="#ctx0" brushRef="#br0" timeOffset="147187.72">3530 16177 3939 0,'-3'-15'89'16,"1"3"31"-16,0 3 32 0,2 4 17 15,0 5 0-15,-4-12-8 0,4 12-7 0,0 0 31 16,0 0 45-16,-14 26-1 0,3 1-11 16,-1 9-13-16,-8 9-18 0,-1 4-14 15,2-2-17-15,7-9-18 0,-1-2-11 0,6 1-16 16,-3-4-7-16,6-6-14 0,0-4-7 15,4-5-4-15,2-1-8 0,0-2-15 0,2 0 0 16,0-4-5-16,2-1-5 16,1-3-8-16,3-2-13 0,0-5-23 0,-10 0-21 15,30-7-18-15,-11-3 1 0,8-6-7 16,-1 1 8-16,-1 0 2 0,-6 2 2 16,-4 5 6-16,-5 0-6 0,0 3-2 0,-3 2 3 15,-7 3 6-15,13 0 5 0,-13 0 15 16,12 14 11-16,-6-2-2 0,-1 3-2 0,1 3 2 15,-1 1 6-15,-1 3-13 0,4 0 9 16,-2-3 5-16,-1 0-3 0,1-4-6 0,2 0-4 16,-4-2-23-16,3-3-39 0,-5 0-39 15,4 0-48-15,-1-3-63 0,-3-2-82 16,3 0-110-16,-5-5-126 0,5 4-180 16,-5-4-49-16,0 0 86 0,0 0-463 15,0 0-606-15</inkml:trace>
  <inkml:trace contextRef="#ctx0" brushRef="#br0" timeOffset="147671.06">2850 16237 3321 0,'-1'-18'23'0,"-1"5"29"0,2 3 12 0,-2 4 10 0,2 6 29 0,0 0 64 0,0 0 50 0,0 0 7 16,-16 39 12-16,9-2 6 0,-4 12-13 15,-1 4-21-15,4-3-19 0,1-7-12 16,-1 7-21-16,2-7-14 0,2 1-13 0,1-1-10 15,1-4-13-15,-2-1-9 0,2-3-39 16,2-6-53-16,0-3-52 0,0-9-58 0,-1 5-60 16,1-9-62-16,-2-1-55 0,2 2-43 15,0-5-81-15,0-6-153 0,0-3-137 16,0 0 65-16,0 0-354 0,9-36-461 16</inkml:trace>
  <inkml:trace contextRef="#ctx0" brushRef="#br0" timeOffset="148038.25">3129 15547 2941 0,'-29'7'61'0,"-13"18"14"0,-8 15 68 0,-20 27 29 16,-5 15 34-16,0 20 30 16,-20 48 17-16,7 3 38 0,9-1 6 0,28-35-12 15,7-3-24-15,15-2-19 0,13-1-21 16,18-6-7-16,12-1-9 0,22-5 1 15,18-8-7-15,16-11-20 0,12-12-20 0,12-9-11 16,7-13-16-16,9-13-12 0,10-14-9 16,-1-12-14-16,3-16-7 0,-2-13-10 0,0-13-16 15,-7-12-21-15,-13-9-15 0,-8-12-11 16,-18-13-6-16,-12-12-4 0,-15-11-8 16,-17-13-9-16,-17-11-18 0,-19-4-31 0,-22-4-37 15,-33-31-14-15,-22 15-2 0,-19 10 6 16,-14 11 7-16,-12 22 5 0,22 39 11 0,-5 16 8 15,-11 22 5-15,-7 23 4 0,-7 18 0 16,-3 17-20-16,7 13-41 0,10 13-53 16,11 8-77-16,17 10-94 0,10 7-122 15,21 4-208-15,14 3-47 0,14-5 63 0,16-15-414 16,8-6-549-16</inkml:trace>
  <inkml:trace contextRef="#ctx0" brushRef="#br0" timeOffset="150203.82">11395 15775 2826 0,'0'-7'-47'0,"0"7"34"0,0-10 25 0,0 10 12 0,-4-9 3 16,4 9 16-16,0 0 34 0,-32 5 50 0,-6 9 44 16,-12 12 17-16,-25 16 16 0,-6 3 32 15,-3 11 3-15,1 2 2 0,-3 3 0 16,0 2-3-16,6 0-1 0,6-3-15 0,9-2-12 15,6-5-15-15,18-16-17 0,5-3-25 16,8-1-11-16,7-9-16 0,4-5-14 0,6-4-9 16,1-3-9-16,2-2-15 0,1-1-14 15,1-1-34-15,3 0-41 0,-4-4-35 16,3 0-63-16,4-4-101 0,-7 6-112 0,7-6-97 16,0 0-103-16,-15-2-175 0,15 2-32 0,-19-2 77 15,10 4-395-15,-3 2-518 0</inkml:trace>
  <inkml:trace contextRef="#ctx0" brushRef="#br0" timeOffset="150619.88">10098 16779 2876 0,'0'0'92'0,"0"0"20"15,0 0 20-15,0 0 21 0,0 0 43 16,-52 3 35-16,31 6 18 0,-11 8 15 0,-1 0 8 15,-8 10-25-15,0 4-8 16,1 1-3-16,1 1-7 0,1 1-11 0,1 3-14 0,3-4-24 16,1 2-14-16,7-2-18 15,2-4-17-15,4 0-12 0,4-4-14 0,4 2-14 16,2-8-10-16,6 0-9 0,0-1-1 16,4-7-13-16,4 3 0 0,0-2-10 0,6 1-30 15,1-5-18-15,3-4-21 0,0 0-16 16,4-2-16-16,2-2-9 0,1-4 0 15,1-2 3-15,-4-2-4 0,3-2 12 0,-5-1 0 16,-1 0 4-16,-6-1 6 16,-2 2 9-16,-6-2 3 0,1 1 8 0,-4 3-1 15,-3-2 4-15,-2 3 2 0,-4-3-1 16,2 5 0-16,-3-1 3 0,1 1 5 0,2 0-2 16,-1 1-4-16,0 0 8 0,10 4-42 15,-13-6-40-15,13 6-61 0,-10-1-45 16,10 1-49-16,0 0-64 0,0 0-63 0,0 0-70 15,0 0-109-15,0 0-137 0,27-5 63 16,-6-2-333-16,17-3-435 0</inkml:trace>
  <inkml:trace contextRef="#ctx0" brushRef="#br0" timeOffset="150939.57">10313 17030 2619 0,'6'-7'88'0,"-2"0"19"15,-4 7 33-15,0-10 48 0,0 10 46 0,0 0 32 16,-8-9 13-16,8 9 3 0,-14-2 3 15,14 2-17-15,-28 7 3 0,-3 6-16 0,-3 2-6 16,-8 8-6-16,3 3-15 0,0 3-15 16,3-2-21-16,9-6-16 0,7 4-22 15,0-1-15-15,9-5-15 0,7 1-8 0,5-5-14 16,4 1-6-16,6-1-11 0,12 2-8 16,6-5-28-16,3-5-29 0,-3-2-17 0,-2-5-16 15,1 0-6-15,-4-1 1 16,-1-5 0-16,1 1 12 0,-8-3-7 0,0-4 4 15,-3 3 1-15,-3-4 4 0,-4 1 0 16,-3 0-3-16,-1 3 4 0,-2-1-8 0,-4 0-3 16,-1 1-24-16,-4 2-23 0,0 2-44 15,-2 0-46-15,-3 2-66 0,3 3-72 16,-4 0-78-16,2 0-80 0,-2 3-111 0,-3 0-191 16,7-1 23-16,-1 2 89 0,1-3-403 15,11-1-512-15</inkml:trace>
  <inkml:trace contextRef="#ctx0" brushRef="#br0" timeOffset="151337.67">10008 16426 3064 0,'-46'-25'34'0,"1"6"10"16,-7 5 23-16,-7 7 33 0,7 5 25 0,-16 11 31 15,0 10 19-15,-20 18 20 0,6 18 17 16,-4 9 0-16,6 15 7 0,5 12-4 15,7 4-1-15,7 2-9 0,11 5-5 0,18 3-7 16,10-4-17-16,12-5-22 0,13-18-14 16,20 9-18-16,15-6-11 0,20-9-7 0,16-8-14 15,14-14 4-15,13-5-13 0,13-7-22 16,10-16-13-16,2-10-37 0,-1-9-36 16,-3-13-27-16,-3-5-16 0,-7-9 2 15,-13-9-21-15,-4-6-8 0,-11-12-2 16,-12-9 15-16,-11-8 11 0,-9-5 6 0,-12-9 17 15,-11-5 8-15,-12-5 6 0,-11 14 6 16,-14-26 3-16,-7 3 2 0,-12 2 6 0,-6 9-2 16,-14 12 5-16,-4 13-2 0,-10 13-3 15,3 21 5-15,-6 13 0 0,-5 9 1 0,-6 11-17 16,3 9-41-16,-2 7-49 0,-10 11-70 16,24-2-93-16,6 8-108 0,11-3-184 15,4 0-109-15,16-4 74 0,10-8-328 16,5-4-420-16</inkml:trace>
  <inkml:trace contextRef="#ctx0" brushRef="#br0" timeOffset="151672.29">11262 15906 3044 0,'-2'-18'253'0,"2"6"-31"0,2 6-22 0,7 5-16 0,9 2 17 0,18 8 18 0,21 8 6 0,12 7-7 0,22 14-5 0,11 5-18 16,4 5-21-16,8 2-11 0,1-1-16 15,2 9-14-15,6 0 15 0,-4 0 5 0,0 0-32 16,-8-2-13-16,-9-4-11 0,-9 0-7 15,-9-9-9-15,-11-6-33 0,-25-11-48 0,-18-7-37 16,-1-4-28-16,-8-1-28 0,-6-4-29 16,-3-3-40-16,-5 0-51 0,-1-4-78 0,-5 0-77 15,-1-3-100-15,0 0-128 0,0 0-92 16,0 0 52-16,0 0-350 0,-45-6-462 16</inkml:trace>
  <inkml:trace contextRef="#ctx0" brushRef="#br0" timeOffset="151970.62">12543 16932 3313 0,'-4'-12'420'0,"0"2"-35"0,2 5-54 16,2 5-15-16,0 0 40 0,0 0 30 15,0 0 14-15,-9 32-3 0,4-1-17 16,0 7-33-16,-1 4-35 0,3 12-30 0,-1 2-33 16,2-7-28-16,2-3-125 0,0 2-96 15,2-1 0-15,2-4 0 0,-1-1 0 16,-1-3 0-16,-2-8 0 0,0-4 0 0,2-2-298 16,-2-7-112-16,0 1-64 0,2-5-47 15,-2-5-82-15,0-1-132 0,4-4-69 0,-4-4 80 16,0 0-508-16,0 0-694 0</inkml:trace>
  <inkml:trace contextRef="#ctx0" brushRef="#br0" timeOffset="152269.84">12786 17359 3659 0,'2'-11'94'0,"-2"5"42"16,0 0 33-16,0 6 26 0,2-10 13 16,-2 10-3-16,0 0-13 0,0 0-16 0,0 0-3 15,0 0-1-15,0 0-17 0,0 0-10 16,0 26-20-16,4-11-9 0,1 1-11 15,4 3-10-15,-2-1-11 0,5 2-7 0,5 2-4 16,-2-5-10-16,2-5-12 0,2-2-17 16,0-1-24-16,-1-4-18 0,-1 0-7 0,-2-3 6 15,2-4 3-15,-4 1-2 16,1-6-2-16,-3-6 6 0,0-2 0 0,0-5-2 16,-4-15 0-16,-2-3 2 0,-1-3 2 15,-2-2 0-15,-2 4-1 0,0 8 7 16,2 4 1-16,-4 5-5 0,0 3 1 0,0 4-14 15,-1-2-33-15,-1 9-52 0,-2 2-58 16,-6 1-69-16,5 5-94 0,7 0-91 0,-23 5-132 16,12 1-198-16,3 2 79 0,0 0-436 15,6 1-567-15</inkml:trace>
  <inkml:trace contextRef="#ctx0" brushRef="#br0" timeOffset="152639.44">13288 17147 3128 0,'0'0'57'0,"0"0"49"0,0 0 52 0,0 0 48 16,0 0 39-16,-16 29 21 0,13-21 5 16,-1 3-5-16,2 1-9 0,0 0-26 15,2-1-19-15,2 3-14 0,0 0-18 0,4 0-24 16,-5-4-13-16,5 2-9 0,2-2-18 16,2 1-13-16,-1-3-11 0,3-3-1 0,-3-2-13 15,4-3-11-15,-13 0-11 0,30-5-12 16,-12-2 2-16,1-6-6 0,2-3-6 15,-4-1-5-15,-4 3 4 0,-3 4 2 0,0 3 1 16,-5-1-5-16,2 3-3 0,-7 5 7 16,0 0 8-16,0 0 10 0,0 0 14 15,0 0-6-15,-11 37 2 0,6-13-3 16,-1-1-8-16,3 0-3 0,-4 14-1 0,5-12-5 16,2 0-4-16,0-1-9 0,0-5-4 15,2 1 1-15,2-5-2 0,-1 1-4 0,-1-4-16 16,-1 0-35-16,1-2-54 0,4 0-56 15,-4-3-58-15,-1-2-73 0,-1-5-71 16,10 4-86-16,-10-4-86 0,0 0-122 0,12-11-160 16,-12 11 75-16,3-20-558 0,-4 3-738 15</inkml:trace>
  <inkml:trace contextRef="#ctx0" brushRef="#br0" timeOffset="153019.88">12754 16934 3421 0,'-86'27'41'0,"-13"7"41"0,-7 1 42 16,-3 4 56-16,2 6 45 0,4 1 45 0,12 4 38 15,12-1 9-15,15 5-9 0,20-9-11 16,14 3-19-16,9 3-13 0,13 7-15 16,19 0-18-16,14 5-17 0,27 17-23 0,14-3-12 15,19-2-21-15,13-3-17 16,8-8-18-16,0-6-58 0,-2-7-57 0,4-3-7 15,1-10-1-15,-5-6 3 0,3-13-1 16,-3-4-2-16,-23-15 2 0,-5-9-2 0,-8-12 9 16,9-18 2-16,-13-16 1 0,-6-16 25 15,-10-9 11-15,-1-16 3 0,-3-14-5 0,-4-12-3 16,-4-10-5-16,-7-4-6 0,-6-10 0 16,-12-2 0-16,-9 4-2 0,-12 11-3 15,-13 12-2-15,-17 24-23 0,-8 15-3 0,-13 16 0 16,-12 20-14-16,-8 15-94 0,11 14-81 15,-9 10-70-15,6 10-78 0,-4 11-94 0,-15 12-141 16,5 6-236-16,4 6-8 0,6 4 82 16,8 7-600-16,8 4-791 0</inkml:trace>
  <inkml:trace contextRef="#ctx0" brushRef="#br0" timeOffset="155736.6">12720 12853 3822 0,'-6'-10'3'0,"-1"4"-5"0,1 4-2 0,6 2 5 16,-15 12 16-16,6 3 41 0,-9 11 21 0,3 6 10 0,-2 9 6 15,-3 5 2-15,5 2-10 0,2-2-5 16,3-6-8-16,3-1-5 0,1-1-11 16,0-3-3-16,4-5-16 0,0-4-36 0,0-4-53 15,2-3-66-15,-1-5-68 0,1-1-55 16,-2-3-85-16,4-8-129 0,-2-2-152 15,0 0 58-15,0 0-203 0,0 0-240 16</inkml:trace>
  <inkml:trace contextRef="#ctx0" brushRef="#br0" timeOffset="156119">12914 12711 2202 0,'6'-16'33'15,"0"4"11"-15,1 4 4 0,-3 1 0 16,3 2 3-16,0 1 8 0,-7 4 7 15,15-2 7-15,-15 2 10 0,17 12 4 0,-8-1 0 16,-3 1-1-16,1 1 15 0,-4 6-1 16,-3 0 14-16,-4 5-2 0,-8 9-5 0,0 0-7 15,-4-2-15-15,1 1 4 0,1-3-14 16,5-8-2-16,3-3 5 0,5 0 6 0,2-5 13 16,3 4 4-16,5 2-5 0,11 8-2 15,0-2-9-15,3-2-7 0,0 4-7 0,2-1-6 16,-6-3 0-16,-2 0 11 0,-6-1 11 15,0-3 15-15,-8-1 13 0,1 0 10 16,-6-3 12-16,-2 2 8 0,-6 2-4 16,-3 6 0-16,-4-4-10 0,-4 0-4 0,-4-3-10 15,-1 1-18-15,-5-3-3 0,3-3-13 16,-5 0-9-16,3-3-5 0,1-3-8 16,4-3-12-16,4-3-34 0,2-1-34 0,0-3-44 15,4-1-67-15,3-4-89 0,7-4-104 16,6-5-87-16,10-14-95 0,13-8-145 0,6-2-72 15,9-1 71-15,22-6-415 0,7-3-539 16</inkml:trace>
  <inkml:trace contextRef="#ctx0" brushRef="#br0" timeOffset="156619.04">13751 12769 2886 0,'7'-12'-58'0,"-5"3"21"0,-2 2 19 0,-4 2 16 15,4 5 16-15,-11-5 10 0,11 5 9 16,-26 5 19-16,3 2 8 0,-12 7 14 15,1 4 7-15,-6 3 4 0,3 8-2 0,1-1-7 16,6 7 2-16,10-6-11 0,2 0-5 16,7 3-8-16,6-6-2 0,4-1 8 0,5 8-8 15,5-1 2-15,2 2-7 0,3-3 7 16,1 1-3-16,3-5 12 0,-4 1 7 16,0 1 9-16,-1-4 1 0,-4-4 6 0,-2-2 5 15,-1-4 8-15,-3-1 8 0,-1 0 14 16,-2-4 7-16,0 1 6 0,-2-1 0 15,-1 0-6-15,-5-1-9 0,-2-3-12 16,-1 2-8-16,-7-4-14 0,4 0-7 0,-8-2-12 16,3-2-5-16,0-2-28 0,-2-2-38 15,-2 0-37-15,6-6-66 0,4-3-95 0,3-7-87 16,10-5-50-16,13-21-14 0,21-11 3 16,14-18 19-16,24-5 39 0,3-3 35 0,6-1 59 15,-2 6 82-15,-6 3 74 0,-10 12 59 16,-8 7 65-16,-19 16 64 0,-5 7 36 0,-11 11 1 15,-4 5-19-15,-5 7-15 16,-3 4 6-16,-4 6 23 0,-4 0 11 0,0 0 0 16,-4 33 7-16,-8-5-10 0,1 8-10 15,2 1-14-15,-7 13-10 0,2 4-4 0,-4 1-8 16,2-1-8-16,2 3-17 0,1-4-9 16,1-2-16-16,1-1-19 0,-3-3-44 15,4-10-50-15,1-1-60 0,4-4-87 0,-4-6-103 16,6-5-105-16,-3-6-109 0,6-3-180 15,0-4-21-15,4-4 72 0,-4-4-381 0,0 0-474 16</inkml:trace>
  <inkml:trace contextRef="#ctx0" brushRef="#br0" timeOffset="156772.45">13986 12824 3015 0,'-4'-28'135'0,"2"3"51"0,-3 4 38 0,4 2 29 0,-3 4 29 0,0 1 11 0,2 2-18 0,2 4-38 16,0-1-29-16,0 9-26 0,10-12-14 0,7 8-20 15,19 2-35-15,14 0-66 0,18 2-93 16,8-4-128-16,5 2-111 0,-1 1-71 0,4-3-50 16,3-1-112-16,-3-2-142 0,-11-1 63 15,-10 1-330-15,-22-3-406 0</inkml:trace>
  <inkml:trace contextRef="#ctx0" brushRef="#br0" timeOffset="157137.13">13427 12146 2496 0,'-114'9'-32'16,"-20"15"55"-16,-60 22 36 0,-5 14 38 0,-8 19 36 15,-9 10 48-15,-3 14 25 0,-1 16 22 16,4 10 17-16,21 1 30 0,28 8 3 0,35 1-10 16,39-4-16-16,51-36-5 0,40-17 8 15,31 20 14-15,41-9 2 0,68 15-18 0,29-17-26 16,35-11-23-16,28-17-18 15,26-20-16-15,8-20-23 0,5-17-12 0,21-13-16 16,-4-15-26-16,4-16-25 0,-6-7-33 0,-10-11-23 16,-22-12-22-16,-31-12-20 0,-38-18-7 15,-29-13 5-15,-30-14 2 0,-23-13-1 16,-46 24 3-16,-10-12 1 0,-20-9-5 0,-22-8-18 16,-19-7-12-16,-31-26-3 0,-27 20-6 15,-36 23 5-15,-26 29 2 0,16 40 6 16,-22 18 3-16,-12 18-26 0,-17 17-35 0,-4 13-40 15,-41 23-50-15,21 16-65 0,61 0-68 16,15 9-97-16,22 4-230 0,21-2-44 0,15 0 87 16,28-13-414-16,17-9-510 0</inkml:trace>
  <inkml:trace contextRef="#ctx0" brushRef="#br0" timeOffset="157687.63">17502 10781 2886 0,'16'-23'-62'0,"-2"-2"29"0,-3 7 15 0,-3 4-2 0,-5 5 2 0,-3 4-2 0,0 5 11 0,0 0 42 16,-50 40 41-16,-11 23 44 0,-25 27 35 15,-52 59 18-15,-13 27 3 0,-16 24-6 16,-16 25 5-16,-84 113 11 0,73-94 3 16,-71 112-2-16,86-89 11 0,-61 92 6 0,87-110-7 15,16-5 4-15,9-12-10 0,22-19-4 16,18-23 2-16,20-20-13 0,23-48-12 0,4-14-9 15,7-12-25-15,1-13-7 0,12-25-18 16,4-9 0-16,4-15-8 0,2-5-13 0,2-8-13 16,4-7-39-16,-1-8-81 0,4-6-89 15,2 0-105-15,0 0-106 0,4-41-115 16,5 0-144-16,1-13-151 0,2-10 72 0,-5-9-531 16,5-29-682-16</inkml:trace>
  <inkml:trace contextRef="#ctx0" brushRef="#br0" timeOffset="158402.07">3929 12119 3535 0,'-35'-2'-28'0,"5"0"6"0,10 1 1 0,0-1 1 0,7 2 0 0,5 0 18 0,8 0 17 16,0 0 9-16,42-10 11 0,25 1-4 0,49-4 8 16,33-4 1-16,81-6-9 0,18 1 4 15,15 1-8-15,17 0 5 0,10 5-9 16,-3-3-1-16,-2 3 2 0,-11-1-7 0,-15 3 1 16,-30-1-3-16,-67 3 3 0,-17 0-7 15,-20-3 9-15,-22-2-8 0,-34 4 7 0,-14-4-5 16,-9 0 5-16,-16 0-7 0,-6-2-3 15,-11 1 2-15,-6 4-41 0,-2-4-37 0,-5 3-58 16,-7 0-65-16,3-1-82 16,-1 5-125-16,-3 1-150 0,-4 2 53 0,3 4-143 15,0 2-135-15</inkml:trace>
  <inkml:trace contextRef="#ctx0" brushRef="#br0" timeOffset="159303.16">17823 9221 3963 0,'-13'2'213'15,"3"-4"-18"-15,10 2-57 0,-15-10-31 0,14 2-12 0,1-5 12 0,1-5-9 0,10-11-14 0,5-3-17 16,11-9-5-16,7 2-9 0,4-4-1 16,17-10-9-16,5-2-4 0,-1 1-4 0,2-7-5 15,0-1 0-15,-6-3-8 16,1 1-2-16,2 0-9 0,-7 0-8 0,-1 4-1 16,-14 12 1-16,-1 5 2 0,-9 4-4 15,-4 8 0-15,-8 5-1 0,-4 8-4 0,-6 4 0 16,-2 5-3-16,-4 4 2 0,2 5-2 15,0 0 3-15,0 0-1 0,-30 20 3 0,18-3-2 16,1 11 2-16,0 5 1 0,2 6-3 16,6 3 2-16,1 16 2 0,-2 3-2 0,2 2 3 15,0-1 0-15,-1 2 10 0,-6-1 3 16,0-1 7-16,0-3-2 0,-7 1 10 16,3-6 1-16,-1-2 7 0,1-6 7 0,0-10 15 15,0-4 9-15,0-2 4 0,1-4-6 16,1-4 0-16,0-6-6 0,0-1-3 15,2-5-6-15,-1 0-2 0,1-1-8 0,-2-1-6 16,-5-2-22-16,1-3-39 0,-1-3-43 16,0 2-70-16,-4-4-93 0,-1-1-91 15,5-3-107-15,0 0-129 0,1 2-138 0,8-3 57 16,-4 4-433-16,11 3-545 0</inkml:trace>
  <inkml:trace contextRef="#ctx0" brushRef="#br0" timeOffset="159768.79">18429 9261 3141 0,'22'-17'25'16,"-6"5"24"-16,7-9 21 0,0-4 28 0,1-4 16 16,4-6 10-16,3 0-9 0,-1-1-11 15,2 0-6-15,4 0-17 0,0-1-4 0,1-2-13 16,-3 1-7-16,3-1-8 0,-7-2 2 16,1 4-10-16,-9 8 3 0,-5 3-5 0,-4 7-4 15,-3 4-8-15,0 3-7 0,-7 1 1 16,-3 3-7-16,0 1-2 0,-1 1-2 0,1 6 3 15,-10-4-5-15,10 4-6 0,0 0 7 16,-25 16-2-16,13-3 3 0,-2 12 4 16,1 2 3-16,-1 2 1 0,5 1-2 15,-2 1-3-15,8 2-1 0,-1-5 6 0,4-3-5 16,4-1 3-16,2 9-4 0,3-6 5 16,4-5-2-16,-1-8 3 0,3-2 3 0,3-5 9 15,-2-6 2-15,6-1-2 0,3-5-4 16,7-5 0-16,-2-5 0 0,10-9-2 0,-2-3 2 15,-3-6-3-15,-1-4-1 0,0-4-3 16,1-7 1-16,-3-1-7 0,-2-3 1 0,-3 3-3 16,-2 5 19-16,-5 5 20 0,-4 12 16 15,-5 5 5-15,-1 6-9 0,-6 6-10 16,2 1-8-16,-5 4-6 0,-1 5-4 0,0 0-1 16,0 0-3-16,-3 26-3 0,-3-5-1 15,-2 12-3-15,1 1 0 0,-5 5-5 16,0 9-13-16,1-2-40 0,-2 2-49 0,1-8-74 15,3-3-82-15,2 2-58 0,-2-7-61 16,6-6-53-16,1-5-112 0,4-3-102 16,1-8 60-16,6-1-292 0,2-4-341 0</inkml:trace>
  <inkml:trace contextRef="#ctx0" brushRef="#br0" timeOffset="159968.76">19982 8432 2370 0,'12'-24'42'0,"-6"2"47"0,-6 7 28 0,-2 5 24 0,-5 3 45 0,-5 3 32 0,-7 6 24 0,-16 7 15 16,-8 13 4-16,-5 7-4 0,2 5-14 16,2 6-19-16,4 0-16 0,4 4-20 0,6 1-18 15,7-3-19-15,6 1-13 0,9-7-19 16,6-7-9-16,0-3-27 0,4-3-44 0,1-2-25 16,6-3-63-16,-4 3-78 0,5-9-93 15,-1 1-101-15,3-5-118 0,-1-2-165 0,3-4-58 16,-1-2 65-16,2 0-372 0,0-6-446 15</inkml:trace>
  <inkml:trace contextRef="#ctx0" brushRef="#br0" timeOffset="160368.63">20244 8436 2559 0,'0'0'-20'0,"0"0"32"0,0 0 32 16,0 0 35-16,0 0 40 0,-38 20 36 16,7-9 21-16,3 9 13 0,-9 7-3 0,3 2-4 15,1 2-5-15,5 1-12 0,7-6-13 16,4 3-13-16,4 2-14 0,3-4-13 16,2-3-8-16,6-4-12 0,2-2-6 0,0 0-9 15,4 1-12-15,2-4-29 0,-3-1-37 0,8 0-57 16,-4-3-79-16,2 1-94 0,1-7-112 15,3 0-128-15,3-3-145 0,1 0 56 16,0-6-322-16,15-4-366 0</inkml:trace>
  <inkml:trace contextRef="#ctx0" brushRef="#br0" timeOffset="161300.96">20699 8414 2394 0,'-7'-9'36'0,"-3"4"27"16,0 0 24-16,1 0 29 0,-1 1 36 0,3 1 18 15,-1-1 5-15,8 4-9 0,-12-3 6 16,12 3 9-16,0 0-3 0,0 0-12 0,-7 9-14 16,7-9-14-16,0 0-12 15,7 15-13-15,2-10-9 0,0 2-8 0,2-2-12 16,1 0-7-16,-3-2-4 0,5 1-7 16,-1-4-5-16,-13 0-9 0,29-5-5 0,-17 0-2 15,4-4-7-15,-3-1-5 0,-3-2-1 16,0 0-6-16,-5 0-1 0,-3 0-7 0,-6 0-2 15,1 4-4-15,-7 0-3 0,-5 5 1 16,-9 5-6-16,-12 3 4 0,0 9-6 16,-10 5 5-16,5 8-1 0,3 2 0 15,5 4 2-15,5 3 4 0,10-6 3 16,5 1-1-16,8-4 0 0,1-4 1 0,6-5 1 16,2 3 1-16,3-3 3 0,4-3 4 15,5-1 7-15,0-5 2 0,8-3-7 0,-3-4-2 16,6-2 1-16,9-5-2 0,1-5-1 15,1-2-5-15,9-9-4 0,-2-3-1 0,-1-3-1 16,-2-4-3-16,-2-4-10 0,2-1-4 16,-2-5-6-16,-1 0-4 0,-2-3-2 0,1 1-1 15,-4 2 3-15,-3 6 1 0,-12 12 1 16,-2 6-5-16,-7 6 1 0,-3 4 0 16,-3 5 12-16,-4 2 6 0,0 0 13 15,0 17 8-15,-4-2 15 0,-7 15 24 0,-1 4 12 16,-4 12 7-16,-4 3 8 0,3-2-1 15,-2-2 11-15,0 0 20 0,-1-3 15 0,0-11 9 16,3 1 7-16,0-5 5 0,-1 0 6 16,-3 0-9-16,6-4-10 0,3-4-7 0,-2-4-11 15,-1 1-9-15,1-3-11 0,-1-1-11 16,3-2 1-16,1 2-12 0,2-5-76 0,1-2-4 16,0 2 0-16,5-1 0 0,3-6 0 15,-8 4 0-15,8-4 0 0,0 0 0 16,20-14 0-16,4-3 0 0,2-7 0 0,14-8 0 15,4-7 0-15,19-14 0 0,7-7 0 16,3-3 0-16,1-5 0 0,0 0 0 16,-3-4 0-16,0 1 0 0,-9 5 0 0,-2 6 0 15,-11 0-28-15,-14 22 0 0,-5 4 6 16,-7 7 5-16,-4 8-3 0,-7 1 0 0,-3 9-7 16,-4 1 2-16,-3 4 3 0,-2 4 1 15,0 0 7-15,-16 24-5 0,-7 5 4 16,-12 11 7-16,-2 9 8 0,-19 17-3 0,-3 4 14 15,2 1 0-15,-1-3-1 0,5-1 4 16,4-5 5-16,12-15 3 0,5-1 1 0,-1-3-7 16,6-4 5-16,9-8-3 0,0-4-3 15,4-5 0-15,3-5 5 0,2-3 6 16,4-4 10-16,-3 0-24 0,6-4-12 16,-4 0 0-16,2-1 0 0,4-5 0 0,-3 6 0 15,3-6 0-15,0 0 0 0,0 0 0 16,-13-14 0-16,6 5 0 0,2-1 0 0,-3-2 0 15,1 0 0-15,-1-3 0 0,0 3 0 16,3-2 0-16,-3 0 0 0,3 1 0 0,-2-1-79 16,5 2-204-16,2-1-64 0,5-4-57 15,2-4-33-15,15-5-14 0,2 1-16 0,13-6-16 16,2 0-1-16,8 1 26 0,3 5-4 16,0 1 42-16</inkml:trace>
  <inkml:trace contextRef="#ctx0" brushRef="#br0" timeOffset="161602.14">21476 8352 2905 0,'35'-12'-142'0,"-13"4"56"0,-6 2 44 0,-5 1 25 0,-1 2 20 0,-2 3 42 0,-8 0 64 0,0 0 54 0,7 10 38 0,-5-3 29 16,-4 2 19-16,0 3 6 0,0-1 3 0,-3 3-3 16,-1 1-9-16,5-1-12 0,-4 1-14 15,3-2-25-15,0-1-11 0,2 1-13 0,0-1-15 16,4 0-16-16,1-2-8 0,0-1-13 16,10 1-9-16,-1-2-18 0,2-6-5 0,4 3-8 15,1-8-14-15,1 1 2 0,3-6-3 16,-4-2-18-16,4-7-3 0,-4-2-3 0,-6-5-9 15,-2-3-5-15,-3-4-7 0,-4-2-3 16,-4 2 2-16,-2 4-4 0,-6-10-1 16,0 3-7-16,-3 5-2 0,-1 9 1 15,-4 4-6-15,-2 6 1 0,-2 7-8 0,0 1 4 16,-7 7-20-16,-11 9-33 0,-8 8-45 16,0 9-67-16,0 3-100 0,6 1-108 0,7-1-80 15,8-7-90-15,12-6-182 0,9-2 47 16,4-4 69-16,9 1-404 0,12 6-491 15</inkml:trace>
  <inkml:trace contextRef="#ctx0" brushRef="#br0" timeOffset="161785.22">21718 8504 2997 0,'-7'-17'42'0,"-2"3"23"16,-1-1 37-16,-2 0 47 0,-1-3 28 0,1 1 21 16,1 2 13-16,4 3-2 0,-3 0-5 15,2 0-18-15,5 4-15 0,-5-1-21 16,5 1-15-16,-1 2-21 0,-1 1-27 15,5 5-32-15,-2-6-37 0,2 6-38 0,0 0-44 16,0 0-60-16,0 0-58 0,0 0-48 16,0 0-38-16,0 0-47 0,-5 17-44 0,5-17-64 15,7 13-118-15,3-2 5 0,3-3-215 16,5 2-242-16</inkml:trace>
  <inkml:trace contextRef="#ctx0" brushRef="#br0" timeOffset="162000.73">22103 8603 2032 0,'13'15'19'0,"-12"-5"77"0,-5 0 76 15,-9-1 64-15,-23 3 40 0,-22 0 36 16,-12-4 22-16,-17-2 17 0,-46-3 4 16,-5-5 1-16,-16 1-11 0,-9-5-39 15,-12 0-21-15,-65-6-31 0,5 3-23 0,-1 1-27 16,-10-4-14-16,-1 7-24 0,1 1-16 16,61 4-16-16,10 4-29 0,15 1-3 0,18 5-47 15,24 0-70-15,42-1-47 0,9 1-76 16,25-2-80-16,6 3-89 0,19 2-76 0,9-1-103 15,10-1-192-15,7-1-59 0,7 0 83 16,15 2-498-16,3-2-620 0</inkml:trace>
  <inkml:trace contextRef="#ctx0" brushRef="#br0" timeOffset="162835">21934 6229 2956 0,'-26'-19'-159'0,"-13"7"40"16,-14 10 38-16,-27 14 37 0,-35 17 32 0,-12 20 28 0,-53 31 25 0,-4 16 23 0,-7 7 5 16,1-1 2-16,20-2 1 0,27-6 6 15,55-19 11-15,25-7 2 0,33-13 28 0,22-2 15 16,28-2 7-16,21-3-14 0,36 3-14 15,20-11-7-15,20-10-10 0,12-8-9 0,9-8-17 16,6-8-23-16,-9-3-32 0,-11-9-40 16,-14-5-36-16,-17-12-30 0,-32 0-19 0,-16-9-18 15,-15-8-19-15,-19-10-20 0,-16-1-10 16,-16-5-6-16,-27-15-4 0,-14 3-7 0,-15 4-4 16,-11 8-17-16,-11 8-17 0,-8 7-99 15,-5 10-261-15,-13 10-93 0</inkml:trace>
  <inkml:trace contextRef="#ctx0" brushRef="#br0" timeOffset="164150.91">21700 6457 1765 0,'-8'-14'44'0,"-9"8"23"0,-8 2 30 0,-34 9 26 0,-15 11 21 16,-32 15 2-16,-5 8 14 0,-11 7 6 0,0 4 11 16,2 3-3-16,3 1-7 0,14-2-10 15,18 1-13-15,14 3-7 0,31-8-14 0,11 1-3 16,18 4-13-16,15-8-13 0,14 8-3 15,15-1-11-15,26 6-5 0,10-2-15 0,9-11-51 16,4-3-93-16,0-5-116 0,-13-14-138 16,3-5-223-16,-1-7-17 0,-7-7 64 15,-13-5-218-15,7-7-224 0</inkml:trace>
  <inkml:trace contextRef="#ctx0" brushRef="#br0" timeOffset="205543.29">22067 15816 4146 0,'-5'-11'188'0,"-2"5"3"0,4 1 54 0,3 5 32 16,-4-7-12-16,4 7-13 0,0 0-17 0,0 0-9 0,0 0 17 15,0 0 16-15,-17 17-1 0,7 2-15 16,1 13-14-16,0 3-12 0,1 2-16 15,2 2-18-15,0 1-16 0,6-2-16 0,0 0-136 16,6-4-15-16,0-2 0 0,2-7 0 16,-3-4 0-16,5-4 0 0,0 1 0 0,-3-6 0 15,2-1 0-15,5-3 0 0,-3-6 0 16,2 0 0-16,-13-2 0 0,35-12 0 0,-13-3 0 16,3-7 0-16,0-2 0 15,-2-2 0-15,-6-3 0 0,1-3 0 0,-4 1 0 16,-2 2 0-16,-4 7 0 0,-1 4 0 15,-1 1 0-15,-2 5 0 0,-2 0 0 0,2 3 0 16,-4 5 0-16,0 4 0 0,0 0 0 16,0 0 0-16,0 0 0 0,0 0 0 0,-16 29 0 15,13-7 0-15,-1 14 0 0,-2 5 0 16,6 0 0-16,2 2 0 0,2 3 0 0,3 2 0 16,2-6 0-16,2-4 0 0,-2-2 0 15,0-6 0-15,1-1 0 0,-2-7 0 0,-5-2 0 16,3-7 0-16,0-3 0 0,-2 2 0 15,0-3 0-15,-1-2 0 0,-1 0 0 16,0-1 0-16,-2-6 0 0,8 3 0 16,-8-3 0-16,0 0 0 0,0 0-540 0,15-11-188 15,-7 5-203-15,-5-2 62 0,3 1 103 0,0-1-716 16,0-1-929-16</inkml:trace>
  <inkml:trace contextRef="#ctx0" brushRef="#br0" timeOffset="205959.6">22831 16006 4353 0,'10'-20'31'0,"-2"4"10"0,7 0 43 0,-3 6 42 16,-1-1 13-16,0 3-2 0,-1 3-2 0,1 2-4 16,0 3 15-16,-11 0 0 0,23 12 14 15,-13 0 22-15,-4 7 14 0,-6 4 18 0,-6 12 2 16,-4 3 5-16,-3 7-5 0,-4 1-1 15,-2-2-6-15,4-10-15 0,2 1-17 0,1-6-17 16,4-3-15-16,7-5-15 0,-3-6-43 16,4-1-87-16,4-2 0 0,-1-4 0 0,6-3 0 15,2-1 0-15,-11-4 0 0,20-4 0 16,-20 4 0-16,19-13 0 0,-9 2 0 0,-7-4 0 16,2-2 0-16,-10-7 0 0,-4-11 0 15,-6 2 0-15,-10-7 0 0,-3 3 0 16,-5-4 0-16,-3 5 0 0,3 1 0 15,7 11 0-15,1 1 0 0,4 0 0 0,4 9 0 16,5-1 0-16,1 5 0 0,6-1 0 16,-2 1 0-16,5 2 0 0,4-1 0 15,5 3 0-15,4 0 0 0,2-2 0 0,2 3 0 16,9 1 0-16,2 3 0 0,0 1 0 16,5 3-306-16,9 2-400 0,7 5-230 0,7 1 58 15,-2 4 103-15,-1-1-786 0,-13 0-1004 16</inkml:trace>
  <inkml:trace contextRef="#ctx0" brushRef="#br0" timeOffset="206410.39">22480 15166 4307 0,'-85'-8'-55'0,"5"8"21"0,-35 8 62 0,-8 9 61 0,-12 9 46 0,-10 12 40 0,-40 23 27 15,9 14 26-15,7 8 16 0,12 8 8 0,17 4 7 16,14 9-3-16,40-17 17 0,16 10-4 16,18 4-5-16,16 3-12 0,24 3-9 0,23-5-8 15,21-3-20-15,27-3-15 0,31-6-46 16,54 13-154-16,26-16 0 0,13-17 0 15,16-13 0-15,16-12 0 0,2-15 0 0,3-9 0 16,-44-14 0-16,9-9 0 0,51-11 0 16,-8-8 0-16,-16-18 0 0,-17-11 0 0,-26-15 0 15,-53 2 0-15,12-39 0 0,-46 10 0 16,-15-14-109-16,-16-17 14 0,-13-6 7 16,-18-9 8-16,-19-12 16 0,-25-43 4 0,-25 14 1 15,-28 3 10-15,-34 21-13 0,-22 24 19 16,-21 26-13-16,-18 26 5 0,-18 26 4 15,20 33 6-15,-13 20-2 0,-52 26-16 16,20 25-56-16,19 17-74 0,17 16-129 0,21 17-151 16,26 5-246-16,44-26-68 0,12-3 79 15,15-7-620-15,11-7-780 0</inkml:trace>
  <inkml:trace contextRef="#ctx0" brushRef="#br0" timeOffset="208009.86">27198 15262 4432 0,'1'-24'61'0,"3"5"55"16,-2 5-24-16,2 4-23 0,-4 2-19 0,1 4 13 0,-1 4 81 0,0 0 43 0,0 0 4 0,-5 53 9 0,-4-12-10 0,-7 14-14 15,-4 4-9-15,-2 1-19 0,3-2-16 0,-3-2-11 16,-1-2-13-16,1-4-17 0,4-4 0 16,0-2-9-16,4-9-15 0,0-5-7 0,1-2-7 15,3-6-58-15,2-5-54 0,3-5-50 16,-3 0-51-16,4-2-69 0,2-8-111 0,2-2-116 15,0 0-135-15,0 0-169 16,2-25 59-16,10-3-551 0,3-6-713 0</inkml:trace>
  <inkml:trace contextRef="#ctx0" brushRef="#br0" timeOffset="208592.35">27215 15073 3647 0,'-16'-15'59'0,"-1"1"26"15,4 0 29-15,4 4 38 0,-3 2 32 16,4 1 12-16,3 0 0 0,-1 2-14 0,6 5-17 16,0 0-13-16,13-10-15 0,14 10-16 15,28 0-13-15,28 3-9 0,40-1-11 16,30 4-13-16,18 1-43 0,67 4-27 16,18-3-24-16,10 2-15 0,-1 6-12 0,-1 3-1 15,-6-1 4-15,-12 1-2 0,-21-1 5 16,-61-5 3-16,-15 1 0 0,-14 0 7 0,-19-3 6 15,-38-1 2-15,-13-5-3 0,-19-2 5 16,-8 2 12-16,-15 0 32 0,-6 2 26 0,-10 2 25 16,-2 3 19-16,-12 8 28 0,-4 11 21 15,-10 10 23-15,-8 5 23 0,-3 4 5 16,-9 16 0-16,6-12-8 0,-7 13-11 0,13-10 10 16,3-1-10-16,3 4-9 0,6 2-15 15,2-5-14-15,1-4-17 0,7-1-12 0,-1-14-11 16,5-3-10-16,-6-4-54 15,6-7-33-15,-1-5 0 0,0-5 0 0,0-2 0 16,1-3 0-16,-7 0 0 0,-5-4 0 16,-8 1 0-16,-21-6 0 0,-17-4 0 0,-14-3 0 15,-31-5 0-15,-14-5 0 0,-16-4 0 16,-14 1 0-16,-12 1 0 0,-61-1 0 0,-4 1 0 16,-9 1 0-16,-5 0 0 0,2-1 0 15,5 0 0-15,15 1-11 0,52 9-8 0,17-1 0 16,19-1 5-16,18 4 5 0,41 2 2 15,11 1 4-15,16 2 5 0,13 2-9 0,10-3 4 16,3 2-3-16,6 2 3 0,-1 2 2 16,6-1-3-16,8-2-10 0,-7 8-45 15,2-4-36-15,5-4-50 0,-2 11-44 16,2-11-49-16,2 10-55 0,-2-10-57 0,3 8-62 16,-1-4-61-16,-2-4-90 0,2 7-168 15,-2-7 18-15,5 4 71 0,-5-4-436 16,0 0-550-16</inkml:trace>
  <inkml:trace contextRef="#ctx0" brushRef="#br0" timeOffset="209243.29">28097 15100 2923 0,'11'-27'-51'0,"4"2"36"0,-1 6 41 0,-7 2 46 0,7 1 50 0,-8 4 36 0,-1 2 27 0,1-1 10 15,-2 5-1-15,-1 1-9 0,-3 5 19 16,0 0 51-16,0 0 37 0,-3 36 10 0,-8 3 0 15,-7 11 10-15,0 5-8 0,-6 6-9 16,-4 18-15-16,5-15-15 0,2 0-20 0,2-3-21 16,1-1-24-16,4-5-21 15,0-4-16-15,6-9-17 0,1-3-12 0,0-6-39 16,0-6-95-16,3-7 0 0,-1 1 0 16,1-6 0-16,2-3 0 0,1 0 0 0,-3-3 0 15,2-1 0-15,-2-4 0 0,4-4-3 16,0 0-377-16,0 0-113 0,0 0-108 0,0 0-153 15,-14-16-100-15,5 11 75 0,-5-2-693 16,1 2-919-16</inkml:trace>
  <inkml:trace contextRef="#ctx0" brushRef="#br0" timeOffset="209758.97">27429 15404 4408 0,'1'-11'78'0,"5"1"7"0,-1-2 12 16,1 4 30-16,1-1 34 0,2-1 23 16,0 2 7-16,-2-1-16 0,5 1-12 0,-4 1-21 15,-1 0-12-15,0 0-15 0,0 0-11 16,-1 4-8-16,-6 3-17 0,7-6-9 0,-7 6-7 15,0 0 3-15,0 0 9 0,7 14 18 16,-9-2 18-16,2 3 22 0,-3 2 21 0,-1 5 12 16,-1 2 8-16,-6 8-4 15,6 3-4-15,-3-4-6 0,5 3-13 0,-5-7-39 16,7-3-108-16,-4 1 0 0,1-4 0 16,0 1 0-16,3-3 0 0,1-4 0 15,0 0 0-15,-2-3 0 0,0-1 0 0,2 0 0 16,-2-2 0-16,2-1 0 0,0-8 0 15,-4 12 0-15,1-8 0 0,3-4 0 0,-18 5 0 16,5-4 0-16,-3 1 0 0,-5-2 0 16,3 0 0-16,-3 0 0 0,8 0 0 0,13 0 0 15,-27-2 0-15,18 1 0 0,9 1 0 16,0 0 0-16,0 0 0 0,0 0 0 16,49-14 0-16,-5 8 0 0,3 2 0 15,14-1 0-15,-11 3 0 0,-3 0 0 0,-5 1 0 16,-5 2 0-16,-11-1 0 0,-4 2 0 15,-6 1 0-15,-5 2 0 0,-4 1-302 0,-5-2-745 16,-2-4 99-16,-6 14 110 0,0-7-882 16,2 0-1152-16</inkml:trace>
  <inkml:trace contextRef="#ctx0" brushRef="#br0" timeOffset="212176.02">28356 13730 4518 0,'9'-18'-204'0,"0"5"33"0,-6 1 19 0,-3 4 24 0,-2 6 51 0,2 2 54 0,0 0 45 15,-48 24 33-15,7 3 20 0,-9 4 0 16,-15 15 0-16,1 3-9 0,1 1-5 0,15-8-7 15,3-1-3-15,-2 2-3 0,8-1-9 16,-1-3 1-16,3 1-28 0,1-4-57 0,2 2-74 16,1-5-65-16,1 0-80 0,5-8-103 15,0-5-224-15,7 1 32 0,1-9 69 16,-1-2-128-16,7-5-117 0</inkml:trace>
  <inkml:trace contextRef="#ctx0" brushRef="#br0" timeOffset="212392.05">27794 14080 2009 0,'8'-13'207'16,"-6"5"-13"-16,-4 4 4 0,2 4 36 0,0 0 35 15,-40 31 16-15,11-8 4 0,-8 12-7 16,1 1-19-16,-1 0-19 0,2 2-16 16,3-3-20-16,11-8-25 0,-1 2-17 0,8-3-20 15,5-4-8-15,2-3-19 0,9-2-5 16,3 0-19-16,7-2-46 0,12 6-54 15,8-8-56-15,6 0-65 0,6-7-75 16,3-3-75-16,3-4-70 0,-3-3-91 0,-1-6-173 16,-4 0-29-16,-10-2 64 0,-7 0-324 15,-7 3-382-15</inkml:trace>
  <inkml:trace contextRef="#ctx0" brushRef="#br0" timeOffset="-199989.59">19195 14876 2304 0,'7'-10'59'0,"-5"2"-4"0,-1 3-9 0,1-1-22 16,-2 6 0-16,0 0-10 0,0 0 53 0,0 0 39 0,0 0 23 16,-19 31 24-16,-1 2 20 0,-5 10 10 0,-6 6 11 15,1 5 14-15,-11 13 11 0,1 1 7 16,0-1 11-16,14-9 6 0,-5-4 17 15,6-3-11-15,6-7-9 0,2-10 1 16,7-1-5-16,3-1 0 0,-1-9-8 0,6-4-9 16,2-3-6-16,0-3-8 0,6-1-14 15,1 0-13-15,5-2-19 0,3-3-13 0,8-1-19 16,10 2-14-16,3-1-11 0,1-3-17 16,2 0-27-16,-6-2-29 0,-7-1-24 0,-2-1-40 15,1 0-28-15,-3 0-60 0,-1 0-44 16,-5 0-51-16,4-1-50 0,-5-3-60 15,-1 2-67-15,-2 0-59 0,1-3-77 16,-2 1-85-16,-4-1-123 0,0-1 57 16,0-1-531-16,-5 3-675 0</inkml:trace>
  <inkml:trace contextRef="#ctx0" brushRef="#br0" timeOffset="-199724.57">19274 15505 3330 0,'5'-6'-41'16,"1"1"22"-16,-6 5 11 0,10-7 26 0,-10 7 20 15,13 0 33-15,-13 0 29 0,17 7 1 16,-7 1 9-16,-1 3-6 0,3 4 9 0,-3 2 7 16,0 3-5-16,0-1-2 0,-2 12 20 15,-1-5 33-15,-3-1-18 0,-1-2-13 0,0 3 33 16,-4-3-17-16,0 2-9 16,-9 6-11-16,-1-4 4 0,-2-1-9 0,-8-1-23 15,-5-1-10-15,-1-3-10 0,-5-4-8 16,-3 1-12-16,0-7-33 0,0 1-47 15,4-1-50-15,3-6-77 0,6-1-95 0,6-4-114 16,0 0-160-16,1-4-224 0,5-1 68 16,6-2 74-16,-2 3-362 0,7 4-435 0</inkml:trace>
  <inkml:trace contextRef="#ctx0" brushRef="#br0" timeOffset="-198676.03">20816 14919 2859 0,'1'-15'71'0,"-1"2"-9"0,2 6-10 0,-2 6 5 0,0 1 53 16,0 0 45-16,-7 36 34 0,-1-3 16 0,-2 6 2 15,1 10-10-15,5-6-10 0,3 0-10 16,1 1-10-16,1-1-18 0,7 1-12 0,3 4-17 16,1-11-7-16,-1-2-9 0,2-4-29 15,1-4-40-15,-3-7-48 0,-4-2-55 0,0-7-57 16,-4 0-63-16,3-4-84 16,-4-2-112-16,-2-5-146 0,0 0-120 0,0 0 68 0,0 0-308 15,2-23-372-15</inkml:trace>
  <inkml:trace contextRef="#ctx0" brushRef="#br0" timeOffset="-198442.25">21038 15164 2362 0,'0'0'54'16,"9"-2"-4"-16,-9 2 8 0,2 13 45 0,-2-13 39 16,-2 20 25-16,1-3 31 0,-5 4 29 15,-3 8 22-15,-3 3 8 0,-1-1-8 0,-3 1-11 16,0-3-13-16,-2 0-15 15,-2-3-19-15,0-1-13 0,1-1-20 0,-3-3-16 16,1-2-12-16,-3-1-17 0,4-4-39 16,3-2-52-16,-3 0-58 0,2-3-92 15,-2-1-112-15,4-3-119 0,0 0-142 0,-2-3-211 16,5 0 68-16,2-2 70 0,-3-2-312 16,14 2-367-16</inkml:trace>
  <inkml:trace contextRef="#ctx0" brushRef="#br0" timeOffset="-195409.12">22136 15336 1944 0,'-33'-6'118'0,"-1"1"-46"0,7-3-13 0,6 2 24 0,5 0 40 0,2-1 13 0,3-1-20 0,3 0-18 16,6-4-10-16,6 1-7 0,9-1-7 16,14-7-13-16,15-4-4 0,7 0-3 0,12-1-9 15,10 3-4-15,16-4-6 0,-16 7 3 16,-2 3-11-16,-12-3-1 0,-5 5 0 0,-18 2-7 15,-14 3-8-15,-6 1-2 0,-10-2 0 16,-12 4-1-16,-15-3-2 0,-18-4-1 16,-25 6-1-16,-8 0 3 0,-4 2-5 15,-5 3 1-15,-5-1 2 0,7 2-1 0,8-4 1 16,19 4-5-16,11 0 0 0,9 0-29 16,16-2-44-16,4 2-59 0,8-1-132 15,6 1-176-15,0 0-87 0,0 0 58 0,31-8-64 16,-15 2-35-16</inkml:trace>
  <inkml:trace contextRef="#ctx0" brushRef="#br0" timeOffset="-189709.49">24684 16303 3530 0,'2'-10'53'0,"-4"0"-6"0,2 10 16 0,2-9 26 0,-2 9 21 0,-2-8-6 0,2 8-13 16,0 0-18-16,0 0 57 0,0 0 36 16,-17 17 9-16,3 12-6 0,0 2-5 0,-4 3-1 15,-1 7 5-15,-2-2 3 0,0 0 0 16,3-8-3-16,2 0-1 0,-4-2 0 16,4-3-12-16,-2-2-13 0,5-5 3 0,5-5 3 15,-1-4 17-15,1-2 14 0,1 1 9 16,0-2 13-16,4-2-1 0,3-5-16 15,-9 4-18-15,9-4-18 0,0 0-117 0,-6-19-31 16,8 5 0-16,3-8 0 0,6-12 0 16,9-7 0-16,3 1 0 0,-5 10 0 15,0 3 0-15,-7 8 0 0,-1 5 0 16,-1 3 0-16,-3 2 0 0,0 4 0 0,-6 5 0 16,0 0 0-16,0 0 0 0,24 22 0 15,-13-7 0-15,-4 1 0 0,0 5 0 0,7 4 0 16,-3 2 0-16,-1-3 0 0,-3-7 0 15,1 1 0-15,0-4 0 0,-5 0 0 16,3-4 0-16,-1 0 0 0,-2-3 0 0,1 0 0 16,2 0 0-16,-5-1 0 0,-1-6 0 15,10 6 0-15,-10-6 0 0,19-4 0 0,-4-3 0 16,10-8 0-16,3-6 0 16,8-10 0-16,0-4 0 0,1-9 0 0,1 3 0 0,0 0 0 15,-6 4 0-15,1 6 0 16,-14 7 0-16,-4 6 0 0,-3 7 0 0,-5 2 0 15,1 2 0-15,-6 5 0 0,-2 2 0 16,0 0-333-16,0 0-223 0,0 0-63 16,-13 21-60-16,7-13-123 0,-1 5 13 0,0-3-712 15,2 2-947-15</inkml:trace>
  <inkml:trace contextRef="#ctx0" brushRef="#br0" timeOffset="-189426.95">25021 16462 4292 0,'0'0'-68'0,"0"0"44"0,0 0 38 0,0 0 36 0,0 0 25 0,0 0 24 0,0 0 5 0,0 0 29 0,0 0 28 0,5 3 5 16,-5-3 13-16,0 14 10 0,0-3 13 0,0-1-31 16,0 1-6-16,0 2-13 0,0 0-7 15,3-1-7-15,-1 1-8 0,2 3-8 0,1-3-14 16,-1-3-8-16,2 1-8 0,-3-3-9 16,4-1-5-16,-2 2-4 0,3-4-3 0,-1 0-9 15,0-4-5-15,-7-1-3 0,22 2-8 16,-22-2-4-16,25-8-4 0,-11-1-8 15,4-5-4-15,5-6-19 0,-3-4-24 16,9-10-27-16,-2 0-30 0,-8 7-30 16,3 1-33-16,-10 9-55 0,1 2-54 0,-4 3-54 15,-4 5-70-15,3 0-33 0,-7 2-26 16,-1 5-29-16,0-5-64 0,0 5-106 0,0 0-3 16,0 0-392-16,0 0-498 0</inkml:trace>
  <inkml:trace contextRef="#ctx0" brushRef="#br0" timeOffset="-189177.39">25379 16382 2664 0,'0'0'5'16,"0"0"61"-16,18-4 27 0,-18 4 31 15,0 0 27-15,9-1 26 0,-9 1 40 16,0 0 40-16,9 15 25 0,-9-6 16 0,0 4 20 16,-3 3-9-16,-3 1 4 0,1 3-6 15,-6 1-11-15,2-1-21 0,-4 5-13 0,-2 0 3 16,5-5-8-16,-2-5-18 16,7-1-23-16,-3-1-15 0,7-3-14 0,-3 1-8 0,-2-3-4 15,5-1-117-15,-4 0-58 16,3 0 0-16,2-7 0 0,-4 12 0 0,4-12 0 15,4 10 0-15,1-3 0 0,-2-2 0 16,-3-5 0-16,11 9 0 0,-1-4 0 16,0 0 0-16,-3 0 0 0,2 0 0 0,0-2 0 15,-4-1 0-15,5 2 0 0,-10-4-402 16,12 6-116-16,-3-6-55 0,-9 0-77 0,0 0-129 16,0 0-26-16,16-4 82 0,-16 4-549 15,11-6-733-15</inkml:trace>
  <inkml:trace contextRef="#ctx0" brushRef="#br0" timeOffset="-188893.3">25679 16554 3448 0,'16'-17'-37'0,"0"3"49"16,-7 4 35-16,2 5 41 0,-6-3 25 15,-1 2 28-15,-1 0 7 0,-3 6 20 0,0 0 36 16,0 0 23-16,0 0 6 0,0 0 10 16,6 23 9-16,-13-7 4 0,-4 3-1 0,-5 9 0 15,-1-3-6-15,0 3-11 0,-1-1-16 16,1-1 12-16,0 0 5 0,6-6-11 15,0-2-19-15,1-3-18 0,0-3 8 0,5-1-70 16,-4 1-129-16,8-4 0 0,-3-2 0 16,0 2 0-16,4-8 0 0,2 8 0 15,-2-8 0-15,14 5 0 0,-1-3 0 16,3-2 0-16,-2 0 0 0,8 0 0 0,-8-2 0 16,2 2 0-16,-1-2-29 0,-1 0-418 15,-3 2-75-15,-11 0-62 0,17 0-74 0,-17 0-149 16,10-1 15-16,-10 1 88 0,0 0-537 15,0 0-702-15</inkml:trace>
  <inkml:trace contextRef="#ctx0" brushRef="#br0" timeOffset="-188377.81">25221 15735 3420 0,'-61'-19'-49'0,"2"15"23"0,-19 8 48 0,-28 15 49 0,-5 12 58 0,-2 15 33 0,5 14 48 0,9 14 46 16,8 14 39-16,10 9 35 0,20 9 0 16,15 2 3-16,22 2-4 0,18 1-13 0,25 1-17 15,21-8-28-15,17-2-26 0,16-8-25 0,15-7-23 16,7-5-20-16,6-17-16 0,1-9-19 15,5-13-11-15,0-18-19 0,-25-13-16 16,-2-12-84-16,-2-10-12 0,15-13 0 16,-3-12 0-16,-4-8 0 0,-4-10 0 0,-6-11 0 15,-5-8 0-15,-8-11 0 0,-4-6 0 16,-12-10 0-16,-7-5 0 0,-11-3 0 16,-12 3 0-16,-15 22 0 0,-15-12 0 0,-20 12-33 15,-17 14-145-15,-14 14-19 0,-19 13-39 16,-14 10-51-16,-9 8-73 0,-6 13-76 0,-7 10-86 15,1 12-158-15,-4 9-109 0,6 5 87 16,6 4-581-16,10 5-741 0</inkml:trace>
  <inkml:trace contextRef="#ctx0" brushRef="#br0" timeOffset="-187944.75">24836 16058 3804 0,'16'-5'40'0,"-16"5"2"0,11-6-12 0,-4 3 12 0,4-4 24 0,0 0 41 16,3-3 21-16,4-4 4 0,0 3-5 0,4-7-13 15,3 1-9-15,-2-3-12 0,0-1-7 16,-3-2-10-16,0-4-5 0,-5-4-8 16,-4-5-6-16,-11-8-7 0,-7-16-6 0,-16-6-11 15,-22-12-6-15,-17 2-1 16,-20 7-5-16,-13 1-5 0,-8 9 2 0,-16 5 11 16,-8 9 0-16,-10 6-3 0,-2 7-4 15,-3 6 0-15,15 1 0 0,9 10 10 0,15 1 3 16,35 4 7-16,11 3-7 0,14 4-5 15,13-1-4-15,5 1-3 0,8 3-3 0,-1 0 0 16,7 2 0-16,4 2-4 0,7-4-3 16,-8 8-28-16,8-8-41 0,4 11-59 15,2-1-79-15,3 4-85 0,5-2-92 16,-1 5-126-16,0-5-191 0,1 2 54 16,-1 2-397-16,-1 0-505 0</inkml:trace>
  <inkml:trace contextRef="#ctx0" brushRef="#br0" timeOffset="-187644.5">23973 14976 3214 0,'6'-11'178'0,"-6"4"-15"0,-4 3-28 16,4 4 23-16,-16-2 30 0,16 2 30 15,-39 10 26-15,-1 0 16 0,-10 6 0 0,-2 3-1 16,3-1-13-16,3-1-23 0,14-1-18 16,1-3-23-16,6 5-15 0,11-3-12 0,3-1-10 15,8 1-15-15,5 1-11 0,8 5-10 16,8 4-13-16,15 6-26 0,5-3-65 16,2-5-89-16,10 1-98 0,-3 0-128 0,7-3-139 15,1-4-157-15,1-5-200 0,-6-4 68 16,-5 2 81-16,-2-5-464 0,0 3-591 15</inkml:trace>
  <inkml:trace contextRef="#ctx0" brushRef="#br0" timeOffset="-186910.72">22207 16612 3382 0,'-64'-19'128'0,"19"4"10"0,11 3 12 0,11 0 13 0,8 6 11 0,1 1 13 0,8-3-18 0,12-3-13 15,19-5-18-15,27-6-13 0,22 5-13 16,44 1-13-16,21 5-14 0,16 5-29 0,14 1-54 16,10 7-94-16,2 1-101 0,-4-3-135 15,-1 0-207-15,-14-3-137 0,-17-4 66 16,-22-3-359-16,-20-2-444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1T03:12:41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27 2976 0 0,'-15'-8'6246'0'0,"-14"-8"7648"0"0,29 15-13719 0 0,0 1-1 0 0,0 0 0 0 0,-1 0 1 0 0,1 0-1 0 0,0 0 1 0 0,0-1-1 0 0,-1 1 1 0 0,1 0-1 0 0,0 0 0 0 0,-1 0 1 0 0,1 0-1 0 0,0 0 1 0 0,0 0-1 0 0,-1 0 1 0 0,1 0-1 0 0,0 0 0 0 0,-1 0 1 0 0,1 0-1 0 0,0 0 1 0 0,-1 0-1 0 0,1 0 1 0 0,0 0-1 0 0,-1 0 0 0 0,1 0 1 0 0,0 0-1 0 0,0 0 1 0 0,-1 0-1 0 0,1 1 1 0 0,0-1-1 0 0,0 0 1 0 0,-1 0-1 0 0,1 0 0 0 0,0 1 1 0 0,0-1-1 0 0,-1 0 1 0 0,1 0-1 0 0,0 0 1 0 0,0 1-1 0 0,0-1 0 0 0,-1 0 1 0 0,1 1-1 0 0,-9 19 1067 0 0,-2 28-1652 0 0,9-14 600 0 0,1 0 0 0 0,1 0 0 0 0,2 0 0 0 0,7 38 0 0 0,-7-58-153 0 0,2 0 1 0 0,-1-1 0 0 0,2 0-1 0 0,0 0 1 0 0,0 0 0 0 0,1 0-1 0 0,1-1 1 0 0,0 0 0 0 0,0-1 0 0 0,2 1-1 0 0,-1-1 1 0 0,20 19 0 0 0,-23-26-25 0 0,-4-2-8 0 0,1-1-1 0 0,0 1 0 0 0,0-1 0 0 0,0 1 0 0 0,0-1 0 0 0,0 0 0 0 0,0 0 0 0 0,0 0 1 0 0,0 0-1 0 0,0 0 0 0 0,0-1 0 0 0,1 1 0 0 0,-1-1 0 0 0,0 1 0 0 0,1-1 0 0 0,-1 0 0 0 0,0 0 1 0 0,4 0-1 0 0,27 0-2 0 0,-21-2-1 0 0,-1 0 0 0 0,0-1 0 0 0,0-1 0 0 0,0 0 0 0 0,0 0 0 0 0,-1-1 0 0 0,1-1 0 0 0,-1 0 0 0 0,-1 0 0 0 0,1-1 0 0 0,-1 0 0 0 0,0 0 0 0 0,8-11 0 0 0,16-16 0 0 0,52-73 0 0 0,-61 74 0 0 0,-4 3 0 0 0,-1-1 0 0 0,26-57 0 0 0,-26 49 0 0 0,-10 16 0 0 0,-17 54 0 0 0,1 1 0 0 0,2 0 0 0 0,-3 65 0 0 0,13 354 0 0 0,7-394 0 0 0,-4-36-3171 0 0,3-23-1253 0 0,7-10 2463 0 0,4-2-2763 0 0,2 0-3536 0 0,-8 5-111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1T03:12:41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262 172 14265 0 0,'7'-4'-85'0'0,"-1"0"1"0"0,2 0-1 0 0,-1 0 0 0 0,0 0 0 0 0,1 1 0 0 0,-1 1 0 0 0,13-4 1 0 0,-16 6 394 0 0,3 15 566 0 0,-6-14-818 0 0,1 0 0 0 0,-1 0-1 0 0,0 0 1 0 0,-1 1 0 0 0,1-1 0 0 0,0 1-1 0 0,0-1 1 0 0,0 0 0 0 0,-1 1-1 0 0,1-1 1 0 0,-1 1 0 0 0,1 0 0 0 0,-1 1-1 0 0,0 22 814 0 0,-1 1 0 0 0,-2-1-1 0 0,-1 0 1 0 0,0 0 0 0 0,-2 0-1 0 0,-17 46 1 0 0,11-35 761 0 0,-14 71 1 0 0,22-78-924 0 0,1-16-212 0 0,1 1 1 0 0,1 0 0 0 0,0 27-1 0 0,1-37-376 0 0,1-1-1 0 0,-1 1 1 0 0,1-1-1 0 0,0 1 1 0 0,0-1-1 0 0,0 1 1 0 0,1-1-1 0 0,-1 1 1 0 0,1-1-1 0 0,0 0 1 0 0,0 0-1 0 0,0 0 1 0 0,0 0-1 0 0,0 0 1 0 0,1 0-1 0 0,-1-1 1 0 0,1 1-1 0 0,0-1 1 0 0,3 3-1 0 0,-3-4 1292 0 0,1-21-346 0 0,-3 19-1057 0 0,-1 0 0 0 0,1 0 0 0 0,-1 0 0 0 0,1-1 0 0 0,-1 1 1 0 0,0 0-1 0 0,1 0 0 0 0,-1 0 0 0 0,0-1 0 0 0,0 1 1 0 0,0 0-1 0 0,0 0 0 0 0,0-1 0 0 0,0 1 0 0 0,-1 0 0 0 0,1 0 1 0 0,0-1-1 0 0,-1 1 0 0 0,1 0 0 0 0,0 0 0 0 0,-1 0 1 0 0,0 0-1 0 0,1-1 0 0 0,-1 1 0 0 0,-1-1 0 0 0,-37-55-8 0 0,-83-90-1 0 0,13 18 0 0 0,105 124 0 0 0,1 0 0 0 0,-1 0 0 0 0,1 0 0 0 0,0 0 0 0 0,0-1 0 0 0,0 0 0 0 0,1 1 0 0 0,0-1 0 0 0,0 0 0 0 0,0 0 0 0 0,1 0 0 0 0,-1-7 0 0 0,2 8 0 0 0,0 1 0 0 0,1-1 0 0 0,0 1 0 0 0,-1-1 0 0 0,2 1 0 0 0,-1-1 0 0 0,0 1 0 0 0,1 0 0 0 0,0 0 0 0 0,0 0 0 0 0,0 0 0 0 0,1 0 0 0 0,-1 0 0 0 0,1 0 0 0 0,0 1 0 0 0,0-1 0 0 0,5-4 0 0 0,8-7-388 0 0,0 1 0 0 0,1 1 1 0 0,21-13-1 0 0,-14 11-897 0 0,1 2 0 0 0,0 1 0 0 0,1 1 0 0 0,28-8 0 0 0,-16 8-792 0 0,0 3-1 0 0,1 0 1 0 0,0 3-1 0 0,0 1 1 0 0,51 2-1 0 0,-24 5-8392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1T03:12:42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90 17578 0 0,'-34'0'-223'0'0,"1"1"1"0"0,0 2 0 0 0,0 1-1 0 0,0 1 1 0 0,1 2 0 0 0,-1 1 0 0 0,2 2-1 0 0,-1 1 1 0 0,-51 26 0 0 0,17-1 391 0 0,2 3 1 0 0,1 3 0 0 0,-68 59-1 0 0,52-33 318 0 0,3 4-1 0 0,4 4 1 0 0,3 2 0 0 0,3 3-1 0 0,4 3 1 0 0,4 3-1 0 0,3 2 1 0 0,4 3-1 0 0,-65 164 1 0 0,100-213-146 0 0,2-1 1 0 0,2 2 0 0 0,2 0 0 0 0,2 0 0 0 0,2 1 0 0 0,1 0 0 0 0,4 86-1 0 0,3-102-141 0 0,2 1-1 0 0,1-1 1 0 0,1 1-1 0 0,2-2 1 0 0,1 1-1 0 0,1-1 1 0 0,1 0-1 0 0,1-1 1 0 0,2-1-1 0 0,1 0 0 0 0,1 0 1 0 0,35 42-1 0 0,-22-37-18 0 0,1-1-1 0 0,2-2 0 0 0,1-1 1 0 0,1-2-1 0 0,1 0 0 0 0,1-3 0 0 0,1-1 1 0 0,1-2-1 0 0,41 15 0 0 0,0-6 90 0 0,2-3 0 0 0,0-3 0 0 0,133 16 0 0 0,-110-26-255 0 0,0-5-1 0 0,0-5 1 0 0,0-4-1 0 0,0-5 1 0 0,-1-4-1 0 0,163-39 1 0 0,-185 29-106 0 0,-1-3 1 0 0,-1-4-1 0 0,-2-3 1 0 0,-1-4-1 0 0,-1-3 1 0 0,-2-3 0 0 0,-2-3-1 0 0,109-90 1 0 0,-143 101 137 0 0,-2-1 1 0 0,-2-2 0 0 0,-1-2-1 0 0,-2-1 1 0 0,-1-1-1 0 0,-3-1 1 0 0,-1-2 0 0 0,-2 0-1 0 0,-1-1 1 0 0,-3-2 0 0 0,17-60-1 0 0,-22 53 29 0 0,-3 1 0 0 0,-2-1-1 0 0,-3 0 1 0 0,-1-1 0 0 0,-3 0-1 0 0,-3 1 1 0 0,-2-1 0 0 0,-2 0-1 0 0,-2 1 1 0 0,-17-61 0 0 0,7 53-23 0 0,-2 0 0 0 0,-3 1 1 0 0,-3 1-1 0 0,-2 1 0 0 0,-3 1 1 0 0,-2 2-1 0 0,-2 1 0 0 0,-81-96 1 0 0,85 118-77 0 0,-1 1 0 0 0,-1 1 0 0 0,-1 1 0 0 0,-2 3 0 0 0,-1 0 0 0 0,-1 2 0 0 0,-1 2 0 0 0,-1 2 0 0 0,0 1 0 0 0,-2 2 0 0 0,0 2 0 0 0,-1 2 0 0 0,-80-15 0 0 0,76 22-147 0 0,-1 2 0 0 0,1 3 0 0 0,-1 1 1 0 0,1 3-1 0 0,-52 9 0 0 0,22 3-329 0 0,0 2-1 0 0,-84 33 0 0 0,97-26-216 0 0,3 3 1 0 0,0 2-1 0 0,1 3 0 0 0,-59 44 0 0 0,42-20-1553 0 0,2 3 0 0 0,-82 87-1 0 0,130-119 658 0 0,1 1-1 0 0,1 1 1 0 0,2 1-1 0 0,-24 42 0 0 0,-3 16-5522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1T03:12:42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1273 6 12969 0 0,'5'-5'-448'0'0,"-18"6"3451"0"0,-13 14-2485 0 0,0 0 0 0 0,1 2-1 0 0,0 1 1 0 0,-29 28 0 0 0,-702 681 10490 0 0,513-465-7362 0 0,140-154-3646 0 0,97-102-255 0 0,5-4-1179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1T03:12:45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52 203 17486 0 0,'-12'5'-25'0'0,"3"-7"2638"0"0,-10-12-1630 0 0,17 12-747 0 0,1-1 1 0 0,-1 0-1 0 0,1 0 0 0 0,0 1 0 0 0,0-1 0 0 0,0 0 0 0 0,0 0 0 0 0,0 0 1 0 0,1 0-1 0 0,0 0 0 0 0,-1-1 0 0 0,1 1 0 0 0,0 0 0 0 0,0 0 0 0 0,1 0 0 0 0,0-5 1 0 0,1 0-53 0 0,0 1-1 0 0,1 0 1 0 0,0-1 0 0 0,0 1 0 0 0,0 1 0 0 0,1-1 0 0 0,0 0 0 0 0,1 1 0 0 0,-1 0-1 0 0,1 0 1 0 0,0 0 0 0 0,1 1 0 0 0,-1-1 0 0 0,1 1 0 0 0,0 1 0 0 0,0-1 0 0 0,1 1-1 0 0,-1 0 1 0 0,1 0 0 0 0,0 1 0 0 0,0 0 0 0 0,0 0 0 0 0,1 1 0 0 0,-1 0 0 0 0,1 0-1 0 0,-1 1 1 0 0,1 0 0 0 0,8-1 0 0 0,-7 2-119 0 0,-1 0 0 0 0,1 1 0 0 0,0 0 1 0 0,-1 0-1 0 0,0 1 0 0 0,1 0 0 0 0,-1 0 0 0 0,0 1 0 0 0,0 0 0 0 0,0 0 1 0 0,0 1-1 0 0,-1 0 0 0 0,1 0 0 0 0,-1 1 0 0 0,0 0 0 0 0,0 0 0 0 0,-1 1 1 0 0,0 0-1 0 0,0 0 0 0 0,0 1 0 0 0,-1-1 0 0 0,0 1 0 0 0,0 0 0 0 0,0 1 0 0 0,4 9 1 0 0,-4-4-38 0 0,-1 1-1 0 0,0-1 1 0 0,-1 1 0 0 0,-1 0 0 0 0,0-1 0 0 0,0 1 0 0 0,-2 0 0 0 0,0 0 0 0 0,0 0 0 0 0,-1 0 0 0 0,-1 0 0 0 0,0 0-1 0 0,-7 22 1 0 0,-3 4 42 0 0,-2-1 0 0 0,-2 0-1 0 0,-25 46 1 0 0,12-27-70 0 0,17-31 0 0 0,-1-1 0 0 0,-1 0 0 0 0,-28 36 0 0 0,33-52 0 0 0,9-11 0 0 0,1 1 0 0 0,-1 0 0 0 0,0 0 0 0 0,0 0 0 0 0,0 0 0 0 0,0 0 0 0 0,1 0 0 0 0,-1 0 0 0 0,0 0 0 0 0,0 0 0 0 0,0 0 0 0 0,0 0 0 0 0,0 0 0 0 0,1 0 0 0 0,-1 1 0 0 0,0-1 0 0 0,0 0 0 0 0,0 0 0 0 0,0 0 0 0 0,0 0 0 0 0,1 0 0 0 0,-1 0 0 0 0,0 0 0 0 0,0 0 0 0 0,0 0 0 0 0,0 0 0 0 0,0 1 0 0 0,0-1 0 0 0,0 0 0 0 0,0 0 0 0 0,1 0 0 0 0,-1 0 0 0 0,0 0 0 0 0,0 0 0 0 0,0 1 0 0 0,0-1 0 0 0,0 0 0 0 0,0 0 0 0 0,0 0 0 0 0,0 0 0 0 0,0 1 0 0 0,0-1 0 0 0,0 0 0 0 0,0 0 0 0 0,0 0 0 0 0,0 0 0 0 0,0 0 0 0 0,0 1 0 0 0,0-1 0 0 0,0 0 0 0 0,0 0 0 0 0,0 0 0 0 0,8-1 0 0 0,7-1 0 0 0,0 1 0 0 0,0 0 0 0 0,1 1 0 0 0,25 4 0 0 0,235 47-581 0 0,-269-51-404 0 0,1 1-1 0 0,-1-1 0 0 0,1 0 0 0 0,0-1 0 0 0,-1 0 1 0 0,1 0-1 0 0,-1-1 0 0 0,14-5 0 0 0,56-27-10700 0 0,-31 7 1914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1T03:12:45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413 113 16009 0 0,'1'-4'-28'0'0,"-1"-1"-1"0"0,0 0 1 0 0,0 1-1 0 0,0-1 0 0 0,-1 0 1 0 0,1 1-1 0 0,-1-1 0 0 0,0 1 1 0 0,-1-1-1 0 0,1 1 0 0 0,-1 0 1 0 0,-3-7-1 0 0,3 7 283 0 0,0 0 0 0 0,0 1 0 0 0,0-1-1 0 0,-1 1 1 0 0,1 0 0 0 0,-1 0 0 0 0,0 0 0 0 0,0 0 0 0 0,0 0 0 0 0,0 1 0 0 0,0-1-1 0 0,0 1 1 0 0,-8-3 0 0 0,8 4-101 0 0,0 0-1 0 0,0 1 0 0 0,0 0 1 0 0,0-1-1 0 0,0 1 1 0 0,0 1-1 0 0,0-1 1 0 0,0 0-1 0 0,0 1 1 0 0,0-1-1 0 0,0 1 1 0 0,0 0-1 0 0,1 0 1 0 0,-6 3-1 0 0,-36 20 969 0 0,35-19-831 0 0,0 2 0 0 0,0-1 0 0 0,1 1 0 0 0,0 0-1 0 0,0 1 1 0 0,0 0 0 0 0,-11 17 0 0 0,17-22-195 0 0,0 1 0 0 0,0-1-1 0 0,0 1 1 0 0,1-1 0 0 0,-1 1 0 0 0,1 0-1 0 0,0 0 1 0 0,0 0 0 0 0,0 0 0 0 0,1 0-1 0 0,0 0 1 0 0,-1 0 0 0 0,1 0-1 0 0,1 0 1 0 0,-1 0 0 0 0,0 0 0 0 0,1 0-1 0 0,0 0 1 0 0,0-1 0 0 0,0 1 0 0 0,1 0-1 0 0,-1 0 1 0 0,1-1 0 0 0,3 7 0 0 0,8 9 337 0 0,2 0 1 0 0,-1-1-1 0 0,29 26 1 0 0,-29-31-84 0 0,-1 1-1 0 0,0 0 1 0 0,-1 1 0 0 0,0 1 0 0 0,-1-1-1 0 0,16 32 1 0 0,-21-32-247 0 0,-1 1-1 0 0,0 0 0 0 0,-1 0 1 0 0,0 0-1 0 0,-2 1 0 0 0,0-1 1 0 0,0 29-1 0 0,-2-37-76 0 0,0-1 0 0 0,-1 0 0 0 0,0 1 0 0 0,0-1 0 0 0,-1 0-1 0 0,0 0 1 0 0,0 0 0 0 0,0 0 0 0 0,-1 0 0 0 0,0 0 0 0 0,-1-1 0 0 0,1 1 0 0 0,-1-1 0 0 0,-1 0 0 0 0,1 0-1 0 0,-1-1 1 0 0,0 1 0 0 0,0-1 0 0 0,-12 9 0 0 0,-14-3-25 0 0,29-10 0 0 0,0 0 0 0 0,0-1 0 0 0,0 1 0 0 0,0-1 0 0 0,0 1 0 0 0,0-1 0 0 0,0 0 0 0 0,0 0 0 0 0,-1 0 0 0 0,1 0 0 0 0,0-1 0 0 0,0 1 0 0 0,0-1 0 0 0,0 1 0 0 0,0-1 0 0 0,0 1 0 0 0,0-1 0 0 0,0 0 0 0 0,0 0 0 0 0,-2-2 0 0 0,-3-1 0 0 0,-6-2-762 0 0,0 0 0 0 0,0-1 0 0 0,-20-15 0 0 0,-63-63-8881 0 0,51 42 6237 0 0,26 26-2548 0 0,3-1-2906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1T03:12:46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1170 238 15861 0 0,'-29'-7'20'0'0,"0"2"-1"0"0,-1 1 0 0 0,1 1 0 0 0,-1 2 0 0 0,1 1 0 0 0,-1 1 0 0 0,0 1 0 0 0,1 2 0 0 0,-40 10 0 0 0,32-4 219 0 0,0 2-1 0 0,2 2 1 0 0,-1 1-1 0 0,2 2 1 0 0,0 2-1 0 0,-51 36 1 0 0,36-16 211 0 0,1 2 1 0 0,2 2-1 0 0,1 3 0 0 0,3 1 1 0 0,2 1-1 0 0,2 3 1 0 0,3 1-1 0 0,-49 94 0 0 0,65-107-78 0 0,2 0 1 0 0,1 2-1 0 0,2 0 0 0 0,2 0 0 0 0,2 1 0 0 0,2 0 0 0 0,1 1 0 0 0,3 0 0 0 0,1 70 0 0 0,4-84-165 0 0,2 0-1 0 0,1 0 1 0 0,1 0 0 0 0,2 0-1 0 0,0-1 1 0 0,2 0 0 0 0,1-1-1 0 0,2 0 1 0 0,0 0-1 0 0,2-1 1 0 0,1-1 0 0 0,1-1-1 0 0,1 0 1 0 0,37 41 0 0 0,-21-34 1 0 0,1-2 1 0 0,2-1-1 0 0,0-1 1 0 0,2-3-1 0 0,1-1 1 0 0,1-1-1 0 0,0-3 1 0 0,2-1 0 0 0,49 14-1 0 0,-11-9 117 0 0,1-4 1 0 0,1-3-1 0 0,163 10 1 0 0,-160-25-289 0 0,0-3 0 0 0,-1-4-1 0 0,0-4 1 0 0,0-4 0 0 0,-1-3 0 0 0,0-3 0 0 0,-2-5 0 0 0,-1-2 0 0 0,-1-5 0 0 0,-2-2 0 0 0,-1-4 0 0 0,-2-4 0 0 0,106-76 0 0 0,-135 83-18 0 0,-1-1 1 0 0,-2-1-1 0 0,-2-3 0 0 0,-1-2 1 0 0,-2-1-1 0 0,-2-1 0 0 0,-3-2 1 0 0,36-65-1 0 0,-49 74-5 0 0,-2 0 0 0 0,-2-1 0 0 0,-1 0 1 0 0,-2-1-1 0 0,-2-1 0 0 0,-2 0 0 0 0,-1 0 0 0 0,-2 0 0 0 0,-1-1 1 0 0,-3 0-1 0 0,-1 0 0 0 0,-8-56 0 0 0,1 54-13 0 0,-1 1 0 0 0,-2-1 0 0 0,-2 2 0 0 0,-1-1 0 0 0,-3 2 0 0 0,-1 0 0 0 0,-2 1 0 0 0,-2 0 0 0 0,-1 2 0 0 0,-40-50 0 0 0,41 62 0 0 0,0 1 0 0 0,-2 2 0 0 0,0 0 0 0 0,-2 1 0 0 0,0 2 0 0 0,-1 0 0 0 0,-1 2 0 0 0,-1 1 0 0 0,0 1 0 0 0,-1 1 0 0 0,-1 2 0 0 0,0 1 0 0 0,0 1 0 0 0,-1 2 0 0 0,-39-6 0 0 0,13 8-216 0 0,0 2 0 0 0,0 2 0 0 0,0 3 1 0 0,-78 11-1 0 0,54 1-372 0 0,2 3 0 0 0,-113 39-1 0 0,136-35-931 0 0,1 3 0 0 0,1 2 0 0 0,-95 61 0 0 0,57-19-3630 0 0,7 7-3790 0 0,60-50 1043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1T03:12:47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81 14505 0 0,'-59'-38'492'0'0,"8"0"3438"0"0,47 33-77 0 0,10 9-1691 0 0,30 22-1132 0 0,45 32-573 0 0,37 14 840 0 0,213 96 1 0 0,144 23 149 0 0,-285-117-978 0 0,890 304 1242 0 0,-863-306-1595 0 0,-54-15-116 0 0,122 39 0 0 0,-268-92 0 0 0,-1-2 0 0 0,-5 3-407 0 0,-9-3-1886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12:58.7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8666 6026 957 0,'7'-5'572'0,"-7"5"-114"0,0 0-54 0,0-4-31 15,0 4-50-15,0 0-40 0,-4-13-24 0,4 13-22 16,-7-7-4-16,4 2-1 0,-3 2-5 15,2-2-15-15,-3 1-15 0,7 4-18 16,-17-2-18-16,5 2-16 0,12 0-13 16,-30 2-16-16,11 6-9 0,-3 1-5 0,-4 5-12 15,2 5-8-15,0 1-7 0,3 0-11 16,6-5 1-16,3-4-8 0,3 4-6 0,4-3 1 16,-3-2-7-16,6 2 10 0,2-1 7 15,0-1 3-15,6-2 11 0,-1 4 9 16,6-2-10-16,3 1 11 0,3-1-3 0,2 0-2 15,-1 0 3-15,0 2 2 0,2-1 5 16,-4-1 2-16,2 0 11 0,-7 0 17 16,1-1 13-16,-3 1 15 0,-3 2 18 0,-1 1-163 15,-5-3-4-15,0 2 0 0,-3-1 0 16,-3 1 0-16,-3 1 0 0,-3 3 0 0,-1-4 0 16,-3-1 0-16,3 0 0 0,-2-3 0 15,0 1 0-15,2-4 0 0,-3 0 0 16,5-2 0-16,-3-3 0 0,5 0 0 0,9 0 0 15,-19-3 0-15,9 0 0 0,3-1 0 16,3-1 0-16,3 0 0 0,1-4-507 0,1 1-60 16,10-6-57-16,7-8-57 15,6 0-94-15,13-5 28 0,6-2-712 0,11 0-908 16</inkml:trace>
  <inkml:trace contextRef="#ctx0" brushRef="#br0" timeOffset="349.44">9109 5970 3664 0,'7'-7'-102'0,"0"0"85"0,-6 2 63 0,-1 5 72 0,2-8 40 0,-2 8 33 0,0 0 22 0,0 0 16 0,0 0 3 16,-8-7 12-16,8 7 10 0,0 0 10 0,-36 17 2 15,16 2 7-15,-7 4-1 0,-6 16-2 16,-4-2-16-16,1 6-14 0,4 2-15 16,3-2-18-16,6 1-18 0,5-2-21 0,6-9-15 15,8-4-17-15,4-4-92 0,6-4-44 16,2 1 0-16,9 2 0 0,-2-7 0 0,2-5 0 15,2-4 0-15,4-1 0 0,-6-5 0 16,-1 0 0-16,0-2 0 0,-2 0 0 16,-3-4 0-16,1-1 0 0,-2 2 0 15,-5-4 0-15,-1 2 0 0,-2-4 0 0,-2 1 0 16,-2-1 0-16,-4 0 0 0,1 1 0 16,-3-1 0-16,-2-1 0 0,-1 2 0 0,-1 1 0 15,-1 3 0-15,2 1 0 0,-1 0 0 16,-1 1 0-16,13 2-70 0,-21 2-363 0,8 1-116 15,1-1-125-15,5-1-196 0,-1 1 75 16,8-2 86-16,0 0-682 0,0 0-845 16</inkml:trace>
  <inkml:trace contextRef="#ctx0" brushRef="#br0" timeOffset="750.75">8845 5545 3729 0,'-41'-3'-86'0,"-9"6"49"16,-17 6 49-16,-7 10 39 0,-23 15 47 0,-6 10 36 15,4 9 35-15,2 10 32 0,2 17 12 16,-25 29-2-16,36-12 18 0,-15 36 1 16,13 5 19-16,32-29 7 0,6 1-3 15,18-5-6-15,19-4-6 0,15-22 4 0,24 10-15 16,24-14-9-16,18-8-20 0,22-16-20 15,18-12-17-15,14-14-17 0,9-15-17 0,12-12-13 16,6-17-26-16,1-10-27 0,39-19-64 16,-54 7 0-16,-7-10 0 0,-14-7 0 15,-13 0 0-15,-14-10 0 0,-14-2 0 0,-14-7 0 16,-12-2 0-16,-17-2 0 0,-10-8 0 16,-19 13 0-16,-10-19 0 0,-14-1 0 0,-15 2 0 15,-14-1 0-15,-13 8 0 0,-7 12 0 16,-13 15 0-16,2 16 0 0,-7 15 0 0,14 15 0 15,-10 14 0-15,2 11 0 16,-17 11-59-16,8 11-154 0,5 5-84 0,9 1-122 16,24-3-161-16,6 2-232 0,5-2-12 15,7-1 88-15,6-2-710 0,9-8-895 0</inkml:trace>
  <inkml:trace contextRef="#ctx0" brushRef="#br0" timeOffset="1716.05">3005 7703 397 0,'5'-10'206'0,"-1"2"-45"16,3-3-19-16,-4 1 5 0,3 0-1 0,-1 1-1 15,-1-3 0-15,1 4 4 0,-1-1 21 16,1 4 14-16,-5 5 4 0,5-9-1 16,-5 9-10-16,0 0-4 0,0 0 4 0,0 0 20 15,-26 30 11-15,-1 4 0 0,-6 9 6 16,-16 17 0-16,-9 9 1 0,-6 7 4 15,-3 1-4-15,-3 3 0 0,3-3-16 16,2 0 8-16,2-7-9 0,8-4-13 0,17-20-20 16,3-5-19-16,7-3-17 0,9-13-7 15,0-3-11-15,8-4-5 0,1-7-20 16,2 1 2-16,3-6-9 0,1 0-5 0,0 0-1 16,0-1-7-16,4-5-11 0,-8 6-15 15,8-6-56-15,-5 6-61 0,5-6-68 16,0 0-65-16,0 0-75 0,0 0-68 0,0 0-85 15,0 0-119-15,0 0-173 0,0 0 59 16,0 0-501-16,25-14-638 0</inkml:trace>
  <inkml:trace contextRef="#ctx0" brushRef="#br0" timeOffset="2683.86">1771 9218 3152 0,'-3'-11'-40'0,"1"3"53"0,2 1 48 0,0 7 21 15,-4-6 11-15,4 6 6 0,0 0-1 0,0 0 33 16,0 0 35-16,0 0 29 0,-13 32 11 16,7-12 4-16,-2 15 12 0,1 0-5 0,0 0-7 15,0 3-17-15,3-5-15 0,1-2-23 16,3-4-9-16,0-3-19 0,0-5-10 16,2 1-16-16,-1-3-6 0,-1-1-5 0,2-3-13 15,0-2-2-15,1-1-16 0,-1-2-30 16,1-3-26-16,1-1-44 0,-4-4-53 0,0 0-45 15,23-9-51-15,-12-4-39 0,4-3-44 16,5-8-27-16,-1-5-16 0,3-7-7 16,-3 4 14-16,3-8 22 0,-6 7 35 15,-2 4 36-15,-3 0 45 0,1 2 52 16,-4 4 55-16,-3 7 51 0,-1 2 47 0,0 2 57 16,-3 2 29-16,1 1 29 0,0 2 10 15,-2 7-2-15,5-10-13 0,-5 10-15 0,2-7-9 16,-2 7 30-16,0 0 2 0,0 0-8 15,9 19-18-15,-2-7-9 0,-1 1-11 16,0 1-10-16,0 2-9 0,-1 2-10 0,3 0-8 16,-1-3-2-16,3-1-8 0,-2-3-8 15,-1 1-5-15,-1-4 0 0,0-2-3 0,2-1-3 16,-3-1 1-16,-5-4 0 0,0 0-6 16,0 0-22-16,32-9 3 0,-24 1 1 15,4 2 3-15,-1-4 17 0,-4 3 26 0,0 3 21 16,-7 4 4-16,9-8-7 0,-3 5-11 15,-6 3-11-15,0 0-4 0,0 0-9 16,0 0-3-16,26 12 1 0,-18 0-9 16,-1 0-2-16,3 5-1 0,-1 0-4 0,1 3-7 15,-2-6-17-15,-1 1-33 0,1-1-38 16,-3-4-38-16,2-1-39 0,-3 1-58 0,-1-2-22 16,3-1-58-16,-3-4-71 0,-3-3-102 15,0 0-152-15,0 0-78 0,0 0 66 16,0 0-414-16,4-20-507 0</inkml:trace>
  <inkml:trace contextRef="#ctx0" brushRef="#br0" timeOffset="3065.5">1924 8860 2733 0,'-34'-3'-33'0,"-6"3"28"0,-2 8 27 0,-15 5 27 0,-4 12 30 0,-10 12 25 16,1 15 36-16,1 7 19 0,3 8 23 15,5 9 15-15,7 11 8 0,1 2 5 16,8 4 7-16,6 3-3 0,10-2-13 16,12 2 6-16,14-17-13 0,8-1-4 15,20 10 21-15,11-5-3 0,11-13-17 0,11-7-14 16,13-13-18-16,8-9-7 0,11-14-20 16,-10-15-9-16,10-6-5 0,23-12-19 0,2-15-7 15,1-11-9-15,-1-12-9 0,-7-9-5 16,-3-9-5-16,-13-9 0 0,-12-4-10 15,-13-3-5-15,-14-5-4 0,-15-7 4 0,-18-2-10 16,-13-8-6-16,-17-1-9 0,-19 2 4 16,-14-2 0-16,-18 8-15 0,-13 12-6 0,-10 10-4 15,-8 14-8-15,-5 20-3 0,-6 14-2 16,-3 16-32-16,-5 16-37 0,2 14-40 0,4 12-44 16,12 8-59-16,9 7-72 15,14 2-95-15,25-7-98 0,8-6-182 0,10-3-107 16,19-10 72-16,5-6-550 0,8-8-714 15</inkml:trace>
  <inkml:trace contextRef="#ctx0" brushRef="#br0" timeOffset="4315.21">1945 9232 3133 0,'0'0'-136'0,"0"0"61"0,-2-9 49 16,2 9 45-16,0 0 38 0,0 0 40 15,0-10 34-15,0 10 30 0,0 0 30 16,-2-10 21-16,2 10 18 0,0 0 15 0,0 0 3 16,-3-7 7-16,3 7 7 0,0 0-1 15,-2-7-4-15,2 7-10 0,0 0-8 0,0 0-14 16,0 0-8-16,-4-9-17 0,4 9-10 16,0 0-12-16,0 0-6 0,0 0-12 15,0 0-8-15,0 0-7 0,0 0-12 0,-2-6-12 16,2 6-9-16,0 0-14 0,0 0-18 15,0 0-80-15,0 0 0 0,0 0 0 0,0 0 0 16,-6 22 0-16,6-11 0 0,0 3 0 16,0 2 0-16,0 1 0 0,2 0 0 15,2 0 0-15,-4 2 0 0,4-4 0 16,0 2 0-16,-2-5 0 0,1 2 0 16,1 0 0-16,0-4 0 0,-1 0 0 0,2-1 0 15,-3-1 0-15,2-2 0 0,-4-6 0 16,5 12 0-16,-1-8 0 0,-4-4 0 0,11 5 0 15,-11-5 0-15,17 0 0 0,-17 0 0 16,18-5 0-16,-7-1 0 0,2 2 0 0,1-4 0 16,-3 2 0-16,3-2 0 0,-3 1 0 15,-2-1 0-15,1-2 0 0,1 1 0 16,-3-1 0-16,-3 4 0 0,5-4 0 0,-4 3 0 16,1-3 0-16,-1 3 0 0,0-3 0 15,0 2 0-15,-1 1 0 0,-1 0 0 0,2-2 0 16,-3 4 0-16,1-2 0 15,1 1 0-15,-5 6 0 0,3-9 0 0,-3 9 0 16,2-10 0-16,-2 10 0 0,4-6 0 16,-4 6 0-16,2-6 0 0,-2 6 0 0,0 0 0 15,0 0 0-15,3-7 0 0,-3 7 0 16,0 0 0-16,0 0 0 0,0 0 0 16,0 0 0-16,4 29 0 0,-2-17 0 0,0 5 0 15,0 0 0-15,2 5 0 0,2 0 0 16,-2 2 0-16,-1-3 0 0,3 0 0 0,-1-3 0 15,-1-1 0-15,1-2 0 16,-2-1 0-16,-1-4 0 0,0 0 0 0,2-1 0 16,-1-3 0-16,-3 0 0 0,2 0 0 15,-2-6 0-15,2 11 0 0,0-8 0 0,-2-3 0 16,2 7 0-16,-2-7 0 0,2 7 0 16,-2-7 0-16,0 0 0 0,0 0 0 0,4 5 0 15,-4-5 0-15,0 0 0 0,0 0-262 16,0 0-679-16,0 0-7 0,-14-15 91 15,3 11-906-15,-4 2-1193 0</inkml:trace>
  <inkml:trace contextRef="#ctx0" brushRef="#br0" timeOffset="4918.78">1755 9321 4370 0,'0'-9'-262'0,"2"1"74"0,-4-1 60 0,2 0 59 0,-2 1 54 16,-2-1 46-16,2 3 50 0,2 6 30 16,-4-16 26-16,2 11 18 0,2 5 10 0,-2-12 11 15,0 7 7-15,2 5 5 0,-2-10 3 16,2 10-1-16,0 0-5 0,-3-9-21 15,3 9-12-15,0 0-14 0,0 0-21 16,-2-5 1-16,2 5 15 0,0 0 48 16,0 0 21-16,0 37-5 0,2-14 12 0,0 4-5 15,-1 11-9-15,5 4-11 0,-4 4-10 16,4-3-11-16,-4-2-14 0,4-4-139 0,-1-1-10 16,1-3 0-16,-3-8 0 0,1-3 0 15,1-5 0-15,-2 0 0 0,1-5 0 16,-2 0 0-16,0-3 0 0,0-1 0 0,1 0 0 15,-3-8 0-15,0 11 0 0,0-11 0 16,2 8 0-16,-2-8 0 0,0 0 0 0,0 0 0 16,0 0 0-16,0 0 0 15,0 0 0-15,0 0 0 0,0 0 0 0,-18-15 0 16,13 9 0-16,5 6 0 0,-13-8-565 16,4 0-456-16,3 3 104 0,-6-5-1017 0,3-2-1356 15</inkml:trace>
  <inkml:trace contextRef="#ctx0" brushRef="#br0" timeOffset="5681.95">3069 7678 4957 0,'-3'-8'-222'0,"3"8"61"0,-4-10 60 0,4 10 54 0,-4-10 54 0,1 5 43 16,3 5 32-16,-2-10 26 16,2 10 14-16,-5-8-3 0,5 8-5 0,-4-6-13 15,4 6-17-15,0 0 2 0,0 0 9 16,0 0 29-16,0 0 12 0,25 24 33 15,-3-3 33-15,3 4 6 0,7 13 8 0,13 4-1 16,14 14 1-16,4 2-11 0,4 8-22 16,9 1-13-16,0-4-17 0,6 0-9 0,4 4-9 15,-2 2 54-15,-2-7-57 16,-4-2-132-16,-4-2 0 0,-3-4 0 0,-6-8 0 0,-18-11 0 16,-3-5 0-16,-8-1 0 0,-9-7 0 15,-4-3 0-15,-6-4 0 0,-1-3 0 16,-5-2 0-16,-1-1 0 0,-3 0 0 15,2-3 0-15,-3 1 0 0,1-2 0 0,-2 0 0 16,2-1 0-16,-7-4 0 0,8 8 0 16,-8-8 0-16,7 4 0 0,-7-4 0 15,7 4 0-15,-7-4 0 0,0 0 0 0,9 4 0 16,-9-4 0-16,0 0 0 16,0 0 0-16,5 2 0 0,-5-2 0 0,0 0 0 15,0 0-1027-15,0 0 59 0,-19 5 110 16,19-5-957-16,-20 11-1244 0</inkml:trace>
  <inkml:trace contextRef="#ctx0" brushRef="#br0" timeOffset="6198.09">4267 9108 5368 0,'-12'-7'81'0,"4"5"43"0,8 2 43 0,-14-10 37 0,11 6 21 16,3 4-10-16,-2-8-20 0,2 8-20 15,0 0-17-15,12-13-16 0,-5 7-13 16,4 4-17-16,3-4-12 0,3 0-7 0,-3 5-10 16,2 1-11-16,0-2-7 0,-3 0-1 15,3 4-12-15,-3 1-1 0,2 3-7 16,-4-3 1-16,-3 4 2 0,0 1 14 15,-2 6 9-15,-3 1-21 0,-3-1-49 0,0 3 0 16,0 2 0-16,-3-1 0 0,1-1 0 16,0 0 0-16,0-1 0 0,-1-3 0 0,3-1 0 15,3-2 0-15,-3 3 0 0,4-3 0 16,1-2 0-16,1 3 0 0,-1-3 0 16,8 0 0-16,-4 3 0 0,2-1 0 0,1 0 0 15,-1 4 0-15,3-2 0 0,-3 0 0 0,-2 4 0 16,1-1 0-16,0 3 0 15,-5-4 0-15,-1 1 0 0,-1 2 0 0,-3 0 0 16,-1 0 0-16,-7 4 0 0,3-4 0 16,-6 3 0-16,2-3 0 0,0 0 0 0,-5-1 0 15,1-3 0-15,2-1 0 0,-1-7 0 16,-1 2 0-16,1-2 0 0,1-5 0 0,0-3 0 16,1-2 0-16,-1-4 0 0,0-6 0 15,2-2 0-15,2-2 0 0,1 0 0 16,6-1-13-16,2-2-809 0,8-9-141 0,-2 4 88 15,3-2-1002-15,2 0-1300 0</inkml:trace>
  <inkml:trace contextRef="#ctx0" brushRef="#br0" timeOffset="6532.26">4719 9073 4766 0,'0'0'-66'0,"0"0"88"0,0 0 50 0,-13-5 49 0,13 5 39 0,0 0 42 16,-19 17 41-16,10-8 29 0,-2 8 12 15,2 4 5-15,-2 7-10 0,4-2-11 0,3-5-19 16,2 4-15-16,2-5-24 0,2 4-17 16,4-3-21-16,3-1-10 0,3-2-103 15,1-3-59-15,6-5 0 0,0-2 0 0,0-6 0 16,4-2 0-16,10-8 0 0,1-4 0 16,-2-2 0-16,1-3 0 0,-5 0 0 15,-3-4 0-15,-5 3 0 0,-4-1 0 0,-7 7 0 16,0-5 0-16,-6-2 0 0,-3 1 0 15,0 0 0-15,-8-2 0 0,-5-6 0 0,-4 5 0 16,-6 0 0-16,0 5 0 0,-5 3 0 16,3 6 0-16,0 4 0 0,3 3 0 0,-3 5 0 15,-6 5 0-15,1 4-292 0,1 1-472 16,0 1-172-16,10-3 69 0,6-5 90 16,1 2-772-16,3-6-993 0</inkml:trace>
  <inkml:trace contextRef="#ctx0" brushRef="#br0" timeOffset="6915.58">4432 8767 4443 0,'-36'-2'-73'0,"-2"5"43"16,-4 2 51-16,-12 11 48 0,1 3 40 15,2 8 23-15,-1 7 14 0,-7 18 13 16,6 12 19-16,11 7 16 0,6 4 31 0,11 7 9 15,16-9 13-15,9 5 20 0,12 15-1 0,13-3-17 16,13-6-8-16,10-8-14 16,11-6-21-16,10-7-14 0,9-13-15 0,12-9-12 15,1-14-18-15,-13-15-147 0,2-6 0 16,3-12 0-16,10-14 0 0,-7-8 0 0,-7-9 0 16,-4-8 0-16,-7-6 0 0,-5-10 0 15,-4-2 0-15,-12-4 0 0,-2-1 0 0,-11-5 0 16,-13 9 0-16,-10-3 0 0,-3-7 0 15,-10 0 0-15,-5-2 0 0,-17-19 0 0,-12 1 0 16,-5 7 0-16,-13 9 0 16,-9 13 0-16,-5 14 0 0,-10 14 0 0,7 20 0 15,-13 13 0-15,0 12 0 0,-20 13 0 16,2 11 0-16,1 6 0 0,4 4 0 0,10 5-11 16,4-3-757-16,11 1-202 0,24-10 67 15,5 0 95-15,9-9-801 0,11-6-1049 16</inkml:trace>
  <inkml:trace contextRef="#ctx0" brushRef="#br0" timeOffset="9764.68">8649 7184 4050 0,'4'-6'-151'0,"-4"6"80"0,2-4 64 0,-2 4 51 0,0 0 45 15,2-9 37-15,-2 9 25 16,2-4 17-16,-2 4 10 0,0 0 2 0,0 0 0 16,2-12-8-16,-2 12-8 0,0 0-9 15,0 0-10-15,0 0-13 0,0-8-11 16,0 8-10-16,0 0-10 0,0 0-5 0,0 0-11 15,0 0-9-15,0 0-14 0,0 0-8 16,0 0-1-16,0 0-7 0,0 0-1 0,0 0 10 16,0 0 27-16,0 0 3 0,0 0 6 15,0 0 7-15,-15 30 13 0,7-17 9 0,0 5 6 16,-5 11-7-16,-1 2 5 16,-2 11 10-16,-4 6-3 0,0 6 1 0,-1 1-7 15,-2 5-22-15,-1 4-103 0,-4 19 0 0,-1-2 0 16,5 2 0-16,-3 3 0 0,8-18 0 15,-8 15 0-15,11-19 0 0,-2 2 0 16,1-3 0-16,0-4 0 0,6-2 0 0,-3-4 0 16,7-14 0-16,-1-1 0 0,3-3 0 15,-2-8 0-15,3-5 0 0,3-5 0 0,-3-1 0 16,2-3 0-16,0-2 0 0,0-1 0 16,0-2 0-16,1 1 0 0,-1-4 0 0,2-5 0 15,-5 14 0-15,5-9 0 0,0-5 0 16,-4 8 0-16,4-8 0 0,0 0 0 0,0 11 0 15,0-11 0-15,0 0 0 16,-3 8 0-16,3-8 0 0,0 0 0 0,-2 7 0 16,2-7 0-16,0 0 0 0,-2 5 0 15,2-5 0-15,0 0 0 0,-2 5-398 0,2-5-618 16,-3 12 106-16,-5-10-1085 0,8-2-1413 16</inkml:trace>
  <inkml:trace contextRef="#ctx0" brushRef="#br0" timeOffset="12464.09">7819 8963 4855 0,'0'0'-345'0,"0"0"67"0,0 0 60 0,0 0 57 15,0 0 51-15,11 1 43 0,-11-1 45 16,0 0 34-16,0 0 34 0,0 0 17 15,0 0 7-15,0 0 24 0,0 0 14 0,0 0 10 16,0 0 7-16,11-7 8 0,-11 7 8 16,0 0 8-16,0 0 2 0,0 0 6 0,0 0 0 15,0 0-3-15,0 0 2 0,0 0-7 16,0 0-5-16,0 0-12 0,4-7-5 0,-4 7 3 16,0 0-8-16,0 0 1 0,0 0-10 15,-17-12-5-15,17 12-16 0,-14 0-7 16,14 0-2-16,-20 2-10 0,2 2-11 15,-3 6-6-15,-3 3-6 0,-1 3-6 0,0 3-3 16,0 3-2-16,2 0-1 0,7 0-9 16,0-5 3-16,7-1-6 0,1-3 4 0,5 4-7 15,-1-5 4-15,4-2 24 0,2 2 8 16,3-3 20-16,5 3 13 0,3 1 1 0,6-1 5 16,9 0 0-16,3 2-4 0,-1-1-33 15,-3-2-61-15,-4-1 0 0,-6-2 0 16,2 1 0-16,-4 1 0 0,-3-1 0 0,-1 1 0 15,-2 2 0-15,-6-2 0 0,1 2 0 16,-4 2 0-16,-2 0 0 0,-3 1 0 16,-4 1 0-16,0 2 0 0,-2-3 0 0,-3-1 0 15,-7 5 0-15,4-5 0 0,0-1 0 0,0-3 0 16,1-4 0-16,2 0 0 16,0-3 0-16,1 1 0 0,1-3 0 0,1-1 0 15,1 0 0-15,10 0 0 0,-17 2 0 16,17-2 0-16,0 0 0 0,-15-3 0 0,15 3 0 15,2-9-642-15,-2 9-183 0,11-17-89 16,3 7 82-16,12-8-861 0,2 1-1128 0</inkml:trace>
  <inkml:trace contextRef="#ctx0" brushRef="#br0" timeOffset="14897.08">8006 9087 4500 0,'-14'-2'-57'16,"14"2"81"-16,-13-8 58 0,5 4 51 0,8 4 48 15,-12-8 28-15,9 3 30 0,3 5 14 16,-6-16-2-16,6 8-5 0,2-1-12 16,4-1-13-16,3 0-21 0,3-4-20 0,4 2-18 15,2 5-16-15,3 0-19 0,-1 4-11 16,0 3-9-16,3 5-13 0,9 4-8 15,-5 6-5-15,-3 6 4 0,-3 3 18 16,-5 6 19-16,-7 1-56 0,-3 1-66 0,-6 0 0 16,-6 6 0-16,-5-1 0 0,-3 8 0 15,1-13 0-15,0-1 0 0,0-4 0 0,3-6 0 16,4-4 0-16,2-6 0 0,1-1 0 16,1-2 0-16,0-1 0 0,2-7 0 0,9 10 0 15,3-6 0-15,1-4 0 0,6-1 0 16,2-2 0-16,4-1 0 0,9-4 0 0,1 1 0 15,-1-3 0-15,0 0 0 0,-5 0 0 16,0-1 0-16,-9-1 0 0,-1 4 0 0,-4 1 0 16,-3 1 0-16,-3-2 0 15,3 0 0-15,-6 1 0 0,1-1 0 0,-3-3-425 16,-2 1-427-16,-4-2-87 0,-2-2 98 16,-1 1-905-16,-7-3-1178 0</inkml:trace>
  <inkml:trace contextRef="#ctx0" brushRef="#br0" timeOffset="15280.61">7801 8787 4705 0,'-41'7'-121'0,"-11"9"48"0,0 9 46 0,-1 6 46 0,-12 16 46 0,2 7 42 0,6 6 32 15,4 7 20-15,5 6 13 0,10 7 13 0,6 2 17 16,15-12 16-16,5 0 10 15,7 3 1-15,10-5-1 0,8 1-2 0,12-5 4 16,19 6 5-16,7-10-3 0,18-12-9 16,9-9-30-16,12-12-14 0,12-15-18 0,-12-8-84 15,28-13-77-15,-3-5 0 0,0-13 0 16,-11-4 0-16,-5-5 0 0,-10-4 0 16,-3-5 0-16,-13-7 0 0,-10 0 0 0,-12-6 0 15,-16 9 0-15,-11-4 0 0,-5-6 0 16,-13-5 0-16,-10 0 0 0,-9-5 0 0,-22-16 0 15,-6 3 0-15,-15 7 0 16,-7 12 0-16,-9 10 0 0,-8 14 0 0,-4 12 0 16,10 17 0-16,-3 8 0 0,-4 10 0 15,-16 7 0-15,7 9 0 0,21-1-355 0,6 6-141 16,13 0-118-16,3-4-231 0,19-8 12 16,8-6 93-16,9-6-725 0,6-7-914 0</inkml:trace>
  <inkml:trace contextRef="#ctx0" brushRef="#br0" timeOffset="15932.69">8662 7175 3896 0,'-13'-10'-76'0,"2"2"57"0,-1 0 52 0,1 0 50 16,-1 1 34-16,3 2 31 0,2 0 12 0,-1 1 3 15,0-1-21-15,8 5-17 16,0 0-10-16,0 0 0 0,-11 13 13 0,16 0 8 16,9 15 4-16,12 7 12 0,13 9 19 15,18 14 20-15,17 10 8 0,12-2-13 0,17 2-14 16,7 3-10-16,34 18-19 0,-2 1 19 16,-28-23 24-16,33 22-7 0,-36-25-3 0,-1 0 10 15,-1-6 2-15,-8-2-7 0,-10-2-30 16,-10-7-151-16,-13-3 0 0,-18-13 0 0,-10-2 0 15,-4-4 0-15,-11-6 0 0,-6-5 0 16,-6-2 0-16,1-4 0 0,-7-1 0 16,2-2 0-16,-1 1 0 0,0-2 0 15,-8-4 0-15,11 7 0 0,-11-7 0 0,9 4 0 16,-9-4 0-16,6 1 0 0,-6-1 0 16,8 4 0-16,-8-4 0 0,0 0 0 0,4 5 0 15,-6 2 0-15,-1 1-689 0,-6 5-301 16,-2 1 108-16,-2-1-1033 0,-1 1-1336 0</inkml:trace>
  <inkml:trace contextRef="#ctx0" brushRef="#br0" timeOffset="17248.25">10170 8919 4903 0,'-4'2'-189'0,"4"-2"71"16,0 0 63-16,-19 4 58 0,19-4 51 16,-11 2 38-16,11-2 25 0,0 0 19 0,-14 1 11 15,14-1-4-15,0 0 4 0,0 0-5 16,0 0 8-16,0 0 29 0,0 0 8 0,0 0 17 16,0 0 1-16,0 0-1 0,39-9-10 15,-21 5-1-15,5 0-8 0,2-4-4 0,6 3-9 16,-4-1-7-16,-7 0-16 15,-1 4-11-15,-3 0-13 0,-3 4-87 0,5 0-38 16,-5 8 0-16,-2 3 0 0,1 6 0 16,-9 3 0-16,1 2 0 0,0 12 0 0,-2 4 0 15,-2 1 0-15,-4 0 0 0,0 1 0 16,4-1 0-16,-2 3 0 0,2-5 0 0,0 2 0 16,0-10 0-16,0-4 0 0,2-2 0 15,-2-2 0-15,0-1 0 0,2-5 0 0,0-3 0 16,-2-1 0-16,0-5 0 0,0 3 0 15,2-2 0-15,0-4 0 0,-2 1 0 16,0-6 0-16,0 0 0 0,0 0-66 16,0 0-687-16,5-23-86 0,-2 5-42 0,1 1 75 15,-4-1-842-15,-2 1-1086 0</inkml:trace>
  <inkml:trace contextRef="#ctx0" brushRef="#br0" timeOffset="17396.48">10385 9348 4247 0,'-13'-9'-50'0,"0"1"108"0,0 3 77 15,2 0 75-15,2-1 83 0,9 6 63 16,-13-5 31-16,13 5 12 0,-8-3-7 0,8 3-15 15,-7-3-40-15,7 3-28 0,0 0-29 16,-6-7-24-16,6 7-51 0,0 0-205 0,21-14 0 16,-8 5 0-16,7 3 0 0,-2-5 0 15,11-2 0-15,1 1-83 0,3-5-369 0,5-6-150 16,2 0-199-16,-2-3-66 16,-9 3 105-16,-3 2-811 0,-2-1-1014 0</inkml:trace>
  <inkml:trace contextRef="#ctx0" brushRef="#br0" timeOffset="17697.14">10702 8899 4699 0,'-4'-10'135'0,"0"-1"46"0,4 2 26 0,0 1 42 15,4 0 18-15,-3-1 6 0,8 2-6 16,-2 1-14-16,2 1-16 0,3 1-18 16,1 2-7-16,-13 2 6 0,29 8 5 15,-13 3-9-15,-3 3 12 0,1 9-115 0,-3 7-111 16,-8-4 0-16,-1 3 0 0,-4 7 0 15,-3 1 0-15,-4 1 0 0,2-2 0 0,0-1 0 16,-1-9 0-16,5-6 0 0,-1-3 0 16,-1-2 0-16,5-1 0 0,-2-2 0 0,4-3 0 15,3-2 0-15,0-2 0 0,5-4 0 16,-10-1 0-16,26-3 0 0,-4-4 0 0,5-8 0 16,7-2 0-16,4-7 0 15,-1-5 0-15,1-5 0 0,1-5 0 0,-3 2 0 16,-2-1-602-16,-1-2-383 0,-7 3 81 15,-6 7 100-15,-5 0-861 0,-8 1-1102 0</inkml:trace>
  <inkml:trace contextRef="#ctx0" brushRef="#br0" timeOffset="18049.11">10446 8410 4713 0,'-62'14'-109'15,"-5"8"73"-15,-17 17 51 0,2 7 61 16,4 9 55-16,8 11 51 0,2 4 51 0,13 12 41 15,4 13 23-15,13 3 11 0,8 6 5 16,10 4-7-16,20 2-6 0,15-7-11 0,14-6-35 16,17-6-18-16,15-8-18 15,13-9-27-15,16-13-191 0,9-8 0 0,4-15 0 16,3-10 0-16,-2-15 0 0,-25-11 0 16,3-11 0-16,19-15 0 0,-3-10 0 0,-7-9 0 15,-8-10 0-15,-4-6 0 0,-7-9 0 16,-6-4 0-16,-12-5 0 0,-4-6 0 0,-10-1 0 15,-12-3 0-15,-10-2 0 0,-12 11 0 16,-10-2 0-16,-14-23 0 0,-10 2 0 0,-14 4 0 16,-10 12 0-16,-12 15 0 15,-14 14 0-15,-8 16 0 0,-7 16 0 0,5 19 0 16,-28 14 0-16,-1 9 0 0,1 13 0 16,11 7 0-16,2 9 0 0,12-1-163 0,6 2-557 15,13 0-231-15,20-9 73 0,4-5 97 16,8 0-817-16,11-1-1038 0</inkml:trace>
  <inkml:trace contextRef="#ctx0" brushRef="#br0" timeOffset="19196.16">7729 10011 4085 0,'6'-6'-217'0,"-1"-2"39"15,-1 0 34-15,3 1 33 0,-3 3 40 16,1-2 47-16,0 2 36 0,-3-2 30 0,-2 6 12 15,6-6 11-15,-6 6 1 16,3-6-1-16,-3 6 20 0,0 0 41 0,0 0 23 0,-21 22 20 16,-1 3 20-16,-8 16 13 0,-13 5 11 15,-10 19 8-15,-4 8 8 0,-6 6 1 0,-4 2 3 16,-2 5 5-16,1-1 5 16,0 1 9-16,3 3 5 0,-1 1-9 0,2-3-1 0,10-11-14 15,7-6-15-15,13-17-19 0,5-6-20 16,4-4-11-16,4-4-149 0,4-8-19 15,5-3 0-15,1-10 0 0,4-1 0 16,1-5 0-16,-2 0 0 0,4-3 0 0,-3-1 0 16,3 0 0-16,1-1 0 0,-1 0 0 15,-1-1 0-15,5-6 0 0,-5 9 0 16,5-9 0-16,-4 7 0 0,4-7 0 16,-4 7 0-16,4-7 0 0,-3 6 0 0,3-6 0 15,-6 3 0-15,6-3 0 0,0 0 0 16,-5 7 0-16,5-7-462 0,0 0-328 0,0 0-144 15,0 0 91-15,0 0-913 0,0 0-1186 0</inkml:trace>
  <inkml:trace contextRef="#ctx0" brushRef="#br0" timeOffset="22661.38">6311 11817 4952 0,'2'-10'-158'0,"0"3"35"0,-2 0 50 15,0 7 51-15,2-8 44 0,-2 8 30 0,0 0 14 16,-2-9-8-16,2 9 2 0,0 0 23 15,0 0 27-15,0 0 11 0,-13 18 9 16,6-3 5-16,0 4 12 0,3 3 2 16,-3 8 1-16,3 5 14 0,-2 0-4 15,4-6-6-15,2-3-13 0,0-1-4 0,5 0-16 16,-2-2-13-16,1 1-8 0,0-4-8 16,3-1-3-16,0-3-10 0,0-2 0 0,2-3-11 0,0-2-8 15,5 0-5-15,-3-5-3 16,0-2-7-16,3-3 2 0,-14 1-7 0,29-5-2 15,-12-4-9-15,0-3-3 0,0 0-4 16,2-9-1-16,2-4-1 0,-6-2 0 0,-3 6 0 16,-3 2-2-16,1-9-6 0,-2 7-1 15,-1 7 2-15,-3 2 4 0,-2 1-9 0,2 3 2 16,-3-1-8-16,-1 9 3 0,2-7 3 16,-2 7 11-16,0 0 6 0,0 0 8 0,0 0-1 15,-2 37 6-15,2-17 8 0,2 1-7 16,0 1-30-16,5 10-9 0,-4-4 0 15,3 2 0-15,1-4 0 0,-1-4 0 16,-1 0 0-16,2-4 0 0,-2-3 0 16,-1 0 0-16,0-3 0 0,-1 0 0 0,1-3 0 15,0-1 0-15,1 0-8 0,-4-4-182 16,-1-4-67-16,6 6-81 0,-6-6-89 0,0 0-75 16,0 0-82-16,15-12-125 15,-9 2-68-15,2-3 83 0,-1-3-566 0,6-11-721 0</inkml:trace>
  <inkml:trace contextRef="#ctx0" brushRef="#br0" timeOffset="23028.51">6873 11905 3274 0,'6'-16'-44'0,"-4"4"58"0,0 4 55 0,-2 1 50 15,2 0 31-15,-2 7 36 0,0-9 4 16,0 9-13-16,0 0 14 0,0 0 26 16,0 0 4-16,0 0 1 0,-6 23-3 0,6-10-3 15,-1 6 8-15,-2 2-20 0,6 3-20 16,-3-4-12-16,1 5-19 0,3-4-14 0,0 2-6 15,3-3-21-15,-1 0-5 0,-1-5-5 16,2-1-7-16,-2-3-9 0,4-3-10 0,-1-2-4 16,2-2-9-16,3-3-7 0,1-2-5 15,2-4-3-15,0-1-2 0,3-5-5 16,-2 0-6-16,-2-1-1 0,1-1-1 16,-7 2-7-16,1 4-3 0,-1 1-9 0,-1 1-5 15,-3 1 0-15,-5 4-1 0,0 0-2 16,10 12 2-16,-10-3 5 0,0 3-5 0,0-1 4 15,2 3-5-15,-2 0-3 0,0 5 6 16,2-1 2-16,0 0-11 0,0 0 3 0,0 0 2 16,0-1-42-16,-2-4-54 0,1 2-54 15,-1-3-60-15,2-1-69 0,-2-2-92 16,0 0-80-16,0-1-75 0,0-8-203 16,-2 9-44-16,2-9 84 0,0 0-547 15,0 0-693-15</inkml:trace>
  <inkml:trace contextRef="#ctx0" brushRef="#br0" timeOffset="23428.3">6586 11573 3212 0,'-40'4'-61'0,"-3"5"53"0,-10 6 56 16,-4 11 44-16,0 1 44 0,-14 24 47 0,1 7 33 15,1 10 22-15,3 11 10 16,5 7 2-16,7 6 0 0,8 6 20 0,12 1-21 0,14-2 17 15,13-22-11-15,14 1-12 16,17 13-14-16,13-11-30 0,13-3-20 0,11-11-9 16,11-4-16-16,1-12-19 0,15-8-10 15,0-11-13-15,-12-16-8 0,6-8-33 0,2-11-54 16,20-10-58-16,0-8-10 0,-2-8-49 16,-5-6-30-16,-7-4 0 0,-4-10 3 15,-6-7 2-15,-8-6 12 0,-11-5 10 0,-11-4 12 16,-8-3 10-16,-13-5 12 0,-12-7 3 15,-15 14 15-15,-14-22 1 0,-8 3 10 0,-16 3-1 16,-9 9 2-16,-5 7 4 0,-16 13 5 16,-1 11 2-16,-11 12 3 0,9 18 2 15,-3 8 0-15,-8 9 4 0,1 5-2 0,2 9-13 16,0 8-62-16,3-1-78 0,6 3-100 16,5 3-102-16,11-6-162 0,14-1-163 15,8-3 75-15,9-4-432 0,5-2-531 0</inkml:trace>
  <inkml:trace contextRef="#ctx0" brushRef="#br0" timeOffset="24028.36">7498 10328 3066 0,'-5'-18'12'0,"1"1"23"0,0 2 15 0,0 1 36 0,2-3 23 0,-2-1 33 16,4 5 21-16,0 3 5 0,0 1-8 15,2 0-19-15,2 4-18 0,-4 5 1 0,0 0 11 16,35 14 18-16,-11 10 30 0,17 15 15 15,9 23 6-15,9 10 8 0,2 5 8 0,13 3-5 16,5 7-6-16,11 2-6 0,24 23-20 16,-21-27-11-16,-1 1-21 0,24 23-12 0,-21-23 42 15,1-5 11-15,-3-3-11 16,-4-7-4-16,-3-8 0 0,-7-6-15 0,-13-8-10 16,-17-18-139-16,-10-2-13 0,-10-10 0 15,-4 1 0-15,-7-9 0 0,-4 0 0 0,-3-2 0 16,-2-4 0-16,0-1 0 0,-2 1 0 15,-1 1 0-15,-6-6 0 0,9 5 0 0,-9-5 0 16,8 4 0-16,-8-4 0 0,0 0 0 16,0 0 0-16,11-2 0 0,-11 2 0 15,0 0 0-15,0 0 0 0,0 0 0 16,0 0 0-16,6-7-467 0,-6 7-499 0,0 0 39 16,-21-9 105-16,11 7-882 0,-2 1-1137 15</inkml:trace>
  <inkml:trace contextRef="#ctx0" brushRef="#br0" timeOffset="26662.89">7144 12046 4329 0,'0'0'-141'0,"13"-6"57"16,-13 6 29-16,6-5 36 0,-6 5 35 0,0 0 36 15,6-3 25-15,-6 3 23 0,0 0 7 16,-4-10 1-16,4 10-6 0,0 0-3 0,-8-6-12 15,8 6 8-15,-5-6 7 0,-2 1 0 16,7 5 7-16,-5-6-3 0,1 0-5 16,1 2-7-16,-3-2-1 0,0-1-7 0,2 3 0 15,-2-4-7-15,1 2-8 0,-1-1 3 16,-1 0-12-16,0-2-3 0,0 3-6 16,1-1-5-16,-1 0-6 0,1 0-5 15,-4 0-4-15,5 2-5 0,-3-2-2 0,-1 2-2 16,1 1 3-16,0 0-7 0,-3 0-3 15,-1-1-3-15,1 3-4 0,-3-1 5 0,1-1-2 16,2 3-4-16,-3-1 2 0,2 0-3 16,-2 2-4-16,1-2 4 0,13 2-1 0,-29 2 1 15,13 2 0-15,2-1 15 0,-4 2-3 16,3 1 5-16,-4 3 10 0,-6 7 28 16,3 1 1-16,2-1 10 0,7-1 10 0,-6 7 2 15,6-1-1-15,1-3-2 0,7 2-8 16,-5 1 8-16,9-4 0 0,-1 0-5 15,5 3-7-15,-1-3 1 0,7 2-3 0,-1 0-2 16,4-3 4-16,8 4 0 0,1-6-8 16,-3-4 4-16,11 2-12 0,-5-4-6 15,-3-6-41-15,-2 0-8 0,3-2 0 0,0 0 0 16,3-4 0-16,0-1 0 0,-2 0 0 16,-1-2 0-16,1-1 0 0,-4 2 0 0,0-6 0 15,-2 2 0-15,-4-3 0 16,3-1 0-16,-7-1 0 0,0-3 0 0,0 0 0 0,-4 2 0 15,-1 3 0-15,2-3 0 16,-5 5 0-16,1 0 0 0,2 0 0 0,-2 3 0 16,-2 0 0-16,3 1 0 0,-2-3 0 15,-1 4 0-15,0 6 0 0,0-8 0 0,0 8 0 16,0-11 0-16,2 7 0 0,-2 4 0 16,0-8 0-16,0 8 0 0,0 0 0 0,2-6 0 15,-2 6 0-15,0 0 0 0,0 0 0 16,0 0 0-16,9 26 0 0,-7-11 0 0,2 2 0 15,1 5 0-15,0 2 0 0,1 8 0 16,-1 1 0-16,4 1 0 0,-3 0 0 0,4 0 0 16,-3-3 0-16,3 2 0 15,0-1 0-15,-3-3 0 0,3-6 0 0,-3-6 0 16,-1-1 0-16,-2-1 0 0,2-3 0 16,-3 0 0-16,1-3 0 0,-2 1 0 0,2-3 0 15,-3 1 0-15,-1-2 0 0,5-1 0 16,-5-5 0-16,2 8 0 0,0-2 0 15,-2-6 0-15,2 6 0 0,-2-6 0 0,0 8 0 16,0-8 0-16,0 0 0 0,-4 7 0 16,4-7 0-16,-12 4 0 0,1 0 0 0,-7 0 0 15,-4-2 0-15,-5 4 0 0,-7 0 0 16,-3 1 0-16,1 1 0 0,2-4 0 0,5 2 0 16,8-2 0-16,3-1 0 0,2 0 0 15,3-1 0-15,-1 0 0 0,5-1 0 0,0 1 0 16,9-2 0-16,-16 2 0 15,16-2 0-15,-11 2 0 0,11-2 0 0,-9 0 0 16,9 0 0-16,0 0 0 0,0 0 0 16,-16 3 0-16,16-3 0 0,0 0 0 0,0 0 0 15,0 0 0-15,0 0 0 0,-11 0 0 16,11 0 0-16,0 0 0 0,0 0 0 0,0 0 0 16,0 0-507-16,0 0-522 0,13-16 100 15,-13 16-1018-15,-2-10-1368 0</inkml:trace>
  <inkml:trace contextRef="#ctx0" brushRef="#br0" timeOffset="28327.3">9053 12186 4833 0,'4'-5'-280'16,"-4"5"65"-16,8-5 44 0,-8 5 42 15,6-7 42-15,-6 7 47 0,3-4 36 16,-3 4 32-16,0 0 24 0,4-5 10 0,-4 5 6 15,0 0 14-15,2-7 9 0,-2 7 5 16,0 0 9-16,0 0 5 0,4-5 4 0,-4 5 3 16,0 0 7-16,0 0-11 0,0 0 3 15,0 0-4-15,0 0 3 0,0 0-9 16,0 0-7-16,0 0-1 0,0 0-6 16,0 0-1-16,0 0 0 0,0-10-6 0,0 10 4 0,0 0-9 15,0 0-6-15,0 0 0 16,0 0-2-16,0 0-3 0,0 0 15 0,0 0 21 15,0 0 7-15,0 0-2 0,0 0 4 16,0 0-7-16,0 0-11 0,0 0-8 0,-10-7-7 16,10 7-12-16,0 0-7 15,-9-8-7-15,9 8-5 0,-12-2-7 0,12 2-4 16,-15 0-3-16,15 0-7 0,-26 2-3 0,8 4 3 16,0 1-6-16,-4 4-6 0,-8 4 2 15,3 0-5-15,2 2-1 0,0 3 1 0,5-1 4 16,2-2-2-16,7-3-1 15,4 1 4-15,-2-1 6 0,6 1 0 0,1-1 4 16,2-1 1-16,5 3 7 0,8-1-27 16,3 7-10-16,7-1 0 0,4-2 0 0,2-1 0 15,1-4 0-15,4 3 0 0,-3-2 0 16,3 1 0-16,-2-3 0 0,1 1 0 0,-5 1 0 16,1-3 0-16,-8 0 0 0,-4-2 0 15,-1-1 0-15,-5-3 0 0,-6 0 0 0,4 4 0 16,-8-3 0-16,1-1 0 0,-2 3 0 15,0-9 0-15,-9 18 0 0,-1-9 0 16,-5 3 0-16,-3-3 0 0,-3 1 0 16,1 0 0-16,-9 1 0 0,4-5 0 0,2 0 0 15,5-3 0-15,-2 0 0 0,1-1 0 16,6 0 0-16,-3 0 0 0,3-1 0 0,0-1 0 16,1 0 0-16,-1 0 0 0,1 0 0 15,12 0 0-15,-16 2 0 0,16-2 0 0,-12 0-187 16,12 0-814-16,0 0 41 0,-6-5 103 15,6 5-907-15,0 0-1194 0</inkml:trace>
  <inkml:trace contextRef="#ctx0" brushRef="#br0" timeOffset="28761.39">9341 12355 4434 0,'12'-18'-199'0,"-1"3"59"0,1 1 46 15,-1-1 47-15,3 4 47 0,-3 1 37 16,0 0 24-16,-1-1 11 0,-1 5-7 16,0 0-7-16,0 2 2 0,-9 4 23 0,13 0 19 15,-13 0 3-15,0 0 7 0,7 16 5 16,-7-5 13-16,-2 0-1 0,-2 5 4 0,-3 3-7 16,-2 1 10-16,2-1-3 15,-2 0-13-15,5 0-8 0,-3-4-7 0,5 1-2 16,0-3-12-16,2 1-6 0,2 0 0 15,0 1-6-15,5-1 4 0,5 1-19 0,1 2-2 16,2-5 10-16,6 8 0 0,-4-6 2 16,6 2 6-16,0 1 16 0,-5-1 5 15,-2-3 21-15,-2 3 6 0,-3-3 3 0,0 5-1 16,0-3 12-16,-8 1-1 16,1-1 6-16,-2 2 6 0,-4-1-153 0,-2-1 0 0,-3 5 0 15,-3-3 0-15,-3 0 0 16,-7 3 0-16,-3-2 0 0,-1-1 0 0,-1-2 0 0,-5-3 0 15,5-4 0-15,2-2 0 16,-2-3 0-16,6-3 0 0,-2-2 0 0,-2-3 0 16,5-3 0-16,-2-1-137 0,7 1-512 15,-1-4-193-15,5 0-78 0,4 1 102 0,-4 1-823 16,6 1-1079-16</inkml:trace>
  <inkml:trace contextRef="#ctx0" brushRef="#br0" timeOffset="29411.08">9179 11900 4103 0,'-19'-6'-285'0,"-2"5"53"0,0-1 50 16,1 4 43-16,-5 1 46 0,-11 2 43 16,-5 5 41-16,-6 8 44 0,-3 4 30 15,-4 7 43-15,5 5 32 0,-2 3 17 0,-12 17 25 16,0 4 16-16,8 4 18 0,3 6-4 16,8-2 13-16,12-9 1 0,7 3 0 0,9 3-10 15,0 1-4-15,12 2-2 0,8 1-9 16,12 3 1-16,9 13-8 0,12-8-12 0,10-5-12 15,14-8-6-15,12-5-19 0,7-5-9 16,9-11-15-16,10-9-10 0,8-6-10 0,4-11-9 16,1-9-9-16,-20-8-9 15,22-9-7-15,1-7-5 0,-9-13-4 0,-3-7-10 16,-7-7-2-16,-9-7-6 16,-5-5-2-16,-9-3-6 0,-11-5 2 0,-8-2 7 0,-11-8-33 15,-7-3-8-15,-11-6 0 0,-14 10 0 16,-8-5 0-16,-13-20 0 0,-10-2 0 15,-14 1 0-15,-11 1 0 0,-12 6 0 0,-10 9 0 16,-11 14 0-16,-12 12 0 0,-9 16 0 16,-11 21 0-16,-8 17 0 0,-4 16 0 15,0 9 0-15,0 16 0 0,8 8 0 16,10 2 0-16,11 8-213 0,16 3-77 0,5-4-121 16,16 1-132-16,17-11-178 0,9-4-138 15,3-1 89-15,12-10-721 0,-1 0-938 0</inkml:trace>
  <inkml:trace contextRef="#ctx0" brushRef="#br0" timeOffset="37792.41">6464 13150 716 0,'0'0'246'0,"0"0"-79"15,0 0-52-15,0 0-28 0,0 0 2 16,0 0-1-16,0 0 2 0,0 0-4 0,0 0 3 15,0 0 1-15,7-3-3 0,-7 3-9 16,0 0-4-16,0 0 0 0,0 0-2 0,0 0-2 16,0 0-5-16,0 0-3 0,0 0-5 15,0 0 5-15,0 0 9 0,0 0 9 0,0 0 10 16,0 0 9-16,-21 19 2 0,13-9 22 16,-1 3 14-16,-8 9 6 0,-4 7 4 15,-4 7 15-15,-5 4 1 0,-1 8 7 16,-5 2-1-16,-10 12 2 0,-3 1 5 0,-3 0 0 15,3-1-13-15,-3 2 19 0,5-4-26 16,7-11-14-16,1 1 3 0,3-2 5 16,0-2-14-16,4-3-10 0,1-3-8 0,5-3 4 15,1-2-12-15,3-6-10 0,4-4 0 16,0 1-8-16,2-1 14 0,-2-4 1 0,5-2-6 16,1-3 4-16,1 0-6 0,2-3-3 15,0-3-12-15,0 1-5 0,4-1-10 0,-3-3-2 16,2 0-5-16,0-1-4 0,4 1-7 15,-3-2-4-15,1-1-4 0,4-4-6 16,-5 8 0-16,5-8-5 0,-4 6-5 16,4-6-2-16,-5 5-8 0,5-5 3 0,0 0-1 15,-5 5-21-15,5-5-47 0,0 0-55 16,0 0-63-16,0 0-80 0,0 0-86 16,0 0-114-16,0 0-122 0,0 0-222 0,0 0-9 15,2-23 85-15,0 17-560 0,-1-3-734 16</inkml:trace>
  <inkml:trace contextRef="#ctx0" brushRef="#br0" timeOffset="39442.87">5524 14343 3451 0,'-13'12'-71'0,"1"-2"12"0,3-1 14 16,0-3 21-16,2 0 48 0,4-1 58 15,3-5 51-15,-10 7 29 0,10-7 12 0,-9 5-7 16,9-5-14-16,0 0-13 0,0 0-16 16,0 0-10-16,0 0-14 0,13-31-8 0,-2 14-10 15,10-9-8-15,2-2-10 0,-4-1-5 16,6-8-8-16,-4-3-8 0,0-1-9 15,-6 5-4-15,-3 2-6 0,-3 0-3 16,-5 6-4-16,-4 7-6 0,0 4-1 16,0 4-2-16,-2 2-5 0,-3 5 4 0,-4 4-5 15,9 2 3-15,-25 14 0 0,3 4 5 16,6-1-3-16,5-2 2 0,0 3 1 0,8-2 3 16,0-2 8-16,9-2 13 0,5 1 14 15,7-1-1-15,14-4-5 0,8-2-1 16,3-6-6-16,18-8-1 0,-1-6-5 0,2-3 0 15,-6-8-3-15,1-4 2 0,-7-4-4 16,-7-1-5-16,-5-4 0 0,-6 1 3 16,-10-3-5-16,-8 8-2 0,-9-2 1 15,-3-3-5-15,-6 1-3 0,-9 1-2 0,-8-6 1 16,-6 6-4-16,-7 3 2 0,0 6-1 16,-1 9-17-16,4 3-30 0,1 9-40 0,4 7-59 15,-9 8-93-15,5 5-127 0,-1 4-205 16,7 2-155-16,5 1 86 0,8-3-420 15,4-2-527-15</inkml:trace>
  <inkml:trace contextRef="#ctx0" brushRef="#br0" timeOffset="40108.21">9338 13282 3040 0,'-14'10'0'0,"-9"9"47"0,-10 11 34 0,-3 6 53 0,-5 8 43 0,-4 3 34 0,-7 14 30 0,-4 2 16 0,-3 3 7 15,9-2-9-15,1 7 6 0,0-3 10 0,2-4-3 16,13-14-20-16,0 1-2 0,5-3-16 16,3-2-21-16,3-5-15 0,4-8-15 0,1-4-16 15,2 0-12-15,2-3-18 16,3-5-11-16,2-4-14 0,0-4-10 0,2 0-7 0,1-4-8 16,1 2-7-16,-1-4-5 15,0 0-9-15,0-1-5 0,1-2-4 0,-1-2-11 0,6-2-33 16,0 0-53-16,0 0-82 15,0 0-93-15,-19-6-102 0,19 6-143 0,-6-8-150 16,6 8-283-16,0-7 78 0,0 7 92 16,0 0-600-16,0 0-783 0</inkml:trace>
  <inkml:trace contextRef="#ctx0" brushRef="#br0" timeOffset="41691.55">8364 15147 3412 0,'0'0'-135'0,"0"0"41"15,0 0 29-15,0 0 35 0,0 0 43 16,0 0 39-16,0 0 37 0,0 0 27 0,0 0 27 16,0 0 7-16,0 0 13 0,0 0 11 15,0 0 8-15,0 0 6 0,0 0 2 16,0 0-5-16,0 0-4 0,0 0-7 0,0 0-4 15,0 0-1-15,0 0-5 0,0 0-1 16,0 0 5-16,0 0 9 0,0 0-6 0,0 0 0 16,0 0-2-16,0 0-7 0,0 0-17 15,0 0-15-15,0 0-12 0,-23-9-14 0,23 9-6 16,-27 3-16-16,10 1-2 16,-6 2-15-16,-14 4-4 0,5 1-1 0,-2 5-14 15,2-3-4-15,-1 5-1 0,5 1-7 16,-3 0 5-16,6 0-11 0,9-4-3 15,2-1 5-15,1 0-7 0,5-4-1 0,0 2 2 16,4 1-1-16,4-4 8 0,2 3 10 16,7 2-14-16,3-1-27 0,12 5 0 0,2 3 0 15,5-4 0-15,9 5 0 16,-1 0 0-16,-6-5 0 0,-5 0 0 0,-1 1 0 0,-2-2 0 16,-6-2 0-16,-6 0 0 15,-2-4 0-15,-2 5 0 0,-6-4 0 0,1 1 0 16,-6 2 0-16,2-3 0 0,-3 4 0 15,-6-1 0-15,0-2 0 0,-4 1 0 16,-3 0 0-16,2-2 0 0,-4 1 0 0,1-3 0 16,-4-1 0-16,4-3 0 0,-2-1 0 15,2-1 0-15,-3-3 0 0,5 2 0 0,3-2 0 16,12 0 0-16,-29-2 0 0,20 2 0 16,9 0 0-16,-20-2 0 0,12 2 0 0,8 0 0 15,-8-4 0-15,8 4-367 16,0 0-478-16,14-11-124 0,1 4 98 0,16-6-877 15,-1 1-1179-15</inkml:trace>
  <inkml:trace contextRef="#ctx0" brushRef="#br0" timeOffset="42057.73">8617 15363 4734 0,'-12'-9'-112'0,"1"3"50"16,-2 4 58-16,-1 0 48 0,-1 2 54 0,0 4 36 0,-2 2 26 15,-4 0 18-15,-6 9-8 0,2 1 8 16,9-1 11-16,-6 4 1 0,9 0 9 0,1-4-9 16,9-1-2-16,-1-3 0 0,4 4-9 15,5-2 12-15,8-1-10 16,-1 2-15-16,8-4-17 0,10 3-10 0,6-9-15 16,0 1-12-16,6-5-14 0,2-3-4 15,2-2-10-15,-8-2-72 0,-2-1-12 0,-5-1 0 16,-6 1 0-16,-7-1 0 0,-2-1 0 15,-5-1 0-15,-4-1 0 0,-3-1 0 0,-4-3 0 16,-2-2 0-16,-7-3 0 0,-4-4 0 16,-8-1 0-16,1 1 0 0,-2 6 0 15,-1-1 0-15,0 5 0 0,2 2 0 0,2 8 0 16,-2 3 0-16,0 2 0 0,-3 4 0 16,-7 6-36-16,1 4-402 0,3 1-126 0,8-1-160 15,4-4-186-15,5-1 85 16,2-1-771-16,7-2-1038 0</inkml:trace>
  <inkml:trace contextRef="#ctx0" brushRef="#br0" timeOffset="42491.47">8226 14909 4537 0,'-41'-4'-124'0,"-4"8"29"16,-10 6 40-16,1 9 49 0,-4 5 76 16,5 8 45-16,-8 18 34 0,3 8 15 0,10 10 17 15,10 10 12-15,6 3 17 0,16-12-1 16,7-1 11-16,9 0 9 0,12-1 4 16,19 11-14-16,8-4-13 0,11-11-8 0,13-7-11 15,13-11-14-15,8-6-15 0,9-8-15 16,4-10-15-16,7-9-14 0,-16-10-7 0,0-6-9 15,19-6-12-15,-12-12-14 0,-3-6-13 16,-12-3-46-16,-21 0-13 0,-3-3 0 16,-5-4 0-16,-11-4 0 0,-7-6 0 15,-9-7 0-15,-7-4 0 0,-8-2 0 0,-9-4 0 16,-9-3 0-16,-14-16 0 0,-7-3 0 16,-5 2 0-16,-10 7 0 0,-1 9 0 15,-8 13 0-15,9 18 0 0,-5 6 0 0,1 11 0 16,-10 9 0-16,9 6 0 0,0 10-136 15,-9 6-65-15,5 2-53 0,6 9-67 0,3 7-93 16,2-2-133-16,14-6-215 0,6 1-72 16,8-9 99-16,8-4-621 0,3 1-811 0</inkml:trace>
  <inkml:trace contextRef="#ctx0" brushRef="#br0" timeOffset="43274.72">9240 13450 3510 0,'-8'-24'-107'0,"1"-1"61"0,2 5 42 0,-4-1 31 16,4 2 33-16,-1-1 30 0,2-1 36 16,-1 8 26-16,1-1 13 0,2 2-13 15,-1 5-14-15,3 0-18 0,0 7-10 16,0 0 38-16,0 0 22 0,47 38 15 15,-8 2 18-15,19 19 5 0,5 7-2 0,3 6 13 16,13 3 4-16,7 3-6 0,3 4 6 16,6 1-14-16,29 18-17 0,-21-26-17 0,-2-3-20 15,-4-2-12-15,-2-3-9 0,-1-3 38 16,-5-2 9-16,-3-6-11 0,-7-5-17 0,-9-9-141 16,-20-13-12-16,-9-3 0 0,-6-6 0 15,-9-6 0-15,-6-2 0 0,-5 0 0 0,-2-7 0 16,-1 1 0-16,-5-2 0 15,2 1 0-15,0-2 0 0,-9-3 0 0,12 6 0 16,-12-6 0-16,11 0 0 0,-11 0 0 16,0 0 0-16,0 0 0 0,14-2 0 0,-14 2 0 15,0 0 0-15,0 0-626 0,0 0-251 16,0 0-59-16,0 0 109 0,0 0-848 16,-25 15-1111-16</inkml:trace>
  <inkml:trace contextRef="#ctx0" brushRef="#br0" timeOffset="43691.35">11026 14689 4847 0,'-10'-10'-40'0,"3"0"27"0,-1 3 29 15,-2 2 41-15,1-1 40 0,-1 2 29 0,-1 0 18 16,0 4 5-16,11 0 16 0,-34 4 12 15,9 2 13-15,-8 6 4 0,-4 6 1 0,-2 4-5 16,-3 3-10-16,4 2-17 0,13-5-13 16,2-1-12-16,4 0-10 0,8-3-2 0,3-2-9 15,7-1-4-15,2 2 5 0,7 0-4 16,9 7-7-16,4-2-11 0,5 0-8 16,1 0-29-16,4-1-59 0,7 4 0 15,-12-7 0-15,3 1 0 0,-4-2 0 0,-2 1 0 16,-6-4 0-16,-3 1 0 0,-3-2 0 15,-6 1 0-15,1-2 0 0,-8 0 0 16,-2 3 0-16,-1 1 0 0,-6-1 0 0,-3 1 0 16,-1-5 0-16,-10 8 0 0,0-5 0 15,4-1 0-15,0-5 0 0,-2-2 0 0,2 1 0 16,-2-2 0-16,6-2 0 0,0-3 0 16,0 0 0-16,1-4 0 0,0 0 0 0,6-1 0 15,-1 1 0-15,1-2-769 16,7 0-234-16,-2-2 91 0,3 1 105 0,2 7-791 15,7-17-1040-15</inkml:trace>
  <inkml:trace contextRef="#ctx0" brushRef="#br0" timeOffset="44090.35">11020 14928 4662 0,'7'-16'61'0,"-1"4"77"16,0 2 70-16,-2 0 81 0,-2 0 34 15,0 4 26-15,2 0-4 0,-4 6-14 0,1-9-26 16,-1 9-30-16,0 0-23 0,0 0-25 15,0 0-5-15,0 0-18 0,0 0-204 16,0 0 0-16,0 0 0 0,0 23 0 0,0-23 0 16,0 18 0-16,2-11 0 0,0 1 0 15,2 3 0-15,-1-5 0 0,2 0 0 16,-5-6 0-16,13 5 0 0,-4-5 0 16,-9 0 0-16,29-9 0 0,-10 1 0 0,3-3 0 0,-6-1 0 15,2 1 0-15,-2-1 0 16,-4 4 0-16,-1 4 0 0,-1-3 0 0,-4 3 0 15,0 2 0-15,-6 2 0 0,0 0 0 16,14 17 0-16,-10-1 0 0,1 6 0 16,-1 0 0-16,-3 4 0 0,1 0 0 15,2 8 0-15,1-1 0 0,1-1 0 0,1-1 0 16,4-6 0-16,-6-5 0 0,2-1 0 16,-3-4 0-16,5-1 0 0,-4-2 0 0,1-2 0 0,-3-1 0 15,1-3 0-15,1 1 0 0,0-1 0 16,1-3 0-16,-6-3 0 0,0 0 0 15,0 0-959-15,0 0-30 0,0 0 111 16,0 0-947-16,0-24-1251 0</inkml:trace>
  <inkml:trace contextRef="#ctx0" brushRef="#br0" timeOffset="44458.47">10723 14367 5268 0,'-54'0'-51'0,"-11"10"55"0,1 7 46 0,-16 16 40 0,5 10 53 16,5 8 63-16,7 11 28 0,8 6 23 15,7 15-5-15,12 6 8 0,13 6 10 0,15 0-1 16,18 7 5-16,13-4 4 0,17 0 0 16,17-7-169-16,14-9-109 0,10-5 0 0,12-9 0 15,5-8 0-15,5-8 0 0,2-10 0 16,-6-9 0-16,-4-13 0 0,-19-11 0 0,1-11 0 15,-2-8 0-15,18-16 0 0,-6-8 0 16,-7-10 0-16,-1-12 0 0,-13-10 0 16,-7-8 0-16,-5-10 0 0,-11-11 0 15,-7-7 0-15,-7-9 0 0,-12-3 0 0,-13-8 0 16,-8-4 0-16,-15 4 0 0,-11 8 0 16,-17 13 0-16,-11 12 0 0,-17 14 0 0,-12 14 0 15,-14 19 0-15,-14 16 0 0,-3 14 0 16,-8 12 0-16,-3 17 0 0,-2 11 0 0,2 9-574 15,6 10-452-15,6 0 107 0,6 2 100 16,3-1-832-16,13-1-1087 0</inkml:trace>
  <inkml:trace contextRef="#ctx0" brushRef="#br0" timeOffset="49956.26">11232 1883 1484 0,'1'-9'374'0,"-1"9"-29"16,0 0-27-16,0-12-6 0,0 12-3 0,2-9-5 15,-2 9-13-15,2-8-10 0,-2 8 8 16,0 0-4-16,2-10-1 0,-2 10-22 16,0 0-16-16,0 0-31 0,2-6-29 0,-2 6-10 15,0 0 3-15,0 0-8 0,0 0-2 16,0 35-10-16,-2-16 3 0,0 4-13 0,0 3 9 15,0 10 2-15,-1-2-1 0,-1 4-10 16,2-3-14-16,0-8-12 0,1-3-5 0,-1-2-14 16,0-3-8-16,-1-2-57 0,3-3-39 15,-2-2 0-15,2-4 0 16,0 4 0-16,0-7 0 0,0 4 0 0,-2-2 0 16,2-2 0-16,0-5 0 0,0 0 0 15,0 0 0-15,0 0 0 0,0 0-372 0,0 0-96 16,-9-17-123-16,7 5-188 0,0-2-100 15,2 0 87-15,-1-1-674 0,1 1-914 0</inkml:trace>
  <inkml:trace contextRef="#ctx0" brushRef="#br0" timeOffset="50222.27">11066 1839 4069 0,'-15'-1'36'0,"2"-2"36"0,13 3 43 0,-20-2 42 16,20 2 44-16,-11 0 39 0,11 0 18 16,0 0-3-16,-12-4-7 0,12 4-6 15,0 0-21-15,0 0-5 0,0 0-14 0,27-11-16 16,5 2-22-16,6-4-24 16,18 2-9-16,-3-3-17 0,4-1-44 0,-1 1-51 0,-5 2-48 15,-11 1-64-15,-4-1-40 0,-9 6-32 16,-7 0-30-16,-4 3-31 0,-5-1-33 15,-2 4-38-15,-9 0-41 0,0 0-55 16,1 9-97-16,-1-9-151 0,-19 17-61 16,-2 3 82-16,-3 2-324 0,-10 7-423 0</inkml:trace>
  <inkml:trace contextRef="#ctx0" brushRef="#br0" timeOffset="50505.87">10959 2360 2921 0,'-15'9'205'0,"5"-1"33"0,-1 0 17 16,4-1 33-16,-2-2 42 0,6-1 17 0,3-4 4 15,-10 5-11-15,10-5-14 0,0 0-9 16,-7 6-9-16,7-6 1 0,0 0 8 16,0 0-20-16,27 7-21 0,-11-7-37 15,8 0-19-15,2-3-23 0,10-1-87 0,-7 1-110 16,0 0 0-16,-11-1 0 0,2 3 0 15,-5 1 0-15,-2-2 0 0,-2 0 0 0,-1 0 0 16,0 2 0-16,-10 0-139 0,13-1-141 16,-13 1-70-16,0 0-81 0,15 0-101 15,-15 0-120-15,0 0-196 0,0 0 68 16,0 0-641-16,0 0-873 0</inkml:trace>
  <inkml:trace contextRef="#ctx0" brushRef="#br0" timeOffset="50957.22">11548 2139 3757 0,'1'-8'90'16,"-1"3"85"-16,0 5 45 0,5-7 13 16,-5 7 19-16,0 0 0 0,0 0-2 0,2-9-26 15,-2 9-19-15,0 0 63 0,0 0-16 16,7 25-17-16,-5-13-24 0,0 1-22 15,2 3-19-15,-2-1-16 0,-1-1-15 16,-1 3-13-16,2-2-10 0,-2-1-12 0,2-2-9 16,-2 1-8-16,2-5-6 0,-2-2 15 15,0-6 20-15,5 12-22 0,-5-12-94 16,0 7 0-16,0-7 0 0,0 0 0 0,0 0 0 16,11-36 0-16,-4 16 0 0,5-7 0 15,1-1 0-15,-4 6 0 0,1 5 0 0,1-1 0 16,-1 7 0-16,-2 2 0 0,1 2 0 15,2 3 0-15,1 4 0 0,-12 0 0 0,24 9 0 16,-12 2 0-16,3 4 0 0,3 7 0 16,-1 0 0-16,-4 2 0 0,-2-3 0 15,-1-6 0-15,2 3 0 0,-7-5 0 16,2 1 0-16,-2-3 0 0,1-2 0 16,-3 0 0-16,1-1 0 0,0-3 0 0,-2 3 0 15,-1-4 0-15,-1-4 0 0,6 8 0 16,-6-8-155-16,0 0-455 0,0 0-141 0,0 0-190 15,0 0 79-15,5-22-795 16,-2 15-1094-16</inkml:trace>
  <inkml:trace contextRef="#ctx0" brushRef="#br0" timeOffset="51209.02">12223 2130 4215 0,'0'0'-69'0,"0"0"110"0,-18-2 63 0,18 2 44 0,0 0 48 16,-11-2 50-16,11 2 7 0,0 0 20 15,0 0 0-15,0 0-3 0,-10-3-18 16,10 3-23-16,0 0-22 0,0 0-20 0,0 0-17 16,0 0-16-16,0 0-44 0,29-7-89 15,-15 3-127-15,0 2-126 0,4 1-147 0,0-2-168 16,7 1-236-16,-2-4-26 15,2 3 94-15,-3 2-547 0,-6-4-721 0</inkml:trace>
  <inkml:trace contextRef="#ctx0" brushRef="#br0" timeOffset="51595.13">12705 1961 3359 0,'-10'-5'67'0,"-1"0"65"0,5 1 32 16,6 4 3-16,-10-5 14 0,10 5 0 16,0 0-18-16,0 0 19 0,0 0 18 15,-16 17-6-15,10-5-12 0,0 5 3 16,4 0-5-16,-4 1-1 0,6 1-19 16,0-1 18-16,4 5-5 0,1 0-4 0,2-5-6 15,2 1-7-15,2-2-3 0,5-3-2 16,1-2-21-16,2-3-9 0,4-3-12 0,-5-4-13 15,2 0-6-15,1-4-5 0,-2-2-14 16,-2 0-3-16,0-2-3 0,-1-1-7 0,-5-1-3 16,1-2 2-16,-3-1-9 0,-4-3-7 15,-3-1 1-15,0 1-9 0,-4-4-30 16,-1-1-3-16,-5-2 0 0,-1 3 0 16,2-2 0-16,0 7 0 0,0 0 0 0,-4 1-36 15,0 4-112-15,0 3-63 0,-1 3-64 16,-1 2-69-16,2 3-107 0,-4 4-148 15,5 0-287-15,1-1 74 0,4 0 92 0,5-6-542 16,7 11-721-16</inkml:trace>
  <inkml:trace contextRef="#ctx0" brushRef="#br0" timeOffset="52022.21">13154 2218 3803 0,'0'0'171'0,"-15"2"53"0,15-2 59 15,0 0 54-15,-14 2 13 0,14-2-14 16,0 0-28-16,0 0-32 0,0 0-25 16,0 0-29-16,0 0-22 0,0 0-21 0,0 0-16 15,0 0-18-15,0 0-14 0,0 0-11 16,0 0-11-16,7-19-9 0,-7 19-14 0,7-12-3 16,-5 5-11-16,0-3-6 0,-2 0-11 15,-2-1-6-15,0-4-4 0,-5 0-18 16,2-2-27-16,0 3 0 0,-1-1 0 0,-1 1 0 15,1 7 0-15,-2-3 0 0,4 0 0 16,1 3 0-16,-1-1 0 0,0 4 0 16,4 4 0-16,-2-10 0 0,2 10 0 15,0-8 0-15,0 8 0 0,6-7 0 0,3 3 0 16,5 0 0-16,3 0 0 0,0 0 0 16,0 4 0-16,0-3 0 0,-4 6 0 15,3-3 0-15,-3 6 0 0,3 0 0 0,-3 3 0 16,-1 1 0-16,1 2 0 0,-1 3 0 15,-3 3 0-15,-2 1 0 0,2-1 0 0,-2 3 0 16,0-1 0-16,-3-5 0 0,3 2 0 16,-3-2 0-16,1-4 0 0,-2-1 0 0,-1 0-246 15,2 0-118-15,1-1-90 0,-1-1-111 16,4-2-182-16,-8-6-115 0,13 1 99 16,-13-1-662-16,19-8-876 0</inkml:trace>
  <inkml:trace contextRef="#ctx0" brushRef="#br0" timeOffset="52442.18">13902 1438 3999 0,'-8'-14'81'0,"3"3"68"0,0 3 43 16,1 0 14-16,4 8-4 0,-3-7-20 0,3 7 29 16,0 0 18-16,-13 19 9 0,2 2 5 15,2 14 9-15,-4 12-7 0,-1 1 0 16,2 2-7-16,-2 1-23 0,4-3-15 15,3-9-16-15,3 0-15 0,-4-3-17 16,4 0-8-16,2-7-7 0,2-7-59 0,0-4-78 16,0 3 0-16,0-4 0 0,0-3 0 15,0-2 0-15,0 1 0 0,0-5 0 0,2-2 0 16,-2-6 0-16,2 12 0 0,-2-12 0 16,0 0 0-16,0 0 0 0,0 0 0 15,0 0 0-15,0 0 0 0,0 0 0 0,-15-30 0 16,5 19 0-16,1 3 0 0,-6 2 0 15,0 3 0-15,-7 3 0 0,-4 3 0 0,-9 3 0 16,3 4 0-16,1 3 0 16,7 1 0-16,0 7 0 0,4-1 0 0,7-3 0 15,3 0 0-15,4 1 0 0,1-2 0 16,3-3 0-16,4-1 0 0,3 2 0 16,6-2 0-16,3 0 0 0,10-4 0 0,6 3 0 15,8-4-141-15,0-2-396 0,2-7-199 16,0-3-213-16,0 2 84 0,-1-3 91 0,-3-1-651 15,-9 1-875-15</inkml:trace>
  <inkml:trace contextRef="#ctx0" brushRef="#br0" timeOffset="53056.5">14065 2139 4305 0,'-11'0'184'0,"11"0"37"0,0 0 32 0,-16-1 21 0,16 1-3 0,0 0-16 16,0 0-24-16,0 0-18 0,0 0-20 0,0 0-14 16,0 0-13-16,23-12-19 0,-11 7-5 15,-1 0-14-15,2-1-6 0,-1 0 9 0,-1 0-1 16,-1 2 4-16,-2-1 1 0,-1-3-4 16,1 4-1-16,-4-2-14 0,-1 0-116 15,0 1 0-15,-3 5 0 0,0-12 0 0,0 6 0 16,0 6 0-16,-8-11 0 0,0 9 0 15,-1 0 0-15,9 2 0 0,-27 4 0 16,12-1 0-16,-4 9 0 0,-6 5 0 16,6 3 0-16,2 3 0 0,1 2 0 0,5 3 0 15,8-6 0-15,-1-2 0 0,8-3 0 16,1 2 0-16,4-1 0 0,5-2 0 0,10 1 0 16,3 0 0-16,2-5 0 0,-3-4 0 15,-1-2 0-15,0-6 0 0,-1 0 0 16,-2 0 0-16,-3 0 0 0,0-6 0 0,0 2 0 15,-1 0 0-15,-6-4 0 0,2 0 0 16,-3-3 0-16,0-3 0 0,1-3 0 16,-6-5 0-16,1 0 0 0,-1-9 0 15,0 4 0-15,-4 3 0 0,0 7 0 0,0-1 0 16,-2 7 0-16,2-1 0 0,-2 2 0 16,2 1 0-16,-1 1 0 0,-1 2 0 0,2-2 0 15,0 3 0-15,-2 5 0 0,8-8 0 16,-5 4 0-16,-3 4 0 0,18 0 0 0,-18 0 0 15,23 8 0-15,-8-2 0 0,-1 3 0 16,0 2 0-16,0 1 0 0,1 2 0 16,-1 4 0-16,2 6 0 0,-3-5 0 0,-4-2 0 15,-2 0 0-15,0-1 0 16,-3-3 0-16,5-1 0 0,-6-1 0 0,1-3 0 16,0 2 0-16,-3-3 0 0,-1 0-44 15,0-2-815-15,-3 1-148 0,-5-2 101 0,-4 1-922 16,-2 1-1255-16</inkml:trace>
  <inkml:trace contextRef="#ctx0" brushRef="#br0" timeOffset="53406.06">11560 2946 4583 0,'-50'4'-183'0,"10"0"57"0,0-2 24 0,10 2 18 0,3-1 27 0,8 0 29 16,-1-1 27-16,7 0 8 0,4 0 21 0,9-2 24 15,0 0 44-15,0 0 34 0,54 5 14 16,21-9 1-16,42-5-13 0,23-1-11 0,26-3-26 16,64-5-9-16,5 5-14 0,0-1-1 15,-2 0-7-15,-7 3-8 0,-56 5-4 16,-8-3 24-16,-14 0 12 0,-16 4 22 0,-22-1 23 15,-36 2 18-15,-13 2 27 0,-14-3 27 16,-17 2 10-16,-7 3-9 0,-3-2-11 0,-6 0-12 16,-5 1-16-16,-9 1-20 15,12-5-19-15,-12 5-39 0,0 0-78 0,0 0-124 16,1-7-123-16,-1 7-154 0,2-5-252 16,3-2-255-16,2 0 84 0,8-7 95 15,10-8-583-15,18-10-760 0</inkml:trace>
  <inkml:trace contextRef="#ctx0" brushRef="#br0" timeOffset="53672.78">15300 2118 3990 0,'-27'-4'218'0,"6"2"46"0,6 0 44 0,3 1 52 16,1-2 31-16,11 3 5 0,-13 0-6 16,13 0-26-16,-7-4-40 0,7 4-33 0,0 0-38 15,0 0-19-15,61-13-38 0,-14 11-97 16,18-5-111-16,-2 4-147 0,1-3-138 0,6 2-153 16,-9 0-169-16,1-1-261 0,-16-1 20 15,-2 2 102-15,-2 0-617 0,-14-2-829 16</inkml:trace>
  <inkml:trace contextRef="#ctx0" brushRef="#br0" timeOffset="53905.96">15664 1906 4078 0,'-9'-1'177'0,"9"1"26"0,0 0-4 16,0 0 33-16,0 0 69 0,0 0 31 15,18 19 7-15,7-1-13 0,15 6-25 0,-3 7-4 16,-5 3-30-16,-1 2-20 0,-2 3-12 15,-13-7-21-15,-2 2-21 0,-7-1-9 16,-3-6-118-16,-6-3-66 0,-5 8 0 16,-7-3 0-16,-4-4 0 0,-6 1 0 15,0-5 0-15,-7 0 0 0,2-1 0 0,-1-3-270 16,5 2-402-16,-36 8-326 16,44-19 99-16,2-4 95 0,2 1-743 0,5-2-990 15</inkml:trace>
  <inkml:trace contextRef="#ctx0" brushRef="#br0" timeOffset="55406.09">16934 2128 4095 0,'0'0'-101'16,"1"-12"68"-16,-1 5 60 0,0 7 70 15,2-11 63-15,-2 11 62 0,2-9 50 0,-2 9 45 16,4-6 7-16,-4 6 12 0,2-6-6 15,-2 6-2-15,0 0-17 0,0 0-28 16,0 0-30-16,0 0-32 0,0 0-28 16,0 0 31-16,0 0 2 0,-10 37-120 15,7-1-106-15,-5 3 0 0,4 4 0 0,-4 9 0 16,5-7 0-16,-3-3 0 0,4 3 0 16,2-1 0-16,0-3 0 0,0-1 0 0,2-10 0 15,-2-5 0-15,4-2 0 0,-2-3 0 16,-2-7 0-16,2-1 0 0,-2-1 0 0,0 1 0 15,0-4 0-15,1 1 0 0,-1-3 0 16,0-6 0-16,0 13 0 0,0-13 0 16,-1 10 0-16,1-10 0 0,0 0 0 15,0 0 0-15,0 4 0 0,0-4 0 0,0 0 0 16,0 0 0-16,0 0-622 0,1-23-421 16,-1 13 115-16,2-2-976 0,2-5-1326 15</inkml:trace>
  <inkml:trace contextRef="#ctx0" brushRef="#br0" timeOffset="55942.51">17353 2119 5282 0,'0'0'7'0,"0"-9"58"15,0 9 41-15,0 0 34 0,0 0 19 16,0 0 6-16,2-6-16 0,-2 6 28 15,0 0 25-15,0 0 2 0,-6 26-9 0,4-11 2 16,0 4-1-16,0-1-2 0,0 5-5 16,4 2-11-16,0-2-14 0,2 0-14 0,0-3-78 15,2 1-72-15,-1-4 0 0,2 0 0 16,-1-2 0-16,2-4 0 0,3 1 0 16,3-4 0-16,-3-3 0 0,0-3 0 0,5-2 0 15,3-3 0-15,-2-6 0 0,5-2 0 16,1-7 0-16,2-3 0 0,-1-4 0 0,-3 2 0 15,-3-1 0-15,0 1 0 16,-7 6 0-16,-6 2 0 0,6 5 0 0,-6 1 0 16,1-1 0-16,-3 3 0 0,-1 2 0 15,3-2 0-15,-5 7 0 0,0 0 0 0,0 0 0 16,0 0 0-16,2 32 0 0,-9-7 0 16,5 10 0-16,-3 4 0 0,1-1 0 15,2 6 0-15,-1-3 0 0,3 0 0 0,-2-2 0 16,4-10 0-16,-4 0 0 0,4-6 0 15,-2-3 0-15,1-1 0 0,-1-5 0 0,0-3 0 16,0 1 0-16,0-4 0 0,2 1 0 16,-2-1 0-16,0 1 0 0,0-9 0 0,-2 12 0 15,2-12 0-15,0 8 0 16,0-8 0-16,-1 7 0 0,1-7 0 0,0 0 0 16,-2 4 0-16,2-4 0 0,0 0 0 0,0 0 0 15,0 0 0-15,0 0-312 0,-20-17-754 16,17 12 115-16,-1-7-1043 0,2 3-1410 15</inkml:trace>
  <inkml:trace contextRef="#ctx0" brushRef="#br0" timeOffset="56689.64">18153 2282 5692 0,'-5'-6'-79'0,"-1"1"78"0,6 5 66 15,-6-8 60-15,6 8 45 0,-2-12 2 0,4 3 9 16,-1 1-7-16,6-4-14 16,0 0-11-16,6-2-6 0,3 2-23 0,0 2-9 15,4 0-17-15,1 5-8 0,-1 1-9 16,-2 2-7-16,9 4-12 0,-6 5-3 15,8 7-2-15,-3 5 0 0,-3 3 4 0,-4 2 11 16,-6 5 17-16,-6 1 16 0,-2-3 16 16,-5-2-82-16,-5 8-35 0,-6 3 0 0,0-4 0 15,-3-1 0-15,1-3 0 0,4-8 0 16,1-5 0-16,0-3 0 0,5 0 0 16,-1-3 0-16,0-1 0 0,4-2 0 15,0-6 0-15,-1 8 0 0,1-8 0 0,0 0 0 16,9 12 0-16,-2-7 0 0,7-1 0 15,5-2 0-15,-2 2 0 0,3-3 0 16,0 0 0-16,-3 3 0 0,4-4 0 0,-6 4 0 16,-2-3 0-16,3 1 0 0,-7 0 0 15,-9-2 0-15,20 2 0 0,-20-2 0 0,13 0 0 16,-13 0 0-16,13 2 0 0,-13-2 0 16,12 4 0-16,-12-4 0 0,7 2 0 0,-7-2 0 15,0 0 0-15,10 0 0 0,-10 0 0 16,0 0-456-16,6-10-589 0,-3 1 107 15,3-1-1018-15,-1-4-1376 0</inkml:trace>
  <inkml:trace contextRef="#ctx0" brushRef="#br0" timeOffset="57221.48">19232 2060 5654 0,'0'-9'-10'0,"0"9"76"0,0 0 79 0,4-7 76 0,-4 7 34 15,0 0 14-15,0 0 3 0,0 0 16 16,-9-10-13-16,9 10-14 0,-5-5-17 16,5 5-24-16,-13-4-189 0,-1 2-31 0,14 2 0 15,-30 0 0-15,9 2 0 0,-4 0 0 16,0 2 0-16,-11 3 0 0,12 1 0 15,0-3 0-15,4 4 0 0,-7 6 0 0,6-1 0 16,3-1 0-16,6 3 0 0,1-1 0 16,0 2 0-16,9-3 0 0,2 3 0 0,8 1 0 15,8 7 0-15,7-3 0 0,5 0 0 16,14 2 0-16,-6-9 0 0,-2 3 0 16,1-3 0-16,-1-1 0 0,-7 0 0 0,1-1 0 15,-11-2 0-15,-4-1 0 0,1-3 0 16,-5 0 0-16,-1 1 0 0,-2-1 0 0,-4 0 0 15,2 2 0-15,-6-3 0 16,-2 3 0-16,1 1 0 0,-9 0 0 0,-3 3 0 16,-5-3 0-16,-5 5 0 0,2-5 0 15,1-1 0-15,5-1 0 0,-5 1 0 0,8-4 0 16,3-1 0-16,-1 2 0 0,0-4 0 16,3 1 0-16,9-3 0 0,-14 6 0 0,7-4 0 15,7-2 0-15,-12 4 0 0,12-4 0 16,-7 4 0-16,7-4 0 0,-6 4 0 15,6-4 0-15,0 0 0 0,0 0 0 16,0 0 0-16,0 0-990 0,27-14-7 16,-12 8-1113-16,2 3-1520 0</inkml:trace>
  <inkml:trace contextRef="#ctx0" brushRef="#br0" timeOffset="57954.54">20297 1980 5550 0,'-10'-9'-211'0,"3"4"69"0,-1-2 63 0,8 7 91 15,-5-6 72-15,5 6 39 0,-2-7 14 16,2 7-12-16,0 0-8 0,0 0-17 0,6-12-10 16,-6 12-9-16,9-6-15 0,-9 6-9 15,19 0-3-15,-19 0-6 0,29 6 0 0,-13 1-6 16,4-1-5-16,-5 6-3 0,0-1-4 15,-2 3-1-15,-1-1 5 0,-2 3 3 0,-3 2 18 16,-3-1 17-16,-3 0 11 0,-1 3 21 16,-1 1 24-16,-3 1 3 0,-2-3 12 15,3 3-2-15,-3-7 1 0,2 0-10 16,0-2-10-16,2-1 3 0,0-2 0 16,0-2 1-16,2 1-67 0,0-1-59 0,2 3 0 15,5-1 0-15,-2 2 0 0,3 1 0 16,-1-4 0-16,-2 2 0 0,4-2 0 0,-4 3 0 15,1-4 0-15,-1 2 0 0,-3-1 0 16,2-1 0-16,-2 0 0 0,-2 2 0 16,3 0 0-16,-6-1 0 0,-1 1 0 15,0 0 0-15,-1 2 0 0,-3 0 0 0,-4-2 0 16,1 0 0-16,0-1 0 0,-3 1 0 16,3-5 0-16,2 2 0 0,1-2 0 0,-1-1 0 15,-2-2 0-15,11-2 0 0,-22-6 0 16,8 0 0-16,3-3 0 0,0 1 0 15,6-6-432-15,-2 0-630 0,5 2 122 0,4 0-1018 16,7-1-1377-16</inkml:trace>
  <inkml:trace contextRef="#ctx0" brushRef="#br0" timeOffset="58321.44">20873 2150 5091 0,'-5'-11'-75'0,"5"11"73"0,-5-11 59 15,1 6 48-15,4 5 47 0,-7-5 25 16,7 5 6-16,0 0 10 0,-23 6 2 0,10 5 9 16,-10 7 10-16,-1 6-14 0,4 2-2 15,-1 1-1-15,1 2-9 0,6 0-7 16,3 0-6-16,4-4 4 0,5-3-2 0,4 1-2 16,4-1-148-16,4-3-27 0,5 3 0 15,8-5 0-15,5-2 0 0,7-8 0 0,2-1 0 16,-2-6 0-16,3-4 0 15,0-3 0-15,-2 0 0 0,-3-3 0 0,-8 0 0 16,-4 1 0-16,-5-4 0 0,-2 1 0 16,5-12 0-16,-12 1 0 0,2-7 0 0,-9-2 0 15,-2-4 0-15,-9-3 0 0,-1 3 0 16,-10-3 0-16,4 8 0 0,-7 7 0 16,-6 4 0-16,-3 6 0 0,-3 2 0 0,-1 9 0 15,6 3 0-15,3 0 0 0,-5 5 0 16,9 1-670-16,7 0-362 0,4 0 93 0,5 0 107 15,1 0-773-15,8 1-1044 0</inkml:trace>
  <inkml:trace contextRef="#ctx0" brushRef="#br0" timeOffset="59722.78">21747 2139 4177 0,'0'-6'-158'0,"0"6"54"16,0 0 51-16,0-9 39 0,0 9 37 16,0 0 48-16,2-8 24 0,-2 8 17 15,4-7 22-15,-4 7 9 0,2-11 16 16,-2 11 9-16,8-9 15 0,-7 3 5 0,-1 6 8 16,6-8 7-16,-4 0-6 0,-2 8-2 15,3-7-13-15,-3 7-9 0,4-12-6 0,1 8-5 16,-1-4-8-16,-4 8-11 0,1-9-3 15,-1 9-3-15,6-10-1 0,-6 10-7 16,4-6-4-16,-4 6-7 0,0-6-16 0,0 6-12 16,0 0-6-16,0 0 19 15,0 0 19-15,-4 26-113 0,-3 6-9 0,-6 2 0 16,4 4 0-16,0 1 0 0,1 2 0 16,0 0 0-16,3 3 0 0,3-4 0 0,0-3 0 15,4 2 0-15,3-12 0 0,-1-3 0 16,2-2 0-16,-2-3 0 0,6-5 0 0,-3-2 0 15,0-2 0-15,5-1 0 16,-1-6 0-16,3 0 0 0,3-6 0 0,2 0 0 16,4-3 0-16,8-7 0 0,-2 1 0 15,-4-5 0-15,4-2 0 0,-4-7 0 16,5-6 0-16,1-1 0 0,-12 4 0 0,6-8 0 16,-6 8 0-16,-3 0 0 0,-5 7 0 15,-2 7 0-15,-3 3 0 0,0 2 0 0,-1 1 0 16,-1 4 0-16,-4 5 0 0,0 0 0 15,0 0 0-15,0 0 0 0,0 0 0 0,-15 39 0 16,11-17 0-16,-4 7 0 0,3 2 0 16,-1-4 0-16,3-2 0 0,-6 6 0 0,5-5 0 15,4-2 0-15,0-4 0 0,2-1 0 16,0 0 0-16,-2-3 0 0,3-3 0 16,-1-1 0-16,0-2 0 0,-2 0 0 0,0-1 0 15,2-1 0-15,-2-4 0 0,0-4 0 16,1 8 0-16,-1-8 0 0,0 0 0 0,0 0 0 15,0 0 0-15,0 0-596 16,0 0-435-16,-5-24 98 0,5 24-982 0,4-11-1337 16</inkml:trace>
  <inkml:trace contextRef="#ctx0" brushRef="#br0" timeOffset="60121.62">22723 2169 4889 0,'11'-16'-88'0,"-1"6"97"0,0 0 63 0,-5 3 42 16,1 0 34-16,-2 4 18 0,-4 3-1 0,0 0 48 16,0 0 43-16,0 0 13 15,1 17 1-15,-6 5 2 0,-9 7 5 0,-3 5 3 16,-8 7-5-16,-1 1-20 0,-1-1-14 16,3-2-133-16,1 1-108 0,3-8 0 0,7-3 0 15,1 1 0-15,9-6 0 0,3-4 0 16,2-5 0-16,3-1 0 0,7 1 0 0,1-8 0 15,5 0 0-15,-2-4 0 0,7-3 0 16,-1-3 0-16,-4 0 0 0,1-6 0 16,1 1 0-16,-7-4 0 0,-1-3 0 15,-7-1 0-15,-5-3 0 0,-5-3 0 0,-18-18 0 16,-10 0 0-16,-7 2 0 0,-25-8 0 16,20 11 0-16,-1 0 0 0,4 6 0 15,8 2 0-15,7 8 0 0,10 6 0 0,5 4 0 0,3-1 0 16,13-2 0-16,1 0 0 15,13-2 0-15,18-1 0 0,13-4 0 0,3 5 0 16,1 2 0-16,-7 4 0 0,-6-1 0 16,4 1 0-16,-6 4 0 0,-1-2 0 0,-10 4-966 15,-2-1-30-15,-4 1-1122 16,-1-2-1529-16</inkml:trace>
  <inkml:trace contextRef="#ctx0" brushRef="#br0" timeOffset="64087.27">23699 2130 5456 0,'0'0'-238'0,"0"0"67"15,0 0 68-15,0 0 76 0,9-6 62 16,-9 6 50-16,0 0 39 0,0 0 22 0,0 0 12 16,0 0 6-16,8-5 0 0,-8 5 2 15,0 0-17-15,0 0 1 0,0 0-10 0,0 0-6 16,0 0-15-16,8-5-8 0,-8 5-11 15,0 0-10-15,5-8-9 0,-5 8-8 0,4-4-9 16,-4 4-6-16,6-7-6 0,-6 7-7 16,3-6-3-16,-3 6-1 0,2-8-3 15,-2 8-2-15,6-8-1 0,-6 8 4 16,2-10-2-16,0 5 2 0,-2 5 10 16,2-12 8-16,-2 12 4 0,4-8 2 0,-4 8 3 15,0-7 3-15,0 7-2 0,0 0-5 16,4-8-5-16,-4 8-49 0,0 0-8 0,1-9 0 15,-1 9 0-15,0 0 0 0,0 0 0 16,0 0 0-16,0 0 0 0,2-9 0 16,-2 9 0-16,0 0 0 0,0 0 0 15,0 0 0-15,0 0 0 0,0 0 0 16,0-8 0-16,0 8 0 0,0 0 0 0,0 0 0 0,0 0 0 16,0 0 0-16,0 0 0 15,0 0 0-15,0 0 0 0,0 0 0 0,0 0 0 0,0 0 0 16,0 0 0-16,0 0 0 15,0 0 0-15,0 0 0 0,0 0 0 0,0 0 0 16,0 0 0-16,0 0 0 0,0 0 0 16,0 0 0-16,0 0 0 0,0 0 0 15,4-5 0-15,-4 5 0 0,0 0 0 0,0 0 0 16,0 0 0-16,0 0 0 0,0 0 0 16,0 0 0-16,0 0 0 0,0 0 0 0,0 0 0 15,0 0 0-15,0 0 0 16,0 0 0-16,0 0 0 0,0 0 0 0,0 0 0 15,-9 33 0-15,7-22 0 0,-4 4 0 16,4-1 0-16,-2 6 0 0,0 1 0 16,2 1 0-16,-1 2 0 0,1-6 0 0,0 1 0 15,2-2 0-15,0-1 0 0,2-3 0 16,0 3 0-16,1-2 0 0,5-1 0 0,2-1 0 16,1-2 0-16,0-5 0 0,5 3 0 15,1-4 0-15,2 0 0 0,0-4 0 0,2 0 0 16,3-4 0-16,0 0 0 0,4-7 0 15,1-1 0-15,-8-2 0 0,-2 3 0 16,2-10 0-16,-6 4 0 0,-3 2 0 0,1-1 0 16,-5 2 0-16,-3 2 0 0,3 4 0 15,-3-1 0-15,-1 1 0 0,2 1 0 16,-5 0 0-16,6 2 0 0,-3 0 0 16,-4 5 0-16,0 0 0 0,0 0 0 0,0 0 0 15,0 0 0-15,-11 32 0 0,8-8 0 16,-5 9 0-16,3 6 0 0,-1 0 0 0,3 2 0 15,1 1 0-15,2-1 0 0,0 2 0 16,0-2 0-16,2-3 0 0,-1-7 0 0,1-8 0 16,-2 2 0-16,2-7 0 0,-2-3 0 15,2-1 0-15,0-1 0 0,-2-3 0 16,0-1 0-16,0 0 0 0,0-4 0 16,0-5 0-16,2 10 0 0,-2-10 0 0,0 0 0 15,2 5 0-15,-2-5 0 0,0 0 0 0,0 0 0 16,0 0 0-16,0 0 0 15,0-22 0-15,-4 15-499 0,2 0-543 0,-2-1 104 16,4 1-1005-16,0 0-1362 0</inkml:trace>
  <inkml:trace contextRef="#ctx0" brushRef="#br0" timeOffset="64922.14">24576 2256 4901 0,'16'5'-247'0,"-16"-5"78"0,0 0 68 0,0 0 60 16,0 0 72-16,16 2 64 0,-16-2 45 0,0 0 39 15,0 0 25-15,13 4 29 0,-13-4 15 0,0 0 14 16,0 0 10-16,0 0-2 0,14-6-14 16,-14 6-13-16,9-6-19 0,-3 0-15 15,-1 1-21-15,1-2-14 0,2 0-18 16,-4-1-16-16,1-1-14 0,3-1-13 16,-5 0-28-16,4-4-85 0,-3-1 0 0,-3-1 0 0,-1-1 0 15,0 0 0-15,0 3 0 16,-3-1 0-16,-2-1 0 0,-1 5 0 0,-3-1 0 15,0 2 0-15,-7 5 0 0,2 1 0 16,-8 2 0-16,1 4 0 0,-11 5 0 16,-1 5 0-16,5 5 0 0,1 1 0 0,2 7 0 15,6 4 0-15,2 0 0 0,4 2 0 16,6 0 0-16,2-6 0 0,3-3 0 0,4-3 0 16,4 0 0-16,4 1 0 15,1-5 0-15,4-1 0 0,4-5 0 0,0-2 0 0,6-3 0 16,-2-4 0-16,1-4 0 15,13-3 0-15,-2-4 0 0,-5-1 0 0,1-3 0 16,-3-5 0-16,-1 3 0 0,-3-1 0 16,-6 5 0-16,-6 3 0 0,0 1 0 15,-4 2 0-15,-1 0 0 0,0 3 0 0,-7 4 0 16,9-4 0-16,-9 4 0 0,0 0 0 16,-4 20 0-16,1-3 0 0,-6 0 0 0,6 7 0 15,-3-1 0-15,0 8 0 0,3-4 0 16,-1-2 0-16,-1-1 0 0,4-1 0 0,-1 1 0 15,0-6 0-15,0-1 0 16,0-2 0-16,0-3 0 0,1-4 0 0,-1 4 0 0,0-4 0 16,0 1 0-16,-4 0 0 15,-4 4 0-15,-3-2 0 0,-10 5 0 0,-5 3 0 16,-16 0 0-16,6-5 0 0,-1 1 0 16,-4 2 0-16,9-5 0 0,3 0 0 15,8-4 0-15,6-1 0 0,4-2 0 0,2-1 0 16,2-1 0-16,-2 1 0 0,11-4 0 15,-15 5 0-15,15-5 0 0,-10 5 0 0,10-5 0 16,-9 2 0-16,9-2 0 16,0 0 0-16,-10 1 0 0,10-1 0 0,0 0 0 15,0 0 0-15,0 0 0 0,0 0 0 16,0 0 0-16,0 0 0 0,-6 5 0 0,6-5 0 16,0 0 0-16,0 0 0 0,0 0 0 15,11 9 0-15,-11-9-976 0,2 7 1 0,-2-7-1147 16,0 0-1532-16</inkml:trace>
  <inkml:trace contextRef="#ctx0" brushRef="#br0" timeOffset="71752.72">25804 2135 5274 0,'10'0'-253'0,"-10"0"73"0,12 3 59 15,-12-3 72-15,0 0 57 0,0 0 59 0,16-3 48 16,-16 3 41-16,0 0 23 0,0 0 13 15,16-2-5-15,-16 2 5 0,0 0-23 16,0 0-7-16,0 0-13 0,0 0-11 0,11-2-11 16,-11 2-12-16,0 0-16 15,0 0-8-15,0 0-8 0,0 0-4 0,0 0-8 16,0 0-16-16,0 0-1 0,0 0 8 16,10-3-23-16,-10 3 1 0,0 0 1 0,0 0-7 15,0 0 0-15,0 0 2 0,0 0-5 16,0 0-3-16,0 0-3 0,0 0-4 15,0 0-2-15,0 0-3 0,-53 7-1 0,18 1-5 16,-2 2 0-16,1 4 2 0,-11 7-3 16,5-1-2-16,-2 4 13 0,14-3-13 15,-6 4 0-15,13-1-3 0,2-1-2 0,4-2 4 16,7 1 1-16,6-3-1 0,2-4 5 16,8 1 1-16,4 1 17 0,8 5 7 0,9-5 1 15,6-2-3-15,3-1 0 0,2-2-3 16,0 0 12-16,-2 2-12 0,-2-2 8 15,-5 2 7-15,-2-1 5 0,-8-1-1 16,-2 1-50-16,-5-4 0 0,-5 4 0 0,-1-1 0 16,-2 0 0-16,-6 1 0 0,-2 0 0 15,-1 2 0-15,-8-1 0 0,2 3 0 0,-8 1 0 16,-3 0 0-16,-1-1 0 0,1-4 0 16,6-2 0-16,-4-1 0 0,3-2 0 0,-2 4 0 15,6-8 0-15,0 4 0 0,0-4 0 16,1 1 0-16,1-3 0 0,0 0 0 15,-2 2 0-15,13-4 0 0,-19 0 0 16,19 0 0-16,-18-4 0 0,10 0-448 16,8 4-324-16,-3-12-183 0,3 5 70 0,9-1 94 15,0-3-685-15,9-2-924 0</inkml:trace>
  <inkml:trace contextRef="#ctx0" brushRef="#br0" timeOffset="72152.46">26016 2453 3848 0,'7'-18'-13'0,"-1"6"68"0,0-2 50 0,4 2 40 0,-1 2 35 16,5-4 30-16,-1 4 21 0,1 1-17 15,2 1-4-15,2 4-15 0,-2 2-11 16,6 4 0-16,-3 0-2 0,1 5-8 0,5 8 13 0,-4 4 13 16,-4 2-4-16,-7 8 8 15,-2-4 5-15,-10 1 5 0,-7 10 7 0,-3 1-1 16,-12 2-3-16,6 0 1 0,-1-8-217 15,-3-4-1-15,8 1 0 0,1-4 0 0,1-5 0 16,4-4 0-16,3-3 0 0,3 0 0 16,4-2 0-16,3-1 0 0,8-1 0 0,8 2 0 15,15-3 0-15,-1 0 0 0,2-1 0 16,-5-5 0-16,-3 1 0 0,-4-2 0 16,0 2 0-16,2-4 0 0,-6 0 0 15,1 2 0-15,-8 0 0 0,-1 0 0 0,1-1 0 16,-5 1 0-16,-9 0 0 0,22-3 0 15,-22 3 0-15,13 0 0 0,-13 0 0 16,12 0 0-16,-12 0 0 0,0 0 0 0,0 0 0 16,0 0 0-16,0 0 0 0,0 0 0 15,0 0 0-15,0 0 0 0,0 0 0 0,-35 6-191 16,35-6-877-16,-15-3 115 0,15 3-1080 16,-11-7-1449-16</inkml:trace>
  <inkml:trace contextRef="#ctx0" brushRef="#br0" timeOffset="73314.22">27554 2230 5066 0,'0'0'-284'0,"0"0"74"15,11-4 70-15,-11 4 60 0,8-4 66 0,-8 4 56 16,0 0 40-16,0 0 27 0,12-4 20 16,-12 4 16-16,0 0 18 0,0 0 14 0,0 0 1 15,0 0-4-15,0 0-21 0,0 0-8 16,0 0-7-16,0 0-3 0,-35-6 0 0,22 6-22 15,-7-2-4-15,2 0-12 0,2 2-6 16,-1 0-2-16,0 2-15 0,4-2-3 16,-3 2-12-16,3-1-9 0,13-1 0 0,-23 4-7 15,14-3-6-15,9-1-1 0,-18 4-4 16,7 0 4-16,11-4-6 0,-14 6 19 16,7-3-1-16,0 4 5 0,-3 2 11 0,4-1 11 15,-1 3-2-15,1 1 3 0,0 0 4 16,1 1-4-16,0-1 4 0,5 3-1 15,-2-3 0-15,7 6 4 0,1-2-67 16,7 10-16-16,4-1 0 0,3 1 0 0,16 3 0 16,-2-2 0-16,0 2 0 0,-5-6 0 15,-3 0 0-15,-2 0 0 0,-1-3 0 0,-1 1 0 16,-8-3 0-16,-1-3 0 0,-4 2 0 16,-2-3 0-16,0 0 0 0,-4 1 0 0,-3-3 0 15,-2 2 0-15,-2-3 0 16,-4 5 0-16,-3-2 0 0,-10 4 0 0,-6-2 0 0,-1 0 0 15,-3-3 0-15,-1 0 0 16,7-7 0-16,5 0 0 0,2 0 0 0,1-2 0 16,4-1 0-16,1-2 0 0,0-1 0 15,12 0 0-15,-22-3 0 0,12 0 0 16,1 0 0-16,1-2 0 0,1-1 0 0,1 0 0 16,2-2 0-16,0 1 0 15,2 1 0-15,2-2 0 0,4-2-579 0,5 0-327 0,7 1-36 16,2-3 92-16,12 2-821 0,2 0-1108 15</inkml:trace>
  <inkml:trace contextRef="#ctx0" brushRef="#br0" timeOffset="73686.06">28019 2462 4741 0,'0'-9'-102'0,"0"9"65"0,0-10 46 0,0 10 37 15,0 0 51-15,0 0 33 0,0 0 22 0,0 0 14 16,-23 26 16-16,14-9 26 0,-1 3 11 16,-2 12 3-16,3-1 3 0,2 1-3 15,3-3-8-15,4-5 1 0,4-1-2 0,3 9-2 16,6-6 4-16,5-2-6 0,3-6-14 16,1 0-15-16,1-8-121 0,-2-2-59 15,6-3 0-15,0-3 0 0,-1-2 0 0,11-5 0 16,-3-2 0-16,-5-3 0 0,-3-6 0 15,-2 1 0-15,-1-5 0 0,-5-3 0 16,-3-4 0-16,-8-2 0 0,1-4 0 0,-8 3 0 16,-3-10 0-16,-7 2 0 0,-5-8 0 15,-10 3 0-15,0 7 0 0,-6 3 0 0,-1 12 0 16,-2 7 0-16,-4 3 0 0,-1 5 0 16,7 6 0-16,1 2 0 0,-5 8 0 0,2-1 0 15,4 4-383-15,7-4-567 16,4-3-18-16,5 1 105 0,9 0-847 0,1-4-1143 15</inkml:trace>
  <inkml:trace contextRef="#ctx0" brushRef="#br0" timeOffset="75118.03">29249 2356 4216 0,'0'0'-215'0,"11"4"58"16,-11-4 52-16,0 0 52 0,0 0 57 0,19-4 67 16,-19 4 39-16,0 0 41 0,13-4 34 15,-13 4 24-15,9-6 22 0,-9 6 26 0,9-4 16 16,-9 4 1-16,0 0-5 0,3-8-17 15,-3 8-21-15,0 0-20 0,-2-7-22 16,2 7-17-16,0 0-20 0,-21-4-13 0,21 4-11 16,-30 8-13-16,-1 1-12 0,-1 3-11 15,3 2-11-15,0 0-6 0,6-2-4 0,9 0-8 16,-2 0-2-16,5-2-3 16,3 2-4-16,2 0 12 0,4 0 17 0,4 0-8 15,4 2-75-15,7-1 0 0,2 1 0 16,3-2 0-16,8 3 0 0,-4-2 0 15,-4-3 0-15,0 1 0 0,-2-2 0 0,4 4 0 16,-4-6 0-16,-5 1 0 0,1-2 0 16,-1 2 0-16,-4-4 0 0,0 4 0 0,-3-1 0 15,2-2 0-15,-3 2 0 0,-3-7 0 16,1 14 0-16,-5-6 0 0,0 1 0 16,-2 1 0-16,-1-3 0 0,-4 1 0 15,-1 1 0-15,1-1 0 0,-3 1 0 0,1-2 0 16,-1-1 0-16,-1 1 0 0,3 0 0 15,-4-2 0-15,3 0 0 0,-5-1 0 16,7-3 0-16,1 1 0 0,10-2-436 0,-18-5-612 16,11 2 104-16,7 3 97 0,3-10-825 15,-3 10-1108-15</inkml:trace>
  <inkml:trace contextRef="#ctx0" brushRef="#br0" timeOffset="75568.21">29903 2421 4695 0,'2'-12'49'16,"4"2"60"-16,-4 0 54 0,2 4 49 15,-2-1 29-15,-2 7-9 0,6-10-18 0,-4 4-21 16,-2 6-20-16,7-6-19 0,-7 6-20 16,7-6-13-16,-7 6-18 0,0 0-8 0,18 0-14 15,-18 0 0-15,0 0-6 0,11 12-11 16,-7-6-10-16,-4 3 1 0,-2 3-3 15,-2 5 2-15,-3 3-3 0,-1-1 8 0,3 2 8 16,-3-3 5-16,2-2 5 16,0-1 0-16,5 2 16 0,-1-6 14 0,4 1 20 15,-1 2-70-15,5-1-57 0,3 3 0 16,7-3 0-16,3 5 0 0,3 1 0 0,2-2 0 16,-5-5 0-16,-2 2 0 0,-2-2 0 15,0-3 0-15,-3 2 0 0,-3-1 0 16,1 0 0-16,-5-1 0 0,2 1 0 0,-6-1 0 15,-1 4 0-15,-3-2 0 0,-6-1 0 16,0 2 0-16,-7 3 0 0,2-3 0 0,-13 1 0 16,-4 3 0-16,1-5 0 0,-1 1 0 15,7-6 0-15,1 2 0 0,6-5 0 0,-4 0 0 16,4 0 0-16,-2-3 0 16,4 2 0-16,-1-4 0 0,1 2 0 0,1 0 0 15,1-4-658-15,5-1-355 0,3-1 87 16,1 2 99-16,4 4-794 0,4-18-1061 15</inkml:trace>
  <inkml:trace contextRef="#ctx0" brushRef="#br0" timeOffset="76685.06">29891 2392 4113 0,'-11'-5'-190'0,"11"5"41"16,0 0 44-16,0 0 44 0,-9-4 47 16,9 4 32-16,0 0 27 0,0 0 15 15,0 0 11-15,0 0 12 0,0 0-5 0,0 0-5 16,0 0-7-16,0 0 2 0,21-12-68 16,-13 7-72-16,5 3-89 0,1-2-140 0,0-4-255 15,4 2-30-15,1-2 72 16,-4 4-155-16,5-3-164 0</inkml:trace>
  <inkml:trace contextRef="#ctx0" brushRef="#br0" timeOffset="77233.97">30802 2305 2023 0,'9'-7'133'15,"-9"7"26"-15,3-8 23 0,-3 8 44 16,4-8 37-16,-4 8 24 0,0-9 6 15,0 9-14-15,0-10-14 0,0 10-17 0,-4-10-19 16,4 10-22-16,-5-9-16 0,-1 4-18 16,6 5-15-16,-21-2-15 0,6 4-3 0,0 3-7 15,-7 0-4-15,4 5-3 0,-2-1-11 16,-4 7-8-16,5-2-9 0,3-1-3 16,3 1-3-16,3 1-8 0,3 3 10 0,3-3 9 15,4 1 1-15,6-1-4 16,8 12 6-16,4-3-10 0,3 2-7 0,6-4-9 15,0 2-7-15,-2-2-7 0,1 0 6 16,-1-5 0-16,-2 2 1 0,-9-5-9 0,0-1 0 16,-4-3 4-16,-3-2 11 0,-1 0 7 15,-4-2 12-15,0 3-72 0,-2-3-26 16,-5 2 0-16,0 0 0 0,-1 1 0 16,-5-1 0-16,-4 1 0 0,-6-1 0 0,2-1 0 15,-2-2 0-15,0-1 0 0,4-1 0 0,0 0 0 16,1-1 0-16,2-2 0 0,0 0 0 15,1-3 0-15,1 1 0 0,3-5 0 16,1 4-351-16,5-2-328 0,3-4-219 16,0 2-12-16,5 0 107 0,6-3-744 0,5-3-992 15</inkml:trace>
  <inkml:trace contextRef="#ctx0" brushRef="#br0" timeOffset="77801.39">31152 2439 4267 0,'0'-8'33'0,"0"8"79"16,1-10 70-16,-1 10 72 0,4-9 58 15,-4 9 24-15,0-6 2 0,0 6-14 16,0 0-25-16,0 0-26 0,0-9-28 0,0 9-23 16,0 0-33-16,0 0-18 0,0 0-9 15,0 0-7-15,0 0-14 0,0 0-10 16,-4 26-86-16,3-18-45 0,1 0 0 0,0 1 0 15,0 0 0-15,1-2 0 0,-1-7 0 16,6 13 0-16,1-4 0 0,-2-6 0 0,2 1 0 16,4-2 0-16,-11-2 0 0,27-2 0 15,-9 0 0-15,-2-5 0 0,4-1 0 16,-3-2 0-16,2-1 0 0,-3 1 0 0,-2-2 0 16,-2 2 0-16,-1 1 0 0,-3 1 0 15,2 4 0-15,-4-1 0 0,-6 5 0 16,9-8 0-16,-9 8 0 0,7-2 0 15,-7 2 0-15,0 0 0 0,-2 19 0 0,-1-6 0 16,-1 3 0-16,-2 8 0 0,1-2 0 16,-2 2 0-16,6 3 0 0,-1-3 0 15,2 2 0-15,0-3 0 0,0 1 0 0,3-2 0 16,2-3 0-16,-1-2 0 0,-1 2 0 16,5-6 0-16,-5-2 0 0,3-1 0 0,-1-2 0 15,0 1 0-15,1-2 0 16,1 0 0-16,-1-2 0 0,-2 0 0 0,-4-5 0 15,8 8 0-15,-5-2 0 0,-3-6 0 16,8 12 0-16,-6-7 0 0,1 0 0 0,-3-5 0 16,7 13 0-16,-5-9 0 0,-2-4 0 15,3 12 0-15,-3-12 0 0,6 7 0 16,-6-7 0-16,2 6 0 0,-2-6 0 0,0 0 0 16,0 0 0-16,0 0-581 0,0 0-440 15,-13 6 107-15,13-6-1016 0,0 0-1351 0</inkml:trace>
  <inkml:trace contextRef="#ctx0" brushRef="#br0" timeOffset="82282.78">18024 3542 4626 0,'0'0'-417'0,"0"0"56"0,0 0 44 16,0 0 48-16,0 0 31 0,0 0 49 15,0 0 34-15,0 0 26 0,0 0 38 16,0 0 22-16,0 0 29 0,0 0 31 0,0 0 29 15,0 0 26-15,0 0 25 0,0 0 31 16,-4-11 24-16,4 11 30 0,0 0 18 0,0 0 34 16,0 0 10-16,0 0 20 0,0 0-2 15,0 0 0-15,0 0 1 0,0 0 4 16,0 0-8-16,7-4-3 0,-7 4 0 0,0 0-20 16,0 0-9-16,0 0-18 0,0 0-9 15,0 0-18-15,0 0-11 0,0 0-3 0,0 0 5 16,0 0-5-16,0 0 2 15,0 0 1-15,0 0 1 0,0 0-9 0,0 0-13 16,-21-6-14-16,21 6-11 0,-18-1-12 16,0 1-6-16,-1 3-10 0,-2-1-8 15,-3 0-9-15,-1 1-3 0,-2 2-16 0,4-1-35 16,-3-1 0-16,3 3 0 0,0-1 0 16,1 0 0-16,8-3 0 0,0 2 0 0,1-2 0 15,4 2 0-15,9-4 0 0,-20 3 0 16,20-3 0-16,-13 4 0 0,13-4 0 0,-12 1 0 15,12-1 0-15,0 0 0 0,-13 2 0 16,13-2 0-16,0 0 0 0,0 0 0 16,-12 2 0-16,12-2 0 0,0 0 0 15,0 0 0-15,0 0 0 0,0 0 0 0,0 0 0 16,0 0 0-16,-11 2 0 0,11-2 0 16,0 0 0-16,0 0 0 0,0 0 0 15,0 0 0-15,0 0 0 0,0 0 0 0,0 0 0 16,0 0 0-16,0 0 0 0,0 0 0 15,0 0 0-15,0 0 0 0,-13 3 0 0,13-3 0 16,-3 8 0-16,2-1 0 0,1-7 0 16,0 18 0-16,0-7 0 0,1 1 0 15,-1 2 0-15,3-1 0 0,-1-2 0 0,4 4 0 16,-5-2 0-16,3-3 0 0,2 1 0 16,-1 1 0-16,4-2 0 0,-2-3 0 0,2 1 0 15,5 0 0-15,1-2 0 0,1 1 0 16,0-1 0-16,5 0 0 0,1 4 0 15,-4-2 0-15,3 1 0 0,6 5 0 16,-7 0 0-16,-4-3 0 0,2 3 0 0,-5-1 0 16,0 1 0-16,-3-1 0 0,-5 0 0 15,3 1 0-15,-5-1 0 0,-3 1 0 0,-1 0 0 16,-5 1 0-16,1 1 0 0,-8 1 0 16,-3 6 0-16,-4-3 0 0,0-1 0 15,3-4 0-15,2-3 0 0,-1-3 0 16,3-2 0-16,3-2 0 0,-3 2 0 15,4-4 0-15,-1 1 0 0,10-4 0 0,-19 2 0 16,19-2 0-16,-16 0 0 0,16 0 0 16,-14-2 0-16,14 2 0 0,-14-4 0 0,5 2 0 15,9 2 0-15,-8-5 0 0,8 5-459 16,-3-7-246-16,3 7-161 0,11-12-22 0,-2 7 97 16,5-3-733-16,0-1-970 0</inkml:trace>
  <inkml:trace contextRef="#ctx0" brushRef="#br0" timeOffset="82782.23">18537 3559 3926 0,'3'-5'-151'0,"3"2"56"0,-6 3 43 0,7-8 36 0,-7 8 37 16,7-4 24-16,-7 4 24 0,0 0 12 0,5-8-9 15,-5 8 10-15,0 0-11 0,0 0 28 16,0 0 43-16,0 0 33 0,-8 29 23 16,0-7 17-16,-6 8 15 0,-2 0 23 15,-7 12 9-15,1-2-3 0,-1 1-5 16,-1 0-12-16,5 1-17 0,4-12-18 0,1 1-18 15,5 1-29-15,4-9-11 0,-1-3-11 16,2 1-11-16,4-3-12 0,0-5-9 0,0 3-1 16,4-3-6-16,2-3 2 0,-1-1-13 15,4 0-88-15,2-4 0 0,2-3 0 0,0-2 0 16,-13 0 0-16,35-6 0 0,-21 1 0 16,4-1 0-16,-3-2 0 0,-1 1 0 0,-3-1 0 15,-1-2 0-15,-5 2 0 16,-1-4 0-16,2 3 0 0,-5 1 0 0,-1-2 0 15,-1 2 0-15,-5 0 0 0,1 1 0 16,-4-1 0-16,0 6 0 0,-2-1 0 0,-5 2 0 16,3 5 0-16,-4-2 0 0,-2 7 0 15,0-2 0-15,1 4-96 0,3-3-387 16,2-2-109-16,1 4-143 0,0-3-151 0,3-1 82 16,6 0-759-16,3-6-1005 0</inkml:trace>
  <inkml:trace contextRef="#ctx0" brushRef="#br0" timeOffset="83492.89">19299 3645 4451 0,'-11'-4'-89'0,"0"1"43"0,2 0 54 0,9 3 30 16,-12-4 45-16,12 4 19 0,0 0 18 16,-13-1 6-16,13 1 5 0,0 0 2 0,0 0 5 15,0 0 3-15,0 0 0 0,0 0 7 16,0 0 12-16,0 0 2 0,0 0-12 15,0 0-10-15,42 0-16 0,-25 3-9 0,0 1-8 16,2 1-7-16,1 3-12 0,-4 2-6 16,8 8-7-16,-10-1-1 0,0-2 1 15,4 9 11-15,-11 1 6 0,0-3 4 16,1 9 2-16,-4-6-2 0,-3 1-9 0,2 0-19 16,-3-1-6-16,0 2-6 0,0-2-4 15,0 1-6-15,0-1-1 0,-3-4-9 0,3 0 0 16,-1-3-4-16,-1-1-2 0,2-1-22 15,-2-2-46-15,0-4-69 0,0-2-76 16,2 1-75-16,0-2-106 0,0-7-127 0,0 6-150 16,0-6-211-16,0 0 68 0,0 0 92 15,0 0-564-15,9-27-717 0</inkml:trace>
  <inkml:trace contextRef="#ctx0" brushRef="#br0" timeOffset="83669.08">19401 4007 3690 0,'-11'-2'146'0,"11"2"50"15,-16 0 38-15,16 0 40 0,0 0 43 16,-14-2 20-16,14 2-7 0,0 0-21 16,0 0-26-16,-12-2-30 0,12 2-24 0,0 0-22 15,0 0-25-15,0 0-73 0,0 0-118 16,32-6-140-16,-13 1-145 0,12-4-165 0,-1-1-184 16,6-4-171-16,0 0 72 0,11-3-614 15,1 0-810-15</inkml:trace>
  <inkml:trace contextRef="#ctx0" brushRef="#br0" timeOffset="83950.32">19988 3767 3608 0,'0'0'61'15,"-13"-8"69"-15,6 5 50 0,7 3 41 0,-11-4 27 16,11 4 22-16,-5-6 2 0,5 6-13 16,0 0-25-16,-8-4-26 0,8 4-24 0,0 0-21 15,0 0-10-15,0 0-6 0,20 20 11 16,-15-7 9-16,3 3 17 0,-3 3 21 0,-1 2 17 15,-4 4 12-15,-2 1 14 0,-2 8 20 16,-1 0-101-16,-2 0-167 0,1-5 0 16,-1-10 0-16,6 3 0 0,-1-5 0 15,0-4 0-15,0-1 0 0,4 0 0 16,2-3 0-16,4-1 0 0,5-3 0 0,3-3 0 0,0 0 0 16,9-6 0-16,9-4 0 15,2-2 0-15,-1-4 0 0,0 0 0 0,-3-3 0 16,0 0-26-16,-8-3-840 0,-2 0-126 15,-10 6 93-15,-5 2-940 0,-5-1-1266 0</inkml:trace>
  <inkml:trace contextRef="#ctx0" brushRef="#br0" timeOffset="84532.88">18132 2788 4687 0,'0'-9'-240'0,"0"1"70"16,0 8 58-16,0-12 52 0,0 12 40 0,-2-11 18 0,2 11 16 15,-2-7 10-15,2 7 62 16,0 0 62-16,0 0 13 0,0 0-1 0,0 0-1 15,0 0 2-15,4 26-8 0,-6-17-11 16,0-1-15-16,-2 3-9 0,1 2-14 16,-3 1-8-16,3 0-7 0,-6 1-26 0,2-1-37 15,-1 1-62-15,1-1-81 0,1 0-82 16,-4-3-95-16,7 1-103 0,-5-2-179 0,5-5-128 16,-4-3 73-16,7-2-376 0,0 0-482 15</inkml:trace>
  <inkml:trace contextRef="#ctx0" brushRef="#br0" timeOffset="84900.72">19555 2348 2676 0,'8'-2'42'0,"-8"2"48"0,8-6 43 15,-8 6 29-15,8-6 16 0,-8 6 9 16,0 0-2-16,0 0 11 0,0 0 16 0,0 0-11 15,21 12-5-15,-17-2-9 0,-1 0-14 16,1 4-16-16,-2 3-13 0,0-2-14 16,-4 4-10-16,2 3-14 0,-6 1-10 15,4-1-36-15,-3 0-71 0,-2 0-87 16,0 1-116-16,1-3-140 0,1-4-178 0,-2-3-193 16,0-2 70-16,1-2-380 0,1-3-508 0</inkml:trace>
  <inkml:trace contextRef="#ctx0" brushRef="#br0" timeOffset="85435.09">21448 2470 2903 0,'13'-1'62'0,"-13"1"37"0,0 0 19 0,0 0 7 0,0 0 63 16,11 7 41-16,-11-7 14 0,-3 15-6 0,-1-3 0 16,0 2-20-16,1 1-14 0,-3 0-21 15,-2 3-21-15,-1 1-10 0,-1-1-19 16,-2-1-14-16,-1 1-28 0,-2 5-61 0,0-8-78 16,-1 2-89-16,1-3-111 0,3-1-130 15,-6-2-165-15,2-3-170 0,3-3 65 0,2 0-372 16,3-1-496-16</inkml:trace>
  <inkml:trace contextRef="#ctx0" brushRef="#br0" timeOffset="85865.72">22792 2573 2890 0,'11'-2'41'0,"-11"2"26"0,0 0 30 0,16 0 42 16,-16 0 36-16,0 0 18 0,11 7 17 0,-8-1-4 15,1 2-15-15,0 2-14 0,-1 2-17 16,-2 3-10-16,-1-2-19 0,-1 5-14 0,-4 3-6 15,-4-1-31-15,-2 5-54 0,-5-1-81 16,-3-2-91-16,2-1-119 0,-3-6-161 16,6-3-265-16,-4 0 54 0,1 0 72 15,4-5-243-15,1-3-296 0</inkml:trace>
  <inkml:trace contextRef="#ctx0" brushRef="#br0" timeOffset="86532.73">25094 2818 2593 0,'0'0'226'15,"13"-1"3"-15,-13 1 8 0,0 0 25 0,0 0 37 16,7 8 10-16,-7-8 1 0,-2 13-13 15,-1-5-24-15,-5 5-21 0,3-1-23 0,-7 5-21 16,-1-3-22-16,-7 7-20 0,-2 0-11 16,3-2-26-16,-4-2-62 0,0 0-81 0,4-2-89 15,3-3-106-15,0 1-127 16,2-7-157-16,-1 1-226 0,3-2-7 0,5-1 85 16,-1-4-443-16,8 0-554 0</inkml:trace>
  <inkml:trace contextRef="#ctx0" brushRef="#br0" timeOffset="86952.33">26785 2820 2952 0,'0'0'96'0,"0"0"52"0,0 0 13 0,0 0 14 16,0 0 39-16,0 0 46 0,0 0 19 16,0 0 10-16,11 18-22 0,-11-9-13 15,0 3-23-15,-2 2-21 0,0 1-18 0,-5 3-5 16,0 1-28-16,0 0-14 16,-2-3-15-16,-4 1-28 0,1 1-66 0,-2-1-87 15,3-5-106-15,0 2-137 0,0-4-165 16,0-1-226-16,4-6-71 0,-1 1 92 0,8-4-500 15,0 0-629-15</inkml:trace>
  <inkml:trace contextRef="#ctx0" brushRef="#br0" timeOffset="87399.5">28650 2859 3376 0,'0'0'100'0,"4"-4"32"0,-4 4 16 0,0 0 13 15,0 0 8-15,0 0 49 0,0 0 18 16,0 0-5-16,12 16-9 0,-12-5-30 0,-1 1-19 15,-3 4-9-15,-2 3-15 0,3-4-10 16,-5 4-13-16,-6 7-16 0,2 1-3 16,-6-5-9-16,1 0-57 0,2-6-70 15,0-3-100-15,1 1-132 0,1-4-161 0,3-5-215 16,-1-1-112-16,3-2 82 0,8-2-489 16,0 0-622-16</inkml:trace>
  <inkml:trace contextRef="#ctx0" brushRef="#br0" timeOffset="87816.36">30307 2930 3468 0,'0'0'107'0,"-9"-5"13"0,9 5 4 0,0 0 39 0,0 0 46 0,0 0 25 0,0 0 2 16,0 27-6-16,-6-11-17 0,5-1-18 15,-7 4-19-15,-6 9-34 0,1-1-9 16,-4 3-16-16,-2-4-11 0,-2-3-53 0,-2 0-84 16,-4-2-108-16,0-1-128 0,-1-3-162 15,-3 0-278-15,3-7-4 0,6-4 79 0,2-2-426 16,5-2-530-16</inkml:trace>
  <inkml:trace contextRef="#ctx0" brushRef="#br0" timeOffset="88615.62">18942 4132 3263 0,'7'-2'169'0,"-7"2"-17"16,6-1-3-16,-6 1-3 0,0 0 45 15,0 0 38-15,0 17 1 0,0-17-3 16,-7 18-11-16,-1-2-25 0,3 3-16 15,-6 0-19-15,4 1-17 0,-8 8-34 0,1 2-94 16,3-1-125-16,-3-2-183 0,5-5-247 16,-2-5-192-16,3 0 73 0,0-7-492 0,-1 1-621 15</inkml:trace>
  <inkml:trace contextRef="#ctx0" brushRef="#br0" timeOffset="117043.8">21861 2937 2887 0,'-14'6'88'16,"-2"-3"-12"-16,3-3-5 0,3 2 32 16,10-2 19-16,-17 4 31 0,17-4 1 0,-12 0-16 15,12 0-19-15,0 0-14 0,0 0-9 16,0 0-11-16,0 0-7 0,37-8-7 15,1 1 5-15,5-1-15 0,15-4-11 0,3 1 1 16,-2 3-11-16,-4-2-2 0,-11 4-3 16,-4-1-5-16,-9 3-1 0,-8-2-1 0,-6 4-3 15,-4 1-1-15,0-2-5 16,-3 3 5-16,-10 0-7 0,0 0 8 0,0 0 4 16,0 0 3-16,-31 12 5 0,-1-3 9 15,-1-1 1-15,-3 4 8 0,6-4 6 16,5-2 8-16,7 1 4 0,2-3-4 0,5 0-1 15,2-2 6-15,9-2 13 0,0 0-2 16,0 0 5-16,0 0-7 0,50-6-9 0,-10-2-12 16,2 2-5-16,2 0-9 15,0-1-5-15,0-3-18 0,-5 6-46 0,-2-2-55 16,-11 3-55-16,-5-1-66 0,-1 4-64 16,-5-2-60-16,-5 0-56 0,-10 2-82 0,13 0-162 15,-13 0-33-15,0 0 61 0,0 0-265 0,0 0-341 16</inkml:trace>
  <inkml:trace contextRef="#ctx0" brushRef="#br0" timeOffset="119460.47">23984 3067 2558 0,'-28'2'55'0,"1"1"10"0,5 1 4 15,-3-1 8-15,2-1 19 0,3 1 34 16,4 0 34-16,2-2 14 0,1 0 1 16,6 1-12-16,7-2-13 0,0 0-16 0,0 0-12 15,0 0-8-15,0 0-15 0,59-20-10 16,-21 13-8-16,5 0-11 0,3 0-5 0,-1 0-8 15,-4 4-6-15,-9 1-5 0,-8 1-5 16,0 1-10-16,-7 1 0 0,-2 1-3 0,-5 1 13 16,-4 2 9-16,-6-5 10 15,1 12 5-15,-1-12 3 0,-11 16 0 0,-1-10 5 16,-1 3-4-16,0 0-5 0,0-2-4 16,1-1-10-16,2-2 1 0,3 1-10 15,1-2-5-15,6-3-21 0,-12 7-39 0,12-7-74 16,0 0-88-16,0 0-105 0,0 0-117 15,0 0-160-15,0 0-134 0,36-10 67 0,-27 6-390 16,-9 4-496-16</inkml:trace>
  <inkml:trace contextRef="#ctx0" brushRef="#br0" timeOffset="126274.78">25706 3124 2613 0,'-29'3'-54'0,"4"-3"33"15,0 3 22-15,-2-3 17 0,0 0 17 16,3 2 26-16,1 0 33 0,2 0 27 0,4-4 18 16,4 2 6-16,0 4 2 0,-1-4-10 15,14 0-15-15,-19 4-10 0,19-4-3 16,-14 0 4-16,14 0 21 0,0 0 7 16,0 0 3-16,0 0-2 0,49 4-12 0,-8-6-12 15,5 0-10-15,15-2-8 0,0 0-12 0,2-3-10 16,-4 2-8-16,-10 3-6 0,-5-1-5 15,-2 2-7-15,-10-2-6 0,-9 0-2 16,-3 3-6-16,-5 0-6 0,-1-1 2 16,-14 1-2-16,14 0-3 0,-14 0 3 0,0 0 0 15,0 0-4-15,0 0 1 0,-39 15-3 16,12-9-3-16,-13-4 0 0,-1 5-4 16,2-2 1-16,1 0-3 0,7 1 1 15,10-2-1-15,2-1 3 0,6-2-5 0,2 1-2 16,0 0-2-16,11-2 2 0,-11 4 2 15,11-4-5-15,0 0 1 0,0 0-5 0,0 0 2 16,0 0 0-16,42-2-3 0,-26 0-1 16,-2 2-32-16,-14 0-46 0,31-2-54 15,-15 0-63-15,-3 2-78 0,0 0-68 0,0 0-95 16,-2-1-105-16,1 1-134 0,0-3 71 16,-12 3-329-16,23-3-409 0</inkml:trace>
  <inkml:trace contextRef="#ctx0" brushRef="#br0" timeOffset="159551.75">17154 5118 2575 0,'-32'8'-65'0,"7"-2"5"15,9-2 5-15,0-2 8 0,8-2-9 0,8 0-2 16,0 0 8-16,54-39 3 0,25 0 2 15,32-8 11-15,70-21 11 0,36-10 1 0,27-9 2 16,25-4 6-16,25 1-3 0,9 2-4 16,2-1-11-16,3 3 5 0,-8 3 1 0,-17 3 5 15,-12 7 3-15,-20 3-1 16,-18 7 2-16,-27 10 2 0,-67 16-2 0,-21 2 2 16,-23 6-38-16,-30 8-39 0,-17 3-28 15,-21 3-110-15,-14 2-192 0,-12 3 69 0</inkml:trace>
  <inkml:trace contextRef="#ctx0" brushRef="#br0" timeOffset="159901.66">17251 5691 1563 0,'-26'4'305'16,"9"-4"-34"-16,8 0-49 0,9 0-81 0,13-17-60 15,33-15-21-15,47-21-11 0,71-27 0 16,38-15 9-16,26-10 4 0,30-2-2 15,29-2-4-15,13 0-8 0,4 3-5 16,14-1-10-16,-3 7-4 0,-2 5-4 0,-9 2 0 16,-6 2-8-16,-22 8-7 0,-30 11-22 15,-27 8-36-15,-33 9-40 0,-67 18-54 0,-25 7-78 16,-36 7-68-16,-13 1-118 0,-26 8-61 16,-14 5-56-16,-10-2-26 0</inkml:trace>
  <inkml:trace contextRef="#ctx0" brushRef="#br0" timeOffset="163202.5">8567 8486 1131 0,'4'-7'167'0,"-4"7"-29"0,0 0-16 0,2-7 8 0,-2 7 9 15,0 0 2-15,2-7 1 16,-2 7 0-16,0 0 5 0,0 0-4 0,-6-14 7 16,6 14 11-16,-4-5 2 0,4 5 7 15,-5-10-6-15,5 10-3 0,-8-11-11 0,5 7-3 16,-4-3-10-16,2 0-7 0,-3-2-10 16,1 1-8-16,-3-1-11 0,1 1-12 0,-8-4-6 15,-1 3-6-15,-8-5-12 0,-3-1-6 16,-2 5-6-16,-3-2-4 0,-2 4-2 15,0 1 1-15,-1-3 3 0,-1 4-1 0,2-2 1 16,-1 6-7-16,2-1-3 0,-4 0 1 16,9 2-2-16,1 1-7 0,4-2-3 15,-6 2-4-15,4 0-1 0,-1 0-1 16,-1 2-1-16,-7 1-3 0,5 2-4 0,-4 0-3 16,1 3 0-16,0 0-3 0,3 0-2 15,-1 1 5-15,-2 1-4 0,7-1-2 0,-7 3 4 16,0 2-7-16,0-1 3 0,-1 1-2 15,-2 1 0-15,1 1-1 0,0-1 0 0,0-1 2 16,0 1-2-16,1 0-3 0,3 1 2 16,1-2 0-16,1 1 0 0,1-1-3 0,3 1 2 15,5-3-1-15,2-2-2 0,2 3 2 16,1-1-1-16,0 1-1 0,0-2 4 16,1 3-3-16,1-2 1 0,2 0-2 15,-4 1 1-15,3 3 1 0,1-1-1 0,-1 0 0 16,2 1 0-16,3-1-2 0,-3 2 3 15,-1 0-1-15,4 2 1 0,-1 0 0 16,1 1 2-16,-2-1-4 0,1 1 3 0,4 1-2 16,-5-1 1-16,-2 10 0 0,5-7 1 15,0-3-1-15,-1 3-2 0,-4 4 4 0,5-3-2 16,-3 5 2-16,2-3-1 0,3-6-3 16,-5 12 3-16,5-8-1 0,-2-2-2 0,0 10 2 15,1-7 2-15,5-5 2 0,-7 1-1 16,6 1-4-16,-4 0 1 0,2-2 2 0,2 1 1 15,0-2 0-15,2 1-6 16,0-3 4-16,2 5 2 0,-2-3-2 0,4 3 1 16,-2 0 0-16,3-2 1 0,-4 1 3 15,1-2-5-15,4 3 1 0,-3-5 2 0,1 4-3 16,0-3 2-16,-1 3 1 0,2-1 0 16,1-3-1-16,-3 4-1 0,3-1 1 15,-1-3 1-15,1-2 15 0,2 1 8 0,2 2 1 16,-3 1 2-16,3-3 1 0,-1 1 0 15,2-2 2-15,1 0 2 0,0 1 1 0,0-2-2 16,0 1-6-16,1 1 6 16,11 2 3-16,-5 2 13 0,3-3-6 0,1 0 1 15,2 0-2-15,2 0-2 0,2-3-4 16,-3 1-3-16,5 1-5 0,-3-3-2 0,3 3-4 16,-1-3-2-16,-1 3 6 0,3-4-8 15,-6 1 0-15,-1-4-3 0,-4-1 1 0,10 4-4 16,-6-2 4-16,5-3 7 0,-1 1 15 15,-4-4 3-15,-1 2-4 0,1 0-4 0,4-4-5 16,-3 2 2-16,-1-1-3 0,4-1 0 16,0 1 0-16,-1 0 1 0,-1-1-4 15,4 0-4-15,-6 0 2 0,2 0-3 0,2 0-5 16,1-2 9-16,-1 0-11 16,1 0 4-16,3 0 5 0,-3 0-10 0,15-2 4 0,-4 0-1 15,4 0-3-15,-6 0 6 16,-1 0 11-16,2-1 1 0,0 0-2 0,-9 1-7 15,5-2 11-15,-4 0-6 0,-5 1-2 16,0-1-1-16,9-2 6 0,-6 0 4 0,5 0-5 16,-9-1-2-16,9-1 9 0,-9 2-7 15,-3-2 6-15,2 2-8 0,3-5-3 0,-3 3 4 16,-2 1 0-16,-2-2-1 0,10-2 1 16,-8 2 0-16,-3 0-3 0,3 1-2 0,-3-2-4 15,9-2 2-15,-7 2-1 0,-5 1 0 16,4 0-9-16,-2-1 0 0,0 2 1 15,0 1-10-15,0-4 9 0,1 4 0 16,-4-1 0-16,4-2 10 0,-7 3-5 0,-1 0-16 16,2-6 0-16,0 7 0 0,-3-5 0 15,0 2 0-15,1 0 0 0,-1-2 0 0,2 2 0 16,-2-2 0-16,0-5 0 0,1 2 0 16,-1 1 0-16,0-3 0 0,-3 3 0 0,3-4 0 15,-2 1 0-15,4-1 0 0,-4-2 0 16,0 1 0-16,-1 1 0 0,2-1 0 0,-5 1 0 15,1-3 0-15,-3 3 0 0,2-4 0 16,-1 3 0-16,-4-1 0 0,1-1 0 16,-1 1 0-16,0-2 0 0,0 3 0 15,-1-1 0-15,-1 0 0 0,-3-1 0 0,5 3 0 16,-4-2 0-16,3-1 0 0,-3 4 0 16,0-4 0-16,2 3 0 0,-1 0 0 15,-3-4 0-15,2 1 0 0,-2 1 0 0,0-1 0 16,-1-1 0-16,2 1 0 0,-4-1 0 15,0 1 0-15,0-9 0 0,-2 6 0 0,4 3 0 16,-2 1 0-16,2-1 0 0,-4 1 0 16,2 2 0-16,0-3 0 0,2 3 0 0,-6 0 0 15,4-2 0-15,-1 2 0 0,1 0 0 16,1 0 0-16,-3 1 0 0,1 1 0 16,1 0 0-16,3 1 0 0,-6-1 0 15,5 3 0-15,-2 0 0 0,-1 0 0 0,0 3 0 0,-1-4 0 16,-3 1 0-16,3 4 0 15,-2-2 0-15,-4-1 0 0,1 1 0 0,-2 1 0 16,-2-1 0-16,2 0 0 0,-2 0 0 16,-3 1 0-16,-5-3 0 0,3 4 0 0,-6-3 0 15,5 4 0-15,1 0 0 16,-11 1 0-16,-2 2 0 0,-6 3 0 0,-6 1 0 0,-11 1 0 16,0 3 0-16,2 0 0 0,0 5 0 15,2 3-111-15,0 0-295 0,0 5-135 0,5 0-148 16,4 4-215-16,5-2 87 0,12-4 92 15,3 2-635-15,8-3-814 0</inkml:trace>
  <inkml:trace contextRef="#ctx0" brushRef="#br0" timeOffset="169516.04">7830 14463 1270 0,'7'-5'39'0,"-1"4"-9"16,-6 1-27-16,8-6 8 0,-8 6-7 0,10-2-3 16,-10 2 2-16,0 0 4 15,0 0-8-15,9-1-1 0,-9 1 4 0,0 0 2 16,0 0-1-16,0 0 5 0,10-2-5 15,-10 2 19-15,0 0 16 0,0 0 11 16,0 0 9-16,9-2 3 0,-9 2-3 0,0 0-3 16,0 0-3-16,0 0-4 0,0 0-5 15,0 0 0-15,0 0-11 0,0 0-2 0,0 0-4 16,0 0-3-16,9 7-5 0,-9 1-1 16,0 1-1-16,0 5 0 0,2-1 1 15,0 4-5-15,0 0-1 0,3-1-1 16,0 3 0-16,2-3-1 0,-3-1 2 15,4 1 0-15,-2-3-1 0,1-1-2 0,-1 0-1 16,0-3 3-16,-3-1 1 0,1-1 1 16,1-2 23-16,-4 1 7 0,-1-6 1 0,8 3-10 15,-8-3-1-15,0 0 0 0,7-10-8 16,-5 1 1-16,-2-1-4 0,-2-2 1 0,-2-3-3 16,1 1 0-16,-5-1-1 0,2 3 6 15,0 3-3-15,-3-1-2 0,4 6-5 16,-6 2 0-16,11 2-2 0,-20 4-1 0,10 0-2 15,3 2 0-15,-3 3-3 0,3-3 2 16,0 1-3-16,6 0 5 0,2 2-3 0,1-5 1 16,3 4 0-16,0-3 1 0,3 0-2 15,3-1-1-15,1-3 2 0,-1 1 1 16,1-2-3-16,-12 0 2 0,20-2 0 16,-12 1 7-16,0-1 7 0,-1-2 1 15,-3-2 2-15,-4 6 1 0,6-8-2 0,-6 8-2 16,0 0-1-16,0 0-3 0,-10-6-4 15,10 6-1-15,0 0 0 0,-26 8-1 0,15-2 0 16,0 2-3-16,0-1-2 0,0 1-2 16,3 1-1-16,2-2-28 0,-1 1-35 0,3 1-64 15,2-2-103-15,-1 0-140 0,1 0-153 16,-3-1-100-16,5-6-116 0</inkml:trace>
  <inkml:trace contextRef="#ctx0" brushRef="#br0" timeOffset="172749.59">8303 16022 691 0,'2'-10'298'0,"-2"10"-112"16,0 0-69-16,-2-8-37 0,2 8-7 0,0 0-6 16,0 0-4-16,-3-9-5 0,3 9 17 15,0 0 10-15,0 0 10 0,-27 20 12 16,2 1 16-16,-2 1 15 0,-9 12 5 15,-5 4 15-15,-4 5 12 0,-11 11-4 16,-3 5 6-16,4-2 4 0,-4-1-5 0,0 2-1 16,1-7-8-16,15-7-11 0,0-1-8 15,0-1-14-15,3-1-15 0,1 0-9 0,2-3-11 16,1-1-7-16,3-4-11 0,3 0-7 16,5-9-4-16,5-1-12 0,-4-3-4 0,11-6 1 15,0-2-6-15,3-4-3 16,-2-1-5-16,5 0-7 0,0-2 4 0,-2-1-8 15,6-1-18-15,3-3-32 0,-12 3-54 16,12-3-58-16,0 0-70 0,0 0-67 16,0 0-106-16,0 0-164 0,0 0-94 0,8-18 62 15,4 7-201-15,10-6-266 0</inkml:trace>
  <inkml:trace contextRef="#ctx0" brushRef="#br0" timeOffset="173115.69">8400 16025 2339 0,'0'-7'63'0,"0"7"-11"0,4-6-5 0,-4 6 28 0,0 0 44 0,0 0 36 16,28 29 10-16,-4-5 10 0,10 12-2 16,7 6-10-16,18 10-8 0,8 7-12 15,1 5-13-15,2-7-12 0,-4-2-14 0,-5-4-11 16,-14-12-11-16,-3-3-3 0,-2 1-7 16,-3-6-10-16,-7-2-4 0,-10-9-6 15,1-1-4-15,-7-7-7 0,-5 0-6 0,-2-2 1 16,2-3-1-16,-6 0-7 0,3-2-1 15,-5 0-35-15,-3-5-64 0,8 7-71 16,-8-7-108-16,0 0-145 0,0 0-246 0,0 0 12 16,0 0 80-16,0 0-209 0,0 0-250 15</inkml:trace>
  <inkml:trace contextRef="#ctx0" brushRef="#br0" timeOffset="173632.36">7298 17108 2380 0,'0'0'112'15,"0"0"-11"-15,0 0-5 0,0 0 18 0,-44 12 44 0,16 5 28 0,-8 10 20 0,-2 2 4 0,-1 2-12 16,3 4-15-16,2 1-17 0,2 0-17 0,1 0-14 16,4-1-15-16,6-8-10 0,3-1-12 15,-4-2-8-15,9-5-9 0,1-4-11 16,3-2-8-16,0-2-36 0,2 0-31 15,0-4-30-15,-2-1-63 0,3-4-52 16,-2 0-29-16,8-2-31 0,0 0-28 0,-17-9-22 16,15 1-35-16,-5-3-39 0,2 0-34 15,4 0-50-15,-7-3-49 0,6 3-211 0,1-1-174 16</inkml:trace>
  <inkml:trace contextRef="#ctx0" brushRef="#br0" timeOffset="174215.9">6769 17116 2146 0,'-8'-10'177'0,"4"2"-6"0,-2 0 8 0,2 5 6 16,4 3 16-16,0 0 23 16,0 0 40-16,0 0 34 0,0 0-14 0,27 31-7 0,4 3-12 15,1 3 9-15,10 6-14 16,18 12-23-16,2 0-19 0,7-1-23 15,1-3-21-15,1-3-21 0,-3-7-14 0,-14-11-11 16,-5-2-11-16,-3-3-13 0,-13-8-8 16,-7-1-7-16,-5-3-12 0,-6-4-2 0,-4-2 4 15,1-1 23-15,-2-2 18 0,-5-1-6 16,-5-3-15-16,0 0-13 0,0 0-8 0,0 0-4 16,0 0-15-16,0 0-21 0,11-13-36 15,-11 13-56-15,0 0-86 0,-2-14-84 16,2 14-91-16,-7-7-80 0,5 3-89 0,2 4-144 15,-5-11-208-15,5 11 60 16,-4-9-587-16,4 9-816 0</inkml:trace>
  <inkml:trace contextRef="#ctx0" brushRef="#br0" timeOffset="174716.16">9293 17006 3669 0,'-1'-11'91'0,"-3"4"44"16,2 3 3-16,2 4-9 0,-2-9-4 15,2 9 18-15,0 0 60 0,0 0 49 0,0 0 14 16,13 27-10-16,-3 1-14 0,1 4-20 16,2 4-22-16,3 9-15 0,-3 3-16 15,1 2-21-15,-7-9-16 0,2-2-11 0,-2 1-8 16,-2-5-18-16,-1 0-3 0,-2-7-12 16,0-4-8-16,0-2-10 0,-1-5 1 0,-1-3-18 15,0-1-19-15,0-1-33 0,0-5-49 16,0 2-63-16,0-4-103 0,0-5-120 15,-5 4-126-15,5-4-123 0,0 0-225 16,-11-18 40-16,4 6 85 0,2-7-461 16,-3-1-618-16</inkml:trace>
  <inkml:trace contextRef="#ctx0" brushRef="#br0" timeOffset="174981.84">8906 16784 3553 0,'-14'-10'185'0,"2"1"12"16,4 1-2-16,3 3-5 0,5 5 15 15,0 0 43-15,0 0 6 0,0 0-28 0,0 0-8 16,30 29-25-16,-3-6-16 0,3-2-22 0,6 8-13 16,4 0-15-16,3-4-18 15,-6 3-17-15,1-6-37 0,-7-3-41 0,-4-2-49 16,-8-4-46-16,-2-1-44 0,-5-5-41 15,-5 0-41-15,2 0-46 0,1 1-42 0,-2-4-63 16,-3-3-109-16,-5-1-163 0,0 0-46 16,16-5 78-16,-16 5-301 0,15-12-382 15</inkml:trace>
  <inkml:trace contextRef="#ctx0" brushRef="#br0" timeOffset="175232.21">9564 16622 2734 0,'-7'-10'108'0,"-1"3"14"0,4 3 15 16,4 4 37-16,0 0 52 0,-22 9 35 0,6 5 14 15,-3 6 5-15,-6 6 9 0,-1 10-25 16,-5 0-19-16,4 1-19 0,1 3-11 0,1-3-15 16,6-4-20-16,2-4-16 0,2 1-17 15,3-3-17-15,3-5-13 0,1-3-8 16,4-4-10-16,-4-1-16 0,3 0-43 0,1-2-66 15,0-2-89-15,1 0-105 16,-1-3-121-16,-1 3-180 0,1-4-312 0,-1-2 82 16,1 1 82-16,4-5-470 0,-11 8-607 15</inkml:trace>
  <inkml:trace contextRef="#ctx0" brushRef="#br0" timeOffset="177115.37">7725 10188 941 0,'-26'4'333'0,"1"-3"-96"0,5 1-45 16,2 1-35-16,2-1-16 0,3-2 0 15,0 2 2-15,3 0 2 0,-2-2 19 0,12 0 5 16,-13 2-3-16,13-2 3 0,0 0 26 15,0 0 1-15,0 0-12 0,33 4-12 0,11-8-14 16,17 0-15-16,9-5-15 0,12 2-12 16,27-4-9-16,-4 2-13 0,-1-3-10 0,-22 5-13 15,-4 2-4-15,-3-4-6 16,-7 4-6-16,-9 0-8 0,-19 0-4 0,-8 2-10 16,-8 1-6-16,-11 2-7 0,-2-2-3 15,-11 2-5-15,0 0-2 0,0 0-2 0,0 0 0 16,-68 7-4-16,5 2 1 0,-13 1-4 15,-27 4 4-15,-4 1-5 0,-3 0-1 0,1-1-2 16,6 1 7-16,23-6-3 0,8-1 1 16,6 0 3-16,19-2 4 0,9 2 9 0,8-6 9 15,7 0 13-15,7 1 5 0,9-1 15 16,7-2 20-16,0 0 15 0,0 0 0 16,63 0 0-16,-1-5-5 0,11 3-7 0,12-6-8 15,28 0-5-15,-2 0-13 0,-7 0-1 16,-21 3-9-16,-8 1-46 0,-2 0-61 15,-12 0-63-15,-16 2-93 0,-14 2-88 16,-4 0-79-16,-10-2-56 0,-4 2-96 0,-3 0-126 16,-10 0 64-16,6 2-390 0,-6-2-464 15</inkml:trace>
  <inkml:trace contextRef="#ctx0" brushRef="#br0" timeOffset="182080.56">8018 14509 2569 0,'2'-7'-71'15,"-2"7"23"-15,0 0 10 0,0 0 11 16,0-7 21-16,0 7 41 0,0 0 34 0,0 0 31 16,0 0 16-16,-26 26 3 0,5-6-4 15,-2 0 2-15,0 2 0 0,-2 0 9 16,1 1-11-16,-1-3-4 0,2 1-12 0,4-1-12 16,2-4-4-16,3-2-10 0,3-4-5 15,0-2-4-15,1 3-12 0,2-5-1 0,3-1 2 16,-1 1-10-16,6-6-1 0,-10 6-7 15,10-6 0-15,0 0-1 0,0 0-13 16,0 0 5-16,-15-12-7 0,15 3-1 16,-1-4 3-16,1-1-3 0,1-4-6 0,1 0 2 15,0 0-7-15,0 0 2 0,2 3 1 16,-3 3-5-16,1 1 2 0,2-1-9 16,-2 2 4-16,4 3 4 0,-2 1-9 0,2 0 7 15,-6 6 0-15,12-2-2 0,-12 2 0 16,22 2 2-16,-11 2-2 0,6 3-4 0,-2 3 7 15,3 1 4-15,1-1-3 0,3 6 2 16,1 1-1-16,-3-5-2 0,-4 1-5 16,-2-1 2-16,-1-2-1 0,-1-1 5 15,-3-1 2-15,-3-2-1 0,1-1-2 0,0 0 6 16,-7-5 1-16,9 5 0 0,-9-5-8 16,0 0 6-16,0 0-8 0,0 0 1 15,13-19-3-15,-9 13 4 0,-1-5-2 0,-2 1 6 16,3 0-5-16,-2 1 4 0,2 1-5 15,-4 8 4-15,1-11-6 0,-1 11-2 0,4-6 1 16,-4 6 0-16,0 0-3 0,0 0 4 16,0 0 2-16,0 0 0 0,0 0-6 15,11 22 4-15,-6-17 5 0,-1 2-3 16,-4-7-5-16,3 11 6 0,1-5-2 16,-4-6 0-16,5 10 0 0,-5-10-5 0,4 8-22 15,-4-8-30-15,4 6-34 0,-4-6-36 16,2 5-41-16,-2-5-54 0,0 0-71 0,-4 8-74 15,4-8-131-15,-7 6-65 0,-1-3 57 16,1 0-104-16,-2 3-107 0</inkml:trace>
  <inkml:trace contextRef="#ctx0" brushRef="#br0" timeOffset="186097.15">15456 6903 1642 0,'4'-5'47'0,"0"-1"29"0,-4 6 31 0,-2-8 12 16,2 8 5-16,-6-6 14 0,6 6 22 15,-23 0 12-15,7 2 18 0,-9 2 0 0,-9 4 6 16,-4 3-3-16,-1 3-4 0,-6 2-11 15,9-1-6-15,0 0-6 0,0 1-9 0,8 1-11 16,2 0-15-16,5 1-9 0,5-2-9 16,7-2-6-16,3-3 6 0,4 3 4 15,4-1 0-15,6 5-6 0,7 6-2 16,7 2-6-16,14 3-7 0,-6-1-8 0,4-2-8 16,2 2 3-16,-3 0 4 0,-7-6-1 0,-1 0 5 15,-4-1-1-15,-6-2 10 16,-5-3 19-16,-5-2 19 0,1 1 20 0,-4-1 11 15,-6-2 0-15,0 2 4 0,-3 1-8 16,-6-2-10-16,-3 1-12 0,1-2-16 0,-6 0-7 16,2-3-17-16,-10 2-11 0,7-2-38 15,2-4-54-15,1-1 0 0,2-1 0 0,5-3 0 16,-2-3 0-16,3-1 0 16,-3-1 0-16,3-2 0 0,2 0-125 0,6-1-147 15,1-1-80-15,2 1-77 0,7-4-65 16,7-4-55-16,13-3-79 0,14-4-122 0,9-6 37 15,8 6-606-15,1-1-777 0</inkml:trace>
  <inkml:trace contextRef="#ctx0" brushRef="#br0" timeOffset="186379.86">15794 7153 3529 0,'15'-17'-56'0,"-2"3"76"0,-3-1 67 0,-6 3 46 16,2 3 45-16,-5 0 33 0,3 2 18 16,-4-1-8-16,0 8-12 0,0 0 2 15,0 0 18-15,0 0 3 0,-25 12 1 0,12 2-26 16,-6 8-4-16,2 2-9 0,2 3-25 15,5-6-9-15,7 0-17 0,3 0-8 0,3 3-9 16,12 5-12-16,12 5-4 16,7-5-14-16,10-3-12 0,4-3-9 0,1-9-9 15,-7-5-4-15,1-1-5 0,-7-2-5 16,-8-4-12-16,-1-4 4 0,-5-2-1 0,-1-1-3 16,-5-2-5-16,1 0-1 0,-5-5-6 15,-5 0 2-15,-3-3-7 0,-4-2-1 0,-4-7-6 16,-3-8 1-16,-3-1-10 0,-5 0-20 15,-3 3-25-15,2 2-43 0,-6 4-39 0,1 5-42 16,-4 3-56-16,1 7-59 0,-1 3-86 16,-2 1-88-16,2 3-98 0,2 2-179 15,3-1-36-15,1 1 76 0,6-4-552 16,-1 4-702-16</inkml:trace>
  <inkml:trace contextRef="#ctx0" brushRef="#br0" timeOffset="186762.96">15799 6379 3520 0,'-53'-14'-67'0,"-13"5"44"0,-13 7 41 0,-5 9 33 16,-28 11 44-16,-7 7 29 0,-8 14 25 16,1 13 17-16,-30 27 6 0,42-15 0 0,-23 33-4 0,40-18 15 15,9 11-4-15,15 2-14 0,20 0-12 16,16 2-10-16,26 6 3 0,27-11 1 15,22-5 5-15,30-7-12 0,35-6-9 16,54 4-20-16,21-13-4 0,14-9-34 0,11-13 5 16,15-10-8-16,-3-11-5 0,-44-12-7 15,-3-7-17-15,-8-10-30 0,-13-6 1 0,-18-4-4 16,-16-8-4-16,-16-5 3 0,-15-9 2 16,-14-8-5-16,-18-8 6 0,-16 5 0 0,-9-9 2 15,-12-6-1-15,-11-7-6 0,-13-20-2 16,-12 2 3-16,-17 0-7 0,-4 3-5 15,-13 6-3-15,-8 11-5 0,-9 13-12 16,-8 14-15-16,-10 14-24 0,-6 18-32 0,10 12-31 16,-17 12-48-16,2 8-78 0,11 7-85 15,12 9-95-15,26-5-146 0,6 4-134 16,10-2 69-16,7 1-467 0,15 0-582 0</inkml:trace>
  <inkml:trace contextRef="#ctx0" brushRef="#br0" timeOffset="187279.57">17554 7240 3400 0,'-20'-2'150'0,"4"-4"40"16,5 3 24-16,1-1 12 0,5 0-3 0,3 0 1 15,2 4 1-15,0 0 0 16,25-21-2-16,7 9-27 0,10 1-11 0,17-1-27 16,12 3-14-16,10 0-15 0,9 4-38 15,21-1-70-15,-22 3-95 0,3 3-126 0,20 5-159 16,-24-3-176-16,-5 1-222 0,-2 1 76 16,-7-2 79-16,-12-1-424 0,-15-1-500 0</inkml:trace>
  <inkml:trace contextRef="#ctx0" brushRef="#br0" timeOffset="187530.67">18660 6953 3178 0,'-5'-5'197'0,"-2"1"14"16,7 4-5-16,-7-4-16 0,7 4 16 0,0 0 24 16,0 0 7-16,0 0-3 0,19 25-7 0,-2-1-19 15,2 5-15-15,6 9-20 0,-3-3-15 16,-6 0-13-16,-1 0-15 0,-5 2-14 15,-4 1-5-15,-6 0-12 0,-8 1-11 0,0-2-6 16,-11 6-10-16,-6-4 0 0,-7 0-11 16,0-6-5-16,-4 1-10 0,-5-5-5 0,3-4-45 15,8-6-37-15,-3-2-55 0,7 0-66 16,3-6-78-16,6-5-100 0,3 0-121 16,7-6-166-16,7 0-120 0,0 0 77 0,-6-14-547 15,12 0-681-15</inkml:trace>
  <inkml:trace contextRef="#ctx0" brushRef="#br0" timeOffset="188346.02">19844 7175 3122 0,'0'-8'-49'15,"-2"0"54"-15,2-2 46 0,0-1 46 16,0-3 36-16,0 2 46 0,0 0 41 0,0 0 32 15,-5 2 18-15,5 2-11 16,0-1-28-16,0 9-21 0,0 0 14 0,0 0 8 16,0 0 0-16,-20 42-2 0,8-7-1 15,1 2-6-15,-4 15-23 0,1 0-16 0,7 2-14 16,-2-4-15-16,-2-7-9 0,6-4-13 16,-1-2-12-16,3-3-12 0,-3-9-12 0,1-4-8 15,4-4-8-15,-1-2-7 0,0-4-9 16,0-3-3-16,0 4-18 0,0-8-59 0,2-4-104 15,0 0-126-15,-3 3-135 0,3-3-164 16,0 0-220-16,-6-21-90 0,4 4 100 16,0-1-744-16,2-8-945 0</inkml:trace>
  <inkml:trace contextRef="#ctx0" brushRef="#br0" timeOffset="188545.95">19815 6927 4401 0,'-10'-20'69'0,"3"3"49"16,-1-1 33-16,1-1 27 0,-2 0 10 16,4 0-5-16,-1 3-18 0,5 0-18 0,-3 2-11 15,0 2-17-15,2 2-46 0,2 3-84 16,0 4-79-16,0 3-111 0,0 0-127 0,0 0-168 16,4 19-221-16,-2-6 56 0,-2 8 82 15,4 3-389-15,-1 11-445 0</inkml:trace>
  <inkml:trace contextRef="#ctx0" brushRef="#br0" timeOffset="189429.4">19919 7314 2698 0,'0'0'231'0,"0"0"58"16,-5 4 36-16,5-4 27 0,0 0 40 16,0 0 16-16,0 0 0 0,0 0-14 15,0 0-26-15,0 0-33 0,0 0-35 0,0 0-34 16,0 0-32-16,0 0-20 0,0 0-16 0,0 0-21 15,4 10-18-15,-4-10-15 0,7 7-12 16,0-3-16-16,-6-1-65 0,-1-3-51 0,10 7 0 16,-7-6 0-16,-3-1 0 0,0 0 0 15,18 0 0-15,-5-8 0 0,4-3 0 16,12-12 0-16,7-2 0 0,2 0 0 0,-8 6 0 16,1 0 0-16,-6 3 0 0,-7 4 0 15,-4 4 0-15,-5 2 0 0,3 2 0 16,-2 4 0-16,-10 0 0 0,16 7 0 0,-6 0 0 15,-2 3 0-15,-1-1 0 0,3 5 0 16,-2 1 0-16,1-1 0 0,1 3 0 0,-1-5 0 16,1 1 0-16,-1-2 0 0,-1-1 0 15,1-3 0-15,2 0 0 0,2-3 0 16,-1-4 0-16,2 0 0 0,3-6 0 16,2-1-224-16,12-7-83 0,-3-3-33 0,3-3-20 15,3-11-11-15,2-2 9 0,-2-7 19 16,0-3 23-16,3 0 25 0,1-3 29 0,-3-1 28 15,-1 5 33-15,-7 3 50 16,-6 10 49-16,-5 4 58 0,0 8 40 0,-7 0 40 0,1 7 20 16,-7 2 8-16,4 2 34 0,-5 5 40 15,-2 1 16-15,0 0 8 0,0 0 9 0,-12 25 1 16,4-6 4-16,1 2-14 16,-1 10-11-16,-4 0-11 0,3 1-11 0,4 1-12 0,-6 1-10 15,6-3-12-15,-1-6-9 0,3-2-4 16,-1-6-15-16,2 0 2 0,0-3-11 15,0 0-5-15,2-4-1 0,-1-2-2 16,-2-1-11-16,3-7-3 0,0 8-8 0,0-8-4 16,0 0-18-16,0 0 5 0,0 0-7 15,-33-12 0-15,19 5-8 0,-8-1 0 0,-1 0 3 16,-1 5-2-16,-2 0 1 0,-3 3-1 16,0 4 4-16,-9 4 1 0,6 5 8 0,2-1 13 15,3 5-2-15,7-3-2 0,7-2 13 16,1 3-3-16,7-3 7 0,1 0 1 15,4-2-2-15,6 1-3 0,-1-4-6 16,5 1 1-16,5-1 0 0,5-2-22 0,-4-1-36 16,7-4-35-16,4 0-36 0,2-2-29 15,7-3-18-15,0 0-17 0,0-4-17 0,-3 1-6 16,-1-5-4-16,-3 3 26 0,-7 0 13 16,-2 2 23-16,-7 2 28 0,-1 2 27 15,-3 0 25-15,-4 2 27 0,3-1 29 0,-8 3 34 16,0 0 35-16,0 0 23 0,0 0 15 15,0 0 13-15,10 9 14 0,-10-9-2 0,0 0-5 16,-4 14-9-16,4-14-5 0,0 11 0 16,4-6-10-16,1 0-7 0,3 2-7 15,8-2-12-15,4 0-5 0,7-1-15 16,-1-3-51-16,19 1-65 0,-2-2-32 0,5 3-73 16,-2-3-104-16,0-3-56 0,-5 3-81 15,-7 0-106-15,-7 0-157 0,-7-2-22 0,-7 4 75 16,-6 1-433-16,-7-3-520 0</inkml:trace>
  <inkml:trace contextRef="#ctx0" brushRef="#br0" timeOffset="189730.04">20373 7671 3202 0,'-38'3'182'15,"-1"3"40"-15,-2-3 39 0,3 3 44 0,7-5 46 16,8-1 27-16,7 1 6 0,2 1-12 15,5-2-20-15,9 0-23 0,0 0-23 16,0 0-24-16,51 2-28 0,16-4-26 0,12 0-24 16,41 1-21-16,-1 0-30 0,4-2-19 15,6 2-25-15,0 1-109 0,2 4 0 0,-9-2 0 16,-2 2 0-16,-32 0 0 0,-7 0 0 16,-17 0 0-16,-17-2 0 0,-11 0 0 0,-12-2 0 15,-3 2 0-15,-5 0 0 0,-9-2 0 16,-7 0 0-16,5 3-44 0,-5-3-113 0,0 0-56 15,-23 10-68-15,3-6-82 16,-15 8-90-16,-1-1-94 0,-11 5-163 0,-3-1-72 16,5 1 76-16,-2 1-632 0,-1 2-795 15</inkml:trace>
  <inkml:trace contextRef="#ctx0" brushRef="#br0" timeOffset="195311.94">7582 15017 3043 0,'-10'10'38'16,"-1"-1"-36"-16,-2-3-5 0,-4 6-2 16,-12 3 5-16,-3-1 6 0,-14 3-3 0,-3 3 12 0,-11-2 5 15,-4-1 8-15,-6 3 10 0,-22 2 5 16,-10-1 0-16,0-3 4 0,-7 3-1 15,-3-6 8-15,-6 3 7 0,-4-3 6 16,-7-1 2-16,0-8 1 0,4 1-1 0,-5-3 5 16,6-6 1-16,-1-2 0 0,7-3-4 15,-6-5-6-15,5-3 2 0,-1-5-5 16,6-4-2-16,1-3-2 0,9-3-1 16,0-7 4-16,7 1 1 0,6-6 2 15,3 3 1-15,7-4 0 0,4 3-3 0,7 1-1 0,16 4-3 16,2 0-6-16,5-2-4 15,3-7-3-15,6-5-3 0,2-3-3 0,4-2-6 16,-1-20-5-16,10 6-5 0,4-19-1 16,10 10-1-16,1-26 0 0,8-3-3 0,6-9-3 15,1-5-2-15,5-6-1 0,5-2-4 16,0 1 0-16,-2 3 4 0,8 0-4 16,2 2-2-16,2 0 0 0,4 2-2 0,1 4-1 15,4 1-1-15,2 3-4 16,8 1 4-16,-1 0 0 0,7 2-2 0,3-2 2 15,3-4 4-15,23-27-9 0,-15 33 2 0,29-23-3 16,-20 31 4-16,8 5-4 0,1 6 4 16,1 7-3-16,4 5 2 0,1 7 1 15,3 4-1-15,-1 9-1 0,1 5-2 0,-1 2 3 16,-1 5-6-16,0 4 1 0,4 2 2 16,-7 4-4-16,-2 4 5 0,-2 0 5 15,-21 9-3-15,0 3 1 0,-4 1-4 0,-7 3 2 16,-3 2-7-16,-8 5 3 0,-7 3-2 15,-8-1-4-15,-7 3-9 0,0 3-7 0,-8-2-1 16,3 1 2-16,-3 0-2 0,-11 2-4 16,16-4-3-16,-16 4-1 0,13-1-6 0,-13 1 2 15,12-2-2-15,-12 2 0 16,0 0-1-16,15-2-6 0,-15 2 3 0,0 0 0 16,0 0 6-16,0 0 7 0,16 4-5 0,-16-4 4 15,0 0 7-15,0 0 9 0,0 0-2 16,0 0 1-16,0 0 4 0,0 0-5 15,0 0 10-15,0 0-5 0,-49-16 5 16,28 6 0-16,-6-5 4 0,-3-1 2 0,-1 1-3 16,3-1-4-16,0 1 3 0,1-1 7 15,1 1-4-15,2 3 17 0,7 0 7 0,2 1 5 16,2 3 1-16,3-1 1 0,3 1-4 16,1 2-11-16,4-2 8 0,2 8-1 0,9-12-6 15,3 8-3-15,5 4 2 0,4 0-3 16,15 8-1-16,13 9 1 0,5 5 3 0,1 7-2 15,1 6 4-15,8 11-6 16,-14-5 1-16,-4 0-3 0,-7 0 1 0,-5-3 1 16,-9-1 1-16,-11-8 4 0,-4 3-1 15,-9-6 26-15,-6-2 7 0,-13 5-8 16,-8 5 4-16,-11 0-10 0,-8 0 10 16,-7 1-8-16,-18 9-4 0,13-11-41 0,-17 3-61 15,13-7-91-15,4 1-95 0,1-7-136 16,1-1-246-16,5-2 56 0,12-6 59 15,2-2-242-15,0 0-259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2:54:42.8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4638 3230 2030 0,'0'0'302'16,"0"0"-48"-16,-4-7-11 0,4 7 11 15,0 0-25-15,0 0 18 0,-6-6-5 0,6 6-12 16,0 0-1-16,0 0 1 0,0 0 4 16,-4-7-8-16,4 7-14 0,0 0-18 15,0-10-12-15,0 10-11 0,0 0-17 16,2-12-12-16,-2 12-12 0,0 0-7 15,2-9-4-15,-2 9-8 0,3-8-8 0,-3 8 8 16,0 0-4-16,2-6 0 0,-2 6-5 16,0 0-10-16,0 0-3 0,0 0-12 0,0 0 2 15,1-10-12-15,-1 10-4 0,0 0 0 16,0 0-6-16,0 0-7 0,0 0-5 0,0 0 3 16,0 0-13-16,0 0-7 0,0 0-2 15,0 0-5-15,0 0 8 0,0 0-3 16,-12 25-2-16,12-11 0 0,-3 4-1 0,-1 4 2 15,2 0-6-15,0 5 12 0,1 7-2 16,-1-4 2-16,2-5-4 0,2 3-3 16,-1-3-3-16,-1 0-21 0,4-4 0 15,0 2 0-15,3-3 0 0,1 0 0 0,0-3 0 16,-1-4 0-16,5 1 0 0,-1-4 0 16,2-1 0-16,1-4 0 0,3-1 0 0,0-6 0 15,5 0 0-15,-2-5 0 0,12-3 0 16,-1-4 0-16,-3-1 0 0,-3-6 0 15,-2 3 0-15,0-3 0 0,-4-2 0 0,-1 1 0 16,-6 3 0-16,0 0 0 0,-4 2 0 16,-1 5 0-16,-3-5 0 0,1 5 0 15,-2 2 0-15,1 0 0 0,0 1 0 0,-3 2 0 16,1 1 0-16,-2 6 0 0,4-11 0 16,-4 11 0-16,0 0 0 0,0 0 0 15,0 0 0-15,0 0 0 0,-9 24 0 16,3-8 0-16,-2 4 0 0,1 11 0 0,-1 3 0 15,1 1 0-15,0 1 0 0,2 0 0 16,1-4 0-16,2-5 0 0,0-2 0 0,2-5 0 16,0-1 0-16,0-2 0 0,2-2 0 15,-2-3 0-15,0 0 0 0,0-1 0 0,2-3 0 16,-2-1 0-16,0-7 0 0,2 13 0 16,-2-13 0-16,2 7 0 0,-2-7 0 15,0 0 0-15,0 8 0 0,0-8 0 0,0 0 0 16,0 0-480-16,0 0-137 15,0 0-158-15,0 0-113 0,0 0 77 0,0 0-760 16,23-15-1014-16</inkml:trace>
  <inkml:trace contextRef="#ctx0" brushRef="#br0" timeOffset="499.68">5501 3272 3993 0,'0'0'-173'0,"6"-6"47"0,-6 6 37 0,0 0 32 16,0 0 52-16,0 0 42 0,0 0 46 15,0 0 31-15,1 29 16 0,-6-12 13 16,1 2 13-16,-1 5 15 0,-6 9 2 0,-1 1-1 15,0-1-1-15,0 0-2 0,1-3-10 16,6-6-32-16,-1-2-10 0,4-2-11 0,-1-3-7 16,5-4-9-16,-1 3 1 0,1-4-9 15,2-2-7-15,1-2-9 0,5-2-4 16,0-1-7-16,-1-5-7 0,-9 0-2 16,23-1-1-16,-12-3-8 0,3-3-1 15,-3-2 22-15,-2 0 35 0,-3-4 38 0,2-1 18 16,-8-1 15-16,0 0 25 0,-6-3 24 15,-2-2 11-15,-6-8-6 0,-8 4-8 0,-1 1-71 16,-2-3-139-16,1 5 0 0,-1 0 0 16,2 2 0-16,4 6 0 0,4 2 0 15,-1 1 0-15,5 2 0 0,4 1 0 16,0 0 0-16,-2 0 0 0,6 2 0 16,3 5 0-16,-8-10 0 0,8 10 0 0,0-11 0 15,6 4 0-15,1 1 0 0,7-1 0 16,7 0 0-16,13-2 0 0,8 4-513 0,1 1-283 15,5 4-144-15,2 2 87 0,15 5-878 16,3 2-1163-16</inkml:trace>
  <inkml:trace contextRef="#ctx0" brushRef="#br0" timeOffset="1549.55">6786 3076 4349 0,'0'0'-219'0,"9"-4"68"0,-9 4 58 0,8-5 51 16,-8 5 45-16,0 0 45 0,0 0 54 16,9-5 21-16,-9 5 22 0,0 0 22 0,0 0 20 15,0 0 10-15,0 0 37 16,6-5 0-16,-6 5 12 0,0 0 1 0,0 0-8 15,0 0-20-15,0 0-21 0,-32-2-20 16,32 2-13-16,-27 0-20 0,8-2-11 0,4 2-15 16,-6 0-12-16,1 2-6 0,2-2-13 15,0 0-9-15,4 0-7 0,-2 2-7 16,3-2-12-16,13 0 1 0,-27 2-8 0,17-2-7 16,10 0-5-16,-15 0-6 0,15 0-15 15,-14 0-1-15,14 0-12 0,0 0 0 0,-18 0-6 16,18 0-5-16,0 0-1 0,-12 1-6 15,12-1 0-15,0 0 0 0,0 0 6 16,0 0-2-16,0 0 5 0,-17 0 0 0,17 0-1 16,0 0 0-16,0 0 6 15,0 0-4-15,0 0 7 0,0 0-4 0,0 0-2 16,-12-3 5-16,12 3-1 0,0 0 3 16,0 0-1-16,0 0 1 0,0 0 0 0,0 0 3 15,0 0-6-15,0 0 0 0,0 0 2 16,0 0 1-16,0 0-4 0,0 0-9 0,0 0-4 15,0 0 3-15,0 0 3 0,-9 9 5 16,9 1 1-16,-2 2 0 0,2 1-3 16,0 6 7-16,0-1-5 0,0-1 6 0,4 1 10 15,-2 0-12-15,1-1 5 16,2-4-7-16,1 3 4 0,-1-3 1 0,6 1 2 16,1-1-3-16,3-2 4 0,3-2 2 15,0 1-6-15,1-1 3 0,1-1-4 0,0 1 5 16,1 0 0-16,1-1 14 0,-6 1-4 15,2 2 2-15,0-3 3 0,0 2 4 16,-2 0 4-16,-3-1 2 0,-2 1 5 0,1-2 10 16,-5 1 3-16,0-1 14 0,-1 1 15 15,-1 2-17-15,-4-2-59 0,-1-1 0 0,-1 1 0 16,-6 3 0-16,-4 0 0 0,-5-1 0 16,2 1 0-16,-8-1 0 0,4-1 0 0,-2 0 0 15,3-1 0-15,0-4 0 0,0 0 0 16,2-2 0-16,-1-2 0 0,5 2 0 15,-2-2 0-15,1-1 0 0,12 0 0 16,-21 0 0-16,13 0 0 0,8 0 0 16,-18-1 0-16,18 1 0 0,-14-3-20 0,14 3-661 15,-7-2-190-15,7 2-56 0,0 0 100 16,0 0-828-16,0 0-1091 0</inkml:trace>
  <inkml:trace contextRef="#ctx0" brushRef="#br0" timeOffset="2015.77">7376 3031 4253 0,'0'-8'-188'0,"2"3"56"0,-2 5 53 0,0 0 49 0,-2-12 40 15,2 12 23-15,0 0 35 0,-3-9 16 0,3 9 23 16,0 0 30-16,0 0 24 0,0 0 27 16,-33 27 25-16,14-4 22 0,-10 9 15 15,3 6 16-15,-3 1 12 0,-2 3-4 16,1 1-13-16,4-2-15 0,3-4-20 0,7-3-17 16,5-3-15-16,8-5-12 0,-1-2-19 0,4-5-12 15,4-1-13-15,1-1-9 16,4 1-11-16,5-4-72 0,3-3-46 0,0-1 0 15,0-5 0-15,2-2 0 0,1-1 0 16,0-4 0-16,-1 1 0 0,-1-4 0 0,0 1 0 16,-4-1 0-16,1-2 0 0,-1 0 0 15,-5-1 0-15,0-2 0 0,-3 4 0 16,1-2 0-16,-6 3 0 0,-1-5 0 0,0 10 0 16,-1-14 0-16,-6 10 0 0,0-3 0 15,-3 1 0-15,0 2 0 0,1-2 0 0,-2 1 0 16,4 0 0-16,-6 1 0 15,13 4 0-15,-14-2-490 0,5-1-138 0,9 3-131 16,-13 0-136-16,13 0 88 0,0 0-762 16,0 0-1010-16</inkml:trace>
  <inkml:trace contextRef="#ctx0" brushRef="#br0" timeOffset="3549.56">8495 3048 4092 0,'9'-5'-118'0,"-9"5"61"16,0 0 56-16,6-6 55 0,-6 6 45 16,0 0 31-16,2-6 22 0,-2 6 10 15,0 0 6-15,0 0-1 0,0 0-7 16,0 0-10-16,0 0-8 0,0-8-12 0,0 8-5 16,0 0-5-16,0 0-5 0,0 0-5 15,0 0 5-15,0 0-11 0,0 0-4 16,0 0-13-16,0 0 8 0,0 0 19 15,0 0 3-15,0 0 16 0,-26 14 6 16,12-6 1-16,-11 7 7 0,-2 3 1 0,-7 9 4 16,-2 2 0-16,0 0-7 0,2 2 2 0,-5 4-4 15,3 2-30-15,0 1-113 0,6 1 0 16,1-2 0-16,4 0 0 0,10-6 0 16,1-2 0-16,5 2 0 0,5-8 0 0,3-1 0 15,2-5 0-15,5 2 0 0,6-1 0 16,1-2 0-16,8 3 0 0,8-6 0 15,1-4 0-15,1-3 0 0,-3-5 0 0,-2-1 0 16,3-4 0-16,6-3 0 0,-9 2 0 16,-3-3 0-16,-4-2 0 0,-2-1 0 0,1-1 0 15,-9 2 0-15,3-2 0 0,-5 0 0 16,-3 2 0-16,1-1 0 0,-5 1 0 16,0 2 0-16,0-2 0 0,-3 4 0 0,-3-2 0 15,-1 3 0-15,-2-1 0 0,-2 0 0 16,2 6 0-16,-3-4 0 0,12 4 0 15,-20 0 0-15,8-2 0 0,1 2 0 16,11 0 0-16,-20 2 0 0,11 0-420 0,9-2-105 16,-14 2-93-16,14-2-122 0,0 0-105 15,-7 0 72-15,7 0-679 0,0 0-902 0</inkml:trace>
  <inkml:trace contextRef="#ctx0" brushRef="#br0" timeOffset="3965.99">9086 3009 3722 0,'-2'-7'-68'0,"2"7"70"16,-4-10 37-16,4 10 31 0,-4-7 10 0,4 7 27 15,0 0 41-15,0 0 35 0,0 0 20 16,-27 31 12-16,11-2 12 0,-9 13 23 15,0 1 10-15,0 0-2 0,0 3-10 0,-2 1-15 16,3 1-9-16,1-3-26 0,2-1-22 16,8-8-8-16,3-2-13 0,2-1-13 15,5-8-10-15,3-2-13 0,3-6-9 0,-1 0-7 16,6-3-7-16,0-3-7 0,3-1-6 16,3-5-7-16,-3-2-8 0,4-1-4 0,1-4-53 15,-2-3-11-15,2-1 0 0,-3-1 0 16,5-4 0-16,-7-3 0 0,-1 1 0 15,-3-3 0-15,2-1 0 0,-7-2 0 16,0 2 0-16,0-1 0 0,-2 3 0 0,-2 1 0 16,-2-3 0-16,-1 5 0 15,-1 2 0-15,-4 3 0 0,1-1 0 0,0 3 0 16,-3 1 0-16,-1 4 0 0,13 0-142 0,-27 2-259 16,18 1-78-16,-1 1-83 0,2-2-148 15,4 4-136-15,4-6 70 0,0 0-678 0,0 0-903 16</inkml:trace>
  <inkml:trace contextRef="#ctx0" brushRef="#br0" timeOffset="4549.34">9955 3004 3642 0,'0'0'-174'0,"-14"0"47"0,14 0 43 0,0 0 44 0,-24 5 45 16,17-2 23-16,7-3 13 0,-11 4 22 15,11-4 7-15,-9 5 27 0,9-5 19 16,-3 5 20-16,3-5 16 0,0 0 8 0,1 11 13 16,-1-11 0-16,0 0-4 15,17 6 2-15,-7-2-6 0,1-3-8 0,2 1-15 0,1 0-16 16,-1-2-8-16,1 0-14 16,-14 0-8-16,23 1-8 0,-23-1-10 0,20 0-9 15,-11 2-8-15,-9-2-1 0,16 2-10 16,-8 3 9-16,-3-1 7 0,2 2 10 15,-2 1 24-15,-1 3 26 0,0 6 20 0,-4 3 11 16,0-1 6-16,0 9-11 0,-4 6 0 16,0 4 11-16,0-1-8 0,-1 1 5 0,0 0-11 15,0-2-10-15,-1-1-11 0,2 1-113 16,-1-9-15-16,3-5 0 0,0-3 0 0,-1-2 0 16,3-2 0-16,-1-3 0 15,-1 0 0-15,0-1 0 0,2-2 0 0,-2-1 0 16,2-7 0-16,-2 12 0 0,2-12 0 15,0 9 0-15,0-9 0 0,0 8 0 16,0-8 0-16,0 0 0 0,0 0 0 0,0 0 0 16,-3 6-476-16,3-6-264 0,0 0-206 15,0 0 79-15,0 0 102 0,0 0-730 0,0 0-943 16</inkml:trace>
  <inkml:trace contextRef="#ctx0" brushRef="#br0" timeOffset="5049.28">10385 3313 4075 0,'-7'-12'22'0,"1"-1"72"0,3 5 61 0,0-2 43 16,1-1 34-16,2 0 15 0,2 2-12 0,3-1-22 15,0-5-20-15,3 3-20 0,-1 2-17 16,5 2-12-16,1-1-19 0,3 3-19 0,-2 0-8 16,2 5-14-16,1 1-13 0,-2 3-1 15,4 5-12-15,-2 3-6 0,-2 3 4 16,-1 1-7-16,-5 3-4 0,-1 1 25 0,-4 3 19 16,-4-2 29-16,0 2 31 0,-4 1 24 15,-2-1 23-15,-5 6 18 0,2-5 16 16,-1-3-229-16,0-4-1 0,3-3 0 15,3-1 0-15,-2-2 0 0,0-3 0 0,4-1 0 16,1 0 0-16,1-6 0 0,0 13 0 16,0-13 0-16,13 10 0 0,0-4 0 15,9-1 0-15,4-2 0 0,-2 1 0 16,5-3 0-16,9 3 0 0,-8-2 0 0,-3-2 0 16,-5 1 0-16,-3-1 0 0,-1 2 0 0,-4-2 0 15,-3 0 0-15,-11 0 0 16,22 2 0-16,-22-2 0 0,14 1 0 0,-14-1 0 15,12 2 0-15,-12-2 0 0,11 2 0 16,-11-2 0-16,0 0 0 0,12 0 0 0,-12 0 0 16,0 0 0-16,0 0 0 0,0 0 0 15,4 2 0-15,-4-2-729 0,0 0-288 0,0 0 120 16,-21 13-990-16,14-6-1310 0</inkml:trace>
  <inkml:trace contextRef="#ctx0" brushRef="#br0" timeOffset="5915.26">11981 3147 4901 0,'-2'-5'-200'0,"0"-5"57"0,-1 2 48 0,3 0 46 15,0-3 38-15,0 1 32 0,5-1 2 16,1 1 11-16,-3-2-2 0,6 0-4 0,-1 0-5 16,2 2-2-16,1 0 0 0,1 4-7 15,-1 0-4-15,-2 2-5 0,4 3-2 16,-13 1 10-16,20 5-5 0,-15 1-3 0,6 6 3 15,-4 4 3-15,-3 1 26 0,-3 7 26 16,-1 2 19-16,-5 9 5 0,1-4 1 0,-3 1 10 16,-2 2 1-16,0-3-2 15,0 0-4-15,4-8-6 0,-4-2 1 0,4 0-13 16,1-3-9-16,2-1-11 0,0-1-2 16,2-3-6-16,2 2-2 0,2-4-4 0,1 1-3 15,4-3-1-15,0-2-16 0,0-3-9 16,3 0-4-16,-1-2 3 0,-11-2-2 15,21 0 3-15,-21 0 11 0,19-6 24 0,-12 2 35 16,0-3 53-16,-5-3 21 0,1-2 26 16,-6-4 13-16,-6-3 10 0,0 0 7 0,-9-8-2 15,-4 0-6-15,-6-6-1 0,6 7-2 16,-3 1-197-16,3 3-4 0,1 0 0 16,5 5 0-16,3 6 0 0,2 0 0 0,1 2 0 15,3 0 0-15,-1 0 0 0,5 3 0 16,-3 1 0-16,6 5 0 0,-6-12 0 15,2 7 0-15,4 0 0 0,0 5 0 0,6-11 0 16,2 3 0-16,3 0-124 0,7-1-443 16,2 1-128-16,10-2-214 0,9 1 47 15,3 4 102-15,1 0-694 0,11 3-902 16</inkml:trace>
  <inkml:trace contextRef="#ctx0" brushRef="#br0" timeOffset="6382.06">12985 2970 3820 0,'0'-7'-89'0,"0"7"33"16,4-15 17-16,-2 11 9 0,-2 4 10 0,7-9 5 16,-1 5 2-16,-6 4 0 0,0 0 4 15,17 3 6-15,-17-3 10 0,11 12 30 0,-4 1 25 16,-5 5 20-16,-4 2 38 0,-7 14 31 15,-2 2 46-15,-6 10 26 0,-4-3 23 0,-2 1 10 16,-2-5 9-16,0-1-10 16,7-9-25-16,2-4-20 0,3 3-15 0,5-7-21 15,2-5-20-15,5-2-8 0,1-2-15 16,1 0-9-16,5-1-15 0,4-3-11 16,-1-2-2-16,4-2-4 0,3-2-16 0,0-4 1 15,-16 2-5-15,27-7 16 0,-13 2 31 16,-1-4 31-16,-3-3 21 0,1-5 16 0,-5-1-101 15,-6-6-84-15,-4-9 0 0,-3-3 0 16,-7-2 0-16,-4-3 0 0,-4 2 0 0,1 10 0 16,4-1 0-16,-2 6 0 0,4 1 0 15,1 5 0-15,3 5 0 0,4-1 0 16,0 5 0-16,2 1 0 0,1-1 0 0,2 3 0 16,1-1 0-16,-1 0 0 0,2-3 0 15,2 5 0-15,1-4 0 0,5 2 0 16,6-3 0-16,0 3 0 0,8-1 0 0,2 2-34 15,16 0-778-15,3 1-169 0,0 2 70 16,2 3 115-16,3 3-788 0,-1 0-1025 16</inkml:trace>
  <inkml:trace contextRef="#ctx0" brushRef="#br0" timeOffset="7415.21">14527 3098 4037 0,'0'0'-162'0,"15"2"74"0,-15-2 69 0,0 0 61 0,0 0 69 0,0 0 56 0,0 0 43 15,13 1 34-15,-13-1 24 0,0 0 28 16,0 0-3-16,0 0-4 0,0 0-3 0,0 0-11 16,0 0-23-16,0 0-19 0,6-8-28 15,-6 8-22-15,4-6-17 0,-4 6-14 16,5-11-19-16,-3 2-12 0,0 1-13 15,0-4-9-15,2-4-12 0,-3-1-11 0,-2 0-15 16,1 0-4-16,-2 1-48 0,-2-2-9 16,0 3 0-16,1 1 0 0,-5 2 0 0,2-1 0 15,-3 3 0-15,-2 1 0 0,-7 5 0 16,1 4 0-16,-4 0 0 0,-4 6 0 16,-9 7 0-16,2 1 0 0,-1 7 0 0,-3 4 0 15,13-1 0-15,4 1 0 0,2 1 0 16,3 1 0-16,11-5 0 0,-1-3-16 0,2-1-18 15,6-5 6-15,-1 3-1 0,3-3 6 16,6-1 3-16,-3-2 3 0,2-1 13 16,1-3-4-16,-1-2-2 0,1 0 4 15,0-4-1-15,-1 4 3 0,-11-4-1 0,19 0 4 16,-19 0-4-16,15 5-5 0,-15-5-2 16,14 3-4-16,-9 1 0 0,3 1 1 15,-2 3 3-15,1 2 9 0,-1 3 2 0,1 3 11 16,-1 2 7-16,0 1 4 0,2-1 3 15,-5 0 6-15,3-2 13 0,0 1 15 0,-5-3 9 16,1-2-35-16,1-1-32 0,-3-1 0 16,2-2 0-16,-4 1 0 0,2-1 0 0,-5 1 0 15,0-1 0-15,-3 0 0 16,-3 0 0-16,-2 0 0 0,-6 0 0 0,1-3 0 16,-3-1 0-16,-1 2 0 0,5-2 0 0,1-2 0 15,1-1 0-15,-1-1 0 16,3 0 0-16,13 0 0 0,-21 0 0 0,10 0 0 15,11 0 0-15,-18 0 0 0,18 0 0 16,-14-1 0-16,14 1 0 0,-9 0 0 0,9 0 0 16,-13-2-623-16,13 2-150 0,0 0-152 15,0 0 72-15,0 0-853 0,0 0-1141 0</inkml:trace>
  <inkml:trace contextRef="#ctx0" brushRef="#br0" timeOffset="7781.69">15024 2900 4645 0,'4'-16'25'0,"-2"3"98"0,-1 1 76 0,-1 4 68 0,0 1 24 0,0 7 2 0,0-10-19 0,0 10-30 0,0 0-32 0,0 0-26 15,0 0-6-15,0 0 16 0,-1 28-11 16,-1-2-15-16,2 15-13 0,-4 5-9 0,2 12-13 15,0 2 5-15,-1 0-19 0,-1-3-121 16,1-11 0-16,1-1 0 0,0-3 0 16,-1-4 0-16,1-2 0 0,0-8 0 15,0-8 0-15,2-2 0 0,-2-5 0 0,2-1 0 16,-1-2 0-16,1 1 0 0,0-5 0 16,0-6 0-16,0 11 0 0,0-11 0 15,0 0 0-15,1 7 0 0,-1-7 0 0,0 0 0 16,0 0 0-16,0 0 0 0,0 0 0 15,0 0 0-15,0 0 0 0,0 0 0 0,18-16 0 16,-18 16-733-16,0-6-265 0,0 6 86 16,0 0 102-16,-7-10-801 0,7 10-1052 0</inkml:trace>
  <inkml:trace contextRef="#ctx0" brushRef="#br0" timeOffset="8532.12">16606 2902 4254 0,'1'-4'-117'0,"-1"4"66"0,2-10 51 0,-2 10 59 0,2-12 36 0,-2 12 49 16,2-7 31-16,-2 7 28 0,2-10 22 16,-2 10 1-16,0 0 12 0,0-10 3 0,0 10-2 15,0 0-14-15,0-7-14 16,0 7-21-16,0 0-23 0,0 0-18 0,0 0 26 15,0 0 21-15,-4 36 2 0,2-12 0 16,0 11-4-16,-1 8 4 0,-1 0-39 0,0 1-159 16,4 2 0-16,-3-3 0 0,1-1 0 15,4-1 0-15,-7-5 0 0,5-7 0 0,0-5 0 16,0-3 0-16,3-4 0 0,-3-3 0 16,0-1 0-16,2-1 0 0,-2-4 0 15,0 1 0-15,0-1 0 0,0-8 0 16,0 12 0-16,0-12 0 0,2 6 0 0,-2-6 0 15,0 0 0-15,0 0 0 0,0 0 0 16,0 0 0-16,0 0 0 0,5-21-626 16,-1 11-236-16,-1 0-77 0,1 1 107 0,4-1-845 15,-2 0-1114-15</inkml:trace>
  <inkml:trace contextRef="#ctx0" brushRef="#br0" timeOffset="8931.87">16909 3076 4905 0,'-6'-4'58'16,"6"4"46"-16,-5-6 44 15,5 6 34-15,0 0 34 0,-11-4 14 0,11 4 15 16,0 0 12-16,-14 22 3 0,6-8-8 16,2 1-23-16,0 2-20 0,3 0-13 15,1 3-11-15,2-3-8 0,2 1-5 0,-1-1-10 16,5-1-158-16,2 1-4 0,3-1 0 15,2-4 0-15,7-3 0 0,1-1 0 0,-3-4 0 16,4-1 0-16,-3-3 0 0,0-2 0 16,0 1 0-16,-2-3 0 0,-2 1 0 0,-2-4 0 15,1-2 0-15,-3 1 0 0,1-8 0 16,-3-3 0-16,-5-2 0 0,0-1 0 16,-4 1 0-16,-4-3 0 0,0 2 0 15,1 2 0-15,-8 2 0 0,2 2 0 0,-2 0 0 16,-1 8 0-16,-3 1 0 0,2 0 0 15,-2 5 0-15,-1 1 0 0,3-1 0 0,-2 5 0 16,3-3 0-16,1 2 0 0,11-2-69 16,-17 2-468-16,17-2-69 0,-10 3-90 15,10-3-138-15,0 0 18 0,0 0 96 0,0 0-611 16,0 0-787-16</inkml:trace>
  <inkml:trace contextRef="#ctx0" brushRef="#br0" timeOffset="9416.23">17551 2934 3967 0,'-2'-7'126'0,"2"7"70"0,-2-13 74 15,2 13 48-15,0-8 19 0,0 8-6 16,0 0-27-16,0 0-33 0,-4-6-31 0,4 6-6 16,0 0 20-16,0 0 4 0,-3 29-13 15,1-12-15-15,4 1-19 0,-2 6-23 0,3 2-11 16,-1 7-143-16,6-1-34 0,-3-6 0 15,2-6 0-15,-2-1 0 0,4 0 0 0,-3-5 0 16,-1 0 0-16,0-5 0 16,2 1 0-16,3-3 0 0,2-5 0 0,-1 0 0 15,4-2 0-15,0-4 0 0,8-1 0 16,-4-7 0-16,8 0 0 0,-2-9 0 0,0 1 0 16,-4-2 0-16,-1 2 0 0,-2 4 0 15,-7 3 0-15,-4 3 0 0,1 1 0 0,-2 2 0 16,1 2 0-16,-3 2 0 0,-4 3 0 15,0 0 0-15,0 0 0 0,0 0 0 16,6 24 0-16,-8-6 0 0,-2 7 0 0,-1 8 0 16,-1 0 0-16,0 4 0 0,3-3 0 15,-2-3 0-15,5-7 0 0,0-1 0 16,2 0 0-16,1-4 0 0,-1-4 0 16,-1-1 0-16,-1-2 0 0,2-1 0 0,0-2 0 15,-2 0 0-15,2 0 0 0,-2-9 0 16,0 10 0-16,2-6 0 0,-2-4 0 0,2 9 0 15,-2-9 0-15,3 5 0 0,-3-5 0 16,0 0 0-16,0 0 0 0,0 6 0 0,0-6-341 16,0 0-688-16,0 0 88 0,-14 2 106 15,14-2-881-15,0 0-1149 0</inkml:trace>
  <inkml:trace contextRef="#ctx0" brushRef="#br0" timeOffset="10065.2">19543 2943 4706 0,'1'-16'-31'0,"1"3"63"15,2 4 61-15,0 0 56 0,-3 3 55 0,-1 6 24 16,0-8 16-16,0 8-6 0,0 0-21 16,0 0-20-16,0 0 34 0,0 0 33 15,0 0 8-15,-5 43-6 0,-1-8-3 0,1 9-2 16,-3 7-18-16,2 1-129 0,2-8-114 16,1-1 0-16,-1 0 0 0,2-3 0 15,2-3 0-15,0-6 0 0,0-6 0 16,0-4 0-16,0-3 0 0,0-3 0 0,0 0 0 15,0-3 0-15,0-1 0 0,0-2 0 16,0-1 0-16,0-2 0 0,0 1 0 0,0-7 0 16,0 8 0-16,0-8 0 0,0 0 0 15,0 0 0-15,0 0 0 0,0 0-155 0,0 0-518 16,20-21-143-16,-9 10-97 0,0-1 84 16,1-2-805-16,-1 2-1073 0</inkml:trace>
  <inkml:trace contextRef="#ctx0" brushRef="#br0" timeOffset="10331.74">19857 2968 4699 0,'3'-18'-11'0,"-1"7"77"15,2 1 70-15,1 0 65 0,-4 4 48 16,1 1 25-16,-2 5-20 0,0 0-22 16,2-8-14-16,-2 8 37 0,0 0 8 0,7 25-7 15,-7-4-14-15,4 14-7 0,0 5-6 16,-4 1-23-16,0 2-20 0,0 1-185 0,-2-1-1 15,0-1 0-15,0-3 0 0,0-3 0 16,1-4 0-16,-1-9 0 0,-2 0 0 0,2-5 0 16,0-1 0-16,2-3 0 0,0-2 0 15,-1-4 0-15,1 1 0 0,-2-3 0 16,2-6 0-16,0 8-70 0,0-8-456 16,0 0-135-16,0 0-220 0,0 0 8 15,24-23 103-15,-12 9-730 0,2-10-946 0</inkml:trace>
  <inkml:trace contextRef="#ctx0" brushRef="#br0" timeOffset="10681.87">20186 3055 4388 0,'-3'-8'59'0,"-1"1"62"0,4 7 49 16,-4-9 44-16,4 9 37 0,0 0 16 0,-1-8-9 15,1 8-14-15,0 0-25 0,0 0-16 16,5-11-22-16,4 8-18 0,2-2-16 15,9 2-12-15,-1-1-14 0,3-1-14 16,-2 2-7-16,-3 2-14 0,-2 0 3 0,1 2 4 16,-3 3 18-16,3 3 29 0,-2 6 35 15,-3 3-26-15,3 9-149 0,-3 6 0 16,-5-5 0-16,0 6 0 0,-4-3 0 0,-2 0 0 16,0-2 0-16,0 9 0 0,-4-2 0 15,4-5 0-15,-1-5 0 0,1-4 0 0,-3-2 0 16,3-3 0-16,-2 0 0 0,2-3 0 15,0 0 0-15,0-4 0 0,0 1 0 0,0-3 0 16,0 0 0-16,0-6 0 0,0 10 0 16,0-10 0-16,-2 7 0 0,2-7 0 15,-5 6 0-15,5-6-347 0,-10 0-667 16,10 0 66-16,0 0 108 0,0 0-875 0,-19-11-1148 16</inkml:trace>
  <inkml:trace contextRef="#ctx0" brushRef="#br0" timeOffset="11297.9">21818 2906 4659 0,'-2'-14'-74'0,"2"4"52"0,0-1 70 16,0 3 52-16,0 1 54 0,0 7 46 0,4-12 43 15,-4 12 13-15,0-8-5 0,0 8-13 16,0 0-26-16,0 0-14 0,0 0 37 16,0 0 4-16,0 0-9 0,-6 33-11 15,4-12-16-15,0 6-12 0,0 10-18 0,0 3-17 16,0-3-74-16,-2 3-82 0,4-1 0 16,-3-2 0-16,1 1 0 0,0-9 0 0,0-2 0 15,0-2 0-15,2-4 0 0,-1-2 0 16,1-2 0-16,-2 1 0 0,2-6 0 0,0 2 0 15,0-1 0-15,0-5 0 0,0 0 0 16,0-1 0-16,0 0 0 0,0-7-224 16,3 8-127-16,-3-8-88 0,8 2-111 0,-8-2-116 15,15-7-181-15,-5-5 74 16,1 2-703-16,3-1-925 0</inkml:trace>
  <inkml:trace contextRef="#ctx0" brushRef="#br0" timeOffset="11931.87">22528 2896 3737 0,'10'-8'-127'16,"-4"2"53"-16,2-1 48 0,-3 3 42 0,2-2 45 15,-7 6 46-15,11-9 26 16,-6 6 22-16,-5 3 22 0,11-7 15 0,-5 3 18 15,-6 4 15-15,10-6 19 0,-10 6 3 16,6-6 10-16,-6 6-2 0,1-6-23 16,-1 6-15-16,2-9-28 0,-2 9-21 0,0 0-16 15,-9-14-16-15,-1 9-16 0,-3 0-16 16,0 3-10-16,-5-1-7 0,-1 1-7 0,2 0-9 16,0 2-7-16,0 0-10 0,0 2-6 15,2-2-4-15,1 0-4 0,14 0 3 16,-27 2-15-16,16-2-3 0,11 0-3 15,-17 2 1-15,17-2-7 0,-17 1 1 16,17-1 1-16,-16 6-5 0,9-5-5 0,-1 4 3 16,-2 2 1-16,3 0 0 0,-1 0 0 15,3 1 2-15,-1 4-8 0,0-1 2 0,4-1 5 16,4 3-3-16,0 3-2 0,4 0 1 16,5 1 0-16,9 4-3 0,-2-1 4 0,5-1-4 15,0-2 4-15,2 4-4 0,-3-4 7 16,3 3 21-16,-1 2 31 0,-3-1-50 15,-3 1-15-15,0-1 0 0,-5-2 0 0,-1-4 0 16,-7-1 0-16,3 0 0 16,-5-1 0-16,3 0 0 0,-4-3 0 0,-2 0 0 15,0 0 0-15,-2-1 0 0,-2 1 0 16,1-1 0-16,-5 0 0 0,1-3 0 0,-3 0 0 16,-3 0 0-16,-3-1 0 0,-1 1 0 0,0-3 0 15,0 1 0-15,3-3 0 0,1-1 0 16,-2 3 0-16,15-3 0 0,-25-3 0 15,12 2 0-15,2-1 0 0,11 2 0 0,-22-4 0 16,11 3 0-16,1-3 0 0,1 1 0 16,0 1 0-16,9 2 0 0,-16-4 0 15,10 3 0-15,6 1-580 0,-11-7-428 0,11 7 77 16,2-8 112-16,-2 8-832 16,11-9-1087-16</inkml:trace>
  <inkml:trace contextRef="#ctx0" brushRef="#br0" timeOffset="12417.25">22998 2944 4773 0,'2'-17'-4'0,"-1"3"70"0,5 1 47 0,0 3 36 0,1-2 19 15,1 3 11-15,1-1 1 0,3 0-17 0,1 3-12 16,-2-1-20-16,3 4-14 0,-3-1-13 15,2 4-10-15,1 1-6 0,-1 3-13 16,-1 0-7-16,1 5-9 0,-4 3-3 0,2 2-1 16,-6 0-13-16,-1 4 6 15,-4 1-6-15,-2-1 3 0,-5 2-6 0,-6 12 8 16,-3-2 25-16,-4 2 1 0,-3-4 20 16,1-2 6-16,1-1 5 0,3-1 6 0,4-6-5 15,4-5-9-15,0 0 11 0,5-1 13 16,1-3 12-16,4 1-100 0,4 0-32 0,1 2 0 15,9 1 0-15,3-1 0 0,6 5 0 16,4 3 0-16,-4-1 0 0,-1-2 0 0,-5-2 0 16,-2 0 0-16,1-2 0 0,-7 1 0 15,-2-2 0-15,0-1 0 0,-3 2 0 0,-4-2 0 16,-4 1 0-16,-3-1 0 16,-4 1 0-16,-3-1 0 0,-8 0 0 0,-6 2 0 15,1-4 0-15,-7-1 0 0,1 1 0 16,5-3 0-16,3-4 0 0,0 1 0 0,1 0 0 15,3-2 0-15,-1 0 0 0,-1-2 0 16,5-1 0-16,-2 0 0 0,6 1 0 16,0 0 0-16,1-2 0 0,1 1 0 0,3 0-973 15,-1-1-12-15,0 3 112 0,10 1-950 16,-15-2-1250-16</inkml:trace>
  <inkml:trace contextRef="#ctx0" brushRef="#br0" timeOffset="13997.64">3516 2623 2520 0,'5'-12'237'15,"-1"3"-47"-15,0 3-6 0,-4 6-11 16,3-8 7-16,-3 8-18 0,0-6-33 16,0 6-10-16,0 0 47 0,-9 20 36 0,-4 12 15 15,-10 11 2-15,-4 11 7 0,-11 15 4 16,-6 4 0-16,2 0-5 0,-4 0-2 0,16-14-10 16,1-1-21-16,3-6-14 15,5-1 15-15,2-7-11 0,8-10-12 0,1-2-13 16,4-10-11-16,2-2-4 0,2-4 1 15,0-5 0-15,2 1 4 0,0-4 3 16,2 2-2-16,4-3-93 0,2-3-55 0,3 2 0 16,7-4 0-16,0-1 0 0,5-1 0 15,6 0 0-15,0-1 0 0,1-1 0 0,8-1 0 16,-4 0 0-16,-5 3 0 16,-4-3 0-16,0 0 0 0,-5 1 0 0,-1 1 0 15,-1-1 0-15,-3 0-225 0,0 1-148 0,-2-2-95 16,1-3-90-16,-1 0-128 0,-4 0-152 15,0 0 67-15,-4 1-682 0,1 2-902 16</inkml:trace>
  <inkml:trace contextRef="#ctx0" brushRef="#br0" timeOffset="14263.86">3668 3248 4237 0,'0'0'-1'0,"0"0"-2"15,7-2 13-15,-7 2 64 0,0 0 49 16,0 0 34-16,18 12 18 0,-11-4 9 0,3 3 1 16,0 0-2-16,-3 0 11 0,2 2-7 15,-1-2 15-15,-2 1 2 0,0 0 0 16,-2 0-1-16,-3 0-12 0,-1 1-10 0,-3-2-16 16,-3 4-14-16,-4 0-14 0,-1 2-15 15,-3-3-11-15,-6 5-31 0,2-3-45 0,3-7-85 16,-2 4-100-16,4-5-107 0,-3 0-115 15,3-3-127-15,-1-2-183 0,3-1-144 16,2 0 75-16,9-2-645 0,0 0-848 0</inkml:trace>
  <inkml:trace contextRef="#ctx0" brushRef="#br0" timeOffset="18466.48">5684 5616 1557 0,'0'0'351'0,"2"-9"-64"0,-2 9-27 0,0 0-6 16,3-11-2-16,-3 11-9 0,0-7-14 0,0 7-18 16,0 0-3-16,0 0-3 0,0-8-12 15,0 8-9-15,0 0-14 0,0 0-7 0,0 0-15 16,0 0-12-16,0 0-13 0,-3-10-16 15,3 10-12-15,0 0-4 0,0 0-13 0,0 0-9 16,0 0-6-16,0 0 0 16,0 0-4-16,0 0 1 0,0 0-4 0,0 0 3 15,0 0 4-15,0 0 0 0,0 0 4 16,0 0 1-16,-2-7 3 0,2 7 8 16,0 0-4-16,0 0 0 0,0 0 9 0,0 0-10 15,0 0 1-15,0 0 0 0,0 0-1 16,0 0 2-16,0 0-4 0,0 0-9 0,0 0-2 15,0 0-2-15,0 0-4 0,0 0-11 16,0 0-6-16,0 0 1 0,0 0-6 0,0 0-2 16,0 0-2-16,0 0-9 15,0 0-4-15,0 0 2 0,0 0 5 0,0 0-8 16,0 0 3-16,0 0 7 0,0 0 11 0,0 0 2 16,0 0 4-16,0 0 1 15,0 0 3-15,0 0-5 0,0 0 2 0,0 0 3 16,0 0 3-16,0 0 2 0,0 0-7 15,0 0-2-15,0 0-24 0,0 0-18 0,0 0 0 16,0 0 0-16,0 0 0 0,0 0 0 16,0 0 0-16,-2 29 0 0,0-17 0 0,2 0 0 15,0 5 0-15,-2 0 0 0,2 2 0 16,0 2 0-16,-1 1 0 0,-1 1 0 16,0 0 0-16,0 0 0 0,2-3 0 15,-2 3 0-15,2-3 0 0,-2-3 0 16,2 2 0-16,-2 0 0 0,1-2 0 0,-1-2 0 15,2-1 0-15,0-2 0 0,-3 2 0 16,3-4 0-16,0-1 0 0,0 1 0 0,3-2 0 16,-3 2 0-16,0-5 0 0,2 3 0 15,-1 1 0-15,1-2 0 0,2-1 0 0,-4-6 0 16,11 7 0-16,-2-3 0 16,1-2 0-16,-10-2 0 0,27 0 0 0,-14 0 0 0,1 0 0 15,3-2 0-15,0-2 0 0,4-3 0 16,-2 3 0-16,2-5 0 0,0 0 0 0,-4 1 0 15,3-3 0-15,-6-1 0 16,4 0 0-16,-2-2 0 0,-2 2 0 0,-1-2 0 16,-2-1 0-16,3 1 0 0,-5-3 0 15,3 2 0-15,-6-1 0 0,1 3 0 16,-3-3 0-16,2 2 0 0,-3 1 0 0,2 1 0 16,-3 0 0-16,1-1 0 0,-3 5 0 15,2 0 0-15,0-2 0 0,0 5 0 0,0-2 0 16,-2 7 0-16,0-11 0 0,4 5 0 15,-4 6 0-15,1-6 0 0,-1 6 0 0,0 0 0 16,0 0 0-16,0 0 0 0,0 0 0 16,0 0 0-16,-9 26 0 0,5-9 0 0,-3 6 0 15,-1 9 0-15,0 6 0 16,-3 11 0-16,3-7 0 0,2-1 0 0,-1-1 0 16,3-1 0-16,-1-2 0 0,-2-2 0 15,5-8 0-15,-1-3 0 0,1-5 0 0,0-4 0 16,0-1 0-16,0-1 0 0,2-2 0 15,0-1 0-15,0-2 0 0,-1 0 0 16,1-8 0-16,0 9 0 0,0-9 0 0,-4 9 0 16,4-9 0-16,0 0 0 0,0 7 0 15,0-7 0-15,0 0 0 0,0 0 0 0,0 0 0 16,0 0 0-16,0 0 0 16,0 0-539-16,9-16-263 0,-5 11-121 0,1-5 80 15,6 4-886-15,-6-2-1162 0</inkml:trace>
  <inkml:trace contextRef="#ctx0" brushRef="#br0" timeOffset="18930.12">6393 5796 4325 0,'8'-2'-272'0,"-8"2"60"0,13 2 56 0,-13-2 52 16,10 12 51-16,-8-6 43 0,-2 5 38 16,-2 1 40-16,-3 3 20 0,0 5 24 15,-3 3 16-15,-1 6 12 0,-3 2 9 0,3-2 2 16,2-6 5-16,-4-6-7 0,6 7-11 16,-1-7-10-16,4-3-9 0,1 3-12 0,1-4-8 15,1-1-8-15,1-2-5 0,2 1-8 16,1-4-10-16,6-4 0 0,-2-1-10 15,-9-2-4-15,19 2-4 0,-19-2-15 0,22-2 21 16,-11-2 31-16,-4 1 9 0,-7 3 9 16,9-12 18-16,-7 5 20 0,-2-1 9 0,-4-4 10 15,-1 0-2-15,-3-5-12 0,-2 3-14 16,-4-9-11-16,-2 5-12 0,-1-3-12 0,0-4-13 16,2 7-7-16,1 3-9 15,5-1-6-15,-2-1-2 0,-1 3-8 0,2 1-5 16,3 0-6-16,3 3-5 0,1 0-5 15,-2 0-5-15,5-3-22 0,0 5-27 0,7-2-35 16,-4-1-43-16,5-1-53 0,1 3-55 16,7 1-68-16,-4 0-99 0,8 0-110 0,-2 6-117 15,4-1-228-15,-1 3 64 0,7 3 97 16,7 1-572-16,-1 2-702 0</inkml:trace>
  <inkml:trace contextRef="#ctx0" brushRef="#br0" timeOffset="19412.61">6102 5259 3195 0,'-37'-9'-87'0,"1"4"25"15,-6 3 13-15,0 5 22 0,-6 3 33 16,-7 9 38-16,-3 7 34 0,-3 7 42 16,-16 16 20-16,3 8 11 0,5 8 9 0,4 5 13 15,6 3 15-15,8 4 14 0,7 3 7 16,10 6 6-16,9 0 11 0,16-12-9 0,7 2 0 16,7-4-4-16,13 2-18 0,16 11-14 15,11-4-37-15,9-7-9 0,12-7-13 0,9-10-12 16,8-4-8-16,11-11-13 0,5-9-26 15,-2-7-31-15,-17-13-32 0,2-9-33 16,0-4-13-16,1-9 0 0,14-8 7 0,-10-8 4 16,-2-5 0-16,-3-6 9 0,-7-3 13 15,-3-3 24-15,-12-7 17 0,-5-4 24 0,-6-4 25 16,-10-12 20-16,-12 13 12 16,-13-8-4-16,-3-5-14 0,-11-9-8 0,-13-19-17 15,-12-1-9-15,-12 7-12 0,-15 6-6 16,-9 14-12-16,-7 7-18 0,-9 19-18 0,-3 11-30 15,14 19-43-15,-11 7-46 0,0 10-47 16,-4 9-56-16,3 5-67 0,-14 12-81 0,22-2-85 16,7 2-168-16,4 5-114 15,0-2 77-15,17-2-512 0,12-5-647 0</inkml:trace>
  <inkml:trace contextRef="#ctx0" brushRef="#br0" timeOffset="20169.28">6783 6512 3098 0,'-2'-10'3'0,"1"1"42"0,-5-1 34 0,4 1 47 0,0 2 39 16,2-1 37-16,-1 3 27 0,1 5 17 15,-8-12 13-15,6 7 3 0,2 5-38 0,-2-9-18 16,2 9-8-16,0 0-37 16,-4-8-17-16,4 8-11 0,0 0 33 0,0 0 13 15,12 32 10-15,3-3 1 0,11 10-5 0,9 2 11 16,18 13-9-16,17 1-16 0,9 2-16 15,11 1-15-15,10 3-13 0,11 0-5 16,7 2-18-16,35 14 12 0,-33-21 10 0,2 2-68 16,-6-6-58-16,-10 0 0 0,-9-6 0 15,-11-3 0-15,-13-6 0 0,-24-8 0 0,-2-5 0 16,-17-7 0-16,-8 0 0 16,-2-5 0-16,-11-2 0 0,1 0 0 0,-4-3 0 15,-5 0 0-15,-1 0 0 0,2-2 0 16,-2-5 0-16,0 9 0 0,0-9 0 0,-2 5 0 15,2-5 0-15,0 0 0 0,-1 8 0 16,1-8 0-16,0 0 0 0,-8 2 0 0,8-2 0 16,0 0 0-16,0 0 0 0,0 0-781 15,-16-11-200-15,16 11 102 0,-7-8-1008 16,3 5-1312-16</inkml:trace>
  <inkml:trace contextRef="#ctx0" brushRef="#br0" timeOffset="20980.75">8882 7239 4683 0,'4'-3'-224'0,"-4"3"76"0,7-5 66 0,-3 1 59 0,-4 4 64 0,7-6 54 15,-7 6 38-15,7-2 29 0,-7 2 22 0,0 0 10 16,7-8 8-16,-7 8 0 0,0 0 0 15,0 0-6-15,0 0 3 0,4-7-15 16,-4 7-1-16,0 0-11 0,0 0-10 16,0 0-6-16,0 0-11 0,0 0-22 0,-16-8-8 15,16 8-8-15,-22-4-16 0,6 7-7 16,-5-2-9-16,-3 3-5 0,-1-1-10 0,-11 7-8 16,-1 2-7-16,5 2-1 0,1 1-5 15,6 1-5-15,1 1-3 0,5-2-4 16,6-3-3-16,3 1 1 0,4 0 2 0,3-1 6 15,5 0 5-15,1 3-9 0,9-1-29 16,9 5 0-16,4 1 0 0,-1-3 0 0,5-1 0 16,-2 0 0-16,3-1 0 0,-3 0 0 15,0-1 0-15,-3 2 0 0,-5-3 0 16,-4 0 0-16,-1-3 0 0,-5 0 0 16,1 2 0-16,-4-1 0 0,-2 0 0 0,-4 0 0 15,-2 0 0-15,-2-2 0 0,-4 1 0 16,-1 2 0-16,-4 0 0 0,-3 1 0 0,-1-1 0 15,-4-3 0-15,2 0 0 0,-2 0 0 16,2-1 0-16,3-2 0 0,1-1 0 0,3-1 0 16,-4-1 0-16,3 0 0 0,1 1 0 15,1-2 0-15,3-2 0 0,-4 1 0 0,12-1 0 16,-14 1 0-16,14-1 0 0,-16-1 0 16,16 1 0-16,0 0 0 0,-13-3 0 15,13 3-608-15,0-7-365 0,0 7 70 16,9-15 105-16,2 8-872 0,11-6-1105 0</inkml:trace>
  <inkml:trace contextRef="#ctx0" brushRef="#br0" timeOffset="21363.06">9412 7374 4255 0,'0'-8'-49'0,"-4"3"83"0,4 5 54 0,-7-11 47 0,0 8 31 0,7 3 18 15,-18-2 22-15,18 2 12 0,-47 15 17 16,13-4-15-16,-9 11 6 0,0 5-11 16,4 2-5-16,1 3-1 0,0 2-12 0,3-1-10 15,4 1-17-15,13-6-17 0,0-1-12 16,3-3-12-16,7-2-12 0,4-5-9 0,3-2 0 16,2-2-10-16,1-1-10 0,8-3-9 15,2 3-15-15,3-8-64 0,2 2 0 16,2-4 0-16,4-2 0 0,1-4 0 0,1 0 0 15,-2-3 0-15,-3 4 0 0,-2-6 0 16,-2 3 0-16,-3-2 0 0,-1-2 0 0,-5 1 0 16,-3-1 0-16,0 0 0 15,-4 2 0-15,-2-3 0 0,0 1 0 0,-3 2 0 16,-4-3 0-16,2-1 0 0,-1 4 0 16,-6-3 0-16,3 5-53 0,2 0-159 0,-3 0-76 15,-3 0-99-15,4 3-119 0,-3 1-140 16,0 2-187-16,-2-2 61 0,1 1 90 0,1 1-615 15,1-3-754-15</inkml:trace>
  <inkml:trace contextRef="#ctx0" brushRef="#br0" timeOffset="21781.98">8911 6874 3752 0,'-37'-6'-20'0,"-5"10"29"0,-4 2 44 0,-12 12 45 0,1 6 40 0,-14 16 38 0,-1 9 19 15,1 12 21-15,2 5 12 0,6 11 2 16,2 7 19-16,12 4-1 0,9 0-11 0,11 0 3 16,18-14-13-16,9-2-19 0,13 0-7 15,18 16-19-15,11-12-17 0,9-8-16 16,12-6-12-16,11-10-15 0,9-7-12 0,3-12-16 15,-7-16-31-15,0-6-27 0,4-10-12 16,0-10-5-16,20-10-7 0,-5-3 4 16,-7-9-4-16,-3-6 0 0,-6-2 12 15,-7-4 12-15,-12-6 13 0,-4-3 23 0,-16 4 9 0,-5-3 6 16,2-20-83-16,-13 9-4 16,-3-5 0-16,-11-4 0 0,-6 0 0 0,-7-9 0 15,-5 5 0-15,-12-12 0 0,-6 23 0 16,-5 8 0-16,-13 11 0 0,-19-1 0 0,-1 18 0 15,-7 11 0-15,-7 10-50 0,-1 9-225 16,-4 5-99-16,-13 12-127 0,4 8-143 0,6 4-216 16,24-3 73-16,8 1 85 15,8-2-658-15,9 2-814 0</inkml:trace>
  <inkml:trace contextRef="#ctx0" brushRef="#br0" timeOffset="22530.58">9754 8122 3972 0,'-5'-12'14'0,"-3"2"45"0,5 3 40 16,-3 0 45-16,2 2 42 0,0-2 34 15,4 7 20-15,-6-9 14 0,6 9 1 0,-5-4-9 16,5 4-17-16,0 0-23 0,-6-8-23 16,6 8-13-16,0 0 31 0,15 26-11 15,6-2 4-15,13 9-12 0,11 3-8 0,20 12-15 16,8 0-15-16,15 2-15 0,11-3-11 15,6 2-13-15,9 4-9 0,6 0-74 0,9-3-22 16,-4-2 0-16,3-2 0 0,-6-3 0 16,-2-4 0-16,-11-4 0 0,-14-5 0 0,-29-8 0 15,-10-2 0-15,-11-5 0 0,-13-1 0 16,-7-6 0-16,-5 0 0 0,-5-3 0 16,-2-2 0-16,-3 0 0 0,-3-1 0 0,0 2 0 15,0-4 0-15,-7 0 0 0,11 6 0 0,-11-6 0 16,9 2 0-16,-9-2 0 15,0 0 0-15,12 2 0 0,-12-2 0 0,0 0 0 16,8 2 0-16,-8-2 0 0,0 0-362 16,0 0-475-16,0 0-99 0,0 0 100 0,0 0-939 15,0 0-1206-15</inkml:trace>
  <inkml:trace contextRef="#ctx0" brushRef="#br0" timeOffset="22962.71">12198 8582 4944 0,'-7'-10'-64'0,"-2"2"16"0,0 5 45 0,0 2 40 0,9 1 57 15,-29 2 42-15,10 8 24 0,-14 8 14 0,-3 7 12 16,-3 7 9-16,-2 2-9 15,5 4 0-15,4 3-4 0,-1 1-4 0,7 1-12 0,2 2-15 16,8 0-12-16,6-7-10 0,0-4-14 16,10-5-9-16,0-5-8 0,2 1-12 15,2-2-10-15,4-3-5 0,3-3-8 16,2-1-4-16,3-3-5 0,2-3-11 0,-2-5-24 16,4 0-4-16,-4-3-8 0,2-2 3 0,-3-2-3 15,0 0 13-15,-2-1-10 0,-1-2 16 16,-3-3 8-16,1 1 4 0,-7-5 2 15,-1 0-2-15,0-1-10 0,-2-1-28 16,-4 0 0-16,1 1 0 0,-3 1 0 0,1 1 0 16,-6 1 0-16,4 2 0 0,-2-1 0 15,0 2 0-15,-5 4-8 0,3-1-144 0,-3 4-53 16,3 0-62-16,-2 0-83 0,1 2-94 16,1 2-94-16,3-1-148 0,8-3-95 15,-14 3 77-15,14-3-676 0,-1 4-832 0</inkml:trace>
  <inkml:trace contextRef="#ctx0" brushRef="#br0" timeOffset="23329.63">12550 8734 4099 0,'-6'-10'84'0,"-1"5"37"0,-4 1 39 16,-1 4 41-16,12 0 37 0,-31 11 18 0,5 2 4 15,-3 8 7-15,0 1-4 16,-5 11-8-16,6 5-11 0,-3 3-32 0,2-3-17 16,5 6-22-16,3-3-12 0,10-5-16 15,-1-4-17-15,7-1-10 0,3-4-14 0,4-5-5 16,1-5-8-16,1 0-1 0,4-1-6 16,3-1-2-16,2-5-21 0,-1-3-61 0,3-2 0 15,1-3 0-15,-1 0 0 0,-2-4 0 16,0 0 0-16,1-1 0 0,-1-2 0 0,-2-4 0 15,1 1 0-15,-4-1 0 16,-3-2 0-16,-1 2 0 0,-1-3 0 0,-3 4 0 0,-1-1 0 16,-3 1 0-16,-3 0 0 15,-3 4 0-15,0 0 0 0,-3 2 0 0,-1 2 0 16,1 0-1-16,-8 1-485 0,3 2-137 16,-4-1-209-16,1 0-30 0,3 2 105 0,0-4-818 15,3 2-1016-15</inkml:trace>
  <inkml:trace contextRef="#ctx0" brushRef="#br0" timeOffset="23779.47">12221 8081 4507 0,'-57'9'-84'0,"-2"8"53"0,-11 8 62 0,-11 18 51 16,-5 8 53-16,4 13 38 0,-4 13 25 16,5 12 17-16,-2 4 19 0,11 8-1 0,3 7 0 15,15 2-11-15,9 1-10 0,13-1-13 16,13-3-23-16,11-6-15 0,12-23-18 16,13 14-12-16,10-12-8 0,11-10-13 0,12-5-7 15,9-13-6-15,-4-17-12 0,4-6-9 0,5-12-7 16,4-9-9-16,6-8-6 0,2-10-6 15,20-9 1-15,1-10-5 0,-4-10-7 16,0-2-2-16,1-13-4 0,-9-1-31 16,-4-3 0-16,-9-3 0 0,-4-5 0 0,-5-3 0 15,-13-4 0-15,-9-2 0 0,-2 0 0 16,-17 10 0-16,-2-2 0 0,-9-1 0 0,-11 0 0 16,-4 4 0-16,-9 2 0 0,-10 7 0 15,-11 8 0-15,-7 8 0 0,-13 8 0 0,-5 9 0 16,-10 8 0-16,-4 6-160 0,-4 8-57 15,-2 5-65-15,4 3-96 0,3 8-110 0,4-1-161 16,7 3-189-16,7-3 87 0,17-1 83 16,2-2-611-16,12-1-738 0</inkml:trace>
  <inkml:trace contextRef="#ctx0" brushRef="#br0" timeOffset="24397.56">13235 9319 3762 0,'-12'-7'139'0,"-1"2"16"0,2 0 24 0,-2 1 34 0,13 4 38 16,-12-5 46-16,4 2 21 0,8 3-1 15,0 0-12-15,0 0 22 0,0 0 13 0,0 0-4 16,15 22-15-16,17-3-27 0,16 3-15 15,11 4-37-15,24 9-126 0,3 0-116 0,2 2 0 16,2-2 0-16,-4 5 0 0,-4-1 0 16,-4-3 0-16,-19-8 0 0,-6-1 0 0,-3 0 0 15,-6-5 0-15,-14-7 0 16,-1-1 0-16,-10-4 0 0,-6-3 0 0,1 1 0 16,-5-3 0-16,0 0 0 0,-1-1 0 15,-2 1 0-15,-6-5 0 0,11 5 0 0,-7-4 0 16,-4-1 0-16,0 0 0 0,0 0 0 15,16 0 0-15,-16 0 0 0,0 0 0 0,9-8-80 16,-3 5-623-16,-5-2-190 0,3 0-1 16,3-1 109-16,-2 0-860 0,1 2-1082 0</inkml:trace>
  <inkml:trace contextRef="#ctx0" brushRef="#br0" timeOffset="24761.93">14653 9513 4767 0,'-23'-7'104'0,"-1"2"35"15,6 0 37-15,0 3 52 0,3 0 42 0,2 0 34 16,13 2 21-16,-20 4-3 0,11 1-8 16,5 2-17-16,1 0-18 0,3-7-21 0,7 15-26 15,7-3-56-15,4 0-176 0,11 4 0 16,3 1 0-16,4-2 0 0,0 0 0 0,-4 5 0 15,-3-2 0-15,-5 3 0 16,-7 2 0-16,0 6 0 0,-13 5 0 0,-2 4 0 16,-8 3 0-16,-9 10 0 0,-1 2 0 15,0-2 0-15,-4-1 0 0,5-4 0 0,-4 1 0 16,6-11 0-16,1-5 0 0,1 0 0 16,4-8 0-16,0-3 0 0,3-7 0 15,-1-1 0-15,1-1 0 0,2-3 0 0,2-2 0 16,0-6 0-16,0 6 0 0,0-6 0 15,0 0-336-15,0 0-618 0,22-25 31 16,-11 7 104-16,8-5-936 0,0-6-1185 0</inkml:trace>
  <inkml:trace contextRef="#ctx0" brushRef="#br0" timeOffset="24962.07">14620 9936 5317 0,'-26'-1'197'0,"-1"-3"21"15,5 0 57-15,8 3 52 0,0-1 41 16,14 2 16-16,-19-3-8 0,9 3-31 0,10 0-17 16,0 0-272-16,0 0-56 0,0 0 0 15,0 0 0-15,45 8 0 0,-19-6 0 0,20 0 0 16,2-2 0-16,-1-2 0 0,-1-2 0 16,-3-1-729-16,5 0-237 0,-6 0 80 15,2 3 101-15,0-1-856 0,-3 3-1079 0</inkml:trace>
  <inkml:trace contextRef="#ctx0" brushRef="#br0" timeOffset="25278.67">15316 9747 4880 0,'-8'-19'88'0,"0"2"36"0,5 3 42 15,-1 2 10-15,2-1 11 0,4 1-10 0,2 3-1 16,1-1-26-16,2 5 0 0,4 2-23 15,-11 3-12-15,16 6-19 0,-6 6-6 0,-2 5 1 16,-3 8-12-16,-3 10-11 0,-7 6 3 16,-9 8 1-16,-3 4 24 0,-2-3 22 0,-1-3 24 15,0-4 25-15,2-1 18 16,6-9 27-16,1-2-24 0,0-8-188 0,8-4 0 16,1-2 0-16,0-5 0 0,4 0 0 15,1-2 0-15,10-1 0 0,-1-2 0 0,6-4 0 16,4 1 0-16,5-2 0 0,0-2 0 15,1-4 0-15,8-1 0 0,-1-5 0 0,2 0 0 16,-1-6-595-16,-2-1-265 0,7-9-40 16,2 0 91-16,-3 1-901 0,-4-6-1143 0</inkml:trace>
  <inkml:trace contextRef="#ctx0" brushRef="#br0" timeOffset="25661.97">14923 9131 4745 0,'-73'20'12'0,"12"3"31"0,-20 18 40 15,-1 10 52-15,0 12 54 0,-1 5 53 16,2 9 25-16,8 3 11 0,12 7 4 0,10 4-14 16,14 4-14-16,15 2-20 0,19-18-22 15,14 17-18-15,12-5-13 0,15 0-25 0,15-12-16 16,14-7-41-16,10-14-51 15,11-5-56-15,7-16-44 0,5-3-12 0,4-14 0 16,4-4-4-16,-19-18-2 0,23-7-11 16,-5-11-45-16,-4-8-19 0,-12-8 9 0,-5-7 15 15,-6-2 13-15,-6-11 25 0,-7-2 22 16,-10-8 20-16,-7-7 17 0,-7-2 11 0,-12-9 8 16,-10-7 7-16,-13 12 2 0,-10-5 5 15,-11-23-3-15,-12 6 0 0,-9 9-2 0,-13 9 4 16,-5 18-6-16,-11 14-2 15,4 20-1-15,-25 0 1 0,11 18-23 0,-5 9-60 16,1 6-88-16,5 6-157 0,-1 9-188 16,7 1-268-16,10-5 55 0,6 1 90 0,16-5-572 15,9-5-673-15</inkml:trace>
  <inkml:trace contextRef="#ctx0" brushRef="#br0" timeOffset="26278.11">16215 10185 3237 0,'-11'-4'60'0,"-1"-1"26"0,-1 2 10 15,2 1 19-15,-1-1 28 0,1 1 34 0,1-2 27 16,10 4 16-16,-13-1 5 0,13 1 18 0,0 0 26 0,0 0 12 15,3 20 10-15,20-4-9 0,23 6-17 16,9 4-18-16,29 5-36 0,15 0-19 0,10 0-23 16,9-4-21-16,1 4-10 15,-6-6-13-15,-4 0-14 0,-10-4-17 0,-28-7-16 16,-8 0-21-16,-10-4-13 0,-15-1-4 16,-11-5-4-16,-5 0-2 0,-4 0-6 0,-5-1-1 15,-1-3-5-15,-12 0-1 0,15-2-6 16,-15 2-14-16,0 0-24 0,5-5-41 0,-3-1-59 15,-2 6-80-15,-2-6-94 0,2 6-125 16,0 0-141-16,-7-13-212 0,1 9-15 0,6 4 84 16,-9-4-677-16,9 4-836 0</inkml:trace>
  <inkml:trace contextRef="#ctx0" brushRef="#br0" timeOffset="26728.87">18088 10256 4044 0,'2'-17'42'0,"4"4"1"0,-3 3-16 0,6 0 5 16,-4 2-7-16,3 3 4 0,-3 2-1 16,-5 3 0-16,0 0-2 0,25 14-1 0,-17 1 2 15,-5 5-5-15,-3 6 10 0,-3 12 2 16,-10 12 9-16,-7-2 14 0,-3 0 21 0,-4-2 14 15,2 1 19-15,-2-3 13 16,4-4 4-16,7-8 0 0,5-1-9 0,3-7-13 16,7-2-9-16,2-5-8 0,3 2-15 15,7-1-20-15,11-2-35 0,2 1-42 0,1-8-46 16,-4-4-29-16,-2-2 3 0,-3-3 7 16,-1 0 22-16,-4 0 28 0,-5-6 36 0,-2 0 43 15,-6-2 38-15,-6-4 39 0,-13-12 40 16,-9-7 43-16,-11-4 20 0,0-5 17 15,-7 1 13-15,2-2 5 0,0 0 7 0,6 3-16 16,4 3-7-16,4 3 9 0,7 8-26 16,9 0-121-16,3 3-102 0,12 4 0 15,1 2 0-15,5-3 0 0,13-3 0 0,2 3 0 16,11 5 0-16,2 1 0 0,3 2 0 16,5 5 0-16,1 3-377 0,0-2-112 0,2 6-110 15,-2-2-161-15,-2 2-76 0,2-2 96 16,-2 5-753-16,2 1-940 0</inkml:trace>
  <inkml:trace contextRef="#ctx0" brushRef="#br0" timeOffset="27127.63">18816 10268 3800 0,'2'-10'-84'0,"0"5"51"0,2 1 28 0,-4 4 24 0,3-8 18 16,-3 8 22-16,0 0 22 0,0 0 8 15,0 0 16-15,0 0 13 0,13 15 7 0,-15-1-3 16,-3 3 0-16,-1 5 6 0,-6 9-6 16,-4 1 1-16,-1 0 0 0,2 1-10 0,2-1-9 15,-1-3-10-15,4-5-8 0,7-1-11 16,-1-4-5-16,2-3-8 0,4-2-13 16,2-1-12-16,-2-1-13 0,1-3-6 15,5 1-3-15,-5-4-2 0,6-2-2 0,-6 1 5 16,-3-5 11-16,8 2 20 0,-8-2 25 15,0 0 34-15,0 0 39 0,0 0 38 0,-15-36 19 16,5 18 14-16,-5-11-4 0,-2-1 4 16,-8-12-1-16,4 1-5 0,2 0-9 15,6 9-10-15,-1 1-81 0,5 2-110 0,1 6 0 16,5 6 0-16,-4 1 0 0,5 4 0 16,1 1 0-16,2 0 0 0,-1 1 0 0,6 2 0 15,0 0 0-15,9-2 0 0,5 5-187 16,3 2-313-16,3-1-124 0,12 1-206 0,2 1-13 15,4 4 105-15,-2-2-782 16,3 1-965-16</inkml:trace>
  <inkml:trace contextRef="#ctx0" brushRef="#br0" timeOffset="27510.8">18293 9779 4250 0,'-98'0'20'0,"-10"5"24"0,-13 9 34 0,-2 9 51 0,-8 15 58 0,0 13 56 16,-30 24 43-16,16 9 21 0,46-11 4 15,15 12-6-15,21 10-15 0,15 3-18 0,24 4-23 16,15-5-22-16,23-1-22 16,20-1-16-16,18-8-19 0,15-5-16 0,12-7-24 15,19-7-43-15,8-8-41 0,14-4-34 16,6-8-12-16,4-11 0 0,5-9-2 0,0-10-42 15,3-12-33-15,-11-10-57 0,-5-7-35 16,-15-10-10-16,-4-8 11 0,-15-12 14 0,-10-5 16 16,-9-9 23-16,-8-8 28 0,-13-3 23 15,-7-10 19-15,-9-7 13 0,-15-4 8 0,-7-10 3 16,-12-5-2-16,-11 0 1 0,-12-4 1 16,-10 5 3-16,-6 8-1 0,-13 14-3 15,-7 12 2-15,-11 14 6 0,-4 16 0 0,5 17-1 16,-4 11-28-16,0 11-47 0,-4 5-81 15,5 8-125-15,-8 16-139 0,19-2-234 16,10 3-51-16,9-3 85 0,5-3-552 0,14-6-653 16</inkml:trace>
  <inkml:trace contextRef="#ctx0" brushRef="#br0" timeOffset="28060.71">19354 11064 3610 0,'0'0'133'0,"-12"-4"3"0,12 4 9 0,0 0 19 0,0 0 42 0,0 0 39 0,0 0 37 16,23 21 13-16,11-6-5 0,20 5-16 0,12 3-22 15,28 2-44-15,13 3-15 0,10-1-23 16,8 4-15-16,2-4-21 0,-5 2-35 16,-3 0-41-16,-9-6-43 0,-11-2-21 15,-28-7-10-15,-12-2-3 0,-6 2 5 0,-17-5 0 16,-9-3 3-16,-7-4 3 0,-4 1-1 15,-1 1-2-15,-5-2 3 0,-1 0 11 0,-1-1-16 16,-8-1 6-16,0 0 4 0,0 0-23 16,0 0-55-16,0 0-87 0,0 0-133 15,0 0-158-15,0 0-223 0,-9-16-80 0,1 12 88 16,0 1-610-16,8 3-743 0</inkml:trace>
  <inkml:trace contextRef="#ctx0" brushRef="#br0" timeOffset="28793.99">21241 11193 3776 0,'-2'-11'-4'0,"-5"1"7"0,5 3-2 16,1 1 39-16,1 0 50 0,0 6 29 16,-4-10 28-16,2 6 16 0,2 4-2 0,-2-7-12 15,2 7-11-15,-2-7-12 0,2 7-8 16,0 0-6-16,-2-7-11 0,2 7-10 16,0 0-7-16,0 0-10 0,-1-8-9 15,1 8-2-15,0 0-7 0,0 0-8 0,-2-6-5 16,2 6-2-16,0 0-3 0,0 0-2 15,0 0-2-15,0 0-4 0,0-8-5 0,0 8 0 16,5-9 0-16,-3 2-4 0,0 0-3 16,0-2-1-16,0-1 1 0,-2 0-3 0,-2-1-1 15,-2 0-1-15,0-1-2 16,-5-1 0-16,1 2-2 0,-7-1 10 0,-2 0 8 16,-2 2 4-16,-2 2 16 0,-2 4 8 15,-2 3 9-15,-1 2 13 0,-1 3-11 0,4 4 3 16,0-2 3-16,5 5 2 0,-6 7-1 15,7-1-3-15,6 1 0 0,3-5 5 0,4 2-3 16,2-1 7-16,4-2-10 0,2 2 1 16,4 1-7-16,3-1-9 0,3-1-3 15,0-2-6-15,4-3 0 0,1 2-10 0,-4-6 4 16,2 2-3-16,0-3-4 0,-6 3-8 16,3-4 0-16,-4 2-6 0,-1 0-11 0,-1-1 2 15,0 4 3-15,-3 3 3 0,1 3 9 16,-3 4 3-16,-3 5-2 0,0 5 4 0,-2 9 5 15,1 0-2-15,-3 0-4 0,-2-1 4 16,3-3-5-16,-1-3 0 0,0-5 8 0,1-1-17 16,-2-1-18-16,-1-5 0 15,3 0 0-15,-3-4 0 0,-1 5 0 0,-3-6 0 16,-1-1 0-16,0-1 0 0,-5-2 0 16,-4-1 0-16,-2-1 0 0,-1-2 0 0,-2-2 0 15,4 0 0-15,-1-2 0 0,1-2 0 16,-1-2 0-16,7 2 0 0,-2 0 0 0,0-4 0 15,3 1 0-15,3 1 0 0,2 2 0 16,1-2 0-16,-1-2 0 0,1 4 0 0,3-4 0 16,-2 1-477-16,7 5-271 0,0-9-169 15,0 9 70-15,16-9 100 0,-1-1-768 0,2 4-961 16</inkml:trace>
  <inkml:trace contextRef="#ctx0" brushRef="#br0" timeOffset="29028.48">21427 11265 4515 0,'8'-7'107'0,"-5"-1"31"16,-1 6 27-16,-2 2 18 0,0 0 29 15,0 0 63-15,0 0 40 0,0 0 9 16,-2 31-17-16,-3-9-27 0,-4 12-24 0,-2 0-29 16,2 4-20-16,0 2-18 0,-1-4-20 0,0 0-19 15,-1 0-24-15,4-4-80 16,-1-1-46-16,0-7-28 0,3-2-121 0,-3-5-78 15,4 1-77-15,-2-5-96 0,2 0-92 16,-3-3-103-16,3-2-152 0,3-3-13 0,-1 1 83 16,2-6-620-16,0 0-754 0</inkml:trace>
  <inkml:trace contextRef="#ctx0" brushRef="#br0" timeOffset="29411.62">21508 10580 3365 0,'-37'-8'-12'0,"-5"6"46"0,-6 10 24 0,-17 7 52 15,-14 18 61-15,-5 8 60 0,-6 13 42 16,4 8 37-16,0 12 14 0,7 8 5 0,8 9 0 16,6 7-6-16,13 7-24 0,14-1-26 15,14 1-28-15,12-4-23 0,12-19-22 0,13 19-18 16,10-5-20-16,14-8-17 0,3-5-27 15,7-12-38-15,11-9-36 0,1-11-29 0,-11-20-23 16,4-6-32-16,0-11-3 16,5-5-2-16,-7-11 2 0,11-1 4 0,0-9 13 0,0-6-6 15,0-5 15-15,-2-8-7 16,8-15 5-16,-6-6 1 0,-9-6 3 0,-3-9 3 16,-7-8 1-16,-4-9-2 0,-9-11-8 15,-7-6-20-15,-8-2-12 0,-13 0-13 0,-12 2-8 16,-6 12-6-16,-16 10 2 0,-1 26 2 15,-10 13-11-15,-12 5-21 0,-5 12-29 0,-9 12-45 16,-2 2-69-16,2 10-75 0,-3 8-78 16,8 3-101-16,4 4-212 0,11 2 53 15,16 0 78-15,6 0-424 0,3 1-485 16</inkml:trace>
  <inkml:trace contextRef="#ctx0" brushRef="#br0" timeOffset="29960.47">21987 11662 3231 0,'-15'-4'248'0,"1"0"-6"0,3 2-9 15,2 1 15-15,1 0 23 0,8 1 34 0,-13-3 21 16,13 3 15-16,0 0 24 0,0 0 4 16,0 0-21-16,46 20-15 0,7-6-23 15,9 4-33-15,34 8-27 0,3-3-26 16,6 4-22-16,-2-2-134 0,-4 1-68 0,-6-2 0 15,-20-7 0-15,-13 2 0 0,-4-1 0 16,-6-4 0-16,-12-3 0 0,-11-5 0 0,-8 2 0 16,-2-5 0-16,-4 1 0 0,-2-2 0 15,1 2 0-15,-2 0 0 0,-10-4 0 0,13 2-23 16,-8-2-185-16,-5 0-88 16,0 0-132-16,18-2-152 0,-18 2-220 0,5-9-24 0,-5 9 88 15,0 0-725-15,-2-8-910 0</inkml:trace>
  <inkml:trace contextRef="#ctx0" brushRef="#br0" timeOffset="30460.28">23898 11877 3987 0,'2'-6'7'0,"2"-3"47"0,-1 4 31 0,-3 5 42 0,0-9 49 16,0 9 27-16,0 0 15 0,0 0 10 15,0 0 42-15,0 0 39 0,0 0 19 0,-21 32 6 16,9 1 2-16,-3 12-15 16,2 2-6-16,1 2-1 0,1-1-15 0,3-7-19 15,2 0-280-15,2 0 0 0,2 0 0 16,2-2 0-16,2-2 0 0,0-8 0 0,0-5 0 15,0-3 0-15,0-4 0 0,0 0 0 16,-2-5 0-16,2 1 0 0,-2-3 0 0,0-3 0 16,0 5 0-16,2-6 0 0,0 0 0 15,-2-6 0-15,2 5 0 0,-2-5 0 0,0 0 0 16,0 0 0-16,16-13-293 0,-5 5-448 16,1-5-173-16,4 1 47 0,6-10 104 15,9 0-806-15,3-4-1011 0</inkml:trace>
  <inkml:trace contextRef="#ctx0" brushRef="#br0" timeOffset="30777.76">24297 12201 4581 0,'1'-7'20'0,"-1"7"37"15,0 0 61-15,0 0 60 0,-30 16 54 0,17-4 40 16,-6 9 20-16,-2 0 14 0,0 4-8 16,2 3-5-16,-2-1-11 0,6 2-22 15,2-2-17-15,4-3-22 0,4-2-14 0,1-5-17 16,6 3-49-16,2 1-141 0,6-4 0 15,1-1 0-15,3 0 0 0,2-5 0 16,4 1 0-16,-2-4 0 0,4-3 0 16,-3-1 0-16,-1-4 0 0,4 0 0 0,-3-4 0 15,-2-1 0-15,2-3 0 0,-2-4 0 16,-1-1 0-16,-4-9 0 0,2-3 0 0,-3 0 0 16,-5 3 0-16,-4-4 0 0,0 2 0 15,-1 2 0-15,-2 3 0 0,-7 0 0 0,3 4 0 16,-5 0 0-16,-5 3 0 0,-4 4 0 15,2 4 0-15,-5 7-29 0,0 2-323 0,-8 5-103 16,-1 1-111-16,5 2-139 16,2 0-126-16,13 0 71 0,-1-3-768 0,10-1-973 15</inkml:trace>
  <inkml:trace contextRef="#ctx0" brushRef="#br0" timeOffset="31161.75">24614 12305 4557 0,'1'-4'95'16,"-1"4"25"-16,0 0 46 0,0 0 54 0,0 0 55 16,0 0 27-16,0 0 6 0,0 0-5 15,-25 21-14-15,22-13-16 0,-1 2-28 0,2 1-23 16,0-3-23-16,2 2-18 16,0 1-14-16,2 1-19 0,2-4-27 0,0 3-121 0,-1-3 0 15,5 1 0-15,-2-4 0 0,3-2 0 16,2-1 0-16,3 0 0 0,-14-2 0 15,29-7 0-15,-12 0 0 0,0-2 0 16,3 1 0-16,-4-1-28 0,2 2-46 0,-5 0 4 16,-2 3 4-16,3-3 26 0,-7 3 9 15,-7 4 2-15,13-2 30 0,-13 2 36 0,0 0 16 16,3 21 8-16,-8-6 3 0,0 4 5 16,-5 3-16-16,3 9-53 0,-3-2 0 0,1 2 0 15,-1-2 0-15,7-2 0 16,-2-5 0-16,-1-3 0 0,5-2 0 0,-1 0 0 0,0-5 0 15,0 0 0-15,0-2 0 0,2-1-168 16,0-1-142-16,2-1-110 0,-2-7-124 16,4 7-164-16,-4-7-124 0,3 5 81 15,-3-5-765-15,0 0-962 0</inkml:trace>
  <inkml:trace contextRef="#ctx0" brushRef="#br0" timeOffset="31609.96">23983 11471 4482 0,'-69'23'29'0,"6"5"18"0,-24 19 55 15,-7 7 63-15,-1 13 60 0,2 8 49 0,-3 10 25 16,11 4-8-16,1 4-6 0,15 8-7 15,16 3-10-15,17 1-10 0,16 1-14 0,18-21-26 16,22 19-25-16,14-3-15 0,9-4-15 16,18-9-30-16,11-4-74 0,14-2-59 15,6-12 0-15,11-4 0 0,2-9 0 16,7-13 0-16,1-12 0 0,3-6 0 0,-4-17-60 16,-3-13-108-16,-2-10-37 0,-6-7-20 15,-6-12-3-15,-5-8 9 0,-7-10 17 0,-6-12 30 0,-5-3 32 16,-9-6 30-16,-10-5 25 15,-3-10 15-15,-8-5 13 0,-12-7 11 0,-7-4 2 16,-12-2 5-16,-16 1 6 0,-15 1 2 16,-5 7 2-16,-16 10 2 0,-6 7 3 0,-14 11 4 15,-10 10 1-15,-11 10-1 0,-3 17-3 16,-12 8 1-16,11 17-17 0,-27 8-19 0,0 13-42 16,3 3-82-16,5 7-89 0,8 9-90 15,11-2-117-15,27-5-189 0,12 1 61 0,16-8 60 16,16-5-327-16,5-5-355 0</inkml:trace>
  <inkml:trace contextRef="#ctx0" brushRef="#br0" timeOffset="32244.02">25307 12717 2730 0,'-25'0'184'0,"6"0"-12"0,2 0-13 0,5-1 27 0,1 1 19 16,11 0 13-16,0 0 9 0,-7 5 11 16,7-5 0-16,41 20-5 0,15 1-14 0,32 9-24 15,18 5-21-15,12 0-18 0,10 0-26 16,7 2-50-16,2-2-17 0,5 1-14 0,4 0-6 15,0 0-8-15,-4-1-1 16,-10-6-5-16,-12-6 0 0,-19-7-4 0,-31-3 1 16,-13-5 6-16,-14-1 36 0,-16-2 25 15,-4-3 29-15,-3 1-6 0,-7-4-9 0,-3 1-8 16,-10 0-6-16,11-4-10 0,-11 4-11 16,6-5-10-16,-6 5-9 0,1-5-37 0,-1 5-54 15,0 0-74-15,6-6-86 0,-6 6-134 16,0 0-150-16,0 0-199 0,0 0-93 15,0 0 90-15,0 0-606 0,0 0-748 0</inkml:trace>
  <inkml:trace contextRef="#ctx0" brushRef="#br0" timeOffset="32729.27">27429 12983 3921 0,'3'-7'170'0,"1"4"14"0,-4 3 0 15,0 0 15-15,0 0 54 0,0 0 38 0,0 0 25 16,-29 44 13-16,8-3 7 0,0 2-11 15,0 6-8-15,-2 2-20 0,9 2-16 16,-2 2-24-16,8 0-25 0,1-1-25 16,2-10-115-16,4-1-92 0,-3-2 0 0,4-5 0 15,-2-7 0-15,0-4 0 0,0-6 0 16,2 1 0-16,0-6 0 0,0 1 0 0,0-5 0 16,0 0 0-16,-1-1-191 0,1-5-222 15,0-4-102-15,0 0-107 0,0 0-146 0,0 0-43 16,19-11 84-16,-1-11-682 0,4-7-862 15</inkml:trace>
  <inkml:trace contextRef="#ctx0" brushRef="#br0" timeOffset="32977.15">27836 13029 3808 0,'-2'-10'120'16,"2"3"44"-16,0 7 14 0,-4-7 27 0,4 7 50 15,0 0 67-15,0 0 41 0,-26 24 28 16,12 1 3-16,-1 4 1 0,-3 6-12 0,4 11-32 15,-4 3-32-15,1 2-33 0,2 4-31 16,2-3-253-16,-1-2-2 0,3-1 0 0,3-10 0 16,-2-1 0-16,3 0 0 0,1-6 0 15,1-8 0-15,-1-1 0 0,3-6 0 0,3-5 0 16,-5-1 0-16,3 1 0 0,0-4 0 16,0-2-76-16,2-2-440 0,0-4-129 15,0 0-171-15,0 0-39 0,0 0 90 0,0 0-772 16,31-18-980-16</inkml:trace>
  <inkml:trace contextRef="#ctx0" brushRef="#br0" timeOffset="33577.29">28089 13151 4259 0,'0'0'48'0,"-4"-8"41"16,4 8 25-16,-1-8 33 0,1 8 29 15,0 0 34-15,0 0 31 0,-2-7 19 16,2 7 8-16,0 0-8 0,0 0-16 16,0 0-11-16,2-10 0 0,-2 10 1 0,0 0 0 15,0 0-8-15,0 0-8 0,12-2-5 16,-12 2-1-16,0 0-140 0,0 0-72 0,0 0 0 15,0 0 0-15,0 0 0 0,12 0 0 16,-12 0 0-16,0 0 0 0,0 0 0 0,0 0 0 16,13-4 0-16,-13 4 0 0,0 0 0 15,20-2 0-15,-20 2 0 0,17-2 0 16,-7 0 0-16,-10 2 0 0,21 0 0 16,-21 0 0-16,16 4 0 0,-3 0 0 0,-4 0 0 15,2 4 0-15,-1 3 0 0,-1 5 0 16,0 3 0-16,-3 3 0 0,-1 11 0 15,-4-2 0-15,1 5 0 0,-4 1 0 0,-4 3 0 16,0-3 0-16,1 2 0 0,-2-4 0 16,-4 1 0-16,4-3 0 0,-2-1 0 0,-3-1 0 15,2-9 0-15,3-3 0 0,2 1 0 16,1-4 0-16,-3-3 0 0,4 4-377 0,-1-4-383 16,0-1-154-16,2 1 59 0,2-7 91 15,-1 3-774-15,-3-4-981 0</inkml:trace>
  <inkml:trace contextRef="#ctx0" brushRef="#br0" timeOffset="33776.49">28076 13724 4550 0,'-14'-10'92'0,"1"0"40"0,2 3 46 0,1-1 76 15,3 3 73-15,-1 0 45 0,3 1 17 16,5 4 15-16,-10-9-7 0,10 9-25 0,-4-8-38 16,4 8-36-16,0 0-206 0,17-12-92 15,-5 7 0-15,1 0 0 0,4 0 0 16,4-1 0-16,2 0 0 0,10-6 0 0,-3 5 0 15,-1-1-42-15,1-4-417 0,3 3-99 16,-5-3-106-16,1 0-172 0,1-1 29 0,1-3 99 16,-1-1-692-16,-1 2-853 0</inkml:trace>
  <inkml:trace contextRef="#ctx0" brushRef="#br0" timeOffset="34159.44">27363 12576 4104 0,'-92'0'29'0,"-16"11"20"15,-12 10 37-15,-5 11 56 16,-6 13 50-16,2 10 51 0,-25 26 41 0,49-9 36 16,14 11 3-16,12 10-9 0,24 10-19 15,21 5-20-15,23 3-15 0,24 1-27 0,24 2-23 0,46 33-16 16,26-17-24-16,16-12-48 15,17-13-52-15,7-8-43 0,10-12-23 0,3-13-21 16,-35-28-44-16,7-7-29 0,9-6-19 16,-9-8-16-16,-9-12-13 0,-6-11-25 0,-15-9-12 15,-13-16 5-15,-10-10 18 0,-7-12 24 16,-3-9 27-16,-8-11 21 0,-6-16 16 0,-4-9 4 16,0-10 7-16,-13-11 5 0,-5-4 4 15,-11-8 5-15,-10 4 3 0,-14 0 4 0,-16 7 3 16,-20 18-2-16,-14 12 9 0,-14 12-2 15,-14 14-6-15,-15 15-27 0,-9 11-39 16,-8 16-70-16,-4 13-84 0,1 13-79 16,1 7-101-16,10 10-158 0,16 9-56 0,11 5 78 15,23-4-386-15,9 2-431 0</inkml:trace>
  <inkml:trace contextRef="#ctx0" brushRef="#br0" timeOffset="35010.35">28562 13829 2827 0,'-21'-6'112'0,"6"5"17"16,3-3 14-16,5 3 29 0,7 1 32 15,-10 0 33-15,10 0 27 0,0 0 22 0,0 0 13 16,58 17 4-16,-1-4-24 0,15 3-20 15,29 4-26-15,10 4-25 0,1-2-17 0,2-1-17 16,4 4-21-16,-3-3-12 0,-8-3-17 16,-5 1-7-16,-24-6-12 0,-3-2-7 0,-5 0-18 15,-11-2-5-15,-14-3-7 0,-8-2-2 16,-12-3 9-16,-1 1 15 0,-8-1 7 0,-3-2-10 16,-1 2-5-16,-3-2-8 0,-9 0-11 15,16-2-6-15,-16 2-27 0,13-3-38 16,-9 1-68-16,-4 2-86 0,10-5-89 15,-10 5-128-15,5-7-144 0,-1 3-204 0,-4 4-125 16,6-8 98-16,-1 5-698 0,-5 3-902 16</inkml:trace>
  <inkml:trace contextRef="#ctx0" brushRef="#br0" timeOffset="35509.86">30429 13672 3844 0,'0'0'-119'0,"0"0"28"0,5-6 26 0,-5 6 43 0,0 0 39 16,4-8 45-16,-4 8 22 0,1-10 22 15,-1 10 25-15,2-7 13 0,-2 7 7 0,0 0 4 16,4-8-4-16,-4 8-9 0,0 0-15 15,0 0-7-15,0 0 34 0,0 0 20 16,9 38 24-16,-9-8 10 0,-2 14 2 0,-1 16 1 16,-7 6-5-16,-4 0-14 0,2-3-10 15,-6 1-14-15,-2-3-17 0,-2-3-11 0,-1 0-18 16,0-10-8-16,5-3-10 16,2-8-11-16,3-8-9 0,4-7-8 0,2-5-6 0,2-4-7 15,1 0-8-15,0-3-32 0,4-3-57 16,0-2-88-16,0-5-104 0,0 0-114 15,0 0-143-15,25-7-156 0,-14-2-215 16,7-3 71-16,6-10 96 0,1 2-594 16,11-8-741-16</inkml:trace>
  <inkml:trace contextRef="#ctx0" brushRef="#br0" timeOffset="35878.14">30925 13776 3588 0,'-2'-11'-14'0,"-1"1"14"16,-2 2 24-16,0 6 37 0,5 2 33 16,-13-4 33-16,13 4 16 0,0 0 17 15,-36 14 11-15,18-4 11 0,-7 7 8 0,2 6 2 16,5-1-3-16,0 7-7 0,1 0-4 16,7 3-8-16,3 1-5 0,3-6 1 0,4-3-7 15,2 3 3-15,0-2-10 0,1 8-2 16,6-8 15-16,-4-2-9 0,-1 1-1 15,2-4-6-15,-1 2-9 0,-1-1-6 0,-2-3-7 16,-1-3-3-16,-1 1-5 0,0-2-1 16,0-1 4-16,-1 1-31 0,-3-1-91 15,-3-1 0-15,-1-1 0 0,-2 1 0 16,-1-4 0-16,-2 1 0 0,-1-3 0 0,-1 0 0 16,-2-3 0-16,2-1 0 0,-3-2 0 15,4 0 0-15,-2-2 0 0,5 0-263 0,-1-5-236 16,3 2-127-16,3-5-135 0,2-2-92 15,4-1 79-15,4-5-728 0,5-1-947 0</inkml:trace>
  <inkml:trace contextRef="#ctx0" brushRef="#br0" timeOffset="36228.72">31064 13914 4094 0,'23'-12'-50'16,"-4"2"39"-16,-2 0 49 0,2 1 32 0,-4 4 42 15,1 0 6-15,-1 1 6 0,0 3-4 16,-2 1-12-16,3 3-6 0,-3 2-6 0,-1 4 6 15,-5 1-1-15,1 5 6 0,-6 1 3 16,-6 7 16-16,-4 6 14 0,-7 0 17 0,-2 2-4 16,-10 3 10-16,-3 2-3 0,-1-2-8 15,5-1-7-15,-1-1-19 0,8-6-12 16,0-1-12-16,8-5-5 0,3-1-1 0,4-5-3 16,2 1 4-16,4 2 4 0,3 0 40 15,4 0 8-15,-4 0 6 0,3-1 4 0,-1 1 12 16,1-2-118-16,-4 1-53 0,0-5 0 15,-1 1 0-15,-3 0 0 0,0 0 0 0,0 1 0 16,-5 0 0-16,-1-1 0 16,-2 2 0-16,-1-3 0 0,-4 3 0 0,-3 1 0 15,0-5 0-15,0 0 0 0,-5-1 0 16,0 1 0-16,-2-3 0 0,-2-2 0 16,0-1 0-16,-2-1 0 0,2-3 0 0,2-3 0 15,-2-3 0-15,1-1 0 0,1 0-766 16,5-4-234-16,4-1 109 0,1-5-991 0,6-3-1306 15</inkml:trace>
  <inkml:trace contextRef="#ctx0" brushRef="#br0" timeOffset="36642.97">30727 13517 5308 0,'-27'-16'-201'0,"-5"6"48"0,-6 7 70 0,-6 8 73 0,-11 10 54 16,-8 11 44-16,-19 22 30 0,-2 11 24 16,-2 14 9-16,-1 11 5 0,-20 35 8 0,30-20 10 15,11 7 12-15,6 1-1 0,19 6 5 16,16-3-6-16,14-1-8 0,16-6-9 16,13-1-16-16,8-7-11 0,11-6-14 15,8-10-8-15,10-8-13 0,6-10-10 0,6-11-4 16,6-9-8-16,-8-16-6 0,3-6-9 15,10-4-5-15,4-7-3 0,4-4-32 16,-2-8-28-16,-3-4 0 0,17-13 0 0,-8-7 0 16,-7-5 0-16,-3-9 0 0,-3-10 0 15,-5-12 0-15,-4-7 0 0,-3-11 0 0,-8-10 0 16,-5-9 0-16,-11-6 0 0,-5-5 0 16,-11-3-60-16,-12 2-63 0,-17 8-19 0,-16 8-3 15,-19 8-3-15,-24 11-10 0,-14 11-9 16,-14 19-10-16,-17 16-23 0,-9 16-25 0,-11 11-43 15,-11 14-59-15,-6 12-83 0,-4 9-149 16,3 5-201-16,7 7 72 0,9 3 81 16,14-6-423-16,13 0-503 0</inkml:trace>
  <inkml:trace contextRef="#ctx0" brushRef="#br0" timeOffset="48990.34">11269 6459 3268 0,'-11'2'285'0,"4"-1"23"15,7-1-13-15,-6 5-31 0,6-5-11 16,0 0-17-16,-8 7-15 0,8-7-26 16,0 0-19-16,0 11-7 0,0-11-10 0,9 8-14 15,-2-5-16-15,0 3-13 0,4-3-10 16,1-1 1-16,-1 1-18 0,1-1-8 0,-12-2-13 16,23 2 0-16,-16-2-9 0,-7 0 4 15,19-4-3-15,-13 1 5 0,-6 3 0 0,16-12 1 16,-13 5-1-16,1-3-6 0,-2-1-8 15,0 0-8-15,-6-3-6 0,4 0 1 0,-4-1-10 16,-1 1 0-16,-4 0-10 16,2 0-3-16,-2 4 0 0,-5-3-6 0,-1 1 16 15,0 3-3-15,0 3 1 0,2 2-3 16,-3-2-11-16,7 2 2 0,-1 1-2 0,10 3 2 16,-17-5-6-16,17 5 0 0,-14-4-4 15,14 4 1-15,-7 0-1 0,7 0 10 16,0 0 4-16,0 0 3 0,0 0 2 0,0 0 3 15,38-4 0-15,-19 1-1 0,6-1 0 16,0 2 4-16,2-2 0 0,-3 1 7 0,-3 2 6 16,-2-1-1-16,2 0 0 15,-4 0 1-15,-4 2 0 0,1 2 6 0,-1 2-1 16,-1 0-40-16,-1 2-4 0,-2 2 0 16,2 4 0-16,-6 1 0 0,2 2 0 0,-3 6 0 0,0-1 0 15,1 2 0-15,-2 3 0 16,-1 0 0-16,4 1 0 0,-5-1 0 0,3-1 0 15,0 2 0-15,-2-4 0 0,1 0 0 16,-3-3 0-16,2-1 0 0,0-3 0 0,-2-1 0 16,2-3 0-16,-2 1 0 0,3-2 0 15,-1-3 0-15,-2 1 0 0,1-1 0 0,-1-7 0 16,0 10 0-16,0-10 0 0,2 9 0 16,-2-9 0-16,2 3 0 0,-2-3-151 15,0 0-359-15,0 0-116 0,0 0-147 0,20-13-82 16,-13 7 86-16,-2-2-764 15,1 1-977-15</inkml:trace>
  <inkml:trace contextRef="#ctx0" brushRef="#br0" timeOffset="49240.75">11877 6365 4142 0,'2'-11'13'0,"-2"7"64"0,0 4 47 16,0-12 30-16,0 12 20 0,0 0 4 0,0 0 13 15,0 0 25-15,0 0 35 0,0 0-11 16,0 0-21-16,4 33-24 0,-6-13-14 16,2 2-20-16,-2 3-13 0,0-1-15 15,-1 9-14-15,-3-6-24 0,2-4-26 0,4-2-40 16,-1-1-34-16,-5-5-33 0,4 3-38 16,-1-5-46-16,2-1-56 0,-1-2-55 0,0-2-87 15,0-3-91-15,2-5-100 0,0 0-112 16,0 0-74-16,0 0 66 0,0 0-479 0,0 0-580 15</inkml:trace>
  <inkml:trace contextRef="#ctx0" brushRef="#br0" timeOffset="49391.37">11916 6288 3100 0,'0'-16'92'0,"-3"4"85"0,3 1 46 16,0-2 33-16,0 4 25 0,0 2-1 0,0-1-19 15,0 8-26-15,0-14-29 0,3 9-17 16,-3 5-30-16,0 0-56 0,2-10-58 15,-2 10-78-15,0 0-107 0,0 0-140 0,0 0-145 16,17 12-200-16,-8-2-31 0,1-1 74 16,1 1-393-16,5 2-452 0</inkml:trace>
  <inkml:trace contextRef="#ctx0" brushRef="#br0" timeOffset="50008.32">12227 6290 2537 0,'0'0'63'0,"0"0"63"16,-22 0 51-16,22 0 40 0,-13 7 24 0,3 0 14 16,1 6 13-16,2 2-3 0,-4 3-14 15,2 2-24-15,6 1-11 0,-3 2-25 0,4 0-16 16,2-3-16-16,2-1-17 0,4 1-14 16,-1-1-13-16,2-3-10 0,6-4-8 0,-2-4-11 15,1 2-8-15,1-8-6 0,-1 0-4 16,8-4-7-16,-3-2-8 0,6-6 1 0,-4 2 6 15,10-7 3-15,-4-3 9 16,-5-2 0-16,1-4-8 0,-1 0-2 0,-6-3-6 16,0-1-5-16,-5 4-12 0,-3 5 2 15,-1 2-15-15,0 1-2 0,-3 4-11 0,0 1-16 16,-4 3-19-16,0 0-18 0,2 8-12 16,-8-7-10-16,8 7-11 0,-13 0-7 15,13 0-11-15,-16 9-6 0,9-1-5 0,-1 0 3 16,3-1 10-16,-2 1 10 0,5-2 9 15,1 2 24-15,1 0 23 0,0-1 29 0,0 3 27 16,0 2 29-16,0 1 32 0,0 5 27 16,0-1 23-16,-4 8 26 0,2 9 18 15,-2 1 7-15,-1 3 10 0,1 0 6 0,2 3 7 16,-6 2-4-16,4 12 17 0,2-10-174 16,-5 7-57-16,3-7 0 0,3-2 0 0,-7-3 0 15,5 1 0-15,-2-4 0 0,-1-2 0 16,3-12 0-16,-3-4 0 0,2-2 0 15,3-3 0-15,-1-4 0 0,-5 1 0 0,2-2 0 16,-5-2 0-16,1-3 0 0,-3 0 0 16,-1-4 0-16,13 0 0 0,-36-6 0 15,8-6 0-15,-8-5 0 0,4-1 0 16,2-1 0-16,-1 1 0 0,2 0 0 0,4 1 0 16,3 6 0-16,3-2 0 0,2 3 0 15,5 4 0-15,-1-4 0 0,1 2 0 0,3 2 0 0,2-2 0 16,3 0 0-16,2-5-278 0,4 0-608 15,5-4-56-15,11-12 98 0,8-6-938 16,15-5-1213-16</inkml:trace>
  <inkml:trace contextRef="#ctx0" brushRef="#br0" timeOffset="50425.08">12727 6046 5154 0,'0'-18'6'0,"0"5"71"0,2 2 62 0,-2 4 47 15,0 1 14-15,0 6 13 0,0-9-27 16,0 9 46-16,0 0 33 0,0 0 25 0,7 39-4 0,-7-14-14 16,2 13-26-16,-2 1-15 0,-2 4-23 15,-5-1-208-15,3 1 0 0,-1 1 0 16,-2-3 0-16,-4 2 0 0,2-8 0 16,-2 3 0-16,1-5 0 0,1-4 0 0,-1-6 0 15,7-5 0-15,-3-5 0 0,0 1 0 16,2-4 0-16,2-1 0 0,2-3 0 0,0-6 0 15,0 0 0-15,0 0 0 0,0 0 0 16,31-44 0-16,-10 18 0 0,2 1 0 16,-1-1 0-16,3 2 0 0,-2 5 0 0,-6 4 0 15,-3 5 0-15,-3 3 0 0,-1 4 0 16,-1 3 0-16,-9 0 0 0,20 6 0 16,-13 3 0-16,0 1 0 0,-1 6 0 15,-1-1 0-15,-3 4 0 0,1 0 0 0,1 1 0 16,-1-1 0-16,-3 1 0 0,2-3 0 15,0-3 0-15,-2 1 0 0,2-3 0 0,0-2 0 16,0-3 0-16,0 3 0 0,-1-3-113 16,1-2-408-16,-2-5-140 0,4 5-169 0,-4-5-22 15,0 0 97-15,0 0-762 0,27-15-961 16</inkml:trace>
  <inkml:trace contextRef="#ctx0" brushRef="#br0" timeOffset="50675.23">13320 5849 3956 0,'-7'-21'34'0,"2"6"81"0,2 1 61 0,-3 5 41 0,4 1 30 0,1 1 10 15,1 7 6-15,0 0 34 0,0 0 39 0,0 0 25 16,-12 31 8-16,6 3 1 0,0 9-28 16,-1 11-4-16,0 4-18 0,-4 3-127 0,4-3-193 15,2 0 0-15,-3-1 0 0,3-2 0 16,-2-11 0-16,3-2 0 0,1-4 0 15,-1-3 0-15,0-7 0 0,4-6 0 0,-1-5 0 16,-1-3 0-16,2-1 0 0,2-4 0 16,-1 0 0-16,-1-5-152 0,0-4-381 0,0 0-71 15,0 0-64-15,0 0-91 0,10-22-24 16,-10 11 75-16,-2-3-647 0,-2-2-810 16</inkml:trace>
  <inkml:trace contextRef="#ctx0" brushRef="#br0" timeOffset="50840.1">13154 6400 3454 0,'-13'-9'-45'0,"2"-3"110"0,-1 6 95 16,5 0 71-16,-1 2 67 0,0 1 66 0,8 3 37 15,-7-7 19-15,7 7 1 0,0 0-7 16,-8-5-6-16,8 5-17 0,0 0-31 16,0 0-38-16,23-4-30 0,-10 4-57 0,3 0-235 15,1 0 0-15,-2 0 0 0,6 2 0 16,-2 0 0-16,0 0 0 0,0 1 0 16,0-2-280-16,-2 1-205 0,-3 2-102 0,-1-3-100 15,-3 3-158-15,-1-2 73 0,-1 4-770 16,-5-2-987-16</inkml:trace>
  <inkml:trace contextRef="#ctx0" brushRef="#br0" timeOffset="51606.97">13828 6702 4316 0,'-11'4'43'0,"11"-4"47"0,0 0 34 0,-11 0 25 0,11 0 13 0,0 0 9 16,0 0-1-16,0 0-11 16,0 0-18-16,19-19-17 0,-5 11-6 0,0-4-20 0,8 3-4 15,3-13-2-15,2 1-22 16,7-8-14-16,-2-2-14 0,0-4-15 0,3-2-9 16,-1-3-8-16,0 1 18 0,-2 1-11 15,-5 4 4-15,-6 9-3 0,-3 0-7 16,-5 9 5-16,-6 3-7 0,1 3-1 0,-4 3-3 15,-2 2 0-15,-2 5 0 0,0 0 0 16,0 0 2-16,0 0 1 0,0 0-1 0,-25 20 2 16,18-8 2-16,0 3 3 0,3-2 8 15,3 3 6-15,2 1 8 0,-1 0 3 16,7 3 12-16,2 10 13 0,2-3 13 16,1 0 18-16,-1-3 45 0,0 2 11 0,0-1 20 15,-4-8 16-15,-1 5 26 0,-3-6 16 16,-3 4-19-16,0-4-210 0,-2 2 0 0,1-3 0 15,-5 1 0-15,-1-3 0 0,-2 1 0 16,2-1 0-16,-2-2 0 0,-1 1 0 0,-2-3 0 16,1-1 0-16,-3-1 0 0,3-2 0 15,0 0 0-15,-3-3 0 0,3 0 0 0,-2-2 0 16,0-4 0-16,2 1 0 16,-2-4 0-16,2-2 0 0,4 1 0 0,2-1 0 0,0-1-440 15,1 3-565-15,6-1 90 0,0 1 97 16,-2 7-887-16,7-16-1139 0</inkml:trace>
  <inkml:trace contextRef="#ctx0" brushRef="#br0" timeOffset="52373.95">14669 6459 4171 0,'9'-3'-250'0,"-9"3"70"15,5-6 57-15,1 1 48 0,-3 2 46 16,1-2 43-16,-4 5 43 0,7-10 42 16,-2 3 20-16,-3 1 25 0,3 0 16 0,-5 6 15 15,2-13 4-15,-2 13-4 0,-3-10-9 16,3 10-4-16,-12-8-8 0,2 8 5 0,10 0 6 15,-36 7-8-15,6 5 4 0,-2 8-9 16,-11 1 5-16,7 4 5 0,4 4-19 0,10-3-5 16,2 0-12-16,4-3-13 0,3-1-14 15,8-6-10-15,-2 1-3 0,7-2-9 0,0 2-6 16,2-3-8-16,5-2-2 16,0 1-7-16,4-3-20 0,7-1-33 0,-2-4-35 0,7 0-48 15,2-1-60-15,2-4-65 16,4-2-87-16,7-3-97 0,1-4-83 0,2 0-112 15,1-2-161-15,4-11 65 0,-5 3-592 16,-1-5-735-16</inkml:trace>
  <inkml:trace contextRef="#ctx0" brushRef="#br0" timeOffset="52625.45">15133 5982 3531 0,'-8'-19'97'0,"0"5"67"16,1 1 46-16,1 2 40 0,5 3 22 15,-6-1-3-15,3 6-12 0,4 3 4 0,0 0 17 16,0 0 0-16,-14 22-7 0,7 0-12 16,2 11-18-16,-1 6-23 0,2 5-21 0,-3 9-16 15,0 1-18-15,-4 5-11 0,4-2-17 16,-2-3-11-16,-1 0-16 0,-1-3-13 0,-1-2-33 16,4-9-47-16,3-2-57 15,-5-3-67-15,3 0-84 0,-1-6-79 0,0-3-107 16,6-5-93-16,-1-6-88 0,-1-3-78 0,2-3-95 15,4-4 19-15,0 0-638 0,-2-5-808 16</inkml:trace>
  <inkml:trace contextRef="#ctx0" brushRef="#br0" timeOffset="52806.15">14994 6662 3656 0,'1'-13'32'0,"-1"2"82"0,6 2 61 16,-1-3 49-16,-1 2 44 0,6-7 25 0,1 1 21 15,5-7-6-15,4 1-9 0,2-2-20 16,-3 0-26-16,8-1-23 0,-5 0-26 0,5 3-24 15,-2 0-46-15,-2 1-62 0,0 5-61 16,-5 0-73-16,-2 6-81 0,-7 1-73 0,2 1-77 16,0 0-61-16,-8 4-58 0,-3 4-58 15,0 0-68-15,0 0-98 0,0 0 6 16,-28 12-490-16,8-2-588 0</inkml:trace>
  <inkml:trace contextRef="#ctx0" brushRef="#br0" timeOffset="52990.56">15060 6447 3128 0,'-7'7'80'0,"1"1"92"15,2 1 75-15,3 3 59 0,-4-2 41 0,3 7 26 16,2 1 6-16,4 0-11 0,-1 4-20 16,0 0-29-16,3 3-28 0,-1-4-30 0,5 8-24 15,-5-3-26-15,3-6-19 0,-2-3-25 16,0 0-32-16,-1-1-45 0,2-3-38 0,-4-2-48 16,1-1-56-16,0-2-60 0,-1-1-72 15,3-2-84-15,-1 0-117 0,4-3-119 0,-9-2-136 16,0 0-145-16,0 0 69 15,20-10-665-15,-10 3-835 0</inkml:trace>
  <inkml:trace contextRef="#ctx0" brushRef="#br0" timeOffset="53456.1">15468 6588 3625 0,'-4'-4'64'0,"4"4"67"0,-9-6 38 16,9 6 31-16,-13 0 25 0,13 0 25 0,0 0 8 15,-22 4-2-15,15 0-15 0,1 2-15 16,-6 3-25-16,9-1-10 0,-5 2-22 0,3 0-16 16,-2 1-15-16,4 2-11 15,-1-3-11-15,2 2-16 0,0-2-14 0,2 1-29 16,0-1-20-16,2-2-12 0,2 1-21 16,-2 0-14-16,1-3 0 0,6 1-2 0,-4-3-4 15,3-1 2-15,1 1-1 0,-1-4 4 16,1 1-3-16,-9-1 7 0,18 2-5 15,-11 0-1-15,-7-2 5 0,13 0-3 0,-13 0 0 16,10 1-1-16,-10-1 11 0,11 2-7 16,-5 1 0-16,-6-3 8 0,11 5-2 15,-3 0-4-15,-2-3 6 0,1 2 4 0,4 1-8 16,0 0 1-16,0-3-5 0,1 2-16 16,1-1 2-16,2-3-3 0,4 0-4 0,2 0 6 15,4-3 2-15,-3-1 9 0,1 0 15 16,-3 1 18-16,-4-2 15 0,4 0 20 0,-5-1 15 15,0 0 1-15,-2-3 5 0,-1 1-1 16,-1-4 2-16,3-2-17 0,-3-1 6 16,0-2-23-16,1 1-23 0,-3 1-27 0,-1 1-44 15,-2 2-44-15,2 3-56 0,-5 3-74 16,1-2-107-16,-2 4-101 0,0-2-127 0,-2 6-134 16,2-9-19-16,-2 9 61 15,3-6-527-15,1 2-642 0</inkml:trace>
  <inkml:trace contextRef="#ctx0" brushRef="#br0" timeOffset="53839.68">16234 6636 3055 0,'-14'0'60'0,"14"0"90"0,-11 0 43 0,11 0 28 0,0 0 36 0,0 0 24 16,-9 4-1-16,9-4-9 0,0 0-18 15,0 0-24-15,0 0-28 0,0 0-20 0,0 0-12 16,45-2-17-16,-31 0-21 0,-1-2-20 16,0-1-20-16,1-2-20 0,1 2-11 15,-3-6-4-15,1 3-3 0,-6-2-9 16,3-2 8-16,-4-1-7 0,-4 1-6 0,-2 0-3 16,-6 3-5-16,2-2-3 0,-10 2 0 15,2 4-13-15,-8 2 5 0,2 1-4 16,-5 2 4-16,-4 5-4 0,-6 4 7 0,1 7-3 15,4 1 4-15,1 3-3 0,4 3 4 16,2 0-1-16,4 2-3 0,2 1-1 0,7-4 5 16,2-4-7-16,2 5 2 15,3-6-7-15,2 2-1 0,5-1-26 0,1 2-36 16,7-4-45-16,7 1-62 0,3-4-70 16,-2-5-87-16,5-2-86 0,-1-6-88 0,5 0-76 15,12-6-99-15,2-2 10 0,5-9-557 16,4-4-673-16</inkml:trace>
  <inkml:trace contextRef="#ctx0" brushRef="#br0" timeOffset="54239.3">17183 5960 3349 0,'-4'-19'50'16,"-3"0"84"-16,-1 7 58 0,-2 2 67 0,-1 1 51 16,-1 6 46-16,-1 1 29 0,-8 5 20 15,-8 10 4-15,1 9 3 0,-12 9 0 16,6 13-29-16,-10 22-1 0,0 4-22 15,4 5-32-15,3 5-263 0,1 3-65 0,6 0 0 16,-1-3 0-16,11-17 0 0,3-2 0 16,2-7 0-16,1-7 0 0,5-11 0 0,1-7 0 15,2-6 0-15,4-7 0 0,2-3 0 16,2-5 0-16,2-4 0 0,2-2 0 0,-6-2 0 16,0 0 0-16,20-10 0 0,-13 2 0 15,-2-5 0-15,1-2 0 0,-2-2 0 0,-6-2 0 16,-4-1 0-16,-4 1 0 0,-7-3 0 15,-4 8 0-15,-7 2 0 0,1 7 0 16,-2 5 0-16,3 2 0 0,-11 6 0 0,3 2 0 16,4 4 0-16,3 0 0 0,3 3 0 15,3 0 0-15,10-3 0 0,-2 1 0 0,10-3 0 16,-1-1 0-16,4 2 0 0,4-4 0 16,1 3 0-16,7-3 0 0,1-2 0 0,9 0 0 15,0 1-379-15,3-4-204 0,12 2-153 16,-8-2-139-16,14 1 78 0,-4 1-843 15,6-2-1077-15</inkml:trace>
  <inkml:trace contextRef="#ctx0" brushRef="#br0" timeOffset="54489.6">17246 7042 4891 0,'-31'-5'132'0,"-10"0"41"0,-20-6 52 15,-12-1 42-15,-10 2 25 0,-36-4-20 16,-4 4-12-16,-13-7-24 0,-13 3-25 15,-13 1-24-15,-62-11-10 0,-13 5-26 0,-15-4-12 16,-5 1-15-16,6 8-9 0,7-7-19 16,15 6-8-16,64 7-14 0,4 1-18 0,12 1-31 15,14 1-25-15,19 4 0 0,35-1 0 16,11 2 0-16,21 0 0 0,9 0-35 0,7 0-90 16,10 2-51-16,10-1-57 0,6-1-73 15,7 0-98-15,-2 5-107 0,2-5-133 0,17 7-156 16,-1-1 73-16,-2-1-712 15,6 0-888-15</inkml:trace>
  <inkml:trace contextRef="#ctx0" brushRef="#br0" timeOffset="57756.28">10816 5849 3306 0,'5'-6'268'0,"-5"6"17"0,0 0-3 16,0 0 7-16,0 0-20 0,-32 23-16 16,3-4-15-16,-7 6-30 0,-1 2-16 0,-5 4-12 15,-1-2 0-15,6 0-18 0,-1 4-15 16,5-5-9-16,8-7-19 0,6-1-15 15,4-3-13-15,3-5-2 0,5 0-9 0,-1-5-6 16,5 0-1-16,-1-4-6 0,4-3-4 16,0 0-11-16,0 0-2 0,0 0-1 0,0 0 2 15,0 0-8-15,2-27-5 0,3 11-1 16,1-4-12-16,0-3-1 0,-3 0 3 16,7-8-5-16,0 6 0 0,-5 5-7 15,3 5-3-15,-4 1 1 0,2 0-2 16,-3 2-1-16,1 3 1 0,0 3-10 0,0 2 1 15,-4 4 6-15,0 0 3 0,0 0 0 16,0 0 5-16,24 18-5 0,-14-7-1 0,0 5 3 16,1 3 2-16,0-3-7 0,7 9 0 15,-7-4-2-15,-1-7-3 0,-1 4-1 0,-2-7 3 16,2 2 6-16,-4-2-8 0,-1-3 2 16,0-1 3-16,-1 0 1 0,-3-7-2 0,2 8 3 15,-2-8 0-15,0 0-6 16,0 0 0-16,0 0-3 0,-11 6-8 0,11-6-3 15,0 0-2-15,-17-18 8 0,9 8 6 0,6 2-1 16,-3-3 15-16,3 2 22 0,2 3 16 16,-2-1 7-16,2 7 1 0,0-8 4 15,0 8-13-15,0 0-53 0,0 0 0 0,0 0 0 16,0 0 0-16,0 0 0 0,0 0 0 16,20 15 0-16,-14-7 0 0,1-1 0 0,-2 0 0 15,2 2 0-15,4-3 0 0,-2 0 0 16,2 0-107-16,7 0-201 0,-6-3-95 15,4 1-86-15,-3-4-94 0,0 0-115 0,-13 0-103 16,19-4 79-16,-11 2-666 0,-2-1-840 16</inkml:trace>
  <inkml:trace contextRef="#ctx0" brushRef="#br0" timeOffset="59959.55">22078 4702 3508 0,'0'0'-117'0,"2"-9"52"0,-2 9 40 0,2-7 42 16,-2 7 39-16,5-9 41 0,-5 9 28 16,4-6 18-16,-4 6 11 0,0 0 6 0,1-9-5 15,-1 9 1-15,0 0 0 0,2-8-3 16,-2 8-4-16,0 0-3 0,0 0-4 0,0 0-10 15,0-8-7-15,0 8-13 0,0 0-8 16,0 0-6-16,0 0 10 0,0 0 23 0,0 0-5 16,0 0 2-16,-9 37 14 15,1-18 6-15,-2 10 7 0,-1 3 2 0,-1 1-1 16,1-1-6-16,-1 5-2 0,5-2-11 0,-4 3-10 16,2-2-11-16,-2-3-8 0,6-3-9 15,1-6-7-15,0-3-4 0,3-6 5 16,1-1 4-16,-2-1-93 0,0-3-4 15,-3-2 0-15,3-1 0 0,1 1 0 0,1-8 0 16,-2 13 0-16,2-13 0 0,-2 9 0 16,2-9 0-16,-2 7 0 0,2-7 0 15,0 0 0-15,0 0 0 0,0 0 0 16,0 0 0-16,0 0 0 0,0 0 0 0,0 0-250 16,0 0-250-16,0 0-112 0,0 0-152 15,0 0-95-15,0 0 91 0,0 0-741 0,0 0-956 16</inkml:trace>
  <inkml:trace contextRef="#ctx0" brushRef="#br0" timeOffset="60505.06">22412 4921 3823 0,'0'0'-182'0,"-4"-8"44"15,4 8 47-15,0-9 35 0,0 9 29 0,-2-8 29 16,2 8 14-16,0-6 14 0,0 6 13 16,0 0 12-16,0 0 16 0,-1-8 9 0,1 8 12 15,0 0 19-15,0 0 23 0,0 0 22 16,0 0 14-16,0 0 14 0,-35 17 9 0,24-7 6 15,-4 4 2-15,-7 5-18 0,6 3-7 16,-4 0 12-16,4 2-10 0,2 2-10 16,1-6-20-16,1 7-12 0,5-6-14 0,-1-4 2 15,6 0-9-15,4-6-14 0,2 5-9 16,1-3-6-16,3-1-3 0,4 4-8 16,1-5 0-16,4 0-10 0,5-4-6 15,0 0-5-15,3-4-2 0,0-2-6 0,-2 1-5 16,4-5 8-16,-2 0 7 0,2-2 8 15,5-3-2-15,1-4-3 0,-6-1 1 0,-2-5-4 16,-2-1-1-16,-2-5-4 0,-3-1-7 16,-2-4-5-16,-1 1-3 0,-3 1-7 0,-5 5-1 15,-1 3-7-15,-3 1-7 16,-3 5-13-16,0-1-14 0,-1 3-16 0,-7-1-18 16,1 3-17-16,-5 2-19 0,-5 0-31 15,3 4-25-15,-4 0-34 0,0 3-32 0,3 0-33 0,0 0-47 16,-3 0-56-16,4 3-64 15,0-3-73-15,1 3-90 0,2-1-171 0,0 0 65 16,11-2-538-16,-7 3-674 0</inkml:trace>
  <inkml:trace contextRef="#ctx0" brushRef="#br0" timeOffset="60938.59">23087 4818 3239 0,'0'-6'-8'0,"0"6"46"0,0 0 23 0,0 0 14 0,0 0 31 16,0 0 24-16,0 0 12 0,0 0 2 0,-38 20-5 15,23-5 4-15,-6 8-3 0,4 3 0 16,-2 3-5-16,1-2-9 0,1 2-5 15,3 0-12-15,5 0-3 0,4-8-8 0,-1-1-1 16,6-5 10-16,0-1 10 16,4-3 11-16,1-1 15 0,3-2 34 0,-1-3-3 15,9 1 14-15,-3-5-7 0,4 2-3 0,3-7-3 16,2-3-8-16,-1 1-11 0,0-4-7 0,6-4-1 16,-1-3-5-16,-3-1-16 15,-3-3-11-15,-2 1-13 0,-4-1-8 0,-7 2-10 16,2 2-32-16,-2-2-53 0,-3 4 0 15,-1 3 0-15,-3 0 0 0,-1 2 0 0,-3 1 0 16,-5 3-115-16,0 2-56 0,-2 0-46 16,-3 2-54-16,0 2-69 0,-8 4-72 0,8 0-70 15,-10 2-82-15,9 0-108 0,2 1-72 16,0 3 73-16,5-3-530 0,4 1-666 16</inkml:trace>
  <inkml:trace contextRef="#ctx0" brushRef="#br0" timeOffset="61338.48">23219 5012 3242 0,'9'-5'23'16,"-9"5"71"-16,0 0 48 0,3-7 24 15,-3 7 18-15,0 0 8 0,0 0 10 0,0 0 25 16,0 0 23-16,0 0 20 16,-5 22 35-16,-4-3 4 0,1 1 2 0,-4 11 0 0,-1 5-11 15,1 3-5-15,-1 11-7 0,1 7 14 16,-2-2 26-16,3-1-49 0,-3 4-108 15,4-3-171-15,1-6 0 0,3-11 0 16,-2-3 0-16,1-4 0 0,0-5 0 0,-2-6 0 0,4-2 0 16,-3-5 0-16,3-1 0 15,-3 0 0-15,0-3 0 0,1-1 0 0,-1-2 0 16,-4-2 0-16,3-2 0 0,0-2 0 16,-5 0 0-16,-1-4 0 0,-1-1 0 0,4-2 0 15,-8-3 0-15,4-1 0 0,-9-5 0 16,-2-3 0-16,2 3 0 0,0-3 0 0,1 0 0 15,1 0 0-15,0 1 0 0,1 4 0 16,9 1 0-16,0 3 0 0,2 0 0 0,-1 1 0 16,0 1 0-16,3 1 0 0,2 0 0 15,1 2 0-15,0 0 0 0,0 0 0 16,6 5 0-16,-5-9 0 0,5 4-21 16,0 5-943-16,5-9-9 0,5 3 113 0,2 0-967 15,2 0-1255-15</inkml:trace>
  <inkml:trace contextRef="#ctx0" brushRef="#br0" timeOffset="62004.15">23518 4983 4592 0,'0'0'-243'0,"0"0"77"0,0 0 65 0,0 0 61 0,0 0 57 0,0 0 40 15,0 0 39-15,0 0 23 0,-21-2 15 16,21 2 13-16,0 0 8 0,0 0 6 16,0 0 9-16,0 0 0 0,-13-2 5 0,13 2-17 15,0 0 10-15,0 0-2 0,-12-4 7 16,12 4 1-16,0 0 4 0,0 0-3 0,-10-2-4 15,10 2-9-15,0 0-8 0,-3-7-7 16,3 7-2-16,0 0-12 0,2-12-15 0,-2 12-12 16,5-12-9-16,1 7-10 0,-1-2-10 15,5 0-7-15,3-3-11 0,1 4-29 16,1-1-30-16,1 1 0 0,-2 0 0 0,6 2 0 16,-5 0 0-16,2 0 0 0,-2 4 0 15,-1 0 0-15,-1 4 0 0,1 0 0 16,-3 2 0-16,-2 6 0 0,-4-1 0 15,2 6 0-15,-5-1 0 0,-2 7 0 0,0 1 0 16,-6 10 0-16,0-1 0 0,-2-1 0 16,3 0 0-16,-4-2 0 0,-2-2 0 0,4-4 0 15,2-7 0-15,-1-2 0 0,-1-1 0 16,4-2 0-16,1-2 0 0,-2 0 0 0,2-3 0 16,1 0 0-16,1-7 0 15,-4 10 0-15,4-10 0 0,0 0 0 0,0 0 0 16,0 0 0-16,0 0 0 0,0 0 0 15,0 0 0-15,0 0-591 0,16-17-260 0,-9 10-74 16,0-1 97-16,3-2-871 0,0 1-1134 16</inkml:trace>
  <inkml:trace contextRef="#ctx0" brushRef="#br0" timeOffset="62439.1">23809 5041 4465 0,'-4'-5'-114'0,"4"-2"70"0,0 7 63 0,-2-12 46 0,4 5 34 16,0 0 20-16,2 0 13 0,0-3 1 16,6 1 0-16,-1-1 0 0,3 0-5 15,4-1-4-15,0 3 2 0,3 0-16 0,2-1-5 16,-2 1-6-16,0 6-6 0,4-3-5 15,-7 3 4-15,2 2-10 0,0 0 5 0,-4 5 8 16,0-1 26-16,-3 8 10 0,-1 0 13 16,0 5 27-16,-5 3 8 0,-1 2 7 15,-4 2 4-15,0 2 3 0,-6 10 8 0,5-9 10 16,-8 6-116-16,6-5-95 0,-3-6 0 16,0-1 0-16,3-1 0 0,-3-3 0 0,3-3 0 15,2-2 0-15,-1-2 0 0,0 0 0 16,0-3 0-16,0 2 0 0,2-9 0 15,-2 10 0-15,2-10 0 0,0 10 0 0,0-10 0 16,-1 7 0-16,1-7 0 0,0 0 0 16,-4 9 0-16,4-9 0 0,0 0 0 0,-2 3 0 15,2-3 0-15,0 0 0 0,0 0-538 16,0 0-467-16,0 0 93 0,0 0-1039 16,0 0-1370-16</inkml:trace>
  <inkml:trace contextRef="#ctx0" brushRef="#br0" timeOffset="64554.18">24836 5075 5192 0,'0'0'-139'0,"-16"-3"60"15,7 1 66-15,9 2 68 0,0 0 55 0,-9-7 33 16,9 7 40-16,0 0-7 0,16-10 12 16,0 5 4-16,9 1-3 0,17 1-10 15,6 6-11-15,-1-5-14 0,17 6 0 0,-1 1-16 16,-1 2-13-16,1 3-12 16,-4-1-13-16,1 1-8 0,-6 2-14 0,-11-2-4 15,-6-3-7-15,-2 3-11 0,-9-2-4 16,-4-4-4-16,-8 0-7 0,0-1 4 0,-1 1-13 15,-4-3-6-15,-9-1-17 0,18 4-25 16,-11-4-32-16,2 1-39 0,-9-1-51 0,11 4-63 16,-11-4-80-16,7 2-111 0,-7-2-113 15,0 0-149-15,0 0-151 0,0 0 77 0,0-14-664 16,0 14-845-16</inkml:trace>
  <inkml:trace contextRef="#ctx0" brushRef="#br0" timeOffset="65054.04">25713 4919 3590 0,'-2'-6'-117'16,"2"6"44"-16,-4-6 37 16,4 6 48-16,-3-8 52 0,3 8 37 0,0 0 33 15,-6-9 19-15,6 9 14 0,-4-6 8 0,4 6 1 16,0 0-2-16,0 0-4 0,-4-6-11 16,4 6-8-16,0 0 9 0,0 0 32 15,0 0 14-15,0 0-2 0,17 28-6 0,-6-13-1 16,9 10-12-16,3 4-10 0,1 6-10 15,3 3-18-15,-2-3-13 0,-8-4-15 0,0 0-8 16,-3-3-11-16,-5-5-6 0,-5-3-3 16,-4-3 9-16,-6 0 6 0,-3 0 21 15,-12 5 8-15,-6-1 3 0,-4-4-31 0,-1-1-107 16,-4-5 0-16,0 1 0 16,1 0 0-16,-1-3 0 0,9-1 0 0,7-2 0 0,0-3 0 15,7 2 0-15,1-1 0 16,1-1 0-16,0 1 0 0,5-3 0 0,6-1 0 15,-15 5 0-15,15-5 0 0,-12 4 0 16,12-4 0-16,-9 2 0 0,9-2 0 0,0 0-123 16,-9 4-368-16,9-4-122 0,0 0-151 15,0 0-104-15,0 0 88 0,0 0-768 0,0 0-992 16</inkml:trace>
  <inkml:trace contextRef="#ctx0" brushRef="#br0" timeOffset="75169.61">3161 14659 4056 0,'5'-8'-147'16,"-1"4"34"-16,1 0 25 0,-2-1 29 0,-3 5 35 16,0 0 33-16,6-10 36 0,-6 10 22 15,4-8-5-15,-4 8 2 0,0 0-15 0,3-7 29 16,-3 7-10-16,0 0 2 0,2-8 2 15,-2 8 2-15,0 0-1 0,0 0-1 16,6-8-5-16,-6 8-7 0,0 0 6 16,2-6-3-16,-2 6-1 0,0 0-3 15,0 0-2-15,4-8 3 0,-4 8-3 0,0 0-5 0,0 0-2 16,4-5-1-16,-4 5 1 16,0 0-1-16,0 0-1 0,0 0-6 0,0 0-18 15,0 0-3-15,0 0-5 0,0 0 18 16,0 0 12-16,0 0 0 0,-7 33-4 0,2-16-1 15,3-2 0-15,-2 7-3 0,1 0 9 16,-1-4 3-16,2 2 1 0,2-1-3 16,0-2-5-16,2 2-3 0,0-4 2 0,0-1 10 15,1 0 9-15,1-4 15 0,0 0 3 16,4-2 5-16,3-4-1 0,0-1-15 16,3-3-8-16,1 0 4 0,2-3-10 15,5-3-11-15,0-2-3 0,6-8-4 0,-1-1-4 16,0-3-8-16,2 2 2 0,-4-2-9 15,-2-1 3-15,1 3-4 0,-7 3 0 16,-6 3-4-16,1 4-7 0,-6 3-11 0,1-1-4 16,-7 6-2-16,0 0 3 0,0 0-2 15,0 0 4-15,4 18 7 0,-8-5 6 0,1 4 15 16,-3 4 7-16,-1 10 6 0,-2-1 21 16,4 4-4-16,-1-1 3 0,-1 2-5 0,3-8-1 15,1-4-5-15,-2-1-3 0,3 0 0 16,0-2-8-16,0-4-3 0,2-2-2 15,-1-1 0-15,-1-1-8 0,0 1-13 16,0-3-57-16,0-2-58 0,2 1-70 16,-2 0-72-16,2-2-88 0,0-7-106 0,0 7-164 15,0-7-200-15,0 0 68 0,0 0 82 16,0 0-470-16,22-14-597 0</inkml:trace>
  <inkml:trace contextRef="#ctx0" brushRef="#br0" timeOffset="75568.5">3912 14826 2938 0,'18'-14'-26'0,"-2"2"33"0,-3 2 31 0,-3 3 15 0,1 1 17 16,-3 0 13-16,4 3 13 0,-12 3 2 15,0 0 39-15,20 9 10 0,-15 1 20 16,-5 3 4-16,-2 5 16 0,-6 11 14 16,-5 0 4-16,-3 4-10 0,-3-2 0 15,-6 5-3-15,6-9-18 0,-1 0-12 0,6-3-17 16,1-5-14-16,5-3-15 0,0-3-9 15,6-3-8-15,-1 0-3 0,3-3-5 0,2 1-5 16,-2-8-4-16,7 10-12 0,-2-6 0 16,-5-4-10-16,0 0 0 0,18-2-3 15,-18 2-9-15,7-12-5 0,-5 4-2 0,-4-6 8 16,-5-9 4-16,-4-8 7 0,-3-1 0 16,-1-3 17-16,1-1 0 0,2 4 6 15,-1-3-4-15,6 2-6 0,3 7 2 0,1 2-9 16,3 3-9-16,3-1-6 0,3 3-11 0,2 0-7 15,2 4 4-15,-3 3-17 16,4 1-27-16,1 1-25 0,-1 3-50 0,1 4-50 16,1-1-40-16,0 4-53 0,-13 0-52 15,30 6-67-15,-12-1-70 0,3 2-79 16,1 1-146-16,7 4-132 0,-6-2 71 0,-2 2-522 16,-1-3-686-16</inkml:trace>
  <inkml:trace contextRef="#ctx0" brushRef="#br0" timeOffset="76585.08">5011 14832 3553 0,'6'-12'0'0,"-4"4"49"16,1-4 41-16,0 6 48 0,1-1 44 0,-4 7 39 15,2-10 15-15,-2 10-2 0,3-9-28 16,-3 9-24-16,0 0-24 0,0 0 13 0,0 0 22 16,0 0 16-16,-13 32 0 0,3-6 3 15,1 6-3-15,-1 5-3 0,4-2-5 0,3 0-6 16,-1-4-15-16,4-7-16 16,0 0-17-16,4 1-13 0,-1-3-10 0,1-1-8 15,4-4-12-15,-4-1-6 0,4-3-28 16,-1-1-70-16,1-4 0 0,1-2 0 15,4-2 0-15,1-4 0 0,-1-1 0 0,5-3 0 16,4-7 0-16,8-3 0 0,1-3 0 16,8-12 0-16,-5 0 0 0,0-3 0 0,0 0 0 15,-1 1 0-15,-7 6 0 0,-3 3 0 16,-10 7 0-16,1 5 0 0,-5-1 0 0,-1 6 0 16,-3 0 0-16,-5 5 0 0,0 0 0 15,0 0 0-15,0 0 0 0,0 0 0 16,-11 35 0-16,0-7 0 0,-3 2 0 15,1 2 0-15,-2 2 0 0,2-5 0 16,2 4 0-16,-1 0 0 0,3-4 0 0,-1-3 0 16,4-5 0-16,0-3 0 0,3-2 0 15,-3-1 0-15,2-1 0 0,2-2 0 0,-4-1 0 16,2-2-139-16,2 1-224 0,1 1-113 16,-1-4-131-16,0-1-199 0,2-6-39 0,0 0 80 15,0 0-660-15,0 0-876 0</inkml:trace>
  <inkml:trace contextRef="#ctx0" brushRef="#br0" timeOffset="77002.84">5741 14899 3882 0,'14'-17'-86'0,"-5"1"35"0,1 5 35 0,-3 1 22 0,3 0 35 0,1 4 17 0,-2-2 7 0,3 3-9 15,-2 1 16-15,-1 4-13 0,-9 0-6 16,0 0 0-16,25 6 1 0,-17-1 9 0,-4 1 0 15,0 4 6-15,-3 0 13 0,-2 2 11 16,-3-1 8-16,-3 4 8 0,0 2 5 16,-4 1 1-16,-1 0-8 0,1-3-6 0,3 2-6 15,-1-5-11-15,3 2-7 0,0-1-1 16,2-2 9-16,1 1 6 0,3-2 6 16,3 3 5-16,-1-1 7 0,2-1 3 15,2 3-1-15,2-2-2 0,-3 4 6 0,3-3-4 16,-1 1 3-16,3 1 0 0,-6-1 11 15,3 1 6-15,-3-1 12 0,-2 0 14 0,-2-2 9 16,2 2 10-16,-4-2 6 0,-2 1 8 16,-1 1-134-16,-3-2-56 0,-2 1 0 0,-1-4 0 15,-5 1 0-15,3-3 0 16,-4 0 0-16,2-1 0 0,-2-2 0 0,0-1 0 16,1-3 0-16,1-3 0 0,0 3 0 15,2-3 0-15,-3 0 0 0,1-3 0 0,1 1 0 16,3 2 0-16,2-2 0 0,1 1-419 15,-1 2-343-15,-1-2-194 0,5-2 78 16,1 4 103-16,4 2-722 0,0 0-943 0</inkml:trace>
  <inkml:trace contextRef="#ctx0" brushRef="#br0" timeOffset="78367.58">7012 15129 3645 0,'0'0'-277'16,"0"0"49"-16,0 0 37 0,0 0 31 0,0 0 27 15,0 0 30-15,0 0 34 0,0 0 18 16,0-11 17-16,0 11 20 0,0 0 10 16,0 0 10-16,0 0 9 0,0 0 3 0,0 0 7 15,0 0 4-15,0 0 4 0,0 0-2 16,-3-6 0-16,3 6-3 0,0 0 1 0,0 0-4 15,0 0 4-15,0 0 8 0,0 0 1 16,0 0-5-16,0 0 6 0,0 0 0 16,0 0 4-16,0 0-1 0,-8-6 0 15,8 6-1-15,0 0-4 0,0 0-5 16,0 0-3-16,0 0-2 0,0 0-4 0,0 0-1 16,0 0 0-16,0 0-5 0,0 0 0 15,0 0-3-15,0 0 0 0,0 0 3 0,0 0-9 16,0 0-2-16,0 0 2 0,0 0 1 15,0 0-6-15,0 0 3 0,0 0-1 16,0 0 2-16,0 0-3 0,0 0-2 0,0 0-1 16,0 0 2-16,0 0-2 0,0 0 0 15,0 0 4-15,0 0-1 0,0 0 2 0,0 0-3 16,0 0 7-16,0 0 0 0,0 0 4 16,0 0 10-16,0 0 3 0,0 0 2 0,0 0 18 15,0 0-8-15,0 0 20 0,0 0 6 16,0 0 20-16,0 0 7 0,0 0 6 15,0 0 21-15,0 0 11 0,0 0-7 16,0-9-8-16,0 9-15 0,10-6-7 16,-1 1-12-16,7-2-7 0,-2 1-10 0,9-1-9 15,1 0-3-15,-4 2-1 0,-1 1-8 16,2 4-7-16,-2-2-6 0,0 4 0 0,3 2-3 16,-2-1-4-16,-1 5-1 0,-1 0-7 15,-5 2-3-15,3 1 0 0,-4 3 2 16,-6-2 7-16,0-3 15 0,-5 3 15 15,-2 1 13-15,-5 3 11 0,-1-3 7 16,-7 3 3-16,-5 4-3 0,-2-3-1 0,4-1-8 16,4-5-7-16,1-2-6 0,2 2-7 15,3-4-5-15,-1-1-3 0,5 1-6 0,-1-2 3 16,4-5 13-16,-2 15 11 0,6-8 3 16,1 3 0-16,3 0-4 0,2 2-10 15,1 1 0-15,0 1-6 0,1 1-6 0,-1-1 1 16,0 3-8-16,-2-3-4 0,-4 0 5 15,1-1 16-15,-1 1 11 0,-3-2 21 0,-2 2 19 16,-2 0 9-16,-3-1 10 0,-1 1 3 16,-3-1-4-16,-3 1-2 0,-1 0-10 0,-4-1-11 15,-2-4-12-15,1 2-87 0,-5-2 0 16,3-3 0-16,-5 2 0 0,4-4 0 16,1 0 0-16,2 0 0 0,2-4-12 15,5 0-267-15,0-6-99 0,3 0-103 16,4 2-95-16,4 4-125 0,9-21-145 0,5 9 73 15,11-6-637-15,0 2-861 0</inkml:trace>
  <inkml:trace contextRef="#ctx0" brushRef="#br0" timeOffset="78751.72">7837 15182 3699 0,'11'-12'-125'16,"-6"3"54"-16,-1 2 43 0,1 2 32 15,-5 5 7-15,2-8 7 0,-2 8 5 16,0 0 14-16,0 0 56 0,0 0 16 0,-28 20-3 16,6-1 14-16,0 5 1 0,1 1 2 15,0 3-8-15,0-2-7 0,4 3-11 0,2 0-6 16,3 0-4-16,10-6-9 0,-2-1-8 16,4-5-2-16,0 0-6 0,4 0-4 15,5-1-3-15,3-3-7 0,1 1-1 0,-1-5-2 16,1-3-5-16,0 0 23 0,3-2 19 15,-5 0 26-15,-1-4 26 0,-10 0 20 0,0 0-1 16,22-8 3-16,-17 2-7 16,-1-5-8-16,-2 3-7 0,-6-3-22 0,2 0-7 0,-3 1-15 15,-2-2-10-15,-2 2-11 16,-1 3-6-16,-3 0-10 0,-2 3-35 0,1 3-34 16,-3 1-36-16,0 1-38 0,-3 4-48 15,2 2-57-15,0-1-69 0,4 2-80 16,-6 3-81-16,5-3-110 0,3 1-161 0,1-1-13 15,-1 1 74-15,5-1-411 0,-1-1-518 16</inkml:trace>
  <inkml:trace contextRef="#ctx0" brushRef="#br0" timeOffset="79635.05">9128 15129 2907 0,'11'-17'-10'0,"-4"5"38"0,0-1 51 0,-1 5 35 0,-3-1 30 15,-1 4 9-15,-2 5-12 0,6-8-11 16,-6 8 36-16,0 0 29 0,0 0 7 16,-31 40-9-16,10-12-11 0,-3 8-9 0,3 2-6 15,-3 1-3-15,10-5-6 0,0-1-10 16,3-1-14-16,3 0-6 0,4-6-11 15,2-1-13-15,2-4-5 0,2-3-7 16,2-1 7-16,2 1-12 0,1-3 0 0,6-3-9 16,3 0-10-16,5-7-5 0,0-2 2 15,5-4-16-15,12-6-5 0,3-5 2 0,8-7-11 16,-1-3-4-16,0-4 0 0,-3-3-1 16,-3-1 4-16,-3 1-13 0,-5 4 1 15,-11 7 16-15,-5 2 11 0,-2 5 7 0,-5 1-15 16,-2 3-4-16,0 2-16 0,-6 0-1 15,-3 5 16-15,0 0 15 0,0 0 1 16,-14 21 3-16,3-6-11 0,-6 10 2 16,-2 2-1-16,-2 3-3 0,5-1-8 0,-4 2-1 15,4 0-7-15,2 0-2 16,0-2 0-16,4 0-1 0,1-5-5 0,4-4-8 0,-2 0 6 16,5-5-2-16,-1 1-33 0,1-5-38 15,0-1-47-15,-2 2-36 0,4-5-49 0,-2 0-63 16,2 0-78-16,0 1-106 0,0-8-152 15,0 0-204-15,0 0 30 0,0 0 81 16,0 0-511-16,0 0-655 0</inkml:trace>
  <inkml:trace contextRef="#ctx0" brushRef="#br0" timeOffset="80986.52">8664 15283 3209 0,'-2'-6'-46'0,"1"-1"31"0,1 7 35 0,-4-11 30 15,4 11 17-15,4-12 24 0,-3 1 15 0,6 3 5 16,2-2-3-16,2-1 0 16,3 1-14-16,-1 3-7 0,5 1-16 0,-4 4 0 15,0 0-11-15,1 2-3 0,-15 0-2 16,25 4-7-16,-14 0-3 0,-1 3-5 16,-2-1 15-16,-5 2 14 0,-1 1 19 0,-4-1 13 15,-5 4 2-15,-5 2 2 0,-3 1-9 16,-10 4-8-16,-2 2-8 0,1-1-9 0,-3-1-9 15,2 1-2-15,3-3-9 0,7-5-6 16,4-1-3-16,2-2-5 0,2 0 10 16,4-4 1-16,1 1 27 0,2 0 28 15,2-6 23-15,4 13 16 0,1-4 8 0,6 1 1 16,0 0 0-16,-2 1-1 0,7 2-9 16,-4 1-3-16,3-1-9 0,1 1-2 0,-1 3-4 15,-1-5-8-15,-5 1-9 0,3 0 1 16,-5-3 0-16,-1 2 5 0,-3-3 2 15,1 1-6-15,-2 0-77 0,-2-2-31 0,0 0 0 16,-2-1 0-16,-2-1 0 0,3 4 0 16,-5-3 0-16,1-1 0 0,-6 0 0 15,4-2 0-15,-2 0 0 0,-5 0 0 0,1-1 0 16,-1-1 0-16,-1 1 0 0,4-3 0 16,-3 3 0-16,5-1 0 0,9-2-276 15,-16 1-205-15,9 2-109 0,7-3-142 0,0 0-150 16,0 0 91-16,0 0-719 0,0 0-955 15</inkml:trace>
  <inkml:trace contextRef="#ctx0" brushRef="#br0" timeOffset="82317.5">10778 15358 4098 0,'4'-12'-88'15,"-1"3"44"-15,-1 1 41 0,3 2 28 16,0 0 19-16,1 0 19 0,3-2 15 16,5 1 8-16,1 5-10 0,-3-1-7 0,4 3 0 15,4 3-9-15,2 1-4 0,1 1-10 16,0 4-7-16,4 6 1 0,-2 0-9 0,-7 1-2 16,-6-3 9-16,1 3-7 0,-7-1-1 15,-1 1 7-15,-2-2 15 0,-6-1 27 0,0 3 5 16,-5 3 12-16,-5-4 8 0,1 2 7 15,0-1 2-15,-2-3-7 0,3 1-6 16,1-2 0-16,0 0-3 0,1-1 5 16,3 2 17-16,-3-1 21 0,5 2-13 15,-2-1-7-15,2 3 2 0,2-1-4 0,1 1-10 16,-1-3-7-16,2 1-6 0,-2 4-13 16,0-1-4-16,2-2-7 0,0-1-3 0,-2 3-11 15,0-5 2-15,2 2 15 0,-1-1 12 16,-6-4 4-16,3 5-1 0,-1-4-2 0,-3 2-6 15,-1-2-4-15,-1-1-9 0,-3-3-48 16,1 1-20-16,-3-1 0 0,1-2 0 16,2-2 0-16,-3-2 0 0,-1 0 0 0,1-2-163 15,3-2-138-15,-1-3-124 16,5 0-125-16,2 0-123 0,6-1-191 0,6-3 70 16,6 1 80-16,5-2-547 0,11-4-721 15</inkml:trace>
  <inkml:trace contextRef="#ctx0" brushRef="#br0" timeOffset="82653.11">11334 15576 3366 0,'16'-15'-106'0,"-5"2"48"0,-1 5 52 0,-2 1 30 0,-5 0 19 0,1 2-8 0,-4 5-7 0,0 0 36 16,0 0 47-16,0 0 20 0,0 0 16 0,-4 33-3 15,-7-17 8-15,-3 10 1 0,0 3 1 16,0-2-8-16,3 0-11 0,0-6-7 0,4 1-8 15,3-3-6-15,2-2-6 0,2-2 3 16,0-1 5-16,4 1 5 0,2-4 5 16,4 2 0-16,1-6-8 0,5 0-12 0,-2-2-5 15,2-5-7-15,4 0 3 0,-2-4 12 16,0-1 17-16,0-5-2 0,7-5-14 0,-7-6-13 16,2-1-8-16,-4-5-10 0,-7-5-5 15,-2-2-1-15,1 0-21 0,-7 5-6 16,-1 5-7-16,-1 1-25 0,-9 3-34 0,-9-2-34 15,-5 4-36-15,-7 5-48 16,5 4-68-16,-9 2-73 0,5 6-92 0,3 1-100 16,4 0-150-16,4 1-142 0,-2 3 71 15,7-2-524-15,5-1-680 0</inkml:trace>
  <inkml:trace contextRef="#ctx0" brushRef="#br0" timeOffset="83400.92">12811 15765 3412 0,'-1'-7'-7'0,"-3"0"40"0,2-3 55 0,-2 1 38 16,3-1 21-16,1 0 30 0,0 0 8 0,3 1-1 16,3-1-12-16,-1-3-13 0,11 3-17 15,2 2-15-15,4 2-13 0,3 2-13 0,0 6-12 16,14 4-10-16,-6 4-10 0,-3 5 3 15,1 5-16-15,-8 3-8 0,-5 4-4 0,-6 3-6 16,-4 2 1-16,-10-1-1 0,-9 7 6 16,-3-2 12-16,-7 6 16 0,-3-3 21 15,2-8 21-15,5-2 13 0,-2-4 15 16,5-2 10-16,1-5 1 0,3-6-2 16,5 0-1-16,-1-3-6 0,3 0-5 0,-1-4-18 15,0 2-8-15,4-7-9 0,-2 9-7 16,2-9-11-16,10 12-12 0,-7-8-29 0,8 0-57 15,1-2-72-15,3 2-113 0,4-4-92 16,5 0-128-16,2-2-128 0,16-6-173 0,1 1-117 16,7-5 84-16,-5 2-630 0,-8 2-835 15</inkml:trace>
  <inkml:trace contextRef="#ctx0" brushRef="#br0" timeOffset="83800.06">13911 15813 3978 0,'3'-4'-71'0,"-3"4"10"15,0 0 46-15,0 0 65 0,0 0 41 0,-36 22 32 16,6-3 21-16,-8 7 15 0,0-2 2 16,-1 3 2-16,5 0-1 0,7-6-9 0,3 2-10 15,5-1-12-15,6-4-7 0,5 0-15 16,0-2-7-16,8-3-8 0,0 1-3 0,2-2-8 15,7 0-11-15,3 1-6 0,5-4-7 16,3-1-1-16,-6-2-6 0,4-3-5 16,-2 0-2-16,-4-3 7 0,-12 0 9 15,18-6 3-15,-12-1-2 0,-5 0 13 16,-6-8 19-16,-7-3 16 0,-7-7 2 0,-16-8 2 16,3-3-6-16,0 4 3 0,-3 0-4 15,7-2 4-15,7 8 2 0,0 1 2 0,5 3-1 16,4 3-9-16,4 3-10 0,3 3-7 15,0 2-21-15,3-1-67 0,9 2 0 0,-4 0 0 16,8-1 0-16,7 3-17 16,2 1-195-16,7 2-93 0,9 0-100 0,8 5-106 15,-2 0-133-15,4 4-232 0,-1-3 81 16,4 4 87-16,6 2-557 0,1 0-724 16</inkml:trace>
  <inkml:trace contextRef="#ctx0" brushRef="#br0" timeOffset="85050.13">14839 15792 3337 0,'0'0'-110'0,"-3"-9"41"0,3 9 36 15,0-8 38-15,0 8 24 0,1-14 21 16,5 6 26-16,3-1 13 0,3-1 1 0,5 0 5 15,0 1 4-15,-2 2-2 0,5 3-1 16,-4 2-5-16,4 2 5 0,-3 6 2 16,2 2 6-16,6 10 1 0,-8 1 5 15,0 4-4-15,-5 5 8 0,-9-4 7 16,-1 0 8-16,-4 0 18 0,-6 8 16 0,-5 0 39 16,-6-3 17-16,-3 0 20 0,-13 0 2 15,-2-2 1-15,1-3-9 0,4-7-8 0,-2 0-9 16,5-1-17-16,6-6-3 0,8-1-2 15,2-3 1-15,3 0-3 0,3 0-29 0,3-2-163 16,4-4 0-16,0 0 0 0,15 10 0 16,8-5 0-16,13 5 0 0,4-2 0 15,1-2 0-15,-2 5 0 0,1-3 0 0,-1 2 0 16,-3-5 0-16,-4 7 0 0,0-4 0 16,-5-1 0-16,-4-2 0 0,-6 0 0 0,2-1 0 15,-6 0 0-15,-1 0 0 16,-1 0 0-16,-1-1 0 0,-10-3 0 0,15 3 0 15,-15-3 0-15,11 4 0 0,-11-4 0 16,13 2 0-16,-13-2 0 0,5 1 0 0,-5-1 0 16,0 0-20-16,7 2-567 0,-7-2-155 15,0 0-202-15,0 0 85 0,0 0 97 0,0 0-693 16,0 0-903-16</inkml:trace>
  <inkml:trace contextRef="#ctx0" brushRef="#br0" timeOffset="85666.92">15483 15712 4121 0,'-16'-8'-119'0,"2"4"39"0,-1-1 54 16,1 3 38-16,7-2 42 0,7 4 41 0,-14-6 1 15,14 6-2-15,-8-3 5 0,8 3 20 16,0 0 18-16,0 0 14 0,0 0-6 0,0 0-14 16,60 9-10-16,-21-7-11 0,7 2-11 15,0 1-11-15,-2-1-13 0,-6 0 4 0,-8 0-23 16,-6 2-7-16,-10 0-1 15,0 0 17-15,-5 5 32 0,-5 1 31 0,-6 0 32 16,-5 7 25-16,-9 13 19 0,0 0 9 16,-11 6 5-16,0 1-2 0,0 2-4 15,2-4-8-15,1 1-6 0,7-6-16 0,-3-1-27 16,5-2-155-16,3 0 0 0,0-1 0 16,2-7 0-16,5-5 0 0,-2-2 0 0,4-1 0 15,-3-1 0-15,4-3 0 0,0-1 0 16,0 2 0-16,1-3 0 0,-1 0 0 0,2-7 0 15,-4 11 0-15,2-5 0 0,0 0 0 16,2-6 0-16,0 7-505 0,0-7-218 16,0 0-243-16,0 0 87 0,17-1 99 15,-17 1-695-15,19-9-924 0</inkml:trace>
  <inkml:trace contextRef="#ctx0" brushRef="#br0" timeOffset="86732.68">17084 15950 3704 0,'-3'-8'-173'0,"3"8"45"0,-4-5 42 16,4 5 34-16,0 0 27 0,-9-6 30 0,9 6 14 15,0 0 2-15,-1-6 6 0,1 6-7 16,0 0-1-16,0 0-1 0,0 0 0 16,-8-8-5-16,8 8 3 0,0 0 2 0,0 0 11 15,0 0 19-15,0 0 19 0,0 0 30 16,0 0 20-16,-2-6 25 0,2 6 23 15,0 0-1-15,0 0-3 0,4-11 10 16,-4 11 7-16,6-10-4 0,-3 4-6 0,-3 6 3 16,9-10 11-16,-4 5-1 15,-1 1 10-15,1-4-10 0,5 1-13 0,0 2-11 16,6-2-12-16,6 2-13 0,14-2-8 16,3 2-9-16,6 3-14 0,-4 2-8 0,4 4-7 0,-4-1-5 15,-7 2-3-15,1 4-5 16,-10-1 3-16,-8 3 6 0,-2 4 7 0,-5 1 12 15,-4 5 13-15,-6-1 14 0,-11 11 16 16,-1 2-61-16,-15 6-83 0,-6-3 0 16,-6 1 0-16,-6-4 0 0,-2 0 0 0,-1-2 0 15,-1-4 0-15,5-4 0 0,12-5 0 16,-1-3 0-16,12-2 0 0,4-3 0 0,3-4 0 16,3 2 0-16,4-2 0 0,-1 0 0 15,2-1 0-15,6-5 0 0,0 12 0 0,8-6 0 16,2 5 0-16,4-1 0 0,4-2 0 15,0 3 0-15,11 2 0 0,2-2 0 0,-6-3 0 16,-6-1 0-16,-1 0 0 16,-2-2 0-16,-3-2 0 0,1 1 0 0,-3 0 0 15,1-3 0-15,-3 2 0 0,-9-3 0 16,15 6 0-16,-7-4 0 0,-8-2 0 0,11 4 0 16,-7-2 0-16,-4-2 0 0,10 2 0 15,-10-2 0-15,11 0 0 0,-11 0-249 0,0 0-815 16,11-8 108-16,-11 8-1058 0,6-11-1430 15</inkml:trace>
  <inkml:trace contextRef="#ctx0" brushRef="#br0" timeOffset="87582.81">17800 15981 5023 0,'5'-8'-270'0,"-3"1"53"0,1 1 59 15,-1 0 52-15,4-4 44 0,-3 3 45 0,1-1 53 16,2 2 40-16,-2-2 42 0,2 1 25 15,-6 7 13-15,5-8 3 0,-1 4-15 16,-4 4-14-16,0 0 27 0,0 0 67 0,0 0 51 16,0 0 19-16,-9 46 5 0,-7-13 3 15,0 12 2-15,-4 3-6 0,1 0 1 0,0 2-3 16,3-1-15-16,4 0-274 0,0-13-7 16,0 0 0-16,3-6 0 0,2-6 0 15,0-3 0-15,4-6 0 0,-3-1 0 16,4-2 0-16,-1-3 0 0,1-1 0 0,0 2 0 15,0-5 0-15,2-5 0 0,-5 12 0 16,5-6 0-16,0-6 0 0,0 9 0 0,0-9 0 16,0 0 0-16,0 12 0 0,0-12 0 15,0 0 0-15,11 4 0 0,-6 0 0 16,-5-4 0-16,18 0 0 0,-18 0-307 0,14-4-751 16,-6 1 99-16,-8 3 97 0,8-5-840 15,-8 5-1137-15</inkml:trace>
  <inkml:trace contextRef="#ctx0" brushRef="#br0" timeOffset="88316.35">19401 16194 4829 0,'4'-20'-122'0,"-4"7"74"0,2 2 54 0,-2 2 39 0,0 4 23 0,0 5 0 16,0-12-7-16,0 12 55 0,0 0 47 16,-9 24 31-16,-3 5-6 0,0 9 2 15,-6 13 3-15,-1 1 3 0,-1 2-1 0,4-3-9 16,-2-3-7-16,1-4 5 0,2-1-3 16,2-10-4-16,-1-2-7 0,1-6-9 15,4-4-10-15,0-7-11 0,4-2-8 0,-3-2-11 16,5-1-54-16,-3-1-67 0,2-1 0 15,0-2 0-15,4-5 0 0,-6 9 0 0,6-9 0 16,0 0 0-16,-3 6 0 0,3-6 0 16,0 0 0-16,0 0 0 0,0 0-142 0,1-22-291 15,3 14-131-15,4-4-178 0,-7 1-166 16,4 1 94-16,-1 0-746 0,-2 0-1004 16</inkml:trace>
  <inkml:trace contextRef="#ctx0" brushRef="#br0" timeOffset="89001.55">19895 16345 4505 0,'4'-6'-70'0,"-4"6"25"0,0 0 57 15,0 0 50-15,0 0 47 0,0 0 33 0,0 0 19 16,0 0 4-16,0 0-3 0,0 0 7 15,-16 19 8-15,16-19 16 0,0 0 19 16,0 0 13-16,0 0 6 0,0 0-2 16,0 0-5-16,0 0-4 0,0 0-19 0,0 0-18 15,0 0-14-15,0 0-20 0,0 0-12 16,16-26-15-16,-7 12-13 0,1-3-71 16,4-9-38-16,-2-3 0 0,1-2 0 0,1 0 0 15,-5 0 0-15,-1 6 0 0,-3 3 0 16,-4 3 0-16,-2 2 0 0,-1 1 0 0,-9 3 0 15,-1 2 0-15,-4 6 0 0,-4 2 0 16,-7 5 0-16,-12 4 0 0,-1 5 0 0,-5 11 0 16,2 2 0-16,4 5 0 0,5 3 0 15,1 2 0-15,10 3 0 0,5-8 0 0,6 4 0 16,2-2 0-16,4-4 0 16,6-3 0-16,5-2 0 0,2-1 0 0,0-1 0 15,4-2 0-15,1-3 0 0,3-1 0 16,5-3 0-16,-3 0 0 0,-2-4 0 0,-2 2 0 15,1-3 0-15,-1 1 0 0,0 0 0 16,-1 2 0-16,0-1 0 0,-5 4 0 0,0 0 0 16,1-1 0-16,-5 4 0 0,-1-1 0 15,-4-2 0-15,1 5 0 0,-9-2 0 16,-1 2 0-16,-3-2 0 0,0-1 0 16,-9 2 0-16,-4-1 0 0,-4-3 0 15,1-2 0-15,-4 0 0 0,1-8 0 0,5 0 0 16,-3 0 0-16,1-2 0 0,-3-2 0 15,5 0 0-15,-1 0 0 0,2 2 0 0,6-3 0 16,3 2 0-16,-2-1 0 0,4 0 0 16,2 0 0-16,1 0 0 0,1 1 0 0,12 1 0 15,-21-3 0-15,21 3 0 0,-15-1 0 16,15 1 0-16,-13-3 0 0,13 3 0 16,0 0 0-16,0 0 0 0,-14-1 0 15,14 1 0-15,0 0 0 0,0 0 0 0,0 0 0 16,0 0 0-16,0 0 0 0,8 11-907 15,-8-11-107-15,17 12 106 0,-12-6-916 0,6 2-1250 16</inkml:trace>
  <inkml:trace contextRef="#ctx0" brushRef="#br0" timeOffset="91282.61">4500 9775 4576 0,'9'-6'-273'15,"-4"0"51"-15,-1 3 38 0,-4 3 41 0,7-7 38 16,-7 7 34-16,4-6 32 16,-4 6 20-16,6-4 18 0,-6 4 5 0,1-5 4 15,-1 5 2-15,0 0 12 0,5-6 11 16,-5 6 7-16,0 0 12 0,0 0 2 0,4-6 9 15,-4 6-5-15,0 0 2 0,0 0 6 16,0 0-4-16,5-4-7 0,-5 4-4 16,0 0 8-16,0 0-4 0,0 0-3 0,0-8-5 15,0 8 8-15,0 0-3 0,0 0-4 16,0 0-4-16,0 0-11 0,0 0-10 16,0 0 3-16,0 0 6 0,0 0 4 15,0 0 3-15,-7 35 10 0,0-15 17 0,0 0 8 0,0 10 2 16,-1 0 0-16,-4 2-5 15,5 1-3-15,1-2 5 0,-1-4-7 0,5-5 0 16,0-1-7-16,0-4-3 0,2-3-2 16,0 0 3-16,0 0 1 0,2-4 5 0,-2 2 1 15,4-4-4-15,2-1-1 0,-1-1-3 16,2-4-6-16,-7-2-4 0,22 2-6 16,-9-4-2-16,2-2-6 0,5-5-3 0,-4-1-3 15,4 0-6-15,2-7-2 16,-3 4-1-16,-3 1-2 0,-1 0-7 0,-4 4 3 0,-1 0-1 15,-3 3-7-15,1-1 0 16,-8 6-9-16,10-4 4 0,-10 4 0 0,0 0 11 16,0 0 14-16,2 21-7 0,-6-11 8 15,1 6 10-15,-2 1 8 0,-3 4-4 0,3-1-4 16,-1 1-4-16,0 1 9 0,0 0-8 16,-1-1-4-16,1-1 14 0,3-3-23 0,-1 1-1 15,-1-3-3-15,0-1-3 0,1 1 0 16,2-3 2-16,-1 0-2 0,-1-3-30 15,0-1-28-15,2 0-29 0,2 0-39 0,-1-1-58 16,-1-2-74-16,2-5-119 16,-5 9-135-16,5-9-230 0,0 0 19 0,0 0 65 15,0 0-453-15,0 0-570 0</inkml:trace>
  <inkml:trace contextRef="#ctx0" brushRef="#br0" timeOffset="91680.73">5377 10053 2814 0,'9'-2'-59'0,"0"0"15"0,-9 2 39 15,0 0 43-15,0 14 41 0,-9-2 43 0,-2 2 51 16,-10 8 21-16,-3 0 19 0,-11 9 11 16,-1 0 5-16,2 0-3 0,0-4-15 0,1 2-8 15,8-6-18-15,6-2-12 0,4-4-23 0,4-3-7 16,5 3-13-16,4-5-8 0,2 0-9 15,3 0-4-15,8-2-17 0,2-2-8 16,2-1-10-16,0 0-2 0,4-3-8 16,-4-4-3-16,1 0-3 0,-3-2 13 0,3-3 14 15,-7-2-10-15,-4-4 6 0,-3 0 13 16,-2-7 17-16,-5-5 5 0,-6-8 5 0,-5-4-5 16,-1-10-10-16,-4 1-4 0,2-2-11 15,2 3 0-15,5 7-2 0,5 3-2 0,1 5-3 16,4 9-9-16,2-1-15 0,0 7-7 15,4 1-8-15,1-2-2 0,1 3-27 16,2 3-39-16,1 3-55 0,4 1-70 0,-1 3-66 16,3 1-83-16,1 3-89 0,2 2-111 15,2 2-148-15,-4 0-187 0,0 0 78 16,0-1-670-16,0 3-874 0</inkml:trace>
  <inkml:trace contextRef="#ctx0" brushRef="#br0" timeOffset="92082.74">4699 9513 3863 0,'-57'-7'-93'0,"-8"7"36"0,-10 7 37 0,-20 13 30 15,0 9 36-15,-2 9 41 0,4 5 30 16,3 7 21-16,10 4 7 0,10 9 2 15,10 5-5-15,12 10 16 0,18 0 3 0,19-11-1 16,13 3 3-16,21 15-6 0,22-3-2 16,21-3-15-16,17-7-9 0,17-6-11 0,13-7-12 15,13-6-14-15,10-9-3 0,4-6-21 16,-1-11-25-16,-1-7-14 0,-7-12-19 0,-11-10-15 16,-12-4-1-16,-31-9-2 15,-7-6 3-15,5-17 0 0,-12-10-3 0,-20 0-1 16,2-18 0-16,-21 3 2 0,-1-21-4 15,-11 9 3-15,-14-7-1 0,-10-20-2 16,-11-1-1-16,-11 2-2 0,-11 5-1 0,-11 11 1 16,-7 13-12-16,-12 14-13 0,-9 12-25 15,-14 15-30-15,-3 13-29 0,17 16-41 0,-4 9-43 16,-16 12-48-16,3 11-50 0,3 8-62 16,7 7-105-16,2 2-198 0,5 7 63 0,5 3-358 15,9 1-442-15</inkml:trace>
  <inkml:trace contextRef="#ctx0" brushRef="#br0" timeOffset="92485.3">4145 10617 2834 0,'13'-14'30'0,"-6"5"22"0,0 1 20 16,0 2 7-16,-3 0 24 0,-4 6 30 0,0 0 12 15,0 0 15-15,-22 2 19 0,-14 12 8 16,-14 7 0-16,-10 7 10 0,-18 8 5 15,-1 2 1-15,7 0-1 0,-6 0-9 0,22-5-11 16,-1-4-20-16,6 2-10 0,5-4-38 16,6 0-4-16,8-8-18 0,7-2-8 15,6-3-3-15,2-3-16 0,5-2-6 0,1-2-1 16,4 1-7-16,-3-4-11 0,4 0-25 16,6-4-31-16,-11 4-37 0,11-4-82 0,-9 2-120 15,9-2-116-15,0 0-141 16,-18-3-246-16,18 3 63 0,-13-2 79 0,5 5-409 15,-3 1-498-15</inkml:trace>
  <inkml:trace contextRef="#ctx0" brushRef="#br0" timeOffset="92948.6">2786 11260 2766 0,'7'-17'9'0,"1"3"22"0,-3 2 20 15,0 4 15-15,-3 0 8 0,-1 4 1 16,-1 4 14-16,0 0-12 0,0 0 25 0,0 0 16 16,0 0 13-16,-23 14 1 0,4 11-1 15,-1 1 1-15,0 1 0 0,1 1 3 0,2 1-8 16,3 4-2-16,1-5-11 0,4 4-12 15,3-8-8-15,2-7-7 0,2 1-5 16,4-2-6-16,-2-4 0 0,4 0-2 0,2-2-3 16,3 0-2-16,4-3-7 0,3-3-5 15,-1-2 1-15,4-4-11 0,4-3-7 16,-1-1 0-16,-2-1-4 0,-1 0-2 0,-2 1-3 16,-3 1-3-16,-3 1-2 0,1 1-4 15,-5 0-4-15,-7 3 4 0,11-4-13 16,-11 4 3-16,0 0 8 0,0 0 12 0,8 17 3 15,-10-9 1-15,-2 3-2 0,2 1-1 16,-3 1-1-16,1 3 0 0,0-3 7 16,-1 1-13-16,-2 0-6 0,4-1-2 0,-1-1-3 15,0-2-32-15,1 1-37 0,-1 2-57 16,0-4-79-16,2 0-102 0,2-1-91 0,-2-4-142 16,2-4-193-16,0 0 61 0,0 0-471 15,13 0-595-15</inkml:trace>
  <inkml:trace contextRef="#ctx0" brushRef="#br0" timeOffset="93331.87">3175 11434 3299 0,'5'-15'22'15,"-1"3"41"-15,-2 2 35 0,0 2 42 0,1 0 38 16,-1 2 18-16,-2 6-2 0,6-11-15 16,-6 11-31-16,3-8-18 0,-3 8-14 0,0 0-9 15,0 0-12-15,0 0-2 0,0 0-2 16,0 0 4-16,0 0 12 0,9 19-7 0,-9-19 3 15,-6 18 10-15,2-8 15 0,-2-1 4 16,1 4 6-16,-3 1-9 0,1-5-6 16,0 2-12-16,5-1-12 0,-1-1-11 15,-1-1 3-15,0 3-1 0,4-1-3 0,-3 0 9 16,3-1 1-16,0 1 0 0,0 0-2 16,0 1-6-16,3 1-1 0,-3-2-3 15,2 3-6-15,-2-4-4 0,2 1-1 0,-2 0-6 16,0-2-3-16,0 0-4 0,0-8-2 15,0 13-3-15,0-13-1 0,0 12 1 0,-2-7-43 16,2-5-13-16,-7 12 0 0,-2-6 0 16,2-2 0-16,-2 0 0 0,-2-1 0 0,-3-2 0 15,-1 1 0-15,-1-4-163 16,-3 1-176-16,-3-6-129 0,-9-3-142 0,6-7-195 16,2-5-33-16,5 0 78 0,8 0-671 0,2 1-882 15</inkml:trace>
  <inkml:trace contextRef="#ctx0" brushRef="#br0" timeOffset="93698.5">3021 10839 4085 0,'-29'0'-84'0,"-10"10"49"0,-18 6 44 0,-4 12 54 0,-22 22 40 0,0 6 33 15,1 12 24-15,6 4 11 0,3 10 5 16,9 3 11-16,10-2-13 0,14-1-8 15,8-5-8-15,17-16 6 0,11 0 1 16,8-1 3-16,13-2-2 0,10-5-11 16,9-3-16-16,10-6-12 0,21 1-9 0,-6-15-9 15,3-10-11-15,8-6-12 0,3-10-2 16,4-4-19-16,4-9-22 0,14-11-37 16,-4-6-10-16,-7-5-5 0,-9-6 9 15,-22 3-6-15,-8-6 19 0,-4-6-22 0,-13-8-2 16,-8-8 9-16,-8-4-7 0,-10-6-2 0,-10-3-12 15,-15-21-13-15,-6 9-3 0,-5 4-5 16,-8 12-12-16,4 25-11 0,-6 4-17 16,-2 13-23-16,-6 13-21 0,-7 7-24 0,5 9-43 15,-18 13-54-15,4 9-56 0,3 6-61 16,-14 14-93-16,7 4-161 0,7 0-57 0,20-2 70 16,0 2-379-16,9 0-464 0</inkml:trace>
  <inkml:trace contextRef="#ctx0" brushRef="#br0" timeOffset="94015.04">2435 11797 2644 0,'3'-4'14'0,"-3"4"19"16,0 0 15-16,0 0 42 0,-24 24 35 15,1 0 42-15,-13 12 41 0,-3 3 36 0,-4 3 10 16,-12 12-4-16,-1 0-4 0,1 1-3 16,0-1-1-16,9-11-10 0,1-1-11 0,2-1-23 15,2-3-12-15,3-4-15 0,7-5-15 16,6-9-17-16,8-4-10 0,2-4-5 0,5-2-10 16,3-3-16-16,-3 1-4 0,5-2-20 15,-2-4-33-15,7-2-85 0,0 0-92 16,0 0-93-16,-11-16-70 0,9 9-70 15,2-2-82-15,0 1-119 0,0-1-163 16,0 1 64-16,-1 1-448 0,-1 0-587 0</inkml:trace>
  <inkml:trace contextRef="#ctx0" brushRef="#br0" timeOffset="94447.86">1475 12618 3161 0,'0'0'29'16,"-7"4"4"-16,7-4 2 0,0 0 4 16,0 0 6-16,0 0 14 0,0 0 4 15,0 0-4-15,31-2-13 0,-31 2-1 0,29 0-5 16,-16 0-9-16,2 2 5 0,3 1-9 16,-5-2-4-16,2 3-1 0,0 0-5 0,-3 1-1 15,-3 0 5-15,1 2 17 0,0-3 30 16,-3 4 21-16,-3 0 25 0,1 1 22 15,-3-2 21-15,0 1 20 0,0 2 3 0,-2 1-2 16,0-1-12-16,-2 2-14 0,0 0-13 16,0 3-12-16,2 3-14 0,-3 0-10 15,1-1-6-15,-2 8-8 0,2-2-15 16,2 4-6-16,-1-3-8 0,-3-1 2 0,2 0-12 0,-1-3 0 16,1 1 0-16,0-2 15 0,-1-4 26 15,-1 1 6-15,2-5 11 0,-1 1 10 16,-1 0 14-16,2-3 3 0,-2-3 7 15,0 4 6-15,2-3-2 0,-2-2-12 16,4-5-16-16,-9 7-9 0,2-3-14 0,-4 0-16 16,0-2-25-16,0 2-42 15,-3-4-51-15,0 4-83 0,-6 0-86 0,1 0-80 16,-3 1-87-16,0 3-89 0,1-1-103 16,4-4-155-16,5-1-87 0,5-2 77 0,7 0-574 15,0 0-765-15</inkml:trace>
  <inkml:trace contextRef="#ctx0" brushRef="#br0" timeOffset="94815.26">2115 12682 3852 0,'9'-14'113'0,"-7"3"31"0,2 5 25 0,-2 1 30 16,-2 5 32-16,3-7 11 0,-3 7 0 0,0 0-15 15,0 0-10-15,0 0-9 0,0 0 2 16,-50 25-2-16,23-2-10 0,-7 9-11 0,1-1-14 15,-2 3-18-15,5 0-18 16,9-5-17-16,0-2-13 0,5-2-9 0,2 2-9 16,6-4-10-16,5-4-8 0,1-4-1 15,0-1-10-15,4-2-6 0,0 0-5 0,-1-4-3 16,3 1-3-16,2-1-1 0,-3-2-2 16,-3-6-2-16,11 6-2 0,-11-6-1 15,7 5-33-15,-7-5-2 0,0 0 0 0,0 0 0 16,0 0 0-16,18-17 0 0,-16 12 0 15,1-2 0-15,-3 7 0 0,2-11 0 0,-2 11 0 16,0-9 0-16,0 4-2 0,0 5-183 16,0 0-51-16,0 0-50 0,0 0-72 0,-31 10-92 15,14 0-109-15,-10 7-183 16,6-5-72-16,2-3 92 0,2 3-583 0,4 0-763 16</inkml:trace>
  <inkml:trace contextRef="#ctx0" brushRef="#br0" timeOffset="95214.47">1936 12112 3779 0,'-14'-26'-34'0,"-3"4"-2"0,0 9 3 0,-2 2 13 15,-6 10 29-15,-12 6 17 0,-13 12 35 16,-4 14 21-16,-12 23 15 0,-1 12 9 15,2 18 10-15,4 10 8 0,4 5 3 0,7 5 3 16,14 5 7-16,11-5-2 0,12 1-10 16,13-23-8-16,11 14-8 0,14-1-12 0,15-10-7 15,16-8-6-15,10-7-6 0,11-10-6 16,11-11-6-16,0-9-6 0,10-13-3 0,1-12-3 16,-13-11-6-16,0-13-13 0,13-8-3 15,-8-12 0-15,-7-7 5 0,-12-10-18 16,-11-7-5-16,-9-6 1 0,-11-15-1 0,-12-9 0 15,-9-1-5-15,-15 6-5 16,-9-23-4-16,-11 0-7 0,-6-4-5 0,-9 8-16 16,-7 9-12-16,-3 14-11 0,2 26-14 15,-6 11-13-15,-5 11-21 0,-6 11-20 0,3 15-31 16,-13 8-60-16,-5 13-66 0,-16 16-89 16,4 6-161-16,-2 3-148 0,6 1 66 0,3 1-338 15,3 0-424-15</inkml:trace>
  <inkml:trace contextRef="#ctx0" brushRef="#br0" timeOffset="95715.9">1747 13321 2880 0,'13'-10'135'0,"-3"3"-9"15,-7 3-9-15,-3 4 5 0,0 0 38 0,-13 23 52 0,-15 14 38 16,-6 7 16-16,-20 16 7 0,-2 3 2 15,-3-2-10-15,7 5-9 0,-2-4-25 0,14-16-22 16,0 0-14-16,4 2-25 0,3-7-13 16,1-1-21-16,5-2-13 0,8-9-7 15,0-3-11-15,7-9-19 0,1 1-35 16,0-3-47-16,3-4-54 0,-1-1-67 16,1-2-91-16,1 3-102 0,0-4-111 0,2 0-180 15,-3-4-183-15,1 2 70 0,-1-3-550 16,-1 5-723-16</inkml:trace>
  <inkml:trace contextRef="#ctx0" brushRef="#br0" timeOffset="96148.49">891 14367 3432 0,'0'0'214'0,"0"0"7"16,0 0-21-16,0 0-14 0,-13-20-2 0,17 13 2 15,1-4 9-15,1 0-9 0,4 4-28 16,-1 0-16-16,4 2-15 0,1 1-15 15,-1 2-14-15,3 4-6 0,0 0-7 16,0 2-9-16,-3 4-11 0,1-1-3 0,-3 3-4 16,-1 0-1-16,-3 1 29 0,-3 1 29 15,-2 3 28-15,-4-1 8 0,-2-1 8 16,-1 6 4-16,-5 0 1 0,1 0-7 0,-1 0-15 16,0-2-15-16,1-2-16 0,3-1-11 15,-1 2-13-15,0-1-11 0,4 1-8 16,1-2-6-16,2 3-4 0,0 0-7 15,2 1-16-15,1 1-35 0,4 0 0 0,0 0 0 16,-1 0 0-16,1-2 0 0,2-2 0 16,-4-1 0-16,-1-4 0 0,-2-1 0 0,1 0 0 15,-3-1 0-15,0-2 0 0,0-6 0 16,2 12 0-16,-2-12 0 0,-2 9 0 16,2-9 0-16,0 8 0 0,0-8 0 0,0 0 0 15,2 10 0-15,-2-10 0 0,0 0 0 16,-5 6 0-16,5-6 0 0,-8 2 0 0,8-2 0 15,0 0 0-15,-12 2-246 16,12-2-479-16,0 0-125 0,-5-17-53 0,7 6 86 0,3-2-764 16,7-5-1024-16</inkml:trace>
  <inkml:trace contextRef="#ctx0" brushRef="#br0" timeOffset="96482.24">1278 14500 4302 0,'7'-10'-21'15,"-3"2"63"-15,1 3 41 0,-3-1 41 0,-2 6 41 16,5-6 31-16,-5 6 15 0,0 0 3 15,6-7-10-15,-6 7-12 0,0 0-14 16,0 0-20-16,0 0-6 0,0 0-2 0,0 0-15 16,0 0-15-16,0 0-3 15,0 0-14-15,0 0-8 0,21 12-14 0,-21-12-1 0,11 7-12 16,-4-5-6-16,-7-2-9 16,18 1-13-16,-18-1-9 0,27-9-15 0,-14 3 1 15,1 0-2-15,-3 1 5 0,0 0-3 16,-1 2-9-16,-10 3 2 0,13-5 3 15,-13 5 0-15,10-2 1 0,-10 2 19 0,7 10 7 16,-5 0 10-16,0 1-5 0,0 1-5 16,-2 0 1-16,2 2-2 0,-2-1-4 0,2 1-6 15,0-2 1-15,-1-1-4 0,1 1-4 16,-2 1-5-16,2-3-13 0,0 1-32 16,-2-4-54-16,0 0-84 0,0-7-84 0,-2 16-109 15,2-8-80-15,-2-2-88 16,0 1-160-16,-3 2-111 15,-3-4 75-15,1 0-593 0,7-5-774 0</inkml:trace>
  <inkml:trace contextRef="#ctx0" brushRef="#br0" timeOffset="96848.4">1152 13830 3747 0,'-28'-5'17'0,"-1"5"15"0,-9 11 24 0,-10 14 51 16,1 14 57-16,-16 25 51 0,6 5 21 15,3 11 4-15,6 9-5 0,7 4-3 16,9 5-15-16,5 1-21 0,14-4-7 0,6-20-25 16,12-1-12-16,6-2-14 15,14 11-9-15,9-9-9 0,11-7-14 0,7-10-9 16,13-11-9-16,-4-17-5 0,7-9-6 16,7-5-7-16,5-13-9 0,5-6-16 0,21-15-26 15,-4-6-16-15,-7-13-37 0,-9-8-34 16,-9-10-23-16,-9-3-9 0,-10-13 7 15,-8-10 6-15,-16-6 12 0,-10-8 2 0,-10-3 6 16,-13 16 7-16,-12-21 14 16,-12 5 1-16,-11 5 4 0,-10 12 4 0,-7 14-2 0,-8 12 2 15,5 25-1-15,-9 13 3 0,-3 14-1 16,-7 13-6-16,-20 20-40 0,3 13-65 16,2 8-83-16,7 9-78 0,6 8-80 0,7 3-138 15,1-2-195-15,15 2 75 16,4-5-389-16,16-15-509 0</inkml:trace>
  <inkml:trace contextRef="#ctx0" brushRef="#br0" timeOffset="97563.67">1253 15250 2595 0,'6'-9'-99'0,"-2"4"60"0,-4 5 36 15,8-7 37-15,-8 7 23 0,0 0 26 16,3-6 12-16,-3 6 11 0,0 0 44 16,0 0 47-16,-17 27 43 0,-2 0 17 0,-11 16 3 15,-6 3 3-15,-3 4 7 0,-10 16 3 16,10-18-4-16,0 1-30 0,3-5 12 16,1-4-15-16,5-5-21 0,7-8-18 15,3-1-19-15,7-7-14 0,1-2-15 0,1-3-19 16,4-4-13-16,1-2-8 0,-1 1-9 15,1-1-11-15,0-3-7 0,2 1-12 16,4-6-23-16,-7 8-30 0,7-8-39 0,-7 10-62 16,2-8-69-16,5-2-80 0,-6 5-113 15,6-5-98-15,-5 4-111 0,5-4-199 16,0 0-15-16,0 0 100 0,0 0-477 0,-9 5-613 16</inkml:trace>
  <inkml:trace contextRef="#ctx0" brushRef="#br0" timeOffset="98316.5">645 16537 3444 0,'0'0'128'0,"-2"-10"8"0,2 10-14 0,0-16-4 0,4 9 8 0,3-7 2 16,0 3-3-16,2-3-10 15,7 2-7-15,-1 1-15 0,0 5-6 0,0 0-7 16,-1 6-12-16,1 0-2 0,2 6-3 16,-2 3-3-16,-1 7 25 0,1 9 35 0,-8 4 44 15,-3 1 17-15,-4-5 30 0,-2 10 18 16,-5-3 17-16,-3 6 23 0,-3-6 9 16,0-1-8-16,3-4-11 0,0-10-27 15,5-1-9-15,-1-6-37 0,2-1-18 16,3-1-165-16,1-8-3 0,1 12 0 0,5-8 0 15,-6-4 0-15,25 2 0 0,-7-4 0 0,7 1 0 16,4-2 0-16,12-5 0 0,-2 3 0 16,-1-3 0-16,7 0-271 0,-9-2-132 15,3 0-56-15,-1 1-16 0,-2-1-22 16,-2-2-44-16,-7-1-22 0,-2-3-35 0,-7 3 28 16,-4-1-727-16</inkml:trace>
  <inkml:trace contextRef="#ctx0" brushRef="#br0" timeOffset="98666.11">1314 16647 3268 0,'7'-23'-94'0,"-2"7"63"0,-3 1 45 16,0 3 40-16,0 1 39 0,0 1 39 0,-2 4 31 15,1-3 18-15,-1 9-1 0,2-12-11 16,-2 4-22-16,0 8-14 0,2-6-20 0,-2 6-15 16,0 0-8-16,0 0-7 0,0 0 17 15,0 0 16-15,0 24 15 0,-2-11 6 16,0 3 15-16,-3 3 17 0,1-2 3 16,4-1-3-16,-2-1-4 0,2 0-9 15,2 1-3-15,2-3-11 0,3 3-5 0,4-2-33 16,3 1 8-16,3-5-17 0,0 1-11 15,5-3-27-15,-6-3-20 0,-2-2 1 16,-3 1-6-16,-2 0 1 0,-9-4 10 0,0 0 6 16,0 0-3-16,0 0 14 15,-18-23 14-15,-11 6 11 0,-13-3 13 0,0-1 5 16,-6 1 12-16,1 1 20 0,1 0-36 16,10 5-99-16,2-1 0 0,-1 3 0 0,7 0 0 15,8 3 0-15,6 3 0 0,0-2 0 16,5 4 0-16,1-1 0 0,6-1 0 0,2 6 0 15,4-16 0-15,5 4 0 0,7 1 0 16,9-5 0-16,1 2-242 0,2 1-147 16,3 0-73-16,1 3-81 0,2-2-171 0,-2 2-148 15,-8 1 87-15,1 3-655 0,-6-1-880 16</inkml:trace>
  <inkml:trace contextRef="#ctx0" brushRef="#br0" timeOffset="99048.62">1122 16073 4132 0,'-31'2'-39'0,"-1"8"19"15,-6 4 40-15,-6 11 41 0,2 4 54 16,0 9 18-16,2 8 23 0,2 6 0 0,-4 18-12 16,14-11-13-16,3 2-14 0,6 1-8 0,8 2-10 15,5-1-10-15,6-3-9 16,9 0-2-16,8-5-5 0,10-5-4 0,7-6-8 15,10-6-7-15,3-9-17 0,9-5-7 16,8-12-16-16,-1-8-5 0,5-6-11 16,0-7 2-16,-1-5 0 0,-5-10-1 0,11-13 2 15,-20 3-1-15,-5-6 2 0,-6-3 3 16,-8-7 3-16,-7-5 5 0,-10-1 3 0,-6-11 0 16,-7-3-4-16,-8-6 1 15,-5 6 1-15,-7 2-2 0,-6 3 0 0,-5 5-2 16,-7 8-4-16,0 7-2 0,-7 11-5 15,-8 8-17-15,-4 13-25 0,3 11-33 16,-15 8-40-16,1 10-56 0,1 3-57 0,6 9-74 16,5 2-89-16,8 0-194 0,0 4-93 15,12 2 76-15,5-1-360 0,14-10-441 16</inkml:trace>
  <inkml:trace contextRef="#ctx0" brushRef="#br0" timeOffset="99632.56">1926 15497 2733 0,'0'0'54'0,"0"0"6"0,0 0-6 0,0 0-6 0,0 0-5 15,0 0-2-15,0 0-10 0,30-15-4 16,-20 11-39-16,1 1-48 0,3 3-62 0,1-2-96 15,1 4-167-15,0 1-110 0,0 2-117 16,-1 2-111-16</inkml:trace>
  <inkml:trace contextRef="#ctx0" brushRef="#br0" timeOffset="99780.32">2183 15652 2092 0,'0'0'277'0,"0"0"8"15,0 0-6-15,0 0-2 0,0 0 2 16,0 0-16-16,0 0-36 0,0 0-21 0,0 0-56 15,0 0-109-15,0 0-123 0,10 2-131 16,-7 4-189-16,6 0-221 0,0-1 61 0,2 3 63 16,7 0-180-16,-2 3-173 0</inkml:trace>
  <inkml:trace contextRef="#ctx0" brushRef="#br0" timeOffset="102165.47">4269 12044 3341 0,'7'-14'174'0,"-1"3"3"16,-3 2-10-16,1 0-16 0,1 1 21 0,0 0 8 15,-1 2-4-15,1-3-16 0,-1 3-17 0,-2-2-17 16,3 3-7-16,-3 0-17 16,-2 5-13-16,4-9-9 0,-4 9-9 0,6-7-8 15,-6 7-8-15,2-7-4 0,-2 7-3 16,4-2-8-16,-4 2-3 0,0 0-2 0,5-6-4 16,-5 6-3-16,0 0 2 0,0 0-7 15,2-7-1-15,-2 7-1 0,0 0 0 0,0 0-3 16,0 0 1-16,2-4-1 0,-2 4-8 15,0 0 1-15,0 0-6 0,0 0 2 16,0 0-1-16,0 0 0 0,0 0-2 0,0 0 0 16,4-4-1-16,-4 4 1 0,0 0 1 15,0 0 0-15,0 0 2 0,0 0-4 0,0 0 5 16,0 0 0-16,0 0 0 16,0 0 1-16,0 0-3 0,5-6-1 0,-5 6-1 15,0 0 0-15,0 0-4 0,0 0 1 16,0 0 7-16,0 0-5 0,0 0 1 0,0 0-4 15,0 0 1-15,0 0 2 0,0 0 1 16,0 0 0-16,0 0-1 0,0 0 3 0,0 0 2 16,0 0 3-16,0 0 5 0,-1-8-4 15,1 8 6-15,0 0-9 0,0 0 0 16,0 0 0-16,0 0-2 0,0 0 1 16,0 0-5-16,0 0 2 0,-2-9-6 0,2 9 8 15,0 0-4-15,0 0 4 0,0 0 22 0,0 0 4 16,0 0 3-16,0 0 3 15,0 0 16-15,0 0-17 0,0 0 4 0,0 0-3 16,0 0-7-16,0 0-10 0,8-6-2 16,-8 6-4-16,0 0 1 0,0 0 37 0,0 37 38 15,-2-15-17-15,-1 6 0 0,0 10-1 16,-3 3-11-16,1 0-4 0,-1-2-3 0,-1 2-7 16,-2 1-4-16,4-3-2 0,-3-2-7 15,3 0 1-15,-2-3-9 0,0-5-3 0,3-3 4 16,1-7-9-16,-1-2 1 15,2-5-1-15,0 0-28 0,0-2-29 0,2 1-39 0,0-5-40 16,-3 3-57-16,3-3-90 16,0-6-130-16,-5 4-118 0,5-4-149 0,0 0-133 15,0 0 78-15,-7-21-599 0,7 13-770 16</inkml:trace>
  <inkml:trace contextRef="#ctx0" brushRef="#br0" timeOffset="102662.88">4486 12227 3659 0,'0'0'-19'0,"0"0"47"16,0 0 45-16,0 20 41 0,-8-3 32 0,-2 2 32 15,-1 11 15-15,-1 3-5 16,-3-1-6-16,6 1-9 0,1-1-17 0,4-6-9 16,2-3-12-16,2-1-11 0,0-3-10 15,2-1-10-15,2-1-7 0,-2-3-6 0,-1 0 6 16,4-2-6-16,-1-2 5 0,3-2-3 15,0 0-10-15,2-2-2 0,-2 0-9 0,2-5 1 16,-9-1-8-16,16 4-5 0,-16-4-3 16,19 2-6-16,-19-2-3 0,17 0-8 15,-17 0 7-15,17-4-9 0,-9 2-6 16,-8 2 1-16,15-5 3 0,-15 5-6 16,14-8 8-16,-9 6-4 0,-1-4-7 0,3 2 0 0,-3-5 9 15,2 1-12-15,-2-1-1 16,0-1 4-16,-2-4-2 0,-2 2 7 0,2-1-6 15,-2-1 16-15,-2-1-14 0,-2 3 2 16,-2 0-7-16,0 4-3 0,-3-1-11 0,-2 7 11 16,-5-1 2-16,-2 3-21 0,0 5 4 15,-5 3 6-15,-6 5 9 0,4 3 3 16,3 3 1-16,3 1-4 0,6-1-1 0,1 0-3 16,4-1 12-16,3 3-4 0,3-5-4 15,4 1 0-15,0 0 5 0,3-4-5 0,5 5 2 16,0-5-5-16,3 1 0 0,1-2-15 15,0-5-43-15,6-1-68 0,-2-2-70 16,3-2-82-16,3-2-95 0,-2-4-110 16,1-3-111-16,0 1-179 0,-2-5-25 0,-4-1 86 15,6-3-574-15,-7-1-730 0</inkml:trace>
  <inkml:trace contextRef="#ctx0" brushRef="#br0" timeOffset="102996.78">4931 12506 3697 0,'0'0'11'0,"6"15"57"0,-6-15 49 0,-12 18 30 0,7-4 32 0,-1-1 16 15,-1 5 7-15,0 1-12 0,0 0-12 16,2-1-7-16,-1-1-17 0,2-1-13 16,3-1-9-16,-6 1-17 0,5-4-4 0,-2-2-3 15,4 0 25-15,-3-3 28 0,-1 0 17 16,2 0 25-16,2-7 7 0,-2 8-15 15,2-8-20-15,0 0-16 0,0 0-14 0,0 0-20 16,11-37-14-16,3 4-9 0,3-11-15 16,6-10-7-16,11-20-16 0,2-3-20 15,5-6-37-15,-1 2-10 0,-1 5-1 0,-8 20-17 16,-1 8-32-16,-1 7-32 0,-4 5-47 16,-6 10-39-16,-6 8-45 0,1 5-25 15,-5 3-32-15,-1 4-33 0,-3 4-32 0,4 2-33 16,-9 0-35-16,0 0-50 0,5 18-74 15,-5-6-139-15,-2 4 37 0,-3 4-452 16,-7 12-556-16</inkml:trace>
  <inkml:trace contextRef="#ctx0" brushRef="#br0" timeOffset="103146.52">5013 12487 2941 0,'-9'11'-36'0,"2"-3"23"16,0 0 24-16,3-4 33 0,4-4 39 15,-3 5 21-15,3-5-3 0,0 0-12 16,0 0-6-16,28 0-33 0,-12-2-34 0,3 2-58 15,0-3-68-15,4-5-98 0,1 2-106 0,7-7-190 16,1-2 18-16,3-3-130 16,-3 0-113-16</inkml:trace>
  <inkml:trace contextRef="#ctx0" brushRef="#br0" timeOffset="103347.24">5728 11829 1753 0,'-2'-17'114'0,"-1"3"25"0,-4 8 11 16,2-1 33-16,-3 2 17 0,8 5 31 0,-19 0 10 15,6 8 10-15,-5 2 0 0,-7 14-11 16,5 5-31-16,-3 21-17 0,-2 5-12 0,0 3-18 16,3 3-17-16,-8 15-14 0,1 3-11 15,-2-1-16-15,8-17-14 0,-2 1-28 16,2-1-60-16,1-2-31 0,-1-2-87 16,2-4-55-16,-2-3-96 0,2-4-60 0,0-5-114 15,5-9-176-15,0-7 51 0,7-4-324 16,-4-8-372-16</inkml:trace>
  <inkml:trace contextRef="#ctx0" brushRef="#br0" timeOffset="103513.98">5126 12827 2715 0,'2'-21'203'0,"1"4"37"0,1 3 26 15,2 2 35-15,-3 3 38 16,6-5 25-16,-2 2 3 0,0 0-21 0,7-2-32 16,1 2-46-16,3 2-33 0,0-1-18 15,9-3-26-15,5 5-54 0,1-3-96 0,-5 4-90 16,9 4-92-16,1-1-81 0,0 3-122 15,5 0-134-15,0 4-189 0,-2 0-56 16,-3 1 88-16,-1 3-482 0,-3 2-587 0</inkml:trace>
  <inkml:trace contextRef="#ctx0" brushRef="#br0" timeOffset="103946.1">5875 12987 3049 0,'-8'3'187'16,"8"-3"18"-16,-17-3 9 0,17 3 26 15,0 0 29-15,-15-7 18 0,15 7-19 0,-10-9-8 16,8 2-32-16,2 7-23 16,4-18-24-16,4 6-14 0,-1-4-16 0,10-9-17 15,5 0-19-15,8-10-39 0,4-6-33 16,1-1-29-16,1-4-16 0,10-18-19 0,-10 15-14 16,-2-3-15-16,0-1 6 0,0 3 3 15,-3 6 3-15,-6 3 7 0,-6 15 4 0,-6 2 0 16,-1 5 2-16,-3 5-2 0,-3 6 1 15,-4 0 2-15,0 6 4 0,-2 2 9 16,0 0 2-16,0 0 0 0,0 0 1 16,-15 30 5-16,6-9 3 0,0 8 8 15,-2 5 2-15,3 2 5 0,4 2 4 0,0-1 12 16,1 0 17-16,3-4 15 0,0-8-3 16,0 2 14-16,0 1 22 0,2 0 11 0,-2-3 15 15,1-1 7-15,-1-4 8 0,-1 1 7 16,1-4 3-16,-2 0 1 0,0-3-4 0,0-1-6 15,0 1-8-15,0-5-11 0,2 1-2 16,-3-2-14-16,-1 0-13 0,-1-3-9 0,5-5-11 16,-13 6-44-16,13-6-29 0,-17 0-85 15,17 0-93-15,-22-7-89 0,10 0-118 0,-1 0-124 16,5-2-145-16,0-1-194 0,4 0 71 16,3 0 87-16,2 0-589 0,10 0-740 15</inkml:trace>
  <inkml:trace contextRef="#ctx0" brushRef="#br0" timeOffset="104546.42">6599 12591 3768 0,'-6'-11'80'0,"-3"5"13"0,1 0 34 0,-6 6 43 0,14 0 41 16,-30 4 32-16,10 3 4 0,-14 5 8 16,6 5 2-16,-3 3-4 0,4 3-12 0,-7 8-17 15,12-8-18-15,1 3-20 0,3 1-15 16,5-1-17-16,2-4-13 0,8-1-18 0,-2-1-10 15,5-8-14-15,2 5-9 0,1-2-8 16,0-1-29-16,3-2-44 0,3-1-34 0,5-2-60 16,-1-6-60-16,6-1-51 0,5-5-45 15,11-8-40-15,3-2-35 0,8-11-15 16,0-3-1-16,-3-7 21 0,3-5 27 16,6-19 30-16,-1-6 38 0,-1-4 26 0,-1-8 28 15,1-1 24-15,-4-3 35 0,-5 1 42 16,-3 2 41-16,-13 18 53 0,-2 8 42 15,-4 4 32-15,-9 14 29 0,-1 4 22 0,-3 6 20 16,-1 4 4-16,0 5-4 0,-1 4-16 16,-2 4-22-16,-2 6 17 0,0 0 27 0,-29 29 20 15,2 8-6-15,-2 11-5 0,-3 5-4 16,-8 22-10-16,-2 7-17 0,0 1-13 16,3 1-12-16,-6-4-14 0,9 2-16 15,-4-5-12-15,5-2-8 0,10-17-10 0,1-8-28 16,5 2-24-16,2-6-25 0,5-12-68 15,3-10-44-15,4-5-26 0,1-3-14 0,-1-7-24 16,5-2-50-16,0-7-28 0,0 0-15 16,0 0 15-16,35-24 31 0,-16 0 24 0,2-1 27 15,0-3 35-15,1 1 52 0,-2 3 45 16,-1-1 48-16,-2 2 26 0,-3 6 28 16,-3 1 19-16,2 2 9 0,-3 4 3 15,1-2 6-15,-2 2-1 0,3 0-8 0,-1-2-13 16,1 1-4-16,3-1-8 0,-4 4-15 15,3-3-45-15,-3 5-52 0,1-3-56 16,-1 2-75-16,-1 0-79 0,-2 2-65 0,-3 2-61 16,1-1-70-16,-6 4-85 0,0 0-80 15,0 0 54-15,0 0-295 0,0 0-344 16</inkml:trace>
  <inkml:trace contextRef="#ctx0" brushRef="#br0" timeOffset="104713.39">6799 12743 2431 0,'-9'5'53'0,"0"2"51"0,8 0 65 0,-5 2 48 0,4-1 44 0,-1 4 28 0,-1 3 20 0,-2 3-9 15,4 5-5-15,-2-2-1 0,0 2-5 16,2 1-27-16,0-2-25 0,4 2-27 0,-2-3-22 16,0-1-14-16,0-1-21 0,2 3-17 15,2-3-27-15,0-2-65 0,-4-3-75 16,4 1-72-16,2-1-74 0,-1-6-120 0,1-3-121 16,-1-1-133-16,5-2-186 0,-10-2 69 15,15-8-537-15,-5 3-668 0</inkml:trace>
  <inkml:trace contextRef="#ctx0" brushRef="#br0" timeOffset="105146.12">7037 12872 3414 0,'0'0'69'0,"-14"-10"49"15,9 6 48-15,5 4 37 0,-13-3 45 0,13 3 3 16,-12-2 5-16,12 2-17 16,0 0 7-16,-22 9-1 0,14-1-8 0,-4 2-15 0,3 3-24 15,-1 5-16-15,1-3-16 16,1 6-17-16,1 0-17 0,2-4-8 0,4-2-17 15,-3 1-9-15,4-3-12 0,0-2-3 16,0-1-13-16,4-2-1 0,-3-3-6 0,6 1-6 16,-2 0-6-16,-5-6-3 0,19 0-8 15,-19 0-5-15,23 0 0 0,-23 0-4 16,21-4-5-16,-12 2 0 0,-9 2-12 16,16-2-4-16,-16 2 4 0,13 0-5 0,-13 0 0 0,14 4 3 15,-7 0-7-15,-7-4 0 0,13 8 3 16,-7-4 0-16,4 0 2 0,-3-1 1 15,4 1 0-15,-2-1 0 0,2 0 3 16,-2-1 3-16,-9-2-1 0,27 2 2 16,-11-2 4-16,-3-2 9 0,2-3 7 0,0 2-5 15,-1-4 2-15,-1-1 5 0,-2 0-40 16,3-5 0-16,-3 3 0 0,-1-6 0 0,1-1 0 16,-2 0 0-16,2 0 0 0,-6 5 0 15,2 0 0-15,-3 2 0 0,0-1 0 0,0 3-157 16,-3 1-90-16,1 2-73 0,-2 5-80 15,0 0-72-15,0 0-77 0,0 0-129 0,-34 10-103 16,19 0 81-16,-8 11-622 16,7 5-779-16</inkml:trace>
  <inkml:trace contextRef="#ctx0" brushRef="#br0" timeOffset="105862.9">7251 13040 3657 0,'9'-17'17'0,"-2"3"60"16,0 3 36-16,-3 1 43 0,-3 4 38 0,3-1 22 0,0 1 0 15,-1 1-12-15,-3 5-13 0,6-6-23 16,-6 6-1-16,0 0 3 0,12-2-4 0,-12 2-24 16,0 0-16-16,20 12-15 0,-13-7-7 15,0 0-6-15,1 2 2 0,-1 0-8 0,1-2-9 16,-2 2-2-16,-1-4-5 16,5 1-16-16,-10-4-2 0,17 5-3 0,-8-5-10 0,-9 0 0 15,20-2-7-15,-20 2-5 16,18-7-2-16,-7 2-4 0,-6-2-11 0,2 2 1 15,-3 0-4-15,-4 5 5 0,7-10-7 16,-7 10-3-16,0 0 0 0,0 0 4 16,-22-7 1-16,22 7-5 0,-26 10-1 0,4 0 8 15,-3 6-1-15,1 3-1 0,3-1 2 16,5-1 5-16,5 0-1 0,0 1 3 16,3-5-1-16,4 3-7 0,0-5 0 15,3 3-6-15,2-4-1 0,3-3 4 0,5 1-1 16,3-1 1-16,13-2 6 0,19-3-16 15,17-6-11-15,5 1-41 0,5-6-36 0,1-4-42 16,-3-9-42-16,15-12-41 0,-6-5-29 16,-4-9-12-16,-2-7-14 0,-6-7 1 0,-1-8 20 15,-4-9 25-15,-4-5 23 0,-2-6 18 16,-9-5 18-16,-2-4 15 0,-8 1 29 0,-7 5 46 16,-15 23 65-16,-4 8 54 0,-4 10 32 15,-6 11 18-15,-4 14 12 0,-2 8 19 0,-9 7 33 16,-2 11 41-16,-18 9 45 0,-16 20 14 15,-16 22 12-15,3 13 2 0,1 14 6 16,4 13-5-16,5 6-4 0,7 4-5 16,4 1-17-16,7 3-12 0,6 0-12 0,5-8-166 15,6-5-60-15,7-24 0 0,3-4 0 16,2-8 0-16,-1-16 0 0,4-4 0 16,2-10 0-16,0-5 0 0,2-8 0 0,2-7 0 15,4 0 0-15,-6-5 0 0,0 0 0 16,26-22 0-16,-8-2 0 0,-2-5 0 0,-4-5 0 15,0 4 0-15,-9 5 0 0,2 4 0 16,-7 3 0-16,-3 7 0 0,-6 0 0 0,-3 6 0 16,-11 1 0-16,-2 8 0 15,-9 3 0-15,-1 5 0 0,4 3 0 0,-1 2 0 16,6 2 0-16,-1 0 0 0,7 1 0 16,1-3 0-16,5-1 0 0,3-3 0 0,2-3 0 15,3 0 0-15,0 2-142 0,4-3-388 16,1 3-136-16,5-4-219 0,1-1 35 0,7 0 95 15,2 1-729-15,18 4-931 0</inkml:trace>
  <inkml:trace contextRef="#ctx0" brushRef="#br0" timeOffset="106129.65">8398 13447 4501 0,'0'0'162'0,"-23"-19"28"0,2 12 44 0,-17-2 33 0,-17-3 32 0,-10 3 20 0,-9 1 18 16,-12 0-8-16,-36 0-5 15,-12 5-18-15,-24-1-39 0,-16 2-22 0,-69 2-19 16,1-8-41-16,-8 4-185 0,4-8 0 16,14 7 0-16,57-1 0 0,3 0 0 0,12 3 0 15,10 0 0-15,18 1 0 0,18 0 0 16,37 0 0-16,14 1 0 0,18-1 0 0,10 2 0 16,13 0 0-16,2 0 0 0,3-2 0 15,6 2 0-15,11 0 0 0,-15 2 0 0,15-2 0 16,0 7 0-16,0-7-419 0,0 0-198 15,20 12-120-15,-8-8-156 0,3 0 89 16,3 0-802-16,-2 1-1045 0</inkml:trace>
  <inkml:trace contextRef="#ctx0" brushRef="#br0" timeOffset="109260.82">21433 5658 3986 0,'-22'2'-265'0,"2"1"37"0,1 2 42 0,-2 5 31 16,-10 4 31-16,2 3 33 0,4 2 16 16,1 3 28-16,5-2 25 0,6 6 23 0,9-2 21 15,8-1 7-15,16 17 14 16,19 6 1-16,22 9-2 0,17-3-1 0,13 3-4 15,11-6 1-15,2-1 1 0,7-4-5 16,6 2-6-16,0-7-3 0,5-6-1 0,-4 1-1 16,-2-10-5-16,-5-3 3 0,-3-5 1 15,-2-5-7-15,-29-11 1 0,6-4-3 0,-7-5 2 16,-2-5-10-16,19-9 7 16,-3-6-4-16,2-6 0 0,-5-4 3 0,1-4-2 15,0-3 7-15,-2-1-2 0,-3-2-6 16,1 2 0-16,2 0-1 0,-9 3-2 15,-2 1-1-15,-3 1 1 0,-14 6 2 0,-5 2-5 16,1 1 1-16,-7-6-2 0,-3 3 2 16,0-1 5-16,-6 0 0 0,-1 1 1 0,-5 0-2 15,-5-4-1-15,-3 5 0 0,-1-6-2 16,-4 2-1-16,-4 3 5 0,3-7-5 0,-7 4-3 16,3-5 5-16,0-2-5 0,0-1-1 15,-1 0 2-15,0 1 1 0,-1 9-2 0,-3 1-2 16,0-5-1-16,3 6-4 0,-2 0 1 15,-3-4 5-15,1 3-8 0,0 2 7 16,-3 1 2-16,1 8-6 0,-4 1 3 0,0-1 1 16,-2 2-4-16,0-3 4 15,-2 0-4-15,-2-6 1 0,-3-3 0 0,-1 4-3 16,-2-1 5-16,-1 1-5 0,0-3 3 16,-1 3-1-16,-5 0 1 0,3-2 6 0,-8-6 0 15,-3-4-8-15,0 5 0 0,-5-3 1 16,-6 4 1-16,-5-5-5 0,-4 2 4 0,-16-11-2 15,-9 4-3-15,-9-1 2 0,-9 2 1 16,-7 4 5-16,-7-2-4 0,-5 6-3 16,0 2 1-16,4 3 2 0,10 8 0 0,22 4-4 15,0 6 5-15,7-2 2 0,3 6-2 16,-2 1 0-16,5 1 1 0,6 0-1 16,4 5 2-16,0-1-4 0,-1 3 2 15,-5 0 4-15,-9 0-2 0,-1 4 3 0,-9 0 0 16,1 0-3-16,0 0-1 0,-5 4 3 15,1 1-1-15,1 0 1 0,3 1 0 0,6 1 0 16,0 3 1-16,8 0-1 0,4 1 3 16,4 3-1-16,9-4 3 0,3-2-6 15,1 2 4-15,5 2 1 0,-2 0-1 0,1-4-1 16,5 2 3-16,4-1-1 0,-4 0 0 16,8 1 2-16,-7 4-4 0,2 0 0 0,0 1 0 15,-4 1 0-15,2 3 1 0,2-1 2 16,-4 3-4-16,-6 4 3 0,1 0 2 0,5-3-3 15,0 0 1-15,-3 5 2 0,0 0-2 16,5-4 1-16,-7 5 1 0,0 2-1 16,-1 2-3-16,-1 2 2 0,-3 0 2 15,-6 1 4-15,4 4-3 0,-17 14 0 0,-1 4 1 16,4 6 0-16,-1-2 0 0,6 4 3 16,2 2-1-16,1 1 1 0,11 3 0 15,11-11 1-15,7 2 4 0,4 7 2 0,12-5-4 16,9 4-5-16,17 15 4 0,16-1 7 15,21 1-21-15,17 2-59 0,15-2-79 0,49 17-123 16,6-5-307-16,3-13 65 0,-33-26-154 16,6-7-155-16</inkml:trace>
  <inkml:trace contextRef="#ctx0" brushRef="#br0" timeOffset="116277.6">18562 8407 1674 0,'-2'-9'423'0,"-1"1"-188"0,-5 4-69 16,-3 3-5-16,-3 2 16 0,-20 8 13 15,-9 10-6-15,-9 5-2 0,0 6 10 0,-18 13 2 16,18-5 2-16,-9 12-2 0,16-11-5 16,6 2-10-16,9 2-4 0,8 0-9 0,2 0-8 15,15-7-3-15,3 4-5 0,9-5-7 16,15 9-20-16,6-5-9 0,10-5-11 0,7-5-10 15,7-5-8-15,4-5-7 16,3-9-7-16,3-4-6 0,-10-6-10 0,11-8-11 16,-2-6-3-16,-4-3-1 0,-6-6-1 15,-3-5-9-15,-4-3-3 0,-6-3-2 0,-7-5-1 16,-2-5-8-16,-9-3 5 0,-1-5-7 16,-10-3-5-16,-1 1-1 0,-5 8 1 0,-8 0-3 15,-2 5 0-15,-3 6-6 0,-4 4-2 16,-6 5-3-16,-5 6 2 0,-5 9-30 15,-6 6-26-15,-5 5-36 0,0 7-47 0,-11 8-66 16,1 6-84-16,3 6-106 0,5 4-153 0,4 0-177 16,8 2 68-16,15-6-515 15,5-4-639-15</inkml:trace>
  <inkml:trace contextRef="#ctx0" brushRef="#br0" timeOffset="116860.63">19615 8352 3573 0,'-8'-22'136'0,"-6"7"28"0,0 3 32 15,-8 8 29-15,-3 2 29 0,-16 8 20 16,-13 11 7-16,0 7-16 0,-4 8-14 16,-7 16-19-16,18-5-23 0,-3 14-21 15,18-7-19-15,7 3-17 0,4 3-12 0,9-1-16 0,9 0-16 16,1-8-74-16,5-1-70 15,6 4-63-15,-4-10-65 0,4-6-61 0,1-3-55 16,2-12-42-16,-5-4-26 0,4-5-14 16,3-2-1-16,1-7 13 0,2-6 31 0,8-2 44 15,6-10 39-15,7-7 43 16,0-5 59-16,-1-4 49 0,8-2 55 0,-5 0 53 0,-6 2 65 16,-7 10 71-16,-4 1 52 0,-9 7 22 15,-2 3 5-15,-1 2-7 0,0 5-24 0,-8 1 16 16,3 4 57-16,-6 0 12 0,0 0-13 15,0 0-8-15,2 16-10 0,-4-7-16 16,0 3-21-16,0-1-22 0,0 5-17 16,1-2-18-16,1-1-16 0,-2 0-17 0,4-1-11 15,-4-2-12-15,2 0-8 0,0-3-12 16,0 1-2-16,0-8 43 0,0 13-48 0,0-13-84 16,5 3 0-16,-5-3 0 0,22-10 0 15,5-4 0-15,4-5 0 0,-1 0 0 0,4 1 0 16,-3 1 0-16,-3 1 0 0,-6 5 0 15,-7 3 0-15,-2 3 0 0,-2 5 0 0,-2 0 0 16,-9 0 0-16,16 9 0 0,-7-2 0 16,-6 2 0-16,5 4 0 0,-5 0 0 0,1 1 0 15,2 2 0-15,-3-1 0 0,2 1 0 16,1-3 0-16,-3 1 0 0,3-1 0 16,-1-1 0-16,6-1 0 0,-4-4-174 15,4-2-381-15,-1-5-94 0,1 0-115 0,2-4-79 16,7-4 86-16,-3-3-756 0,7-7-959 15</inkml:trace>
  <inkml:trace contextRef="#ctx0" brushRef="#br0" timeOffset="117060.68">20405 8576 4246 0,'18'-23'63'15,"-5"5"65"-15,-6 3 43 0,3 3 19 0,-4 3 10 16,0 4 3-16,-6 5 72 16,0 0 46-16,0 0 26 0,13 28-2 0,-11-1-15 15,-4 13-6-15,-4 13-37 0,-5 1-21 0,-9 3-25 16,-2 4-26-16,-4-3-176 0,-19 12-39 15,-2-7 0-15,6-15 0 0,-6-7 0 16,-1-1 0-16,1-2 0 0,1-7 0 0,-3-4 0 16,1-5 0-16,-4-3-357 0,3-5-173 15,7-4-121-15,0-5-199 0,4-1 32 0,8-3 76 16,5 1-701-16,2-2-893 0</inkml:trace>
  <inkml:trace contextRef="#ctx0" brushRef="#br0" timeOffset="117393.7">18406 9375 4345 0,'-51'-15'123'15,"7"3"8"-15,6-1 27 0,2 2 37 16,4 1 59-16,3 1 46 0,13 2 21 0,2 4-8 15,2 0-19-15,4 1-33 0,8 2-24 16,0 0-24-16,63 14-23 0,10 1-17 0,41 10-36 16,20 1-10-16,14 3-17 15,54 6-36-15,-4 5-14 0,4-5-6 0,-47-7-13 16,1-1-23-16,2-3-22 0,-5-2-28 0,-22-5-20 16,-15-5-32-16,-37-5-26 0,-15-3 3 15,-18-3 0-15,-12-1 5 0,-7-3 1 16,-10-1-9-16,-2-1-24 0,-3 1-24 0,-5-2-29 15,-1-2-41-15,-2-1-64 0,-4 1-71 16,-2-1-89-16,0 2-138 0,-4 0-139 0,1 2 73 16,-3-2-545-16,0 2-665 0</inkml:trace>
  <inkml:trace contextRef="#ctx0" brushRef="#br0" timeOffset="118143.63">22906 8901 3199 0,'-35'2'36'0,"-6"6"16"0,-19 9 15 0,-6 4 15 0,-14 11 3 16,2 6 28-16,23-7 31 0,5 0 30 0,10 2 13 16,8 6 7-16,9-2-6 15,11-4-10-15,12-4-22 0,13 7-12 0,18 5-9 16,10-2-19-16,7-2-36 0,12-6-32 15,1-6-40-15,1-4-26 0,1-5-12 0,4-6-9 16,-6-7 2-16,-13-5 7 0,-5-4 6 16,5-8 22-16,-10-1 33 0,-2-14 24 0,-3-2 13 15,-12 4-1-15,-2-14 4 0,-4-5-6 16,-5-4-2-16,-4-2-7 0,-6 7-5 16,1-2-2-16,-4 3-11 0,-5 4-5 0,0 4-9 15,-7 4-4-15,-4 5-1 0,-6 6-24 16,-7 7-31-16,-4 6-51 0,-4 4-49 0,-5 6-81 15,-9 6-84-15,-1 5-103 16,-1 2-166-16,2-1-95 0,17 3 83 0,4-3-409 16,16-3-467-16</inkml:trace>
  <inkml:trace contextRef="#ctx0" brushRef="#br0" timeOffset="118376.66">24061 8756 3075 0,'4'-30'188'0,"-8"4"21"16,-1 5 20-16,-6 3 15 0,-3 4 27 16,-17 3 20-16,-1 7 24 0,-25 14 5 15,-8 5-11-15,-19 14-14 0,0 7-23 0,5 10-28 0,9 8-21 16,9 4-38-16,7 9-14 16,15 1-17-16,14-6-15 0,10 0-20 0,9 2-61 15,6 1-75-15,8-6-76 0,8-1-84 16,6-7-90-16,4-7-102 0,5-9-97 0,3-8-96 15,0-10-150-15,0-7 10 0,5-4 77 16,-3-6-505-16,2-4-597 0</inkml:trace>
  <inkml:trace contextRef="#ctx0" brushRef="#br0" timeOffset="118709.28">24153 9192 3222 0,'9'-12'71'0,"-4"6"28"0,1-1 23 15,-4 1 47-15,-2 6 42 0,0 0 38 0,0 0 15 16,0 0 6-16,0 0 12 0,0 0-8 15,-21 25-20-15,11-13-21 0,8-1-15 0,-1-1-21 16,1 3-19-16,-2-1-14 16,2 0-16-16,4-2-17 0,0 0-19 0,-2-1 1 15,0-1-13-15,2-1-8 0,-2 0-9 16,2 0-5-16,-2-7-9 0,2 7-3 0,-2-7-2 16,13 0-8-16,-13 0-9 0,25-11-3 15,-6 3 11-15,0-1 8 0,-2 2 13 0,-1 0 17 16,-4 2-8-16,-1 2-9 0,-2 0-13 15,-2 3-63-15,-7 0 0 0,16 3 0 0,-10 2 0 16,1 2 0-16,-2 2 0 16,1 1 0-16,-1 2 0 0,0 0 0 0,1 1 0 0,-1-1 0 15,3 5 0-15,0-6 0 16,1 1 0-16,9 0-185 0,-5-4-218 0,8-1-81 16,-1-1-89-16,7-6-129 0,0-2-116 15,7-9 77-15,-2-1-716 0,3-2-907 0</inkml:trace>
  <inkml:trace contextRef="#ctx0" brushRef="#br0" timeOffset="118927.57">25471 8794 4342 0,'11'-7'68'0,"-5"5"3"0,-6 2 40 16,0 0 63-16,8 12 38 0,-10 1 37 16,-4 10 23-16,-2 13 12 0,-5 16-17 15,-3 5-17-15,-4 1-22 0,-5 5-19 16,-13 12-24-16,-2 3-13 0,-9-4-16 0,-7-1-18 15,-7-7-16-15,-3-4-60 0,-11-4-46 16,2-7-59-16,-4-5-65 0,7-6-76 0,15-11-87 16,-4-5-109-16,-2-5-119 0,4-3-153 15,-8-7-128-15,2 0 77 0,2-4-647 0,-4-5-804 16</inkml:trace>
  <inkml:trace contextRef="#ctx0" brushRef="#br0" timeOffset="119211.33">21761 9740 4181 0,'-22'0'229'16,"6"-2"4"-16,4 2 16 0,6-4-19 16,6 4-8-16,0 0 12 0,48-14 6 0,19 5-1 15,19 5-12-15,43-2-19 0,24 4-23 16,17 2-21-16,10 4-11 0,60 4-20 15,4 1-20-15,-4 3-14 0,-5 1-27 0,-15 3-31 16,-53-2-23-16,-6 1-29 0,-8-1-22 0,-22 0-20 16,-18-5-36-16,-37-4-32 15,-15 0-20-15,-15-3-9 0,-14 1-14 0,-7-3-24 16,-9-2-43-16,-7 1-39 0,-4-3-40 16,-5 4-42-16,0 0-61 0,0 0-115 0,-21-14-150 15,6 11 61-15,0-2-445 0,-4 2-533 16</inkml:trace>
  <inkml:trace contextRef="#ctx0" brushRef="#br0" timeOffset="120110.17">27176 9250 2814 0,'-2'-20'29'0,"1"3"35"0,-7 2 7 16,-3 3 19-16,-10 4 43 0,-22 6 47 15,-7 2 35-15,-22 20 26 0,-19 5 21 0,-2 13 13 16,-1 3 14-16,8 3-4 0,9 9-2 16,14-1-1-16,6 5-10 0,23-9-3 0,1 0-10 15,14-2-11-15,10 3-10 0,9-8-28 16,7-2-21-16,11 5-14 0,7-3-14 0,9-5-16 16,5-5-14-16,7-7-10 0,5-5-15 15,9-4-10-15,2-5-38 0,3-10-58 0,-2-4 0 16,0-7 0-16,-4-3 0 15,-2-7 0-15,-7-4 0 0,-7-4 0 0,4-7 0 16,-10-6 0-16,-6-6 0 0,-2-5 0 16,-4-5 0-16,-5-3 0 0,-3-2 0 0,-7 0 0 15,-7 8 0-15,-5 9-72 0,-5 7-27 16,-8 5-17-16,-10 7-6 0,-11 3-20 16,-4 13-25-16,-7 6-44 0,-7 5-55 0,-13 7-65 15,5 5-67-15,-1 5-75 0,2 4-116 0,4 4-170 16,5 0 76-16,10 2-597 0,15-4-739 15</inkml:trace>
  <inkml:trace contextRef="#ctx0" brushRef="#br0" timeOffset="120826.58">28032 8967 3834 0,'0'-18'89'16,"-6"4"-10"-16,-3 4 32 0,-9 6 43 15,-7 4 40-15,-20 7 36 0,-16 12 22 16,-25 15 26-16,0 9-8 0,1 6-4 16,3 6-22-16,7 7-19 0,11 7-24 0,6 5-15 15,11-1-23-15,9-1-15 0,15-13-14 16,4-4-18-16,12-3-5 0,5-7-11 0,5-8-12 16,3 2-28-16,6-8-20 0,-1-2-16 15,2-8-9-15,6-5-9 0,4-5-14 0,2-8-1 16,4-3-3-16,14-8-1 0,11-10 6 15,0-5 3-15,2-8-3 0,13-16 3 16,3-1 8-16,-18 12 24 0,-3 4 22 0,-11 5 33 16,-11 9-3-16,-2 1-9 0,-11 8-16 15,-4 8 39-15,-6 2 50 0,-6-1-116 0,0 17-28 16,-4-4 0-16,-4 5 0 0,-1-1 0 16,0 2 0-16,-2 0 0 0,4 1 0 0,0-2 0 15,1-1 0-15,2 1 0 16,3-5 0-16,1-1 0 0,1 0 0 0,9-1 0 15,2-1 0-15,12-2 0 0,2-4 0 16,3-2 0-16,11-6 0 0,0-1 0 0,2-4 0 16,0 1 0-16,-4-1 0 0,-2 1 0 15,-11 1 0-15,-3 2 0 0,-6 1 0 0,-3 0 0 16,1 2 0-16,-7 1 0 0,-7 1 0 16,20 3 0-16,-15 1 0 0,5 2 0 0,-5-2 0 15,3 2 0-15,-2 1 0 0,0-2 0 16,1 2 0-16,-2-3 0 0,4 2 0 0,-4-1 0 15,5 0 0-15,-1-3 0 0,3 0 0 16,1-1 0-16,2-2 0 0,4-5-539 16,0 0-16-16,10-8 8 0,0-1 14 15,-3-5 34-15,10-3 69 0,4-6 80 0,1-6 76 16,-1-1 82-16,-1 0 86 0,-1 2 89 16,-5 1 83-16,-9 11 66 0,-2 3 59 0,-7 6 33 15,-4 1 7-15,0 2-13 0,-2 6-23 16,-4 1 36-16,-5 3 41 0,10 15 8 0,-9-1-5 15,-1 7-19-15,0 4-10 0,-1 14-17 16,-1 2-21-16,-2-1-20 0,0 2-19 0,1 3-18 16,-4 0-14-16,2-2-54 15,-5 8-87-15,-1-2-95 0,-4 1-104 0,-7-1-109 16,-2-5-144-16,-9 1-119 0,-5-4-166 16,-3-2-80-16,-2-7 92 0,7-1-696 0,9-8-877 0</inkml:trace>
  <inkml:trace contextRef="#ctx0" brushRef="#br0" timeOffset="121010.28">28709 10328 4037 0,'4'-4'86'0,"-4"4"27"0,0 0 46 0,-25-9 64 0,-2 4 78 0,-29-4 64 0,-12-1 27 0,-14 0 9 0,-32-7 9 16,-8 0-6-16,-1-1-45 0,-13-4-32 0,-6 1-27 16,-12-6-27-16,-61-11-232 0,-2 3-41 15,9-2 0-15,5 4 0 0,49 14 0 0,8 3 0 16,9 9 0-16,5 3 0 15,18 8 0-15,5 4-436 0,29 3-171 0,6 1-186 16,7 1-85-16,4 3 102 0,10-1-823 16,0 3-1039-16</inkml:trace>
  <inkml:trace contextRef="#ctx0" brushRef="#br0" timeOffset="126093.05">5330 6747 906 0,'15'-9'183'16,"-15"9"-29"-16,11-6-29 0,-8 2-38 15,-3 4-34-15,5-3-10 0,-5 3-6 16,0 0-9-16,0 0-6 0,6-7-1 0,-6 7 2 16,0 0-7-16,0 0 4 0,0 0-1 15,0 0 2-15,0 0 2 0,0 0-5 0,0 0 3 16,4 17-3-16,-3-12 0 0,-1 4 1 16,2-1 10-16,-2 4 1 0,2 2 1 0,0 3-1 15,3 7 7-15,0 9 1 0,-1 5-3 16,1 3-1-16,-1 2-3 0,3 11 3 15,-1-1-6-15,4 0 0 0,1 0 4 16,7-1 19-16,-2 0-2 0,6-3-3 16,1-1 1-16,4 3 19 0,1-5-2 0,5-4 1 15,3 1-5-15,0-4-5 0,1 1-2 16,6-4-8-16,-2 0-5 0,3-1-1 0,2 2-4 16,-3-2-6-16,4 4-2 0,-4 0-1 15,1-1 2-15,-4 2-3 0,-2-1-8 0,1-2 0 16,-5 0 2-16,0-1-1 0,-3-1-4 15,-8-7-3-15,6 4 2 0,-11-5-2 16,3-5 1-16,0 2-1 0,-2-2 1 16,2-3-4-16,2 1 3 0,-6-6-9 0,0 1 5 15,-4-1 3-15,3-2-4 0,3 2 0 16,-6 0-2-16,11 3-1 0,-4 2 0 16,3-3 2-16,2 6-9 0,0-1 10 0,3 2-1 15,3 4-2-15,3 3 0 0,0-1 1 16,4 0 0-16,2 0-3 0,2 2 3 0,6-1-4 15,1 1 4-15,3 0-1 0,1 0-1 16,2 1 1-16,3 0-2 0,-5-1 5 16,6 0-1-16,-1-1-8 0,-1 1 5 15,-3 1 5-15,4-1-1 0,-7 0-5 0,3 2 3 16,-3 0-2-16,-1-2-3 0,-2 3-1 16,-1 0 8-16,-1 0-3 0,1 1-4 15,-1 2 1-15,-1 0 4 0,4 0-4 0,-2-2 1 16,4-1 0-16,-1 3 0 0,8-2 4 15,10 6-5-15,-7-10 7 0,17 9-8 0,0-3 4 16,2 2 1-16,-2-4-5 0,2 4 6 16,-1-7-2-16,0 5-3 0,-2-2 4 15,-14-6-1-15,-4 3-2 0,0-2 2 16,0 1 2-16,-6 0-6 0,0-2 4 0,-1 0-6 16,-1 0 6-16,-1 0-2 0,4 0-1 15,-1 0 1-15,2 0 3 0,0-2 1 0,2 1-3 16,1-1 0-16,-1-3 3 0,-2 2-5 15,3-3-2-15,-4 0 4 0,3-3 2 16,-5-1-10-16,0 0 6 0,-5-1 4 0,3-1-5 16,-5 1 0-16,-6-2 3 0,6 1 1 15,1 2 0-15,0 0-6 0,-4-2 7 0,7 3-4 16,3-1 3-16,3 3-2 0,3 1-5 16,3-3 8-16,1 3-3 0,7-2 2 15,18 6-1-15,-1-2-5 0,4 5 1 0,0 0 1 16,-4-4-2-16,-16-4 0 0,19 5 0 15,-22-5 1-15,3 1-4 0,16 4 1 16,0 2-1-16,-20-5-6 0,5-2-3 16,16 8 0-16,1-2 2 0,0 1 0 0,2-1 6 15,-5-3-5-15,5 1 3 0,0-1-2 16,-1 2 1-16,5-4 2 0,-7 2 6 0,3-1-1 16,-20-6-1-16,2 0 0 0,18 7 2 15,-1 2-3-15,-3-6 1 0,4 5 5 0,-2-1 0 16,0 4-4-16,-2-3 1 0,-2 3 0 15,6 3 5-15,-2-3-2 0,-2 2-1 0,0 0 1 16,-4-1 3-16,-1 4-3 0,1-3 1 16,4 0 0-16,-2 2-4 0,0-4 3 15,1 0 2-15,0 0-2 0,1 2-1 16,3-2 1-16,-1 0 1 0,-3 2-3 16,1 2 4-16,2 0-3 0,-1 3 0 0,5-2-1 15,-1 4-2-15,3-3-1 0,-1 4 2 16,2-3 2-16,3 1-1 0,-3-2 1 0,2 4-3 15,6-7 2-15,-2 4-1 0,5 0 4 16,5-1-2-16,6-2 1 0,-5 0-2 0,2 4-2 16,-1-6 3-16,0 1-1 15,0 2-4-15,-2-3 5 0,2 1-1 0,-2-3 0 16,0 1 1-16,0-1-3 0,-3-1 2 16,0 1 2-16,-6-3-4 0,2 3 4 0,-4-2 0 15,-3 2-1-15,-2-3-4 0,-3 1 4 16,-3-1 0-16,-17-6 0 0,18 5 3 15,-21-6-6-15,0-2 4 0,-1-2-3 0,0 0 0 16,-2 1 2-16,2-3 1 0,1 1 3 16,-3-3-3-16,1 2 0 0,-2-2-3 0,0-1 0 15,-2 2 1-15,0-2-2 0,-4 0 10 16,-2-1-8-16,2-1-1 0,-1 1-2 0,-13 0 3 16,8-1 0-16,-7 1-1 0,-2-3 0 15,-1 4 0-15,2-3 1 0,-4 1 0 0,1-2-1 16,0 2 0-16,2-1 1 0,0 1 3 15,15 1-3-15,0 0 3 0,4 2-3 16,-2 1 1-16,0 0-2 0,-2-1 1 16,2 2-2-16,-2-1 2 0,1-2 1 15,1 2-2-15,3 1 1 0,3 0-1 0,-1 1-1 16,-1 3-1-16,1-1 2 0,-3 0 0 16,1 3-2-16,1-2 2 0,1 6 0 0,-1-5 2 15,0 5-5-15,-3-5 5 0,5 3 1 16,0 0-6-16,2-2 2 0,20 5 4 0,3 2-6 15,-3-2 2-15,3 3 0 0,-3 0 2 16,3-1-1-16,-2-1 0 0,-3 5-3 0,3 0 1 16,1 7 1-16,6 1 2 0,4-1-3 15,0 1 0-15,-5 1 0 0,-5-3-1 16,3 0 3-16,-3-3-2 0,1 1-1 16,-5-3 1-16,-18-7-10 0,-7-3-9 15,-1-3-2-15,-5-2 4 0,-3-4-1 0,-13-2-1 16,0-3 6-16,-4-2-1 0,-9 1-4 15,-4-5-2-15,-4-1-3 0,0-1-7 0,-2-1-5 16,0-2-2-16,-1-1 6 0,-3 0 4 16,0-1-1-16,-3 0 5 0,-1 1 4 0,1 0 1 15,-3 0 2-15,1 1 3 16,-3 1-1-16,-5 3 3 0,14-7 0 0,-6 6 0 16,-8 1 3-16,15 0-1 0,-2 1-1 15,7 2 4-15,0 2-1 0,10 4 0 16,6 6 1-16,1-1 0 0,7 9 1 0,0-2 1 15,1 6-3-15,-3-4 3 0,1 5 1 16,-4-2 2-16,1 0 2 0,-10-6-3 0,1 0-1 16,-4-4 0-16,-8-3 6 0,-6-5 9 15,1-2 5-15,-7-1 5 0,1 1 0 0,-2-2 2 16,0-3-4-16,-6-1 0 0,0 0-3 16,0 0-1-16,0 0-23 0,0 0-29 15,0 0-60-15,5-11-76 0,-5 11-83 0,-11-11-411 16,5 4-166-16</inkml:trace>
  <inkml:trace contextRef="#ctx0" brushRef="#br0" timeOffset="127708.32">1999 4828 742 0,'-9'-3'140'16,"9"3"-30"-16,-11-1 7 0,11 1 17 0,-7-4 8 16,7 4 15-16,0 0 7 0,0 0-2 15,0 0 20-15,-9-8 0 0,9 8-7 0,0 0 12 16,0-7 16-16,0 7 15 0,0 0 10 16,5-13 4-16,-5 13-3 0,4-7-18 15,-4 7-21-15,0 0-21 0,0 0-17 0,0 0 3 16,0 0 18-16,0 0 6 15,-20 26 6-15,2-1-2 0,-3 2 11 0,-8 6-5 16,-1 4-15-16,-3 1-17 0,3-1-8 0,1 3-10 16,4-5-18-16,5-4-7 0,2-3-8 15,3-3-12-15,5-4-6 0,5-1-8 16,1-5-6-16,2 2 4 0,2-5-7 16,4 2 4-16,3-1 1 0,7-1-4 0,1 0-2 15,6-3-7-15,2-1-5 0,-2-1-4 16,2-2-8-16,0-1 1 0,-5 1-7 0,2-3-1 15,-3 0-2-15,-4-1-3 16,0-1-6-16,3 0-2 0,-16 0-3 0,21 0 2 16,-21 0-5-16,17 0-21 0,-17 0-22 15,16-1-48-15,-16 1-61 0,12-4-54 16,-12 4-52-16,13-4-74 0,-13 4-60 0,7-3-64 16,-7 3-76-16,5-3-124 0,-5 3-132 15,0 0 78-15,0-7-529 0,0 7-683 0</inkml:trace>
  <inkml:trace contextRef="#ctx0" brushRef="#br0" timeOffset="127976.27">2254 5103 3605 0,'2'-11'62'0,"-2"11"15"0,0 0 7 0,1-5 9 16,-1 5-4-16,0 0 10 0,0 0 46 15,0 0 2-15,0 0-3 0,-3 25-9 0,1-12-7 16,0 3-11-16,0 0-7 0,-2 5-8 16,-1-3-13-16,-1-1-7 0,0-1-6 15,-2 3-11-15,3-3-5 0,-1-1-7 0,-2-1-23 16,6-2-48-16,0-2-42 0,-3-1-47 16,1-2-51-16,2-2-77 0,2-5-78 0,0 0-92 15,0 0-99-15,0 0-129 0,6-21 53 16,-1 8-297-16,6-8-361 0</inkml:trace>
  <inkml:trace contextRef="#ctx0" brushRef="#br0" timeOffset="128125.14">2341 5002 2454 0,'4'-16'58'0,"-2"4"50"15,0 2 43-15,0 0 38 0,-2 1 22 16,0 1 19-16,1 1 11 0,2-2-6 0,-3 9-16 16,-3-10-28-16,3 10-17 0,0-11-31 15,0 11-61-15,0 0-65 0,0 0-61 16,3-4-88-16,-3 4-108 0,0 0-138 0,0 0-243 15,-3 29 13-15,2-12 77 0,-1-2-200 16,-2 3-223-16</inkml:trace>
  <inkml:trace contextRef="#ctx0" brushRef="#br0" timeOffset="128540.78">2424 5167 2306 0,'0'0'180'0,"0"0"-4"16,0 0 2-16,0 0-6 0,0 0-9 15,-16 8 42-15,16-8 37 0,-4 15-9 16,2-5-18-16,1 3-15 0,-3 2-11 16,0 0 4-16,-1 2 0 0,1-1 15 15,-1-1-12-15,0 1-12 0,1-1-20 0,0-3-10 16,1-1-12-16,-1-2-12 0,2-2 9 16,0 0 19-16,2-7 13 0,-3 10 8 0,3-10 3 15,0 0-13-15,0 0-20 0,0 0-19 16,0 0-15-16,0 0-13 0,29-30-9 15,-15 14-11-15,7-8-14 0,0 4-7 0,0-2-9 16,-4 8-8-16,-2 2-4 0,-2 0-9 16,1 5-7-16,-3 2-4 0,1 2-5 0,-3 1-5 15,-9 2-4-15,23 5-1 0,-13 2 1 16,1 3-1-16,-1 0 0 0,-3 4 0 0,-1 0-2 16,1 1-1-16,-2 1 3 15,-3 0-1-15,1 0-4 0,-3-2 0 0,0-2 1 16,2 0 3-16,-2-2 2 0,0 0-4 15,2-1 2-15,-2-1-16 0,0-8-36 16,0 11-52-16,0-7-67 0,0-4-61 0,2 8-77 16,-2-8-130-16,0 0-139 0,0 0-183 15,0 0-54-15,11-14 85 0,-3 5-620 0,3-3-801 16</inkml:trace>
  <inkml:trace contextRef="#ctx0" brushRef="#br0" timeOffset="128658.37">2904 5225 3897 0,'0'0'-18'0,"-12"-4"32"0,12 4 17 15,0 0 31-15,0 0 31 0,0 0 11 0</inkml:trace>
  <inkml:trace contextRef="#ctx0" brushRef="#br0" timeOffset="136060.41">2791 5303 2504 0,'0'5'270'0,"0"-5"-63"0,4 7-50 0,-4-7 6 0,0 0 39 0,7 5-2 15,-7-5 2-15,7 4-1 0,-7-4 2 0,15 5-3 16,-15-5-11-16,19 2-16 0,-8-2-14 16,2 0-17-16,-13 0-19 0,27 0-7 0,-11-2-10 15,-3 0 1-15,0 0-25 0,0 1-5 16,1-3-9-16,-1-1-15 16,0-2-5-16,1 1-6 0,-5-3-6 0,3-1-5 15,-3-2-2-15,-3 0-4 0,-1 1-2 16,-3 1-1-16,0 0-7 0,-2-1-3 0,-2 2 8 15,0-3-16-15,-7 6 1 0,0-2-2 16,-7 4-2-16,2 3 3 0,-8 2-3 0,1 0 7 16,-1 4 4-16,-1 1-2 15,-6 6 11-15,0 2 4 0,5 1 8 0,0 4 10 16,6 4 9-16,4-5 7 0,5-1 7 0,3 4 8 16,3-1 1-16,3-1 11 15,3 4-3-15,3-1 4 0,1-1-6 0,7 4-4 0,-1-5-6 16,-2-3-8-16,5-4-5 15,-3 1-4-15,2-2-10 0,0-2 1 0,3-1-9 16,-5-1-10-16,-1-1-30 0,-1-3-40 16,-2-1-58-16,3-3-57 0,-12 0-73 15,0 0-79-15,27-5-96 0,-16 1-110 16,-2-1-152-16,1 0-93 0,-2-2 89 16,3 2-563-16,-3 0-698 0</inkml:trace>
  <inkml:trace contextRef="#ctx0" brushRef="#br0" timeOffset="136407.91">3372 5339 3703 0,'-5'-3'115'0,"5"3"14"0,-9-9 23 0,9 9 15 0,-7-5 6 0,7 5 4 0,0 0 5 0,0 0 5 0,0 0 10 16,-22 15-3-16,12-4-4 0,2 1-28 0,-3 2-8 15,6-1-15-15,-2 1-14 0,2 1-5 16,1 1-9-16,2-2-1 0,2-3-6 16,2 3-2-16,2-1-3 0,3-3 11 0,3-2-8 15,-2-1-7-15,3-3-5 0,3-3-12 0,0-1-5 16,2-3-10-16,-1-2 0 16,1-1 12-16,-3-2 3 0,2-5-8 0,-5 1-6 15,-3 0-6-15,3-5-9 0,-2-7-6 16,-5 5-5-16,1-4-22 0,-2 0-21 15,1 5-30-15,-4 0-36 0,-1 1-54 0,0 2-57 16,-2 3-71-16,-3 3-82 0,-2 3-91 16,2 4-89-16,-2 0-112 0,9 2-168 0,-18 0 80 15,18 0-602-15,-9 7-775 0</inkml:trace>
  <inkml:trace contextRef="#ctx0" brushRef="#br0" timeOffset="136855.9">3600 5378 3498 0,'3'14'-27'0,"-1"-2"73"0,-4-2 63 15,2 2 43-15,-3 0 39 0,1-2 32 16,-3-1 18-16,3 1 5 0,2-4 0 0,-1 3-2 16,-1-1 2-16,2-8-8 0,2 16-5 15,-1-9-4-15,1-3-5 0,-2-4-16 0,7 11-7 16,-4-6-10-16,-3-5-12 0,12 2-17 16,-12-2-17-16,0 0-13 0,24-12-9 15,-14 0-16-15,2-3-10 0,4-8-9 0,-2-4-9 16,-3-1-13-16,2-3-4 0,-6 5-50 15,-4 8-12-15,1 0 0 0,0 3 0 16,-4 1 0-16,-2 6 0 0,0-2 0 0,-3 1 0 16,-2 6 0-16,7 3 0 0,-17-2 0 15,17 2 0-15,-17-2 0 0,17 2 0 16,0 0 0-16,0 0 0 0,-17 2 0 0,17-2 0 16,0 0 0-16,0 0 0 0,0 0 0 15,67 0 0-15,-39 0 0 0,1 2 0 16,3-2 0-16,-7 1 0 0,2 1 0 0,-5 2 0 15,0 2 0-15,-3 1 0 0,-4 0 0 16,-1 2 0-16,-5 2 0 0,0 0 0 0,-2 2 0 16,-2-1 0-16,-1 0 0 0,-2 2 0 15,-1 0 0-15,-1 0 0 0,0-1 0 0,-1 1 0 16,-1 0 0-16,0-3 0 16,2 1 0-16,0-4-32 0,0 1-358 0,0 1-124 15,-2-5-166-15,2-5-225 0,9 7 87 16,-9-7 87-16,0 0-671 0,29-10-853 15</inkml:trace>
  <inkml:trace contextRef="#ctx0" brushRef="#br0" timeOffset="137189.73">4979 5020 4223 0,'-4'-5'134'0,"4"5"22"0,-17-2 42 0,17 2 67 0,-29 12 48 0,3 4 21 0,1 3-2 0,-9 13 3 15,2 2-10-15,3 5-8 0,2-4-20 16,10-2-23-16,0 1-18 0,3-1-29 0,3-2-24 16,6-4-201-16,2-5-2 0,6-1 0 15,0-1 0-15,1-3 0 0,3-2 0 0,-1-1 0 16,4-2 0-16,1-7 0 0,2 1 0 16,-1-4 0-16,1-4 0 0,3-2 0 0,-1-3 0 15,2-2 0-15,-4-6 0 0,7-6 0 16,-6-4 0-16,-2-6 0 0,-1-1 0 15,-1-4 0-15,-2-1 0 0,-1-1 0 0,-1 3 0 16,-2 12 0-16,-3 3 0 16,-1 5 0-16,-3 7 0 0,-1 2 0 0,-1 2-68 15,-3 1-346-15,8 3-69 0,0 0-58 16,-21 7-75-16,15-1-85 0,-2-2-83 0,2 3 69 16,6 1-601-16,0-8-773 0</inkml:trace>
  <inkml:trace contextRef="#ctx0" brushRef="#br0" timeOffset="137640.03">4913 5217 3372 0,'5'8'-60'0,"-3"-4"80"0,-2-4 76 15,0 13 50-15,0-13 54 0,0 12 40 16,-2-6 25-16,2 3 18 0,0-9 13 16,-2 17 4-16,0-7 3 0,2-1-12 15,0 1-15-15,0 2-16 0,2-2-18 0,0 2-21 16,2-1-14-16,-1-3-21 0,6 2-13 16,-2-5-16-16,2 3-15 0,2-4-13 0,2-4-15 15,-1 2-9-15,-12-2-10 0,31-5-11 16,-12-4-36-16,1 0-48 0,-4-4 0 0,4-5 0 15,-2-3 0-15,-4-5 0 0,-1-1 0 16,-3-5 0-16,-1-3 0 0,-3-2 0 16,-2 2 0-16,-3 6 0 0,-1 6 0 15,0 5 0-15,-1 0 0 0,-3 7 0 16,-2 0 0-16,-1 4 0 0,-5 4 0 0,3 1 0 16,9 2 0-16,-25 5 0 0,10 0 0 15,3 2 0-15,6 0 0 0,-1 2 0 0,3-2 0 0,4-7 0 16,4 12 0-16,5-6 0 15,5-4 0-15,3 0 0 0,6 0 0 0,-2-2 0 16,1 0 0-16,-2 0 0 0,1 0 0 16,-3 0 0-16,-2 2 0 0,-1 2 0 0,-3 3 0 15,-1 3 0-15,-4 4 0 16,-1 1 0-16,-3-1 0 0,-3 5 0 0,-3 3 0 16,-1 1 0-16,2 0 0 0,-5 0 0 0,2 8 0 15,-6-3 0-15,4-4 0 16,0-4 0-16,-3-1 0 0,2 0 0 0,1-5 0 0,1-1 0 15,1-1-130-15,-1-2-317 16,1-6-138-16,3 0-174 0,2-4-123 0,0 0 90 16,0 0-771-16,0 0-1006 0</inkml:trace>
  <inkml:trace contextRef="#ctx0" brushRef="#br0" timeOffset="138122.85">5472 5351 4108 0,'-20'2'3'0,"20"-2"67"0,-14 1 32 0,14-1 37 0,0 0 35 0,-13 2 23 16,13-2 9-16,0 0-2 0,0 0-10 16,0 0-23-16,-10 2 11 0,10-2 8 0,0 0-5 15,0 0-8-15,0 0-17 16,0 0-11-16,23 12-3 0,-23-12-23 0,21 0-12 16,-21 0-9-16,25-4-17 0,-14 1-4 15,1-2-5-15,1-2-10 0,-2-1-7 16,2-4-4-16,-2-4-5 0,-4-1-10 0,3-2-7 15,-4-3 9-15,-1 0-11 0,-3-2-6 16,-2 3 8-16,-2-2-5 0,0 5 0 0,-5-1-5 16,0 3-7-16,0 3 4 0,-2 1-8 15,-3 3 4-15,1 4-5 0,0 2-8 0,-3 1 4 16,3 0-4-16,11 2-4 16,0 0-1-16,-25 4-3 0,25-4 2 0,-8 3 7 15,8-3-4-15,0 0 0 0,0 0-1 16,0 0 1-16,40 5 2 0,-20-7-2 0,-2 1-1 15,1-1 11-15,-1 2-2 0,-3 0-6 16,2 0-6-16,-4 2-4 0,1-2 2 16,-5 3-2-16,2 0 0 0,1 3 2 0,-4 0 7 15,-1 2-1-15,-1 0 7 0,-1 2-3 16,2 1-1-16,-4 0 5 0,1 0-6 0,-2 2 3 16,0-1-3-16,-2-1-20 0,0 1-46 15,-2 2-87-15,2-2-87 0,0 0-106 0,-2 0-135 16,2-2-135-16,2-1-176 0,4-4 11 15,-1 0 84-15,5-2-587 0,7-1-741 16</inkml:trace>
  <inkml:trace contextRef="#ctx0" brushRef="#br0" timeOffset="138506.38">6121 5089 3723 0,'0'-12'150'0,"0"3"61"0,0 2 37 0,0 7 41 0,0-10 39 0,0 10 8 0,0 0-23 0,-2-9-29 0,2 9-23 0,0 0 1 0,0 0-6 15,0 0-18-15,0 0-15 0,-8 30-15 16,2-17-15-16,4 1-8 0,-5 1-2 16,1-1-7-16,0 1-52 0,-1-1-124 15,1-1 0-15,-1-1 0 0,-2-4 0 16,4 1 0-16,-3-2 0 0,1 0 0 0,1-4 0 16,-4-2 0-16,10-1 0 0,0 0 0 15,-25-11 0-15,18-1 0 0,1-4 0 0,5-3 0 16,1-2 0-16,1-1 0 0,5 1 0 15,-1 1 0-15,6 1 0 0,-4 5 0 0,2 4 0 16,3 2 0-16,-2 1 0 0,-1 3 0 16,5 3 0-16,-3 2 0 0,3 3 0 0,-1 3 0 15,-1 1 0-15,4 2 0 0,2 4 0 16,2 5 0-16,1 1 0 0,1-3 0 0,-8-1 0 16,2-3 0-16,-5 0 0 15,0-2 0-15,1-1 0 0,-1-1 0 0,5 1-197 16,-3-2-199-16,10 1-45 0,11-3-26 15,6 2-23-15,6-5-5 0,-1-3-19 16,0-7-3-16,7-5 6 0,0-11 7 0,-2 2 64 16</inkml:trace>
  <inkml:trace contextRef="#ctx0" brushRef="#br0" timeOffset="138708.53">6858 5061 2787 0,'45'-36'-59'15,"-14"4"78"-15,-8 6 76 0,-2 1 91 0,-6 2 60 16,-3 4 51-16,-5 5 53 0,-3 0 32 16,-2 5 28-16,2 1 8 0,-3-2-7 0,-1 10-9 15,-1-9-27-15,1 9-13 0,-15 0-5 16,15 0-5-16,-41 25-13 0,7 2-28 15,4 4-160-15,-5 2-151 0,7 4 0 0,-3 3 0 16,4-1 0-16,3 2 0 0,1-12 0 16,6 0 0-16,2 0 0 0,-1-4 0 15,5-6 0-15,2-5 0 0,2-2 0 16,2-4-244-16,1-4-179 0,1-3-64 0,3-1-52 16,0 0-47-16,-11-13-11 0,4 1 8 15,3-4 56-15,-3-3-893 0</inkml:trace>
  <inkml:trace contextRef="#ctx0" brushRef="#br0" timeOffset="138841.82">6603 5143 3487 0,'-3'-31'-179'0,"3"6"87"0,3 6 82 15,-1 2 79-15,0 3 72 0,-2 1 46 0,0 2 35 16,2 3 40-16,0 3 28 0,-2 5 35 16,1-5-8-16,-1 5-20 0,0 0-21 0,0 0-23 15,0 0-27-15,0 0-27 16,13 18-30-16,-9-11-68 0,3-2-96 0,-2 2-100 16,4-2-100-16,0 4-120 0,4-6-131 15,-1 2-163-15,4-1-131 0,-1 1 76 16,3-2-520-16,-4 1-649 0</inkml:trace>
  <inkml:trace contextRef="#ctx0" brushRef="#br0" timeOffset="139189.79">7396 5243 3407 0,'0'0'113'0,"-14"11"60"0,3-6 34 0,-5 0 35 15,-9 2 38-15,-11 1 31 0,-9-1 14 16,-14 3-10-16,-10 1-20 0,-13-1-36 15,-27 2-26-15,-9 0-21 0,-15-2-21 0,-23 0-18 16,-22 1-22-16,-73-1-11 0,-16 3-12 16,-23-1-15-16,-17 1-6 0,-5-1-11 0,-9 5-17 15,7 1-9-15,11-1-8 0,20 3-5 16,16 1-7-16,23-6-5 0,68-1-7 0,15-2-1 16,8 0-5-16,16-4-3 0,9 1-1 15,10-2-3-15,12-1-5 0,20-4-3 0,0 2 2 16,2-1-6-16,6 2-5 0,3-3 1 15,7 1-5-15,16 1-12 0,7-3-13 16,14 1-33-16,5 0-39 0,4-1-35 0,6-1-29 16,2 2-51-16,1-2-57 0,1 0-77 15,3 2-80-15,9-2-71 0,-13 2-97 16,13-2-197-16,0 0 58 0,0 0 83 16,-4-9-432-16,4 9-550 0</inkml:trace>
  <inkml:trace contextRef="#ctx0" brushRef="#br0" timeOffset="140088.79">6733 7488 2829 0,'-6'-7'-24'0,"6"7"7"0,-5-3 0 0,5 3-1 0,0 0 5 0,-5 17 0 0,5-4 13 16,5 22 13-16,6 1 22 0,13 16 20 15,18 12 11-15,21 8 3 0,21 2-6 0,17 3-4 16,45 20-3-16,18 3-9 0,17 1 1 16,20 4-1-16,5-2-9 0,7 1 2 15,2-4 11-15,-3-1 10 0,-2 2 4 16,-13 1 13-16,-14-5 8 0,-13-4 2 0,-17-7 6 16,-45-21-2-16,-10 0-7 0,-11-2-7 15,-9-7 1-15,-12-8 0 0,-16-12-8 0,-12-9-6 0,-9-5-3 16,-4-4 4-16,-6-7 27 15,-6-1 26-15,-2 2 16 0,-1-8 15 0,0 1-2 16,-5-2-10-16,5 2-14 0,-4-5-16 16,-6 0-11-16,15 2-5 0,-15-2-6 15,0 0-29-15,15-5-34 0,-15 5-51 0,4-5-70 16,-4 5-92-16,2-9-116 0,-6-3-134 16,1 2-236-16,-4 0 20 0,3-4 74 0,1 0-424 15,-3 1-481-15</inkml:trace>
  <inkml:trace contextRef="#ctx0" brushRef="#br0" timeOffset="140989.64">4516 9215 2640 0,'25'-16'-113'0,"-5"-3"28"0,-6 4 15 0,-4 1 9 0,-7 2 9 0,-5 1 10 0,-1 1 16 16,-3-2 16-16,-8 5 14 0,-2-5 19 16,-7 7 14-16,-6 4 22 0,-13 7 14 0,-22 15 20 15,-26 16 14-15,-17 14 9 0,-10 9 11 16,-42 27-2-16,-9 1-2 0,-7-4 3 16,1-6 10-16,-1-6-1 0,-1-5 5 15,7-1-3-15,38-20 1 0,1 0-14 0,8-5-5 16,14-7-10-16,14 6-16 0,12-7-12 15,27-11-10-15,5-5-1 0,16-2-9 0,1 3-8 16,6-3-5-16,5-3-6 0,5-3-1 16,4-1-1-16,-1-1-14 0,5-2 9 15,1 0-8-15,-2 0 1 0,3 0-4 16,1-3 0-16,6-2-8 0,-9 5-1 16,4-1-5-16,5-4-16 0,-7 5-20 0,7-5-30 15,-4 3-38-15,4-3-65 0,0 0-72 16,0 0-87-16,0 0-110 0,44-10-204 0,-11-2 47 15,14-7-266-15,5-5-336 0</inkml:trace>
  <inkml:trace contextRef="#ctx0" brushRef="#br0" timeOffset="148354.2">10677 12754 4045 0,'0'-14'176'0,"0"2"33"0,2 3-4 0,-2 1-3 0,2 1 22 0,-2 7 8 0,2-12 4 0,-2 12-31 0,2-10-45 0,-2 10-18 16,2-6-16-16,-2 6 9 0,0 0 9 15,0 0 10-15,5 36-7 0,-3-12-17 0,-4 3-12 16,-2 14-2-16,1 0-9 16,-3 2-9-16,-1-3-11 0,-2 0-9 0,-2-1-1 15,0 0-18-15,-1-4-34 0,-1-6-53 16,-1-2-57-16,3-5-49 0,2-5-58 0,3-5-63 16,0-3-103-16,2-3-91 0,-1-4-81 15,5-2-80-15,0 0-85 0,0 0 5 16,9-31-538-16,7 2-691 0</inkml:trace>
  <inkml:trace contextRef="#ctx0" brushRef="#br0" timeOffset="148726.19">10839 12726 3281 0,'14'-31'-72'16,"1"0"56"-16,-4 1 63 0,-1 9 41 15,-1 1 40-15,-2 3 26 0,2 5 21 0,-2-2-2 16,1 3-13-16,-1 2-15 0,3 2-14 16,-1 2-13-16,2 5-8 0,-11 0-6 0,22 3-13 15,-9 3-8-15,2 6-8 0,-4 2-6 16,1 1-10-16,-4 4-6 0,-3 2-2 15,-3-3-4-15,-4 7-5 0,-3-3-8 16,-4 9-1-16,-3 1-2 0,-5-3-4 0,3-3 0 16,7-5-5-16,1-3-3 0,3-1 3 15,-1-2 0-15,6 2-6 0,1-3 14 0,7 6-3 16,1-1-2-16,-1-2-4 0,8 5-1 16,-4-3 0-16,-1-2-2 0,-1-1 0 0,-1-1 8 15,-2-3 12-15,-3 0 11 0,0 1 27 16,-4-1 28-16,0-3 36 0,-2 1 29 15,-2 2 24-15,-3-1 26 0,-4-1 10 16,-2 1-3-16,-3 1-8 0,-6-2-18 16,-1-2-17-16,-10 5-17 0,1-5-17 0,-1 0-71 15,3-2-78-15,1-3 0 0,2-1 0 16,5-2 0-16,-1-3 0 0,1-1 0 0,2-4 0 16,2 2-98-16,3-2-303 0,4 3-166 15,0-2-199-15,2 0-129 0,3 1 97 0,3 2-789 16,1 4-1028-16</inkml:trace>
  <inkml:trace contextRef="#ctx0" brushRef="#br0" timeOffset="149153.9">11825 12750 4469 0,'5'-14'-138'0,"1"0"44"15,-2 4 37-15,-4 2 32 0,0-1 29 0,-2 1 24 0,-6 1 17 0,-2 0 4 0,-3 3 4 0,-6 1-1 0,-3 3-1 0,-21 5 1 0,2 2 2 16,-15 7-6-16,4-1-2 0,3 8-7 16,5 3-5-16,6 1-3 0,11-4-1 0,6 1 1 15,8 1 5-15,11-5 15 0,4-1 6 16,7 4-3-16,11 7-1 0,10 3-3 15,5-4 3-15,-5-6 12 0,2 0 3 16,-3 0-1-16,1-5 8 0,-3 3 3 0,-4-2 15 16,-6-5 12-16,-3 0 10 0,-5-4-1 15,-2-1 33-15,-3 3 30 0,1-4 35 16,-5 0 31-16,0-6 1 0,-10 13-5 0,-1-5-11 16,-5-2-17-16,-3 2-22 0,-4-3-20 15,0 1-17-15,-4-3-108 0,1 0-44 0,0-1 0 16,4-2 0-16,-1-2 0 0,4-1 0 15,2-2 0-15,3-4-182 0,5-3-234 16,4-2-124-16,7-3-139 0,1-1-212 16,13-9 85-16,4 5 86 0,7 0-626 0,4 0-801 15</inkml:trace>
  <inkml:trace contextRef="#ctx0" brushRef="#br0" timeOffset="149371.72">12055 12763 3926 0,'23'-17'44'0,"-7"5"74"16,-2 2 41-16,-4 2 31 0,-3 1 8 0,1 2-8 15,-8 5-2-15,11 0 56 0,-11 0 37 16,6 15-9-16,-6 4-19 0,-2 6-12 0,-3 13-21 16,-8 12-22-16,-3 0-17 15,3 2-19-15,-3-1-14 0,3-3-17 0,-2-2-10 16,4-11-15-16,-2-4-11 0,4-4-30 16,2-7-33-16,1-1-38 0,3-3-49 0,-4-3-51 15,3-3-48-15,3-3-87 0,-3-1-127 16,4-6-117-16,0 0-128 0,0 0-184 0,0 0 47 15,16-28 85-15,-11 11-533 0,4-15-663 16</inkml:trace>
  <inkml:trace contextRef="#ctx0" brushRef="#br0" timeOffset="149537.17">11874 12669 3566 0,'-23'-16'128'0,"2"3"45"15,7 3 49-15,5 0 58 0,2 1 38 0,1 1 0 16,6-2-24-16,6 3-23 0,5-3-21 15,10 0-24-15,13 0-23 0,10 4-11 0,6 3-24 16,0 3-75-16,0 3-96 0,13 0-129 16,-4 4-170-16,-1 3-191 0,-16-1-249 0,-4-1-15 15,-4 4 84-15,-3 0-551 0,-5 5-688 16</inkml:trace>
  <inkml:trace contextRef="#ctx0" brushRef="#br0" timeOffset="149821.72">13046 13096 3764 0,'-19'-7'158'0,"0"2"13"0,5 2 25 16,3-1 40-16,3 2 49 0,1-2 30 15,7 4-4-15,-12-2-11 0,12 2 1 0,0 0-17 16,0 0-26-16,49 22-28 16,-10-9-21-16,17 4-35 0,2-3-74 0,6 2-105 15,-2-1-157-15,-2-2-174 0,-6-1-182 16,-8-4-219-16,-2-2-72 0,-4-3 85 16,-2 2-637-16,-7-3-815 0</inkml:trace>
  <inkml:trace contextRef="#ctx0" brushRef="#br0" timeOffset="150070.97">13581 12983 3674 0,'-6'-8'110'0,"3"2"17"0,-1 1-2 0,4 5-8 16,-4-5 13-16,4 5 22 16,0 0 15-16,0 0 0 0,11 24-8 0,-3-10-9 15,4 14-17-15,-3-1-15 0,0 5-8 0,-2 0-12 16,-4-3-6-16,-4-4 3 15,-8 8 0-15,2-2-2 0,-4-2-4 0,-5-2 1 16,1-3 0-16,-2 0-8 0,0-7-10 16,-2 5-6-16,-1-10-4 0,6-1-9 0,-6-1-46 15,5-2-69-15,2-2-89 0,1-2-159 16,0-4-225-16,-1-2-252 0,13 2 65 0,-11-8 80 16,11 8-485-16,2-14-596 0</inkml:trace>
  <inkml:trace contextRef="#ctx0" brushRef="#br0" timeOffset="150520.22">13989 13326 3473 0,'-2'-10'193'0,"1"3"36"15,2-2 12-15,-1 9 9 0,10-13 19 16,-3 4 1-16,5 2-1 0,1 0-32 0,5 2-20 15,-4 2-17-15,0 0-18 0,-1 1-9 16,-13 2-15-16,23 3-3 0,-14 2 8 0,-1 2 3 16,-3 2 2-16,-4 1 14 0,-2 2-2 15,-4 2-5-15,-3 4 1 0,1 1-6 0,-9 8-13 16,2-1-19-16,-2-1-138 16,3-6 0-16,2-2 0 0,3-5 0 0,-2 0 0 15,7-4 0-15,-3 1 0 0,2-4 0 16,4-5 0-16,0 0 0 0,0 0 0 0,0 0 0 15,65-34 0-15,-20 7 0 0,9-2 0 16,1 0 0-16,-3 4 0 0,-7 7 0 0,-9 1 0 16,-3 7 0-16,-6 2 0 0,-8 4 0 15,-1 2 0-15,-2 4 0 0,1 2 0 0,-2 2 0 16,-3 2 0-16,3 5 0 0,-2 1 0 16,-3 1 0-16,1 2 0 0,-3 0 0 0,-3 0 0 15,4-2 0-15,-6-1 0 0,-1-2 0 16,0 1 0-16,0-3 0 0,-2 1 0 15,-2 1 0-15,0-2 0 0,-3 2 0 16,-7 0-561-16,2-2-404 0,-1 0 45 16,3 0 102-16,2-1-858 0,6-4-1111 0</inkml:trace>
  <inkml:trace contextRef="#ctx0" brushRef="#br0" timeOffset="150853.37">14742 13367 4922 0,'0'-12'35'0,"-2"3"39"16,2 9 46-16,-1-10 44 0,1 10 12 15,-5-5 47-15,5 5 17 0,0 0 17 16,0 0-2-16,0 0 9 0,-20 24-9 0,9-8-14 16,4 0-5-16,0 5-18 0,-7 6-24 15,6-3-20-15,3-3-31 0,-1 0-143 16,5-4 0-16,-1-1 0 0,4 2 0 16,-1-4 0-16,7 0 0 0,-1-4 0 0,7 0 0 15,3-6 0-15,2-3 0 0,2-2 0 16,6-3 0-16,7-8 0 0,0-7 0 0,2-4 0 15,-3-6 0-15,-3-8 0 0,-1-2 0 16,-2-2 0-16,-2-7 0 0,0 0 0 0,-7 0 0 16,0 3 0-16,-5 13 0 0,-4 10 0 15,-5 4 0-15,-2 5 0 0,-4 5 0 0,-8 2 0 16,-1 2 0-16,-8 4 0 16,-14 10 0-16,-3 1 0 0,-14 10-204 0,2 5-447 0,-1-1-231 15,4 1-21-15,17-6 100 16,4-1-812-16,13-2-1054 0</inkml:trace>
  <inkml:trace contextRef="#ctx0" brushRef="#br0" timeOffset="151104.18">15399 12908 4738 0,'12'-26'56'0,"-3"8"65"15,-1 4 36-15,-5 1 17 0,1 5 8 0,1 3 10 16,-3 3 74-16,-2 2 20 15,0 0-3-15,3 19-16 0,-3 2-12 0,-2 16-17 16,1 4-26-16,-3 2-19 0,-1 2-20 16,2 8-16-16,-7-1-15 0,5-11-43 0,-1-2-99 15,0 1 0-15,-2-6 0 0,1-2 0 16,1-5-138-16,1-8-82 0,-2 3-68 0,2-8-81 16,-1 3-82-16,1-5-71 0,-3 1-92 15,2-5-130-15,-1 0 9 0,-4-2 76 16,-2-1-515-16,2-3-639 0</inkml:trace>
  <inkml:trace contextRef="#ctx0" brushRef="#br0" timeOffset="151237.56">15117 13459 3334 0,'-9'-8'76'16,"5"0"42"-16,3 0 43 0,2 1 29 15,5-3 34-15,1 2 17 0,4-1 19 0,3 1-2 16,-1 2-25-16,5 0-4 0,-2 0-23 16,0 2-26-16,1 2-21 0,0-2-39 0,-4 4-58 15,3 0-89-15,-1 0-115 0,0 0-149 16,7 2-165-16,-4-4-220 0,5 2-21 0,2-1 73 15,2 1-443-15,3 0-540 0</inkml:trace>
  <inkml:trace contextRef="#ctx0" brushRef="#br0" timeOffset="151902.96">16156 12825 3255 0,'7'-31'156'0,"1"6"39"0,-6 6 22 0,0 3-8 0,2 6-13 0,0 3-7 15,-4 7 45-15,0 0 40 0,0 0 19 0,-33 29-7 16,16 0-14-16,-6 14-23 0,0 5-10 15,0 6-19-15,0 1-25 0,5-1-18 0,0 0-19 16,3-2-15-16,0-3-13 16,4-11-13-16,-3-2-11 0,3-6-12 0,-2-1-5 15,-1 0-12-15,3-10-5 0,-1-1-5 16,1-4-9-16,1-3 1 0,0-1-6 0,3-2-1 16,1-1-4-16,1-7-36 0,5 0-12 15,0 0 0-15,0 0 0 0,2-15 0 16,9 1 0-16,10-6 0 0,4 3 0 15,2 4 0-15,1-1 0 0,-6 5 0 0,0 3 0 16,-5 2 0-16,-2 2 0 0,3 6 0 16,-4-1 0-16,2 4 0 0,-3 1 0 15,-2 5 0-15,-1 2 0 0,-4 3 0 0,-4-1 0 16,-2 0 0-16,-4-1 0 0,-2 6 0 0,-4-5 0 16,1 3 0-16,-2-3 0 0,1-1 0 0,-5-1 0 15,-3-1 0-15,2-3 0 16,-4 0 0-16,-1-3 0 0,-1 0 0 0,1-4 0 15,-2 0 0-15,1-4 0 0,2 0 0 16,3-4 0-16,-4-8 0 0,7-1-505 0,7-8-320 16,5-3-113-16,8-12 91 0,11-8-879 15,7-2-1160-15</inkml:trace>
  <inkml:trace contextRef="#ctx0" brushRef="#br0" timeOffset="152088.42">16575 12792 4799 0,'11'-13'-16'0,"-2"1"51"0,-4 2 45 0,-1 1 38 0,-1 2 32 0,-3 2 4 0,0 5 0 0,2-10-19 0,-2 10-15 15,0 0-14-15,0 0-11 0,0 0-10 0,0 0-12 0,-30 32-9 0,11-1-11 16,-7 13-40-16,-5 5-47 0,-8 20-72 0,-2-1-85 16,-3 2-107-16,4 0-97 0,7-14-127 15,1-3-183-15,5-2 54 0,9-1-477 16,6-13-596-16</inkml:trace>
  <inkml:trace contextRef="#ctx0" brushRef="#br0" timeOffset="152652.84">16204 13447 2980 0,'3'-12'2'0,"-1"5"42"0,2 1 29 15,-4 6 31-15,4-10 39 0,-4 10 12 0,7-8 16 16,1 5-1-16,-8 3 0 0,15 0-6 16,-15 0-5-16,29 7-3 0,-13 3 2 0,-2 0-2 15,4 1 3-15,-3 3 7 0,-3-1-8 16,-5 1 11-16,0-1 22 0,-5-1 39 0,-2 3 16 16,-2-3 10-16,-1 3-1 15,-5-1 2-15,-6 1-7 0,3-3-7 0,-4 0-18 0,2-1-21 16,-5-3-18-16,3-1-17 15,2 0-147-15,-2-2-22 0,4-3 0 0,-1-2 0 16,12 0 0-16,-21-11 0 0,17-1 0 16,2-5 0-16,8-18 0 0,7-12 0 0,10 3 0 15,4 3 0-15,4 7 0 0,-4 10 0 16,-2 4 0-16,2 6 0 0,-2 9 0 16,-4 2 0-16,-2 4 0 0,2 3 0 0,0 4 0 15,-2 4 0-15,6 2 0 0,-2 3 0 16,-4-2 0-16,0 5 0 0,-4-5 0 0,-2 1 0 15,-1-3-96-15,-1-2-242 16,-1-1-82-16,-5-1-77 0,4-4-91 0,-4 0-112 16,1-2-101-16,-3 1 72 0,-3-4-639 15,0 0-822-15</inkml:trace>
  <inkml:trace contextRef="#ctx0" brushRef="#br0" timeOffset="152887.38">16911 12855 4055 0,'-4'-30'74'0,"-2"6"52"0,4 6 70 16,1 2 52-16,-1 4 22 0,-3 0-8 16,5 5-25-16,0 7-1 0,0 0 49 0,0 0 4 15,-13 26-19-15,8 4-24 16,-3 12-21-16,4 13-16 0,-4 3-19 0,3 6-18 0,-3 0-18 16,6 0-16-16,-6 2-16 15,3-3-25-15,-5 0-28 0,5-5-60 0,-5 0-80 16,-3-7-63-16,4-10-83 0,-4-4-83 15,2-2-91-15,4-5-80 0,0-9-84 0,4-8-114 16,-1-1-122-16,6-10 85 0,-2-2-612 16,0 0-774-16</inkml:trace>
  <inkml:trace contextRef="#ctx0" brushRef="#br0" timeOffset="153353.74">16996 13437 3711 0,'13'-16'91'16,"-2"3"61"-16,-6 4 37 0,2 1 41 0,-3 1 20 15,0 4 19-15,-4 3 13 0,0 0 38 16,0 0 14-16,0 0 0 0,0 0-21 0,0 0-18 15,4 27-22-15,-6-13-22 16,0-3-16-16,0 3-9 0,0-4-12 0,-2 1-17 16,3 0-172-16,-1-2-25 0,-2-3 0 15,2 1 0-15,2-7 0 0,-2 12 0 0,2-12 0 16,-3 9 0-16,3-9 0 0,-9 5 0 16,9-5 0-16,0 0 0 0,0 0 0 0,-11-18 0 15,15 2 0-15,3-1 0 0,7-9 0 16,5 4 0-16,-5 4 0 0,-3 7 0 0,-1 1 0 15,-3 4 0-15,4 2 0 0,-2 2 0 16,-9 2 0-16,20 6 0 0,-9 0 0 16,-1 4 0-16,1-3 0 0,-2 3 0 15,4-2 0-15,-4 1 0 0,-2 1 0 0,5-2 0 16,-3-2 0-16,2-1 0 0,0-1 0 16,2-2 0-16,0-2 0 0,4-3 0 15,2 0 0-15,3-4 0 0,6-5 0 0,0-1 0 16,5-7 0-16,-2 3 0 0,-5-1 0 15,0 3 0-15,-6 3 0 0,-5 2 0 0,-1 3 0 16,-5 2 0-16,-2 0 0 0,1 3 0 16,-8 2 0-16,0 0 0 0,13 12 0 15,-13-5 0-15,0 3 0 0,0 0 0 16,0 1 0-16,0 1 0 0,0 2 0 0,0-3 0 16,0 1 0-16,0 0 0 0,0-1 0 0,2-1-210 15,2-2-463-15,1-1-116 0,9 3-116 16,3 0 97-16,2-2-827 0,4 1-1072 15</inkml:trace>
  <inkml:trace contextRef="#ctx0" brushRef="#br0" timeOffset="153570.42">18092 13542 4237 0,'0'0'46'0,"0"0"89"0,0 0 63 0,0 0 64 0,0 0 55 0,-25-17 44 0,14 15 18 0,-1 1-6 0,12 1-23 15,-18-4-33-15,7 3-32 0,11 1-31 16,0 0-22-16,-22 5-27 0,17 0-19 0,-2 0-132 15,7-5-54-15,-5 12 0 0,3-5 0 16,2 0 0-16,0-7 0 0,4 11 0 0,-1-7 0 16,7 1-24-16,2-1-250 0,3-1-63 15,2-1-74-15,2-2-69 0,6-4-67 0,11-3-76 16,0-3-115-16,2-4 8 0,6-8-640 16,4-5-823-16</inkml:trace>
  <inkml:trace contextRef="#ctx0" brushRef="#br0" timeOffset="153919.89">18791 13040 3521 0,'36'-53'-141'0,"-3"0"53"15,9-15 50-15,-11 12 52 0,-4 4 87 16,-9 8 70-16,-2 12 41 0,-5 4-1 16,-6 8-10-16,-5 12 11 0,-5 7 35 0,5 1 52 15,-59 29 32-15,7 10 10 0,-16 22 18 0,-8 14-4 16,-4 13 0-16,-3 4-15 0,4 5-8 16,-21 31-35-16,35-33-28 0,4-3-27 15,11-8-194-15,5-4-48 0,9-7 0 0,11-23 0 16,11-7 0-16,1-10 0 0,6-9 0 15,7-9 0-15,6-4 0 0,1-6 0 0,9-4 0 16,0-2 0-16,13-11 0 16,1-4 0-16,7-9 0 0,-2-6 0 0,-5-6 0 15,-1-2 0-15,-7 1 0 0,-6 11 0 16,-7 5 0-16,-7 6 0 0,-6 5 0 0,-5 4 0 16,-11 3 0-16,-6 4 0 0,-18 7 0 15,-9 7 0-15,-3 5 0 0,4 4 0 0,2 3 0 16,0 3 0-16,4 0 0 0,10 0 0 15,8-6 0-15,5 0 0 0,5-3 0 16,7-3 0-16,7-5-91 0,4-1-319 0,6-3-90 16,8-1-77-16,4 0-22 0,18 1-74 15,10-3-102-15,14 4 67 0,4-2-604 16,12 2-770-16</inkml:trace>
  <inkml:trace contextRef="#ctx0" brushRef="#br0" timeOffset="154142.92">18938 14038 3508 0,'0'0'-8'0,"0"0"95"0,0 0 52 0,-44-4 67 15,1 0 42-15,-28-2 77 0,-13-4 35 16,-34 0 23-16,-15-5 6 0,-16 1-12 0,-10-3-18 16,-61-4-24-16,-19-2-29 0,-18 1-35 15,-21-4-24-15,-14-1-22 0,-11 1-23 0,4 6-16 16,14 3-140-16,21 6-46 0,24 8 0 16,75 5 0-16,16 1 0 0,23 2 0 0,40-1 0 15,14 2 0-15,22-2 0 0,7 1 0 16,13-2 0-16,6 1 0 0,11 1-92 15,3 0-289-15,9-2-120 0,1-3-161 16,11 9-228-16,4-4 66 0,4-1 92 16,4-1-666-16,0 1-849 0</inkml:trace>
  <inkml:trace contextRef="#ctx0" brushRef="#br0" timeOffset="157352.54">20631 13441 3977 0,'20'-23'29'0,"1"0"44"0,-8 5 45 0,-2 6 29 0,-4 2 20 0,-2 1 2 0,3 6-8 0,-8 3 40 16,0 0 66-16,0 0 22 0,-6 36-5 0,-7 1-2 15,-4 12 0-15,-3 4 0 0,-4 0-13 16,1 5-19-16,4 0-23 0,-1-2-22 0,-2 1-21 16,5-5-15-16,0-4-20 0,6-9-139 15,-1-3-10-15,3-6 0 0,-3-2 0 16,4-8 0-16,3-2 0 0,-1-7 0 16,3 0 0-16,-3-1 0 0,3 0-264 0,1-3-139 15,2-7-130-15,0 0-132 0,0 0-195 16,20-3 53-16,-4-5 79 0,14-7-609 15,2-5-793-15</inkml:trace>
  <inkml:trace contextRef="#ctx0" brushRef="#br0" timeOffset="157669.49">20964 13772 3760 0,'-1'-7'36'0,"1"7"39"0,0 0 38 0,-24 2 42 16,24-2 34-16,-34 15 26 0,7 1 20 15,1 6 25-15,1 0-25 0,-8 11 6 0,3-1-21 16,5 7-15-16,10-10-16 0,1 0-16 15,9 0-12-15,3-5-16 0,4-2-7 16,3-3-8-16,9-2-14 0,6 2-8 0,9-7-6 16,3-2-13-16,-3-5-4 0,0-3-13 15,-2-4 12-15,9-5 15 0,-2-3 1 0,-4-4-2 16,4-3 0-16,0-10-3 0,-9 0-6 16,0-4-8-16,-3 0-81 0,-5 0 0 0,-2-2 0 15,-3 2 0-15,-3 4 0 16,-1 6 0-16,-5 4 0 0,-4 5 0 0,-3 2 0 0,-4 3 0 15,-5 4 0-15,-2 1 0 16,-5 4 0-16,-3 2-111 0,-7 7-204 0,-3 5-124 16,5 2-132-16,-3 3-159 0,7-2-125 15,5 3 87-15,10-5-729 0,7-4-944 0</inkml:trace>
  <inkml:trace contextRef="#ctx0" brushRef="#br0" timeOffset="158086.24">21435 13975 4152 0,'3'-3'20'0,"-3"3"27"0,0 0 29 0,0 0 37 16,0 0 33-16,0 0 27 0,0 0 9 16,0 0-3-16,0 0-12 0,-23 27-13 0,19-19-14 15,-1 1-14-15,-1 3-14 16,5 0-12-16,-3-2-9 0,2 2-4 0,2-3-12 16,2-1-9-16,0 1 0 0,1-1-10 15,3-3-4-15,1-1-3 0,5-1-8 0,-12-3-2 16,25 0-5-16,-12-1-4 0,3-3 4 15,-1-3-6-15,0-3 1 0,2 0-7 0,-3-1 14 16,-3 5 26-16,0-2-2 0,-3 2-5 16,0 1-10-16,-8 5-17 0,9-4 4 15,-9 4 1-15,0 0 5 0,-7 23 12 0,-4-6 9 16,-5 15 21-16,-5 12 82 0,-2 4 17 16,0 2-11-16,4 4-8 0,-1-3 6 0,0 1-74 15,3-5-92-15,2-1 0 0,1-13 0 16,1-2 0-16,-1-2 0 0,3-2 0 15,2-7 0-15,-1-3 0 0,0-5 0 16,3 2 0-16,-4-4 0 0,-3-2 0 0,-1-1 0 16,-2-2 0-16,-3-5 0 0,-2 0 0 15,-1-5 0-15,-9-9 0 0,0-4 0 0,-3-11 0 16,10-5 0-16,11-1 0 0,7-4-90 16,11-3-469-16,8-6-111 0,6 2-163 0,11 5-35 15,1 5 94-15,5 5-721 0,5 2-943 16</inkml:trace>
  <inkml:trace contextRef="#ctx0" brushRef="#br0" timeOffset="158402.47">21789 14076 4102 0,'27'-4'13'0,"-8"1"27"0,-5 3 51 0,-2 2 56 0,0 1 38 0,1 3 25 0,-2 5 10 0,1-1 6 0,0 6-15 0,0 1-13 16,-5 0-11-16,0 2-16 0,1 1-16 15,-3-1-26-15,4-2-8 0,-8 0-6 0,5-2-20 16,-2-3-11-16,-4-3 0 0,3-1-5 15,-1 2-8-15,2-3-1 0,-2 0-7 0,-2-7-7 16,15 3-9-16,-15-3 2 16,33-9-4-16,-3-1-12 0,3-2 5 0,-1-1-10 15,-2 1 8-15,-5 6 11 0,-7-1-2 16,-3 3-2-16,0 4-3 0,-3-2 4 0,0 2-2 16,-12 0-6-16,22 4-5 0,-13-1 0 15,-1 3-1-15,1 0-7 0,1 2 0 16,0-2-7-16,1 1-20 0,-2 1-52 0,3 0-58 15,-1-3-50-15,0 0-61 0,1-1-66 16,-1 0-87-16,3-3-88 0,-4-1-93 0,-10 0-161 16,16-7-21-16,-6 1 73 0,-2-2-510 15,-3-2-644-15</inkml:trace>
  <inkml:trace contextRef="#ctx0" brushRef="#br0" timeOffset="158752.72">21433 13087 3314 0,'-94'-12'-1'0,"7"9"24"16,-39 15 50-16,-10 12 57 0,-8 15 40 0,-35 23 36 15,13 17 26-15,20 14 27 0,17 12 22 16,43-16 28-16,16 11-16 0,21 11 18 0,21 3-8 16,23 4-11-16,24 5-22 0,29-6-26 15,57 26-23-15,22-15-24 0,29-10-20 0,12-19-34 16,10-13-51-16,12-7-26 15,9-14-16-15,6-14-22 0,5-12-25 0,3-8-23 16,-47-16-10-16,3-15-31 0,-6-12-29 16,-11-17-37-16,-19-12 1 0,-9-18 12 0,16-32 11 15,-49 8 12-15,-7-14 7 0,-14-8 7 16,-10-11 7-16,-21-4 8 0,-16 2-2 16,-17-6-5-16,-21 0-4 0,-24 2-10 0,-18 8-4 15,-45-14-2-15,-28 21-1 0,-22 20-10 16,-15 23-27-16,25 24-37 0,-10 9-45 0,-9 14-65 15,-3 14-89-15,5 10-125 0,4 6-186 16,7 16 49-16,4 7-413 0,-31 21-512 16</inkml:trace>
  <inkml:trace contextRef="#ctx0" brushRef="#br0" timeOffset="158953.19">19624 15022 2759 0,'-9'20'98'16,"7"-5"75"-16,2-3 11 0,7-4 5 15,24 4 10-15,20-1 19 0,26-2 11 0,47-6 4 16,16-3-2-16,21-3-25 0,12 0-18 16,13 1-31-16,58 6-15 0,0 8-15 0,-4 6-24 15,1 10-22-15,-10 10-53 0,-5 8-55 16,-15 5-64-16,-16 5-91 0,-15 3-88 0,-55-14-110 16,-5 1-146-16,-13-5-142 15,-20-5 78-15,-31-9-366 0,-15-4-435 0</inkml:trace>
  <inkml:trace contextRef="#ctx0" brushRef="#br0" timeOffset="161685.38">23120 14875 2888 0,'-23'-11'109'0,"1"1"10"0,11 3-1 0,1 1-14 0,5 6 20 16,5 0 29-16,0 0 30 0,0 0 15 0,26 17 1 15,10-5-7-15,18 5-19 0,7 1-16 16,7 1-17-16,9 0-17 0,13 3-28 0,-20-4-41 16,-6-5-64-16,-4 2-76 15,-9-4-87-15,-15-4-83 0,-5-2-97 0,-8 1-140 16,-4-4-146-16,-6 0 68 0,-2 0-296 16,-2 0-350-16</inkml:trace>
  <inkml:trace contextRef="#ctx0" brushRef="#br0" timeOffset="161919.28">23898 14788 2632 0,'4'-5'73'0,"1"2"-11"15,-5 3 8-15,0 0 32 0,7 12 21 16,-7 0 11-16,0 2 1 0,-2 9-3 16,1 12-7-16,-3 1-13 0,-5 2-6 15,2 0-8-15,-2-3-8 0,-3 0-4 16,1-2-4-16,0-4 1 0,-1-2-9 0,1-6-11 15,1-5-2-15,0 1-9 0,1-5-4 16,2 1-26-16,-4-1-41 0,-2-3-67 0,0-1-109 16,-2-4-134-16,-1 0-187 0,1 0-93 15,6-4 71-15,9 0-235 0,-16-2-263 0</inkml:trace>
  <inkml:trace contextRef="#ctx0" brushRef="#br0" timeOffset="162150.81">24615 14829 2459 0,'0'0'178'0,"0"0"-3"0,0 0 12 0,0 0 18 15,-25 20 4-15,13-5 1 0,-8 8-3 16,1 8-7-16,-2-2-15 0,4 1-18 0,-3 4-17 16,2 5-15-16,2-6-12 0,3-1-14 15,-1 0-11-15,2-3-31 0,-1-1-41 16,1-7-45-16,4-5-57 0,1 2-69 0,-2-5-61 15,4-2-59-15,-1-4-76 16,1-3-78-16,1-2-88 0,4-2-73 0,0 0-281 16,0 0-346-16</inkml:trace>
  <inkml:trace contextRef="#ctx0" brushRef="#br0" timeOffset="162501.85">24718 14862 2293 0,'27'-29'7'0,"-8"11"50"0,-4 3 53 0,-1 2 43 15,-5 5 31-15,-2 0 20 0,2 2 4 16,-4 0-8-16,1 4-18 0,-6 2-18 15,7-6-4-15,-7 6-9 0,0 0-9 0,18 10-7 16,-15 0-12-16,-1 2-6 16,-4 2-2-16,1 4 3 0,-11 8 3 0,-5 5-2 15,-8 4-6-15,-4 3 0 0,-3-1 2 16,0-4-9-16,1-2-4 0,10-4-7 0,3-3-10 16,0 1 2-16,9-6 5 0,3-2-4 15,4-3 5-15,2 1-8 0,6-1-2 0,-1 1 2 16,5 2-11-16,0 2-1 0,-1-2-6 15,-2 2 1-15,3-2 6 0,-4 3 14 16,0-4-6-16,-4 3 9 0,-1-2 17 0,-2 1 14 16,-3-1 18-16,-5 0 14 0,-2 1 13 15,-1-1 6-15,-6-3-4 0,-5 3-33 16,1-7-136-16,0-2 0 0,-1 0 0 0,-2-5 0 16,7 1 0-16,-5-4 0 0,-4-2 0 0,2-1 0 15,2-2 0-15,-1-4 0 16,5 0 0-16,1-3 0 0,1-1-64 0,6-4-556 15,5 0-211-15,2 5-104 0,2-1 101 16,4 1-835-16,2 3-1105 0</inkml:trace>
  <inkml:trace contextRef="#ctx0" brushRef="#br0" timeOffset="163101.66">25265 15125 4792 0,'5'-21'-83'0,"0"4"40"0,-5 1 44 0,-2 3 39 15,-1-1 34-15,0 4 18 0,-7-2 14 0,-7 2 2 0,-2 1-3 16,-13 0-4-16,0 6-2 15,-11 6-12-15,0 3-1 0,-2 2-5 0,-3 6-6 16,-1 5-1-16,19-1-2 0,1 3 2 16,9 5 8-16,8 0 11 0,8 0 18 0,12 6 11 15,6 1 2-15,11 3-9 0,0 5-6 16,7-5 0-16,-4-1 6 0,-4 0 7 16,0-9 11-16,-5 0 6 0,-1-2 5 0,0-1 7 15,-9-4 1-15,0-2 5 16,0-4 3-16,-5 0-48 0,-3-1-112 0,-1-1 0 15,0-2 0-15,-3 3 0 0,-3-3 0 16,0 0 0-16,-2-1 0 0,-1 1 0 0,-5-1 0 16,-1-2 0-16,-8 0 0 0,-2-6 0 15,-1 3 0-15,-5-3 0 0,-11-6 0 0,5-1 0 16,1-1 0-16,0-3 0 0,11-6 0 16,9 0 0-16,9-3 0 0,8 2-206 0,12-14-466 15,18-4-76-15,9-2-123 0,9 4 25 16,21-8-803-16,2 1-1086 0</inkml:trace>
  <inkml:trace contextRef="#ctx0" brushRef="#br0" timeOffset="163320.35">25439 15205 4204 0,'48'-17'-125'0,"-14"7"84"0,-7 0 90 0,-9 3 64 16,0 1 51-16,-7 4 26 0,-2-4 11 15,1 3 11-15,-10 3 49 0,0 0 41 16,19 11 26-16,-18 2-3 0,-1 2 0 0,-1 7-8 16,-3 13-17-16,-4 2-19 0,1 3-27 15,0 0-21-15,-2-2-27 0,2 0-114 0,0-1-92 16,-1-2 0-16,2-4 0 0,-2-6 0 15,5-4 0-15,-1-5 0 0,0-2 0 16,2-1 0-16,1-1 0 0,-4-1 0 0,1-5 0 16,2 2 0-16,2-8-104 15,0 0-275-15,0 0-57 0,0 0-39 0,0 0-25 0,-5-31-33 16,-3-2-24-16,-4-4-48 16,1-13-35-16,-3-3 0 0,0-5-490 0,3 8-598 15</inkml:trace>
  <inkml:trace contextRef="#ctx0" brushRef="#br0" timeOffset="163450.93">25426 15205 2994 0,'-11'-27'-43'0,"10"4"68"0,-3 9 65 15,6-2 44-15,0 7 22 0,10-7 16 0,2 7 1 16,6-2-8-16,0 6-16 0,5-1-12 16,2 3-14-16,1 3-15 0,10 4-11 0,3 3-43 15,-3 2-54-15,-2 0-74 0,2 8-93 16,-4 0-88-16,-5-5-112 0,-3 5-169 0,-1-3-46 16,-7 1 67-16,-5-3-178 15,-4-4-188-15</inkml:trace>
  <inkml:trace contextRef="#ctx0" brushRef="#br0" timeOffset="163767.59">24951 14595 2078 0,'-94'5'71'0,"-9"13"40"0,-11 17 38 0,0 10 66 15,1 16 31-15,11 15 43 0,8 11 31 0,16 13 16 16,17 10 17-16,17 5 3 0,25 0-19 15,21-2-24-15,23 2-26 0,25-5-23 0,12 1-29 16,39 20-19-16,-13-37-25 16,5-11-17-16,0-12-51 0,3-13-30 0,-9-17-17 15,-16-18-11-15,3-15-10 0,-2-6-10 16,7-12-9-16,13-13-14 0,-5-8-15 0,-4-8-1 16,-4-7 0-16,-7-8-3 0,-8-2 1 15,-10-6-17-15,-9-2-11 0,-19 11-29 0,-13 0-35 16,-9 6-47-16,-15-5-48 0,-14 3-62 15,-11 0-91-15,-25-9-91 0,-7 5-153 16,-7 0-185-16,-6 1 75 0,4 0-515 0,-4-1-669 16</inkml:trace>
  <inkml:trace contextRef="#ctx0" brushRef="#br0" timeOffset="167817.54">7184 7285 241 0,'-39'-6'32'0,"0"-3"15"0,-1 1-9 0,-1-4-6 0,3 2 4 0,2 1 1 16,6-2-3-16,7 4 8 0,6-2 4 0,2 7 13 15,3-4 10-15,0 2-5 0,1 0-9 16,2 0-5-16,1 2-2 0,8 2-5 16,-15-4-8-16,15 4-1 0,-9 0-4 0,9 0-1 15,-9 8-2-15,6-4 1 0,1 8-1 16,4-3 1-16,1 7 0 0,6 5 3 16,9 6 4-16,15 9-3 0,4 0 2 15,6 3 2-15,23 11-4 0,1-2 1 0,4-1-5 16,1-4 2-16,3 1-5 0,-1-2 3 15,-2 1-4-15,-15-11-1 0,-1 2-5 0,-3 1 1 16,-4 2-4-16,-3-4-2 0,-6-1 6 16,-4 2-11-16,-3 0 6 0,-2-1-2 0,-9-5 0 15,-1-2-3-15,-1 1-1 0,-4-1 0 16,4-1-1-16,-4-1 2 0,2 2 2 16,1-4-4-16,-2 0-1 0,2 1 1 0,-2-1-3 15,4-1 4-15,2 1-1 16,-2 1-6-16,0-2 6 0,2 4-3 0,0-1 1 15,1 0-5-15,1-1 4 0,2 2-2 16,5 4 3-16,-5-5-3 0,7 3 5 0,0-1-3 16,-3-3-1-16,8 0 1 0,0 3 2 15,5-4-4-15,0 0 2 0,1-1-3 0,2 0 5 16,-2 1-6-16,-3-1 0 0,-7-8 3 16,-3 5 0-16,-2-3-1 0,-1-1-2 0,-8-4 0 15,-2 1 0-15,-4 1 4 0,-2-4 0 16,1 1-1-16,-1-1-1 0,-2-1 2 15,3 2 1-15,-1-1-5 0,5 1 4 0,-2 1-4 16,13 3-1-16,3 1 5 16,3 0-2-16,7 5 2 0,1 1-1 0,4 2 0 15,-4-3 5-15,3 5-6 0,-2-3-3 16,-2 2 3-16,0 1 0 0,-5-2 0 0,-2-4-1 16,-2 0 3-16,-1-1 0 0,1 0 0 15,-1 0-1-15,0 0 1 0,4-3 1 0,2 1-1 16,8 2 0-16,1 0 11 0,7-1 13 15,0-1 1-15,1 1-2 0,2 3 0 0,-2-1 1 16,4-1-6-16,-5 2 0 0,-3 3-3 16,-4-5-3-16,1 1 1 0,-13-2-1 15,-3-1-4-15,0-1-1 0,-3 0 0 16,-6-4 0-16,-4-2-4 0,-2 1 3 16,3-1-3-16,-4 0 1 0,0 0 1 0,2-1-5 15,4 1 3-15,-1 2-2 0,11 1 1 16,2 3-4-16,6 0 6 0,8 3-4 0,1 2-1 15,1 3 1-15,2-1 0 0,-2 3-2 16,2-1 0-16,6 3-2 0,-5 1 0 0,4 1 2 16,3 5-1-16,-3-4 2 0,-1 2 0 15,1 0 0-15,-1-2-3 0,-1-2 3 0,-1 0-1 16,-5-2-1-16,3 0 1 16,-6-3-2-16,1-3 1 0,-3 4 2 0,1-5-1 0,-10-1 0 15,1-2 0-15,-4 1 5 0,3 0-7 16,-1-1 1-16,1 3 0 0,-1-1-2 15,-2-2 0-15,0 1 1 0,3 1-1 16,-5-2-1-16,0 2 4 0,3 0-1 16,-3-1 1-16,1 1-3 0,-3-2 3 0,3-1 0 15,-2-1-3-15,-1 1 1 0,1 1 1 16,1-3 0-16,5-1 0 0,-3 1 2 0,4 2-3 16,6-3-3-16,5 5 4 0,5 1-2 15,4 3 0-15,1-2 2 0,0 1-2 0,2 3 4 16,-1 0-4-16,-2 3 0 0,-1 0 2 15,5 2-1-15,-3-2-1 0,0 1-2 0,2 1 2 16,4 0 1-16,-2 3 2 16,18 6 0-16,-2 0 1 0,4-1-3 0,0 3-1 15,3-2 2-15,2 1 0 0,0-1-2 16,0 1-2-16,-3-1 6 0,1 3-4 16,-2-3 2-16,-2-2-2 0,-4 1 2 0,-15-8-1 15,-2-2 0-15,0-1 1 0,-5-5-1 16,-1 3-1-16,-2-5 3 0,-3 2-1 0,1-4 0 15,1-1 3-15,2-1-3 0,-3 3 3 16,5-2-1-16,-3 1 2 0,5 1-3 0,-2 1 2 16,4-1-7-16,-1 1 4 0,0-3-5 15,2 4 4-15,0-3 0 0,-1 1-2 16,-3 1 0-16,1-4 1 0,-4 1-1 16,4 3 0-16,-3-3 2 0,4 1 0 0,-1-6-3 15,0 7 3-15,3-4 0 0,-1 1 1 16,1 3-2-16,2 1 4 0,0-3-4 15,2 1 4-15,1 3-2 0,7-1-3 0,-2 0 3 16,-1-2 0-16,5 4 0 0,1-2-3 16,-4 2 3-16,5 0-2 0,-1-1 2 0,-3-1 8 15,1 3-8-15,-4-2-3 0,2 2 2 16,-6-2 0-16,-3 1-2 0,0-1 7 0,-3-1 5 16,-6-2-1-16,0-1 3 0,0 1-4 15,-12-5-4-15,-3 0 0 0,-1-1 2 16,-9-2 0-16,-4-2-3 0,-3-1 4 15,-4-1-3-15,4 0 1 0,-3-1-1 0,0 0 0 16,0 1-3-16,0-3 2 0,3 2-3 16,-4 0 1-16,4-2-1 0,-1 1-1 15,-1-1 0-15,4 0 2 0,-5 2-1 0,5-2 1 16,0 2-1-16,-1-1 0 0,6 1-1 16,-3 0 1-16,-3 0 1 0,4-1-1 0,2 1 3 15,-2 1-2-15,0-1 0 0,2 1-2 16,12 1 2-16,1-2-2 0,0 3 1 0,0 0 0 15,4 0-1-15,1 0 2 16,12 4-3-16,0 1 0 0,4 0 1 0,-1 0-2 16,-7-1 1-16,-8 1 2 0,0-2-2 15,-6-1 4-15,-1-3-1 0,-6 0-3 16,-5 0 2-16,-2-2 0 0,2-2-2 0,-6 2 2 16,6-2-4-16,-5 2 0 0,-2-4 2 15,1 2-4-15,-1-2-3 0,2 2-1 0,-3 0-1 16,-1-2 1-16,0 0-1 0,-3 2 2 15,1-2 1-15,-4 0-1 0,4 0 3 0,-3 2-1 16,1 0 1-16,-1-1 0 16,1 1 1-16,-1 0 1 0,-1 0 0 0,-1-2 2 0,-11 2 0 15,21 0 2-15,-12-1-1 16,1-2-2-16,0 3-26 0,-10 0-42 0,13-6-73 16,-8 2-119-16,3 2-393 0,-7-6-151 15</inkml:trace>
  <inkml:trace contextRef="#ctx0" brushRef="#br0" timeOffset="173099.25">6475 6435 59 0,'12'-4'-5'0,"-5"2"-2"0,2 1 11 0,-9 1-3 0,12-3 8 0,-12 3 3 0,8-2 2 16,-8 2 8-16,7-3-2 0,-7 3 10 15,9-4-2-15,-2 1-5 0,-7 3 1 16,9-5 0-16,-2 1-1 0,-1 0 0 0,1 0-3 16,-7 4-2-16,9-5-2 0,-4 3-4 15,-5 2-11-15,0 0-15 0,0 0-30 0,0 0-63 16,0 0 36-16</inkml:trace>
  <inkml:trace contextRef="#ctx0" brushRef="#br0" timeOffset="173883.13">8903 7543 370 0,'15'-12'24'0,"-7"5"1"0,-5 0 11 0,1 0-13 0,2 1 1 0,-6 6-3 0,4-8 5 16,-4 8-9-16,6-6 2 0,-4 0-7 0,-2 6 0 0,3-6 5 15,-3 6-2-15,4-7-4 16,-4 7-3-16,4-6 0 0,-4 6-1 0,0 0-12 15,0 0-3-15,0 0-17 0,0 0-18 16,0 0-25-16,0 0-111 0,-36 13 61 0</inkml:trace>
  <inkml:trace contextRef="#ctx0" brushRef="#br0" timeOffset="174182.8">9288 7503 527 0,'9'-5'-3'0,"-3"-1"8"0,-2 2-6 16,-4 4 0-16,6-6-3 0,-6 6-13 15,0 0-9-15,0 0-13 0,0 0-26 16,0 0-63-16,0 0 43 0</inkml:trace>
  <inkml:trace contextRef="#ctx0" brushRef="#br0" timeOffset="174882.78">12119 8936 408 0,'0'0'19'0,"0"0"2"0,0 0 2 0,0 0 0 0,0 0-2 0,0 0 5 0,0 0 4 0,-11-8 4 16,11 8 3-16,0 0 7 0,0 0 4 16,0 0-10-16,-1-5 4 0,1 5-1 0,0 0-9 15,0 0 2-15,0 0 1 0,0 0-13 16,-2-5-8-16,2 5-25 0,0 0-28 15,0 0-25-15,0 0-54 0,0 0-141 16,0 0 222-16</inkml:trace>
  <inkml:trace contextRef="#ctx0" brushRef="#br0" timeOffset="175149.08">12284 8938 728 0,'0'0'-10'0,"0"0"-1"0,0 0-5 16,0 0-22-16,0 0-15 16,0 0-27-16,0 0-97 0,0 0 60 0</inkml:trace>
  <inkml:trace contextRef="#ctx0" brushRef="#br0" timeOffset="175748.88">15115 9921 523 0,'15'-4'4'0,"-15"4"-1"0,9-3 0 0,-9 3-2 0,0 0 0 16,7-4-2-16,-7 4-5 0,7-4-1 15,-7 4-7-15,8-4-27 0,-8 4-96 0,12-5 25 16,-9 1 38-16</inkml:trace>
  <inkml:trace contextRef="#ctx0" brushRef="#br0" timeOffset="176948.98">18609 10936 451 0,'0'0'63'0,"0"0"-3"0,0 0-1 0,7-12-7 0,-7 12-12 0,0 0 2 0,0 0-3 0,4-5 1 16,-4 5 4-16,0 0-1 0,0 0 1 15,0 0-8-15,6-5-4 0,-6 5-8 0,0 0-4 16,0 0 4-16,0 0-1 0,22 5-12 15,-13-2 10-15,-4-1-4 0,3 2-1 0,-3-2-15 16,-5-2-6-16,14 6 1 0,-9-4-9 16,-5-2 0-16,12 1 8 0,-12-1-8 15,0 0 3-15,13-1 3 0,-13 1-6 16,10-6 6-16,-10 6 10 0,0 0 1 0,9-4 3 16,-9 4-8-16,0 0 6 0,5-2 2 15,-5 2-2-15,0 0-11 0,0 0 0 0,0 0 2 16,0 0 6-16,0 0-2 0,0 0-2 15,0 0 12-15,0 0 6 0,0 0 5 0,0 0 9 16,0 0-4-16,0 0 8 0,0 0 3 16,0 0-7-16,0 0 1 0,16 2-3 0,-16-2-2 15,0 0-8-15,0 0 6 0,0 0-8 16,0 0-6-16,0 0-7 0,0 0-26 16,0 0-21-16,-40 2-41 0,27 0-65 0,-2 4-253 15,-3-1 86-15</inkml:trace>
  <inkml:trace contextRef="#ctx0" brushRef="#br0" timeOffset="179347.65">13984 13975 1507 0,'-10'-5'138'0,"2"-1"-33"0,5 2-41 16,3 4-24-16,-10-2-11 0,10 2-4 0,0 0 14 0,0 0 12 0,0 0 15 0,0 0 11 16,0 0-2-16,47 0 1 0,9 8-9 15,18 1-2-15,27 9-7 0,19 1-8 0,12 2-2 16,5-1-8-16,4 3-5 0,4 1-6 15,2-4-2-15,-6 4 0 0,-1-5-2 16,-6 0-5-16,-12 1-2 0,-12-3-2 0,-29-7-3 16,-17 0 2-16,-16-6-6 15,-8 1 0-15,-11-1-5 0,-11-2 2 0,2-2-1 0,-9 1-1 16,-3-1-7-16,-8 0-16 16,13-3-14-16,-13 3-18 0,5-4-27 0,-5 4-32 0,0 0-31 15,0 0-42-15,-20-17-41 16,6 11-91-16,-9-2-272 0,-9-1-87 0</inkml:trace>
  <inkml:trace contextRef="#ctx0" brushRef="#br0" timeOffset="179681.18">13968 13975 1580 0,'-129'-20'-25'0,"-18"4"18"0,-9-4 13 16,-12 1 10-16,-55-3 5 0,56 9 13 15,-1-5 7-15,-1 5 20 0,6-3 14 0,9 3 15 16,9-3 9-16,13 3-1 15,12 4-2-15,36 1-2 0,12-4-3 0,13 8 0 16,18-3-2-16,14 4-2 0,7 0-10 16,13 1-10-16,7 2-4 0,0 0-9 0,0 0-3 15,101 6-4-15,-23 5-5 0,38 1-7 16,19 5-2-16,16 2-7 0,12 3-11 16,56 5-11-16,1-3-8 0,-1 0-1 0,8-2-1 15,-6-5 1-15,2 2 1 0,-47-7 0 16,-6 0 2-16,4 3-2 0,-9-3 2 0,-19-3 2 15,-14-1-1-15,-21-3-1 16,-38 0 3-16,-19-3-4 0,-12-2-4 0,-16-2-6 16,-3 0-13-16,-10 0-14 0,0-2-32 15,-4 2-51-15,-4-2-66 0,-5 4-69 0,4-7-157 16,-4 7-254-16,0 0-165 0</inkml:trace>
  <inkml:trace contextRef="#ctx0" brushRef="#br0" timeOffset="182849.01">20588 7195 1458 0,'4'-7'330'0,"-4"7"-70"0,0 0-19 0,0 0-14 0,5-7 8 0,-5 7-5 0,3-6 1 0,-3 6-5 0,0 0 5 0,0 0 7 16,4-10 3-16,-4 10-8 0,0 0-6 16,6-6-1-16,-6 6-9 0,1-7-19 0,-1 7-6 15,0 0-1-15,2-9-25 0,-2 9-6 16,0 0-10-16,6-5 0 0,-6 5-2 16,0 0-2-16,0 0-9 0,2-9-1 15,-2 9-5-15,0 0 0 0,3-9-3 0,-3 9-6 16,0 0-10-16,0 0-8 0,0-6-9 15,0 6-8-15,0 0-13 0,0 0-9 0,0 0-11 16,0 0-5-16,0 0-5 0,0 0-9 16,0 0 0-16,0 0-5 0,0 0 0 0,0 0-6 15,0 0-8-15,-11 20-16 0,8-11 0 16,1 0 0-16,-4 0 0 0,3 3 0 0,-2 1 0 16,-1 1 0-16,3 1 0 15,-3 1 0-15,2-1 0 0,1 1 0 0,-1 0 0 16,-1 2 0-16,5-1 0 0,-1 1 0 15,-1-2 0-15,0 1 0 0,2 0 0 0,0-1 0 16,0-1 0-16,2 1 0 0,0-2 0 16,-1-1 0-16,4 1 0 0,-1-1 0 0,-2-3 0 15,1 2 0-15,-1-1 0 0,4-1 0 16,-5-2 0-16,5 4 0 0,-1-4 0 0,-2 0 0 16,5 1 0-16,-3 0 0 0,3-3 0 15,0 1 0-15,-1 0 0 0,4 0 0 0,2-2 0 16,-2 0 0-16,1 0 0 0,1-1 0 15,-1-1 0-15,2 1 0 0,-3-3 0 16,2 1 0-16,-1-2 0 0,-1 0 0 16,3 0 0-16,-3-2 0 0,0 0 0 0,1-2 0 15,1 0 0-15,-1-3 0 0,1 1 0 16,-2-1 0-16,1-2 0 0,-2-2 0 16,1 2 0-16,-1-2 0 0,-1-3 0 0,0-2 0 15,0 0 0-15,-2-3 0 0,-1-1 0 0,-1-1 0 16,1-4 0-16,-2 2 0 0,0-1 0 15,0 0 0-15,-1-2 0 0,-1 2 0 16,2 0 0-16,-2 2 0 0,0-1 0 16,0 5 0-16,-1 1 0 0,-1 2 0 0,0 1 0 15,0 5 0-15,0-1 0 0,0 0 0 16,0 4 0-16,0 1 0 0,0 5 0 0,0-10 0 16,0 10 0-16,0 0-62 0,-3-6-431 15,3 6-81-15,0 0-95 0,0 0-209 0,-10 19 85 16,9-11 84-16,-1 2-656 0,4 0-819 15</inkml:trace>
  <inkml:trace contextRef="#ctx0" brushRef="#br0" timeOffset="183430.62">21250 7349 3851 0,'2'-7'50'0,"-2"7"40"0,2-5 32 0,-2 5 17 0,0 0 10 15,0 0-7-15,1-6-12 0,-1 6-3 0,0 0 21 16,0 0 16-16,0 0 2 0,11 18 3 16,-11-6 14-16,0 1 0 0,0-1 5 0,-3 5 2 15,1 0-11-15,-2-1 2 0,2 1-12 16,-3 4-5-16,1-5-7 0,0-2-11 0,1-1-10 15,-1-3-13-15,-1 1-8 0,4-1-8 16,-1-2-5-16,-2-3 6 0,4-5 4 16,-4 14 12-16,4-14-47 0,-2 7-77 15,2-7 0-15,0 0 0 0,0 0 0 0,0 0 0 16,0 0 0-16,4-36 0 0,4 15 0 16,4-6 0-16,2 0 0 0,0 1 0 15,5 1 0-15,-2 2 0 0,2 0 0 0,-4 6 0 16,-2 3 0-16,1 3 0 0,3-1 0 15,-3 5 0-15,-1-2 0 0,2 7 0 0,-2-1 0 16,1 3 0-16,-14 0 0 0,31 9 0 16,-17-1 0-16,2 7 0 0,-5-1 0 15,3 3 0-15,1 7 0 0,-6-1 0 16,-1-3 0-16,-4 3 0 0,0-1 0 0,-2 0 0 16,-2-1 0-16,0-2 0 0,0-2 0 15,-2 0 0-15,2-4 0 0,-2 0 0 0,2-1 0 16,-2-2 0-16,2-1 0 0,0-1 0 15,0-8 0-15,0 10 0 0,0-10 0 0,0 0 0 16,6 5 0-16,-6-5 0 0,0 0 0 16,0 0 0-16,0 0-87 0,14-19-385 0,-12 11-90 15,3 1-105-15,-1-3-164 0,1 0 35 16,1-1 81-16,-1-2-666 0,4 1-835 0</inkml:trace>
  <inkml:trace contextRef="#ctx0" brushRef="#br0" timeOffset="183980.18">22062 6967 3858 0,'4'-11'47'0,"-3"3"51"0,-1 0 38 0,2 4 20 0,-2 4 6 0,0-5-4 0,0 5-6 15,0 0 36-15,0 0 18 0,0 0 1 16,-5 29 2-16,-1-10-13 0,-2 16-4 0,-1 1-7 15,-8 9-12-15,3-1-8 16,-1 3-22-16,3-8-9 0,-1 6-7 0,1-7-19 16,1-3-9-16,0 0-3 0,-1-3-19 15,3 0-5-15,2-10-8 0,-4-4-12 0,10-4 4 16,-7 0-7-16,5-4-2 0,1 1 10 16,0-4 22-16,-2 0 19 0,4-3 1 0,0-4-11 15,0 0-8-15,0 0-9 0,0 0-64 16,0 0-7-16,6-18 0 0,-1 2 0 0,6 1 0 15,1-3 0-15,-1 1 0 0,1 1 0 16,1 3 0-16,-2-1 0 0,1 4 0 0,0 1 0 16,-3 1 0-16,1 3 0 15,1 1 0-15,-2 3 0 0,-9 1 0 0,21 4 0 16,-8 0 0-16,-6 3 0 0,2 5 0 0,-2 0 0 16,2 2 0-16,-4 1 0 0,1 3 0 15,-4-3 0-15,-2 1 0 0,0 1 0 16,-2 0 0-16,-4 0 0 0,3 0 0 0,-8 0 0 15,2-2 0-15,2-3 0 0,-3-1 0 16,-1 1 0-16,1-4 0 0,-2-1 0 0,3 1 0 16,0-6 0-16,-3 2 0 15,3-4 0-15,9 0 0 0,-25-4 0 0,15 2 0 16,-1-6 0-16,-1-1 0 0,1-2 0 16,6-1 0-16,-2 0 0 0,4 1 0 0,-1 1-210 15,2-2-291-15,2 2-91 0,2-1-107 16,2 2-157-16,-1-3 78 0,7 3-771 15,3 0-993-15</inkml:trace>
  <inkml:trace contextRef="#ctx0" brushRef="#br0" timeOffset="184481.21">22309 7457 4431 0,'4'-12'-42'0,"2"-1"82"0,-3 3 54 0,-1 2 47 0,5 1 29 0,-4 0 17 0,5 0 9 0,-3 3 2 16,6-2-5-16,-2 2-6 0,-2 2-9 0,-7 2-7 15,23 0-11-15,-10 0-14 0,3 2-10 16,-3 2-13-16,3 4-10 0,-4 1-9 0,2 3-12 16,-3 0 0-16,-3 2-3 0,-3 1 9 15,2 1 0-15,-5-1 5 0,-2 1 12 16,-7 1 16-16,2 2 11 0,-3-2 5 0,-1 2 4 15,-3-4-144-15,-1 1-7 16,-1-3 0-16,1-2 0 0,2-1 0 0,-1-2 0 0,3-1 0 16,-2-2 0-16,1 0 0 15,0-3 0-15,10-2 0 0,0 0 0 0,-23-8 0 16,20-1 0-16,-1-6 0 0,4-3 0 16,2-6 0-16,3 4 0 0,6-9 0 0,-2 7 0 15,2 3 0-15,-4 3 0 0,3 5 0 16,0-1 0-16,-1 4 0 0,-1 4 0 0,1 0 0 15,-9 4 0-15,13 0 0 0,-13 0 0 16,18 8 0-16,-13 0 0 0,5 4 0 0,-4 1 0 16,2 3 0-16,-3-1 0 0,1 4 0 15,-3-2 0-15,4 4 0 0,-3-5 0 16,-1 2 0-16,1-3 0 0,1 1 0 16,-3-3 0-16,4-1 0 0,-2-2 0 0,-2-1 0 0,4-2-476 15,-1-2-105-15,-1-3-103 0,-4-2-153 16,14 2 32-16,-14-2 87 0,17-10-673 15,-8 1-844-15</inkml:trace>
  <inkml:trace contextRef="#ctx0" brushRef="#br0" timeOffset="184813.85">22891 6999 3884 0,'-6'-24'30'0,"1"5"72"0,-1-1 44 15,-1 5 51-15,4 1 32 0,-3 2 20 0,4 1-18 0,1 2-22 0,-3 2-26 0,4 7-18 0,0 0 9 16,0 0 19-16,0 0 7 0,-20 36 8 16,9-4-1-16,-3 19-9 0,2 2-3 0,-4 6 4 15,-3-1-7-15,0 4-14 0,-2 1-13 16,2 0-8-16,0 1 0 0,0-4-14 0,-2 0-143 16,5-6 0-16,0-4 0 0,-2-3 0 15,7-9 0-15,2-4 0 0,-3-4 0 0,5-5 0 16,1-8 0-16,2-3 0 0,0-2 0 15,2-2 0-15,0-3 0 0,0-2 0 0,2-5 0 16,0 0 0-16,0 0 0 0,0 0 0 16,0 0-31-16,27-22-366 0,-13 8-76 0,-3-3-59 15,0 0-59-15,5-7-98 16,-5 4-102-16,-1 4 78 0,-3-2-639 0,3 5-806 16</inkml:trace>
  <inkml:trace contextRef="#ctx0" brushRef="#br0" timeOffset="185230.24">22729 7525 3488 0,'4'-8'-63'0,"-1"-1"62"16,3 3 59-16,-2-1 42 0,-1 0 38 0,4 1 28 16,-2 2 17-16,4 0 11 0,-9 4 0 15,16-1 3-15,-16 1-2 0,20 5-3 16,-6 1-1-16,-1 8 0 0,-1-1-1 16,-1 5-10-16,2 7-4 0,-2-2 8 0,-8-3-9 15,1 4 1-15,-2-6 0 0,-2 0-4 16,-2 2-5-16,-2-4-11 0,-1 6-8 0,-4-5-5 15,2 0-9-15,0-2-10 0,-3-4-5 16,2 2-15-16,-1-5-9 0,-2 0-7 0,0 0-27 16,0-3-61-16,2-3 0 0,9-2 0 15,-17 0 0-15,17 0 0 0,-22-16 0 0,17 3 0 16,1-8 0-16,6-6 0 0,2-12 0 16,6 2 0-16,1 2 0 0,0 1 0 0,3 7 0 15,-3 7 0-15,-4 6 0 0,5 3 0 16,-4 5 0-16,1 0 0 0,-1 4 0 15,-8 2 0-15,21 9 0 0,-13 2 0 0,-1 3 0 16,3 1 0-16,-3 4 0 0,1 1 0 16,0 1 0-16,-3-1 0 0,3 2 0 15,-3 1 0-15,2-2 0 0,-6-5 0 16,3 2 0-16,2-3 0 0,-3-1 0 0,-1 1 0 16,2-4 0-16,-2-2-163 0,2 1-75 15,0-5-97-15,2-3-108 0,3 2-100 0,3-4-123 16,-12 0-149-16,30-8 79 0,-6 1-710 15,11-7-896-15</inkml:trace>
  <inkml:trace contextRef="#ctx0" brushRef="#br0" timeOffset="185464.11">23455 7500 3920 0,'-8'-12'-41'0,"-2"2"43"0,1 5 53 0,-1 1 35 0,-1 0 35 0,0 3 22 0,11 1 15 0,-31 9 4 0,5 4 4 0,-1 4 4 0,2 4-7 15,2 1-11-15,1 4-13 0,0-1-13 0,5-1-11 16,2 0-7-16,1-3-15 0,7 2-10 16,1-9-9-16,3 3-5 0,-1-1-8 15,4-3-3-15,0 2-25 0,4-4-42 0,-1 4-55 16,3-7-67-16,1 1-105 0,7-2-116 16,-3-4-141-16,7-1-180 0,3-4-4 0,3-1 71 15,13-7-449-15,-3-1-525 16</inkml:trace>
  <inkml:trace contextRef="#ctx0" brushRef="#br0" timeOffset="185879.91">23685 7548 3036 0,'-9'-2'111'0,"1"1"30"0,8 1 19 15,0 0 15-15,-12-4 6 0,12 4 5 16,0 0 16-16,0 0 7 0,0 0-1 0,0 0 1 15,0 0-17-15,24 13-12 16,-24-13-14-16,21 6-19 0,-10-5-13 0,3-1-10 16,-1 0-11-16,-13 0-13 0,26-3-5 15,-11-1-12-15,1-2-9 0,-3-1-6 0,1-2-1 16,-3 1-7-16,1-5-9 0,-5 2-4 16,2-3 2-16,-3 3-6 0,-2 0-8 15,-2 0-7-15,-4 4-3 0,2 7 8 0,-10-14 8 16,-1 11 10-16,-1 2 9 0,-4 1 15 15,-4 4 7-15,-5 0 16 0,-5 5 7 0,-1 4 2 16,6 3-6-16,3 0-7 0,8 2-4 16,3-1-7-16,0 3-3 0,5-2-5 0,0-2-2 15,4 2-2-15,2-1-2 16,4 0-7-16,3-1-20 0,4 3-42 0,0-4 0 16,8 7 0-16,0-7 0 0,0-5 0 0,0-2 0 15,4 1-81-15,0-5-163 0,2 2-89 16,0-4-110-16,3-2-95 0,1-4-114 15,9-5-169-15,-2-6 76 0,8-3 81 0,-2-10-584 16,-3-3-710-16</inkml:trace>
  <inkml:trace contextRef="#ctx0" brushRef="#br0" timeOffset="186364.02">24985 6786 3508 0,'2'-20'55'0,"-2"1"68"16,0 4 58-16,-2 1 49 0,2 4 39 15,-2 1 11-15,0 1-18 0,2 8-16 16,-5-4 19-16,5 4 21 0,-25 19 2 0,2 5 1 16,-10 13 14-16,1 11 0 0,-11 15-2 15,-4 7-22-15,4 0-12 0,-3 2-10 0,4 1-58 16,4 0-199-16,-1-3 0 0,15-15 0 16,-4-4 0-16,5-2 0 0,3-3 0 15,7-12 0-15,-2-5 0 0,5-7 0 0,1-3 0 16,5-5 0-16,-4 0 0 0,5-6 0 0,1 1 0 15,0-3 0-15,2-6 0 16,0 0 0-16,0 0 0 0,0 0 0 0,0 0 0 16,19-19 0-16,-10 1 0 0,-3-3 0 15,0-1 0-15,-5-2 0 0,-1 5 0 0,-1 0 0 16,-9 2 0-16,-4 4 0 0,-4 1 0 16,-5 7 0-16,-13-3 0 0,2 10 0 0,-7 5 0 15,1 3 0-15,2 4 0 0,6 5 0 16,2 2 0-16,5 1 0 0,5 1 0 0,5 4 0 15,10-5 0-15,3-2 0 0,6-1 0 16,1 0 0-16,10 6 0 0,6 0 0 16,4-7 0-16,4 2 0 0,1-8 0 15,1 1 0-15,-1-4 0 0,3-4 0 0,-8-2 0 16,3-2 0-16,-7-1 0 0,2 3 0 16,-2-6 0-16,-3 3 0 0,-4 0 0 0,1 0 0 15,-3 0 0-15,-3 0 0 0,-9 0 0 16,20-1 0-16,-20 1-773 0,11-3-208 0,-11 3 106 15,5-5-1017-15,2 1-1314 0</inkml:trace>
  <inkml:trace contextRef="#ctx0" brushRef="#br0" timeOffset="186663.68">25297 7220 5570 0,'2'-13'79'0,"0"2"60"0,-4 3 54 0,2 1 22 16,2 0 9-16,-2 7-17 0,0 0 22 0,0 0 31 15,0 0 4-15,-19 22-15 0,6 6-13 0,0 2-5 16,-3 5-136-16,-3 11-95 0,-2 0 0 16,-2 2 0-16,5-2 0 0,-2-1 0 0,4-4 0 15,-2-8 0-15,3-2 0 0,3-4 0 16,-1-1 0-16,5-5 0 0,1-5 0 0,1-5 0 15,1 1 0-15,1-4 0 16,2-1 0-16,-2-3-438 0,4-4-110 0,0 0-82 0,0 0-102 16,0 0-92-16,0 0 86 0,17-21-718 15,-10 5-905-15</inkml:trace>
  <inkml:trace contextRef="#ctx0" brushRef="#br0" timeOffset="187082">25273 7265 4001 0,'-3'-12'22'0,"2"1"76"15,-1 1 57-15,2 2 38 0,0-1 20 0,0 9 11 16,6-12 0-16,0 7 0 0,-1-3-9 16,4 4-11-16,4-1-14 0,-2 2-17 0,-2 3-11 15,-9 0-11-15,25 6-27 0,-9 0-1 16,-4 2-14-16,4 1-6 0,-5 5-5 16,-2-1-2-16,3 2-6 0,-6 1 0 0,-2 1 0 15,-2 0-4-15,-2 0 2 0,-6 6 3 16,-3 4 7-16,-7 2-1 0,-3-2 6 15,-2 0 10-15,-2-1-2 0,2-3-79 0,3-2-32 16,4-7 0-16,4-1 0 0,1-3 0 16,3 1 0-16,2-1 0 0,2-2 0 0,2 1 0 15,2 1 0-15,2 2 0 0,-1 0 0 16,4 3 0-16,-2-4 0 0,1 3 0 16,-1-1 0-16,-3 1 0 0,4 0 0 0,-1-1 0 15,-4 3 0-15,1-5 0 0,-2 1 0 16,-2 1 0-16,-1 1 0 0,-8 0 0 0,0-1 0 15,-2 1 0-15,-2-2 0 0,-1-3 0 16,-2 2 0-16,-4-2 0 0,3-2 0 0,-1-2 0 16,0-4 0-16,4 1 0 0,-4-4 0 15,3-2 0-15,-4-5 0 0,4-1 0 0,2-6 0 16,-3-8 0-16,13 0 0 0,1 1 0 16,10-1 0-16,3-7-501 0,7-1-510 15,4 6 109-15,10-3-1063 0,9 4-1383 0</inkml:trace>
  <inkml:trace contextRef="#ctx0" brushRef="#br0" timeOffset="187581.67">25976 7529 4916 0,'6'-10'-221'0,"-4"4"67"0,1 0 57 0,1 1 60 0,0-2 50 0,-1 2 29 0,2-1 19 0,-1 0 4 0,-2 1 2 0,-2 5 0 0,7-12 4 16,-5 4-3-16,1 0 6 16,-1 1-1-16,0-5-4 0,0 6-6 0,-2-2-2 15,0 2-9-15,-6-1-2 0,1 3-6 16,-6-1 4-16,-7 4 11 0,-1-2 2 0,-3 6 12 16,-17 1 3-16,1 6 0 0,4-3 7 15,2 3 2-15,8-2 6 0,8 0 14 0,2 1 22 16,5 1 27-16,3 0 27 0,4 3 18 15,6 4 19-15,7 8 24 0,9 1 14 16,3 0 1-16,1-1-12 0,1-2-37 0,-2 2-208 16,0-4 0-16,-3 2 0 0,-1-3 0 15,-6-3 0-15,-1-3 0 0,-2-2 0 0,-3 0 0 16,0-1 0-16,-4 2 0 16,-3-3 0-16,0 0 0 0,-3 1 0 0,-4-1 0 15,-4 0 0-15,-2-1 0 0,-3-3 0 16,-3 1 0-16,0-1 0 0,-4-3 0 0,-2 1 0 15,2-4 0-15,3-2 0 0,-5-2 0 16,0 1 0-16,2-4 0 0,3-1 0 0,-2-3 0 16,8-3 0-16,0-1 0 0,1-2 0 15,6 2 0-15,4 1 0 0,3-1 0 0,2 1 0 16,10-1 0-16,6-6 0 0,9 3 0 16,7 1-412-16,9 0-418 0,2-2-103 0,5 2 90 15,0 2-916-15,4 1-1191 0</inkml:trace>
  <inkml:trace contextRef="#ctx0" brushRef="#br0" timeOffset="187813.08">26325 7457 4405 0,'19'-17'-162'0,"-4"1"92"16,-3 2 96-16,-3 1 65 0,-4 1 68 16,6-2 56-16,-8 3 54 0,3 1 40 15,-2 0 8-15,-1 3-8 0,1 2-17 0,-4 5-29 16,4-7-20-16,-4 7 26 0,0 0-3 16,0 0-8-16,-11 35-16 0,1-5-13 0,-5 6-15 15,-7 11-167-15,6 1-47 0,-4 0 0 16,0 1 0-16,2-6 0 0,-1 0 0 0,4-8 0 15,0-3 0-15,2-3 0 0,2-1 0 16,0-8 0-16,6-4 0 0,-1-4 0 16,5-3 0-16,1-1-156 0,0-8-282 0,5 3-82 15,-5-3-79-15,0 0-114 0,27-10-96 0,-12-2 77 16,6-8-705-16,0-9-886 16</inkml:trace>
  <inkml:trace contextRef="#ctx0" brushRef="#br0" timeOffset="187998.41">26317 7316 3799 0,'-16'-13'83'0,"3"2"96"16,4 4 65-16,4 0 58 0,-2 3 51 16,4-2 25-16,1 1-2 0,2 5-15 0,0 0-27 15,15-14-32-15,2 9-30 0,4 0-29 16,6 4-27-16,2-3-48 0,9 2-71 0,-4 1-91 16,-6-1-83-16,1 2-97 0,-2 0-82 15,-9 0-98-15,4 2-74 0,-9-1-63 16,-3 1-75-16,-3 2-170 0,-7-4 36 15,4 6 66-15,-4-6-487 0,0 0-591 0</inkml:trace>
  <inkml:trace contextRef="#ctx0" brushRef="#br0" timeOffset="188764.08">27327 7660 3019 0,'10'-17'152'0,"-4"-1"73"0,1 4 56 0,-3 5 52 0,-1-3 67 0,1 4 25 0,0 1 14 0,-1 2-9 0,-3 5-38 0,1-10-24 16,-1 10-19-16,0 0 13 0,0 0-4 15,0 0-21-15,-1 37-32 0,-6-14-289 0,0 7-16 16,-4 3 0-16,0-1 0 0,2-2 0 16,0-1 0-16,-3 0 0 0,5-8 0 0,-1-4 0 15,3-4 0-15,1 0 0 0,-3-3 0 16,6 0 0-16,-1-3 0 0,-2-4 0 0,4-3-12 15,0 0-558-15,0 0-100 0,0 0-137 16,0 0-44-16,14-34 93 0,-1 10-780 0,6-5-983 16</inkml:trace>
  <inkml:trace contextRef="#ctx0" brushRef="#br0" timeOffset="188929.77">27642 7327 4212 0,'0'-9'58'15,"0"-1"70"-15,-2 6 54 16,2 4 35-16,-3-10 13 0,3 10 2 0,0 0-24 15,-2-11-25-15,2 11-23 0,0 0-17 16,0 0-25-16,0 0-53 0,0 0-66 0,0 0-85 16,-5 23-104-16,5-11-125 0,0 2-119 15,0-3-123-15,0 2-131 0,5 2 61 0,0-1-474 16,1-2-572-16</inkml:trace>
  <inkml:trace contextRef="#ctx0" brushRef="#br0" timeOffset="189280.39">27855 7488 3058 0,'0'0'33'0,"4"-6"45"16,-4 6 40-16,0 0 22 0,0 0 17 0,0 0 12 15,0 0 9-15,0 0 1 0,0 0-5 16,-29 10-5-16,17 0-8 0,1-1-11 0,-2 5-17 16,1 2-11-16,3 3-18 0,0 0-3 15,1-2-15-15,2 3-7 0,2-3-9 0,2-1-7 16,2-1-3-16,2-1-5 0,2 1 9 15,-2-1 21-15,2-1 27 0,-3-1 34 16,4 0 49-16,-1-1 26 0,-1-2 22 0,-1 1 7 16,2-2 8-16,-2 0 1 0,0-3 2 15,-2-5 2-15,1 12-66 0,-1-12-197 16,0 8 0-16,0-8 0 0,-9 10 0 0,4-4 0 16,-5-1 0-16,-2 0 0 0,1-2 0 15,-1 1 0-15,-2-2 0 0,-2-2 0 0,-1 0 0 16,3-2 0-16,1-2 0 0,-2-1 0 15,4-2 0-15,1-1 0 0,0-1-111 16,7 1-466-16,1-3-97 0,4 1-173 0,5-1 12 16,5 1 94-16,6 0-758 0,7 4-944 15</inkml:trace>
  <inkml:trace contextRef="#ctx0" brushRef="#br0" timeOffset="189713.09">28593 7713 4489 0,'5'-6'152'16,"-1"2"36"-16,-4 4 32 0,0 0 20 0,0 0 6 16,0 0 18-16,0 0 29 0,0 0 4 15,16 17-12-15,-15-8-23 0,-1 2-21 16,0 1-15-16,0 1-9 0,-1 3-15 0,-3-2-14 16,-5 3-25-16,4 0-145 0,-6-2-18 0,-1 1 0 15,1-2 0-15,-2-1 0 0,1-4 0 16,-1-1 0-16,-1 2 0 0,1-6 0 15,-1-1 0-15,1 1 0 0,0-4 0 16,13 0 0-16,-25-7 0 0,18-1 0 0,-1-6 0 16,6-5 0-16,6-15 0 0,8-5 0 15,6-4 0-15,1 2 0 0,3 10 0 0,-2 4 0 16,-1 4 0-16,-4 7 0 0,1 4 0 16,-3 7 0-16,-1 3 0 0,-1 4 0 0,5 2 0 15,-3 4 0-15,2 2 0 0,7 9 0 16,3 0 0-16,2 1 0 0,0 3 0 0,2-4 0 15,-3 2 0-15,1-5 0 16,-6-3 0-16,-4-3 0 0,0 0 0 0,-2-5 0 16,-2 0 0-16,5 1 0 0,-5-5 0 15,-1-1 0-15,1 0 0 0,1-1 0 0,0-5 0 16,0 0 0-16,3-6 0 0,6-4 0 16,-4-5-80-16,4 0-474 0,-4-2-143 0,2-3-186 15,-2 0 48-15,-4 1 85 0,0 1-744 16,-5 6-940-16</inkml:trace>
  <inkml:trace contextRef="#ctx0" brushRef="#br0" timeOffset="190213.01">29795 6997 4437 0,'8'-22'102'0,"-3"1"53"0,1 5 57 0,-2 5 52 0,-3 1 25 0,3 0 4 0,1 1-18 0,-2 1-28 0,-3 8-2 0,0 0 26 0,0 0 13 16,6 27 0-16,-6-6-7 0,-7 20 0 16,-7 15-6-16,-1 2-263 0,-6 4-8 0,-10 15 0 15,1-1 0-15,-3 1 0 0,7-18 0 16,-1-3 0-16,0-3 0 0,5-3 0 0,-1-6 0 16,3-11 0-16,6-4 0 0,2-9 0 15,2 0 0-15,5-8 0 0,-3 0 0 0,2-3 0 16,2-1 0-16,2-3 0 15,2-5 0-15,0 0 0 0,0 0 0 0,0 0 0 16,0 0 0-16,22-26 0 0,-13 9 0 16,3-13 0-16,-1 1 0 0,-4-2 0 0,-1 6 0 15,-1 4 0-15,-5 4 0 0,-5 1 0 16,-2 5 0-16,-5 0 0 0,-5 4 0 0,-2 3 0 16,-2 4 0-16,-6 3 0 0,-5 7 0 15,0 2 0-15,3 3 0 0,0 3 0 0,4 1 0 16,7 1 0-16,-1 1 0 0,8 0 0 15,0-4 0-15,8-3 0 0,-1 4 0 0,4-4 0 16,2-2 0-16,1 2 0 16,7-2 0-16,2 0 0 0,2-2 0 0,4-1 0 15,3-1 0-15,1-4 0 0,5-1 0 16,2-1 0-16,1-4 0 0,8-2-72 0,5-1-578 16,-5-3-151-16,-2-1-101 0,0 1 88 15,1-4-870-15,-3 3-1120 0</inkml:trace>
  <inkml:trace contextRef="#ctx0" brushRef="#br0" timeOffset="190695.55">29999 7839 5000 0,'0'0'111'0,"-21"-1"42"0,21 1 55 0,0 0 44 0,-14-2 26 0,14 2-9 0,0 0-19 16,0 0-24-16,0 0-22 0,-9-4-19 0,9 4-19 15,0 0-14-15,0 0-13 0,0 0-15 16,0 0-13-16,0 0-10 0,0 0-8 16,23-8-8-16,-23 8-10 0,11-10-66 0,-3 4-9 15,-3-2 0-15,6-2 0 0,-4-5 0 16,0-3 0-16,1-1 0 0,0-4 0 16,-1-9 0-16,-1 6 0 0,-1 2 0 15,-5 1 0-15,2 5 0 0,0 1 0 0,-6 5 0 0,3-1 0 16,-5 4 0-16,1 1 0 15,-6 4 0-15,-2 0 0 0,2 4 0 0,11 0 0 16,-19 0 0-16,19 0 0 0,-15 6 0 16,9-1 0-16,6-5 0 0,0 0 0 0,10 13 0 15,3-8 0-15,10 1 0 0,2-3 0 16,4 1 0-16,1-3 0 0,-1 1 0 0,-4 0 0 16,0 0 0-16,-3-2 0 0,-7 1 0 15,0 1 0-15,-2 0 0 0,1 1 0 0,-3 2 0 16,-3 2 0-16,3 2 0 0,-5-1 0 15,1 4 0-15,-3 2 0 0,1-2 0 16,-3 1 0-16,-2-1 0 0,0 3 0 16,0-1 0-16,0-2 0 0,-2 1 0 0,2-1 0 15,0 0 0-15,-2-3 0 0,-1 4-654 16,3-6-114-16,0 2-141 0,0-3 84 16,0-6-887-16,7 8-1147 0</inkml:trace>
  <inkml:trace contextRef="#ctx0" brushRef="#br0" timeOffset="191046.44">30643 7596 4718 0,'12'-19'28'0,"-5"7"69"0,0 0 61 0,-3 4 54 0,1 1 50 0,-2 1 6 0,-3 6 4 15,6-11-19-15,-6 11-8 0,0 0 31 16,0 0 19-16,11 18-4 0,-9-4-10 16,-2 3-11-16,-2 2-24 0,0 3-227 0,-2 2-19 15,-1 1 0-15,-4 4 0 0,0-5 0 16,-4 1 0-16,2-5 0 0,-3-3 0 15,3-2 0-15,-1-1 0 0,-2-1 0 0,-4-1 0 16,1-3 0-16,2-3 0 0,0 0 0 16,1-3 0-16,-1-3 0 0,3-3 0 15,1-1 0-15,2-4 0 0,2-6 0 16,6-3 0-16,5-4 0 0,0-1 0 0,3 2 0 0,3 0 0 16,-2 2 0-16,-1 5 0 15,1 1 0-15,-1 5 0 0,0 3 0 0,2 0 0 0,-2 2 0 16,-7 2 0-16,18 4 0 15,-9 2 0-15,-2 0 0 0,5 3 0 0,-1 1 0 16,1-2 0-16,-2 5 0 0,-3-1 0 16,4 0 0-16,1 2 0 0,-3-1-575 0,-1-3-88 15,4 5-101-15,-3-4-94 0,-2-1 81 16,3-2-772-16,2-1-992 0</inkml:trace>
  <inkml:trace contextRef="#ctx0" brushRef="#br0" timeOffset="191445.42">30818 7807 4115 0,'4'-14'-2'16,"-2"3"86"-16,-1 3 58 0,-1 3 57 15,0 5 39-15,5-11 41 0,-5 11 15 16,2-6-2-16,-2 6-22 0,0 0-25 16,0 0-20-16,0 0-3 0,0 0-4 0,0 0-26 15,0 0-19-15,0 0-15 0,-8 23-13 16,8-16-14-16,-2 1-15 0,2 2-13 16,0-10-8-16,2 15-12 0,-2-9-5 0,0-6-10 15,1 12-40-15,4-6-28 0,-5-6 0 16,13 5 0-16,-13-5 0 0,19 0 0 0,-19 0 0 15,24-5 0-15,-12 2 0 0,0 0 0 16,0-1 0-16,-1 2 0 0,-4-1 0 0,-7 3 0 16,16-5 0-16,-16 5 0 0,9-2 0 15,-9 2 0-15,0 0 0 0,0 0 0 16,18 4 0-16,-18-4 0 0,7 10 0 16,-2-5 0-16,-1 0 0 0,4 0 0 0,0 2 0 0,-1 0 0 15,4-2 0-15,0 0 0 16,3 0 0-16,4-1 0 0,-3-2 0 0,4-1 0 15,-1 0 0-15,-2-2 0 0,2 2 0 16,-5-1 0-16,1 0 0 0,-1 0 0 0,-2-1 0 16,1-2 0-16,-1-1 0 0,0 1 0 15,1-2-245-15,1-4-339 0,-1 1-109 0,3-4-199 16,0-1 59-16,7-5 95 0,1-5-693 16,4 3-880-16</inkml:trace>
  <inkml:trace contextRef="#ctx0" brushRef="#br0" timeOffset="191979.12">31951 7242 4183 0,'3'-25'61'0,"1"6"56"0,-2 5 67 0,0 1 79 0,-2 3 61 0,-2-2 25 0,2 6 7 0,0-3-8 0,0 9-25 0,0-12-23 16,0 12-17-16,0 0 7 0,0 0 7 0,-30 14-4 16,3 9-73-16,-6 13-220 0,-4 3 0 15,-2 10 0-15,-7 15 0 0,4 3 0 0,2 1 0 16,8-11 0-16,1-2 0 0,5 0 0 15,-1 2 0-15,3-8 0 0,3-2 0 16,1-5 0-16,5-7 0 0,1-4 0 16,3-4 0-16,6-4 0 0,-1-9 0 0,0-2 0 15,2-3 0-15,4-1 0 0,0-8 0 16,6 3 0-16,-6-3 0 0,0 0 0 0,40-17 0 16,-15 2 0-16,1-5 0 0,3 1 0 15,-2-1 0-15,-2 2 0 0,-6 6 0 0,-4 2 0 16,-3 2 0-16,-5 2 0 0,1 3 0 15,-3-1 0-15,-5 4 0 0,0 0 0 0,0 0 0 16,0 0 0-16,0 0 0 0,7 11 0 16,-7-11 0-16,5 9 0 0,-5-4 0 0,0-5 0 15,4 10 0-15,-2-3 0 0,1-4 0 16,3 2 0-16,1-1 0 0,-7-4 0 16,21 3 0-16,-8 0 0 0,3-2 0 15,-3 0 0-15,1-1 0 0,-3 0 0 0,1 0 0 16,-12 0 0-16,18 0 0 0,-12 2 0 15,-6-2 0-15,16 1 0 0,-16-1 0 0,13 4 0 16,-5 0 0-16,-1 1 0 0,1-2 0 16,-1 5 0-16,1-4 0 0,4 1 0 15,-1 3 0-15,1-2 0 0,2 0 0 16,0-4 0-16,1 4 0 0,-3 0 0 0,-3-6 0 16,1 4 0-16,-3-4 0 0,-7 0 0 15,12 1-264-15,-12-1-588 0,0 0-102 0,0 0 101 16,0 0-939-16,0 0-1220 0</inkml:trace>
  <inkml:trace contextRef="#ctx0" brushRef="#br0" timeOffset="193195.44">20158 7435 4551 0,'7'-3'-194'0,"0"0"54"0,-7 3 25 0,0 0 25 0,0 0 58 0,0 0 67 0,-18 40 55 15,-7-2 25-15,-2 4 11 0,-7 5 5 16,0 2-4-16,0 1-2 0,2-3-3 0,1 1-1 16,6-2-5-16,9-12 1 0,11-2 2 15,1-6 12-15,13 3 11 0,7 0 2 0,11-9-3 16,3-4-10-16,10-6-10 0,6-4-12 15,3-2-7-15,12-6-16 0,-2-6-9 0,-1 0-5 16,-7-3-33-16,-13 1-31 16,-4-2-40-16,1 4-56 0,-12 2-68 0,-6 1-74 15,-2 1-92-15,-3 0-82 0,-3 2-104 16,-1 1-147-16,-8 1-4 0,0 0 72 0,0 0-429 16,0 0-490-16</inkml:trace>
  <inkml:trace contextRef="#ctx0" brushRef="#br0" timeOffset="193545.51">20416 7937 3061 0,'-7'-9'106'15,"3"0"25"-15,3 4 27 0,-1-1 24 16,2 6 18-16,-4-6 10 0,4 6 0 0,0 0-7 16,0 0-5-16,9-6-8 0,-9 6-10 15,25 8-16-15,-4 3-9 0,6 6-18 0,2 5-11 16,5 7-12-16,-2 3-9 16,-7-5-9-16,-4-2-1 0,-6 3 8 0,-4-6 25 0,-7-1 5 15,-8-1 17-15,-5 8 2 0,-10 0-6 16,-3-2-12-16,-15 4-8 0,-9-3-17 15,-2-1-13-15,-1-4-8 0,-2 0-16 16,-1-4-42-16,0-5-55 0,16-3-66 0,4-1-84 16,7-5-92-16,5-4-111 0,0-4-109 15,5-1-128-15,3-4-164 0,5-1 74 0,3-2-644 16,2 2-804-16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2:58:17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13769 3132 3646 0,'0'-12'379'0,"0"12"-26"0,0-10 12 0,0 10-14 0,1-12 19 0,-1 12-6 0,2-9-21 16,-2 9-26-16,2-10-30 0,-2 10-8 0,0-7-9 16,0 7-16-16,0 0-12 0,0 0-28 15,0 0-57-15,0 0-157 0,0 0 0 0,0 0 0 16,4 31 0-16,-8-7 0 0,0 14 0 15,1 2 0-15,-2 1 0 0,-1 14 0 16,3-11 0-16,-3-1 0 0,3-1 0 0,-3-1 0 16,1-4 0-16,4-6 0 0,-5-10 0 15,4-1 0-15,0-3 0 0,0-2 0 0,2-4 0 16,0-1 0-16,0-1 0 0,0-2 0 16,0-7 0-16,2 6 0 0,-2-6 0 0,0 0 0 15,0 0 0-15,20-25 0 0,-13 13 0 16,-1-2-206-16,1-3-376 0,1-2-89 0,0 0-98 15,-3 1-79-15,5 0 83 16,-4-1-714-16,1 4-928 0</inkml:trace>
  <inkml:trace contextRef="#ctx0" brushRef="#br0" timeOffset="450.48">14120 3021 3958 0,'4'-14'19'0,"-2"4"97"0,-2 2 74 0,2 0 60 15,-2 8 61-15,2-8 18 0,-2 8 0 16,0 0-13-16,0 0-17 0,0 0 9 16,0 0 5-16,0 0-13 0,3 29-14 15,-6-3-14-15,-1 10-9 0,2 1-13 0,-2 4-168 16,1 1-82-16,-1-3 0 0,-1 1 0 16,-1-2 0-16,0-1 0 0,0-3 0 0,0-1 0 15,5-8 0-15,-5-4 0 0,2-5 0 16,3-2 0-16,-2-4 0 0,-1 1 0 0,2-1 0 15,0-4 0-15,2-6 0 0,-1 9 0 16,1-9 0-16,0 0 0 0,0 0 0 16,0 0 0-16,0 0 0 0,12-25 0 0,-9 17 0 15,5-2 0-15,-1-1 0 0,0 3 0 16,4-1 0-16,-6 1 0 0,2 2 0 0,3 0 0 16,-2 2 0-16,-8 4 0 0,20-2 0 15,-20 2 0-15,23 6 0 0,-10 0 0 0,-2 0 0 16,0 5 0-16,-3 1 0 15,1 0 0-15,-3 1 0 0,-1 1 0 0,1-1 0 16,-2 1 0-16,-2-2 0 0,0-2 0 16,0 1 0-16,2-1 0 0,-4-3 0 0,2-1 0 15,-1-2 0-15,-1-4 0 0,0 9 0 16,0-9 0-16,0 0-458 0,0 0-201 0,0 0-140 16,0 0-82-16,13-21 81 0,-8 9-762 15,2-3-1006-15</inkml:trace>
  <inkml:trace contextRef="#ctx0" brushRef="#br0" timeOffset="1032.76">14558 3333 3953 0,'0'0'-151'0,"0"0"41"0,0 0 25 0,0 0 25 0,0 0 13 0,5-3 6 0,-5 3 6 0,0 0-5 0,7-4-19 0,-7 4-20 16,0 0-23-16,11-2-18 0,-11 2-21 16,0 0-5-16,0 0 1 0,14 0 17 0,-14 0 18 15,0 0 26-15,0 0 33 0,0 0 33 16,0 0 29-16,0 0 33 0,0 0 31 16,0 0 28-16,0 0 21 0,0 0 14 15,0 0 27-15,0 0 17 0,0 0 12 0,11 6 17 16,-11-6 16-16,0 0 21 0,0 0 5 15,12 5 4-15,-12-5 17 0,8 3 4 16,-8-3 6-16,9 4 0 0,-9-4-5 0,14 1-5 16,-14-1-9-16,17 4-4 0,-17-4-12 15,19-2-14-15,-8-1-20 0,1 2-9 16,1-5-9-16,0 1-16 0,3-4-17 0,-3 1-52 16,-1-3-112-16,1-2 0 0,0-1 0 15,-5-2 0-15,-3 1 0 0,1 0 0 0,-2-1 0 16,-3 5 0-16,-1 0 0 0,-1-1 0 15,-5 4 0-15,-1 0 0 0,-3 1 0 16,-9 6 0-16,1 1 0 0,-6 7 0 16,-6 2 0-16,-1 5 0 0,-2 3 0 0,5 6 0 15,4 0 0-15,0 1 0 0,3 1 0 16,6 1 0-16,2 0 0 0,3-5 0 0,5-2 0 16,5-1 0-16,0-3 0 0,2 2 0 15,1-1 0-15,7 0 0 0,2-2 0 0,0-1 0 16,2-5 0-16,3 3 0 0,1-8 0 15,-2 0 0-15,5-3 0 0,1-2 0 16,3 1 0-16,0-5 0 0,-1 2-29 0,6-6-685 16,-5 2-177-16,-4 1-17 0,0-1 88 15,-2-1-822-15,0 0-1081 0</inkml:trace>
  <inkml:trace contextRef="#ctx0" brushRef="#br0" timeOffset="1502.24">15237 3200 4257 0,'0'-9'-160'0,"4"0"47"0,2 0 40 0,-3 3 33 0,2-2 35 0,2 0 25 0,-3 1 24 0,3 1 14 0,-3-2 24 15,2 2 22-15,-2-1 21 0,0 3 17 0,0-4 17 16,-2 1 10-16,-2 7 6 0,1-11 6 15,1 5 0-15,-2 6-7 0,0 0-13 0,-3-12-19 16,3 12-12-16,-11-2-13 0,11 2-15 16,-25 5-4-16,7 4-10 0,1 1-7 15,-8 8-14-15,0 0-6 0,2 2-6 0,0 2-6 16,7 0-3-16,2-5-2 16,6 0-4-16,5-3-3 0,1-1 10 0,4 1 8 15,1 0 20-15,9 1 14 0,-1-1 16 16,2 1 10-16,1-1 10 0,-1-2 10 0,3 0 10 15,-7 0 16-15,2-2 14 0,-1-1-9 16,-4-2-166-16,-1 2 0 0,-1-2 0 0,-2 1 0 16,-2-2 0-16,0-6 0 0,-6 16 0 15,-1-7 0-15,-2 1 0 0,-3-2 0 0,-3 2 0 16,-1-5 0-16,2 3 0 0,-6-4 0 16,1 2 0-16,-2-4 0 0,0-2 0 15,5-2 0-15,-6-4 0 0,-1-2 0 16,8-1 0-16,0-3 0 0,0 0 0 15,5 1-472-15,4-3-353 0,3 2-117 0,3 3 85 16,0-4-876-16,1 2-1165 0</inkml:trace>
  <inkml:trace contextRef="#ctx0" brushRef="#br0" timeOffset="1899.57">15576 3146 4477 0,'0'0'-44'0,"0"-10"96"0,0 10 63 0,0 0 51 0,2-6 56 0,-2 6 57 0,0 0 29 16,8-6 22-16,-8 6 4 0,0 0-6 15,0 0-12-15,17 1-21 0,-17-1-18 16,18 2-24-16,-18-2-28 0,18 3-20 16,-4-6-152-16,-14 3-53 0,24-2 0 0,-10-1 0 15,-3-1 0-15,1 2 0 0,-1-1 0 16,-2-3 0-16,0-1 0 0,-4 2 0 15,1-2 0-15,-4 0 0 0,-2 2 0 0,0 5 0 16,-8-12 0-16,1 8 0 0,-7 3 0 16,-3 1 0-16,-6 5 0 0,-11 3 0 0,2 4 0 15,0 7 0-15,1 2 0 0,4 1 0 16,6 3 0-16,2-2 0 0,7 2 0 16,3-2 0-16,6-5 0 0,3 0 0 15,1-2 0-15,5-1 0 0,3 2 0 0,0-1 0 16,7-5 0-16,1 2 0 0,-3-7 0 15,0 2 0-15,4-1 0 0,1-3 0 0,0 1-162 16,-3-3-321-16,-5-2-98 0,-2 0-119 16,-9 0-173-16,14-9 71 0,-14 7-759 15,0 2-1004-15</inkml:trace>
  <inkml:trace contextRef="#ctx0" brushRef="#br0" timeOffset="2167.46">13217 2973 4572 0,'-26'-1'27'0,"7"1"33"0,1-2 44 0,7 0 52 0,11 2 36 0,-18-2 17 16,18 2 1-16,-12-2-24 0,12 2-31 15,0 0-9-15,0 0-19 0,0 0-8 0,61-18-36 16,0 9-65-16,12 2-91 0,11 0-123 16,31-2-167-16,0 3-236 0,-4-2-176 0,-27 0 80 15,2 4-551-15,-7-4-707 16</inkml:trace>
  <inkml:trace contextRef="#ctx0" brushRef="#br0" timeOffset="2849.15">17068 3124 3287 0,'4'-24'-12'16,"-2"2"51"-16,3 3 43 0,-3 3 69 0,-1 3 51 0,1-1 44 0,0 4 31 0,-2-1 23 0,2 3 5 15,-2 1-8-15,0 7-18 0,0-8-13 16,0 8 23-16,0 0 16 0,0 0-15 0,-14 40-9 15,3-5-12-15,-4 9-15 0,1 7-20 16,0-5-25-16,0 3-18 0,3-1-41 16,-1-9-150-16,2-1 0 0,3-4 0 0,1-3 0 15,1-7 0-15,-2-4 0 0,6-3 0 16,-1-5 0-16,0 1 0 0,-2-3 0 16,2-2 0-16,0 2-284 0,1-5-155 15,1-5-105-15,0 0-118 0,0 0-153 0,0 0 7 16,-12-19 89-16,12 6-614 0,-2 1-790 15</inkml:trace>
  <inkml:trace contextRef="#ctx0" brushRef="#br0" timeOffset="3032.88">16838 3355 3785 0,'-10'-2'149'0,"10"2"57"16,-13-1 40-16,13 1 59 0,0 0 27 16,-14-2 6-16,14 2-21 0,0 0-32 0,0 0-37 15,0 0-27-15,0 0-20 0,0 0-17 16,0 0-30-16,0 0-66 0,37-5-102 15,-16 7-104-15,9-4-104 0,13 0-122 16,0-3-123-16,3 4-161 0,1-5-157 16,-2 6 72-16,-4 2-569 0,-5 3-740 0</inkml:trace>
  <inkml:trace contextRef="#ctx0" brushRef="#br0" timeOffset="3482.93">17284 3542 3658 0,'-6'7'50'0,"6"-7"28"0,0 0 23 16,-3 5 32-16,3-5 43 0,0 0 27 16,0 0 30-16,0 0-20 0,0 0-14 0,28-1-16 15,-28 1-13-15,23-5-9 0,-14 3 7 16,1-2-2-16,0-1-2 0,-1-1 9 16,2-2-9-16,-1-1-5 0,0-5-9 15,-5 2-16-15,3-8-8 0,-4 0-18 0,0-3-9 16,-2-2-3-16,-4-1-16 0,0 2-9 15,-2-12-6-15,-2 9-6 0,-2 8-4 0,3 1-9 16,-1 5-5-16,-2 1-5 16,2 4-9-16,-3 1-5 0,0 5 1 0,9 2-4 15,-19 2-2-15,19-2-4 0,-18 4-7 16,18-4 4-16,-11 5-5 0,11-5 0 0,-4 8 15 16,4-8 16-16,0 0 5 0,34 8 0 15,-12-8-9-15,8 2-11 0,3-2 0 0,6-2-4 16,-5 2-4-16,-7 0-2 0,-4 0 1 15,-3 4-7-15,-2-1 0 0,0 3 2 16,-2 4 1-16,0 0 2 0,-5 4 3 0,-2 1-4 16,2 4-5-16,-6 0-4 0,-1 1 0 15,-2-1 0-15,0 0 0 0,-1 1 0 0,-1-3 0 16,0 1 0-16,0-3-81 0,0-1-53 16,0 0-55-16,0-5-71 0,-1 3-75 0,1-4-114 15,0-1-114-15,-2-3-176 0,2-4-64 16,0 0 79-16,0 0-607 0,0 0-788 15</inkml:trace>
  <inkml:trace contextRef="#ctx0" brushRef="#br0" timeOffset="3884.11">18003 3275 3832 0,'0'0'150'0,"0"0"42"0,0 0 28 0,0-11 33 0,0 11 37 0,0 0 13 0,0 0-7 0,0 0-23 0,1-6-33 0,-1 6-26 16,0 0-21-16,0 0-18 0,14-6-16 0,-5 4-16 16,3 0-16-16,0 0-26 15,-3-3-22-15,2 3-19 0,1-3-19 0,-3 0-13 16,2-5-11-16,-1 1-9 0,0-3-8 16,-5-1-7-16,-1 1-2 0,0 1 2 0,-4 0-2 15,0 2-6-15,-4-1-2 0,-2 2-1 16,-3 1 6-16,-3 3-5 0,-3 4-4 0,-2 0 7 15,-4 7 6-15,-9 7 9 0,1 5 11 16,2-1 11-16,1 3 5 0,4 4-5 16,2 0 5-16,3-1 5 0,5-3-4 0,9-1 0 15,-4-3-4-15,7 1 3 0,4-1 1 16,2 0-1-16,7 0 1 0,-2-1-5 0,13 0-5 16,1-2-13-16,-1-3-35 15,0-5-51-15,-2-3-50 0,1 1-48 0,-2-2-61 0,-2-4-71 16,4-2-95-16,-4-4-110 15,1-1-142-15,0 1-110 0,-3-1 71 0,-2 1-538 16,1 0-696-16</inkml:trace>
  <inkml:trace contextRef="#ctx0" brushRef="#br0" timeOffset="4415.8">18487 3289 3549 0,'0'0'112'0,"0"0"43"0,0 0 22 15,0 0 35-15,0 0 25 0,3-4 28 0,-3 4 36 16,0 0 7-16,0 0-8 0,0 0-18 0,25 0-19 16,-25 0-35-16,22 2-23 0,-10-2-15 0,1-2-23 15,5 2-14-15,-1-3-17 0,-4-1-12 16,1 1-12-16,1-2-17 0,-2-1-17 15,1 1-10-15,-5-4-8 0,1 3-21 0,-2-3-9 16,-7-1-11-16,3-1-9 0,-4 2 1 16,0-2-4-16,-4-1-4 0,-3 1-2 15,-1-1-3-15,-5 4-2 0,-3 3-7 16,0 1 1-16,-8 4 1 0,1 4-6 0,-2 3 9 16,0 5-3-16,-4 5-2 0,2 1 6 15,6 3-5-15,1 0 4 0,6 3 1 16,4-3-1-16,2-2-4 0,4-4 4 0,4 2 2 15,4-2-5-15,4-1-16 0,2 0-60 16,3-2-55-16,11 2-62 0,1-4-82 0,8-3-90 16,-5-4-99-16,-3 0-121 0,2-3-166 15,0 0 13-15,0-5 79 0,-9 4-491 0,3-3-625 16</inkml:trace>
  <inkml:trace contextRef="#ctx0" brushRef="#br0" timeOffset="4867.31">18924 3559 3164 0,'0'0'181'0,"0"0"40"0,-25-8 15 0,25 8 9 15,-11-9 2-15,10 2-20 0,1 7-22 16,0-15-19-16,1 3-25 0,7-4-18 0,4-11-31 16,3-6-38-16,4-8-32 0,6-8-26 15,0-4-17-15,4 3-15 0,-4-1-6 16,0 9-3-16,-3 3 5 0,-8 10 5 0,-2 8 0 15,0 4 0-15,-7 3 4 0,2 4-5 16,-4 1 1-16,-1-1-2 0,2 5-3 0,-4 5 1 16,-2-7 3-16,2 7 2 15,0 0 1-15,0 0-1 0,0 0 3 0,-18 14-3 16,15-7 0-16,1 1 2 0,4 2 2 16,0 3 9-16,8 2 5 0,3 9 8 0,8 0 1 0,-1 0 9 15,3 1 7-15,2 1 9 16,8 4 9-16,-8-5 18 0,-4-1 15 0,-1 0 16 15,0 0 15-15,-8-5 30 0,0-5 33 16,-4 0 38-16,-3-1 20 0,-3-1 17 16,2 1 9-16,-4-4-1 0,-4 4-8 0,2-2-23 15,-7-1-20-15,-1 2-22 0,-1-1-16 16,-4-2-164-16,-2 0-4 0,-1-5 0 0,1 2 0 16,0-3 0-16,-2-2 0 15,4-2 0-15,-2 0 0 0,-2-9 0 0,1 2-364 16,7-7-151-16,4-3-172 0,3-1-222 15,6 2 78-15,1 1 83 0,8-4-659 0,13 2-859 16</inkml:trace>
  <inkml:trace contextRef="#ctx0" brushRef="#br0" timeOffset="5215.85">20041 3089 4210 0,'0'-11'199'0,"0"2"48"0,0 0 53 0,0 9 21 0,0-10 13 15,0 10-15-15,0 0-30 0,0 0-28 16,0 0-2-16,0 0 15 0,0 0-5 16,8 32-18-16,-5-7-20 0,-2 0-18 0,-1 5-21 15,2 8-170-15,-2-1-22 0,0 1 0 16,0-7 0-16,0-6 0 0,2 1 0 0,-2-5 0 16,0-3 0-16,0-1 0 0,0-3 0 15,0-2 0-15,4-3 0 0,-4 2 0 0,2-5 0 16,1 0 0-16,-3-6 0 0,11 6 0 15,-11-6 0-15,25-6 0 0,-7-2 0 0,9-7 0 16,1-3 0-16,-2-7 0 0,3 1 0 16,1-10 0-16,6-4 0 0,-11 2 0 15,2 2 0-15,-6 8 0 0,-1 1 0 16,-5 8 0-16,-6 5 0 0,-3 0 0 0,2 7 0 16,-3-3 0-16,3 1-174 0,-2 4-512 15,0-3-175-15,1 4-54 0,0-1 93 16,-7 3-788-16,0 0-1049 0</inkml:trace>
  <inkml:trace contextRef="#ctx0" brushRef="#br0" timeOffset="5565.72">20608 3328 4673 0,'0'0'-1'0,"0"0"35"16,0 0 29-16,0 0 49 0,0 0 45 15,0 0 27-15,0 0 12 0,0 0-4 0,0 0-9 16,0 0-6-16,0 22-5 0,0-22-2 16,3 10-24-16,3 0-9 0,0-4-11 0,2 2-16 15,-1 1-13-15,6-1-8 0,1 0-9 16,-1-4-32-16,1 3-24 0,-1-2-17 16,-2 0 7-16,1-5 5 0,-12 0-3 0,18 0-20 15,-18 0-1-15,14-8 3 0,-8-1-3 16,-3-3 4-16,-1-2-10 0,-2-6 6 15,-2-2 0-15,1-4-1 0,-3-8-1 16,-2 8-3-16,1 4-10 0,-2 2-14 0,2 1-26 0,-3 1-30 16,1 5-38-16,0 2-50 0,-4 1-63 15,6 3-79-15,-4 0-92 0,-2 2-102 16,8 0-168-16,-5 1-27 16,8 4 68-16,0 0-425 0,0 0-539 0</inkml:trace>
  <inkml:trace contextRef="#ctx0" brushRef="#br0" timeOffset="5799.11">21065 3087 3295 0,'2'-8'222'0,"-2"8"44"16,2-8 32-16,-2 8 25 0,0-7 15 16,0 7-21-16,0 0-34 0,0 0-27 0,0 0-15 15,0 0-17-15,0 0-17 0,2 36-21 16,-2-16-19-16,0 4-13 0,-2 3-52 15,-2-4-49-15,-1 10-73 0,3-6-74 16,0-4-77-16,-3-5-92 0,5 0-76 0,0-5-69 16,0-1-86-16,-2-1-89 0,2-3-106 15,-2-3 46-15,2-5-455 0,0 0-568 0</inkml:trace>
  <inkml:trace contextRef="#ctx0" brushRef="#br0" timeOffset="5948.85">21183 2894 2880 0,'0'-21'44'16,"-2"7"52"-16,1 2 31 0,1 3 7 16,-2 1-7-16,2 8-28 0,-2-10-9 0,2 10-29 15,-7-5-49-15,7 5-75 0,0 0-100 16,0 0-153-16,-14 19-251 0,6-9 52 16,5 2 58-16,-4 3-84 0,2-2-43 0</inkml:trace>
  <inkml:trace contextRef="#ctx0" brushRef="#br0" timeOffset="6199.82">21505 2594 1978 0,'-2'-27'305'0,"0"6"38"0,0 5 31 16,2 3 12-16,-2 2-3 0,2 3-43 15,-1 1-38-15,1 7-18 0,0 0-5 0,0 0-20 16,0 0-28-16,-8 36-17 0,5 2-17 15,-3 6-24-15,-2 13-9 0,-2 5-16 0,-3 3-12 16,1 4-5-16,0-1-18 0,-2 1-26 16,-1-4-35-16,-3-2-71 0,4-2-57 15,-4-1-73-15,3-6-85 0,-1-3-122 0,5-4-125 16,-1-11-179-16,5-4-80 16,1-8 72-16,5-6-521 0,2-5-654 0</inkml:trace>
  <inkml:trace contextRef="#ctx0" brushRef="#br0" timeOffset="6583.07">21686 3184 3484 0,'0'0'186'0,"0"-11"29"16,0 11 14-16,0 0 22 0,0 0 42 0,0 0 30 16,0 0-3-16,0 0-27 15,0 0-25-15,16 29-24 0,-15-14-26 0,3 2-20 0,0-1-20 16,-4 4-16-16,0-3-11 15,-2 2-14-15,-2-2-12 0,2 1-14 0,-3-2-7 16,-2-2-13-16,-2-1-10 0,2 1-10 16,-2-2-25-16,-2-2-28 0,-2 0-36 0,2-2-37 15,1-4-2-15,3-1-4 0,7-3 0 16,-13-3 2-16,13 3 3 0,-10-18 9 16,8 4 2-16,4-3 3 0,1-5 7 0,8 1 12 15,-4 1-2-15,0 2-2 0,5 1 8 16,-2 4-5-16,-5 6 10 0,6 0-2 0,-1 5 6 15,-10 2-7-15,21 2 11 0,-11 3 5 16,1 2-1-16,1 1 7 0,-3 3-5 0,2-1 0 16,1 4 3-16,-2-2 4 15,1 3-5-15,-6-1-6 0,5-4-21 0,-2 3-25 16,-3 0-53-16,1-3-71 0,0-2-86 16,2 4-124-16,-3-6-135 0,4 0-176 15,0-3-49-15,-2 0 70 0,-7-3-504 0,21-3-642 16</inkml:trace>
  <inkml:trace contextRef="#ctx0" brushRef="#br0" timeOffset="6865.4">22634 2321 3526 0,'-2'-27'116'16,"-3"3"50"-16,3 7 44 0,2 3 24 15,-1 5 11-15,-1 1-11 0,2 8 3 16,0 0 45-16,0 0 8 0,-33 43 1 0,10 5 3 15,-1 12 2-15,-8 26 7 0,-3 6-16 16,2 3-27-16,-1 0-26 0,0 6-21 0,4-2-28 16,-1-7-19-16,4-7-49 0,6-18-112 15,5-4-5-15,-2-7 0 0,3-5-53 0,6-13-117 16,-1-4-20-16,2-6-31 0,7-8-33 16,-3-4-39-16,2-5-48 0,4-3-54 15,0-4-58-15,-2-4-79 0,0 0-123 0,0 0-63 16,25-16 68-16,-14 1-461 15,4-13-580-15</inkml:trace>
  <inkml:trace contextRef="#ctx0" brushRef="#br0" timeOffset="7031.65">22127 3210 3147 0,'-24'0'147'16,"12"0"59"-16,-1 2 35 0,13-2 24 0,-14 0 31 16,14 0 11-16,0 0-1 0,0 0-5 15,0 0-22-15,0 0-30 0,0 0-23 16,0 0-43-16,27 9-77 0,-9-9-91 0,9 2-94 15,13 0-108-15,4 2-149 0,-3-6-175 16,6 0-226-16,3 0 42 0,-5 2 69 0,1 2-430 16,12 3-527-16</inkml:trace>
  <inkml:trace contextRef="#ctx0" brushRef="#br0" timeOffset="7681.42">22765 3387 3100 0,'-11'0'197'0,"11"0"33"0,-12 1 16 16,12-1 13-16,0 0 4 0,0 0-11 15,0 0-25-15,0 0-20 0,0 0-18 0,0 0-24 16,0 0-19-16,0 0-23 0,28-14-23 0,-14 11-26 16,-1-4-17-16,0 2-14 0,3-2-11 15,-5 0-3-15,-1-3-4 0,1-1-4 16,-2 3-1-16,-2 1 0 0,-3-3-5 15,-2 5-5-15,-2 5 3 0,0 0-6 16,-13-11 2-16,13 11-4 0,-22 4 1 0,3-2 4 16,-12 11 0-16,3 1 2 0,-5 3 8 15,3 0 6-15,-10 7-3 0,12-3 1 16,5 0-6-16,-1-1-1 0,11-3-4 0,8 1 2 16,0-5 3-16,5-1-8 0,7-3 3 15,0 0 0-15,4 0-3 0,9-2 2 0,6-2-3 16,3-3 1-16,11-4-5 0,1-3-9 15,7-2 3-15,10-3 3 0,-1-3-2 16,-2-3-1-16,2-5 1 0,0-3 2 0,0-2-2 16,2-7 1-16,10-14-3 0,-4-3 2 15,-2-3-2-15,-16 11 0 0,0 1 2 16,-13 7-3-16,-7 9 5 0,-7 3 1 0,-8 6-3 16,-7 4-6-16,-5 4 6 0,-1 4-3 15,1 4 3-15,0 0-1 0,-36 7 3 16,14 2-3-16,-5 6 7 0,4 4 7 0,3 3 10 15,2 0 8-15,7 0 4 0,3-1 9 0,1 8 9 16,1-4 35-16,2 0 21 16,4 1 36-16,0 0 36 0,2-1 36 0,-2 1 29 15,0 1 35-15,0-1 34 0,0-2-275 16,-2-1-40-16,1-1 0 0,-3-1 0 0,-2-1 0 16,-4-1 0-16,1-3 0 0,-2 0 0 15,-7-2 0-15,5 0 0 0,-4-4 0 0,-3 0 0 16,4-3 0-16,-4-1 0 0,6-3 0 15,-6-2 0-15,1-2 0 0,0-1 0 16,0-1 0-16,1-2 0 0,-4-2 0 0,3 2 0 16,0-3 0-16,0 3 0 0,1 1 0 15,2 0 0-15,-4 1-27 0,2 1-1038 16,-1 4 103-16,-3-1-1125 0,6 5-1499 16</inkml:trace>
  <inkml:trace contextRef="#ctx0" brushRef="#br0" timeOffset="10731.88">13806 4206 2450 0,'8'-14'384'0,"-3"0"-51"0,-1 0-29 0,3 3-16 0,-4 1 3 0,3 2 3 0,-3-2 13 0,-1 3 12 15,0 1 12-15,-2 6 9 0,4-7-10 16,-4 7-32-16,2-7-15 0,-2 7-18 0,0 0 29 15,0 0 17-15,-4 26-6 0,-2 6-28 16,-3 4-90-16,4 5-187 0,-7 14 0 0,1 2 0 16,-3 1 0-16,4 0 0 15,-2-1 0-15,-2-4 0 0,1-3 0 0,-1-4 0 16,3-10 0-16,-1-3 0 0,1-6 0 16,1-5 0-16,3-6 0 0,2-3 0 0,2-3 0 15,-1-4 0-15,0 0 0 0,4-6 0 16,-3 2 0-16,3-2 0 0,0 0 0 0,-10-14 0 15,9 2 0-15,-2-3 0 0,-3-2 0 16,1-3 0-16,-5-9 0 0,-3 0-74 16,0 1-106-16,-5 2 21 0,2 6 14 0,0 1 19 15,5 6 8-15,-5 1 12 0,7 0 10 16,1 5 15-16,1-3 7 0,2 5 7 16,2-2 7-16,3 2 5 0,0 5 6 15,12-12 6-15,6 4-1 0,16-4-4 0,18-2-22 16,7-3-5-16,11 2 2 0,5-3 0 15,26-2 6-15,-4-4 9 0,-4 0 5 0,0-2 9 16,-27 3 5-16,-1-1 2 0,-12-3 8 16,-5-2 22-16,-9 0 27 0,-12 4 23 0,-6 0 28 15,-5 1 19-15,-5 6 24 0,-4 0 19 16,-5 5 2-16,0 1 6 0,-2 2-9 0,-4 1-3 16,3 1-13-16,-7 2-7 15,3 4-2-15,5 2 8 0,-25 4-1 0,5 6 5 0,-8 11 14 16,-8 10 9-16,-2 3 1 0,2 3-99 15,2 5-44-15,-2 0 0 0,2 0 0 16,7 1 0-16,5-2 0 0,-1-3 0 16,8-8 0-16,0-2 0 0,3-6 0 0,2-5 0 15,5-3 0-15,-1-3 0 0,3-3 0 16,-1-2 0-16,4-1 0 0,0-5 0 16,0 0 0-16,0 0 0 0,0 0 0 0,0 0 0 15,31-15 0-15,-19 8 0 0,1-1 0 16,-1 1 0-16,1 4 0 0,-1-1 0 15,-1 2 0-15,-11 2 0 0,24 4 0 0,-13 1 0 16,2 3 0-16,0 4 0 0,-2 4 0 16,3-1 0-16,-3 2 0 0,1 3 0 15,-2-3 0-15,-3 0 0 0,0-3 0 0,0 3 0 16,-2-5 0-16,-1-2 0 0,2-2 0 16,-3-2 0-16,1 1 0 0,0-6 0 0,-4-1 0 15,0 0 0-15,0 0-66 0,19-14-627 16,-10-2-124-16,7-11-76 0,-1 0 77 0,2-2-853 15,5 2-1104-15</inkml:trace>
  <inkml:trace contextRef="#ctx0" brushRef="#br0" timeOffset="11147.19">14786 4350 4914 0,'0'0'59'0,"0"5"36"0,0-5 39 0,0 0 63 0,0 0 60 0,3 9 4 0,-3-9 12 15,8 7 2-15,-4-3-9 0,4 0-13 0,-8-4-14 16,16 7-21-16,-4-5-22 0,-1-1-17 16,-11-1-17-16,22 2-14 0,-22-2-83 0,21-3-65 15,-10 1 0-15,-2-1 0 0,2-3 0 16,-2 0 0-16,-4 2 0 0,3-4 0 16,-5-1 0-16,-1 1 0 0,-2 0 0 0,0 8 0 15,-5-11 0-15,-3 5 0 0,-3 2 0 16,-5 4 0-16,-9 4 0 0,-9 7 0 0,0 3 0 15,0 4 0-15,3 3 0 16,-3 4 0-16,9 1 0 0,4 2 0 0,6-1 0 16,1-2 0-16,11-1 0 0,-1-5 0 15,6-2 0-15,3 1 0 0,2-1 0 0,4 1 0 16,4-5 0-16,2-1 0 0,1-2 0 16,2-2 0-16,1-2 0 0,-1-1 0 15,-2-3 0-15,2-2 0 0,-2 0 0 0,-2 0 0 16,-1-2 0-16,0 2 0 0,-4-2 0 0,0 2 0 15,-11 0 0-15,14 0 0 0,-14 0 0 16,14 0-529-16,-14 0-431 0,0 0 47 16,10 4 99-16,-10-4-878 0,0 0-1127 0</inkml:trace>
  <inkml:trace contextRef="#ctx0" brushRef="#br0" timeOffset="12733.58">16112 4377 4953 0,'-3'-6'32'0,"-6"0"34"0,9 6 21 0,-11-6 31 0,11 6 34 0,-15 1 30 16,2 4 21-16,-7 5-15 0,-6 10 1 0,1 2-17 15,-1 3-7-15,2 3-12 0,5 1-4 16,6 0-9-16,6-4-13 0,1-6-14 16,6 1-10-16,2-3-9 0,4 4-12 0,1-3-9 15,4-2-5-15,-1-1-7 0,1-3-10 16,1-1-13-16,1-5-45 0,0 1-53 16,3-4-72-16,-3-1-68 0,3 0-71 0,3-6-92 15,3-1-91-15,9-6-85 0,1-5-91 16,2-2-95-16,10-5 45 0,-6-3-578 0,-7 3-718 15</inkml:trace>
  <inkml:trace contextRef="#ctx0" brushRef="#br0" timeOffset="13013.84">16440 4437 3454 0,'0'-5'27'0,"0"5"72"0,0 0 34 15,-14-7 45-15,14 7 26 16,0 0 17-16,0 0 30 0,-26 14-26 0,16-4-3 16,-1 2-6-16,1 2-8 0,3 2-17 0,-1 0-16 15,3 2-17-15,0-2-2 0,3-2-11 16,2-2-24-16,4 3 1 0,3-1-21 15,0-5-5-15,0 2-6 0,5-2-6 0,-1-4-5 16,0-2 2-16,3-1-20 0,-3-1-3 16,-11-1-8-16,27-6-4 0,-11 1 2 0,-5-4 18 15,0 0-8-15,-3-5-9 0,0-1-1 16,-3-2-10-16,-1-6-1 0,-4 5-10 16,0-3-2-16,-4-1-5 0,1 1-13 0,-3 4-20 15,-2 0-35-15,0 5-37 0,-5 2-41 16,0 5-47-16,0 5-51 0,-3 1-72 0,-1 3-94 15,-4 2-97-15,3 2-160 0,4 3-109 16,3-1 59-16,2-3-573 0,7 0-729 16</inkml:trace>
  <inkml:trace contextRef="#ctx0" brushRef="#br0" timeOffset="13597.56">16731 4388 3376 0,'6'-11'145'16,"-4"2"63"-16,-2 5 37 0,0 4 33 15,1-10 14-15,-1 10-1 0,0 0-27 0,0-9-26 16,0 9-20-16,0 0-1 0,0 0 12 16,0 0-10-16,0 30-18 0,-1-10-19 0,1 3-20 15,-4 2-11-15,2 3-20 16,2-2-11-16,-2 2-11 0,0-3-12 0,2-4-10 16,0 0-9-16,-1-4-7 0,2-1-7 0,-2-5-4 15,2-1-3-15,-1 1-9 0,0-4 0 16,0-7-3-16,0 7-3 0,0-7-5 15,0 0-4-15,0 0-4 0,0 0-7 16,25-29-5-16,-14 10 0 0,3-8-1 0,5 3-5 16,-3 2-3-16,-2 4 0 0,0 4 2 15,-3 2-7-15,1 2 3 0,-1 3-5 0,0 0-1 16,-2 3 0-16,-2 3 0 16,-7 1 0-16,0 0-8 0,25 6 4 0,-18 2 8 0,1 0-4 15,-3-1-7-15,-1 3 12 0,1 2-9 16,-2 1 2-16,-3-4 6 0,0 4-2 15,0 0 0-15,-1-3 2 0,-1 0 0 16,0-1-4-16,2-1 0 0,0-8 0 0,-3 10 0 16,3-10 0-16,0 0 0 0,0 0 0 15,0 0 0-15,0 0 0 0,23-22 0 0,-3-1 0 16,-4 0 0-16,5 0 0 16,3 0 0-16,-6 5 0 0,0 2 0 0,-6 2 0 15,2 6 0-15,-1-2 0 0,-2 6 0 0,-2-1 0 16,0 5 0-16,-9 0 0 0,16 7 0 15,-11 0 0-15,1 3 0 0,-3 0 0 0,1 5 0 16,1 1 0-16,-3 1 0 16,-1 2 0-16,1 1 0 0,-2-3 0 0,2 3 0 15,-2-1 0-15,0-2 0 0,-2 0 0 16,0-3 0-16,2-2-110 0,2 1-233 0,-2-4-102 16,2 0-117-16,0-5-156 0,0 2-108 15,-2-6 60-15,7 1-738 0,-7-1-949 0</inkml:trace>
  <inkml:trace contextRef="#ctx0" brushRef="#br0" timeOffset="13880.77">17517 4062 4462 0,'-15'-16'86'0,"5"4"25"0,4 3 26 0,1 5 3 16,-1-1-9-16,2 2-12 0,4 3-9 0,0 0 21 15,-8 15 25-15,6 5 32 0,2 7 35 16,-2 15-17-16,2 14 0 0,-2 7-11 0,2 8-24 16,-1 3-13-16,-7 1-15 0,5 4-13 15,-8 17-13-15,4-22-13 0,0 3-7 16,-5-4-13-16,0-5-25 0,1-5-43 16,-4-7-58-16,4-6-58 0,1-14-48 0,6-10-52 15,-2-5-39-15,2-8-65 0,4-5-41 0,0-2-35 16,0-6-34-16,0 0-23 15,0 0-26-15,10-24-30 0,-4 5-41 0,2-15-34 16,1-2-457-16,-2-5-499 0</inkml:trace>
  <inkml:trace contextRef="#ctx0" brushRef="#br0" timeOffset="14113.53">17467 4572 2723 0,'1'-27'-34'16,"4"7"56"-16,1 2 40 0,-4 7 39 16,-1-2 29-16,5 1 15 0,-2 4 7 15,-1 1 7-15,6 0-7 0,0 4 3 0,-9 3 3 0,16-3-2 16,-16 3 3-16,22 10-6 0,-13-2-4 15,1 2-2-15,-1 6-7 0,1-4 3 16,-6 5 15-16,2 1 20 0,-4 1 20 16,-6-2 4-16,-3 3-2 0,0-1-10 15,-8 7-14-15,5-7-17 0,3-6-17 0,-2-1-15 16,-1-3-13-16,2-1-20 0,1-2-69 16,-1-5-71-16,8-1-79 0,-16 0-85 0,5-5-111 15,4-2-110-15,0-3-138 0,2-4-167 16,1-3 44-16,2-2 84 0,2 1-479 0,0 1-559 15</inkml:trace>
  <inkml:trace contextRef="#ctx0" brushRef="#br0" timeOffset="14647.4">17599 4609 3111 0,'0'0'89'0,"-6"4"32"0,6-4 18 15,0 0 15-15,0 0 20 0,0 0 16 0,0 0-3 16,0 0-15-16,0 0-17 0,0 0-12 16,34-13-14-16,-21 6-12 0,3-2-14 0,1-3-10 15,-2-1-12-15,0 1-5 0,8-5-8 16,-8 3-1-16,-3 2-2 0,-1 3-5 0,-1-1 7 16,0 3 7-16,-5 0 2 15,2 2-2-15,-3 0-12 0,-4 5-7 0,7-7-3 16,-7 7-5-16,0 0-1 0,0 0-7 15,0 0-3-15,2 21 0 0,-4-11-4 16,2 4 0-16,0 1-8 0,2 3 4 0,-1-1-4 16,1 1-4-16,0-3-2 0,4-1 12 15,-1-1 14-15,1-3-11 0,-2 1 10 0,4-5 3 16,-1 0-3-16,2 0-2 0,5-4-2 16,-1-2-4-16,5-4 5 0,-4 0-23 0,10-5 4 15,2-7-5-15,3 0-6 0,-2-3-1 16,0-2-1-16,-3-4 6 0,-1 1-2 0,0 1-2 15,-7 2 30-15,-4 6 31 16,-1 3 8-16,-2 2 10 0,-4 1-2 0,1 4-4 16,-2 0-17-16,-3 1-9 0,-1 4-10 15,0 0 2-15,0 0-2 0,0 0-7 0,0 0-9 16,-9 26-8-16,6-11 5 0,-1 2-22 16,-3 2-18-16,4 2-1 0,1-3-24 15,-2 0-2-15,4-3-15 0,0-1-13 0,0 1-20 16,0-2-29-16,4 1-35 0,-1-2-45 15,-1-2-41-15,5-3-66 0,-2 1-76 0,-1-3-90 16,3-1-135-16,-7-4-107 0,11 1 47 16,-11-1-544-16,20-3-671 0</inkml:trace>
  <inkml:trace contextRef="#ctx0" brushRef="#br0" timeOffset="14929.37">18681 3925 3611 0,'-13'-13'122'0,"5"0"32"0,3 5 34 0,0 2 13 0,1 1-13 16,4 5-13-16,0 0-17 0,0 0 19 15,-22 11 21-15,14 2 19 0,-7 14 17 0,1 6 17 16,-2 12 5-16,-2 6 8 0,3 2 12 16,-2 2-16-16,2 2-21 0,1 0-25 0,1-1-21 15,-1-1-20-15,3 0-16 0,0-4-16 16,5-8-15-16,-2-3-108 0,5-6-18 15,-3-8 0-15,4-2 0 0,0-9 0 16,1 2-139-16,2-7-91 0,1 0-51 0,0-4-64 16,2-3-75-16,-4-3-74 0,11 0-97 15,-11 0-165-15,17-14 32 0,-2 3 68 16,5-12-553-16,1 4-673 0</inkml:trace>
  <inkml:trace contextRef="#ctx0" brushRef="#br0" timeOffset="15213.95">18476 4406 3360 0,'-24'-3'8'0,"5"0"28"16,2 1 34-16,-2 0 51 0,1-1 45 0,2-1 36 15,0 3 15-15,5-1 4 0,11 2-7 16,-18-2-10-16,18 2-19 0,-12-3-19 16,12 3-9-16,0 0-4 0,0 0-2 15,0 0-32-15,0 0-10 0,34-10-15 0,-11 6-8 16,-2-3-39-16,5 2-58 0,13-2-71 0,0 1-90 16,1-2-97-16,-3 4-109 0,-1-3-148 15,-7 3-164-15,-4 2 54 0,-5-2-494 16,-1 4-598-16</inkml:trace>
  <inkml:trace contextRef="#ctx0" brushRef="#br0" timeOffset="15630.83">18904 4365 3500 0,'0'0'223'0,"0"0"9"0,0 0 9 0,0 0 4 0,0 0 6 16,0 0 9-16,0 0 5 15,0 0-3-15,0 0-12 0,0 0-22 0,-14 21-21 16,16-9-17-16,-2 3-20 0,-2 3-14 16,0 0-16-16,-3 3-9 0,-1 0-16 15,-3-3-9-15,1 3-12 0,-9 4-11 0,-2-4-8 16,2-4 1-16,1-1-15 0,4-4-5 16,-2-3-4-16,4-3-11 0,-2-4-20 0,3-2-21 15,9 0-47-15,-15-7-14 0,7-1-24 16,3-6 0-16,3-2 10 0,-2-1 9 0,4-6-1 15,2-2 7-15,2 3 4 0,-3 3 8 16,1 2 4-16,2 7 3 0,2-4 5 16,2 5 5-16,-3 3 13 0,5 4-11 15,-10 2 3-15,17 5 21 0,-6-2-11 0,3 3 4 16,-1 4 5-16,5 0 1 0,-4 2 5 16,2 2-3-16,1-3-1 0,-2 3-2 0,0-2-1 15,-3-2 0-15,5 1-43 0,-3-3-62 16,-1-2-81-16,-1 0-86 0,-1-2-106 15,2-3-134-15,-1 1-212 0,1-4 45 0,0 1 74 16,0-3-476-16,1 0-559 0</inkml:trace>
  <inkml:trace contextRef="#ctx0" brushRef="#br0" timeOffset="16147.31">19468 3906 3255 0,'-6'-22'203'16,"2"2"48"-16,1 7 44 0,1 3 43 15,-2-1 23-15,2 4-6 0,1 1-25 16,1 6-8-16,0 0 16 0,0 0-3 0,-9 22-12 16,6-1-16-16,-5 19-8 0,1 15-16 15,-5 7-23-15,-1 4-27 0,-5-1-130 0,4 1-103 16,-2 0 0-16,3-4 0 16,-3-1 0-16,5-6 0 0,0-7 0 0,3-12 0 0,0-4 0 15,5-7 0-15,-1-5 0 0,0-4 0 16,2-6 0-16,2-1 0 0,-1-1 0 15,1-4 0-15,0-4 0 0,0 0 0 16,0 0 0-16,0 0 0 0,0 0-61 0,0 0-132 16,3-31 1-16,-5 15 4 0,1-2 16 15,-1 3 15-15,-7-1 15 0,4 1 16 0,-3 2 14 16,-1 1 15-16,1 2 23 0,-1-1 30 16,3 4 27-16,1 1 31 0,-4 1 22 0,5-1 8 15,3 3 11-15,1 3 4 0,-8-9 13 16,8 9 14-16,0 0 8 0,9-10 5 15,4 5-12-15,-1 0-2 0,12-5-11 0,4 1-7 16,6-1-5-16,-1-1-9 0,-6 6-5 16,-6 0-4-16,-3 2-2 0,2 1 4 15,-6 2 11-15,0 2 16 0,-1 3 14 16,1 2 12-16,-3 3-7 0,-2 3-92 0,2 1 0 16,-6 7 0-16,1-2 0 0,-5 3 0 15,1-3 0-15,0 1 0 0,2 1 0 0,-4 0 0 16,-2-4 0-16,4 2 0 0,-4-5 0 15,4-1 0-15,-2-1-219 0,0-4-197 0,0 1-117 16,0-4-116-16,0-5-142 0,5 7 10 16,-5-7 66-16,0 0-675 0,0 0-843 0</inkml:trace>
  <inkml:trace contextRef="#ctx0" brushRef="#br0" timeOffset="16313.88">19708 4325 3864 0,'0'-18'78'0,"0"3"64"0,-4 5 57 0,4-1 43 0,0 4 25 0,0 7 17 0,-2-11-16 0,2 11-19 16,-1-10-32-16,1 10-25 0,0-7-23 0,0 7-95 16,0 0-100-16,0 0-113 0,0 0-146 15,0 0-168-15,0 0-202 0,0 0-42 0,0 0 62 16,-4 30-506-16,8-18-609 16</inkml:trace>
  <inkml:trace contextRef="#ctx0" brushRef="#br0" timeOffset="16880.59">19919 4475 3510 0,'-16'-5'207'0,"-2"1"28"16,5 4 23-16,13 0 33 0,-26 5 37 0,10 2 17 16,-3 2-7-16,2 3-12 0,-1 1-24 15,0 7-28-15,0 3-21 0,7-6-20 0,2 1-27 16,2-3-19-16,6 1-16 0,1-1-15 15,1 1-9-15,4-1-4 0,2-1-13 16,5-2-11-16,0-2-87 0,1-1-32 16,-1-4 0-16,4 0 0 0,4-2 0 0,-8-1 0 15,3-2 0-15,3-3 0 0,-1-1 0 16,-2-3 0-16,3-3 0 0,-4-4 0 0,0 0 0 16,-3-2 0-16,-1-3 0 0,-2-2 0 15,-2 1 0-15,-5 3 0 0,-1 2 0 0,-1 3 0 16,-3 0 0-16,-5 1 0 0,0 3 0 15,-4 0 0-15,-1 4 0 0,-2 1 0 0,-2 3 0 16,2 3 0-16,-6 1 0 0,7 1 0 16,0 2 0-16,-1 0 0 0,5 1 0 15,4-1 0-15,-2 0 0 0,4 3 0 16,5-6 0-16,0-4 0 0,5 11 0 0,7-9 0 16,0 2 0-16,1-4 0 0,6-2 0 15,0 0 0-15,4 0 0 0,1-6 0 16,-1 4 0-16,-1-1 0 0,1-1 0 0,-5 0 0 15,0 2 0-15,-2-2 0 0,-3 4 0 16,-2-1 0-16,-11 3 0 0,17-2 0 0,-17 2 0 16,17 2 0-16,-12 2 0 0,5 1 0 15,-2 1 0-15,-3 2 0 0,3 1 0 0,-4-3 0 16,2 2 0-16,0 1 0 16,-3 1 0-16,1-2 0 0,0-2 0 0,-3 2 0 15,4-3 0-15,-1 0 0 0,-4-5 0 0,3 7 0 16,-3-7 0-16,12 3 0 0,-12-3-194 15,13 1-725-15,-3-2-13 0,-10 1 91 16,25-3-963-16,-14-1-1233 0</inkml:trace>
  <inkml:trace contextRef="#ctx0" brushRef="#br0" timeOffset="17446.15">20335 4565 4649 0,'0'-12'30'0,"0"12"93"0,0 0 46 0,0-11 28 0,0 11 27 0,0 0 24 0,0 0 21 0,0 0 17 0,0 0 5 0,0 0 0 0,0 0-21 0,0 0-10 15,0 0-14-15,4 29-20 0,-4-16-18 16,0-1-19-16,-2 3-174 0,0 2-15 0,0-3 0 16,-1-1 0-16,-1 0 0 0,-1-2 0 15,0 1 0-15,-1-1 0 0,1-3 0 16,-3 0 0-16,0-2 0 0,1-1 0 0,-3-2 0 16,0-3 0-16,10 0 0 0,-16-1 0 15,6-6 0-15,4 0 0 0,2-4 0 0,2 0 0 16,4-5 0-16,7-3-87 0,0-1 38 15,0 1 22-15,5 3 35 0,-1 3 20 16,-2 5 33-16,1-2 5 0,-3 6-66 0,0 1 0 16,3 3 0-16,-12 0 0 0,19 3 0 15,-11-1 0-15,3 4 0 0,-2 0 0 16,4 0 0-16,-4 0 0 0,2-2 0 16,1 1 0-16,-1 1 0 0,3-4 0 0,-1-2 0 0,1 0 0 15,-14 0 0-15,37-6 0 16,-16-1 0-16,7-7 0 0,1-1 0 0,2-6 0 15,4-5 0-15,-5-7 0 0,2-4 0 16,5-3 0-16,-5-3 0 0,4-9 0 0,-6-1 0 16,1 0-196-16,-12 2-3 0,3 1 22 15,-10 13 20-15,-2 4 22 0,-9 14 17 0,-2 5 28 16,-3 5 19-16,-3 8 28 16,7 1 41-16,-27 14 37 0,4 7 50 0,-6 13 32 0,2 3 25 15,9 6 16-15,-2 4-3 0,7 0-2 16,1 3-4-16,9-10-10 0,-3 2-84 15,4-4-55-15,2-1 0 0,0-8 0 16,2-1 0-16,6-6 0 0,-7 3 0 0,5-7 0 16,0-1 0-16,-2-4 0 0,4 2 0 15,-5-6 0-15,5-1 0 0,-2 1-96 0,1-5-289 16,-3 0-110-16,-4-4-145 0,8 5-199 16,-8-5 40-16,0 0 75 0,0 0-709 15,0 0-883-15</inkml:trace>
  <inkml:trace contextRef="#ctx0" brushRef="#br0" timeOffset="18195.82">21511 4305 4057 0,'-17'8'57'0,"4"-2"41"0,-1 3 30 0,3 2 28 0,-1 4 21 0,1-1-12 0,2 6-15 15,0-2-9-15,5 0-15 0,4-1-17 16,0 2-8-16,2-2-14 0,5 1-12 0,-2-4-7 16,1 2-23-16,1-5-38 15,3 0-46-15,0 1-57 0,-3-6-74 0,2 0-84 0,3-1-87 16,-1-3-108-16,1 0-146 16,3-2-22-16,1-2 65 0,1-2-344 0,-2 0-378 15</inkml:trace>
  <inkml:trace contextRef="#ctx0" brushRef="#br0" timeOffset="18495.81">21795 4364 2417 0,'0'0'126'0,"0"0"73"0,0 0 47 0,0 0 26 15,-34 15 23-15,22 1 12 0,1-1-8 16,-2 2-23-16,-1 10-26 0,5-3-30 0,1-3-16 16,6 0-20-16,1-3-26 0,1 1-21 15,1-2-9-15,1 1-27 0,6-5-22 0,-1-1-13 16,2 1-12-16,1-7-13 15,1 0-5-15,3-2-8 0,-1-2-1 0,0-2-7 16,-13 0 1-16,31-6-3 0,-17 2 8 16,-2-3-1-16,2-1 15 0,-3-2 13 15,1-7 11-15,-4 5 3 0,-3-5-7 0,-3-7-3 16,2 2-3-16,-4-2-10 0,0 2-4 16,0 0-6-16,-4 0-15 0,1 3-30 0,-5 3-25 15,-2 4-45-15,1 3-49 0,-2 5-52 16,-5 1-65-16,-1 6-88 0,0 0-88 0,-3 0-134 15,0 8-154-15,1-3 55 16,-1 2-508-16,5 2-631 0</inkml:trace>
  <inkml:trace contextRef="#ctx0" brushRef="#br0" timeOffset="19079.34">22111 4400 3597 0,'0'0'207'0,"0"0"30"15,0 0 13-15,0 0 27 0,0 0 3 0,0 0-8 16,0 0-11-16,-15 25-23 0,11-9-13 16,-1 1-31-16,3 2-18 0,-3 1-9 0,2-1-11 15,-1 0-6-15,-2 1-19 16,3-5-11-16,-1-1-14 0,0-2-9 0,4-1-10 16,-1-2 0-16,-2 0-14 0,1-3-10 15,2-1-6-15,0-5 0 0,0 0-10 0,0 0-2 16,0 0-7-16,0 0-5 0,0 0-10 15,16-25-3-15,-5 7-4 0,4-8-1 0,2 1-3 16,2-1 2-16,-1 5-3 0,-5 3 0 16,0 7-4-16,-5 1 5 0,1 3-4 0,1 1 8 15,-2 5 4-15,-8 1 4 0,15 0 5 16,-8 6 2-16,1 0-3 0,0 3 0 16,-3 3-2-16,3 0-7 0,-5 3-1 15,6-1-2-15,-6 2 5 0,1-1-7 0,0-1-1 16,-4-3-2-16,2 1-11 0,-2-3 0 0,2 1 0 15,-1-2 0-15,-1-2 0 16,0 0 0-16,0-6 0 0,2 7 0 0,-2-7 0 16,0 0 0-16,0 0 0 0,0 0 0 15,20-27-28-15,-7 10-14 0,6-6 3 0,2-5 3 16,3 2 3-16,1 2 5 0,-2 2 2 16,-1 7 2-16,-10 4 1 0,2 1 4 0,-3 5 6 15,-1 1 13-15,-2 4 10 0,-8 0 15 16,15 9 2-16,-12-1 2 0,3 3 6 0,-6 3-4 15,2 1-8-15,-2 5 0 16,-2-4-2-16,0 3-5 0,0-2-3 0,0-1-14 16,1 1-9-16,-1-5-32 0,-2 1-30 15,2-5-44-15,2 2-37 0,-2-3-37 0,2-1-51 16,0-6-67-16,2 6-85 0,-2-6-100 16,0 0-135-16,0 0-141 0,0 0 53 0,0 0-645 15,15-14-815-15</inkml:trace>
  <inkml:trace contextRef="#ctx0" brushRef="#br0" timeOffset="19363.99">22980 3831 3780 0,'-5'-8'42'0,"-1"2"44"0,0 2 25 0,6 4 40 0,0 0 36 0,-17 21 24 16,10 0 11-16,-7 15 1 0,-3 14-6 15,-2 9 18-15,-3 8-8 0,-6 17-21 0,-3 3-16 16,1 5-10-16,-2 2-14 0,-1-4-26 16,1-1-16-16,1-4-16 0,1-5-12 0,5-16-23 15,-2-2-54-15,3-8-45 0,3 0-51 16,0-8-45-16,6-12-40 0,3-5-41 16,1-8-49-16,3-8-29 0,3-4-32 15,0-2-41-15,3-7-44 0,2 0-38 0,0 0-38 16,11-23-88-16,0-4 5 0,4-4-388 15,4-10-423-15</inkml:trace>
  <inkml:trace contextRef="#ctx0" brushRef="#br0" timeOffset="19579.83">22817 4460 2548 0,'9'-2'26'0,"-9"2"60"16,11 2 46-16,-11-2 41 0,14 6 29 0,-14-6 14 15,13 9 4-15,-8-2 6 0,6 0-7 16,-6 3-3-16,2 2-14 0,-1 1-9 0,-2-3-11 15,-2 3-14-15,0 1-8 0,-4 1-8 16,0 1-10-16,-6-1-13 0,1 3-13 16,-4-3-18-16,-1 0-41 0,3-3-53 15,-2-4-56-15,0 0-59 0,0-3-66 16,4-4-82-16,7-1-82 0,-20-5-105 0,17-2-116 16,-3-3-52-16,6-5 55 0,8-16-375 15,3-6-414-15</inkml:trace>
  <inkml:trace contextRef="#ctx0" brushRef="#br0" timeOffset="19796.09">23329 3829 2715 0,'6'-7'119'0,"-6"5"66"0,0 2 47 0,0 0 49 15,0 0 35-15,-6 28 34 0,-2-10-11 16,-5 13 17-16,-1 14-17 0,-2 5-15 16,-2 0-17-16,0 6-34 0,-4 0-20 15,3-1-27-15,1-1-21 0,0-1-22 0,1-5-19 16,2 0-14-16,2-12-21 0,1-4-21 15,2-1-40-15,-1-4-62 0,5-4-64 16,0-6-78-16,3-3-77 0,1-5-101 0,0 1-106 16,2-4-110-16,0 0-125 0,0-6-93 15,7 5 62-15,-7-5-630 0,0 0-772 0</inkml:trace>
  <inkml:trace contextRef="#ctx0" brushRef="#br0" timeOffset="20149">23378 4538 3721 0,'0'0'55'0,"0"0"53"0,0 0 44 16,-1 11 41-16,1-11 27 0,1 6-5 15,-1-6 18-15,10 10 2 0,-2-5 1 16,-1-3-11-16,3 2-22 0,2-2-18 0,-12-2-15 16,22 2-21-16,-10-2-16 0,1-2-14 15,-13 2-15-15,26-6-19 0,-12 4-8 0,-3-5-4 16,0-1-13-16,2 0-2 0,-4-1 5 15,-6 1-2-15,5-1-4 0,-6 2 9 0,-1-1-10 16,-1 8-5-16,-7-10-11 0,7 10-1 16,-20-4 5-16,2 8-14 0,1 0 0 0,-4 3-5 15,-2 4-3-15,-2 6 4 16,2 3-6-16,3 1-7 0,1 2 2 0,2 1-2 16,3-5-1-16,7-2 3 0,-3-5-5 15,6 5 1-15,-2-3 3 0,4-3-34 0,-1 0-38 16,1-3-55-16,4 1-60 0,1-4-94 15,5 0-102-15,2-2-125 0,3-1-159 16,3-2-113-16,-2 0 59 0,9-3-695 0,2-2-854 16</inkml:trace>
  <inkml:trace contextRef="#ctx0" brushRef="#br0" timeOffset="20395.97">23884 4448 4062 0,'0'0'134'0,"-8"-9"52"0,8 9 40 0,0 0 43 15,0 0 51-15,0 0 19 0,0 0 7 16,-2 27-33-16,4-18-29 0,0 3-29 0,2 3-26 16,0-1-23-16,-3 4-19 15,1-2-18-15,-2 1-10 0,2 0-23 0,-2-2-10 16,-2 2-8-16,0-2-15 0,-1 0-79 16,-3-1-24-16,0-3 0 0,-2 2 0 0,1-2 0 15,-4-3 0-15,-3 1 0 0,-1-3 0 16,3 0 0-16,-1-5 0 0,-1-1 0 15,1 2-132-15,2-4-189 0,-1-3-95 0,5 2-95 16,1-6-82-16,3-1-157 0,5-4-15 16,1 1 71-16,7-6-670 0,1 0-817 0</inkml:trace>
  <inkml:trace contextRef="#ctx0" brushRef="#br0" timeOffset="20779.2">23984 4477 3717 0,'0'0'70'0,"2"-9"54"16,-2 9 34-16,0 0 34 15,0 0 28-15,0 0 15 0,-25 21 4 0,16-10-8 16,-2 5-12-16,1 0-7 0,-1 1-27 16,2 1-15-16,-2 1-14 0,6-2-18 15,-3-1-15-15,7 0-10 0,-3-5-9 0,2 2-7 16,0-1-24-16,2-4-27 0,4-1-27 16,0 0-35-16,-4-7-41 0,9 9-33 0,0-6-38 15,3-2-33-15,-12-1-32 0,25-1-21 16,-8-4 8-16,4-2 2 0,-5-2 25 0,6-1 22 15,3-5 36-15,0-2 37 0,-4-2 37 16,-4 3 36-16,-2 2 38 0,-4-1 32 16,0 4 32-16,1 1 21 0,-4 0 16 15,-5 1 7-15,3 5 17 0,-6 4-5 0,6-8-3 16,-6 8 3-16,0 0-6 0,0 0 7 16,0 0-14-16,0 0-9 0,-6 33-9 0,0-18-23 15,1-1-5-15,-4 5-16 0,0-1-33 16,4-1-36-16,-3-2-41 0,3-1-40 15,1-2-43-15,0-2-46 0,2-1-58 0,0-3-57 16,0 1-64-16,2-7-60 0,4 7-71 16,-4-7-81-16,8 2-70 0,-8-2 37 0,0 0-483 15,19-9-545-15</inkml:trace>
  <inkml:trace contextRef="#ctx0" brushRef="#br0" timeOffset="20929.06">24226 4555 2914 0,'2'-19'47'0,"0"7"79"0,-2-1 46 0,-2 4 44 16,2 2 26-16,0 7 7 0,-3-13-3 15,1 8-13-15,2 5-32 0,-6-9-18 0,6 9-31 16,-2-8-59-16,2 8-67 0,0 0-89 16,-1-9-128-16,-1 4-146 0,2 5-186 0,3-7-98 15,1 2 58-15,3-2-390 0,5 0-432 16</inkml:trace>
  <inkml:trace contextRef="#ctx0" brushRef="#br0" timeOffset="21295.96">24852 3779 2601 0,'-10'-17'148'0,"-5"5"64"0,-1 4 29 16,1 8 26-16,0 3 30 0,-6 6 25 15,-3 8 26-15,-7 12-4 0,1 12-17 0,1 3-35 16,2 9-20-16,0 4-23 0,6 3-21 16,-1-2-23-16,2 2-21 0,4 0-20 0,-2 0-17 15,3-5-17-15,2 0-14 0,-3-4-41 16,1-6-40-16,6-6-44 0,-3-6-43 15,1-1-40-15,2-10-35 0,4-2-33 0,-1-5-36 16,5-4-26-16,-3 1-30 0,0-6-19 16,2 1 4-16,-1-5 19 0,3-2 35 15,0 0 36-15,0 0 45 0,0 0 45 16,-14-14 43-16,6 4 36 0,3-2 37 0,-2 0 33 0,-4 2 22 16,6 1 21-16,-3 3 0 15,3-2 1-15,1 4-10 0,4 4-2 0,-6-10 1 16,6 10-1-16,0 0-3 0,0 0-30 15,14-11-42-15,-2 7-51 0,13 0-67 0,11-4-55 16,9 3-32-16,19 1 5 0,8 2-1 16,13-4-28-16,1 2-41 0,22-4-40 15,-1-4-46-15,-8-5-22 0,-25 1-15 0,-7-3 30 16</inkml:trace>
  <inkml:trace contextRef="#ctx0" brushRef="#br0" timeOffset="21464.13">25360 4420 2339 0,'30'-17'8'16,"-8"5"84"-16,-10 4 69 0,-7-1 51 15,-1 2 32-15,-4 2 21 0,0 5 21 0,0 0 21 16,0 0 12-16,-30 0 12 0,6 9 8 15,-4 8-22-15,-12 9-32 0,-4 13-28 16,-2 4-20-16,-9 10-26 0,-2 7-24 0,1-2-17 16,2 2-19-16,13-12-45 0,0-3-56 15,3-2-61-15,3 0-65 0,2-4-65 0,6-3-72 16,5-9-80-16,7-4-91 16,0-8-89-16,3 0-80 0,4-4-118 0,3-5 44 0,3-2-540 15,2-4-634-15</inkml:trace>
  <inkml:trace contextRef="#ctx0" brushRef="#br0" timeOffset="21612.74">24825 4530 3365 0,'4'-19'114'15,"-2"5"23"-15,0 6 23 0,-2 4 32 16,0 4 17-16,0 0-5 0,0 0-21 0,0 0-18 16,0 40-21-16,1-22-27 0,-1 2-60 15,4-1-66-15,-2-2-79 0,2 3-96 0,2-1-93 16,-2-3-118-16,3-3-161 0,1-1-17 15,2-2 54-15,-3-3-313 0,0-1-318 0</inkml:trace>
  <inkml:trace contextRef="#ctx0" brushRef="#br0" timeOffset="22645.78">14344 5310 1272 0,'0'0'329'0,"0"0"-32"0,0 0-9 0,0 0-5 0,0 0 12 0,0 0-14 0,0 0-5 16,0 0-11-16,0 0 17 0,0 0 9 16,0 0 3-16,0 0 7 0,0 0 2 0,0 0-21 15,0 0-24-15,0 0-19 0,0 0-27 16,-6-12-19-16,0 7-10 0,2-2-18 15,4 7-14-15,-17-8-21 0,6 8-9 16,11 0-14-16,-36 8-6 0,3 4-19 0,-3 5-8 16,-6 9 1-16,2 5-3 0,4 0 3 15,4 4-9-15,7-2-2 0,7-2-5 16,7 2-6-16,6-2-4 0,1-4-6 0,8-3-5 16,-1-2 0-16,8 5-7 0,3-1-2 15,5-3-30-15,2-4-34 0,-2-7-48 0,-2-3-50 16,6-1-45-16,2-4-52 0,0-1-67 15,4-3-75-15,-5-3-82 0,10-5-77 0,-1 2-84 16,1-9-120-16,0 1 54 0,-1-3-578 16,3-10-720-16</inkml:trace>
  <inkml:trace contextRef="#ctx0" brushRef="#br0" timeOffset="22862.25">14630 5124 3518 0,'-8'-17'80'16,"3"2"51"-16,-2 5 39 0,3 3 32 0,-1 2 23 15,5 5 16-15,0 0 31 0,0 0 36 16,-20 17-4-16,13 5-8 0,0 12-18 0,-2 5-24 16,-2 12-25-16,9 5-19 0,-1 3-24 15,1 2-16-15,4 0-18 0,-2-6-19 0,2-6-44 16,-2-5-52-16,0-1-63 16,1-3-73-16,-1-3-64 0,4-8-79 0,-4-6-94 0,2-2-89 15,0-4-90-15,0-5-105 16,1-2-112-16,-2-3 61 0,5 0-573 0,-1-5-704 15</inkml:trace>
  <inkml:trace contextRef="#ctx0" brushRef="#br0" timeOffset="23245.54">14812 5542 3618 0,'0'-9'139'0,"0"1"39"16,0 8 21-16,0-6 16 0,0 6 19 15,0 0 25-15,0 0-11 0,0 0 4 0,13 23-20 16,-4-11-18-16,-2 7-16 0,0-1-21 15,-1 3-18-15,1-2-4 0,-6-1-22 0,1-1 6 16,0 1-14-16,-2-3-15 0,-2 3-8 16,0-5-12-16,1 3-5 0,-6-5-4 15,1-1-8-15,-1 2-10 0,2-5-8 16,-6 1-3-16,4-6-8 0,-2 1-25 0,9-3-22 16,0 0-22-16,-31-13-25 0,22 4-9 15,1-9-14-15,0 0 3 0,6-5 0 0,1 2 6 16,2 2 9-16,1 1 3 0,0 1 3 15,4 1 7-15,-3 5 0 0,8 2 11 0,-4 2 11 16,0 5 2-16,4 2 13 0,-11 0 11 16,20 5 5-16,-6 4 6 0,-1-1-3 15,2 4 0-15,-2 2-4 0,3 0 3 16,1 1-3-16,-3-1-3 0,-2 0-14 0,1 0-23 16,-1-5-34-16,-2 3-47 0,3-2-48 15,-7-3-47-15,1-1-62 0,1 0-61 16,-3-2-52-16,-5-4-69 0,11 0-67 0,-11 0-76 15,0 0-23-15,12-6-503 0,-8-4-589 16</inkml:trace>
  <inkml:trace contextRef="#ctx0" brushRef="#br0" timeOffset="23428.89">15094 5596 2961 0,'10'-17'35'0,"-6"2"76"0,0 5 67 0,-1 1 36 0,-1 2 44 16,-2 7 27-16,0 0 24 16,0 0 16-16,0 0 14 0,0 0-10 0,6 35-19 15,-6-17-27-15,2 8-28 0,0-2-25 0,-2 3-25 16,0 0-22-16,1 2-38 0,-1-3-48 15,0-1-69-15,2-1-62 0,-2-5-63 16,3-2-63-16,-1 0-50 0,0-5-67 0,0 0-64 16,-1-3-49-16,1-6-60 0,-2-3-66 15,6 3-83-15,-6-3-25 0,0 0-526 16,13-17-618-16</inkml:trace>
  <inkml:trace contextRef="#ctx0" brushRef="#br0" timeOffset="23562.02">15228 5502 3016 0,'0'-16'-6'0,"-2"3"66"15,1 5 45-15,-2 0 38 0,3 1 16 0,-4 3-9 16,4 4-14-16,-4-8-14 16,4 8-23-16,0 0-55 0,-7-2-67 0,7 2-87 15,0 0-92-15,0 0-122 0,0 0-173 16,-9 13-28-16,9-7 50 0,3 6-162 0,3-2-134 16</inkml:trace>
  <inkml:trace contextRef="#ctx0" brushRef="#br0" timeOffset="23961.93">15403 5687 2241 0,'2'5'304'0,"-2"-5"13"0,0 0 3 0,0 0 12 0,0 0-1 16,0 0 0-16,-8 15-4 0,8-15-14 15,4 11-22-15,0-5-30 0,-2 6-17 0,2-2-29 16,2-1-24-16,-3 3-19 16,1-2-17-16,2-1-15 0,-5 1-7 0,1 2-21 15,0-4-15-15,3 1-4 0,-5-3-15 16,0-6-24-16,2 14-18 0,-2-9-19 0,0-5-19 15,0 0-12-15,-2 10-29 0,2-10-12 16,0 0-12-16,0 0 7 0,0 0 10 0,0 0 2 16,2-32 5-16,3 18 10 0,4 0 8 15,-1 2 13-15,-2 3 12 0,3 0 20 0,-1 4 19 16,-1-1 15-16,3 4 16 0,-10 2 4 16,17 4 8-16,-5 2 13 0,-1 2-1 15,0 2-7-15,5 1-9 0,-1 4-12 16,0-3-3-16,0 2-8 0,3-2-8 0,-1-1 0 15,-2 1-7-15,3-1-5 0,-4-5-8 16,2 1-1-16,1-1-27 0,-2-5-15 16,2 3-29-16,3-4-17 0,-1 0-29 0,-1-2-47 15,7-1-71-15,-2-3-76 0,13-1-49 16,2 1-42-16,9 1-66 0,8-6-108 0,10 3-179 16,-1-1 40-16,5 2 80 0,3 2-471 15,-3 0-552-15</inkml:trace>
  <inkml:trace contextRef="#ctx0" brushRef="#br0" timeOffset="24049.45">16916 5685 2858 0</inkml:trace>
  <inkml:trace contextRef="#ctx0" brushRef="#br0" timeOffset="24295.31">16886 5666 3010 0,'-13'-6'198'0,"-3"2"26"0,3 4 22 0,-1 4 32 0,-1 2 38 0,0 2 19 0,-7 9-2 15,-2 1 5-15,3 3-4 0,5 2-20 0,-4 3-21 16,5 1-24-16,5-8-24 0,5 3-26 15,-1-5-21-15,4-2-21 0,4-1-20 16,4 1-14-16,1-1-14 0,7-2-16 0,-1-3-13 16,3-3-13-16,-2 0-20 0,8-1-15 15,-4-5-36-15,1 1-16 0,5-2 0 0,-1-4 0 16,-3-1 0-16,1 0 0 16,-1-3 0-16,-6-1 0 0,0-2 0 0,-3-4 0 15,-3 3 0-15,-5-8 0 0,-1 4 0 16,-4-3 0-16,1-1 0 0,-9 1 0 0,5 1 0 15,-7 2-36-15,-1 5-109 0,4 2-51 16,-3 8-54-16,0-1-70 0,-1 3-87 0,-2 3-91 16,-1 3-106-16,3 0-177 0,2 0 47 15,-1 2 86-15,7 1-567 0,3-3-678 16</inkml:trace>
  <inkml:trace contextRef="#ctx0" brushRef="#br0" timeOffset="24611.41">17364 5704 3274 0,'0'0'196'16,"0"0"94"-16,0 0 54 0,0 0 41 16,0 0 24-16,4 9 25 0,-4-9 9 0,-6 19 5 15,4-5-41-15,1 1-14 0,-5 3-39 16,4-1-26-16,-2 5-33 0,-2 0-104 0,2-2-191 16,1-2 0-16,-1-1 0 0,0-2 0 15,2-1 0-15,-1-4 0 0,-2 1 0 16,3-3 0-16,0-1 0 0,2-7 0 0,0 0 0 15,0 6 0-15,0-6 0 0,0 0 0 16,0 0 0-16,0-27 0 0,2 15 0 16,3-5 0-16,0-5 0 0,6-12 0 0,3-2 0 15,8-12 0-15,3-2 0 0,4-2 0 16,3 2 0-16,1 3 0 0,-1-1 0 0,0 4 0 16,1 6 0-16,-3 0 0 0,-5 13 0 15,-2 3 0-15,0 3-361 0,-8 7-71 0,1 5-66 16,-3 4-75-16,-6 1-86 0,3 2-136 15,-10 0 66-15,10 12-680 0,-12-1-862 0</inkml:trace>
  <inkml:trace contextRef="#ctx0" brushRef="#br0" timeOffset="24779.89">17328 5796 3825 0,'-7'13'23'16,"0"-4"71"-16,7-2 53 0,0-7 46 15,12 10 24-15,-3-8 7 0,1-1-11 0,-10-1-21 16,26 2-20-16,-12-2-21 0,1 2-20 15,1-2-38-15,-3 0-63 0,-1 1-70 0,-12-1-87 16,24 2-100-16,-14-2-118 0,-10 0-126 16,18 0-163-16,-9-2 18 0,-9 2 68 15,15-1-369-15,-15 1-399 0</inkml:trace>
  <inkml:trace contextRef="#ctx0" brushRef="#br0" timeOffset="25712.11">18515 5436 2956 0,'8'-20'256'0,"-3"5"21"0,2 3 11 0,-4 1 14 0,3 1 26 0,-1 2 34 15,-1-3 6-15,2 5-2 0,-5 0-12 16,-1 6-25-16,9-6-19 0,-9 6-9 0,0 0 1 16,15 22-20-16,-10-1-11 0,3 14-20 15,-2 4-13-15,-4 3-188 0,-2 3-50 0,-2-1 0 16,-2 1 0-16,1-1 0 0,-2 1 0 15,-1-5 0-15,3-3 0 0,-5-2 0 0,5-8 0 16,-3-5 0-16,1-5 0 0,2-1 0 16,-1 1 0-16,2-5 0 0,2-3 0 0,-2 1 0 15,1-4 0-15,1-1 0 0,0-5 0 16,0 0 0-16,0 0 0 0,0 0 0 16,21-15-452-16,-8 3-534 0,4-10 77 15,5 1 90-15,3-1-890 0,0 2-1143 0</inkml:trace>
  <inkml:trace contextRef="#ctx0" brushRef="#br0" timeOffset="26061.93">19005 5641 4998 0,'0'0'50'0,"0"0"62"0,-15-2 52 16,15 2 74-16,-16 10 39 15,11 1 27-15,-3 1 7 0,-4 3 0 0,5 5-7 16,3-6-13-16,-1 7-18 0,-2-4-36 15,5-1-22-15,2-1-109 0,0-3-106 0,5 2 0 16,3-2 0-16,-3-2 0 0,6 1 0 16,3-6 0-16,1 1 0 0,2-2 0 15,5-2 0-15,-2-2 0 0,5-2 0 0,-2-2 0 16,-2-2 0-16,1 2 0 0,-2-3 0 16,-1-3 0-16,0-2 0 0,-4 0 0 0,-2-5 0 15,5-8 0-15,-5-1 0 0,-6-2 0 16,0 2 0-16,-4 5 0 0,-3 1 0 0,-1 3 0 15,-4-2 0-15,-4 2 0 0,-1 5 0 16,-4 4 0-16,0 1 0 0,-6 1 0 16,6 6 0-16,-8 4 0 0,3 5 0 15,-1-1-372-15,-11 6-96 0,6 1-91 0,6-1-101 16,4-1-155-16,3 1 38 0,5-4 90 16,3 1-624-16,2-3-767 0</inkml:trace>
  <inkml:trace contextRef="#ctx0" brushRef="#br0" timeOffset="26607.35">19367 5695 3444 0,'0'0'35'0,"0"0"73"0,0 0 51 16,0 0 38-16,0 0 29 0,-16 22 19 0,14-15 9 16,-1 1-4-16,-1 2-18 15,0 1 11-15,4-1-29 0,0 0-22 0,0 1-14 16,0-3-10-16,0 0-19 0,4 3-7 15,2-4-19-15,0 0-7 0,3-3-15 0,1 0-4 16,2-2-14-16,-12-2-8 0,22 0-8 16,-10-4-8-16,-1 1 1 0,5-4-7 15,-5-1-7-15,3-5-5 0,0-2-2 16,-3-3-2-16,1-7-10 0,-1-4-1 0,1 0-3 16,-8-2-3-16,4 3 3 0,-7 6-11 0,1 5 3 15,-2 4-5-15,0 0-1 0,0 3-8 0,0 2 2 16,0 8 1-16,-3-7 5 15,3 7-6-15,0 0 14 0,-20 15 8 0,16 1 7 16,-3 4 9-16,-3 10 13 0,3 5 8 16,-1 3 22-16,4 5 34 0,-3 10 19 0,2 9-134 15,4 7-3-15,1 1 0 0,1-2 0 16,-1-4 0-16,0-1 0 0,-5-3 0 0,-1-6 0 16,1-11 0-16,-3-2 0 0,0-2 0 15,-1-5 0-15,0-3 0 0,-3-4 0 16,1-8 0-16,-1-3 0 0,0-2 0 0,1-5 0 15,-1-2 0-15,-1 0 0 0,-1-1 0 16,0-6 0-16,-3 0 0 0,-2-4 0 16,-4-2 0-16,-10-7 0 0,3-3 0 0,-3 1 0 15,5-4 0-15,-3-1 0 0,1 1 0 16,7-1 0-16,-1 1 0 0,4 5 0 0,6 2 0 16,3 1 0-16,2 2 0 0,2-3 0 15,-2 4 0-15,6-2 0 0,-3 2-54 0,4 1-761 16,6-3-130-16,2-5 74 0,7 1-1002 15,11-7-1296-15</inkml:trace>
  <inkml:trace contextRef="#ctx0" brushRef="#br0" timeOffset="26995.7">20091 5699 5254 0,'-5'-8'90'0,"5"8"62"0,0 0 37 0,-9-9 42 0,9 9 35 0,0 0 25 0,0 0 7 16,0 0-10-16,0 0-14 0,0 0-26 15,0 0-24-15,14 25-21 0,-8-17-20 0,-4 1-183 16,1-1 0-16,-1 1 0 0,0-2 0 16,2 0 0-16,-4 1 0 0,0-8 0 15,3 14 0-15,-3-14 0 0,0 8 0 0,0-8 0 16,0 7 0-16,0-7 0 0,0 0 0 15,0 0 0-15,0 0 0 0,0 0 0 16,0 0 0-16,0 0 0 0,36-17 0 0,-25 12 0 16,-2 0 0-16,3 1 0 0,1 2 0 15,-3 0 0-15,-1 2 0 0,-9 0 0 0,25 4 0 16,-14 0 0-16,0-2 0 0,0 4 0 16,-2 0 0-16,-2 0 0 0,3 1 0 0,-2-3 0 15,-1 2 0-15,0-2 0 0,2 1 0 16,2-2 0-16,-2-1 0 0,1-2-650 0,-10 0-211 15,27-5-39-15,-10 0 84 16,0-5-872-16,7-7-1124 0</inkml:trace>
  <inkml:trace contextRef="#ctx0" brushRef="#br0" timeOffset="27211.08">20827 5252 4862 0,'5'-4'7'15,"4"4"65"-15,-9 0 60 0,13 18 57 16,-6-1 37-16,0 13 48 0,5 17 37 15,-1 6 12-15,-5 7-7 0,-4 4-21 0,-11 1-37 16,-6-1-25-16,-12 18-20 0,-4 1-27 16,-6-7-18-16,-2-5-48 0,5-17-114 0,-4-2-6 15,2-5 0-15,-9-4-60 16,6-3-126-16,-3-5-77 0,-2-9-103 0,-2 0-98 16,0-6-97-16,-1-3-139 0,5-5-95 15,-4-8 81-15,-4-2-674 0,1-2-842 0</inkml:trace>
  <inkml:trace contextRef="#ctx0" brushRef="#br0" timeOffset="27561.25">18465 5283 3987 0,'-30'6'-71'15,"-15"17"7"-15,-11 11 8 0,-18 27 34 16,3 7 62-16,5 7 53 0,6 2 30 0,11 5 12 15,11 1 1-15,9 3-7 16,16-18-8-16,9 3-14 0,16-4-11 0,11-4-29 16,18 10-42-16,16-7-63 0,4-11-82 15,8-7-104-15,-8-17-141 0,19-1-191 0,-10-9-30 16,3-6 59-16,-2-5-300 0,-5-4-312 16</inkml:trace>
  <inkml:trace contextRef="#ctx0" brushRef="#br0" timeOffset="27861.74">17626 6700 2820 0,'-31'4'382'0,"12"1"-25"0,9 0-30 16,10 1-12-16,0-6-8 0,48 13-17 0,21-4-11 15,44 1-34-15,31-1-28 0,19-6-36 16,18-5-68-16,63-3-86 0,7 2-56 0,-8 3-21 16,1 3 9-16,-2 2-4 0,-8 5-23 15,-58-1-42-15,-8 1-39 0,-16-2-43 0,-17-5-35 16,-22 0-43-16,-39-1-31 16,-23-2 3-16,-11-2 46 0,-15 2 33 0,-7 0 22 15,-13-2 11-15,-5 2-24 0,0 0-60 0,0 0-125 16,0 0-67-16,-30-8-181 0,12 8-139 15</inkml:trace>
  <inkml:trace contextRef="#ctx0" brushRef="#br0" timeOffset="57505.73">23681 16508 1908 0,'-30'-2'169'0,"-1"0"-41"0,5 2-21 0,-14-2-8 0,9 0 22 0,5 2 12 0,4-2 8 0,2 2 5 16,2-2 4-16,4 2-3 16,2-1-10-16,12 1-12 0,-21 0-13 0,21 0-4 15,0 0-17-15,-15 0-2 0,15 0 5 16,0 0 3-16,0 0-3 0,0 0-1 0,72 5 0 16,-24-1 0-16,16-2-6 0,5 0-6 15,7 1-6-15,9-1-8 0,2 4-6 0,21 0-5 16,7 2-6-16,1-1-3 0,3 1-9 15,-6-2 0-15,0 0-6 0,-22-2-4 16,-1-2 0-16,2-2-6 0,-1 0 2 0,-3-2-4 16,-2-2 0-16,0-2-4 0,-1-3 0 15,20-3 0-15,-3-1-3 0,-2 1 1 16,-20 2-2-16,2 0-2 0,-5-1-2 16,6-1 0-16,-7 4-2 0,2 1 2 0,-1-1-1 15,-7-1-2-15,-4 4 0 0,-1 0-2 16,-13 1-3-16,-2 1 5 0,-3 1-2 15,1-1-1-15,-5-1-1 0,5 1 2 0,13 0-3 16,0-4 1-16,0 1-1 0,4 3 1 16,1 1-3-16,1-1-1 0,6 0 3 0,-1 1 0 15,5 2 1-15,-2 2-3 0,0 1 1 16,3 2 1-16,-3 2-3 0,-3 0 1 16,-2-2-2-16,-1 0 2 0,-4 2 0 15,-8-2 2-15,-13-2-8 0,-7 1-10 0,-1-2 8 16,-11-2-2-16,2 0 5 0,2-4 3 15,9 1-2-15,1-2-5 0,0-2 8 16,9 2 0-16,10-2-3 0,3 0 3 0,0 3-1 16,1 1 1-16,5 0-2 0,-1 3 2 15,-1 1 0-15,2 1-2 0,-5 1 4 16,-2 3-2-16,-11-3-2 0,-7 1 2 0,-3-3 1 16,-11 3-1-16,-4-3 1 0,-4 1 3 15,-5 0 0-15,0-2-1 0,0 0 1 0,1-2 2 16,5 2-7-16,8-2 4 0,10 1 1 15,7 1-2-15,2 0 0 0,2 1 2 16,11 1-3-16,1 5 9 0,-1-2 5 16,-1 2-2-16,-15 1 0 0,-1-2-4 15,0 0 4-15,-7-1-4 0,-6 1 1 0,-4-3-1 16,0 2-2-16,9-1 3 0,2 4-1 16,4-3 0-16,-1 1 1 0,8 0-4 0,4 2 7 15,2-1-7-15,2 2-2 0,-2 0 2 16,3-1-3-16,-10 0 4 0,6 1-3 0,0 1 2 15,-10-5-1-15,1 2-3 0,0-2 3 16,0 1 1-16,-1 0-3 0,2 0 2 16,-3 0-3-16,1 1-1 0,-2-3 2 15,0 0 0-15,-6 0-2 0,-3 1 0 16,-5-4 2-16,-3 3 2 0,2-1-3 0,-7-1 3 16,5 0-3-16,-1 0 0 0,-1-2 2 0,-1 1 0 15,1-1-2-15,4 0 3 0,-1 0-2 16,-1 2-3-16,2-2 4 0,-1 1-4 15,1-1 0-15,-6 0 3 0,0 0-1 16,0 0 1-16,0 0 0 0,0 0-1 0,2 0-1 16,5 0-1-16,2 0 1 0,13 0-1 15,0 0 7-15,0 0-4 0,-2 0-4 16,-6 0 2-16,4-1-1 0,-5-2 2 16,2-1 3-16,2-3-2 0,-10 2-1 0,-3-2 1 15,-5 0 2-15,14-5 0 0,-7-2-5 16,-2 1 3-16,2-3 4 0,-2-2-2 15,0-3 0-15,0 0-1 0,6-10-3 0,-6-3 3 16,7-4-1-16,-2-1-3 0,1-5-2 16,5-6 5-16,9-16-2 0,1 0 0 0,3-3-6 15,-3 3 4-15,3-4 0 0,-1 6 2 16,0 0-2-16,-12 12 1 0,-3 7-3 16,-5 1 3-16,-3 3 4 0,-6 10 7 0,-3 1 1 15,-5 2-1-15,-2 4 0 0,-3 5 2 16,-2 2 0-16,-2 2-2 0,0 1 0 15,-2 2-1-15,-2-1-3 0,2 3 1 16,-4-1-4-16,1 3 1 0,-6-2-2 0,4 2 1 16,-6 1-2-16,-1 3 0 0,-3 0 1 15,-3 0-2-15,0 2 5 0,-4 2-3 0,-4 0 2 16,-1 0-1-16,-11 4 0 0,-4-1 2 16,2 0-2-16,-2 0 5 0,-2 0 0 15,-3 0-2-15,-1-3 1 0,-1 2-2 0,-5-2 1 16,2-2-1-16,2 2 1 0,-14-3-1 15,3-3-1-15,12 3 1 0,-10-2 0 0,11 0 2 16,-1 1 0-16,1-1-1 0,-11 0 0 16,10 1 0-16,-10-2 1 0,-1 1-3 15,3-2 3-15,-2 2-2 0,-2-1-1 0,0 3 0 16,2-2-2-16,-2 1 3 16,0-2-1-16,2 0 5 0,0-1-3 0,1-1-6 0,3-2 8 15,1 1-2-15,9 1 3 16,6-1-3-16,-4-1-1 0,1 2 3 0,6 0-4 15,0-2 2-15,-1 3-5 0,1 1 4 16,0 4-3-16,-2-4 5 0,-2 5-4 16,-4-2 1-16,3 0-3 0,-4 3 1 0,4-1 1 15,-5 1-1-15,2 0 4 0,0 0 0 16,1 0-1-16,1 0-2 0,-2 0 2 0,-2-1 0 16,4 1 3-16,2 0-18 15,-6-2 0-15,1 0 1 0,-2 2 2 0,4-4-3 16,-1 3 5-16,-2-2-2 0,2 3 5 15,-3-3-1-15,-1 3-2 0,1 0 5 16,-3 0-1-16,1 3 0 0,-1 0-1 0,4-2 5 16,-1 3-3-16,1-2 0 0,2 1 2 15,4-2-1-15,2 2 2 0,-2 1-2 0,8-2-1 16,3 0-1-16,-7 2 2 0,4-4 2 16,3 2-1-16,-7 2-1 0,-3 0 1 15,5-2 0-15,5-1 6 0,-10 0-2 0,4 2-3 16,7-2-2-16,-17-1 1 0,11 0 0 15,4 0 3-15,-14-1-2 0,5 1-3 16,-4-4 3-16,2 3 1 0,-6-3-3 16,4 1 2-16,-3 0-2 0,0 1 2 0,0-2 1 15,-1 2-2-15,1-1-1 0,-1 0 3 16,-1-1 4-16,1-1-5 0,-1 1 0 0,0 0-1 16,0 1 3-16,6 0 2 0,-3-3 11 15,0 6 0-15,2-5-1 0,0 1-2 0,0 0-2 16,0 0 0-16,-2 0-2 0,0 2-1 15,-1-2-3-15,-1 2 2 0,-3-3-1 16,0 2 0-16,-8 0-2 0,-6 0 1 0,15 0-2 16,-1 0 1-16,-2 0 0 15,3 1-3-15,-1 0 2 0,2 0 0 0,-2 1 0 0,0 0 1 16,-1 1 0-16,1-4-3 16,-2 4 3-16,2-4-3 0,-10 1 0 0,10 2 1 15,1-2-1-15,-11-3 2 0,4 0 1 16,6 4-4-16,-5-8 0 0,10 5 0 0,-4 0 3 15,1 0-3-15,5 1-1 0,0 0 2 16,-2 0 1-16,2 1-4 0,-2 1 1 16,2-2 2-16,-1 3 0 0,0-1-1 0,-2-1 0 15,-1 3 1-15,1-2 0 0,1 2 1 16,-4-2-5-16,4 2 5 0,-1 0-1 16,-1 0-2-16,-1-1 1 0,1 0 1 15,-3 1-1-15,0-3 1 0,-4 3-2 0,5 4 1 16,-4-3-4-16,-8 3 4 0,9-4 0 15,-7 5-1-15,8-4 4 0,-10 5-4 0,0-1 3 16,11-2-3-16,0 1-1 0,2-1 2 16,-1-5 1-16,2 4 2 0,-1-2-2 15,7 2-1-15,-4-4 1 0,4 0 0 0,9 1-3 16,5 0 4-16,2-2-1 0,3 2 1 16,6 1 0-16,-2 0 2 0,5-2-2 15,2 0-1-15,11 2 0 0,-23-3 3 0,13 3-2 16,10 0 1-16,-17-6 0 0,8 0-3 0,-3 4 0 15,5-5 2-15,-2 2-3 16,-3 0 1-16,0-2 3 0,-1 0-3 0,0-1-1 16,2 2 2-16,-1-1-1 0,0 2 1 15,0 0-2-15,3 2 1 0,0-2-2 0,0 1 1 16,-1-1-2-16,0 2 0 0,-4 0 4 16,2 2-3-16,-1 0 0 0,-3 1-1 15,-5-2 2-15,0 2 1 0,-4 2-3 0,0-1 3 16,4 0 1-16,1 2-2 0,-1-2 3 15,-1 3 0-15,6-2-1 0,-4-1-2 0,7 0 1 16,1-1 2-16,12 0-1 0,-20 3 3 16,20-3-4-16,-16 0 3 0,16 0 0 0,0 0 2 15,-16 0-2-15,16 0 4 16,0 0-2-16,0 0 3 0,-18 0-2 0,18 0 0 16,0 0-2-16,-5-5 1 0,5 5-3 15,-8-7 5-15,8 7-2 0,0 0 1 0,-4-9 3 16,4 9 0-16,-2-5 4 0,2 5 0 15,0 0 1-15,-6-8-1 0,6 8 1 16,0 0 3-16,-2-7-1 0,2 7 2 16,0 0 3-16,0 0-3 0,-5-7-3 15,5 7-3-15,0 0-6 0,0 0-4 0,0 0-1 16,-7 19 16-16,-4 12 13 0,6 9 8 16,-4 22 7-16,-4 10 2 0,-3 26-1 0,0 3-5 15,1-1-2-15,0-1-5 0,0-5-2 16,8-18-2-16,-4-7-3 0,8-4-1 0,-1-6 0 15,2-12 2-15,4-7 1 0,2-5 5 16,-2-7 2-16,-1-7 15 0,1-7 33 0,-2 1 41 16,0-3 31-16,5-2 21 0,-5-2 6 15,2-3-11-15,-2-5-20 0,0 0-13 16,0 0-16-16,0 0-13 0,0 0-18 0,0 0-92 16,11-18 0-16,-11 18 0 0,2-16 0 15,-2 11 0-15,0 5 0 0,0-12 0 16,0 12-175-16,-2-12-157 0,2 7-124 15,0 5-141-15,-6-8-212 0,6 8-27 0,-3-8 78 16,3 8-680-16,-4-4-888 0</inkml:trace>
  <inkml:trace contextRef="#ctx0" brushRef="#br0" timeOffset="59888.25">20975 16733 3816 0,'0'-10'-120'0,"2"2"38"0,0 0 30 0,-2 8 37 16,0-12 31-16,0 12 30 0,2-8 22 0,-2 8 23 15,2-10 12-15,-2 10-5 0,0-9 3 16,0 9-8-16,0 0-10 0,0-9-8 0,0 9-11 15,0 0-8-15,0 0 27 0,0 0 27 16,-15 26 12-16,-3 0-4 0,-8 15-5 16,-5 1-5-16,3 4-1 0,-3-2-5 0,2-1 0 15,5 0-9-15,0-6-8 16,6-8-9-16,3 0-9 0,-1-4-3 0,7-7-4 16,4-3-8-16,-4-1-9 0,6-4 6 15,-5-3-9-15,5 3-3 0,1-4-5 0,-2 0-20 16,2-1-36-16,2-5-65 0,0 0-70 15,-14 5-84-15,14-5-81 0,0 0-84 16,0 0-125-16,-13-10-160 0,13 10 58 0,0-14-388 16,0 4-498-16</inkml:trace>
  <inkml:trace contextRef="#ctx0" brushRef="#br0" timeOffset="60171.62">20963 16637 3085 0,'1'-13'109'0,"1"4"28"0,2 1 0 0,-4 2-2 16,0 6 3-16,0 0 53 0,0 0 41 16,0 0 11-16,18 19-6 0,-9 0-12 15,2 10-18-15,0 5-16 0,6 9-15 16,3 3-12-16,-2 0-23 0,2 1-12 16,-2-2-14-16,5-1-1 0,-3-2-21 0,-6-9-3 15,0-4-18-15,-1-4-26 0,-3-4-26 16,-4-3-29-16,-1-5-28 0,-1-1-32 0,0-2-27 15,-2-3-40-15,1 1-34 0,-3-4-82 16,0-4-77-16,0 0-77 0,0 0-77 16,0 0-97-16,0 0-62 0,-5-23 50 0,1 9-301 15,2 5-376-15</inkml:trace>
  <inkml:trace contextRef="#ctx0" brushRef="#br0" timeOffset="60305.13">21112 17013 2475 0,'-16'-6'11'0,"-4"3"28"16,5 1 32-16,1 2 39 0,2-1 39 0,12 1 43 15,-24-2-6-15,24 2-11 0,-14-2-14 16,14 2-21-16,0 0-14 0,-12-2-8 0,12 2-16 16,0 0-39-16,0 0-71 0,0 0-104 15,0 0-116-15,0 0-163 0,46 0-207 16,-46 0 43-16,25 2-202 0,-14 2-248 16</inkml:trace>
  <inkml:trace contextRef="#ctx0" brushRef="#br0" timeOffset="60672.3">21223 16786 2465 0,'-2'-15'254'16,"4"3"-9"-16,-2 3-16 0,2 3 2 0,-2 6 20 15,12-6 27-15,-12 6 6 0,0 0-4 16,38 15-15-16,-13 3-28 0,-3 2-22 15,3 5-14-15,-2 2-23 0,-2 0-18 0,-2 1-15 16,-2-2-13-16,-4 1-7 16,-1-6-16-16,-3-3-9 0,1-2-7 0,-5-3-7 15,4-1-6-15,-6-3 4 0,1-1 1 16,0-1 10-16,-3 0 9 0,5-2 9 0,-6-5-5 16,6 6-12-16,-6-6-9 0,0 0-10 15,13-20-14-15,-5 0-14 0,4-12-30 0,3-13-32 16,0-6-33-16,4-5-32 0,-2-9-27 15,2 5-17-15,-4 8-12 0,-3 14-23 16,-2 7-56-16,-7 9-86 0,1 10-74 0,-2 5-47 16,-2 7-59-16,0 0-137 0,0 0-100 15,-11 21 57-15,4-5-427 0,4 3-557 0</inkml:trace>
  <inkml:trace contextRef="#ctx0" brushRef="#br0" timeOffset="61021.56">21867 16618 2993 0,'2'-8'194'0,"1"-1"-1"0,-3 9-18 0,0 0-21 15,0 0 44-15,0 0 50 0,0 0 33 16,-7 38 15-16,0-5-6 0,-6 13-4 15,-7 3-16-15,5 1-13 0,-4-1-11 16,2-3-9-16,2-2-10 0,1-8-14 0,3-4-16 16,4-1-15-16,1-5-11 0,1-7-10 15,3-1-6-15,4-5 3 0,0-1-4 0,5-1-4 16,2-3-45-16,4-1-105 0,3 0 0 16,0-5 0-16,2 1 0 0,-1-1 0 0,-4-2 0 15,5 1 0-15,-3 1 0 0,-2-2 0 16,-1 2 0-16,-3-2-83 0,-9 0-249 15,17 3-58-15,-7-1-70 0,-10-2-49 0,7 5-84 16,-1-4-124-16,-6-1-59 16,2 8 67-16,-2-8-523 0,0 0-694 0</inkml:trace>
  <inkml:trace contextRef="#ctx0" brushRef="#br0" timeOffset="62005.36">16362 16713 3559 0,'-4'-14'84'0,"2"3"34"0,2 5 30 0,0 6 16 15,-2-12 5-15,2 12-5 0,0 0-5 0,0 0 63 16,0 0 58-16,0 0-8 0,-10 32-6 16,5 2-23-16,-5 3-23 0,3 2-18 0,-1 1-16 15,0 1-22-15,-1-2-8 0,4 1-24 16,-4-1-15-16,4-2-14 0,-3-2-10 0,5 0-54 16,-1-10-73-16,0-2-75 0,2-5-74 15,0-1-74-15,0-3-77 0,0 0-83 16,0-6-91-16,2-3-161 0,0-5-72 0,0 0 64 15,0 0-456-15,0 0-601 16</inkml:trace>
  <inkml:trace contextRef="#ctx0" brushRef="#br0" timeOffset="62403.89">16410 16802 2981 0,'-5'-23'-1'16,"3"3"41"-16,0 3 35 0,1 1 48 15,-1 3 58-15,0-1 23 0,2 0 10 0,2 2-7 16,0 2-19-16,-1 0-23 0,8 1-13 15,0 2-12-15,0 4-16 0,5-1-16 0,1 4-10 16,2 4-10-16,-2 1-5 0,7 5-10 16,2 4-9-16,-1 3-7 0,-4 4-5 15,-1-4-3-15,-4 5-5 0,0-1-7 16,-6-3-1-16,-5 1 1 0,1 6 7 0,-4-5 12 16,-4 3 23-16,-5 10 15 0,1-2 15 15,-3-2 13-15,1-1-10 0,-2-4 10 16,7-5 5-16,-3-1 6 0,5-1-4 0,-1 1 1 15,0-1-5-15,4 3-8 0,-2-3-5 16,0 2-7-16,2 3-4 0,2-5 1 16,-2 3-4-16,0 1-6 0,2-2-6 15,-2-2-4-15,2 1-4 0,-2-6 7 0,2 1 8 16,-2-2-54-16,-2-1-39 0,2-1 0 16,0 0 0-16,0-9 0 0,-2 11 0 15,0-5 0-15,2-6 0 0,-11 6 0 0,1-4 0 16,10-2 0-16,-25-5 0 0,12 2 0 15,-4-1 0-15,-3-1 0 0,2-1 0 16,0-2 0-16,2 4-155 0,0-2-483 0,3-1-201 16,5 0-79-16,0 2 89 0,8-3-808 15,0-1-1074-15</inkml:trace>
  <inkml:trace contextRef="#ctx0" brushRef="#br0" timeOffset="62838.63">17202 16745 4690 0,'-1'-12'-98'0,"-1"5"51"0,-5-1 45 0,5 3 37 0,2 5 35 0,-1-11 17 0,1 11 6 16,-6-8-2-16,6 8-4 0,-7-9-10 0,-4 6-3 15,11 3-10-15,-18 0-8 0,0 1-5 16,-2 6-5-16,-10 7-5 0,-3 0-2 0,5 4-1 15,-1-1-1-15,6 3-4 0,5-5-2 16,7 3-3-16,4-5-2 0,1 3-1 0,6-2 14 16,2 1 23-16,2 0 12 15,3 1 8-15,3 2 11 0,2-2 16 0,-1-1 7 16,2 0 9-16,-1 1 1 0,1 1 8 16,0-2-7-16,-2 1 2 0,1-1 0 15,0 0 3-15,-5-3 6 0,0 2 8 0,0-3 10 16,-2 1 10-16,-5 0 5 0,0-1 2 15,-1 1-81-15,-3 0-92 0,-5 1 0 0,-2 1 0 16,0-1 0-16,-6 1 0 0,-3-4 0 16,2-1 0-16,0-4 0 0,2-2 0 15,-2-1 0-15,3-4 0 0,-2-1 0 16,-4-4 0-16,0-1 0 0,6-1-61 16,0 1-463-16,3 1-144 0,3 0-237 0,-1 4 29 15,6-3 98-15,4 6-711 0,0 0-937 16</inkml:trace>
  <inkml:trace contextRef="#ctx0" brushRef="#br0" timeOffset="63103.85">17316 16773 4341 0,'7'-23'22'0,"-6"9"57"0,1 2 53 15,2 3 45-15,-2 0 16 16,-2 4-3-16,0 5 20 0,0 0 39 0,0 0 12 15,0 0-11-15,3 35-13 0,-3-12-19 16,-1 16-18-16,-5 3-18 0,2 1-16 0,-8 6-18 16,9-4-13-16,-7 6-16 0,3-10-10 15,1 1-12-15,-4-4-33 0,1 1-38 0,2-3-52 16,-2-2-77-16,0-2-69 0,4-7-68 16,-6-7-70-16,8-3-73 0,-1-2-64 15,0-3-122-15,3-4-158 0,1-6-20 16,0 0 68-16,0 0-478 0,0 0-624 0</inkml:trace>
  <inkml:trace contextRef="#ctx0" brushRef="#br0" timeOffset="63271.69">17238 16666 3478 0,'-21'-10'132'0,"3"1"52"16,0 5 50-16,2-2 62 0,5 3 42 0,2-1 1 15,2 1-29-15,7 3-33 0,-12-3-31 16,12 3-21-16,0 0-26 0,0 0-19 0,0 0-47 15,38-9-112-15,-12 7-133 0,1 2-145 16,16 0-166-16,-2 0-222 0,-1 0-144 16,1 3 83-16,-13 3-539 0,3 6-706 0</inkml:trace>
  <inkml:trace contextRef="#ctx0" brushRef="#br0" timeOffset="63762.57">18162 17268 3274 0,'-25'-5'-101'0,"5"-2"37"15,2 4 43-15,4-2 41 0,-2 1 43 0,-1-1 47 16,4 0 36-16,1 1 29 0,3 1 9 16,-1 0-3-16,10 3-8 0,-11-4-16 0,11 4-16 15,-2-7-13-15,2 7-15 0,42-14-13 16,13 3-11-16,17-3-19 0,39 0-20 15,18 3-7-15,24-1-4 0,17 4-6 0,11 2-3 16,55 6-4-16,-47 2 1 0,47 2-3 16,-56 0-4-16,-11 3-1 0,-11-2-6 0,-15-1-20 15,-21-1-22-15,-38-3-16 16,-18 0 0-16,-18-3 4 0,-12 1 4 0,-11-4 9 16,-8 0 7-16,-8 0 3 0,-2 0 1 0,-5 1 2 15,-2 5-4-15,-4-10-4 16,4 10-51-16,-12-10-60 0,3 8-70 0,9 2-73 15,-24-2-110-15,13 2-188 0,-2 0-23 16,0 4 67-16,-3 0-196 0,-1 2-219 0</inkml:trace>
  <inkml:trace contextRef="#ctx0" brushRef="#br0" timeOffset="64037.49">20244 16929 2299 0,'-6'-16'167'16,"3"4"20"-16,4 2-20 0,1 3 17 0,7 2 7 16,4 4 4-16,1 1 1 0,9 5-13 15,10 7-15-15,6 8-15 0,-1 9-14 0,-4 0-14 16,-1 7-10-16,-8 3-4 0,-6 1 8 16,-10-5 7-16,-5 4 12 0,-6-2 9 15,-5 1 10-15,-8-2 3 0,-10 4-5 0,-4-1-16 16,-3-4-8-16,-4-4-21 0,1-2-11 15,4-10-17-15,-1-1-52 0,2-3-61 16,-3-2-76-16,3-3-101 0,3-3-89 0,3-6-97 16,3-1-152-16,-8-1-170 0,-9-8 43 15,1-1-416-15,-10-7-559 0</inkml:trace>
  <inkml:trace contextRef="#ctx0" brushRef="#br0" timeOffset="64637.18">18646 16495 3201 0,'2'-30'89'0,"0"9"28"16,3 1 39-16,-5 7 21 0,2 1 7 15,-1 1-5-15,-1 3-21 0,2 1-18 0,-2 7-12 16,0 0 24-16,0 0 8 16,0 0-9-16,-5 36-17 0,-5-5-12 0,0 3-7 15,-1 3-11-15,-1-3-1 0,1 4-2 16,-3-5 0-16,1 2-12 0,1-3-9 15,-1 1-8-15,2-1-3 0,-3-7-7 0,5-4-2 16,0-1-5-16,3-7-8 0,-4 1-5 16,7-1-4-16,-5-7 5 0,5 3 0 0,1-2-9 15,-5-2-4-15,7-5-3 0,0 0-5 16,0 0-9-16,0 0-3 0,7-32 1 16,-2 20-2-16,4-5 1 0,3 3-5 0,0-2-3 15,-1 5 2-15,-1 3-6 0,1-1-1 16,2 2 0-16,1 2 3 0,-1 3-6 0,0 3 7 15,-13-1 0-15,27 3-5 16,-14 4 2-16,0-1 5 0,-1 3-2 0,-3-1 3 16,1 4 5-16,-4 0 9 0,-2-1 14 15,-4 3 6-15,-4 2 4 0,-4 1 8 0,-1 0 6 16,-4-3-4-16,-10 4-6 0,-2-2 2 16,0-1-11-16,3-3-7 0,6-5-1 15,-2 0-33-15,3-4-38 0,2-1-50 0,-2-4-60 16,15 2-80-16,-25-7-87 0,14-3-106 15,-1-2-127-15,4-5-200 0,5 2 14 0,-1-2 78 16,2 3-414-16,2-1-546 0</inkml:trace>
  <inkml:trace contextRef="#ctx0" brushRef="#br0" timeOffset="65021.1">18820 16716 3024 0,'11'-1'36'0,"-1"-3"6"0,-10 4 7 0,13 0 14 0,-13 0 42 0,0 0 28 0,16 4 17 16,-10 0-1-16,-1 1-2 0,1 4 4 16,-3 0-11-16,-1 1-3 0,2 0 7 0,-1 1 6 15,-3 0 3-15,-3 3-15 0,-1 0-10 16,-1 1-11-16,-6 1-8 0,-2-1-18 0,-1 1-4 16,-2-4-12-16,1 1-6 0,-2-2-10 15,0-3-8-15,3-4-12 0,1-2-12 16,13-2-22-16,-17-6-15 0,11-4-9 15,4-3 1-15,4-6 3 0,6-3 0 0,2-7 1 16,1 10-2-16,-2-1 4 0,3 5 1 16,-3 3-5-16,2 2 3 0,0 1 0 15,-2 5 5-15,-2 1 11 0,-7 3 1 0,0 0 6 16,31 11 2-16,-21-2 1 0,1 5 2 16,2 1-3-16,3 11-5 0,-4-1 3 0,4-2-5 15,2 4 3-15,-3-3-1 0,-4-4-5 16,-1-4-21-16,-5-3-33 0,3 1-59 15,-5-4-58-15,1 2-65 0,3-2-66 0,-6-3-81 16,1-1-125-16,-2-6-156 0,0 0 60 16,0 0-303-16,0 0-386 0</inkml:trace>
  <inkml:trace contextRef="#ctx0" brushRef="#br0" timeOffset="65620.42">19175 16266 2719 0,'-4'-20'99'0,"1"7"64"15,2 3 31-15,-1 0 4 0,0 5-20 16,2 5-12-16,0 0 46 0,0 0 22 16,-6 33-8-16,3 5-15 0,-3 5-11 0,2 12-19 15,-6 1-8-15,3 2-15 16,-1 5-23-16,1-4-9 0,2 0-15 0,0-3-11 16,-1-11-14-16,3-2-25 0,1-3-34 0,-4-1-38 15,3-4-41-15,-4-9-46 0,5-4-52 16,0-5-43-16,1-3-30 0,-1-4-12 15,2-1-24-15,0-4-27 0,0-5-24 16,0 0-8-16,0 0 19 0,14-18 17 0,-7-2 38 16,6-9 33-16,4 0 52 0,0 0 52 15,1 4 47-15,-7 4 44 0,-1 6 36 0,-5 3 32 16,3 2 27-16,-5 1 24 16,1 1 14-16,3 4 14 0,-7 4 3 0,5-10 38 15,-5 10 15-15,6-3 2 0,-6 3-5 0,0 0-3 16,0 0-8-16,0 0-11 15,16 9-8-15,-16-9-8 0,9 8-9 0,-9-8-7 16,3 6-11-16,-3-6-9 0,6 6-10 16,-6-6-5-16,4 7-12 0,-4-7-8 0,0 0-5 15,5 8-1-15,-5-8-7 16,0 0-4-16,9 2 2 0,-9-2-10 0,0 0-2 0,0 0-4 16,0 0 0-16,0 0-2 0,14-13 5 15,-14 13 0-15,6-5-5 16,-6 5-4-16,0 0-1 0,5-5-15 0,-5 5-4 0,0 0 5 15,0 0 3-15,0 0 1 16,0 0 2-16,20 13-9 0,-17-7 0 0,6 1 0 16,-2 0 4-16,6-2 0 0,-1-1-1 15,5 2 2-15,-2-2 4 0,4-4 3 0,2 0-1 16,0 0 2-16,3-2-5 0,-2-2-8 16,1-2-8-16,-4-3-28 0,9-5-36 15,-3-1-44-15,-4-3-62 0,0-1-70 0,-6 5-81 16,-1 1-71-16,-7 3-103 0,4 1-144 15,-7 2-88-15,0 4 73 0,-4 3-384 0,0 0-500 16</inkml:trace>
  <inkml:trace contextRef="#ctx0" brushRef="#br0" timeOffset="65937.2">18685 17191 3154 0,'-39'2'146'0,"11"-2"8"0,4 0 32 0,4 2 28 0,5-4 16 0,2 4 1 15,13-2-9-15,-20-2-21 0,20 2-15 0,0 0-15 16,29-14-18-16,26 1-13 0,22 1-16 0,37-5-11 16,6 0-39-16,8-1-24 0,3 1-17 15,-3 3 0-15,-1 0 3 0,-5 5-9 16,-11-3-3-16,-29 6-12 0,-13-1-21 15,-19 3-6-15,-11 0-1 0,-6 2 5 16,-10 2 1-16,-7-2-2 0,-2 0-16 0,-3 0-34 16,-11 2-49-16,10-1-66 0,-10 1-73 15,0 0-82-15,0 0-124 0,0 0-195 0,0 0-10 16,0 0 74-16,0 0-272 0,-33 22-344 16</inkml:trace>
  <inkml:trace contextRef="#ctx0" brushRef="#br0" timeOffset="71086.27">2332 3288 2166 0,'2'-6'340'0,"-2"-3"-44"0,0 2-11 0,0 7-7 0,-2-12-5 0,2 12-7 15,0 0-14-15,0 0-14 0,-2-8-11 16,2 8-7-16,0 0-7 0,0 0-34 0,0 0-17 16,0 0-23-16,0 0-10 0,0 0 43 15,0 0-16-15,-12 27-18 0,9-11-12 0,-5 7-12 16,1-4-12-16,1 3-6 0,-2 1-5 15,1-3-6-15,-3 1-6 0,2 0-18 16,-1-3-3-16,5-3-6 0,-3-1 3 16,1 1-5-16,0-3-16 0,2-3-23 15,-2 0-47-15,3-2-72 0,-1-2-74 0,4-5-119 16,0 0-114-16,0 0-120 0,0 0-177 16,0 0-38-16,-4-22 74 0,6 10-490 0,4 0-632 15</inkml:trace>
  <inkml:trace contextRef="#ctx0" brushRef="#br0" timeOffset="71252.77">2155 3248 3458 0,'-8'-9'79'0,"-2"4"42"15,5 1 36-15,3-1 27 0,2 5 13 0,0 0-14 16,0 0-12-16,0 0-15 0,0 0-16 16,16-15-14-16,-2 10-15 0,0 0-18 15,3 1-56-15,0-1-68 0,2 2-93 16,0 3-89-16,3 0-98 0,-6 3-135 0,2 4-211 15,-4 5 43-15,0 3 76 0,-8-1-237 16,-1 3-265-16</inkml:trace>
  <inkml:trace contextRef="#ctx0" brushRef="#br0" timeOffset="71436.39">1999 3672 2537 0,'-16'6'289'0,"5"0"10"0,4-2 17 16,1-1 16-16,6-3 0 0,-10 4 1 15,10-4-37-15,0 0-34 0,0 0-25 16,0 0-27-16,0 0-31 0,34 0-79 0,-7-4-94 16,11 0-107-16,6-5-122 0,11-2-119 15,-2-1-142-15,4-2-190 0,-3-4 22 0,1 1 54 16,-3-2-305-16,1-2-384 0</inkml:trace>
  <inkml:trace contextRef="#ctx0" brushRef="#br0" timeOffset="71635.67">2837 3194 2735 0,'-2'-10'152'0,"-2"-3"45"16,4 7 23-16,0 6 15 0,-4-9 5 16,4 9-17-16,0 0-25 0,0 0-5 15,0 0 2-15,-21 17-10 0,8 10-21 0,-3 3-13 16,-2 0-14-16,-1 12-11 0,4-7-15 16,1 0-8-16,1-2-11 0,2 4-16 0,-1-6-9 15,3-2-43-15,1-4-47 0,2-6-59 16,0-1-72-16,3-4-84 0,1-3-84 15,-2-1-99-15,4-5-157 0,-2 0-79 0,2-5 53 16,0 0-330-16,0 0-413 0</inkml:trace>
  <inkml:trace contextRef="#ctx0" brushRef="#br0" timeOffset="71771.28">2560 3543 2805 0,'-14'-4'180'0,"14"4"30"0,0 0 16 15,-10-4 15-15,10 4 0 0,0 0-23 16,0 0-19-16,-6-5-27 0,6 5-21 0,0 0-51 15,0 0-74-15,32-9-107 0,-7 6-138 16,16-3-144-16,13-1-181 0,9 0-73 16,10 3 55-16,5 2-249 0,6-2-297 0</inkml:trace>
  <inkml:trace contextRef="#ctx0" brushRef="#br0" timeOffset="71985.84">3941 3405 2743 0,'0'0'300'15,"0"0"22"-15,-4-12 12 0,4 12-6 16,0 0-17-16,0 0-26 0,0 0-20 0,0 0-6 16,0 0-26-16,-31 32-22 0,23-12-21 15,-1 0-15-15,0 7-24 0,1-1-13 16,0-5-49-16,2-2-67 0,3-2-48 0,-1-3-56 16,2 1-59-16,-2-5-52 0,4 0-64 15,-1-1-49-15,2-4-62 0,-1-5-100 16,0 0-120-16,0 0-46 0,0 0 56 0,0 0-346 15,13-17-403-15</inkml:trace>
  <inkml:trace contextRef="#ctx0" brushRef="#br0" timeOffset="72119.31">3966 3360 2678 0,'1'-11'116'0,"-4"3"42"16,3 0 24-16,0 8 3 0,-2-12-17 16,2 12-21-16,-3-7-21 0,3 7-18 0,0 0-48 15,0 0-59-15,10-5-75 0,-10 5-88 16,15 0-103-16,-1-3-144 0,-1 3-142 15,4 0 37-15,2-2-151 0,6-1-160 0</inkml:trace>
  <inkml:trace contextRef="#ctx0" brushRef="#br0" timeOffset="72420.41">4289 3263 2025 0,'0'0'122'16,"0"0"7"-16,0 0 7 0,0 0 8 0,0 0 6 15,-49 7 1-15,37 1-4 0,3 2-17 16,-1 3-13-16,2 0-9 0,3 1-3 0,1 1-17 15,2 2-4-15,6-3-10 0,1 3 8 16,5 2-3-16,-2-2 4 0,1 2 31 16,1-2 32-16,1 1 26 0,-1 1 18 0,0-2 15 15,-1 0 29-15,-3-3 44 0,-3-2 25 16,1 1 20-16,-4-1 6 0,0 0 2 0,-4 0-14 16,-1 0-22-16,-5-2-28 0,-2 2-26 15,-4 0-27-15,-4-5-19 0,-3 2-112 16,1-2-83-16,-1-1 0 0,5-3 0 15,-2-2 0-15,1 0 0 0,-1-2 0 0,6-3 0 16,-4 0 0-16,3-4 0 0,1 0-305 16,1-1-257-16,1-4-183 0,7 1-153 15,-1 2 82-15,6-4-839 0,2 1-1091 0</inkml:trace>
  <inkml:trace contextRef="#ctx0" brushRef="#br0" timeOffset="73003.09">5467 2836 4881 0,'-2'-19'79'0,"-2"5"52"0,2 2 64 15,-1 3 69-15,-1 3 1 0,4 6-19 16,-5-7-25-16,5 7 28 0,-13 15 24 0,-1 13-16 16,-6 15-24-16,1 10-21 0,0 3-24 15,0 8-14-15,1 3-16 0,0 0-15 16,0 0-121-16,-2-2-22 0,4-2 0 0,-3-3 0 15,2-4 0-15,2-8 0 0,5-10 0 16,-1-4 0-16,-1-6 0 0,5-6-36 0,1-6-197 16,1-3-34-16,3-4-37 0,-3-2-64 15,4-4-66-15,1-3-23 0,0 0 11 16,0 0 43-16,-21-11 43 0,11-2 31 16,1-4 38-16,-4-10 28 0,-3-1 51 0,5-1 60 15,1 5 67-15,3 9 64 0,-3 1 42 16,5 1 15-16,-4 1 15 0,6 3 8 15,-1 1 1-15,2 2 15 0,0 0 6 0,2 6 18 16,0 0 23-16,0 0 19 0,8-8 12 16,2 8-13-16,7-1-12 0,2-1-12 0,11 0-12 15,8-2-18-15,4 0-17 0,2-4-33 16,1 3-29-16,7-4-34 0,-6 2-22 16,-6-2-20-16,0 2 6 0,-4 1 5 15,-7-1 10-15,-8 3-9 0,-4 2 23 0,-4 0-2 16,-2 1 6-16,1 0 14 0,-12 1 24 15,11 1 33-15,-5 2 36 0,-4 7 43 16,-2 1 37-16,-4 7 38 0,-7 14 14 0,-12 8 16 16,-6 4-3-16,-1 4-9 0,-8 3-13 15,-7 16-10-15,-5-3-16 0,5 2-20 0,2 0-13 16,11-15-16-16,-1 0-12 0,3-6-13 16,1-2-20-16,4-6-56 0,9-7-44 0,0-8-59 15,5-5-56-15,4-4-59 0,0-4-71 16,3-4-107-16,4-5-119 0,0 0-130 15,0 0-136-15,0 0 62 0,18-36-586 16,-1 9-740-16</inkml:trace>
  <inkml:trace contextRef="#ctx0" brushRef="#br0" timeOffset="73170.8">5289 3530 3925 0,'-7'-9'181'0,"3"5"4"0,-1-1 10 0,5 5 9 0,-7-6-11 0,7 6-18 0,0 0-22 15,0 0-16-15,0 0-10 0,0 0-15 16,0 0-18-16,5 24-73 0,-3-12-78 0,5 2-104 16,2 1-111-16,3 3-142 0,0-1-248 15,3 5-3-15,-2-3 79 0,-2-4-395 16,3 1-459-16</inkml:trace>
  <inkml:trace contextRef="#ctx0" brushRef="#br0" timeOffset="73468.91">6193 2766 3081 0,'-6'-23'194'0,"-1"8"16"0,2 3 22 16,0 2 17-16,3 5 0 0,-2-1-19 0,4 6-23 15,-3-6-22-15,3 6-17 0,-16 21 32 16,-6 17 11-16,-3 10-33 0,-9 25-10 15,-5 14-4-15,-1 12 31 0,0 5-6 16,3 7-19-16,-6 0-16 0,1-4-15 0,-2 2-11 16,3-7-17-16,-3-3-12 0,3-6-62 15,-2-10-28-15,2-3-40 0,3-12-32 16,8-17-44-16,3-8-51 0,7-4-65 0,2-12-79 16,5-10-72-16,5-5-94 0,4-7-126 15,3-4-122-15,1-1 60 0,0 0-523 0,13-17-643 16</inkml:trace>
  <inkml:trace contextRef="#ctx0" brushRef="#br0" timeOffset="73885.75">5892 3542 3064 0,'3'-3'41'0,"1"-5"80"0,-4 8 45 15,2-6 40-15,-2 6 36 0,0 0 31 16,7-7 23-16,-7 7 12 0,0 0-25 0,0 0-31 15,0 0-27-15,0 0-26 0,0 0-11 16,0 0-17-16,20 11-19 0,-15-3-18 0,4-2-8 16,-4 4-22-16,-1 0-12 0,1-2-5 15,-3 1-4-15,0-2-3 0,0 1 2 16,-2-8 1-16,-2 12 5 0,0-5-5 0,-3 2-4 16,-3-4-8-16,1 2-1 0,-3-4-12 15,1 1-9-15,-2-1-6 0,-2-1-19 0,13-2-76 16,-18-5-92-16,8 0-83 15,2-2-96-15,3-2-98 0,3-3-116 0,0-2-187 16,2 3-40-16,4-2 69 0,0 1-576 16,1 2-730-16</inkml:trace>
  <inkml:trace contextRef="#ctx0" brushRef="#br0" timeOffset="74235.14">6367 3601 3880 0,'0'0'185'16,"0"0"33"-16,0 0 39 0,0 0 50 16,0 0 28-16,0 0-10 0,0 0-23 0,0 0-30 15,0 0-28-15,0 0-24 0,0 0-23 16,0 0-23-16,41-8-21 0,-25 3-28 0,-1 1-23 16,2-7-12-16,0 1-18 0,-1-2-14 15,-2-2-9-15,-3 2-9 0,-6 0-4 0,1-1-10 16,-5 4-5-16,-2 1-4 0,-3-2-3 15,-2 4 1-15,-6 2 2 0,1 0-3 16,-4 1-2-16,-4 6 3 0,2 0-2 0,-7 2-1 16,-4 7 5-16,2 3 12 15,3 3 2-15,5-1 0 0,5-3 2 0,4 3 0 16,1 3-3-16,2-5-3 0,4 3 3 16,4-5-4-16,2 4-10 0,3-1-34 0,4-3-75 0,1 2-90 15,15-1-110-15,-4-2-141 16,10-3-172-16,3-4-202 0,2-2-8 0,-3-3 81 15,6-3-671-15,6 0-858 0</inkml:trace>
  <inkml:trace contextRef="#ctx0" brushRef="#br0" timeOffset="74568.06">7340 3367 4174 0,'-13'-10'96'0,"1"3"45"0,1 2 40 0,3 2 41 16,8 3 25-16,-11-5 0 0,11 5-5 15,0 0-14-15,0 0-16 0,-23 12-11 16,19-4-23-16,2 1-14 0,2 3-9 0,0-1-14 16,2 3-16-16,2 1-6 0,1 1-16 15,4-2-7-15,-2 3-8 0,2-5-10 0,2 2-5 16,0-5-8-16,-2 3-5 0,1-3-7 16,1-1-6-16,-2-2 4 0,2 0-10 0,-2-4 0 15,-2 3-9-15,-7-5 1 0,0 0-5 16,0 0-8-16,29-13 2 0,-20 5-9 15,-1-6-2-15,7-11-7 0,3-4-7 0,-2 0-7 16,7-10-20-16,-10 10-38 16,1 4-30-16,-5 5-46 0,-1 7-61 0,-4 3-68 15,0 1-90-15,-2 2-99 0,-2 4-119 16,0 3-193-16,0 0 11 0,0 0 74 0,0 0-525 16,0 0-677-16</inkml:trace>
  <inkml:trace contextRef="#ctx0" brushRef="#br0" timeOffset="74868.27">7830 3214 3697 0,'0'0'178'0,"0"0"12"0,0 0 20 0,0 0 56 15,0 0 80-15,0 0 26 0,-23 30-1 0,10-4-10 16,-1 3-13-16,-1 2-30 16,-4-1-28-16,1 10-28 0,-6-2-24 0,7-8-25 15,2 2-19-15,-1-5-22 0,7-6-15 16,2-5-149-16,-2-3-8 0,6-3 0 15,-1-2 0-15,2-2 0 0,2-6 0 0,-2 6 0 16,2-6 0-16,0 0 0 0,0 0 0 16,23-32 0-16,-6 8 0 0,4-6 0 0,8-10 0 15,3-5 0-15,4-7 0 0,12-18 0 16,1-2 0-16,7-3 0 0,-1 3 0 0,2 5 0 16,-5 9 0-16,-14 19 0 0,-6 8-252 15,-12 13-201-15,-7 7-42 0,-6 9-12 0,-5 4-24 16,-2-2-66-16,0 0-111 15,-27 27-9-15,-7 2-620 0,-4 7-793 0</inkml:trace>
  <inkml:trace contextRef="#ctx0" brushRef="#br0" timeOffset="75018.22">7780 3266 3630 0,'-11'12'-32'0,"2"-3"59"0,2-2 64 16,2 0 87-16,3-2 72 0,2-5 50 16,0 0 42-16,4 10-12 0,-4-10-31 0,19 7-24 15,0-4-33-15,0-1-22 0,4-2-36 16,0 0-50-16,4-2-88 0,-1 0-109 15,-3 2-98-15,0-1-108 0,-2 1-121 0,-2-2-145 16,-2-2-213-16,-4 4 63 16,-3-1 82-16,-10 1-439 0,0 0-514 0</inkml:trace>
  <inkml:trace contextRef="#ctx0" brushRef="#br0" timeOffset="75968.78">2144 4441 4414 0,'5'-19'350'0,"1"7"-32"0,-1 2-44 0,-3 1-23 0,0 4-32 0,-2 5-20 16,0 0 58-16,0 0 13 0,0 0-21 15,-2 24-17-15,0-3-20 0,-1 11-21 16,-3 2-18-16,2 3-20 0,1-4-12 16,-4 1-16-16,5-4-14 0,-1-6-59 15,-1 0-52-15,2-1-18 0,0-7-121 0,-1 0-78 16,3 1-59-16,-2-5-54 0,-2-2-43 16,2-3-62-16,0-2-84 0,2-5-77 0,0 0-72 15,0 0-36-15,0 0-628 0,-6-24-788 16</inkml:trace>
  <inkml:trace contextRef="#ctx0" brushRef="#br0" timeOffset="76335.34">2160 4487 3484 0,'11'-31'-100'0,"-6"6"45"16,1 4 41-16,1-1 36 0,0 1 25 0,0 0 26 15,2 5 20-15,0-1 1 0,3 4 5 16,-1 5-6-16,2 2 3 0,-1 4 2 0,3 2-4 16,1 4-7-16,-3 1-11 0,1 3 8 15,0 4 2-15,-3 0 3 0,0 2 8 16,-2 2 14-16,-4 3 8 0,-1-2 5 0,-1 0 2 15,-6 4-6-15,1-1 11 0,0-1-5 16,-3 0-5-16,3-4 0 0,0-1-6 0,0-2-7 16,2 1-12-16,0-4-5 15,0 0 2-15,0-1 0 0,2 3-14 0,2-1-5 16,3 2-2-16,0 1-9 0,0-1-3 16,4 5 6-16,1-4-7 0,-1 3 2 0,-3-1-6 15,-1 1 13-15,3-3 5 0,-4 1 18 16,-1-4 14-16,-3 2 10 0,2 0 2 15,-4-2 5-15,0-1 7 0,-2 1-2 0,-2 1-11 16,-1-3-8-16,-4 2-15 0,-2-1-93 16,-3-1 0-16,-2-5 0 0,1 1 0 15,1 0 0-15,1-6 0 0,-6-2 0 16,4-1-175-16,-1-5-203 0,7-6-97 16,4 0-114-16,3-5-127 0,7 0-100 0,8-6 60 15,12 2-702-15,4 2-906 0</inkml:trace>
  <inkml:trace contextRef="#ctx0" brushRef="#br0" timeOffset="76885.39">2814 4446 3747 0,'13'-17'-58'16,"-1"5"75"-16,-6 0 64 0,-1 3 50 0,-1 4 51 15,-2 0 22-15,-2 5 0 0,4-7-12 16,-4 7-14-16,0 0-16 0,0 0-16 0,0 0-15 16,0 0-9-16,0 0-3 0,-31 14-11 15,15-2-6-15,-11 5-6 16,0 2-10-16,-2 3-8 0,3 0-10 0,1 2-6 0,4 1 3 15,7-2-11-15,5-2-11 16,6-3-2-16,4-1-5 0,5 1 0 0,5-1-1 16,8 6 8-16,3-1-6 0,0-2 7 15,1-2 1-15,0-1 3 0,-6-2 23 16,-2-3 17-16,-4 0 22 0,1-2 21 0,-2-1 15 16,-3-3 12-16,1 2 9 0,-4-2 6 15,0 2 7-15,-4-8 1 0,5 7-80 0,-5-7-101 16,2 9 0-16,-2-9 0 0,-9 9 0 15,-1-3 0-15,-1-4 0 0,-7 2 0 0,3-1 0 16,-4-3 0-16,4 0 0 0,-2-2 0 16,0-3 0-16,-1-1 0 0,4-5 0 15,0-1 0-15,6-1-95 0,5-5-363 16,5 2-27-16,3-7 3 0,11-3 31 16,4-3 45-16,12-1 54 0,1-1 55 0,-1 0 60 15,-3 6 75-15,-1 3 76 0,-3 1 80 16,-2 0 74-16,-3 5 71 0,-7 6 52 0,0 1 34 15,-3 1 19-15,-5 2-2 0,3 3-12 16,-8 3 25-16,0 0 25 0,16 19-15 16,-13-2-16-16,-1 8-26 0,0 10-17 0,-2 6-21 15,-2 2-18-15,0 2-13 0,0-2-16 16,-1 1-82-16,-2-4-56 0,3 0 0 0,-1-5 0 16,-1-7 0-16,2-6 0 0,0-4 0 15,0-2-214-15,4-4-63 0,-2-2-60 16,0-3-88-16,0-7-96 0,2 4-101 0,-2-4-158 15,0 0 44-15,11-19 73 0,-6 3-567 16,0-6-692-16</inkml:trace>
  <inkml:trace contextRef="#ctx0" brushRef="#br0" timeOffset="77035.92">2961 4443 3575 0,'-12'-16'143'0,"7"2"58"0,-1 1 49 0,4 6 66 0,-1-2 52 0,3 2 18 0,0 7-12 0,-2-13-35 0,2 6-33 0,2 0-34 0,3-1-31 15,4-2-48-15,9-1-81 0,9-1-118 16,5 3-117-16,-1 8-107 0,-1 2-122 16,10 4-139-16,1 3-239 0,-6 4-24 0,-2 5 83 15,-9 1-594-15,-1 5-725 0</inkml:trace>
  <inkml:trace contextRef="#ctx0" brushRef="#br0" timeOffset="77501.91">3651 4636 3848 0,'-12'-3'172'0,"12"3"3"15,-15-2 0-15,15 2 20 0,0 0 13 16,-9-1-16-16,9 1-15 0,0 0-21 16,0 0-11-16,-12 12-14 0,9-4-13 15,1 2-13-15,-1 1-12 0,1 2-10 0,2 1-8 16,0 0-7-16,0-1-32 0,5 3-47 15,-3-4-35-15,3 1-28 0,3-2-16 0,1-1-10 16,5-1-17-16,6-4-31 0,-1-1 15 16,3-3 2-16,3-2 25 0,1-3-3 0,-5 2 17 15,-2-1 9-15,-2 2 16 0,-3-2 24 16,-1 2 23-16,-13 1 16 0,17 0 11 16,-17 0 1-16,13 1-2 0,-13-1 4 0,10 7 32 15,-6-1-1-15,2 0-1 0,-5 3-5 16,5-1 4-16,1 2 5 0,3-1 6 15,2-1 13-15,0 4 7 0,6-5 1 16,1 1 1-16,4-4-9 0,0 2 6 0,3-4 1 16,1-4 2-16,0 0 25 0,7-4-5 15,-3 0 11-15,-8-1-8 0,2 1-3 16,-5-4-9-16,7-2-10 0,-2-3-5 0,-4-4-15 16,-1-1-8-16,-2-3-4 0,0-4-39 15,-2-2-43-15,-3 3-54 0,-1 8-63 16,-5 2-81-16,-1 6-109 0,0 1-103 15,-5 3-125-15,2 4-126 0,-3 2 65 0,0 0-467 16,0 0-575-16</inkml:trace>
  <inkml:trace contextRef="#ctx0" brushRef="#br0" timeOffset="77718.17">4561 4582 3329 0,'0'-6'199'0,"0"6"35"0,0 0 13 0,0-9-1 0,0 9-5 0,0 0-22 0,0 0 4 0,0 0 22 0,0 0 11 16,2 36-19-16,-2-9-24 0,-2 9-14 16,-1 3-28-16,-1 2-19 0,-1 2-17 0,-3-2-55 15,-6 7-62-15,3-10-68 0,1-2-76 16,4-2-76-16,-1-12-87 0,2-3-83 16,-1-7-90-16,4-3-152 0,0-6-77 0,2 2 61 15,0-5-461-15,0 0-562 0</inkml:trace>
  <inkml:trace contextRef="#ctx0" brushRef="#br0" timeOffset="77886.21">4649 4466 3365 0,'0'-20'194'0,"-2"5"27"16,2 4 11-16,-1 4-1 16,-3 0-21-16,4 7-24 0,-2-8-19 0,2 8-20 0,0 0-18 15,-2-5-17-15,2 5-92 0,0 0-112 16,0 0-146-16,0 27-185 0,2-15-250 15,-2 4 48-15,2 2 72 0,-2 7-335 16,0 0-370-16</inkml:trace>
  <inkml:trace contextRef="#ctx0" brushRef="#br0" timeOffset="78467.5">5051 4561 2854 0,'-2'-12'277'0,"2"4"-12"15,0 2 0-15,0 6 6 16,0 0 7-16,0 0 29 0,0 0 4 0,0 0-7 16,0 0-29-16,-2 24-22 0,1-7-30 15,-3 0-20-15,2 6-21 0,-2-1-17 0,-1 0-14 16,-7 6-15-16,3-1-19 0,-4-1-11 16,-1-6-6-16,-3 2-36 0,-4 0-34 15,-4-6-42-15,-2 1-52 0,-3-2-39 0,-5-3-27 16,3-3-13-16,3-1 2 0,6-6 11 15,7-2 10-15,0 0 9 0,3-4 0 0,6-2 0 16,-2-1 6-16,9 7 4 0,0-10-3 16,0 10 0-16,18-12 8 0,3 5 7 0,10-1 10 15,8-1-8-15,-1-1-7 0,5 2 11 16,0 0 0-16,2-2 18 0,5-4 5 16,-2-3-1-16,-2-1 18 0,-7-5 7 15,0-1 8-15,-5-6 24 0,-3-4 12 16,-1 1 8-16,-7-6 4 0,-2 0 16 0,-4 5 7 15,-6 2-3-15,1 2 15 0,-8 7 16 16,0 7 1-16,-4 4-6 0,0 4-6 0,-4 1-6 16,4 7-1-16,-12-6 18 15,12 6 12-15,-22 11 9 0,6 3 7 0,-2 6-1 0,-2 3-3 16,1 6-7-16,2 6-5 0,3 3-2 16,2 7-11-16,1-6-7 0,6-1-6 15,-3-1-8-15,5 0 1 0,3-8 1 0,0-4-13 16,2-2 6-16,-1-1-3 15,5-7 8-15,-1 0 8 0,4 3-5 0,2-7-2 16,3-3 7-16,2-2-12 0,4 0-26 16,-2-2-6-16,5-4 0 0,-3 2-2 0,-2-4-12 15,4 2-33-15,-3-2-35 0,-2 2-56 16,-5 2-67-16,-3-2-78 0,0 2-83 0,-3 2-90 16,-6-4-148-16,4 9-122 0,-4-5 70 15,0 6-520-15,0-10-628 0</inkml:trace>
  <inkml:trace contextRef="#ctx0" brushRef="#br0" timeOffset="79018.09">2277 5674 3662 0,'2'-28'236'0,"-1"7"10"0,1 6 29 0,0 1 30 0,-2 4 13 0,0 2-19 0,2 3-26 16,-2 5-25-16,0 0-4 0,0 0-8 0,-4 25-16 15,-1-1-21-15,-1 12-19 16,-4 5-20-16,1 10-15 0,1-2-12 0,-3 1-14 15,-3 1-13-15,3-2-8 0,-1 1-10 16,3-13-13-16,0-3-11 0,2-4-10 0,-2-5-23 16,6-8-8-16,-3-2-2 0,4-5-2 15,0-1-4-15,0 0-11 0,2-3-18 0,0-6-1 16,0 0 0-16,0 0-4 0,0 0 2 16,17-22 6-16,-5 10 3 0,-1 4-4 15,0-3 4-15,3 4 0 0,-1 1 6 16,-1 1 0-16,-1 3 6 0,-11 2 1 15,23 2 1-15,-12-1 10 0,1 3 8 0,-1 4 4 16,-3-1 8-16,-1 2 7 0,0 1 3 16,-4 0-28-16,-3 2-18 0,2 0 0 0,-4 2 0 15,-3-1 0-15,-4 6 0 0,-2-1 0 16,0-1 0-16,-10 4 0 0,-2 3 0 0,-2-7 0 16,0 1 0-16,1-2 0 0,3-7 0 15,1-1 0-15,6-1 0 0,2-6-219 16,2-2-192-16,10 1-52 0,-14-10-49 0,12-3-45 15,5 0-25-15,7-4-50 16,11-9-31-16,6 3 15 0,1 3-544 0,12-3-656 16</inkml:trace>
  <inkml:trace contextRef="#ctx0" brushRef="#br0" timeOffset="79283.92">2438 6154 3066 0,'25'-11'-52'0,"-7"6"70"0,-5 0 60 16,-4 1 54-16,-1 3 53 0,-8 1 49 16,13-3 26-16,-13 3 19 0,0 0 2 0,0 0-4 15,0 0 4-15,0 0-3 0,0 0-9 16,20 6-8-16,-20-6-36 0,3 7-9 15,1-2-8-15,2 2-12 0,-1 0-16 0,5 0-16 16,3 0-15-16,1 0-17 0,5-4-18 16,4 2-19-16,-2-5-24 0,6-1-31 0,-1-5-19 15,11-2-13-15,-5-4 2 16,-2-4-7-16,-5 1 4 0,-1-4 3 0,-6-3-2 16,-7 2-2-16,-3 1 2 0,-2-5 3 0,-2 4-1 15,-3 0-6-15,-1 2-4 0,-3 3 3 16,1 3-6-16,-2 2-9 0,0 1-3 15,-6 6-27-15,1 2-46 0,-5 2-54 16,-2 4-65-16,-13 7-91 0,2 7-113 0,0 2-140 16,2-3-185-16,0 5-32 15,5-4 84-15,6-3-605 0,7-7-747 0</inkml:trace>
  <inkml:trace contextRef="#ctx0" brushRef="#br0" timeOffset="79850.92">3264 5678 3944 0,'8'-20'207'16,"-3"5"22"-16,1 3 26 0,-6 1 30 16,2 5 24-16,0-1 5 0,-2 7-21 0,0-7-28 15,0 7-24-15,0 0-24 0,0 0-21 16,-10 31-19-16,3 1-17 0,-7 4-16 0,-1 11-13 16,1 3-12-16,-6 1-12 0,3 0-29 15,-3 7-3-15,5-3-13 0,0-1-12 16,0-10-40-16,-3 1-43 0,5-14-32 0,-1 0-25 15,3-6-13-15,2-5-21 0,-1-3-18 16,3-5-20-16,-3-3-17 0,1-1-13 0,1-6 1 16,0 2-1-16,8-4 11 15,-12-4 12-15,12 4 18 0,-14-10 13 0,10 1 13 16,2-1 12-16,4 0 6 0,5-3 10 16,5-3 8-16,12-8-1 0,1 0-11 0,14-3-28 15,6-1-21-15,3 3-8 0,3-4 17 16,3 1 8-16,1-2 15 0,1-1 13 0,-1-1 9 15,-4 0 19-15,-1-3 29 0,-7-2 33 16,-2-1 46-16,-7-1 34 0,-5 1 43 16,-6-2 20-16,-7 10 18 0,-4 1 12 0,-8 4-4 15,0 7-5-15,-4 2-11 0,-2 4-10 16,-2 2-18-16,-4 0-12 0,-1 6-9 16,1 4-4-16,8 0 16 0,-28 16 20 15,8 4 9-15,2 6 9 0,-2 3 8 0,5 0 15 16,4 2 2-16,0 0 2 0,2 2-5 15,6-2-6-15,-1-2-9 0,4-4-14 0,0-4-10 16,0 4-12-16,5 6-8 0,2-5-7 16,-2-4-13-16,-3-2-1 0,4-4-15 15,-1-1-6-15,-3 0-8 0,4-2-11 0,-3-2-34 16,2-3-59-16,-1 1-74 0,-1-4-79 16,1 2-82-16,0-5-109 0,-4-2-124 15,12 4-171-15,-7-2-104 0,-5-2 74 0,0 0-707 16,0 0-880-16</inkml:trace>
  <inkml:trace contextRef="#ctx0" brushRef="#br0" timeOffset="80134.19">4710 5343 4356 0,'-4'-16'167'0,"1"6"-13"0,-1 1-1 16,0 6 26-16,4 3 46 0,0 0 55 0,-19 31 16 0,8 3-20 0,-7 16-10 0,4 7-22 16,-6 4-27-16,3 4-3 15,-9 14-13-15,6-11-22 0,1-4-19 0,1 0-10 16,0-6-20-16,1-3-12 0,3-5-11 16,0-4-12-16,5-10-71 0,2-10-24 0,1-6 0 15,3-3 0-15,-3-3-88 0,3-2-165 16,3-2-110-16,0-3-151 0,3-2-177 15,-3-5-150-15,0 0 68 0,0 0 91 0,31-12-674 16,-5-3-810-16</inkml:trace>
  <inkml:trace contextRef="#ctx0" brushRef="#br0" timeOffset="80451.86">4914 5878 4134 0,'0'0'181'0,"0"0"12"16,0 0 21-16,0 0 28 0,0 0 23 15,0 0 0-15,0 0-11 0,0 0-21 0,-1-9-25 16,10 6-17-16,5 1-27 0,2-2-18 16,2-2-11-16,2 2-34 0,1-3-36 15,1-1-43-15,-4-2-27 0,1 3-15 0,-3-3 1 16,-1-2-1-16,-8 1-3 16,2 1 1-16,-6 0 0 0,-1 0-3 0,-5 5-5 15,-4 1 7-15,-4 2 3 0,-7 4 1 0,-4 2 3 16,-12 5 3-16,-1 7 10 0,4 1-6 0,1 4 7 15,2-1 8-15,3 1 6 16,4 3-3-16,4-2 3 0,5-2 3 0,5-3-2 16,3-1 2-16,4-3-9 0,0-1-3 15,2-2-19-15,4 1-50 0,3-3-70 0,5 0-82 16,2-4-104-16,4-2-96 0,1-2-116 16,5-4-175-16,9-2 47 0,1-1 64 15,-2-5-468-15,2 0-538 0</inkml:trace>
  <inkml:trace contextRef="#ctx0" brushRef="#br0" timeOffset="80767.57">5508 5646 3223 0,'0'-12'190'0,"0"5"41"0,0 7 40 15,0 0 56-15,-14-3 59 0,14 3 33 16,-22 15 6-16,11 0-17 0,-8 11-16 0,0 3-27 16,-6 12-39-16,1 1-25 0,0 1-32 15,2 0-28-15,1-1-22 0,2 1-21 16,4-11-198-16,-1-3 0 0,5-3 0 0,2-6 0 15,0-5 0-15,4-4 0 0,-1-1 0 16,3-3 0-16,1-4 0 0,2-3 0 0,0 0 0 16,0 0 0-16,0 0 0 0,4-29 0 15,3 9 0-15,9-11 0 0,6-6 0 0,6-7 0 16,3-4 0-16,13-17 0 16,2-4 0-16,3 3 0 0,0 4 0 0,-10 15 0 15,-5 8 0-15,-3 8 0 0,-8 11 0 16,-6 2 0-16,-4 7 0 0,0 5-104 0,-5 0-265 15,0 6-90-15,-1 0-102 0,-7 0-130 16,0 0-127-16,12 12 70 0,-11-5-762 0,-8 7-957 16</inkml:trace>
  <inkml:trace contextRef="#ctx0" brushRef="#br0" timeOffset="80920.97">5217 5997 4625 0,'-14'6'212'0,"5"-6"2"0,4 0 7 15,5 0-15-15,0 0-25 0,0 0-21 0,11-15-32 16,6 5-65-16,16-5-98 0,10-2-113 16,5-5-137-16,2 0-149 0,-1-4-199 0,3-1-34 15,1-4 64-15,0-2-487 0,-1 1-561 16</inkml:trace>
  <inkml:trace contextRef="#ctx0" brushRef="#br0" timeOffset="81116.02">6114 5262 3217 0,'0'-25'130'0,"0"5"54"0,-1 7 42 15,1 1 27-15,-4 2 25 0,2 3 25 16,2 7 27-16,0 0 17 0,0 0 1 16,-42 38-10-16,14 3-27 0,-1 12-26 15,-10 18-33-15,-4 6-23 0,3 3-20 0,-1-3-24 16,0-2-24-16,5-3-33 0,7-15-79 16,6-1-66-16,-4-3-85 0,7-3-86 0,-1-4-87 15,8-14-93-15,1-6-91 0,3-6-96 16,5-6-96-16,2-4-79 0,2-8 63 0,0-2-609 15,0 0-735-15</inkml:trace>
  <inkml:trace contextRef="#ctx0" brushRef="#br0" timeOffset="81267.42">5630 5891 3739 0,'-11'-5'172'0,"2"0"50"16,4 2 38-16,5 3 49 0,-13-6 32 15,13 6 11-15,-7-5-12 0,7 5-31 0,0 0-33 16,0 0-30-16,0 0-39 0,0 0-100 15,21-7-127-15,-4 6-138 0,2-4-166 0,3 3-177 16,2-1-247-16,1 1 14 0,1 2 68 16,12 5-602-16,16 7-729 0</inkml:trace>
  <inkml:trace contextRef="#ctx0" brushRef="#br0" timeOffset="81717.38">6279 6239 3776 0,'-18'-7'192'0,"13"4"32"0,1-4 14 0,4 7 7 16,-2-14-2-16,8 4-14 0,1-3-20 15,7-3-27-15,9-10-18 0,11-6-23 0,2-2-23 16,4-2-36-16,4-6-22 0,0-2-27 16,13-16-17-16,2-4-14 0,2 0-8 0,-3 1-2 15,-1 4 0-15,-14 14 2 0,-3 5 1 16,-5 5 1-16,-11 14-5 0,-6 3 7 0,-9 5-4 15,-4 5 3-15,-5 2-1 0,0 6 2 16,0 0 4-16,-22 4 5 0,6 6 0 16,-7 7 2-16,3 4 12 0,4 1 11 15,3 4 22-15,6-2 17 0,2 0 7 0,5 1 1 16,0 3 2-16,2-1 11 0,3 12 17 16,-1 2 26-16,-1-4 28 0,3-1 19 15,-1-2 4-15,-1-1 12 0,-4-6 23 0,0-5 25 16,-4-4-119-16,1 3-127 0,-5-3 0 15,-4-5 0-15,-1 2 0 0,-4-6 0 0,-11 4 0 16,-7-5 0-16,6-6 0 0,2-2 0 16,-14-6 0-16,1 0 0 0,2-5 0 0,-10-9 0 15,5-3 0-15,0-6 0 16,7 0 0-16,2-3 0 0,9 6 0 0,6-1 0 16,2 3 0-16,-4 5-395 0,6 7-517 15,-1 7 2-15,-2 7 78 0,-17 8-917 0,-10 12-1180 16</inkml:trace>
  <inkml:trace contextRef="#ctx0" brushRef="#br0" timeOffset="83000.75">1588 7532 5205 0,'-16'13'117'0,"4"-4"34"0,3-3 28 0,1-1 42 0,3 0 20 0,3 0 14 15,2-5 0-15,0 0-15 0,15 8-21 16,0-8-21-16,4 0-7 0,9 0-25 16,8-4-17-16,3 0-28 0,-3-3-36 15,0 0-26-15,-3-1-17 0,-8 0-24 0,-7 1-13 16,1-2-11-16,-5 0-1 0,-3-3-3 16,-3 0-1-16,-3-3-6 0,-5-1-1 0,0 0-3 15,-5-5 0-15,-4 0 0 0,-7-3 3 16,-3 2 0-16,-2 1 2 0,-2 2-3 0,1 2 4 15,-1 5-4-15,3 5 4 0,4 0-1 16,2 6 3-16,1-1 3 0,-1 1-2 16,14 1 6-16,-16 1 3 0,10 2 5 0,6-3-5 15,0 0 10-15,0 0 8 16,15 14-7-16,4-12 6 0,5-2-4 0,19-3-1 16,2-3 0-16,12-2 0 0,-1-2 4 15,1-1-2-15,-14 3-1 0,-4 0 7 0,-3 2-13 16,-11 1-2-16,-5 3 6 0,-4 0-6 15,-5 2 3-15,-11 0 16 0,18 7 7 16,-13-1 11-16,-1 0 6 0,0 3-2 0,-1 1-3 16,-1 2-22-16,0-2-18 0,3 1 0 15,-2 1 0-15,1-2 0 0,0 0 0 0,1-1 0 16,6 1 0-16,0-1 0 0,0-1 0 16,4-2 0-16,2-5 0 0,4-1 0 15,1-1 0-15,0-5 0 0,-1 2 0 0,0-4 0 16,0-1 0-16,-2 1 0 0,-3 0-7 15,-2 1-4-15,-4 3 19 0,0-1 2 16,-3 2-10-16,1-1 0 0,-8 4 0 0,13-5 0 16,-13 5 0-16,8-5 0 0,-8 5 0 15,9-2 0-15,-9 2 0 0,0 0 0 16,0 0 0-16,18-1 0 0,-18 1 0 0,0 0 0 16,23 3 0-16,-23-3 0 0,20 0 0 15,-6 0 0-15,-1-2 0 0,4-1 0 16,0-1 0-16,2-2 0 0,-4 2 0 0,1-3 0 15,-3 2 0-15,1-2 0 0,-5 4 0 0,-2-1-4 16,-7 4-18-16,12-5 6 16,-12 5 2-16,0 0-4 0,0 0 10 0,-1 16 10 15,-3-4 14-15,-5 7 8 0,2 11 13 16,-2 6-34-16,-3 13-3 0,3 2 0 16,-1 2 0-16,3 2 0 0,0 0 0 0,6-11 0 15,-5 12 0-15,1-15 0 0,-1 1 0 16,-2-6 0-16,0 2 0 0,-3-1 0 0,-4-4 0 15,-2-2 0-15,-3-2 0 0,-1-1 0 16,-1-6 0-16,-5 2 0 0,1-5 0 16,-3-4 0-16,0-1 0 0,1-2 0 15,1-7 0-15,2 0 0 0,6-2 0 0,4-3 0 0,2 0 0 16,13 0 0-16,-18-10 0 16,16-1 0-16,6-5 0 0,12-13 0 0,12-10 0 15,8-3 0-15,8-1-188 0,21-15-9 16,2-2 13-16,3-2 19 0,2-4 16 15,7-3 14-15,-3-1 15 0,0-2 14 0,1-6 23 16,-3 3 32-16,-4-4 39 0,-7 2 31 16,-10-1 42-16,-6 5 29 0,-10 4 23 0,-8 18 18 15,-6 4 22-15,-6 16 21 0,-5 2 7 16,-3 8-10-16,-7 5-20 0,-2 7-21 16,-6 6-114-16,6 3-16 0,-44 19 0 15,4 11 0-15,-1 3 0 0,-2 9 0 0,5 3 0 16,6 4 0-16,2 0 0 0,6-1 0 15,6-2 0-15,6-7 0 0,6-3 0 0,3-7 0 16,3-3 0-16,3-5 0 0,1-1 0 16,5-2 0-16,3-2 0 0,-2-6 0 15,7 0 0-15,2-3 0 0,-2-1 0 0,-4-2 0 16,5 0 0-16,-7-3 0 0,-4 3 0 16,3-2 0-16,-10-2 0 0,11 4 0 0,-5-3 0 15,-6-1 0-15,10 3 0 0,-10-3-183 16,7 2-367-16,-7-2-137 0,10 0-200 0,-10 0 77 15,0 0 81-15,23-4-749 0,-16 2-925 16</inkml:trace>
  <inkml:trace contextRef="#ctx0" brushRef="#br0" timeOffset="83849.72">4392 7153 4570 0,'-8'-10'234'0,"-1"1"-14"0,-2 3 5 0,-1 0 22 0,1 1 17 0,-2 2 0 0,-3-1-11 15,3 2-25-15,-3 2-23 0,2 2-21 0,-2 2-14 16,5-1-24-16,1 4-16 0,2 1-18 16,3 1-12-16,3-1-17 0,2 2-26 0,4 0-31 15,1-1-39-15,5-1-37 0,1 1-29 16,4-4-21-16,-1-3-11 0,1-1-10 15,4-4-17-15,4-2-11 0,8-9-7 16,-1-6-7-16,4-7 2 0,1-4 18 0,-3-8 10 16,-2-2 16-16,-1-5 8 0,-2-10 15 15,-2-4 12-15,-3-6 16 0,1-15 9 16,-4 16 13-16,-7 4 22 0,-5 4 26 0,-1 17 22 16,-9 3 13-16,-4 12 12 0,-2 10 8 15,-4 7 3-15,-4 6 11 0,-16 11 10 0,-13 13 18 16,3 14 18-16,-13 19 16 0,16-6 1 15,6 5-1-15,4 2-4 0,8 2-1 0,5 1-7 16,11 0-8-16,6-3-14 0,12-5-11 16,1-3-10-16,10-7-15 0,2-5-25 0,-2-9-26 15,3-8-9-15,1-3-15 16,-2-6-8-16,0-4-1 0,-4-6 2 0,1 0 1 16,3-6 12-16,0 0-9 0,2-7 15 0,-4 5 24 15,-4-1 19-15,-4 2 26 0,-5 2 21 16,-1 0 12-16,-1 0-7 0,0 1-6 15,-8 4-5-15,7 0-10 0,-7 0-7 0,0 0-67 16,0 0-2-16,11 7 0 0,-4-3 0 16,-6 2 0-16,5-2 0 0,-1 1 0 0,1-2 0 15,1 1 0-15,5-2 0 0,-4 1 0 16,1-3-117-16,7-2-106 0,0-1-46 16,4-1-65-16,1-6-81 0,2 2-75 0,-4-3-73 15,0 1-57-15,-1 2-64 0,-4 1 14 16,-1 0-625-16,-1-2-752 0</inkml:trace>
  <inkml:trace contextRef="#ctx0" brushRef="#br0" timeOffset="83983.49">5114 6973 3527 0,'8'-8'-4'0,"0"3"52"0,-3-1 41 0,1 1 33 0,0 0 29 15,-6 5 26-15,9-4 2 0,-9 4-13 0,0 0-14 16,0 0-17-16,0 0-19 0,0 0-28 16,22 10-45-16,-19-6-48 0,-3-4-70 0,2 9-88 15,0-2-90-15,-2-2-98 0,4 2-136 16,-1-2-89-16,-1 2 46 0,0-2-337 15,-2-5-351-15</inkml:trace>
  <inkml:trace contextRef="#ctx0" brushRef="#br0" timeOffset="84716.2">2813 7970 2859 0,'9'-19'276'0,"-4"3"9"0,1 6-2 16,-2 1-5-16,-2 4-3 0,-2 5 5 0,4-7 13 0,-4 7 16 0,0 0 7 0,0 0-13 15,-6 47-28-15,-2-12-24 0,1 7-24 16,-4 8-12-16,2 1-12 0,-2-1-20 0,0-1-17 16,-1-1-16-16,3-9-16 0,2-4-13 15,-4 0-12-15,2-3-10 0,0-3-9 0,-1-7-11 16,4-3-9-16,3-4-8 0,-3-3-62 15,2-2 0-15,4-3 0 0,-3-1 0 0,3-6 0 16,0 0 0-16,0 0 0 16,0 0 0-16,24-23 0 0,-9 8-13 0,10-3-17 15,-3 0 1-15,3 1 5 0,-5 4 1 16,-1 5 11-16,-6 2-6 0,0-1 10 16,1 3 11-16,-5 4 14 0,-9 0 3 0,21 4 9 15,-13 3 7-15,1-1 5 0,-1 5-30 16,-6 1-11-16,2-2 0 0,-4 4 0 0,0-1 0 15,-2 1 0-15,-2 2 0 0,-4-3 0 16,-1 4 0-16,-2-5 0 0,-3 1 0 0,-1 3 0 16,-2-5 0-16,0-2 0 0,-2 0 0 15,-1-1 0-15,5-4 0 0,-2 1 0 16,4-5 0-16,2 0 0 0,-1-2-308 16,3-7-153-16,1-5-89 0,2-4-99 15,6-1-121-15,6-4-8 0,9-8 65 0,6 2-635 16,13-2-802-16</inkml:trace>
  <inkml:trace contextRef="#ctx0" brushRef="#br0" timeOffset="85416.39">3367 8249 4089 0,'0'0'199'0,"0"0"30"0,0 0 35 0,0 0 11 0,0 0 23 0,0 12 5 0,0-12-8 0,-7 13-17 0,3-1-24 0,-3-3-24 0,2 3-25 0,1 4-20 16,-1-3-14-16,-5 3-20 0,0-1-15 15,1-1-17-15,2 0-7 0,-7-1-15 16,6 0-11-16,-3-3-11 0,-1-2-20 0,1 1-28 16,-1-6-27-16,1 2-29 0,-2-8-26 15,1 0-17-15,-3-3-14 0,3-2-3 0,3-4 1 16,-2-4 13-16,4-2 1 0,2 1 9 16,3 0 7-16,4-1 3 0,0 1 3 0,1 5 7 15,0 2 4-15,1 0 10 16,-2 1-2-16,2 3 17 0,-4 6 4 0,7-6 4 0,-7 6 25 15,0 0-8-15,0 0 2 0,0 0 4 16,25 8 13-16,-16-2-1 0,1-2 0 16,-1 0-2-16,1 1-1 0,4-1-4 15,0 0 3-15,2-4-5 0,-3 0 1 0,5-2-5 16,0-2 3-16,3-4-4 0,1-1-6 16,4-7-7-16,2-1-5 0,-1-5-7 15,-2-4 4-15,-2-1 2 0,4-7 8 0,-6 3-4 16,-3 2-2-16,0-4 7 0,-5 6 8 15,1 0 10-15,-5 8 23 0,-2 1 12 0,-1 7 23 16,-2 0 2-16,0 2-4 0,0 2-5 16,-2 2-6-16,-2 5-7 0,2-5-7 0,-2 5-8 15,0 0-2-15,0 0-3 0,-6 22-22 16,4-10-17-16,2 2 0 0,-3 0 0 16,2 4 0-16,-1-1 0 0,2-5 0 15,2 5 0-15,-1-2 0 0,-1-4 0 0,3 2 0 16,1-3 0-16,1-1 0 0,1-3 0 15,1 1 0-15,4-6 0 0,-11-1 0 0,22-1 0 16,-7 0 0-16,0-3 0 0,3 1 0 16,-5 1 0-16,-1-1 0 0,-12 3 0 15,20 0 0-15,-20 0 0 0,21 5 0 16,-12-2 0-16,0 2 0 0,-2 2 0 16,1 0 0-16,-1 0 0 0,3 2 0 0,1 1 0 15,1-2 0-15,1 1 0 0,2-2 0 16,3-2 0-16,-1-2 0 0,2 1 0 0,0-6 0 15,2 2 0-15,-2-2-223 0,4-3-92 16,-4 0-74-16,3-2-72 0,-4 3-65 0,-1 0-91 16,-2-2-150-16,-4 5 62 0,0-3 66 15,-11 4-568-15,0 0-671 0</inkml:trace>
  <inkml:trace contextRef="#ctx0" brushRef="#br0" timeOffset="85633.34">2103 8957 3720 0,'-40'16'437'15,"15"-11"-31"-15,7 0-8 0,8 2 10 0,6-2 8 0,4-5-1 0,23 12 10 0,22-7-8 16,32 2-41-16,45-4-37 0,19-4-38 0,14-8-168 16,10-5-133-16,52-8 0 0,-47 7 0 15,45-8 0-15,-55 8 0 0,-2 3-78 0,-11 0-204 16,-18-3-85-16,-18 5-110 0,-38 4-93 15,-18-2-55-15,-15 5-78 0,-13-5-35 0,-12 6 62 16,-8-1-574-16,-3 3-711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05:08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21291 11383 944 0,'11'-4'405'0,"-6"0"-154"0,-5 4-46 0,9-4-32 0,-9 4 6 0,11-3-5 15,-11 3 15-15,0 0 10 0,5-4 3 16,-5 4 2-16,0 0-8 0,4-3-14 16,-4 3-4-16,0 0-13 0,0 0-2 0,0 0-7 15,3-7-8-15,-3 7-13 0,0 0-10 16,0 0-13-16,0 0-11 0,0 0-6 0,0 0 10 15,0 0 0-15,-15-4-6 0,15 4-4 16,-19 0 2-16,5-3-9 0,1 2 1 0,1-1-3 16,-8-2 2-16,3 1-5 0,-4 1-6 15,4-4-7-15,-5 2-4 0,0-3 2 0,-1 0 2 16,2 2-10-16,1-1-1 0,-3-1-4 16,-1 0-9-16,1 2 0 0,0-3-4 0,-1 3-4 15,1 2-2-15,0-2 1 0,5 3-3 16,-6-1-4-16,0-1 1 0,2 3-1 15,4-1 1-15,-2 0 13 0,-1 0 2 16,3 2-1-16,2 0 11 0,-3-1-6 16,4 1-3-16,-2 0-1 0,1-3-6 0,2 6-4 15,-2-3-5-15,0 0-1 0,1 0 5 16,3 1-7-16,-4-1 3 0,-4 2-9 0,7 0-4 16,-4 0-1-16,0-1 6 0,0 3-8 15,-2-2 2-15,2 1-4 0,-3-1 2 0,7 0 5 16,-4 1-5-16,0-1 3 15,3 1 3-15,1-2-2 0,-1 1 3 0,2 0-5 16,-1 2 0-16,1-3 2 0,-1 1-2 16,2 1 3-16,-1-1-12 0,1 2 7 0,-1-3-3 15,0 1 2-15,1 2-3 0,-3-1-4 16,3 0 1-16,-1 4 0 0,-2-2 1 0,1 2 0 16,-1-2 3-16,-1 2-6 0,1 0 3 15,1 0-1-15,-1 0 0 0,1 2-2 0,1-3 2 16,0 2 0-16,0 1-3 0,0-2 0 15,1 1-2-15,-1 1 1 0,3-1-1 0,0 4-1 16,2-7 1-16,-4 4 7 0,4 2 24 16,-2 1 1-16,-2-3-1 0,4 3-5 15,0 0 1-15,-1-1 2 0,-2 3-2 16,3-3 0-16,-1 4 2 0,3-1 0 0,-2-3-12 16,2 3-20-16,-1 0 0 0,3 0 0 15,-3 1 0-15,2-5 0 0,3 5 0 0,-1-4 0 16,-3 1 0-16,3 0 0 0,0 1 0 15,1-1 0-15,1 1 0 0,0-1 0 0,0 2 0 16,1-2 0-16,-1 0 0 0,0 0 0 16,0 0 0-16,2 1 0 0,-2-1 0 15,4 0 0-15,-1 2 0 0,-1-2 0 0,-1 2 0 16,3 1 0-16,0-1 0 0,-1 4 0 16,1-5 0-16,2 3 0 0,0-2 0 0,2 1 0 15,-3-1 0-15,2 0 0 16,4 1 0-16,-4-2 0 0,0 1 0 0,4-2 0 15,0 0 0-15,0 0 0 0,-4 0 0 16,5-2 0-16,-3 0 0 0,2 2 0 0,2-2 0 16,-2-1 0-16,-2 0 0 0,3 1 0 15,-3-2 0-15,0-1 0 0,3 3 0 0,-1-4 0 16,3 2 0-16,-1-1 0 0,1 3 0 16,1-4 0-16,1 0 0 0,-4 1 0 0,6-1 0 15,-1-2 0-15,-2 0 0 16,4 1 0-16,-2-2 0 0,2 3 0 0,0-3 0 0,-1 1 0 15,-2-2 0-15,4 0 0 16,-4 1 0-16,0 0 0 0,1-1 0 0,-3 0 0 16,0-2 0-16,4 2 0 0,0-2 0 15,-4 3 0-15,6-3 0 0,-5 0 0 0,6 0 0 16,-5-3 0-16,2 3 0 0,3 0 0 16,6 0 0-16,-5 0 0 0,5-2 0 0,-4 2 0 15,-2 0 0-15,1 0 0 0,-2 0 0 16,-4 2 0-16,-2-4 0 0,-1 4 0 0,1-2 0 15,-3 0 0-15,-1 0 0 0,-10 0 0 16,21 0 0-16,-11 0 0 0,-10 0 0 0,17 0 0 16,-17 0 0-16,15 0 0 15,-7 0 0-15,3 3 0 0,3-1 0 0,2 1 0 0,7 1 0 16,11 1 0-16,6 5 0 16,5 0 0-16,4 2 0 0,2 2 0 0,-3 0 0 15,-6-4 0-15,-6 2 0 0,-1-2 0 16,-3 0 0-16,-8-3 0 0,-2 0 0 0,-7-2 0 15,2-2 0-15,-5 1 0 0,-1-1 0 16,-2-1 0-16,1 0 0 0,2-1 0 0,-3 1 0 16,1 0 0-16,-10-2 0 0,18 1 0 15,-6-1 0-15,-2 0 0 0,-10 0 0 0,25 2 0 16,-9 0 0-16,7 2 0 16,2 1 0-16,2-2 0 0,-5 1 0 0,-1-1 0 15,-3 0 0-15,0 0 0 0,2 1 0 0,1 1 0 16,-2-1 0-16,0-1 0 0,-1 1 0 15,-2-2 0-15,0 2 0 0,-1-1 0 16,-1-3 0-16,-2 2 0 0,8-2 0 0,-2 2 0 16,0-2 0-16,0 2 0 0,2 0 0 15,-3-2 0-15,4 0 0 0,-6 1 0 0,-2-1 0 16,1 0 0-16,-3 0 0 0,-11 0 0 16,22 0 0-16,-13 0 0 0,-9 0 0 0,17 0 0 15,-17 0 0-15,13 0 0 0,-13 0 0 16,16 0 0-16,-16 0 0 0,17 0 0 15,-8-1 0-15,3 1 0 0,1-2 0 16,2 2 0-16,9-2 0 0,1 2 0 0,22 2 0 16,-2 1 0-16,1 2 0 0,11-1 0 15,-11 0 0-15,-2 0 0 0,-6-1 0 0,-8 0 0 16,-3-2 0-16,-4 3 0 0,-1-2 0 16,0-2 0-16,-3 2 0 0,-2-2 0 0,0 0 0 15,0 0 0-15,0 0 0 0,1-2 0 16,-3 0 0-16,0 0 0 0,0 2 0 0,3-3 0 15,-3 1 0-15,0-2 0 0,2 4 0 16,0-2 0-16,-4 0 0 0,3 0 0 16,-3-2 0-16,1 2 0 0,1 2 0 0,-2-2 0 15,0-1 0-15,-1 2 0 0,1-1 0 0,-2 0 0 16,3 0 0-16,-3 0 0 16,2-1 0-16,1 3 0 0,-3-2 0 0,3 0 0 15,-1 0 0-15,1 0 0 0,-1-2 0 16,-2 3 0-16,3-3 0 0,-1 3 0 0,-1-3 0 15,1 0 0-15,2 1 0 0,0 0 0 16,3-2 0-16,-3 1 0 0,0 2 0 0,4-4 0 16,-4 2 0-16,4-1 0 0,-2 2 0 15,3-1 0-15,-5 1 0 0,2-1 0 0,2 1 0 16,-4-2 0-16,2 3 0 0,-3-1 0 16,2-1 0-16,-2 1 0 0,3-1 0 0,-3 1 0 15,2 0 0-15,0 1 0 0,1-1 0 16,0-1 0-16,1 1 0 0,-1-1 0 15,2-1 0-15,-1 2 0 0,0-3 0 16,1 3 0-16,-2-2 0 0,1 2 0 0,-2-3 0 16,2 1 0-16,-4 0 0 0,6 1 0 15,-4 0 0-15,0-1 0 0,4-1 0 0,-6 1 0 16,2 0 0-16,1 0 0 0,-3-2 0 16,0 0 0-16,2 1 0 0,-3-3 0 0,3 2 0 15,-1-3 0-15,-3 1 0 0,2 1 0 16,4-3 0-16,-3 1 0 0,0-2 0 0,-4 1 0 15,4-1 0-15,-1 0 0 0,1 0 0 16,-3-1 0-16,-1-1 0 0,-4 5 0 16,5-6 0-16,-4 3 0 0,-1-2 0 15,0 1 0-15,0 1 0 0,-1-4 0 0,-3 3 0 16,3-1 0-16,-3-1 0 0,1 1 0 16,1-1 0-16,-3-2 0 0,0 1 0 0,-1 3 0 15,-1-4 0-15,2 3 0 0,-2 3 0 16,0-3 0-16,0-1 0 0,-2-1 0 0,1 0 0 15,-3 1 0-15,-3-2 0 0,2-2 0 16,-4-1 0-16,-1 1 0 0,-4-7 0 16,0 3 0-16,-2-1 0 0,-1 3 0 0,0-2 0 15,-1 7 0-15,0-4 0 0,0 5 0 16,2 1 0-16,-8-1 0 0,3 1 0 16,3 2 0-16,-9-2 0 0,-2 1 0 0,1 1 0 0,-3 0 0 15,3 0 0-15,-1-1 0 16,-2 3 0-16,1 0 0 0,-2 0 0 0,-1-1 0 15,3 1 0-15,5 3 0 0,2-1 0 16,1 2 0-16,0-1 0 0,5 4 0 0,-2-2 0 16,0-2 0-16,1 2 0 0,2 0 0 15,-4 0 0-15,4-1 0 0,-6 3 0 0,3-2 0 16,-3 0 0-16,-1 1 0 16,0-1 0-16,-2 0 0 0,0 2 0 0,3-1 0 15,-3-1 0-15,-2 2 0 0,2-1 0 0,0 2 0 16,1-3 0-16,-1 2 0 0,-2-2 0 15,4 1 0-15,-2 1 0 0,0-1 0 16,1 1 0-16,-1 0 0 0,0-1 0 0,0 3 0 16,0-3 0-16,-1 2 0 0,0 1 0 15,-1-3 0-15,-2 2 0 0,3 1 0 0,-14-3 0 16,9 1 0-16,-9 0 0 0,0-2 0 16,4-1 0-16,4 3 0 0,5 1 0 15,-2 0 0-15,2 1 0 0,2-3 0 16,0 3 0-16,5 1 0 0,1 0 0 0,1 0 0 15,3 0 0-15,0 0 0 0,0 0 0 16,-1 0 0-16,1 0 0 0,3 0 0 0,-6 0 0 16,0 0 0-16,2 1 0 0,0 0 0 15,-2 2 0-15,2-3 0 0,-3 1 0 0,2-1 0 16,-1 2 0-16,2 0 0 0,-4 0 0 16,6-2 0-16,-4 2 0 0,1 1 0 0,0-1 0 15,-1-1 0-15,0 1 0 0,-4 0 0 16,1-2 0-16,3 1 0 0,-5-1 0 0,-2 0 0 15,3 0 0-15,-2 0 0 0,-2 0 0 16,-1-1 0-16,-2 1 0 0,4 0 0 0,-2-2 0 16,1 0 0-16,5 1 0 0,-2 1 0 15,-4-5 0-15,3 8 0 0,1-3 0 16,-3-3 0-16,-1 3 0 0,0-1 0 16,0 0 0-16,0-1 0 0,1 2 0 0,-1-2 0 15,-4 0 0-15,6 1 0 0,-4-3 0 16,-2 4 0-16,5-1 0 0,-5-1 0 0,1 2 0 15,-1 0 0-15,2-2 0 0,1 2 0 16,-3 0 0-16,5 0 0 0,1-2 0 0,3 0 0 16,6 4 0-16,-2-4 0 0,5 4 0 15,1-2 0-15,12 0 0 0,-18 0 0 0,9 0 0 16,9 0 0-16,-16 2 0 16,16-2 0-16,0 0 0 0,-18-2 0 0,18 2 0 15,0 0 0-15,-13 0 0 0,13 0 0 0,0 0 0 16,0 0 0-16,-13 0 0 0,13 0 0 15,0 0 0-15,0 0 0 0,0 0 0 16,0 0-32-16,-12 2-1038 0,12-2 117 0,-9-4 102 16,9 4-946-16,-14-7-1227 0</inkml:trace>
  <inkml:trace contextRef="#ctx0" brushRef="#br0" timeOffset="2247.73">7498 10872 801 0,'2'-7'346'0,"-2"7"-120"0,4-8-54 0,-4 8-27 0,0-6-6 0,0 6 3 0,2-8 5 0,-2 8-2 15,2-4 10-15,-2 4 0 0,1-8 8 16,-1 8-2-16,0-7-1 0,0 7 1 0,0 0 2 16,2-6 1-16,-2 6-12 0,3-6-13 15,-3 6-13-15,0 0-17 0,0 0-12 0,0 0-10 16,0 0-12-16,0 0 26 0,0 0 8 15,-21 30 18-15,1-7 5 0,2 6 8 0,-11 11 9 16,-1 3 9-16,-2 1-2 16,-4-1-1-16,0 3 4 0,2-3-11 0,0 1-15 15,3-3-2-15,3-2-20 0,3-3-2 16,6-9-3-16,4 0-15 0,4-9-5 0,0 0-13 16,2-7 2-16,4 0-5 0,-1-2-7 15,1-1-8-15,-2-2-1 0,3 1-1 0,3-3 0 16,1-4-11-16,-8 5-7 0,8-5-44 15,0 0-68-15,0 0-82 0,0 0-98 16,-9-13-118-16,9 13-132 0,2-12-160 0,0 5-116 16,1-3 95-16,3-2-564 15,-1-2-714-15</inkml:trace>
  <inkml:trace contextRef="#ctx0" brushRef="#br0" timeOffset="2530.75">7389 10894 3348 0,'7'-9'-11'0,"-2"0"56"0,-3 1 14 16,2 4 4-16,0 1 7 0,-4 3 10 0,0 0 26 15,5-4 53-15,-5 4 20 0,0 0 12 16,16 21 8-16,-7-5 25 0,7 11 17 16,0 4 15-16,8 6-20 0,0 1-6 15,3 2-10-15,0-2-17 0,4 0-18 0,-1-1-23 0,-4-2-12 16,-5-7-11-16,0-3-17 15,-2 0-10-15,-2-3-14 0,-6-5-10 0,0-2-9 16,-4-2-12-16,0-2-10 0,-3-2-43 16,-2 0-46-16,-2-2-69 0,0 0-80 0,-2 0-100 15,-2-3-110-15,-3 0-119 0,7-4-180 16,0 0-93-16,-25-8 90 0,12 1-569 0,3-3-721 16</inkml:trace>
  <inkml:trace contextRef="#ctx0" brushRef="#br0" timeOffset="2715.73">7344 11286 3587 0,'-14'-2'36'0,"5"0"34"0,9 2 30 15,-13-3 42-15,13 3 47 0,0 0 26 0,-8-4 3 16,8 4-21-16,0 0-19 0,0 0-19 16,23-10-26-16,-7 9-7 0,-2-3-11 0,8 2-76 15,-3 1-87-15,1 1-113 0,3 0-147 16,2-4-178-16,-2 2-223 0,1 2 75 0,-4-1 70 15,-3-1-318-15,-4 0-366 0</inkml:trace>
  <inkml:trace contextRef="#ctx0" brushRef="#br0" timeOffset="3064.56">7739 10934 2680 0,'1'-12'160'0,"3"1"40"0,0 5 3 15,1 0-6-15,4 4 35 0,-9 2 32 16,0 0 12-16,32 12-3 0,-7 5-5 0,-1 5-16 16,6 11-12-16,1 4-7 0,-1 3 0 0,1-1-18 15,-1 3-25-15,-5-3-16 16,2-2-20-16,-6-8-9 0,-2 0-22 0,-2-4-11 16,-6-5-5-16,2-3-11 0,-6-5-7 15,-2-1 34-15,3-2 34 0,-4-3 27 0,2 0-5 0,0-5-16 16,-6-1-14-16,0 0-29 15,19-12-120-15,-10 2 0 0,0-8 0 0,5-7 0 16,-1-6 0-16,0-5 0 0,3-12 0 16,0-5 0-16,-4-1 0 0,0 1 0 0,0 2 0 15,-7 10 0-15,4 3-81 0,-3 6-163 16,0 9-48-16,-4 4-72 0,2 5-102 0,-4 2-88 16,0 4-98-16,0 2-152 0,-2 0 71 15,2 6-628-15,0 0-815 0</inkml:trace>
  <inkml:trace contextRef="#ctx0" brushRef="#br0" timeOffset="3348.11">8579 10747 3837 0,'0'0'-28'0,"0"0"30"0,17 7 70 15,-13 0 53-15,-1 5 51 0,2 4 62 16,-1 5 15-16,-3 5 38 0,-2 16-17 15,-1-1-8-15,-3 2 8 0,1-1-10 0,-1 0-10 16,5-1-9-16,0-2-5 0,2 0-17 16,3-3-7-16,4-3 5 0,-2-2-16 15,4-2-4-15,3-5-17 0,-1-5-26 16,4-4-158-16,0-3 0 0,4-3 0 0,2-3 0 16,1-2 0-16,-1-2 0 0,1 0 0 15,1-4 0-15,1-2 0 0,-3 2 0 0,1-4 0 16,1 1-413-16,-1 1-140 0,-8-2-140 15,0-1-206-15,-5 2 72 0,-1-1 101 0,-4 3-662 16,-6 3-840-16</inkml:trace>
  <inkml:trace contextRef="#ctx0" brushRef="#br0" timeOffset="3833.07">8314 9893 3529 0,'-75'-15'-190'0,"7"6"43"0,-16 6 46 15,-32 5 30-15,-6 8 31 0,-13 12 38 0,-12 14 39 16,-42 27 46-16,1 10 37 0,1 11 22 15,2 13 24-15,3 15 17 0,-6 12 15 16,13 2 8-16,13 11 8 0,15 8 5 16,30-2 2-16,17 5 2 0,49-35-3 0,24-2 5 15,27-2 1-15,32-3-1 0,31-5-9 16,59 12-16-16,23-17-19 0,30-21-17 0,25-11-6 16,19-14-22-16,10-13-14 0,10-14-12 15,3-18-11-15,0-12-8 0,-7-14-15 16,-2-14-41-16,-14-13-31 0,-16-10-42 0,-21-17-16 15,-11-10-2-15,-26-18-4 0,-21-12-4 16,-22-10-4-16,-41 18 12 0,-16-5 9 0,-18-6-2 16,-18-3 5-16,-18-8 2 0,-18 2 2 15,-16 4-3-15,-36-24-2 0,7 44-14 16,-18 14-7-16,-47-7-14 0,20 41-25 16,-21 12-29-16,-9 21-38 0,-9 13-66 0,-10 18-64 15,-50 20-64-15,-1 15-88 0,14 16-212 16,8 18-15-16,8 16 85 0,12 9-375 0,11 6-447 15</inkml:trace>
  <inkml:trace contextRef="#ctx0" brushRef="#br0" timeOffset="4031.02">6345 12311 3140 0,'22'-12'312'0,"4"-2"-11"0,18-7-31 16,13-4-1-16,35-4-29 0,20-9 12 15,21 2 23-15,52-15-6 0,12 6-22 16,2 8-44-16,17 7-20 0,1 3-14 0,8 6-15 16,0 6-25-16,-50 5-70 0,58-4-93 15,-58 8-98-15,-7 3-141 0,-7 5-143 16,-6-4-209-16,-14 2-130 0,-13-1 82 0,-41 0-539 16,-6-2-676-16</inkml:trace>
  <inkml:trace contextRef="#ctx0" brushRef="#br0" timeOffset="5114.13">9667 10975 3520 0,'-23'-1'-22'0,"4"-1"6"0,6 2 8 0,1-3 17 0,12 3 56 15,-13 0 73-15,13 0 49 0,0 0 10 0,0 0-7 16,56 18-11-16,-6-8-16 0,15 4-13 16,6-4-16-16,7-2-12 0,2 2-10 0,4-3-11 15,0 1-13-15,-1-1-22 0,-8 0-61 16,-1 1-57-16,-9-3-71 0,-17-3-86 0,-5 4-71 15,-8-5-86-15,-12-1-110 16,-8 0-171-16,-4-1 60 0,-9-1-311 0,-2 2-380 16</inkml:trace>
  <inkml:trace contextRef="#ctx0" brushRef="#br0" timeOffset="5381.93">10541 10701 2653 0,'16'0'47'0,"-1"2"13"16,1 3 19-16,-2 0 37 0,6 5 32 16,7 7 18-16,0 3 8 0,-4 1-3 15,6 10 3-15,-6-1-2 0,-2 0-14 16,-1 9-13-16,-9-2-12 0,-4-3-11 0,-1 2-5 16,-10 0-8-16,1 0-6 0,-9 0-8 15,-5-1-6-15,-4 4-11 0,-10-3-4 0,-3-3-8 16,-6-1-7-16,1-3-7 0,-8 1-5 15,4-5-44-15,0 0-53 0,11-5-56 16,3-2-71-16,3-2-75 0,5-2-75 0,4-4-94 16,4-4-185-16,3 0-3 0,2-2 78 15,6-3-262-15,2-1-281 0</inkml:trace>
  <inkml:trace contextRef="#ctx0" brushRef="#br0" timeOffset="5647.65">11369 10882 2646 0,'4'-4'183'0,"-4"4"-20"16,0 0 22-16,0 0 21 16,2 21 6-16,-4-6 13 0,0 5-1 0,-3 14-2 15,0 2-20-15,1 4-19 0,1-1-16 16,-3 3-17-16,1-2-12 0,-4 0-16 0,4-1-13 15,-3 1-10-15,1-3-48 0,-1-2-66 16,-2-2-69-16,-1-3-92 0,-1-2-90 16,1-7-88-16,0-6-92 0,1-5-159 0,2-3-7 15,1-2 73-15,2-3-274 0,5-2-300 16</inkml:trace>
  <inkml:trace contextRef="#ctx0" brushRef="#br0" timeOffset="6039.04">11346 10798 2309 0,'17'-11'-13'0,"0"0"18"16,3 4 12-16,-4 2 20 0,6 3 26 15,-2 1 20-15,7 2 12 0,7 6-3 0,1 2 3 0,-3 3-12 16,-1 2 4-16,-2 1 12 16,-5 5 1-16,-5-2 2 0,-5 1-10 0,-7-1 16 15,-5 2 11-15,-6 2 27 0,-11 9 3 16,-18 5-3-16,-3-2-12 0,-3 0-10 0,-2-5-10 15,7 1-9-15,5-9-6 0,6-1-3 16,8-3 2-16,4-2 14 0,5-3 11 0,2 2 0 16,4-4 7-16,5 4 2 0,4 0-6 15,2 1-3-15,5 1-7 0,0 3-10 0,4-4-11 16,0 4-4-16,-1-6-8 16,-3 2-12-16,-3-5-8 0,-2 2-8 0,-1-3-5 15,-2 0-8-15,-3 0-3 0,-3 2-3 0,-2-3 10 16,-4 2-9-16,-3-2 7 15,-7 3-7-15,-4-2 2 0,-6-1-9 0,-10 1-2 16,0-1-3-16,0-1-3 0,7-5-35 16,6 0-38-16,4-2-46 0,3-4-69 0,2-2-80 15,1 0-87-15,8-5-65 0,1-3-82 16,9-3-102-16,7-10-113 0,7 1 57 0,1-1-420 16,13-5-529-16</inkml:trace>
  <inkml:trace contextRef="#ctx0" brushRef="#br0" timeOffset="6397.41">12028 10915 2755 0,'19'-18'-90'16,"-2"7"53"-16,-5-1 46 0,-3 3 41 15,0 3 14-15,-4 0-4 0,-3 4 12 0,-2 2 52 16,0 0 30-16,0 0 10 0,0 0 19 16,-48 17 7-16,17-3 9 0,-8 9-2 0,-4 0-4 15,5 7-14-15,8 4-10 0,7-8-9 16,6 3 1-16,5 0-1 0,8-1 1 0,6-6-9 15,8 9-9-15,3 0-5 0,12 7 17 16,8-2 1-16,1-2-10 0,4 0-10 0,-1-3-5 16,-1 1-2-16,-4-3-11 0,-5-6-12 15,-7 0-11-15,0-3-4 0,-8-3 1 0,-1-1-6 16,-6-4 4-16,-3 1 17 16,-2-2 23-16,-4 1 8 0,-3-1 6 0,-3 2-1 15,-5-2-10-15,-4-2-9 0,-3 0-93 16,-7-1-31-16,-6-1 0 0,-3-4 0 0,5 1 0 15,3-6 0-15,-8 0 0 0,8-1 0 16,3 1 0-16,-4-10 0 0,10-2-30 0,4-3-364 16,4-11-122-16,7-7-130 0,13-6-184 15,9-13-9-15,9-4 95 0,17-12-682 16,8 10-876-16</inkml:trace>
  <inkml:trace contextRef="#ctx0" brushRef="#br0" timeOffset="6614.2">12333 10886 4168 0,'12'-12'62'0,"-1"2"38"15,-4 1 35-15,2 3 34 0,-6 2 15 0,-3 4 10 16,0 0 59-16,0 0 31 0,17 14-14 16,-13 1 6-16,-1 8-8 0,2 14-5 0,-3 3-21 15,0 4-24-15,0-1-18 0,-1 3-20 16,3-2-15-16,-2 2-19 0,0-3-14 16,1 1-11-16,-3-5-12 0,0-1-57 0,0-10-52 15,0-5 0-15,0-3-23 0,0-4-129 16,0-1-61-16,-1-2-53 0,-1-4-62 0,-2-4-104 15,0-3-85-15,4-2-88 0,0 0-131 16,-23-18-10-16,12-1 75 0,-5-10-520 16,2-4-656-16</inkml:trace>
  <inkml:trace contextRef="#ctx0" brushRef="#br0" timeOffset="6764.14">12108 10919 3121 0,'-7'-8'64'0,"2"4"26"0,5 4 39 15,0 0 35-15,16-10 49 0,-3 6 36 16,10-1 4-16,11-3-10 0,9 4-27 0,6-1-23 15,14-2-21-15,2 0-18 0,5-1-63 16,1 1-68-16,-5-2-84 0,2 2-114 0,-6-1-120 16,-1 0-132-16,-3-2-230 15,-19 3 24-15,-3-1 71 0,-13-1-311 0,-6 4-355 16</inkml:trace>
  <inkml:trace contextRef="#ctx0" brushRef="#br0" timeOffset="7130.69">11493 9960 2686 0,'-63'16'159'0,"-23"19"13"0,-9 9 17 0,-5 12 36 16,-10 14 34-16,-38 36 25 0,-3 11 10 15,12 3 7-15,13 2 0 0,47-24 0 0,21 1-7 16,23 1 17-16,30 1 1 15,33 2-9-15,35 1-20 0,53 21-25 0,30-11-30 16,24-10-15-16,24-11-24 0,12-7-20 16,0-13-22-16,0-9-19 0,-7-16-35 0,-45-17-36 15,1-10-28-15,-7-9-23 0,-11-12-21 16,-13-11-20-16,-11-11-3 0,-13-9-1 0,-5-12-7 16,-16-14 5-16,-8-9 1 0,-10-16-3 15,-10-11-16-15,-8-7-22 0,-18-10-38 0,-11-4-26 16,-16-7-21-16,-12-1-9 0,-22-7-27 15,-30-31-25-15,-20 20-51 0,-18 16-20 0,-24 19-15 16,19 39-14-16,-17 8-13 0,-51 0-28 16,28 29-71-16,-5 10-187 0,-6 14-9 0,4 17 68 15,7 12-293-15,3 16-345 16</inkml:trace>
  <inkml:trace contextRef="#ctx0" brushRef="#br0" timeOffset="7347.6">10254 11972 2690 0,'0'11'192'16,"9"-3"-2"-16,9-3-7 0,24 0-2 15,26-5 13-15,22 0 9 0,37 0 2 0,14-5-7 16,15 2-19-16,13 3-18 16,3 0-18-16,6 0-11 0,1 3-14 0,2-2-28 0,0 1-47 15,-5 2-44-15,-15-4-51 16,-12 0-73-16,-18 0-67 0,-18 2-66 0,-34-4-93 15,-17 2-101-15,-24-4-161 0,-15 2 42 16,-13 1-275-16,-12 1-331 0</inkml:trace>
  <inkml:trace contextRef="#ctx0" brushRef="#br0" timeOffset="7985.23">8092 12392 2529 0,'11'-21'91'0,"-2"4"56"0,-2 3 23 0,3 4-1 0,-6 2-13 0,2 3-17 0,-6 5 26 0,0 0 22 0,0 0 28 15,5 20 21-15,-12 2 1 0,-8 14 5 16,-4 10 16-16,-12 0 23 0,4 2-5 16,-1-1 13-16,-1-3-3 0,4-1-17 0,3-3-13 15,6-8-14-15,5 2 5 0,6-9-7 16,5-3-10-16,1-3-12 0,5 2-4 0,14 6-20 15,15 1-186-15,14-6-8 0,14-3 0 16,12-4 0-16,6-3 0 0,7-7 0 0,21 2 0 16,-19-6 0-16,-4-1 0 0,-5 0 0 15,-4-1 0-15,-7-1 0 0,-7-1 0 0,-13-1 0 16,-13 1 0-16,-6 1 0 0,-8-1 0 16,-4 1 0-16,-6 0 0 0,0 1 0 0,1-3 0 15,-7 1 0-15,1-2 0 16,-2 1 0-16,-6 4 0 0,4-8 0 0,-4 8-96 15,-4-9-374-15,4 9-62 0,-14-5-89 16,7 5-107-16,7 0-103 0,-25 2 87 0,12-1-674 16,-3 5-869-16</inkml:trace>
  <inkml:trace contextRef="#ctx0" brushRef="#br0" timeOffset="8880.15">9507 12835 3747 0,'0'0'-75'0,"0"0"40"0,0 0 36 0,0 0 46 0,-2-11 42 15,2 11 41-15,0 0 31 0,0 0 18 16,0 0 2-16,-4-6-8 0,4 6-5 15,0 0-3-15,0 0-3 0,0 0 2 0,0 0-7 16,0 0-10-16,0 0-7 0,-2-10-16 16,2 10-5-16,0 0-11 0,0 0-2 15,0 0 2-15,0 0-10 0,0 0 1 16,0 0-4-16,0 0 5 0,0 0 6 0,0 0 2 16,0 0 6-16,-7-4 5 0,7 4 1 15,0 0 8-15,0 0 2 0,0 0 7 0,0 0 10 16,0 0-1-16,0 0 1 0,0 0-16 15,0 0-131-15,22-3 0 0,-6 3 0 0,7-1 0 16,4-1 0-16,11-4 0 0,0 3 0 16,-8 1 0-16,-1-2 0 0,-3 0 0 15,-1 0 0-15,0 1 0 0,-6 2 0 0,-2-1 0 16,-4-2 0-16,1 2 0 0,-3 1 0 16,-11 1 0-16,18-2 0 0,-18 2 0 15,15-3 0-15,-15 3 0 0,11-2 0 0,-11 2 0 16,8-1 0-16,-8 1 0 0,0 0 0 15,11 0 0-15,-11 0 0 0,0 0-32 16,0 0-513-16,0 0-128 0,0 0-179 0,0 0-14 16,0 0 96-16,0 0-745 0,0 0-959 15</inkml:trace>
  <inkml:trace contextRef="#ctx0" brushRef="#br0" timeOffset="9329.87">10227 12692 4502 0,'-9'-7'83'0,"3"0"39"0,2 2 56 0,4 5 58 0,-7-7 76 15,7 7 24-15,0 0-4 0,-6-5-22 16,6 5-27-16,-2-6-27 0,2 6-27 0,0 0-17 16,0 0-30-16,0 0-16 0,0 0-19 15,25 2-17-15,-25-2-12 0,20 9-61 0,-11-2-57 16,0 2 0-16,0 1 0 0,-1 0 0 15,-2 2 0-15,0 2 0 0,-3-2 0 16,-3 2 0-16,0-1 0 0,0 1 0 16,-3-1 0-16,-3 3 0 0,1-1 0 0,0-3 0 15,-1 2 0-15,-1-1 0 0,-2-1 0 16,0-2 0-16,-2 0 0 0,2-1 0 0,-1 1 0 16,4-3 0-16,-3-1 0 0,6-2 0 15,-4 1 0-15,7-5 0 0,-7 9 0 0,7-9 0 16,-8 7 0-16,8-7 0 0,-3 5 0 15,3-5 0-15,0 0 0 0,0 0 0 0,18 1 0 16,-18-1 0-16,35-3 0 16,-11 1 0-16,3-1 0 0,14 1 0 0,-3-3 0 15,-1 0 0-15,-6 0 0 0,-4 5 0 16,-6-2 0-16,-3 0 0 0,0 0 0 0,-3-1 0 16,-1 3 0-16,-5 0 0 0,-2-2-77 15,-7 2-583-15,16-5-179 0,-12 4-76 0,-4 1 100 16,3-8-846-16,-3 8-1099 0</inkml:trace>
  <inkml:trace contextRef="#ctx0" brushRef="#br0" timeOffset="9596.65">10957 12440 5004 0,'-2'-6'137'0,"2"6"-7"0,-5-5-10 0,5 5 19 0,0 0 87 0,-6 17 31 0,2-5 1 16,-2 9-9-16,4 4-20 0,-3 8-8 0,1 6-9 16,2 0-10-16,2 3 18 0,0 1-14 15,2 3-24-15,-2-1-31 0,2 11-103 0,0-12-48 16,0-1 0-16,-2-4 0 0,0-7 0 16,-4-6 0-16,2 1 0 0,2-4 0 0,-4-6 0 15,3 1-40-15,-3-4-278 0,-3-1-112 16,5-6-133-16,2-4-165 0,0-3-139 15,0 0 84-15,0 0-735 0,0 0-962 16</inkml:trace>
  <inkml:trace contextRef="#ctx0" brushRef="#br0" timeOffset="10049.06">11245 12707 4470 0,'0'0'36'16,"-8"-5"20"-16,8 5 44 0,0 0 40 15,-9-5 30-15,9 5 15 0,0 0-7 0,-4-5-16 16,4 5-15-16,0 0-11 0,0 0-13 16,0 0-4-16,0 0-3 0,0 0 2 15,0 0 3-15,0 0-14 0,21-5-6 16,-21 5-5-16,0 0 2 0,17 1-10 16,-17-1-4-16,0 0 4 0,20 5 18 0,-15 0 17 15,2 2 11-15,-1 0 8 0,0 3 6 16,-2 1 2-16,-2 4-5 0,0 0-4 0,-2 1-78 15,-2 3-63-15,0 1 0 0,-1-1 0 16,0 3 0-16,-1 1 0 0,-2 0 0 0,5-6 0 16,-3-2 0-16,2-3 0 0,-2 0 0 15,4-2 0-15,-1-1 0 0,-3-1 0 0,4-1 0 16,-3 2 0-16,3-9 0 16,-4 10 0-16,4-10 0 0,0 11 0 0,0-11 0 0,0 6 0 15,0-6 0-15,0 0 0 16,4 10 0-16,4-5 0 0,2-5 0 0,1 4 0 15,3-2 0-15,2 1 0 0,4 0 0 16,-1-1 0-16,-1 0 0 0,6-1 0 0,-3 1 0 16,-3 0 0-16,2 0 0 0,-6 0 0 15,0-1 0-15,-1-1 0 0,-3 3 0 0,1-3 0 16,1-3 0-16,0 0-229 0,-1-1-546 16,-4-1-190-16,3-1 89 0,-1-5 101 15,-1-1-780-15,0-2-997 0</inkml:trace>
  <inkml:trace contextRef="#ctx0" brushRef="#br0" timeOffset="10298.01">11796 12450 4335 0,'-2'-14'33'0,"2"4"43"0,2 3 26 0,-2 7 17 0,0-10 11 0,0 10 10 0,0 0 43 0,0 0 36 0,0 0 34 0,8 27-11 16,-7-3-18-16,5 10-23 0,-1 7-17 15,-3 0-19-15,0 1-19 0,-2 16-15 16,0 0-7-16,-2 2-13 0,0 3-29 0,-5-3-50 16,0-1-56-16,-7-1-58 15,-1 1-49-15,-1 1-62 0,0-2-52 0,-4-3-86 16,-3-4-78-16,1-3-88 0,-1-9-153 16,5-8-69-16,4-4 70 0,3-9-474 0,4-4-592 0</inkml:trace>
  <inkml:trace contextRef="#ctx0" brushRef="#br0" timeOffset="11079.62">12211 12845 3424 0,'-7'-8'139'0,"7"8"-1"0,-4-4 13 0,4 4 19 0,0 0 32 0,0 0 18 0,-8-9 6 16,8 9-11-16,0 0-10 0,0 0-17 0,-1-6-22 15,1 6-20-15,0 0 15 0,0 0 26 16,5-12-9-16,-5 12-8 0,0 0-3 0,6-6-3 15,-6 6-9-15,0 0-9 0,0 0-19 16,0 0 6-16,0 0 30 0,0 0 13 0,0 0 5 16,-27 21 0-16,16-8 3 0,-3 3-56 15,1 0-128-15,-3 11 0 0,5-5 0 0,2 5 0 16,2-3 0-16,6-3 0 16,1-3 0-16,6 3 0 0,2-1 0 0,-1 1 0 15,10 1 0-15,-2-5 0 0,3-2 0 16,-2-6 0-16,8 0 0 0,-1-3 0 0,2-4 0 15,-3-2 0-15,5-2 0 0,-3-4 0 16,5-5 0-16,-2-5 0 0,-2-5 0 0,-3-3 0 16,-3-5 0-16,-8-2 0 0,0-3 0 15,-6 0 0-15,-7 4 0 0,2 5 0 0,-7 0 0 16,-5-1 0-16,-6 3 0 0,-9 5 0 16,-6 7 0-16,-9 5 0 0,-3 8-56 0,-16 5-669 15,-2 5-229-15,0 10 50 0,0 1 104 16,-14 16-816-16,16-10-1056 0</inkml:trace>
  <inkml:trace contextRef="#ctx0" brushRef="#br0" timeOffset="11396.74">9817 13619 5037 0,'-76'-12'264'0,"4"7"-26"0,-2 3-24 0,3 2-23 0,20-3-17 0,7 0 26 0,17 1 46 0,17-2-9 0,17 1-23 0,20 0-22 15,46-4-19-15,55 0-14 0,38 5-19 16,84 1-13-16,20 1-16 0,19 0-4 16,9 4-13-16,3 3-21 0,-5-1-73 0,-7-5 0 15,-15 1 0-15,-20-2 0 0,-73-2 0 16,-17-3 0-16,-21 0 0 0,-25-2 0 15,-44 4 0-15,-11-2 0 0,-20 1 0 0,-18-3 0 16,-11 0 0-16,-10 1 0 0,-8 4-51 16,4 2-247-16,-34-9-125 0,7 6-155 0,-19 0-212 15,-3-3-68-15,-2 4 97 0,-16-2-746 16,2 2-954-16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00:15.7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6873 4271 696 0,'6'-5'379'0,"-6"5"-95"0,2-5-29 0,-2 5-29 0,2-6-6 15,-2 6-12-15,0 0 2 0,0 0-16 0,4-10 0 16,-4 10 0-16,0 0 7 0,0 0-4 16,0 0 3-16,0-12-7 0,0 12 1 15,0 0-4-15,0 0-4 0,0 0-6 16,0 0 1-16,0 0-12 0,-4-7-15 0,4 7-14 16,0 0-9-16,0 0-10 0,-12-6 7 15,12 6-12-15,-13-4-11 0,6 1-10 0,7 3-7 16,-20-4-10-16,20 4-10 0,-21-2-2 15,12 1-12-15,-4 1 0 0,13 0-4 16,-23 0-13-16,9 0-3 0,-1 0 1 0,1 1-8 16,0 3 0-16,-4-1-1 15,1 1-2-15,-2-1 6 0,2 2-7 0,-4 2 2 16,0 2 1-16,2-1 2 0,0 1-1 16,0 2-3-16,-5 3 0 0,2 1 4 0,5-3-4 15,-4 7 4-15,-2-3 8 0,6 2-5 16,4-3-3-16,-3 2 3 0,5 0-3 0,-5 7-8 15,5-1 1-15,2-6 6 0,-3 12-7 16,1-1-3-16,4 1 5 0,1-4-2 16,-1 8-5-16,4-6 9 0,-1-4-1 0,2 4-9 15,4 0 9-15,0 9 16 0,3 0 1 16,4 1 4-16,0-4 3 0,4 2 4 0,3-4 19 16,3 2 11-16,9 1 16 0,7-5 13 15,5 0-4-15,3-5-3 0,5-2 0 0,0-5-99 16,5 0-4-16,0-6 0 0,1 1 0 15,-7-6 0-15,-1-2 0 0,0 0 0 16,-2-2 0-16,1-2 0 0,0-2 0 16,-6-2 0-16,1 0 0 0,1-6 0 0,-4 3 0 15,1-5 0-15,-2-1 0 0,3-1 0 16,6-8 0-16,-7 1 0 0,7-1 0 16,-6 0 0-16,4 0 0 0,-7-5 0 0,2 2 0 15,-8 3 0-15,4-4 0 0,-7 2 0 16,-2 1 0-16,-2-4 0 0,-2 2 0 0,-2-3 0 15,-4-1 0-15,-3-2 0 0,-3-3 0 16,-3-5 0-16,-5 0 0 0,-4-3 0 0,-5-10 0 16,-5-4 0-16,-8 1 0 0,-6-1 0 15,-3 2 0-15,-6 7 0 0,-2 3 0 16,-6 7 0-16,-3 4 0 0,-9 6 0 16,-3 6 0-16,-4 5 0 0,-1 8 0 0,-6 3 0 15,6 5 0-15,-3 2 0 0,4 5 0 16,2-1 0-16,6 4 0 0,1 3 0 0,5-1 0 15,10 2-178-15,3-1-456 0,2-1-96 16,0 2-181-16,5 1 65 0,4 4 87 16,-1 1-647-16,5 2-857 0</inkml:trace>
  <inkml:trace contextRef="#ctx0" brushRef="#br0" timeOffset="937.05">6961 4507 3712 0,'0'0'-89'0,"8"-10"59"0,-2 8 54 0,-6 2 50 16,3-8 47-16,-3 8 47 0,4-7 34 0,-4 7 28 16,0 0 22-16,5-9 20 15,-5 9-5-15,0 0-22 0,0 0-16 0,-11-10-19 0,11 10-20 16,-13-3-18-16,1 1-22 16,12 2-12-16,-25-2-9 0,14 2-16 0,-4-1-10 15,0 1-10-15,15 0-13 0,-27 0-5 16,13-2-6-16,14 2-12 0,-22 2-2 0,22-2-9 15,-21-2-6-15,21 2-5 0,-18 0-1 16,18 0-5-16,-14 0-1 0,14 0-8 16,-13-2-2-16,13 2 4 0,0 0-3 0,-20 0-1 15,20 0-4-15,0 0 1 0,-14-1-5 16,14 1 0-16,0 0-1 0,0 0-3 0,0 0 0 16,-14 0-2-16,14 0 3 15,0 0-1-15,0 0 1 0,0 0 2 0,0 0 1 0,0 0-7 16,0 0 1-16,0 0-2 15,-13-2-1-15,13 2 1 0,0 0-1 0,0 0-1 16,0 0 1-16,0 0 1 0,0 0-3 16,0 0 3-16,0 0-1 0,0 0-3 15,0 0-5-15,-7 8 4 0,7-8 0 0,0 12 0 16,0-3 5-16,-2 3 5 0,2 3-5 16,0 1 2-16,2 2-1 0,2 1 8 0,0-3-9 15,0 5 3-15,4-2 0 16,-1 0 2-16,3-3 7 0,1-2 7 0,-2-3 8 0,5 2 20 15,-1-4 2-15,3 1 13 0,1-3 7 16,-4-2 4-16,2 2-39 0,-1-4-36 16,1 3 0-16,-4-1 0 0,1 0 0 15,-1 2 0-15,3-1 0 0,-3 3 0 16,0-2 0-16,-1 1 0 0,-2 3 0 0,-3-3 0 16,1 2 0-16,-3 1 0 0,-1-3 0 15,-2 4 0-15,-2-1 0 0,-1-1 0 0,-5 2 0 16,-1-1 0-16,-3 1 0 0,-3-2 0 15,-4-1 0-15,2-1 0 0,3-4 0 0,-4 2 0 16,2-2 0-16,-3-2 0 0,6-1 0 16,-2-1 0-16,1 0 0 0,14 0 0 15,-27-1 0-15,16-1 0 0,-3 0 0 16,3 0 0-16,0-1 0 0,1 0 0 0,3-1 0 16,1-1-219-16,4 0-464 0,2 5-188 15,2-12-23-15,4 3 83 0,3 1-792 16,5-2-1043-16</inkml:trace>
  <inkml:trace contextRef="#ctx0" brushRef="#br0" timeOffset="1300.26">7073 4666 4118 0,'11'-16'-118'0,"0"4"63"0,-2-1 46 0,-2 1 40 0,5 0 44 0,-1-1 25 15,0 3 21-15,1 2 5 0,1-3-2 0,-1 5-7 16,-1 0-4-16,1 2 2 15,0 3-5-15,-12 1 2 0,20 3 2 0,-10 2 13 16,-3 4 11-16,1-1 8 0,-3 7 32 16,-5-4 15-16,0 5 10 0,0 0 15 15,-3 1 3-15,-1 0-2 0,-2 1 1 0,3-2-5 16,-1-1-11-16,2-1-4 0,0-2 0 16,2-3 6-16,2 2-97 0,4 1-109 0,1-7 0 15,4 1 0-15,7-1 0 16,1-4 0-16,2 1 0 0,2-2 0 0,-2-2 0 0,2 1 0 15,-5-1 0-15,2 0 0 0,-5 2 0 16,-1-1 0-16,-14 1 0 0,18-2 0 16,-18 2 0-16,18-2 0 0,-18 2 0 15,11 0 0-15,-11 0 0 0,0 0 0 0,8 2 0 16,-8-2 0-16,0 0-687 0,-7 12-174 16,-2-4-60-16,-4 6 92 0,-10 7-835 15,-4 4-1101-15</inkml:trace>
  <inkml:trace contextRef="#ctx0" brushRef="#br0" timeOffset="2202.21">6607 5358 4078 0,'11'-9'-269'0,"0"1"56"0,-1-1 51 0,-1 2 49 0,-1 0 45 0,0 2 45 0,1-1 31 16,-1 1 32-16,-3-2 19 0,4 0 14 0,-6 2 17 16,3 1 18-16,-1-1 9 0,-5 5 15 15,6-7 2-15,-6 7 2 0,2-7-2 16,-2 7-6-16,3-6-2 0,-3 6-4 0,0 0-10 16,5-2-3-16,-5 2-7 0,0 0-2 15,0 0-3-15,0 0-6 0,0 0 1 16,0 0 7-16,0 0 18 0,0 0 11 15,0 0 19-15,-33 24 5 0,9-2 13 0,-15 11 13 16,-6 2 5-16,-16 13 9 0,-2 8-1 16,-5-1-5-16,-4 4-4 0,0 0-15 0,-2-1-4 15,3-2 2-15,3 1 4 0,7-4-15 16,13-12-41-16,6 0-113 0,3-4 0 0,4-2 0 16,2-3 0-16,11-6 0 0,1-3 0 15,3 0 0-15,3-6 0 0,5-5 0 16,3-2 0-16,1-3 0 0,-1 1 0 15,1-2 0-15,3 0 0 0,3-6 0 0,-9 9 0 16,4-4 0-16,5-5 0 0,-6 7 0 16,6-7 0-16,-5 5 0 0,5-5 0 0,0 0 0 15,-7 7 0-15,7-7 0 0,0 0 0 16,-3 5 0-16,3-5 0 0,0 0 0 16,0 0 0-16,-6 3 0 0,6-3 0 0,0 0 0 15,0 0 0-15,0 0-527 0,0 0-379 16,0 0-11-16,0 0 87 0,14-20-874 0,-12 13-1139 15</inkml:trace>
  <inkml:trace contextRef="#ctx0" brushRef="#br0" timeOffset="4383.14">5120 6561 4192 0,'-1'-6'-242'0,"1"6"60"0,0 0 53 0,0 0 47 0,0 0 45 0,1-10 45 15,-1 10 33-15,0 0 37 16,2-11 24-16,-2 11 22 0,0 0 11 0,0 0 13 16,0-10 8-16,0 10 3 0,0 0 2 0,0 0-7 15,0-9-5-15,0 9-12 0,0 0-7 16,0 0-1-16,0 0-9 0,2-8-13 15,-2 8-12-15,0 0-8 0,0 0-1 16,4-7 2-16,-4 7-1 0,0 0 10 0,0 0-5 16,0 0-4-16,0 0-7 0,0 0-11 15,0 0 17-15,0 0 24 0,0 0 3 16,0 0 12-16,3 31 3 0,-3-13-3 16,-1 5-10-16,-1 4 1 0,0 1-5 0,2 8-11 15,0 1-8-15,2 1-7 0,1-4-13 16,-1 1-4-16,4-10-9 0,2 6-7 0,1-6-1 15,-3-9-6-15,3 1-5 0,0-2 1 16,-2-3-34-16,2-2-8 0,-2-1 0 16,4-5 0-16,-2 0 0 0,2-2 0 0,-11-2 0 15,23-2 0-15,-9-5 0 0,-1 1 0 16,1-3 0-16,-1-6 0 0,0 1 0 0,1-3 0 16,-2-8 0-16,2-2 0 0,-1 1 0 15,-4 5 0-15,3 4 0 0,-6 3 0 0,0 1 0 16,-3 3 0-16,4-1 0 0,-4 3 0 15,1 1 0-15,0 2 0 0,-4 5 0 16,0 0 0-16,0 0 0 0,0 0 0 0,0 0 0 16,15 19 0-16,-11-5 0 0,-2 4 0 15,0 5 0-15,2 0 0 0,-1 2 0 16,1-2 0-16,-2 1 0 0,2 3 0 0,-3-4 0 16,3 0 0-16,-2-3 0 0,1-2 0 15,0-3 0-15,-3-1 0 0,2-3 0 16,-2 0 0-16,2-3 0 0,0 0 0 0,-2-8 0 15,4 4 0-15,-4-4-115 0,0 0-166 16,0 0-76-16,0 0-86 0,13-22-76 16,-12 7-82-16,8-4-113 0,-2-2-41 0,6-6 62 15,1-1-570-15,2 3-723 0</inkml:trace>
  <inkml:trace contextRef="#ctx0" brushRef="#br0" timeOffset="4800.6">5859 6665 3250 0,'8'-5'-112'0,"-3"1"39"0,-5 4 24 0,9-3 41 0,-9 3 53 0,0 0 56 0,0 0 49 15,9 12 35-15,-9-12 23 0,0 17 9 16,-2-5 15-16,-2 5 12 0,-1 2 3 0,-3 1 18 16,-4 9-23-16,1 0-9 0,-1-3-17 15,3-5-15-15,4-1-15 0,-1-3-16 16,1 0-20-16,5-2-14 0,0-3-13 15,3 0-9-15,1-2-7 0,1-3-11 16,5-1-7-16,2-2-16 0,-1-1-5 0,0-3-7 16,-11 0-10-16,21-1 2 0,-21 1-4 15,15-7 27-15,-9 2 14 0,-2-2 17 0,-6-2 10 16,0-2 11-16,-6 0 9 0,-5-7 7 16,-6-3-72-16,-2-2-72 0,-4 3 0 0,2-1 0 15,2 2 0-15,-1 0 0 0,3 0 0 16,1 2 0-16,9 5 0 0,-1 1 0 0,5-2 0 15,-2 1 0-15,4 1 0 0,3-1 0 16,2-2 0-16,1 2 0 0,9-5 0 0,-1 5 0 16,5-5 0-16,9 2 0 15,1 1 0-15,-1 4 0 0,7 3 0 0,1 3-274 16,-7 2-275-16,5 2-92 0,11-4-146 16,-2 4-48-16,0 0 72 0,0-2-714 15,-7 2-924-15</inkml:trace>
  <inkml:trace contextRef="#ctx0" brushRef="#br0" timeOffset="5233.74">5461 6327 3761 0,'-46'0'-103'0,"-13"5"40"0,-4 4 24 0,-3 8 31 0,-20 10 35 0,4 6 55 0,-2 10 41 0,6 4 28 0,0 6 21 16,7 7 14-16,6 6 9 0,8 3 8 0,12 7 4 16,9 1 6-16,16-9-8 0,15-2-3 15,10-1-2-15,13 0 6 0,18 6-5 0,18-2 1 16,14-8-21-16,18-9-13 0,13-7-17 16,5-9-11-16,14-7-17 0,4-11-9 15,2-9-11-15,0-9-15 0,-2-7-9 16,-8-8-15-16,-6-11-16 0,-10-5-15 15,-6-4-10-15,-14-11-4 0,-6-5 7 0,-9-4-1 16,-11-4-2-16,-9-10 4 0,-14 8-6 16,-8-4-1-16,-10-5-8 0,-7-7 2 0,-11-20-3 15,-18-2-4-15,-8 6 4 0,-15 6-14 16,-18 10 10-16,-10 13-8 0,-10 19-2 0,-9 12-1 16,-6 12-2-16,-8 9 8 0,20 12-15 15,-24 12-45-15,10 5-45 0,3 7-42 0,12 3-58 16,27-2-71-16,9 2-100 0,13 2-84 15,14-4-122-15,15-7-205 0,10-2 45 0,6-1 78 16,21 2-512-16,9-3-639 0</inkml:trace>
  <inkml:trace contextRef="#ctx0" brushRef="#br0" timeOffset="5816.2">6879 5327 3389 0,'-8'-10'-1'0,"3"1"25"0,-1 1 32 0,2 3 21 0,4 5 7 0,-5-7 2 16,5 7-16-16,0 0 30 0,0 0 39 16,0 0 15-16,18 34-8 0,9-2 13 15,11 9 7-15,26 14 6 0,10 3-3 0,15 1-15 16,14 3-7-16,11-4-30 0,6 3-15 16,40 11-4-16,-30-18-12 0,0-3 37 0,-1 2 7 15,-1-7 38-15,-14-5-2 0,-5-4-13 16,-14-4-12-16,-30-9-12 0,-10-5-16 0,-7-2-11 15,-16-7-9-15,-7-1-6 0,-6-3-5 16,-6-1-2-16,-1-1-8 0,-1-1-3 16,-2 1-9-16,-9-4 0 0,14 5-11 15,-14-5-4-15,10 2-33 0,-10-2-72 0,0 0-80 16,0 0-91-16,0 0-112 0,0 0-115 16,0 0-117-16,0 0-200 0,-15 14 16 0,6-11 91 15,0 3-563-15,0 0-693 0</inkml:trace>
  <inkml:trace contextRef="#ctx0" brushRef="#br0" timeOffset="7400.05">8632 6491 3161 0,'-4'-5'-84'0,"4"5"39"0,0 0 39 0,0 0 50 0,12-15 53 0,-6 11 52 0,5-2 42 0,-6 1 30 15,6-2 25-15,-6 1 34 0,2 1 9 0,-1-2 37 16,1 3 2-16,-7 4-5 15,5-9-2-15,-5 9-15 0,6-7-22 0,-6 7-21 16,3-5-25-16,-3 5-24 0,0 0-8 16,0 0-4-16,-28 22-9 0,1-1 5 0,-7 11 0 15,-6 7-150-15,-3 2-48 0,-4 5 0 16,-10 9 0-16,17-13 0 0,2 3 0 0,5-1 0 16,6 0 0-16,7-3 0 0,6-4 0 15,1-4 0-15,8-3 0 0,0-4 0 0,8-3 0 16,2-5 0-16,-1 1 0 0,7-4 0 15,3-1 0-15,1-4 0 0,6-1 0 0,2-4 0 16,-1-2 0-16,1-6 0 16,4 0 0-16,7-4 0 0,-9-1 0 0,-1-1 0 15,0-4 0-15,-5 0 0 0,-3-2 0 16,-3-1 0-16,-2-1 0 0,-3-2 0 0,-1 1 0 16,-5 2 0-16,0 3 0 0,0-1 0 15,-2 3 0-15,-2 1 0 0,-2 2 0 0,-3 3 0 16,-1-1 0-16,-2 5 0 0,10 1 0 15,-25 3 0-15,9-1 0 0,0 2 0 0,1 1 0 16,1 1 0-16,3-1 0 0,2-1 0 16,1-1-206-16,2-1-540 0,6-2-170 0,0 0 35 15,0 0 105-15,0 0-811 16,45-14-1028-16</inkml:trace>
  <inkml:trace contextRef="#ctx0" brushRef="#br0" timeOffset="7782.56">9246 6532 4253 0,'6'-15'-50'0,"-2"1"90"0,-3 2 52 0,-1 2 51 15,0 1 34-15,0 1 28 0,0 8 13 0,-5-12 1 0,3 7-22 0,2 5-7 16,-16-5 4-16,16 5-1 0,-25 7-5 16,7 0-3-16,-9 6-9 0,0 4-11 15,0 2-17-15,4 4-12 0,3-2-6 16,2 2-15-16,2 1-14 0,6-3-6 0,4-2-6 15,4-5 2-15,4 3-1 0,2 0-1 16,5-1 3-16,9 9 0 0,-1-5-2 16,5 1-42-16,-6-6-48 0,7 4 0 0,-6-4 0 15,-1-1 0-15,-4 0 0 0,-1-4 0 16,-2 2 0-16,0-2 0 0,-3 1 0 0,-1-1 0 16,-2 1 0-16,-3-3 0 15,-3 2 0-15,-1-1 0 0,-1 1 0 0,-4-4 0 0,-5 6 0 16,-3-4 0-16,0 0 0 0,-4-2 0 15,4-1 0-15,-3-2 0 0,2-1 0 0,-2-4 0 16,-3-1 0-16,1-2 0 16,1-2 0-16,-8-5 0 0,3-3 0 0,1 1 0 15,-2-3-266-15,5 0-755 0,4 3 87 16,5-2 106-16,1 3-921 0,8-1-1180 0</inkml:trace>
  <inkml:trace contextRef="#ctx0" brushRef="#br0" timeOffset="8165.69">8786 6172 4641 0,'-40'-10'-133'0,"-3"4"62"0,-9 6 53 16,-12 6 57-16,-5 6 53 16,-17 14 45-16,0 10 28 0,4 10 27 0,5 8 26 15,-2 9 17-15,9 9 7 0,3 6 4 16,14 2-5-16,10 5 14 0,17 8-13 0,13-2-18 15,16-14-6-15,20 14-13 0,13-5-14 16,20-4-16-16,12-8-16 0,14-5-17 0,6-10-15 16,2-11-100-16,5-12-27 0,0-8 0 15,-15-16 0-15,-2-9 0 0,2-8 0 16,21-10 0-16,-1-8 0 0,-3-7 0 16,-6-5 0-16,-5-6 0 0,-4-7 0 0,-9-2 0 15,-9-10 0-15,-5-6 0 0,-8-4 0 16,-10-5 0-16,-5-7 0 0,-7-6 0 0,-13-2 0 15,-6 14 0-15,-10-1 0 0,-10 0 0 16,-14-6 0-16,-8 27 0 0,-24-4 0 16,-13 15 0-16,-10 14 0 0,2 17 0 0,-2 7 0 15,-7 7-16-15,1 7-311 0,-17 5-99 16,29 5-123-16,6 5-192 0,6-3-118 0,14 1 91 16,12-6-764-16,9 0-977 0</inkml:trace>
  <inkml:trace contextRef="#ctx0" brushRef="#br0" timeOffset="8799.57">8904 7681 4346 0,'-9'-10'44'0,"2"1"43"0,-1 1 45 0,2 3 37 0,6 5 42 0,-7-9 36 0,7 9 14 16,-8-7-4-16,8 7-21 15,-3-5-23-15,3 5 16 0,0 0 34 0,0 0 14 16,32 40-5-16,-2-11-18 0,10 6-9 16,10 6-6-16,22 10-30 0,12 7-209 0,0-1 0 15,9 3 0-15,4-6 0 0,2 5 0 16,-4-4 0-16,-5-2 0 0,-8-5 0 0,-10-5 0 16,-20-10 0-16,-6-4 0 0,-10-6 0 15,-9-4 0-15,-8-5 0 0,-6-4 0 0,0-1 0 16,-3-1 0-16,-2-4 0 0,-1 1 0 15,1 0 0-15,-3 0 0 0,2-1 0 0,-7-4 0 16,7 3 0-16,-7-3 0 16,0 0 0-16,0 0 0 0,0 0 0 0,0 0 0 15,0 0 0-15,0 0 0 0,0 0 0 16,0 0-472-16,0 0-544 0,0 0 116 0,-16-19-1074 16,16 19-1391-16</inkml:trace>
  <inkml:trace contextRef="#ctx0" brushRef="#br0" timeOffset="9332.07">10125 8470 5128 0,'-18'7'-6'0,"5"-3"55"0,0 0 45 0,3-2 42 0,0 2 49 0,5-2 56 0,5-2 35 0,0 0 22 0,-17 3 15 16,17-3 27-16,0 0 1 0,0 0 18 16,0 0-7-16,0 0-267 0,42 6-85 0,-12-7 0 15,14-1 0-15,-2 2 0 0,-1 2 0 16,0-1 0-16,-8 3 0 0,-3 5 0 0,-3 4 0 16,-7 6 0-16,-4 6 0 0,-7 4 0 15,-7 0 0-15,-4 8 0 0,-5 4 0 0,-5 9 0 16,-3 2 0-16,-1-1 0 0,1 3 0 15,1-5 0-15,3-1 0 0,2-9 0 16,2-3 0-16,-2-1 0 0,4-8 0 16,1-7 0-16,1 1 0 0,-1-5 0 0,0-3 0 15,2-2 0-15,-1-1 0 0,2-3 0 16,-3 0 0-16,4-7 0 0,0 5 0 0,0-5 0 16,0 0 0-16,0 0 0 0,14-29 0 15,-5 12-44-15,9-10-948 0,-9 6 40 0,-4 1 105 16,5 3-975-16,-9 3-1248 0</inkml:trace>
  <inkml:trace contextRef="#ctx0" brushRef="#br0" timeOffset="9499.07">10233 9003 4729 0,'-13'-3'17'0,"1"1"88"0,12 2 73 15,-18-3 77-15,18 3 47 16,-14-2 51-16,14 2 29 0,-15-1 3 0,15 1-1 16,0 0-14-16,-12-4-30 0,12 4-33 15,0 0-223-15,0 0-84 0,37-7 0 0,-3 0 0 16,6 0 0-16,1-3 0 0,13 0 0 15,1-5 0-15,4 2 0 0,-1-5-453 0,1 3-159 16,2-5-50-16,4 1-97 0,-3-2-39 16,-4-4 67-16,-3 1-689 0,-4-3-872 15</inkml:trace>
  <inkml:trace contextRef="#ctx0" brushRef="#br0" timeOffset="9832.54">11294 8408 3828 0,'-3'-8'14'0,"-5"-2"67"16,-2 5 42-16,1-1 43 0,-6 1 40 15,-2 0 27-15,-8 3 17 0,-6 2 6 16,-9 4-15-16,-2 3 11 0,-9 5 3 0,1 6 6 16,3 3 0-16,6 1-6 0,9-1-11 15,5 3-15-15,7-2-1 0,4 5-22 0,11-6-12 16,3-1-4-16,8-3-1 0,1 1-160 16,12 6-29-16,4-4 0 0,4 1 0 0,-3 0 0 15,5-2 0-15,-2-4 0 0,-4 2 0 16,0 0 0-16,-3 2 0 0,0-3 0 0,-8-4 0 15,2 1 0-15,-6-1 0 16,-3 1 0-16,-3-4 0 0,-2 2 0 0,-2 1 0 16,-1 2 0-16,-8 1 0 0,-3-1 0 15,-5-2 0-15,2-2 0 0,-4-1 0 0,-2-1 0 16,2-1 0-16,-4-3 0 0,3-4 0 16,1 1 0-16,-8-4 0 0,2-1 0 0,-5-6 0 15,-2-2 0-15,1-3-894 0,7-2-77 16,1-5 120-16,1 3-1011 0,8-8-1287 0</inkml:trace>
  <inkml:trace contextRef="#ctx0" brushRef="#br0" timeOffset="10216.03">10627 8088 5345 0,'-32'-7'-75'0,"-11"4"46"0,-5 6 61 0,-17 9 59 16,-2 9 50-16,-17 15 41 0,2 6 37 15,-4 13 10-15,3 13 8 0,1 13 8 0,1 8 10 16,8 2 10-16,4 7 7 0,12 7 11 16,11 2-13-16,13-1-41 0,17-1-229 0,16-1 0 15,16-7 0-15,19-2 0 0,18-12 0 16,17-10 0-16,16-10 0 0,9-11 0 0,13-11 0 16,4-18 0-16,-4-8 0 0,-16-14 0 15,21-14 0-15,-1-9 0 0,-2-15 0 0,-4-9 0 16,-8-11 0-16,-8-6 0 15,-6-9 0-15,-8-11 0 0,-6-5 0 0,-2-8 0 16,-9-7 0-16,-10-9 0 0,-12-5 0 16,-6-1 0-16,-12 2 0 0,-15 0 0 0,-15 4 0 15,-14 11 0-15,-15 14 0 0,-13 14 0 16,-17 18 0-16,-16 16 0 0,-13 14 0 0,-12 14 0 16,-11 12 0-16,-9 11 0 0,0 6 0 15,4 7 0-15,3 8 0 0,11 3-148 0,7 1-600 16,18-2-189-16,22-11 65 0,5-4 93 15,7-3-822-15,17-6-1041 0</inkml:trace>
  <inkml:trace contextRef="#ctx0" brushRef="#br0" timeOffset="10932.45">8710 7668 4172 0,'4'-6'-154'0,"2"1"59"0,-3 2 45 0,4-2 48 0,-2 1 44 0,-1-2 32 0,2 0 33 0,-3 1 23 0,-3 5 16 0,11-10 7 0,-10 6 4 0,-1 4-11 16,6-4-4-16,-6 4-9 0,0 0-2 15,0 0 38-15,0 0 45 0,-21 39 24 0,-8-2 10 16,-7 12 12-16,-18 14 13 0,-8 7 3 16,-9 7-1-16,-9 4-5 0,-6-3-7 0,5 3-3 15,0-6-47-15,1 0-213 16,6-5 0-16,9-8 0 0,4-7 0 0,21-15 0 16,6-5 0-16,3-4 0 0,15-9 0 15,0-5 0-15,7-3 0 0,-1-3 0 0,2-5 0 16,2 1 0-16,1 0 0 15,-1-2 0-15,6-5 0 0,-10 10 0 0,6-6 0 0,4-4 0 16,-9 8 0-16,9-8 0 0,-3 5 0 16,3-5 0-16,-8 6 0 0,8-6 0 0,0 0 0 15,-8 6 0-15,8-6 0 16,-4 4 0-16,4-4 0 0,0 0 0 0,-7 3 0 16,7-3-262-16,0 0-748 0,0 0 78 0,0 0 109 15,0 0-933-15,0 0-1188 0</inkml:trace>
  <inkml:trace contextRef="#ctx0" brushRef="#br0" timeOffset="13665.22">7697 9134 4810 0,'7'-3'-58'0,"-1"0"47"0,-4-3 34 0,1-2 33 0,-3 2 27 0,0 6 21 0,0-14 19 0,-5 5 10 16,1-1-2-16,-5-1-1 16,-1 0-11-16,-3 2-6 0,-5-1-17 0,0 3-10 15,-3 2-1-15,-1 4-15 0,-1 1-3 16,-3 5-12-16,-11 5-4 0,3 5-4 0,0 4-6 16,-2 5-10-16,7-2 1 0,4 1 0 0,2-1-7 15,5 1-3-15,6-6 3 0,6 0 8 16,4-3 18-16,4-2 19 0,9 1 21 15,1 1 11-15,15 3 14 0,6 0 4 16,3-1 8-16,1-4 3 0,13 1 4 0,-12-1-5 16,-2-2 2-16,-1 1 6 0,-12-3 4 15,-6-1 1-15,-2-2-135 0,-3 1-8 16,-5 0 0-16,1 1 0 0,-7 1 0 16,-1-2 0-16,0-6 0 0,-11 15 0 0,6-5 0 15,-2 0 0-15,-9-1 0 0,1 1 0 16,-3 0 0-16,-1-2 0 0,2 1 0 0,-4-3 0 0,0 2 0 15,-1-5 0-15,4 0 0 16,3-1 0-16,2 0 0 0,-2-2 0 0,3 0 0 16,12 0 0-16,-19-2 0 0,13-1 0 15,6 3-162-15,0-13-552 0,8 5-125 0,7-4-52 16,14-7 96-16,10-4-834 16,9 0-1068-16</inkml:trace>
  <inkml:trace contextRef="#ctx0" brushRef="#br0" timeOffset="14014.8">8225 9132 4192 0,'0'-12'-34'0,"-4"-2"61"0,0 2 36 16,-1 5 41-16,-6-1 35 0,0-1 25 15,-1 3 15-15,-1 2-2 0,-2 2-2 16,-4 0-12-16,0 4-6 0,-1 2 8 0,-11 7-1 16,2 3-6-16,1 1-7 0,6 1-13 15,7-3-11-15,2 0-16 0,5 0-14 0,5-1 5 16,5-1 8-16,3 1 6 0,8 2 8 15,10 3 1-15,8-2 2 0,-1 3-3 0,4-5-6 16,-3 1-5-16,-3 0-4 0,-3-3 3 16,-7-2-1-16,-1 1 5 0,-5-1-49 0,-3 1-67 15,-4 2 0-15,-1-2 0 16,-6 1 0-16,-3 4 0 0,-6-1 0 0,-11 9 0 16,-1-3 0-16,-4-2 0 0,-3-1 0 15,-1 1 0-15,1-4 0 0,-4-2 0 0,1-2 0 16,5-6 0-16,3 2 0 0,6-4 0 15,-6-2 0-15,4-2 0 0,2-1 0 16,0-4 0-16,-4-1-315 0,8-6-287 16,2-1-93-16,2-2-145 0,5-2 19 0,1-3 99 0,3 3-705 15,6-4-878-15</inkml:trace>
  <inkml:trace contextRef="#ctx0" brushRef="#br0" timeOffset="14398.81">7765 8791 3840 0,'-32'-14'-76'0,"-7"2"37"0,-4 3 27 0,-2 3 45 16,-11 6 45-16,-9 6 27 0,-6 8 35 15,-15 13 19-15,3 13 21 0,3 9 8 0,4 7 11 16,3 10 7-16,7 11 14 0,5 7 5 16,5 3-2-16,9 7 0 0,12-4-8 0,13-2-12 15,13-19-9-15,16 6-6 16,15 10-17-16,19-5-5 0,16-10-16 0,17-9-13 15,17-9-16-15,14-9-9 0,15-14-12 16,14-10-6-16,6-12-10 0,7-10-13 0,-4-13-20 16,-8-9-23-16,-8-9-5 0,-15-5 2 15,-13-6-5-15,-14-1 5 0,-6-8 2 16,-9-8 10-16,-11-6 12 0,-13-2-41 0,-11-7-8 16,-19 13 0-16,-6-8 0 0,-15-6 0 15,-3-19 0-15,-21 3 0 0,-11 1 0 0,-8 5 0 16,-15 10 0-16,-11 10 0 0,-4 18 0 15,-10 16 0-15,12 19 0 0,-8 11 0 0,-24 13 0 16,1 11-36-16,5 15-255 0,-4 6-97 16,11 6-110-16,7 1-134 0,14 3-223 15,8-5 59-15,21-8 85 0,9-6-644 0,13-3-810 16</inkml:trace>
  <inkml:trace contextRef="#ctx0" brushRef="#br0" timeOffset="15765.13">5338 7740 3397 0,'5'-5'-222'0,"1"-2"37"0,-1-1 40 0,3 1 30 0,-2-3 33 0,1 2 36 15,1-2 31-15,-2 2 16 0,-2-1 19 16,0 2 14-16,-3 2-4 0,-1 5-2 16,0 0 13-16,0 0 30 0,0 0 22 0,-39 18 14 15,-2 8 19-15,-8 6 1 0,-26 18 10 16,-2 9-5-16,-11 4 5 0,-2 7-3 15,-1 3-23-15,1-1 11 0,2-1 10 16,1 1 6-16,6-2 2 0,9-7 2 0,6-8-3 16,18-12-14-16,8-5-11 0,2-5-4 15,6-2 16-15,7-6-2 0,0-5 2 0,2 1-7 16,2-3-9-16,-2-1-2 0,4-3-16 16,1-2-9-16,0 0-7 0,0-2-6 0,-2 2-7 15,3-3-5-15,-3-1-10 0,3 1 0 16,4-2-6-16,-2 1-16 0,1-4-31 15,3-1-40-15,0 1-43 0,-1-1-51 0,4 0-75 16,-1-1-84-16,9-2-85 16,-12 4-124-16,5-2-216 0,7-2 58 0,-4 6 74 15,4-6-341-15,0 0-411 0</inkml:trace>
  <inkml:trace contextRef="#ctx0" brushRef="#br0" timeOffset="16680.34">3566 9165 2379 0,'0'0'-95'0,"0"0"37"0,0-8 30 0,0 8 34 0,0 0 30 0,0 0 20 0,0 0 23 16,0 0 13-16,-1-10 14 16,1 10 16-16,0 0 7 0,0 0 15 0,0 0 5 15,0 0 8-15,-4-8 3 0,4 8 1 16,0 0-1-16,0 0-3 0,-2-7-4 0,2 7-6 15,0 0-3-15,0 0-17 0,0 0-10 16,0 0-18-16,0 0-8 0,0 0-8 16,0 0 31-16,0 0 2 0,-15 28 14 0,8-10 18 15,-7 11 2-15,3 4 8 0,-3 3 12 16,-1 7-31-16,1-6 0 0,3 0-7 0,-3-2-1 16,5 2-14-16,0-3-13 0,4-3-5 15,-4-7-8-15,5-3-10 0,3-6-11 0,-1 1-7 16,-2-3 2-16,2-3-13 15,0 0 0-15,-1 1-2 0,3-5-6 0,-2 2 2 16,2-8-6-16,-2 12-3 0,2-12 1 16,-4 9-5-16,4-9-13 0,-2 8-52 15,2-8-57-15,0 0-66 0,0 0-61 0,0 0-73 16,0 0-90-16,0 0-76 0,0 0-91 16,26-21-160-16,-14 13-30 0,1-6 93 0,3 3-465 15,2-2-576-15</inkml:trace>
  <inkml:trace contextRef="#ctx0" brushRef="#br0" timeOffset="17098.06">3750 9344 2908 0,'2'-5'-1'0,"0"1"37"16,-2 4 3-16,0 0 11 0,0 0 35 0,0 0 58 16,0 0 25-16,0 0 14 0,-18 16 22 15,13-2-4-15,-1 2-10 0,1 2-16 0,0 3-10 16,3-3-1-16,-1 1-13 0,1-2-11 15,4-1-5-15,-1 0-10 0,1-1-1 16,2-1-5-16,1 0-4 0,0-4-2 16,4-1-4-16,3-1-11 0,-4-3 1 0,5-3-19 15,1 0-1-15,0-4-10 0,4-2-6 16,2-2-6-16,9-8-6 0,-2-1-7 16,0-1-3-16,-3-1-2 0,-7 4 0 0,-1 1-7 15,-5 2-4-15,1 3-1 0,-1-2-7 16,-4 4-6-16,-3 1-4 0,-4 4-2 0,0 0-1 15,0 0 0-15,8 18 8 0,-11-7-4 16,-2 7-1-16,1 2-3 0,-1 4 10 16,-3 9-8-16,3-8-1 0,1 1-2 0,1-2 5 15,2-2-5-15,-1 0 0 0,0-2-1 16,2-2 3-16,0-3-6 0,0-1-32 0,0 0-38 16,0-3-37-16,2-1-38 0,-2 0-38 15,0-3-56-15,2-2-69 0,-2-5-77 0,1 7-103 16,-1-7-141-16,0 0-64 15,0 0 77-15,0 0-386 0,11-26-476 0</inkml:trace>
  <inkml:trace contextRef="#ctx0" brushRef="#br0" timeOffset="17471.59">3668 8993 2756 0,'-32'7'-36'0,"-9"7"47"0,-10 13 36 0,-13 17 41 0,1 7 43 0,-5 9 49 0,4 7 25 16,-1 9 20-16,4 5 5 0,6 5-14 16,6 0 6-16,6 1-6 0,15 1-9 15,7-5-4-15,13-16 1 0,14-2 7 16,7-3 15-16,10-3-18 0,10-6-8 0,20 5-22 16,14-8-14-16,5-11-15 0,10-8-11 15,13-13-12-15,-7-15-8 0,28-5-17 0,1-11-6 16,-2-12-36-16,2-8-9 0,-8-8-9 15,-7-8 4-15,-12-6-11 0,-10-7-10 0,-15-6 4 16,-10-6-6-16,-15-10-3 0,-13-8-9 16,-16-1-2-16,-13 10-14 0,-13-24-2 15,-17 1-5-15,-12 9-6 0,-12 4-8 16,-7 14 4-16,-9 11-5 0,-10 15-6 0,-8 17-9 16,-5 12-21-16,15 19-22 0,-5 10-24 15,-17 13-53-15,4 12-55 0,2 7-86 16,9 13-87-16,6 3-112 0,13 2-247 0,12-1 23 15,20-12 82-15,8 1-442 0,9 1-559 16</inkml:trace>
  <inkml:trace contextRef="#ctx0" brushRef="#br0" timeOffset="18713.54">3636 10309 2958 0,'5'-12'-65'0,"1"4"28"0,-4 0 29 0,1 1 27 0,-3 7 23 0,0-10 22 0,0 10 9 16,0 0 4-16,-9-8 40 0,9 8 22 0,0 0 17 15,-52 26 6-15,16 3 13 0,-7 13 10 16,-16 13 9-16,-2 6 8 0,0 6 3 0,-4 6 2 16,1 0-1-16,2 5-19 15,-1-2-6-15,2 3-21 0,8-1-7 0,5-7-14 0,5-7-13 16,12-16-8-16,4-1-8 15,3-2-16-15,0-3-8 0,3-5 4 0,6-5-17 16,-4-4-11-16,6-1 0 0,2-7-2 16,1-5-7-16,2-1-1 0,-1-3-2 0,3-1-2 15,0-3-14-15,1 1 9 0,-1-1-12 16,2 0 2-16,-1-4 4 0,-2 0-1 16,7-3-30-16,-9 5-25 0,9-5-55 0,-11 2-63 15,11-2-82-15,0 0-99 0,-18-2-125 16,18 2-159-16,-11-8-198 0,8 5 73 0,3 3-585 15,-9-7-768-15</inkml:trace>
  <inkml:trace contextRef="#ctx0" brushRef="#br0" timeOffset="19330.55">2098 12155 3411 0,'21'-14'-99'0,"-1"2"13"0,1 4 11 0,1 1 7 0,1 2 12 0,1 1 13 0,-3 3 15 0,-2 2 11 0,6 3 15 0,1 9 22 0,-3 3 23 0,-3 4 23 15,-9 8 25-15,-6-2 22 0,-3-3 22 0,-4 14 19 16,-5 1 12-16,-2-2 16 0,-3 0 0 15,-1-2-6-15,0-2-12 0,-1-3-16 16,7-6-15-16,1-5-10 0,2-3-15 0,0-3-10 16,2-1-7-16,4-1-7 0,2 0-6 15,7 0-8-15,2-3-21 0,5-7-29 0,3 3-27 16,3-6-11-16,3-3-4 0,3-2 7 16,-5-1 0-16,-9 1 16 0,-5-3 12 15,-2 1 22-15,-7-2 25 0,-4 1 15 0,-7-9 23 16,-6-6 23-16,-8 2 28 0,-2 0 10 15,-1 2 13-15,-7-5 12 0,8 3 10 0,0 3 0 16,5 2-9-16,1-3-14 16,4 3-16-16,5 3-17 0,2 1-11 0,6 1-20 15,2-3-16-15,6-2-36 0,3 1-32 16,9-7-57-16,3 0-79 0,6 4-69 0,5 1-66 16,8 1-69-16,-6 2-98 0,4 5-100 15,1-1-153-15,-3 5-129 0,-6-2 79 16,-3 5-593-16,-7 2-768 0</inkml:trace>
  <inkml:trace contextRef="#ctx0" brushRef="#br0" timeOffset="19697.37">2488 11737 3439 0,'-34'-9'-24'0,"-6"3"31"0,-2 6 27 16,-5 8 29-16,-12 9 53 0,-2 7 33 15,-16 17 32-15,3 14 17 0,1 11 29 0,3 6-6 16,5 9-10-16,4 5 2 0,10 4-23 16,11-1 8-16,11-6-8 0,15-16-14 0,11-2-16 15,11-3-13-15,10-3-6 0,15-3-14 16,20 2-5-16,14-9-7 0,13-11-10 16,15-17 4-16,10-10-15 0,9-13-8 15,8-11-5-15,0-12-4 0,-4-8-5 0,-8-8-5 16,-10-7-10-16,-10-8-3 0,-18-6-10 15,-11-2 3-15,-17-4-8 0,-17 8-8 16,-14-6-4-16,-13-8-5 0,-15-19-26 0,-15 0-12 16,-13 5-10-16,-14-2-21 0,-10 6-12 15,-10 9-22-15,-7 12-5 0,-2 14-19 0,0 18-21 16,10 19-25-16,-1 12-29 0,2 14-60 16,-23 12-82-16,4 12-108 0,3 5-136 0,3 13-219 15,12 0 70-15,6-3 82 0,11-1-401 16,15-10-509-16</inkml:trace>
  <inkml:trace contextRef="#ctx0" brushRef="#br0" timeOffset="31110.41">11205 3722 1353 0,'5'-9'131'0,"-3"3"39"0,3-1 38 0,-5 7 16 0,4-12 31 0,-4 5 28 16,0 7 17-16,1-9-3 0,-1 9-15 16,2-6-25-16,-2 6-31 0,0 0-25 0,0 0-17 15,0 0 17-15,0 0 0 0,-3 29 18 16,-1-8-5-16,-6 13 15 0,0 0-7 16,-2 4-3-16,-2 8-10 0,-2-1-38 0,5-8-18 15,-4 8-11-15,-1-10-18 0,3-2-10 16,3 0-9-16,-1-5-14 0,0-6-6 0,5-4-10 15,0-2-7-15,1-4-2 0,1-2-10 16,0 1-6-16,0-4-5 0,3-1-17 0,1-6-20 16,-2 5-35-16,2-5-13 0,0 0-31 15,0 0-9-15,0 0 1 0,3-29 6 16,1 14 9-16,-4-1 3 0,0-2 3 16,0 0 7-16,-4 0-1 0,1 1 7 0,-6 2 4 15,2 1 10-15,-2 3 1 0,-3 1 3 16,-3 2 10-16,-3 2 14 0,0 4 9 15,-5 2 23-15,-2 5-6 0,-7 4 13 0,1 5-10 16,4 3-1-16,9 4 0 0,-2 1 2 16,11-2 7-16,3 0-6 0,2-2-1 0,6 1 6 15,3 2-2-15,4 0 2 0,4 4 2 16,4-1 1-16,4-3-7 0,2-4 2 16,-6-3-7-16,0-6 6 0,0 1-28 15,-2-3-27-15,1 0-40 0,-1-3-43 0,-1-2-65 16,-2 1-75-16,2-4-87 0,3-2-96 15,1-2-115-15,-4 1-163 0,6-3-23 0,-1-2 81 16,7-4-425-16,4-3-547 0</inkml:trace>
  <inkml:trace contextRef="#ctx0" brushRef="#br0" timeOffset="31295.06">11472 4042 2801 0,'4'-6'37'0,"-3"0"62"0,-1 6 30 0,0 0 31 0,0 0 42 0,0 0 24 0,0 0 1 0,0 0-1 15,0 0-14-15,-13 37-19 0,10-20-16 16,-2-1-17-16,-2 4-17 0,1 1-14 16,1 0-17-16,-3-3-43 0,0 1-62 0,4-4-63 15,-1-1-83-15,-1 0-94 0,2-3-87 16,1-5-128-16,0-1-156 0,3-5-26 0,-4 6 72 16,4-6-232-16,0 0-277 0</inkml:trace>
  <inkml:trace contextRef="#ctx0" brushRef="#br0" timeOffset="31444.82">11615 3906 2275 0,'2'-15'111'0,"-2"4"44"0,0 1 34 0,0 0 10 15,0 5-1-15,0 5-24 0,0-13-19 16,0 13-22-16,2-7-58 0,-2 7-74 16,0 0-71-16,3-4-85 0,-3 4-126 15,0 0-203-15,0 0-61 0,11 18 75 0,-7-9-95 16,3-1-66-16</inkml:trace>
  <inkml:trace contextRef="#ctx0" brushRef="#br0" timeOffset="31761.5">11866 3980 1594 0,'0'0'175'16,"0"0"47"-16,0 0 6 16,0 0 1-16,0 0 40 0,0 0 30 0,-14 19 8 0,9-8 0 15,-1 9 10-15,1 2-13 0,-3 1-30 16,0 8-23-16,3 0-23 0,-3-5-23 15,5-4-16-15,-3 0-28 0,2-4-2 16,0-2-20-16,-2-2-19 0,4-2-9 16,0-1-1-16,-1-3 29 0,-1-1 3 0,4-7-15 15,-4 3-17-15,4-3-5 16,0 0-14-16,0 0-12 0,0 0-4 0,-8-30-13 16,13 9-24-16,0-15-10 0,4-3-2 0,7-11-6 15,4-3-9-15,5-4-9 0,2 2-15 16,0-1-14-16,0 6-5 0,1 3-16 15,-4 10-24-15,-8 10-39 0,2 5-55 0,-4 7-62 16,-3 9-46-16,2 2-57 0,-4 4-51 0,-9 0-80 16,12 9-136-16,-8 1-127 0,3 2 65 15,-3 8-403-15,-8 1-534 0</inkml:trace>
  <inkml:trace contextRef="#ctx0" brushRef="#br0" timeOffset="31895.01">11748 4100 2787 0,'-19'5'-30'0,"4"-5"41"15,4 0 12-15,11 0 16 0,-16 1 2 16,16-1-7-16,0 0-13 0,0 0-39 16,0 0-52-16,0 0-76 0,42-18-115 0,-10 9-169 15,7 4-43-15,1-4-47 0,1-1-24 16</inkml:trace>
  <inkml:trace contextRef="#ctx0" brushRef="#br0" timeOffset="32213.91">12280 3971 1640 0,'0'0'185'0,"0"0"26"16,0 0 25-16,0 0 7 0,0 0 19 0,-33 0 13 16,33 0 0-16,-19 13-8 0,10-2-9 15,-1 7-10-15,-5 7-10 0,1 2-21 0,3 1-17 16,-1 1-18-16,1 2-17 0,6-9-14 16,-6 7-19-16,2-7-11 0,4-5-2 15,1-3 0-15,0-1-10 0,1-1 22 0,-3-4 1 16,3 1 41-16,1-5 32 0,2-4-14 15,-7 6-13-15,7-6-9 0,0 0-7 16,0 0-9-16,-9-23-15 0,9 8-17 16,4-11-11-16,-1-12-12 0,8-11-10 0,7-6-12 15,-1-2-13-15,6-1-6 0,2-2-21 16,1 3-30-16,1 6-18 0,2 5-37 0,-6 6-42 16,-3 13-47-16,0 4-54 0,-6 5-52 15,2 7-61-15,-1 5-61 0,1 2-61 16,-4 6-89-16,2 1-101 0,-1 4-154 0,1 6 52 15,-1 1-537-15,-4 5-717 0</inkml:trace>
  <inkml:trace contextRef="#ctx0" brushRef="#br0" timeOffset="32395.27">12301 4057 3350 0,'-21'3'68'16,"5"0"106"-16,5-3 39 0,-1 2 48 0,12-2 63 15,-16-2 17-15,16 2 5 0,-16-1-12 16,16 1-28-16,0 0-35 0,-7-7-29 15,7 7-21-15,0 0-67 0,7-13-81 0,0 10-98 16,5 0-96-16,3-1-105 0,5 2-134 16,-3-3-150-16,4 5-227 0,3-4-6 15,-4 2 90-15,2 0-471 0,1 2-591 16</inkml:trace>
  <inkml:trace contextRef="#ctx0" brushRef="#br0" timeOffset="32778.3">12646 4098 3392 0,'-8'0'158'15,"8"0"29"-15,0 0 25 0,0 0 15 0,-19 0-1 16,19 0-12-16,0 0-20 0,0 0-20 16,0 0-19-16,0 0-9 0,0 0-16 15,0 0-17-15,0 0-29 0,22-14-21 0,-11 9-14 16,0-3-7-16,3 0-4 0,-7 4-5 15,2-5-3-15,-1 1-1 0,-2 2 4 16,0 0-3-16,-5 1-3 0,-1 5-1 16,-1-12-5-16,1 12-1 0,-16-4 3 0,3 2 4 15,-6 4 0-15,-6 2 6 0,-8 6 6 16,1 1 1-16,1 5-3 0,1 1 3 0,3 4 2 16,3 1-6-16,5 0-2 0,-1 4 1 15,7-6-4-15,6-1-4 0,2-2 0 0,5 0 4 16,3 1-7-16,3-3 6 0,5 3-8 15,5-4-9-15,7 1-32 0,4-1-46 16,6-7-55-16,-7-3-76 0,1-2-90 16,4-4-98-16,-5-4-119 0,12-1-170 15,-3-5-38-15,-5 1 80 0,2-1-418 0,-3-2-521 16</inkml:trace>
  <inkml:trace contextRef="#ctx0" brushRef="#br0" timeOffset="33260.69">12897 4229 3091 0,'-9'4'110'0,"9"-4"19"15,-14 2 9-15,14-2 13 0,-7 3 13 16,7-3 0-16,0 0-8 0,-4 11-9 0,4-11-16 16,0 0-10-16,9 14-13 0,-1-11-7 15,0 3-10-15,-1-2-6 0,1 0-7 0,-8-4-8 16,17 4-6-16,-17-4-5 0,15 0-2 15,-15 0 10-15,14-4 7 0,-14 4-3 16,11-9-4-16,-5 2-8 0,-3-2-7 0,-3-5-5 16,2-3-5-16,-2-1-6 0,0-5-5 15,0 0-4-15,-3-2 0 0,1 3-3 16,-4 0 0-16,2 5 2 0,3 2-6 16,-5 1-2-16,3 1-3 0,-2 4-1 0,-1 2 0 0,3 0-4 15,-3 1 3-15,6 6-2 0,-4-4 4 16,4 4-1-16,0 0 2 15,0 0 12-15,22-4 1 0,-2 2 0 0,7 1-1 16,10-1-4-16,6-1 0 0,-1 0-4 16,-10 0 1-16,-5 3 7 0,0-1 12 0,-9 2 3 15,1 2 17-15,-1 0 15 0,-3 2 28 16,-1 2 1-16,-5 1 12 0,-2 2-5 0,1 3 7 16,-2 7-7-16,-4-2-8 15,-2 2-11-15,0-2-7 0,-2 6-4 0,-1-1-6 16,1 1-12-16,2-6-2 0,-1 1-12 15,-3-2-37-15,2-1-49 0,0-2-69 0,0-3-59 16,2-1-54-16,0-2-69 0,0-2-108 16,0-6-143-16,2 7-201 0,-2-7-59 15,0 0 85-15,0 0-571 0,27-10-745 0</inkml:trace>
  <inkml:trace contextRef="#ctx0" brushRef="#br0" timeOffset="33960.75">13742 4113 3799 0,'0'0'68'0,"0"0"31"16,-12-1 24-16,12 1 12 0,0 0 2 0,0 0-6 0,-11-4-13 16,11 4-8-16,0 0-7 0,0 0-8 15,0 0 6-15,0 0 0 0,0 0 9 0,0 0 3 16,0 0 5-16,0 0-1 0,0 0 2 15,0 0 11-15,0 0 9 0,19-15 0 0,-19 15 6 16,6-10-6-16,-5 4-13 0,-1 6-13 16,0-12-11-16,0 4-13 0,0 8-5 15,-7-15-9-15,2 9-11 0,2 0-3 0,-7 1 2 16,1-1-15-16,-3 0-3 16,1 3-7-16,-3 2-8 0,14 1 2 0,-26 1-2 0,7 2-3 15,1 3 10-15,0 3-14 0,2 1 2 16,2 2-20-16,-2 3 3 0,5-1-6 15,1 1 7-15,0 3 1 0,7-1 0 16,3-3 1-16,0 3 8 0,3-2 9 0,6 1-2 16,0-1 1-16,4-1-2 0,3-1 2 15,0-3 14-15,4 0 12 0,-6-4 3 16,6-1 8-16,-3-2 1 0,2 1 8 0,-2-4 10 16,-2-1-35-16,3-2-48 0,-2 2 0 15,2-2 0-15,-2-1 0 0,-4 0 0 0,0 2 0 16,-12 2 0-16,15-6 0 0,-6 4 0 15,-3 0 0-15,-6 2 0 0,12-1 0 16,-12 1 0-16,0 0 0 0,13 5 0 16,-8-2 0-16,-5-3 0 0,5 13 0 0,-3-5 0 15,-2 1 0-15,4-3 0 0,-2 1 0 16,-1-1 0-16,1 0 0 0,-2-6 0 0,9 6 0 16,-9-6 0-16,18-2 0 0,-18 2 0 15,31-8 0-15,-17 3 0 0,6-1 0 0,-4 0 0 16,0-2 0-16,-1 3 0 0,-3 1 0 15,-1 1 0-15,-4 0 0 0,-7 3 0 16,20 0 0-16,-20 0 0 0,17 6 0 16,-8-1 0-16,-3 5 0 0,1-4 0 0,2 2 0 15,-4 3 0-15,1-2 0 0,-1 0 0 0,-1 0 0 16,3-1 0-16,-4 0 0 16,1-1 0-16,0-2 0 0,-3 0 0 0,5-1 0 15,-6-4 0-15,16 4 0 0,-5-4-268 16,5 0-581-16,-2-4-112 0,6 1 85 0,5-1-905 15,7-6-1211-15</inkml:trace>
  <inkml:trace contextRef="#ctx0" brushRef="#br0" timeOffset="34428.56">14845 4100 4761 0,'-13'-7'-26'0,"-1"-1"65"0,5 6 56 0,-5-2 45 0,3 4 34 0,11 0 23 0,-23 2-6 0,6 1-6 16,1 2-24-16,3 4 2 15,-2 1-8-15,2 0-18 0,-1 4-10 0,3 0-11 16,4-2-8-16,-2 1-16 0,4-1-2 16,3 2-12-16,-2-4-9 0,6 1-11 0,0-1-23 15,1-2-48-15,8-1-39 0,0 3-45 16,4-6-45-16,0 2-41 0,5-3-21 0,-2-2-11 16,1-1-7-16,1 0-3 0,-2-3 13 15,5-2 16-15,2-1 18 0,2-9 27 16,2-2 38-16,-3-2 38 0,-1-1 43 0,-6 1 42 15,0 4 45-15,-7 1 39 16,-3 4 32-16,-4 0 33 0,4 2 22 0,-4 0 8 16,-3 1-3-16,0-1-5 0,-2 8 11 15,-6-12-11-15,-1 9-3 0,7 3 7 0,-27-1 4 16,4 5-1-16,-11 8-13 0,-2 1-7 16,-7 9 0-16,4 3-2 0,1 5-11 0,5-3-9 15,3 6-62-15,11-5-84 0,3 1 0 16,7-2 0-16,1-2 0 0,10-3 0 0,2-3 0 15,3 1 0-15,9 4 0 0,2-3 0 16,7-3 0-16,2-4 0 0,4-3 0 16,-5-5 0-16,-1-1 0 0,0-3 0 15,-3 0 0-15,0-1 0 0,-1-1-25 16,-3 0-251-16,4-1-65 0,-5-1-80 0,0-2-84 16,-7 0-113-16,5-1-190 0,-1-3 21 15,-3 0 89-15,0-1-565 0,-4-3-722 0</inkml:trace>
  <inkml:trace contextRef="#ctx0" brushRef="#br0" timeOffset="34826.92">14458 3949 3465 0,'-4'-7'15'0,"-2"2"44"0,6 5 53 0,-19-7 33 0,4 7 42 0,-6 3 38 0,-9 6 25 0,-5 4 10 16,-6 10 6-16,4 0-27 0,3 6-7 16,3 3-31-16,13-3-19 0,4 0-5 0,6 2-25 15,5-4-17-15,6-3-9 0,9 7-11 16,1-3-66-16,9-5-61 0,2 0-70 0,4-2-69 16,3-10-70-16,1 0-100 0,5-2-89 15,-6-6-139-15,-6-1-182 0,2-2 50 0,0-2-487 16,0 2-634-16</inkml:trace>
  <inkml:trace contextRef="#ctx0" brushRef="#br0" timeOffset="35427.9">16268 4106 3626 0,'0'0'218'0,"0"0"-6"0,-21-6 10 0,21 6 29 0,-25 3 42 16,10 2-1-16,-2 0 1 0,-2 4-6 0,0 1-17 15,2 1-20-15,0 2-18 0,4-1-12 16,3 3-14-16,2-1-16 0,5 0-14 16,3-1-11-16,2-2-13 0,7 3-9 15,5-2-15-15,4-2-13 0,14 3-9 0,1-5-13 16,-1-7-42-16,1 2-51 0,-7-6 0 16,11-2 0-16,-11-1 0 0,4-5 0 0,-3-1 0 15,-4-6 0-15,-5 1 0 0,-3-8 0 16,-8 3 0-16,1-2 0 0,-2-9 0 0,-2 4 0 15,-2 3 0-15,-4 3 0 0,-2 2 0 16,2 1 0-16,-2 6 0 0,-4-2 0 16,-3 4 0-16,0 3 0 0,-5 2 0 15,2 5 0-15,-8-1 0 0,6 3 0 16,4 0-84-16,1 3-418 0,11-3-67 0,-16 0-51 16,16 0-79-16,0 0-127 0,0 0 57 15,0 0-633-15,52-20-854 0</inkml:trace>
  <inkml:trace contextRef="#ctx0" brushRef="#br0" timeOffset="35710.21">16747 3873 3573 0,'15'-2'-66'16,"-8"1"70"-16,-7 1 70 0,0 0 55 16,10 8 64-16,-10-8 44 0,-1 15 44 15,-3-4 32-15,-3 5 8 0,2 2-8 0,-4 11-23 16,-4 0-10-16,2 3-19 16,2-1-19-16,-3-2-21 0,7-5-24 0,-3-6-19 0,5 0-18 15,-3-4-15-15,2-1-10 0,0-3 4 16,0 0 43-16,0-3 44 0,2 0-63 15,2-7-163-15,0 0 0 0,0 0 0 16,0 0 0-16,0 0 0 0,-3-36 0 0,10 6 0 16,7-7 0-16,4-10 0 0,7-7 0 15,13-20 0-15,5 1 0 0,2-4 0 0,7 3 0 16,-4 5 0-16,-10 24 0 0,-6 6 0 16,-1 6 0-16,-6 12-304 0,-9 9-149 15,2 5-61-15,-4 3-68 0,-1 6-99 0,-2 3-159 16,-2 3 91-16,-3 5-635 0,-4 3-836 15</inkml:trace>
  <inkml:trace contextRef="#ctx0" brushRef="#br0" timeOffset="35877.25">16729 4065 3912 0,'-12'6'124'0,"1"0"66"0,8 0 61 16,-5-4 72-16,8-2 23 0,-5 6 15 0,5-6-24 15,0 0-30-15,0 0-38 0,0 0-29 16,0 0-47-16,30-16-84 0,-11 9-95 0,2-1-101 15,11-4-101-15,2-2-128 0,1 5-141 16,2 0-173-16,-1-2-158 0,-10 5 73 16,-5-1-576-16,-6 2-749 0</inkml:trace>
  <inkml:trace contextRef="#ctx0" brushRef="#br0" timeOffset="36443.76">18533 3566 3905 0,'9'-20'183'0,"-2"5"47"0,1 4 22 0,-5 3 15 0,-3 1 12 0,2 0-17 0,-2 7-28 0,0 0 44 16,0 0 36-16,-16 32 17 0,-4 1 10 15,-5 16 1-15,-2 5-7 0,-4 4-13 0,-4 14-27 16,11-12-274-16,1 4-21 0,2 0 0 15,-1-6 0-15,6 0 0 0,0-7 0 0,3-15 0 16,4 1 0-16,-1-8 0 16,2-8 0-16,5-3 0 0,-3-5 0 0,2-1 0 15,3-4 0-15,-6-1 0 0,5-3 0 0,2-4 0 16,0 0 0-16,0 0 0 0,0 0 0 16,0 0-198-16,16-35-622 0,-5 20-154 0,10-10 88 15,2-1-921-15,0 0-1235 16</inkml:trace>
  <inkml:trace contextRef="#ctx0" brushRef="#br0" timeOffset="36793.57">18596 4046 4705 0,'0'0'0'15,"0"0"80"-15,0 0 45 0,0 0 34 16,0 0 40-16,0 0 8 0,0 0 24 0,0 0 2 16,0 0-12-16,0 0-2 0,0 0 1 15,0 0-6-15,0 0-8 0,0 0-17 0,11 4-14 16,-11-4-12-16,11 2-16 15,-11-2-11-15,17-2-14 0,-6 0-7 0,1-1-8 16,0-3-89-16,0-1-18 0,0 0 0 16,1-5 0-16,-2 2 0 0,-2-1 0 0,-4 3 0 15,1 0 0-15,-4 2 0 0,-4 0 0 16,2 6 0-16,-17-7 0 0,0 5 0 0,-5 4 0 16,-2 1 0-16,-10 8 0 15,4 2 0-15,3-1 0 0,0 5 0 0,10-2 0 16,6 2 0-16,-1 0 0 0,4 0 0 15,4 4 0-15,4-7 0 0,0 4 0 0,8 1 0 16,4-4 0-16,1-1 0 0,6 5 0 16,1-12 0-16,2 3 0 0,1-2-60 0,2-4-351 15,0-3-66-15,1 1-57 0,0-4-63 16,-1-2-62-16,8-3-86 0,1-7 11 16,-6 2-618-16,7-3-806 0</inkml:trace>
  <inkml:trace contextRef="#ctx0" brushRef="#br0" timeOffset="37076.99">19085 4025 3456 0,'13'-18'-45'0,"-1"3"103"0,-6-3 95 0,-3 6 77 15,-1 3 70-15,0-1 60 0,-2 4 23 16,4-3 0-16,-4 2-24 0,0 7-32 16,2-8-31-16,-2 8 7 0,0 0 12 0,0 0-12 15,-19 34-10-15,5-5-17 0,1 4-25 16,-4 10-61-16,0 1-190 0,0 1 0 16,-1-1 0-16,5-9 0 0,2-2 0 15,-3-4 0-15,7-8 0 0,-1-3 0 0,0-5 0 16,4-1 0-16,1-3 0 0,-1-2 0 15,4-7 0-15,-4 3 0 0,4-3 0 0,0 0 0 16,0 0 0-16,4-33 0 0,5 2 0 16,11-13 0-16,3-6 0 0,5-4 0 0,16-16 0 15,2 0 0-15,1 7 0 16,-9 15 0-16,1 4 0 0,-7 3 0 0,2 9 0 16,-3 2 0-16,-6 11 0 0,-5 7 0 15,0 5-115-15,-3 6-495 0,-2-2-95 0,1 6-173 0,-2 0 15 16,0 2 99-16,-3 3-684 15,-1 5-896-15</inkml:trace>
  <inkml:trace contextRef="#ctx0" brushRef="#br0" timeOffset="37259.94">19123 4074 4379 0,'-19'1'181'0,"2"-1"37"0,3-1 53 0,14 1 40 15,-18-3 29-15,18 3-6 16,-12 0-30-16,12 0-35 0,0 0-32 0,0 0-66 15,0 0-79-15,0 0-103 0,23-11-97 16,2 8-100-16,13-6-127 0,4 0-123 0,11-5-145 16,0-1-176-16,10 0 49 0,4-2-588 15,4-4-775-15</inkml:trace>
  <inkml:trace contextRef="#ctx0" brushRef="#br0" timeOffset="37626.87">20177 3374 3416 0,'-5'-25'-3'0,"-4"4"74"0,0 5 57 15,2-2 64-15,-3 6 33 0,0 2 16 16,1 4 2-16,-1 4 12 0,10 2 18 0,-34 13 18 16,0 14-3-16,-1 7-16 0,-1 12-19 15,-6 16-20-15,0 6-17 0,1 7-33 0,5 2-13 16,1 3-15-16,4 1-20 16,2-4-6-16,5-14-29 0,3-2-50 0,0-5-68 15,3-1-67-15,4-3-70 0,1-7-63 16,1-11-71-16,4-8-58 0,5-6-33 0,-1-8-23 15,0-4-13-15,2-2-15 0,2-6 29 16,0 0 51-16,0 0 63 0,0 0 69 0,4-26 58 16,-2 9 54-16,-2-4 59 0,0-2 70 15,-2-3 75-15,0 3 69 0,0 6 43 0,1-1 33 16,-1 5 18-16,-1 1 27 0,3 1-6 16,-4 3-8-16,4-1-23 0,0 1-22 15,-2 1-28-15,2 7-21 0,2-10-19 0,-2 6-41 16,0 4-60-16,20-6-73 0,-3 2-82 15,19-4-94-15,6 4-96 0,17-1-64 16,7-2-43-16,11 0-105 0,26-7-157 16,0 3 15-16,-2-5-417 0,-8-3-530 0</inkml:trace>
  <inkml:trace contextRef="#ctx0" brushRef="#br0" timeOffset="38693.65">20952 3381 3200 0,'0'-15'153'0,"-2"4"29"15,-1 3 10-15,1 2 1 0,2 6 10 16,0 0 29-16,0 0 23 0,-29 18 20 0,6 7-2 16,-4 9 6-16,-3 10-1 15,-2 6 1-15,-3 2-14 0,-4 15-27 0,6-10-19 16,5 1-19-16,-3-2-18 0,4 1-12 16,1-2-16-16,-1-3-11 0,2-2-14 0,3-6-11 15,1-4-11-15,5-13-10 0,3-3-7 16,2-5-6-16,2-6-83 0,4-1-1 0,-1-5 0 15,5 0 0-15,1-7 0 16,-2 5 0-16,2-5 0 0,0 0 0 0,0 0 0 16,16-25 0-16,-2 7 0 0,3-2 0 15,2-2 0-15,1 6 0 0,-7 3 0 16,-4 2 0-16,1 1 0 0,-3 2 0 0,1 2 0 16,-3 3 0-16,-5 3 0 0,0 0 0 15,18 1 0-15,-18-1 0 0,16 8 0 0,-9 0 0 16,2 1 0-16,-1-3 0 0,2 3 0 15,-1-2 0-15,0 0 0 0,1-2 0 0,1 0 0 16,0-2 0-16,3-3 0 0,1 0 0 16,5-3 0-16,-1 0 0 0,1-3 0 0,0 1 0 15,-4 0 0-15,2 0 0 0,-7 2 0 16,3-1 0-16,-7 2 0 0,2 1 0 0,-9 1 0 16,16-4 0-16,-16 4 0 15,15 0 0-15,-15 0 0 0,12 5 0 0,-12-5 0 16,15 9 0-16,-10 0 0 0,5-3 0 15,0 1 0-15,1 0 0 0,1 2 0 0,-3-4 0 16,3-2 0-16,-1 1 0 0,0-1 0 16,5-1 0-16,-3-2 0 0,-13 0 0 15,28-5 0-15,-14 0 0 0,1-4 0 0,5 0 0 16,-6-1 0-16,0 2 0 0,-3 1 0 16,0 0 0-16,-1 2 0 0,0 0 0 0,-5 1 0 15,-5 4 0-15,10-3 0 0,-10 3 0 16,0 0 0-16,-4 25 0 0,-4-4 0 0,-6 14 0 15,-9 14 0-15,-2 6 0 0,-10 18 0 16,-1 6 0-16,4 0 0 0,0-2 0 16,-1-1 0-16,5-18 0 0,-1 0 0 15,2-4 0-15,2-3 0 0,-3-3 0 0,1-5 0 16,0-9 0-16,5-8 0 0,-1-4 0 16,0-5 0-16,-2-1 0 0,5-8 0 0,0-4 0 15,1-2 0-15,-5-6 0 0,-11-3 0 16,0-7 0-16,-4-10 0 0,3-3 0 0,1-4 0 15,9-1 0-15,4 5 0 0,5-2 0 16,4 4 0-16,6 3 0 0,3 5 0 0,4 1 0 16,5 1 0-16,17-8 0 0,5 1 0 15,21-2 0-15,12-2 0 0,8 4 0 0,27-8 0 16,9 1 0-16,5 0 0 16,12 3 0-16,11-8 0 0,3 0 0 0,-6-5 0 15,-4-7 0-15,-8-4 0 0,-14-4-143 16,-7-9 1-16,-12-4 18 0,-9-3 17 0,-6-4 12 15,-8-5 21-15,-10-3 20 0,-11 0 25 16,-9-1 43-16,-16 22 23 0,-5 1 25 0,-10 14 7 16,-8 5 12-16,-5 4 2 15,-4 8 2-15,-10 10 3 0,-5 9 0 0,-1 9 12 0,-6 8-39 16,-11 13-61-16,3 11 0 16,0 12 0-16,-4 22 0 0,5 2 0 0,8 7 0 15,10 4 0-15,5 5 0 0,5-13 0 0,9 2 0 16,3-3 0-16,5-3 0 0,2-4 0 15,3-4 0-15,2-7 0 0,1-11 0 16,1-5 0-16,-2-8 0 0,-1-8 0 0,3-2 0 16,-1-3 0-16,5-4 0 0,3-5 0 15,-1-1 0-15,1-4 0 0,6 0 0 0,0-5 0 16,11-4 0-16,-1-3 0 0,1 2-395 16,38-33-632-16,-43 26 113 0,-4-4 86 15,1 4-882-15,-1-3-1143 0</inkml:trace>
  <inkml:trace contextRef="#ctx0" brushRef="#br0" timeOffset="39193.62">22815 3957 4734 0,'-16'-8'271'0,"7"1"61"0,2 2 47 0,-2 1 9 0,9 4-16 0,-2-8-26 16,2 8-23-16,23-5-20 0,19 3-12 15,12 2-8-15,20 2-114 0,10 3-169 0,25 1 0 16,-5 5 0-16,-22-6 0 15,-8 3 0-15,-6-3 0 0,-21-1 0 0,-7-1 0 16,-7 0 0-16,-11-1 0 0,-3 2 0 16,-3-4 0-16,-5 0 0 0,-11 0 0 0,18-2 0 15,-11 0 0-15,-7 2 0 0,5-5 0 16,-5 5 0-16,2-5 0 0,-2 5 0 0,2-7-59 16,-2 7-668-16,0 0-256 0,0-10 72 15,0 10 111-15,4-8-802 0,-4 8-1043 0</inkml:trace>
  <inkml:trace contextRef="#ctx0" brushRef="#br0" timeOffset="40842.62">24297 4220 4654 0,'0'0'108'0,"0"0"43"0,-15 0 27 0,15 0 31 0,0 0 25 0,0 0 10 0,0 0-7 16,0 0-26-16,0 0-22 16,0 0-18-16,0 0-17 0,13-21-11 0,1 13-19 0,-1-1-8 15,4-2-7-15,2 3-17 0,4-9-4 16,-2-2 2-16,-3-2 1 0,2-2-2 15,-9 3-3-15,-3-1-6 0,-2 0-2 16,-6 1-4-16,-2-1-2 0,-5 1-4 0,-11-5-17 16,-1 2-51-16,-7 3 0 0,-3 3 0 15,-1 2 0-15,-6 3 0 0,13 3 0 0,1 4 0 16,7-2 0-16,0 3 0 0,4 1 0 16,1 0 0-16,0-1 0 0,10 4 0 0,0 0 0 15,0 0 0-15,23-7 0 0,2 3 0 16,19-2 0-16,17-1 0 0,3-1 0 15,5-2 0-15,-5 2 0 0,-2 1 0 16,-16 1 0-16,-7 2 0 0,-8 0 0 0,-6 1 0 16,-6 3 0-16,-4-1 0 0,-3 1 0 15,-1 4 0-15,-5 0 0 0,-3 4 0 16,-1 0 0-16,-2 1 0 0,-2 3 0 0,2 1 0 16,-2 1 0-16,2-1 0 0,0 3 0 15,0 1 0-15,2-2 0 0,2 3 0 0,1-3 0 16,0 1 0-16,4-3 0 0,2 1 0 15,3-4 0-15,3-1 0 0,2-4 0 0,4-2 0 16,-1-1 0-16,4-4 0 16,7-6 0-16,1-3 0 0,-2-1 0 0,3-3 0 0,-5-1 0 15,-1-1 0-15,-6 2 0 0,-7 3 0 16,0 3 0-16,-5 3 0 0,-3-1 0 16,2 3 0-16,-7 1 0 0,-3 3 0 15,0 0 0-15,0 0 0 0,2 20 0 0,-5-6 0 16,-8 8 0-16,2 9 0 0,-4 5 0 15,-2 11 0-15,2 1 0 0,-1 5 0 0,1 0 0 16,3 0 0-16,0 1 0 0,3-3 0 16,1-10 0-16,5-3 0 0,-6-1 0 15,3-8 0-15,1-8 0 0,-1-1 0 0,0-2 0 16,1-2 0-16,-3-2 0 0,-2-2 0 0,-1-3 0 16,-6 3 0-16,-5-1 0 0,1-1 0 15,-12 0 0-15,5-4 0 0,-9 2 0 0,5-3 0 16,-6-1 0-16,2-4 0 15,3 0 0-15,3 0 0 0,-3 0 0 0,4 0 0 16,-1 0 0-16,6-2 0 0,6-2 0 16,0 3 0-16,3-1 0 0,8-3 0 0,3-2 0 15,2 7 0-15,30-28 0 0,12 5 0 16,12-4 0-16,25-9 0 0,12-8 0 0,13-2 0 16,0-6 0-16,13-4 0 0,1-8 0 15,31-21-66-15,-38 14-119 0,-7-5 16 0,-5-4 17 16,-6-5 15-16,-11-7 12 0,-3-2 12 15,-13 0 21-15,-8-3 22 0,-15 7 33 16,-12 13 31-16,-19 21 32 0,-11 13 19 16,-4 5 6-16,-11 7 10 0,-9 8 9 0,-10 5 11 15,-4 11 14-15,-10 14 15 0,-7 8 5 16,-5 14 9-16,-11 17 8 0,2 10 3 16,5 2-28-16,10 3-107 0,7 9 0 0,9-2 0 15,12-12 0-15,5 2 0 0,11-4 0 16,3 1 0-16,8-11 0 0,7-1 0 0,3 4 0 15,1-11 0-15,2-6 0 0,1-6 0 16,-1-7 0-16,-1-5 0 0,0-2 0 0,2-2 0 16,1-1 0-16,-2-5 0 0,0 0 0 15,1 2 0-15,-5-2 0 0,1-1 0 16,-5-1 0-16,3 3 0 0,-10-3 0 16,13 3 0-16,-13-3 0 0,10 1 0 0,-10-1 0 15,11 2 0-15,-11-2 0 0,12 6 0 16,-5-6 0-16,2 5 0 0,3-3 0 0,3-2 0 15,3 0 0-15,-2 0 0 0,9-2 0 16,9-5 0-16,2-3 0 0,2-4 0 0,9-11 0 16,-1 0 0-16,1-8-201 0,-3-1-86 15,-2-9 19-15,-1-5 26 0,7-16 14 16,1-1 16-16,-6-5 25 0,-2-2 26 16,-4 0 34-16,-4 17 22 0,-6 3 52 0,-5 6 39 15,-8 14 36-15,-3 3 32 0,-6 7 28 16,-1 6 6-16,-6 8 28 0,-3 5 48 0,5 3 34 15,-31 23 22-15,2 11 7 0,1 7 5 16,-5 9 2-16,3 5 4 0,-1 3-28 0,6-2-210 16,3 1 0-16,-1 0 0 0,4-2 0 15,2-2 0-15,1-3 0 0,7-2 0 16,2-11 0-16,-3-3 0 0,2-2 0 16,-1-2 0-16,4-7 0 0,-6-2 0 0,6-7 0 15,-3-2 0-15,1-3-100 0,1-4-83 16,-2-2 23-16,8-3 36 0,-13-3 32 0,13 3 33 15,-14-9 34-15,11 7 39 0,-5-3 31 16,8 5 12-16,-5-7 8 0,5 7 0 16,-7-6-9-16,7 6-3 0,0 0 2 0,0 0-5 15,0 0-4-15,0 0-8 0,41 9 2 16,-24-3-8-16,2-3-12 0,2 1-36 0,4 0-67 16,-1-1-70-16,3 0-74 0,-2 0-80 15,-2-3-91-15,0 0-82 0,1-6-63 0,-4 5-116 16,-1-5-115-16,-2 2 68 0,-4 1-565 15,-5 3-732-15</inkml:trace>
  <inkml:trace contextRef="#ctx0" brushRef="#br0" timeOffset="41109.6">26702 4071 3303 0,'-10'10'42'0,"3"-6"77"0,-8 2 43 0,-8 1 47 0,-15 5 53 0,-16 5 60 0,-10-3 38 0,-6 1 36 16,-21 6 24-16,-10-3 12 0,-10 0-4 0,-4-5 5 15,-9-1-7-15,-4-3-2 0,-5-3-27 16,-7-4-341-16,4 4-56 0,-8-4 0 0,9-4 0 16,10 4 0-16,10-1 0 0,37 1 0 15,9 2 0-15,19-2 0 0,5 0 0 0,15 0 0 16,3-2 0-16,6 2 0 16,6 0 0-16,-1-2 0 0,3 2 0 0,1-2 0 15,3 0 0-15,9 0 0 0,-18-2 0 0,18 2 0 16,-12-2 0-16,12 2 0 0,-6-4 0 15,6 4-595-15,0-7-323 0,0 7-1 16,0 0 100-16,7-12-861 0,-1 6-1116 16</inkml:trace>
  <inkml:trace contextRef="#ctx0" brushRef="#br0" timeOffset="47008.54">4950 7025 5121 0,'0'0'653'0,"0"0"-93"0,0 0-79 16,4-7-51-16,-4 7-5 0,0 0 9 0,0 0-347 0,0 0-87 0,0 0 0 0,0 0 0 0,0 0 0 0,0 0 0 0,0 0 0 0,0 0 0 16,-2-10 0-16,2 10 0 15,0 0 0-15,0 0 0 0,0 0 0 0,0 0 0 16,0 0 0-16,0 0 0 0,0 0 0 15,4-4 0-15,-4 4 0 0,0 0 0 0,0 0 0 16,0 0 0-16,0 0 0 0,0 0 0 16,0 0-452-16,0 0-551 0,-17 14 94 0,3-5-1073 15,2 1-1399-15</inkml:trace>
  <inkml:trace contextRef="#ctx0" brushRef="#br0" timeOffset="47677">3557 9506 6092 0,'0'0'307'0,"0"0"20"0,0-8 54 0,0 8 49 0,0 0 15 0,0 0-236 0,-3-12-209 0,3 12 0 0,0 0 0 15,0 0 0-15,0 0 0 0,-4-6 0 0,4 6 0 0,0 0 0 0,0 0 0 0,0 0 0 0,0 0 0 16,0 0 0-16,0 0 0 0,5-8 0 16,-5 8 0-16,0 0 0 0,2-5 0 0,-2 5 0 15,0 0 0-15,0 0 0 0,0 0-793 16,0 0-164-16,0 0 74 0,-23 13 94 16,-1 5-833-16,-13 9-1061 0</inkml:trace>
  <inkml:trace contextRef="#ctx0" brushRef="#br0" timeOffset="48225.21">2205 12140 5193 0,'3'-6'450'0,"-3"6"-11"0,0 0 21 0,2-8 26 0,-2 8 20 0,0 0-5 0,0 0-345 0,0 0-156 0,-2-9 0 16,2 9 0-16,0 0 0 0,0 0 0 0,0 0 0 16,0 0 0-16,0 0 0 0,0 0 0 15,0 0 0-15,4-6 0 0,-4 6 0 0,0 0 0 16,0 0 0-16,0 0 0 0,0 0 0 15,0 0-1037-15,4-7 76 0,-4 7 87 16,-6-14-935-16,-1 4-1237 0</inkml:trace>
  <inkml:trace contextRef="#ctx0" brushRef="#br0" timeOffset="49692.77">15700 6311 1776 0,'0'0'714'0,"-9"2"-131"0,9-2-111 0,0 0-55 0,0 0-38 16,0 0-17-16,-21-10-6 0,15 6-29 0,6 4 0 0,-2-11-6 0,2 3-15 0,2-2-22 0,6-1-18 15,2 1-18-15,5-5-11 0,0 1-39 0,9-3-18 0,3 5-20 16,2-1-12-16,-4 4-18 0,-2 4-130 16,-3 0 0-16,-1 2 0 0,3 3 0 0,-6 1 0 15,4 6 0-15,-4-2 0 16,-2 4 0-16,2 4 0 0,-5-2 0 0,-4 4 0 16,-1 0 0-16,-4 4 0 0,-6 4 0 15,-7 10 0-15,-7 1 0 0,-5 7 0 0,-4-3 0 16,-4-1 0-16,10-8 0 0,0-3 0 15,4-2 0-15,3-5 0 0,5-6 0 0,3-1 0 16,1-2 0-16,2-1 0 0,6-1 0 16,2 2 0-16,1-2 0 0,5 1 0 15,5-1 0-15,-1 0 0 0,2 4 0 16,0-3 0-16,0-1 0 0,-2 4 0 0,1-4 0 16,-7 1 0-16,1 1 0 0,-2-1 0 0,-3 1 0 15,-5 0 0-15,-2 0 0 0,-3 2 0 16,-7 2 0-16,-10 3 0 0,-3 0 0 15,-4-2 0-15,-2 2 0 0,-1-5 0 16,0 1 0-16,-2-3 0 0,1 1 0 0,8-4 0 16,0-2 0-16,0-3 0 0,7 0 0 15,-1 0 0-15,3-2 0 0,-3 0 0 0,6 0 0 16,1 0 0-16,12 0 0 0,-19-6 0 16,14 3 0-16,-5-1-192 0,7-1-820 0,-1-2 73 15,-3-3 96-15,0 2-927 0,1-1-1201 16</inkml:trace>
  <inkml:trace contextRef="#ctx0" brushRef="#br0" timeOffset="50340.53">14047 6034 5023 0,'-4'-13'-118'0,"-1"-1"55"0,3 2 62 0,-1 3 52 0,-1 1 51 0,0 0 31 0,2 1 5 0,2 7-9 16,-5-5 6-16,5 5 35 0,0 0 25 0,-25 22 14 16,7 7 10-16,-6 12 7 0,1 3-3 0,-2 4 5 15,2 1-2-15,5-3-17 0,0 3-3 16,5-3-7-16,3-8-10 0,6-2-26 0,3 0-163 16,1-9 0-16,1-5 0 15,3-1 0-15,3-5 0 0,-4-1 0 0,7-3 0 16,-3-2 0-16,5-3 0 0,5-1 0 15,-4-6 0-15,4 0 0 0,4-3 0 0,1-2 0 16,-6 1 0-16,4-1 0 0,-4 3 0 16,-2-2 0-16,-3 0 0 0,0 2 0 0,1-1 0 15,-12 3 0-15,15-3 0 0,-8 1 0 16,-7 2 0-16,11-2 0 0,-11 2 0 0,0 0 0 16,9-3 0-16,-9 3 0 0,0 0 0 15,0 0-3-15,0 0-589 0,0 0-92 0,0 0-150 16,0 0-10-16,0 0 85 0,0 0-763 15,-31 10-967-15</inkml:trace>
  <inkml:trace contextRef="#ctx0" brushRef="#br0" timeOffset="50975.24">14285 6546 4010 0,'7'-10'-66'0,"-3"3"65"0,0 0 72 0,-2 2 49 0,-1 0 41 0,-1 5 33 0,0 0 13 0,0 0 2 0,0 0 38 16,0 0 27-16,0 0 8 0,0 0-8 15,-11 33-3-15,2-15-10 0,-3 9-22 16,3 2-20-16,-3 0-21 0,1-2-17 0,2-5-18 16,0-1-17-16,4-2-11 0,-1 1-16 15,1-6-13-15,-1 0-12 0,2-2-17 0,1-2-77 16,0-3 0-16,-1 1 0 0,4-8 0 16,-2 10 0-16,2-10 0 0,0 0 0 0,0 0 0 15,0 0 0-15,0 0 0 0,0 0 0 16,0 0 0-16,25-20 0 0,-21 15 0 15,-4 5 0-15,14-8 0 0,-9 4 0 0,6-1 0 16,1 1 0-16,0 1 0 0,2-2 0 16,4 1 0-16,-1-1 0 0,6-2 0 15,-6 2 0-15,3 0 0 0,-2-4 0 16,1 3 0-16,-4-4 0 0,-1 1 0 0,1-3 0 16,-1-2 0-16,-7 1 0 0,2 1 0 15,2 1 0-15,-6 1 0 0,2 0 0 0,-3 3 0 16,2-1 0-16,-4 4 0 0,-2 4 0 15,3-8 0-15,-3 8 0 0,0 0 0 0,0 0 0 16,-3 27 0-16,-3-13 0 16,0 7 0-16,3 2 0 0,-5 10 0 0,0-3 0 15,6-2 0-15,-2-5 0 0,3 1 0 16,-1 1 0-16,0-7 0 0,2 2 0 0,-2-4 0 16,2-2 0-16,0-3 0 0,-2 1 0 15,2-4 0-15,0-1 0 0,0-2 0 0,0-5 0 16,0 0 0-16,0 0 0 0,0 0-436 15,0 0-198-15,0 0-141 0,13-22-88 0,-4 5 77 16,2-12-811-16,3-6-1039 0</inkml:trace>
  <inkml:trace contextRef="#ctx0" brushRef="#br0" timeOffset="51174.79">14970 6429 4192 0,'2'-6'123'0,"0"1"80"0,-2 5 65 0,4-9 53 0,-4 9 27 0,4-9 17 0,-4 9-5 16,10-8-23-16,-7 1-33 0,7 1-31 0,2 2-24 16,1-4-32-16,0 4-51 0,6 1-73 15,0-3-89-15,3 2-100 0,-6 2-114 0,5-2-119 16,-4 2-122-16,1 1-120 0,-5 1-126 16,0 1-78-16,-2 3 62 0,-7 0-641 0,-4-4-809 15</inkml:trace>
  <inkml:trace contextRef="#ctx0" brushRef="#br0" timeOffset="51357.91">14982 6601 4156 0,'-13'10'271'0,"0"-2"82"16,2-2 53-16,4 0 45 0,3-1 21 15,4-5 0-15,-9 4-3 0,9-4-8 0,0 0-21 16,9 8-200-16,-9-8-240 0,25 1 0 16,-8 0 0-16,4-2 0 0,4 0 0 0,2-1 0 15,-5-2 0-15,-1 2 0 0,1 0 0 16,-9 2 0-16,0-2 0 0,-3 2 0 0,-10 0-23 15,14 0-602-15,-14 0-138 0,0 0-141 16,0 0 75-16,0 0-887 0,0 0-1151 16</inkml:trace>
  <inkml:trace contextRef="#ctx0" brushRef="#br0" timeOffset="54107.94">8786 6767 3943 0,'-7'2'1507'0,"1"0"-621"0,6-2-247 0,0 0-101 16,0 0-43-16,0 0-312 0,0 0-183 0,0 0 0 15,0 0 0-15,0 0 0 0,0 0 0 16,0 0 0-16,0 0 0 0,18-15 0 0,-18 15 0 16,7-4 0-16,-7 4 0 15,0 0 0-15,11-5 0 0,-11 5 0 0,11-4 0 0,-11 4 0 16,5-1 0-16,-5 1 0 15,7-5 0-15,-7 5-721 0,4-5-245 0,-4 5 90 16,0 0-1038-16,0 0-1336 0</inkml:trace>
  <inkml:trace contextRef="#ctx0" brushRef="#br0" timeOffset="55025.07">10799 8486 5839 0,'0'0'270'0,"-10"3"50"0,10-3 41 0,0 0 51 0,0 0 39 0,-9 4 15 16,9-4-394-16,0 0-72 0,0 0 0 0,-8 3 0 15,8-3 0-15,0 0 0 0,0 0 0 16,0 0 0-16,0 0 0 0,0 0 0 0,0 0 0 16,0 0 0-16,0 0 0 15,0 0 0-15,0 0 0 0,0 0 0 0,0 0 0 16,2 6 0-16,-2-6 0 0,0 0 0 16,0 0 0-16,0 0 0 0,0 0 0 0,0 0 0 15,0 0 0-15,6 8 0 0,-6-8 0 16,0 0 0-16,0 0 0 0,0 0 0 0,0 0 0 15,0 0 0-15,0 0 0 0,0 0 0 16,0 0 0-16,0 0 0 0,0 0 0 0,0 0 0 16,0 0 0-16,0 0 0 0,0 0-154 15,0 0-868-15,0 0 104 0,0 0-1155 16,-29-11-1487-16</inkml:trace>
  <inkml:trace contextRef="#ctx0" brushRef="#br0" timeOffset="55907.88">10554 8361 5347 0,'-9'3'-39'0,"9"-3"49"0,0 0 17 0,-11 1 13 0,11-1 23 0,0 0 37 0,0 0 41 0,-13 2 40 15,13-2 21-15,0 0-12 0,0 0-18 0,0 0-11 16,-12 0-23-16,12 0-11 0,0 0-20 15,0 0-5-15,0 0-28 0,0 0-32 16,0 0-46-16,0 0-55 0,0 0-59 16,0 0-73-16,0 0-104 0,0 0-135 0,0 0-175 15,0 0-151-15,0-11 55 0,0 11 83 16,-4-11-541-16,4 11-626 0</inkml:trace>
  <inkml:trace contextRef="#ctx0" brushRef="#br0" timeOffset="56656.81">8840 7282 3857 0,'0'0'420'0,"5"1"-25"0,-5-1 0 0,0 0 25 0,0 0 36 0,0 0 38 0,0 0-11 0,0 0-28 16,0 0-39-16,0 0-46 0,0 0-340 15,0 0-30-15,0 0 0 0,0 0 0 16,0 0 0-16,0 0 0 0,0 0 0 0,0 0 0 16,0 0 0-16,0 0 0 0,0 0 0 15,0 0 0-15,0 0-80 0,0 0-635 0,0 0-237 16,-9 14 84-16,-2-3 85 0,-5 1-847 16,-11 10-1069-16</inkml:trace>
  <inkml:trace contextRef="#ctx0" brushRef="#br0" timeOffset="57156.21">7577 9169 4874 0,'0'0'217'0,"0"0"23"15,2-6 18-15,-2 6 26 16,0 0 50-16,0 0 43 0,0 0 44 0,0 0 7 15,0 0-11-15,0 0-76 0,0 0-341 16,0 0 0-16,0 0 0 0,0 0 0 0,0 0 0 16,0 0 0-16,0 0 0 0,0 0 0 15,0 0 0-15,0 0 0 0,0 0 0 16,0 0 0-16,0 0 0 0,0 0 0 16,0 0 0-16,0 0 0 0,0 0 0 0,0 0 0 15,0 0 0-15,0 0 0 0,0 0 0 16,0 0 0-16,0 0 0 0,0 0 0 0,0 0 0 15,0 0 0-15,0 0 0 0,0 0 0 16,0 0 0-16,0 0 0 0,0 0 0 0,0 0 0 16,-22-8 0-16,19 2 0 0,1 1-56 15,-2-3-973-15,2-2 108 0,-2-2-1182 0,2-1-1515 16</inkml:trace>
  <inkml:trace contextRef="#ctx0" brushRef="#br0" timeOffset="58692.43">13793 7974 5938 0,'1'-8'35'0,"-1"-1"34"0,-1 3 37 0,1 6 44 15,-2-8 44-15,0 2 32 0,2 6 11 0,0 0-5 16,0 0-5-16,0 0 12 0,0 0 18 16,-8 20-7-16,5 6-219 0,-5 11-31 0,2 4 0 15,-2 12 0-15,-1 1 0 0,2 0 0 16,-3-2 0-16,0 0 0 0,-1-2 0 0,-2-4 0 15,1-8 0-15,2-4 0 0,-3-2 0 16,2-3 0-16,5-10 0 0,-2-1 0 0,1-7 0 16,1-1 0-16,3-3 0 0,-4-4 0 15,7-3 0-15,0 0 0 0,0 0 0 16,-11-20 0-16,11 3 0 0,0-7-396 0,2-10-8 16,4-5 24-16,-5-4 35 0,6-13 37 15,-2-4 44-15,-3 0 48 0,4 0 46 16,-2 4 59-16,-3 10 57 0,1 3 49 0,2 4 41 15,1-1 29-15,-2 5 25 0,5 0 13 16,-1 2 18-16,2 4 9 0,1 6 4 0,2 6 3 16,1 1-11-16,0 2-5 0,7 5-6 15,-2 5-2-15,3 4-1 0,4 3-9 16,10 7-8-16,-7 4-9 0,5 5-1 0,1 10-9 16,-13-3-4-16,-1 1-5 0,-4 5 20 0,-9-1 15 15,-3-2 16-15,-6 0 11 0,-5 4 2 16,-6 2-32-16,-6 6-99 0,-5-3 0 15,-2-4 0-15,2-7 0 0,-1-4 0 0,-2 0 0 16,2-7 0-16,6-3 0 0,0-5 0 16,5-1 0-16,3-2 0 0,4-4 0 15,-2 3 0-15,9-4 0 0,-13 4 0 0,8-4 0 16,5 0 0-16,-10 4 0 0,10-4 0 16,-6 11 0-16,6-2 0 0,0-1 0 15,2 6 0-15,2 3 0 0,2 3 0 0,0 3 0 16,3 7 0-16,0 1 0 0,3 1 0 15,-1-3 0-15,0 1 0 0,-4-7 0 0,-2-4 0 16,5 1 0-16,-7-5 0 0,2-1 0 16,-1-2 0-16,-2-2 0 0,-1 1 0 0,-1-3 0 15,2-1 0-15,0 0 0 0,-2-2 0 16,0-5 0-16,2 10 0 0,-2-10 0 0,-2 7 0 16,2-7 0-16,-5 5-196 0,5-5-496 15,-9 4-155-15,9-4-16 0,-7 1 80 0,7-1-853 16,0 0-1074-16</inkml:trace>
  <inkml:trace contextRef="#ctx0" brushRef="#br0" timeOffset="59222.92">13928 8574 4857 0,'0'-10'99'0,"0"3"32"0,2 3 23 0,-2 4 40 0,-2-8 28 0,2 8 22 0,0 0 22 0,0 0 3 0,0 0-11 0,4 25-18 15,-2-11-21-15,-2-1-22 0,2 5-20 0,-2 2-31 0,0-1-14 16,0 1-15-16,2-1-12 0,-2-2-11 0,0 0-24 16,1-3-70-16,-1-2 0 0,0 0 0 15,0-2 0-15,0 0 0 0,2-1 0 16,-2-2 0-16,0-7 0 0,2 9 0 16,-2-9 0-16,0 0 0 0,0 0 0 0,0 0 0 0,0 0 0 15,29-19 0-15,-24 13 0 16,5-2 0-16,-2 3-12 0,-3-2-17 0,3 0 6 15,-2 5 5-15,-6 2 15 0,9-10 8 16,-9 10 12-16,10-7 6 0,-10 7 10 0,8-1-26 16,-8 1-7-16,9-4 0 0,-9 4 0 15,10-3 0-15,-10 3 0 0,12-2 0 0,-12 2 0 16,0 0 0-16,14-2 0 16,-14 2 0-16,0 0 0 0,16 0 0 0,-16 0 0 0,0 0 0 15,13 7 0-15,-9-2 0 0,-3 2 0 16,1 3 0-16,0-1 0 0,-2 5 0 0,0 4 0 15,0 0 0-15,-2 0 0 16,2 6 0-16,2-1 0 0,0 0 0 0,2 2 0 16,-1 1 0-16,-2-2 0 0,3-2 0 15,-2-5 0-15,2 0 0 0,-3-5 0 0,-1 0 0 16,2 0 0-16,0-3 0 0,0-1 0 16,-2 2 0-16,4-3 0 0,-4-1 0 0,0-6 0 15,0 0 0-15,2 4-507 0,-2-4-177 16,0 0-175-16,0 0 22 0,13-15 90 0,-7 1-803 15,7-3-993-15</inkml:trace>
  <inkml:trace contextRef="#ctx0" brushRef="#br0" timeOffset="59473.33">14780 8582 4433 0,'-7'-8'301'0,"-2"4"68"0,0 0 30 0,9 4 31 0,-13-6 46 0,10 3 30 16,3 3-11-16,-9-6-22 15,9 6-164-15,0 0-309 0,0 0 0 0,0 0 0 0,33 0 0 16,-14-4 0-16,8 2 0 16,0 2 0-16,9-6 0 0,-8 0 0 0,-1 4 0 0,2-1 0 15,-5 1 0-15,1-4 0 16,0 2 0-16,-8-1-626 0,0 2-328 0,-3 1 69 15,-3 0 91-15,-4 2-883 0,-7 0-1114 16</inkml:trace>
  <inkml:trace contextRef="#ctx0" brushRef="#br0" timeOffset="59689.16">14816 8707 4780 0,'-11'5'389'0,"3"0"35"15,0-1 44-15,1-1 54 0,3 2 17 16,4-5 1-16,0 0-25 0,0 12-501 0,0-12-14 15,13 9 0-15,-1-3 0 0,3-4 0 16,4 2 0-16,2-3 0 0,0 1 0 0,0-2 0 16,2 0 0-16,-1 0 0 0,-4-2 0 15,-1 2 0-15,-2 0 0 0,-4-1 0 0,2 1 0 16,-13 0 0-16,18 0 0 0,-10 1-467 16,-8-1-299-16,11 2-138 0,-11-2 76 0,0 0 88 15,11 3-786-15,-11-3-970 0</inkml:trace>
  <inkml:trace contextRef="#ctx0" brushRef="#br0" timeOffset="62572.2">18637 7028 2454 0,'4'-8'317'0,"-2"2"8"0,0 1-7 0,-2 5-4 0,0 0 27 0,0 0 57 0,0 0 17 16,0 0 1-16,1 33-14 0,-2-14-22 0,-1 5-26 15,0 1-31-15,-4 8-25 0,5-3-33 16,1-3-24-16,-2-2-27 0,0 0-22 0,0-1-24 16,0-4-112-16,2-1-56 15,0-1 0-15,0-6 0 0,0 1 0 0,-2-1-21 16,-1-3-199-16,3-1-83 0,0-4-105 16,0-4-101-16,0 0-101 0,0 0-153 0,0 0 2 0,0 0 68 15,9-21-635-15,-5 7-783 16</inkml:trace>
  <inkml:trace contextRef="#ctx0" brushRef="#br0" timeOffset="62988.52">18673 6938 3669 0,'-3'-11'17'0,"1"3"57"0,0 0 37 0,0 1 28 16,2 7 14-16,4-9 6 0,-1 4-2 16,3 1-11-16,2 0-7 0,3 2-12 0,2 0-13 15,3 2-10-15,1 4-8 0,4 0-14 16,0 2-7-16,-1 2-6 0,7 3-8 15,-4 2-7-15,-3-1-4 0,-6 0-1 0,2 2-2 16,-3-1 16-16,-6 1 12 0,0 0 17 16,-5-1 7-16,-2 3 1 0,-4 1-7 15,-1 5 1-15,-6 7-4 0,0 0 3 0,-3-3 3 16,3-6 11-16,2-3 18 0,1-5 2 16,-1 3-5-16,5-5-8 0,-2-1-9 15,3 1-8-15,0-2-7 0,1 1-3 0,2 0-3 16,2-1-6-16,-2 2-6 0,5 1-4 15,-2 0-5-15,3 3 4 0,-1 0 2 0,1 1 3 16,-1 2-15-16,0-1-57 0,-1 0 0 16,-2-2 0-16,-1 1 0 0,-2-1 0 15,-3 1 0-15,0-4 0 0,-2 2 0 16,-2-1 0-16,-1-2 0 0,-3-1 0 0,-1-1 0 16,0-2 0-16,-3-1 0 0,-1-2 0 15,0-3 0-15,2 0 0 0,-2-5 0 0,-2-4 0 16,-6-8 0-16,8-1 0 0,5 1 0 15,3-3-143-15,3 0-406 0,4 0-74 0,6 2-74 16,3-2-139-16,5-7 65 0,7 2-784 16,4 3-998-16</inkml:trace>
  <inkml:trace contextRef="#ctx0" brushRef="#br0" timeOffset="63222.93">19199 7050 4089 0,'14'-13'28'0,"-5"3"91"0,-2 1 80 0,2 0 61 0,-6 4 58 0,-1 0 31 0,-2 5 6 0,6-7-12 0,-6 7-5 0,0 0 6 16,0 0-16-16,-2 26-12 0,-2-2-16 0,-3 12-28 16,-2 3-39-16,0 3-233 0,4 6 0 0,-3-5 0 15,2 10 0-15,0-13 0 0,3-2 0 16,-3-2 0-16,4-7 0 0,2-6 0 0,-2-2 0 16,2-7 0-16,0 1 0 0,-1-5 0 15,1-1 0-15,1-4 0 0,-1-5-436 0,0 0-97 16,0 0-88-16,0 0-119 15,19-32-69-15,-11 13 68 0,1-12-725 0,1-2-915 16</inkml:trace>
  <inkml:trace contextRef="#ctx0" brushRef="#br0" timeOffset="63389.19">19216 6989 3950 0,'-7'-11'61'16,"0"3"77"-16,7 0 55 0,-5 2 36 0,5 6 25 15,2-12 13-15,4 4 0 0,0 1-15 16,5-2-16-16,7-4-29 0,2 6-16 0,8-3-20 15,6 0-41-15,0 2-61 0,-5 3-66 16,-5 1-74-16,-3 2-80 0,0 2-100 16,-1 2-112-16,4 2-104 0,-3 3-123 15,-5 1-100-15,-2 5 59 0,-5-4-527 0,-3 11-624 0</inkml:trace>
  <inkml:trace contextRef="#ctx0" brushRef="#br0" timeOffset="63588.34">19216 7279 3676 0,'-12'3'346'0,"-2"0"46"0,4-1 22 0,10-2 23 16,0 0 6-16,0 0-27 0,0 0-24 15,0 0-37-15,0 0-40 0,0 0-30 0,33-10-48 16,-14 7-70-16,1 1-78 16,5 0-82-16,-1-3-110 0,-1 5-100 0,-7 0-99 15,2 0-107-15,-3 2-97 0,-2-1-105 0,-3 5-167 16,-5-2 45-16,-1 3 74 0,-4 2-588 15,-7 3-709-15</inkml:trace>
  <inkml:trace contextRef="#ctx0" brushRef="#br0" timeOffset="64158.09">15662 8396 3859 0,'2'-17'200'0,"4"-1"0"0,-1 4 8 0,7-3 30 0,7-4 37 0,0 2 5 0,4 3-3 0,-2 3-16 15,0 5-22-15,0 2-18 0,-2 4-14 0,-2 2-13 16,3 6-4-16,-6 4 0 0,-2 3 0 16,-4 6-3-16,-8 3 1 0,-6 12-3 0,-10 10 3 15,-5 2 2-15,1-4-166 0,-5 1-24 16,-2-7 0-16,8-7 0 0,0-3 0 16,5-6 0-16,5-5 0 0,4-4 0 15,1 1 0-15,4-4 0 0,7-1 0 0,4-2 0 16,13-2 0-16,4-1 0 0,18-4 0 15,1 1 0-15,14-4 0 0,-1-2 0 0,-1 0 0 16,-4-2 0-16,-10 3 0 0,0 2 0 16,-6-1 0-16,-4-2 0 0,-10 2 0 0,-2 1 0 15,-9 0-195-15,4 0-725 0,-3-1 0 16,1-3 76-16,-2 2-963 0,4-4-1234 16</inkml:trace>
  <inkml:trace contextRef="#ctx0" brushRef="#br0" timeOffset="64573.45">19819 7236 5221 0,'0'0'113'0,"0"0"35"0,0 0 18 0,0 0 21 0,0 0 23 0,0 0 10 0,32-17-12 0,-14 9-19 0,0 1-22 0,3 1-17 16,-2-2-31-16,14-1-49 0,-9 2-70 16,7-6-78-16,-3 4-94 0,-3 0-111 0,-2 2-126 15,-6 3-131-15,1 0-221 0,-1 0 36 16,-6 0 76-16,-2 4-559 0,-9 0-671 15</inkml:trace>
  <inkml:trace contextRef="#ctx0" brushRef="#br0" timeOffset="64771.8">19826 7414 3894 0,'-18'3'401'16,"4"-3"33"-16,3 3 27 0,1-1 19 0,10-2 15 15,-13 0 3-15,13 0-31 0,0 0-36 16,0 0-48-16,0 0-136 0,0 0-247 0,39-2 0 15,-17-1 0-15,1 0 0 16,11-4 0-16,-4 3 0 0,-3 4 0 0,9-6 0 0,-5 2-479 16,-6 1-230-16,1-1-200 15,-3 3 68-15,-2-1 89 0,-2 0-779 0,-2 0-975 16</inkml:trace>
  <inkml:trace contextRef="#ctx0" brushRef="#br0" timeOffset="65587.85">21042 7013 4298 0,'-11'-10'-31'0,"-3"-1"19"0,3 6 9 0,-2-3 34 0,3 4 34 0,-1 0 29 0,3 1 11 15,2 2-5-15,6 1-9 0,-11-5-9 16,5 1-10-16,6 4-4 0,-5-5 1 0,5 5 11 15,0 0 17-15,0 0 13 0,7-15 11 16,0 11 9-16,3-3-1 0,0 1 16 16,3-4 11-16,-1 2-3 0,1 1-2 15,1-1 2-15,0 2-15 0,-1 2-8 0,1 1-11 16,-1 2-16-16,1 2-9 0,1 2-2 16,-1 3-11-16,0 2-12 0,0 4 11 0,-3 5 8 15,5 8 9-15,-5 0 6 0,-2 1 10 16,-5-2 4-16,0 0 8 0,-6 2 11 0,-2 0-84 15,-3 5-52-15,-8 0 0 0,-2 0 0 16,-5-4 0-16,-3 0 0 0,1-3 0 16,-1-1 0-16,0-3 0 0,11-4 0 15,0-4 0-15,5-4 0 0,-3 2 0 0,4-5 0 0,4 1 0 16,3 0 0-16,1-6 0 16,5 12 0-16,4-5 0 0,3 0 0 0,-1 0 0 15,5 1 0-15,1 1 0 0,-1-1 0 16,-4 2 0-16,2-3 0 0,-3 5 0 0,0-4 0 15,2 4 0-15,-4-1 0 0,-6 0 0 16,-1 1 0-16,-2 0 0 0,-2 0 0 0,-1 3 0 16,-5-1 0-16,-4-3 0 0,5 2 0 15,-4-1 0-15,-5-2 0 0,5-1 0 16,-3-1 0-16,1 0 0 0,2-4 0 0,-3 0 0 16,7-2 0-16,-4-4 0 0,11 2 0 0,-20-4 0 15,11-4 0-15,3-2 0 16,0-4 0-16,8 0-28 0,5-6-1012 0,-2-1 101 15,10-4-1164-15,2 2-1514 0</inkml:trace>
  <inkml:trace contextRef="#ctx0" brushRef="#br0" timeOffset="65755.09">21476 7381 6288 0,'0'-7'211'0,"0"7"55"0,5-6 35 0,-5 6-4 0,0 0 3 15,0-8-31-15,0 8-22 0,4-4-235 0,-4 4-12 0,18-2 0 0,0 0 0 0,1 2-88 0,5-2-391 16,5-1-175-16,11-1-245 0,2 0 64 16,-1-3 89-16,18 0-781 0,-10 2-972 15</inkml:trace>
  <inkml:trace contextRef="#ctx0" brushRef="#br0" timeOffset="66071.55">22019 7138 4052 0,'-14'-18'172'0,"0"4"72"15,3-1 58-15,1 3 44 0,5 1 18 0,0-1 6 16,5 3-11-16,7-1-16 0,-4 1-23 16,9 2-23-16,0 2-26 0,0 2-22 0,1 3-29 15,5 3-21-15,-3 2-116 0,0 6-83 16,-4 0 0-16,2 8 0 0,-6 2 0 16,-7 3 0-16,-9 8 0 0,-11 13 0 15,-3 0 0-15,-7-2 0 0,-3 1 0 0,-1-3 0 16,4-3 0-16,1-1 0 0,8-11 0 15,2 2 0-15,5-10 0 0,5-2 0 0,6-3 0 16,-1 0 0-16,4-5 0 0,4-1 0 16,1-1 0-16,4-3 0 0,7 1 0 0,-1-4 0 15,4-4 0-15,4-1 0 0,13-6 0 16,-1 0 0-16,2-3 0 0,0-2 0 16,10-5 0-16,2-2 0 0,-1 0 0 0,2-3-577 15,0 1-414-15,5 4 100 0,9 3-1058 0,0-1-1370 16</inkml:trace>
  <inkml:trace contextRef="#ctx0" brushRef="#br0" timeOffset="66254.92">22880 7143 5858 0,'-24'-7'239'0,"7"0"77"0,4 4 61 0,2-3 55 16,2 3-1-16,2 0-18 0,7 3-288 15,-9-4-125-15,9 4 0 0,0 0 0 0,0 0 0 16,0 0 0-16,34 2 0 0,-13 1 0 15,1-1 0-15,3 1 0 0,0 1 0 16,-2-4 0-16,2 4-397 0,-4 0-322 0,-2-4-149 16,4 4 17-16,-2 1 91 0,-6-1-803 15,-2 3-1006-15</inkml:trace>
  <inkml:trace contextRef="#ctx0" brushRef="#br0" timeOffset="66405.38">22930 7249 4333 0,'-22'4'90'0,"5"-3"76"16,2-1 67-16,1 0 54 0,5 0 32 15,9 0 16-15,-18 0-7 0,18 0-26 0,-13-1-32 16,13 1-28-16,0 0-37 0,0 0-74 16,0 0-98-16,0 0-122 0,0 0-134 15,33-9-154-15,-19 4-142 0,21-5-159 0,-2-6-83 16,1 5 66-16,2-5-642 0,2 3-794 16</inkml:trace>
  <inkml:trace contextRef="#ctx0" brushRef="#br0" timeOffset="66854.7">23590 6968 3561 0,'-6'-10'73'0,"3"0"62"15,-5-2 50-15,4 5 56 0,0-3 48 16,0 0 45-16,1 3 19 0,-1 0 5 16,0 0-16-16,4 1-24 0,0 6-32 15,-2-10-27-15,2 10-28 0,0-7-25 0,0 7-20 16,0 0-17-16,11-4-15 0,-11 4 0 15,0 0 13-15,14 14 15 0,-10-1-174 0,-2 2-8 16,-4 3 0-16,-2 7 0 0,-4 11 0 16,1 3 0-16,-4 1 0 0,-2-2 0 0,2 8 0 15,0-9 0-15,-1 0 0 0,5-3 0 16,0-2 0-16,0-6 0 0,3-5 0 0,3-4 0 16,-1-2 0-16,2-2 0 15,-2-4 0-15,2 2 0 0,0-5 0 0,2 1 0 16,-2 0 0-16,0-7 0 0,-2 7 0 0,2-7 0 15,-6 5 0-15,6-5 0 0,-13 0 0 0,13 0 0 16,-25-1 0-16,12-1 0 16,-2 2 0-16,1 0 0 0,14 0 0 0,-19 0 0 15,19 0 0-15,-13 2 0 0,13-2 0 16,0 0 0-16,0 0 0 0,0 0 0 0,28 7 0 16,-7-10 0-16,6 3 0 0,4-3 0 15,8 0 0-15,-1-1 0 0,1 2 0 0,1-4 0 16,-2 2 0-16,-4-3 0 0,-5 4 0 15,-4 0 0-15,-10-1-747 0,0 1-220 0,-6 2-1236 16,1-2-1607-16</inkml:trace>
  <inkml:trace contextRef="#ctx0" brushRef="#br0" timeOffset="72636.78">9401 5955 1068 0,'0'0'559'0,"0"0"-96"0,0 0-42 0,0 0-23 0,0 0-38 16,0 0-26-16,0 0-18 0,0 0-19 15,0 0 15-15,0 0-3 0,28-2-9 0,-28 2-15 16,9-7-18-16,-3 4-16 0,-6 3-24 16,9-7-15-16,-2 3-28 0,-7 4-15 0,9-8-18 15,-9 8-15-15,9-4-17 0,-7 1-9 16,-2 3-11-16,0 0-7 0,10-7-12 0,-10 7-6 15,0 0-10-15,8-5-4 16,-8 5-6-16,0 0-7 0,0 0-7 0,0 0 8 16,0 0 7-16,-24-2 16 0,24 2 1 15,-23 11-1-15,7-1-55 0,-2-2-16 0,3 5 0 16,2-2 0-16,1-1 0 0,3 2 0 16,-1 1 0-16,5-3 0 0,1-2 0 0,0 4 0 15,4-5 0-15,-2 1 0 0,4 2 0 16,2-6 0-16,1 2 0 0,-5-6 0 15,16 7 0-15,-7-5 0 0,-9-2 0 0,20-2 0 16,-20 2 0-16,18-6 0 0,-8 3 0 16,-4-1 0-16,-6 4 0 0,13-14 0 15,-8 6 0-15,-1 1 0 0,-1-3 0 16,-1 0 0-16,-4 1 0 0,2 1 0 0,-3-1 0 16,1 0 0-16,0 3 0 0,2 6 0 15,-9-11 0-15,4 8 0 0,5 3 0 0,-16-3 0 16,16 3 0-16,0 0 0 0,-20 6 0 15,11 0 0-15,9-6 0 0,-9 8 0 0,5-3 0 16,4-5 0-16,-2 12 0 0,2-12 0 16,8 11 0-16,-3-7 0 0,2 0 0 0,2 0 0 15,-9-4 0-15,15 6 0 0,-5-6 0 16,-10 0 0-16,15 4 0 0,-15-4 0 16,16 0 0-16,-16 0 0 0,0 0 0 0,14-6 0 15,-14 6 0-15,6-4 0 0,-1 0 0 0,-5 4 0 16,1-7 0-16,-1 7 0 15,0 0 0-15,-8-8 0 0,2 2 0 0,6 6 0 16,-12-3 0-16,1 3-99 0,11 0-582 16,-20 3-176-16,8-3-52 0,-1 4 100 0,1 0-836 15,1 1-1082-15</inkml:trace>
  <inkml:trace contextRef="#ctx0" brushRef="#br0" timeOffset="74269.66">13762 10761 4393 0,'8'-19'-67'0,"-4"12"62"0,2 2 50 0,-3-3 37 16,3 1 34-16,-1 0 32 0,2 0 29 0,-2 2 8 0,-1 1-10 0,-4 4 2 0,0 0 29 16,0 0 44-16,18 14 35 0,-16 8 24 15,-7 17 10-15,-6 13-11 0,-9 9 13 0,-14 14 17 16,-4 2-1-16,0 7-245 15,2-6-92-15,4 0 0 0,11-20 0 0,3-1 0 16,9-5 0-16,5-11 0 0,4-6 0 16,4-2 0-16,7-4 0 0,3-5 0 0,9-7 0 15,3-2 0-15,1-8 0 0,0-5 0 16,-1-2 0-16,5-2 0 0,7-3 0 0,-6-3 0 16,-3 2 0-16,-6-2 0 0,-4 3 0 15,0-2 0-15,-4 2 0 0,-4 2 0 0,1-3 0 16,0 3 0-16,-5-1 0 0,0 1 0 15,3-2 0-15,-4 0 0 0,1 0 0 16,-3 0 0-16,4-2 0 0,-4 1 0 16,2-2 0-16,-3 3 0 0,1-3 0 0,-2 4-203 15,-2 4-840-15,0 0 109 0,0 0-1110 16,0 0-1459-16</inkml:trace>
  <inkml:trace contextRef="#ctx0" brushRef="#br0" timeOffset="74802.58">14206 11523 5802 0,'0'-6'57'0,"0"6"26"15,0 0 3-15,-1-10 11 16,1 10 15-16,0 0 49 0,0 0 50 0,0 0 18 16,0 0-6-16,-8 29-16 0,6-14-23 15,-1 1-11-15,-2 1-20 0,-1 3-18 0,-1-1-11 16,0 0-14-16,-2 3-66 0,0-3-44 15,-2-1 0-15,1 0 0 0,1 0 0 0,-2-1 0 16,2-3 0-16,4-2 0 0,-3-2 0 16,5-3-4-16,-1-2-135 0,4-5-23 15,0 0-7-15,0 0 8 0,0 0 16 0,18-19 18 16,-6 5 14-16,1 0 35 0,3 1 24 16,1-1 38-16,-3 2 30 0,-3 1 23 15,1 5 19-15,1 0 18 0,-2 2 21 16,-1 0 9-16,3 4-2 0,1-2-1 0,-1 2-3 15,-1 0-8-15,2 0-10 0,1 0-4 16,-1 2-6-16,1-4 1 0,0 0-7 0,-2 1-28 16,5-4-36-16,-1 2 0 0,-2-5 0 15,2-2 0-15,0 0 0 0,-2 1 0 0,-1-5 0 16,3 1 0-16,-5-1 0 0,-3 2 0 16,0 2 0-16,0 2 0 0,-4 1 0 0,2 0 0 15,-3 1 0-15,2 1 0 0,-6 5 0 16,8-4 0-16,-8 4 0 0,0 0 0 0,11 15 0 15,-9-5 0-15,2 3 0 0,-4 6 0 16,1 0 0-16,-2 5 0 0,-3-3 0 16,2 3 0-16,-2-3 0 0,3 0 0 15,-5 4 0-15,4-4 0 0,0-3 0 0,-2 0 0 16,0-1 0-16,0-4 0 0,4-3-596 16,-2 1-277-16,2-4-38 0,4-2 104 0,2-3-895 15,2 0-1136-15</inkml:trace>
  <inkml:trace contextRef="#ctx0" brushRef="#br0" timeOffset="75003.06">15255 11330 5307 0,'-7'-5'340'0,"0"2"30"0,7 3 18 0,-7-7 10 0,7 7 5 0,-6-5-28 0,6 5-38 0,0 0-64 0,0 0-273 0,20-12 0 16,-6 10 0-16,3-1 0 0,2 2 0 0,5 1 0 15,-4-3 0-15,-1 1 0 0,1 1-369 16,-6 1-252-16,2 0-138 0,-5 3-118 16,-2 2 86-16,-5 2-833 0,1 2-1062 0</inkml:trace>
  <inkml:trace contextRef="#ctx0" brushRef="#br0" timeOffset="75169.46">15259 11517 4263 0,'-18'11'22'15,"7"-4"71"-15,3-3 55 0,0 3 51 0,3-3 51 16,1-3 45-16,4-1 24 0,0 0 6 15,-4 11-16-15,4-11-28 0,0 0-30 0,13 5-24 16,-13-5-40-16,25 2-66 0,-5-6-85 16,2-1-98-16,13-4-103 0,7-2-86 0,11-1-60 15,8-6-86-15,6 0-90 0,-1-6-96 16,16-10-145-16,-8-7 49 0,-16 8-567 0,-7-4-707 16</inkml:trace>
  <inkml:trace contextRef="#ctx0" brushRef="#br0" timeOffset="75319.47">16116 11100 3460 0,'7'-13'140'0,"3"1"82"16,-8 4 50-16,2 1 27 0,0-1 26 15,-4 8 33-15,0 0 34 0,0 0 13 16,0 0 6-16,-25 28-21 0,5-3-30 16,4 3-34-16,-4 3-31 0,2 2-35 0,-1 6-24 15,-1-7-196-15,0 8-40 0,4-8 0 16,1 1 0-16,0-3 0 0,2-1-20 0,-5-2-341 16,3-3-123-16,-4 0-132 0,1-8-184 15,4-4-32-15,-8-3 98 0,-8 5-743 16,3-10-926-16</inkml:trace>
  <inkml:trace contextRef="#ctx0" brushRef="#br0" timeOffset="76635.86">9692 7225 4081 0,'-38'-25'-222'0,"-2"-1"27"0,4-3 26 0,-1-4 27 16,6 4 35-16,-1-2 31 0,9 2 25 0,5 2 30 0,0-1 17 0,9 0 9 0,5 3 5 16,11 0-6-16,13-16 5 0,16 0-7 15,30-11 1-15,20-2-4 0,23 1 4 0,23-1 0 16,54-13 0-16,8 6-2 0,14 5-3 16,0 5 7-16,5 2-4 0,-3 10 2 0,-52 16-3 15,-4 5 1-15,-5 9-2 0,-13 11 2 16,-18 6 0-16,-19 9 2 0,-33 0-4 0,-14 9 4 15,-16 7 1-15,-11 8 3 0,-16-1 1 16,-7 4 17-16,-13 14 5 0,-5 2 8 0,-2 4-3 16,-7 18 6-16,2-1 5 15,2 2-1-15,6-12-3 0,-1 1 4 0,7-2-2 16,3 6-8-16,-1 1 8 0,2 2 20 16,5-2 1-16,0 1 5 0,3-3-7 0,1 0-4 15,0 0 4-15,1-3-10 0,3 3-7 0,2-2 6 16,-1-1 17-16,4-3-4 15,4-1-2-15,8 14-10 0,-4-18-3 0,2-2-5 16,0 0 0-16,0-4-7 0,-3 0 3 16,2-2 10-16,-8-3-5 0,0 1 4 0,-3-1 16 15,-2 0 5-15,-6 3-4 0,-1-10-6 16,-4 12 11-16,0-2 4 0,-6 3-8 0,4-1-7 16,-1-2-3-16,-1 5 1 15,1 0-2-15,-2-1-5 0,4 2-1 0,-1 0-6 0,0 3-4 16,1 0 19-16,-3 2 3 15,0 5-1-15,3 2-6 0,-2 1 11 0,1 3 6 0,3-1-8 16,-3 1-6-16,4 3-2 16,4-4-2-16,-3 1-8 0,10-3-1 0,-2-1-4 15,2-6-6-15,7-1 3 0,-2-2-7 16,5-3-4-16,2-3-5 0,2-4 1 0,-1-3-3 16,0-4-7-16,-5-7 5 0,-4-12-6 15,-1-3 0-15,-5-6 2 0,-4-5-5 16,4-4 7-16,-6-2-4 0,3-1 6 0,-2-2 10 15,-3-2-4-15,-1-4 0 0,0 0-6 16,0 0-5-16,6-35 7 0,-8 14-7 16,0-11-7-16,-5-8 4 0,0-1 1 0,-7-7-5 15,-1 3 0-15,1 12 6 0,1 0 20 16,1 5 16-16,3 6 1 0,1 5-1 16,1 3-7-16,1 0-5 0,2 4 0 0,0 2-4 0,4-1-7 15,0 2 1-15,8 0-5 16,5 2-8-16,12 0 0 0,17 0-2 0,17 2 4 15,8 3-7-15,4 1 10 0,3 3-5 16,-4 4-6-16,3 2-6 0,-3 4 10 0,-5 3-8 16,-8 2 8-16,-3 2-5 0,-13 2-2 15,-3 3 6-15,-15-3 7 0,-3 2 9 0,-11-3 15 16,-4 1 34-16,-7-1 18 0,1 1 7 16,-10 4 7-16,0-5-4 0,2-3-36 0,-2-2-68 15,-1 0 0-15,5-5 0 0,-3 2 0 16,1-2 0-16,-1 0 0 0,3-4 0 15,-3 2 0-15,-2-3 0 0,1 5 0 16,-3-4 0-16,-4 1-11 0,0 3-335 0,-5-4-121 16,3 2-137-16,-11-1-213 0,8-1-26 15,0-4 102-15,9-2-743 0,-2-2-930 0</inkml:trace>
  <inkml:trace contextRef="#ctx0" brushRef="#br0" timeOffset="77536.11">13674 12743 4435 0,'-3'-3'99'0,"-3"-1"1"0,6 4-4 0,0 0 7 0,0 0 56 0,0 0 44 0,-15 21 39 0,9 1 13 16,-2 17-7-16,-3 9 10 0,-1 8-12 16,3 0-12-16,0 0-14 0,0-1-20 0,-2 3-21 15,2-2-15-15,2-3-19 0,0-12-13 16,0-4-15-16,1 0-9 0,-1-7-14 0,3-5-4 16,-2-6-26-16,2-5-64 0,2-3 0 15,0-1 0-15,-1-4 0 0,3-6 0 0,0 0 0 16,0 0-1-16,0 0-122 0,-8-36-15 15,12 2-8-15,2-10-9 0,3-14-1 16,7-7-1-16,-2-4 0 0,9-15 12 16,1 0 12-16,-5 21 12 0,5 3 16 0,-3 6 22 15,0 8 20-15,-6 12 13 0,5 5 6 16,-6 5 0-16,2 7 8 0,-5 7 0 0,3 4 4 16,-3 3 1-16,0 3 9 0,3 3 4 15,-3 1 3-15,3 5 3 0,-3 1 4 0,1 5 7 16,-3 4 6-16,1-2 15 0,-5 2 19 15,-3 3 17-15,-2-2 17 0,-6 5 8 16,-5 8-6-16,-4-2-2 0,-14 10-5 0,0-7-14 16,2-2-3-16,4-9 2 0,5-6-2 15,5-5 3-15,3-2 29 0,3-3 17 16,1-1 11-16,2 0-4 0,1 0-5 16,3-6-17-16,-9 7-16 0,7 3-6 0,2-2-7 15,5 4-4-15,1 3-1 0,-1 5-6 16,4 12-3-16,3-1-4 0,1 3-6 0,3-2 2 15,-3 1-6-15,5 1-4 0,-4-5 2 16,4-1-7-16,-2-3-19 0,-2-5-38 0,-4-7-34 16,-5-1-40-16,2-1-45 0,0-3-40 15,0-4-66-15,-3 0-95 0,-4-4-98 0,0 0-108 16,0 0-148-16,18-13-48 0,-17 6 79 16,-1-3-581-16,2-3-721 0</inkml:trace>
  <inkml:trace contextRef="#ctx0" brushRef="#br0" timeOffset="78102.94">14099 13143 3419 0,'0'0'97'0,"0"0"19"0,0 0-4 0,0 0 20 0,0 0 26 0,0 0 14 15,-20 19 10-15,16-15-1 0,2 2-4 0,2-6-5 16,-1 12-11-16,-2-7-8 0,3-5-10 15,3 8-4-15,-3-8-15 0,1 8-2 16,-1-8-13-16,10 6-10 0,-10-6-10 16,11-2-10-16,-11 2-13 0,17-4-31 0,-8-2-21 15,4 0-12-15,-2-1 0 0,0-3 2 16,1 2-4-16,-5-1 2 0,4 0 1 0,-2 2 7 16,-4-3 10-16,1 6 16 0,-1-3 9 15,1 3 9-15,-1-2 1 0,-5 6-2 16,10-4-5-16,-10 4 16 0,0 0 27 0,2 16 16 15,-4-1 0-15,1 5-2 0,-5 3-1 16,-1 12 1-16,2-1-7 0,3-5-8 0,0-4-5 16,0 1-6-16,2-2-10 15,0-4-3-15,2-2-2 0,-2-5-9 0,0 2 1 0,2-6-1 16,-2 0-1-16,6-3-5 16,-1-4-5-16,-5-2-5 0,23-8-19 0,-7-1-20 0,4-11 0 15,3-3 0-15,2-2-5 16,-2-1-2-16,-2 4 3 0,-4 5 0 0,-4 5 3 15,-3 0 5-15,0 5 3 0,-5 0-3 16,1 6 2-16,-6 1-6 0,0 0 0 0,14 17 0 16,-13 0 0-16,1 7 0 0,0 12 0 15,4 11 0-15,-3 7 0 0,2 4 0 0,4-3 0 16,0 2 0-16,4-5 0 16,-2-1 0-16,0-5 0 0,-3-10 0 0,-1-10 0 0,-1-6 0 15,-2-3 0-15,-1-3 0 0,-1 1 0 16,2-9 0-16,1-3 0 0,-5-3-394 15,0 0-221-15,5-15-144 0,-1-3-118 16,-1-6 80-16,7-15-818 0,4-15-1055 0</inkml:trace>
  <inkml:trace contextRef="#ctx0" brushRef="#br0" timeOffset="78319.57">15022 13174 4603 0,'0'0'76'0,"0"0"40"0,-14 2 40 0,14-2 44 0,0 0 33 0,0 0 34 16,0 0 4-16,0 0-19 0,0 0-25 15,22 12-21-15,-5-12-24 0,2 1-29 16,-2 1-65-16,4-4-81 0,-6 1-92 0,5 2-94 16,-6-2-112-16,6-1-128 0,-5-4-141 15,-2 2-171-15,4 2 7 0,-5 0 92 0,-3 2-530 16,-9 0-628-16</inkml:trace>
  <inkml:trace contextRef="#ctx0" brushRef="#br0" timeOffset="78502.87">15115 13391 3697 0,'-9'8'317'0,"1"-3"32"16,2-3 37-16,6-2 23 16,-11 8 13-16,11-8-12 0,-5 4-28 0,5-4-34 15,0 0-34-15,-7 4-31 0,7-4-45 16,0 0-81-16,0 0-100 0,31 2-138 0,-12-4-145 15,6-2-158-15,17 0-95 0,0-6-114 16,16 1-203-16,-8-3 28 0,2-4 95 0,-7-3-609 16,0 0-741-16</inkml:trace>
  <inkml:trace contextRef="#ctx0" brushRef="#br0" timeOffset="78702.5">15718 12804 3823 0,'0'0'174'15,"-16"12"60"-15,7 5 55 0,-4 12 65 0,3 10 29 16,1 16 5-16,-2 8-12 0,2 7-18 16,2 5-36-16,-2 24-33 0,0-2-24 0,5-18-28 15,1-3-31-15,1-6-53 0,0 0-60 16,0-3-72-16,0-5-69 0,-1-6-85 16,-1-13-93-16,2-5-93 0,0-11-104 0,1-5-91 15,-2-9-109-15,-3-5-169 0,4-2 60 0,2-6 84 16,0 0-545-16,0 0-657 0</inkml:trace>
  <inkml:trace contextRef="#ctx0" brushRef="#br0" timeOffset="79752.67">17526 12073 3588 0,'0'-10'166'0,"-2"-2"41"0,4 7 8 0,-2-1-3 0,0 6-13 0,0 0 33 0,0 0 50 0,0 0 28 16,-8 35-4-16,5-12-23 0,-5 12-23 15,0 4-24-15,1 1-18 0,-1-1-23 0,5-1-22 16,-5-2-18-16,2-2-12 0,0-1-13 16,1-6-16-16,-1-5-14 0,2-1-21 0,-1-2-48 15,-2-4-53-15,2-1-51 0,-3-1-68 16,5-3-58-16,-5-2-63 0,2-4-81 0,0-2-67 15,6-2-64-15,0 0-60 16,-9-20-55-16,7 3-63 0,2-8-4 0,6-14-527 16,-1-14-649-16</inkml:trace>
  <inkml:trace contextRef="#ctx0" brushRef="#br0" timeOffset="80151.57">17473 12016 3043 0,'6'-33'-58'16,"-3"6"59"-16,-1 6 42 0,-2 2 35 16,2 3 49-16,-2 2 35 0,2 0 22 0,0 2 14 15,0 2-14-15,3 0-17 0,4 1-17 16,2 0-14-16,6 4-11 0,2 2-11 15,2 3-12-15,6 1-7 0,3 6-10 0,2 5-10 16,-1 2-10-16,-4 5-6 0,-2 1-5 16,-9 4-6-16,0 0-4 0,-7-1-1 15,-3-5-3-15,-4 2 5 0,-4-2 17 16,-6 5 18-16,-1 4 14 0,-7 1 13 0,-3-1 3 16,-1 0-6-16,-5-4-2 0,2-5-3 0,-2 3-2 15,6-7-6-15,5-1-5 0,5-5-8 16,2 0 7-16,-2-1 3 0,4-1 1 15,-1-2-2-15,6-4-11 0,4 11-5 0,2-5-12 16,6 2-6-16,1 2-7 0,4 0 0 16,2-1-11-16,4 8-6 0,0-1-2 0,-4 0 0 15,-2-4-3-15,-1 0-6 0,-4 0 0 16,0 0 2-16,0 2 7 0,-7-1 22 0,2-1 31 16,-5 1 20-16,-2-1 22 0,-2-1 13 15,-1 3 6-15,-5-1-21 0,-1 1-120 0,-5-2 0 16,1 3 0-16,-2-3 0 15,-4-2 0-15,0-1 0 0,-1-1 0 0,4-4 0 16,-2 2 0-16,3-4 0 0,3-2 0 16,1-5-151-16,4-2-348 0,3-7-116 0,6-5-124 15,7-14-122-15,6-2 87 0,10-8-774 16,7 2-992-16</inkml:trace>
  <inkml:trace contextRef="#ctx0" brushRef="#br0" timeOffset="80352.82">18279 11894 4595 0,'5'-10'92'0,"4"3"19"0,-8 2 15 0,3 2-3 0,-4 3 40 0,0 0 54 0,0 0 33 0,-14 39 0 0,0-4-13 15,-8 7-23-15,-1 8-13 0,-1 1-19 0,1-1-16 16,-4 0-19-16,4-1-16 0,3 1-9 16,0-3-14-16,1-3-14 0,6-9-53 0,-1-5-73 15,3-2-72-15,6-6-70 0,-1-5-83 16,1-4-97-16,2-1-96 0,-1-8-124 0,4 0-178 15,0-4 16-15,0 0 86 0,0 0-536 16,23-23-651-16</inkml:trace>
  <inkml:trace contextRef="#ctx0" brushRef="#br0" timeOffset="80518.98">18166 12042 3612 0,'-7'-20'176'0,"-3"6"33"0,5-1 42 15,-2 7 49-15,4-1 60 0,-3 3 19 0,4-2-9 16,2-2-35-16,0 10-37 0,10-17-26 15,5 3-33-15,12-2-55 0,5 0-65 0,4-1-93 16,4 5-110-16,4 2-118 0,-4 1-142 16,5 2-148-16,-4 4-183 0,-9 1-102 0,-3 2 85 15,-2 4-622-15,-6 1-772 0</inkml:trace>
  <inkml:trace contextRef="#ctx0" brushRef="#br0" timeOffset="80702">18218 12297 4009 0,'-19'8'167'0,"4"-3"23"0,4-2 21 16,0 1 27-16,6-3 22 0,5-1 4 15,-9 2-6-15,9-2-29 0,0 0-22 0,0 0-44 16,0 0-61-16,47-10-106 0,-17 1-99 16,5 1-120-16,1-5-137 0,-2 1-161 0,1 0-210 15,1 1 50-15,-4 1 85 0,0 0-451 16,-1 0-521-16</inkml:trace>
  <inkml:trace contextRef="#ctx0" brushRef="#br0" timeOffset="80952.62">19021 12264 3471 0,'-20'0'396'0,"4"-2"16"0,5 0 13 16,2 0 10-16,9 2 0 15,0 0-21-15,-12-6-37 0,12 6-44 0,20-7-36 16,3-1-36-16,11 0-81 0,7 0-106 16,4-1-131-16,7-2-142 0,-7 2-147 0,-2 1-167 15,2 1-186-15,-8 2-112 0,-6 2 87 16,-6 3-691-16,-7 3-867 0</inkml:trace>
  <inkml:trace contextRef="#ctx0" brushRef="#br0" timeOffset="81118.92">19073 12533 4206 0,'-16'8'75'0,"2"1"25"16,5-5 27-16,-1 0 25 15,5-2 21-15,5-2 4 0,-10 4-2 0,10-4-18 0,0 0-17 16,0 0-31-16,21 4-75 15,4-8-98-15,14 0-138 0,13-9-153 0,4-4-194 16,0-1-128-16,-1-3 66 0,1-1-466 16,-1-4-549-16</inkml:trace>
  <inkml:trace contextRef="#ctx0" brushRef="#br0" timeOffset="81419.09">19980 12005 3147 0,'-9'-2'63'0,"-2"2"54"0,11 0 62 0,-28 16 52 15,1 4 29-15,-6 10 25 0,3 5 4 16,-2 4 17-16,-2 4-12 0,8 1-18 16,5-1-23-16,10-5-19 0,5-1-16 15,7 0-20-15,10-3-14 0,3-5-15 0,10-2-14 16,0-10-14-16,7-1-14 0,1-8-11 16,2-8-11-16,4-4-12 0,5-7-8 0,4-5-5 15,-1-6-8-15,-1 0-8 0,0-3-5 16,-7-8-5-16,-4-3-10 0,-4-3-4 0,-3-5-1 15,-6-2-8-15,-10-5-1 0,-3-2-4 16,-8 7-2-16,-8-8-10 0,-6 6-5 0,-9 5-25 16,-10 9-41-16,-7 8-52 15,-11 9-51-15,-10 9-71 0,-16 10-110 0,-2 8-153 16,-25 7-199-16,3 14-155 0,6 1 93 16,11 8-744-16,9 1-945 0</inkml:trace>
  <inkml:trace contextRef="#ctx0" brushRef="#br0" timeOffset="86183.75">23617 9043 2563 0,'3'-12'315'0,"1"-2"-16"0,0 5-13 0,-2 1-14 0,-1 1 0 0,2 0-9 0,-3 0-8 16,0 7-3-16,0-10 16 0,0 10-1 15,0-10-9-15,0 10-24 0,-3-7-29 0,3 7-24 16,0 0-13-16,0 0 28 0,-11 19 10 16,-1 10 0-16,-8 12-14 0,-1 7-5 15,2 3-9-15,2 5-12 0,0-2-15 0,3 3-14 16,3-2-13-16,6-3-34 0,-2-9-90 16,7-2 0-16,0-4 0 0,5-10 0 15,-1-3 0-15,-3-6 0 0,5-1 0 0,-1-3 0 16,3-5 0-16,0-2 0 0,3-2 0 15,7-5 0-15,-2-5 0 0,15-7 0 0,-1-3 0 16,5-2 0-16,5-11 0 0,0-2 0 16,-2-4 0-16,0-1 0 0,1 2 0 15,-5 0 0-15,-4 4 0 0,-5 9 0 0,-8 3 0 16,-3 4 0-16,-5 4 0 0,0 0 0 0,-2 6 0 16,-7 3 0-16,0 0 0 15,9 15 0-15,-9-1 0 0,-4 7 0 0,-1 4 0 16,0 12 0-16,-2-2 0 0,-1 3 0 15,3 0 0-15,-2 0 0 0,2-6 0 0,1 2 0 16,0-7 0-16,2-6 0 0,1-3 0 16,-1-5 0-16,0 1 0 0,0-3 0 0,0-1 0 15,2-2 0-15,-2 1 0 0,2-4 0 16,0-5 0-16,0 0 0 0,0 0 0 0,0 0-521 16,0 0-172-16,19-14-199 0,-12 6 44 15,3-3 104-15,3-2-784 0,3 0-973 16</inkml:trace>
  <inkml:trace contextRef="#ctx0" brushRef="#br0" timeOffset="86567.58">24640 9263 4214 0,'10'-11'-37'0,"-3"3"24"0,-2 4 18 0,2 2 27 0,-7 2 45 0,0 0 27 0,11 11 26 0,-9-3 15 16,-4 6 15-16,-3 7-5 0,-9 9-2 0,-1 4 1 15,-10 7 8-15,-4 0 9 0,2-3 4 16,-1-1 0-16,8-8-5 0,2-3-7 0,0-4-15 16,9-2-8-16,4-4 3 0,1-3 3 15,4-4 4-15,4-1-10 0,3 0-10 16,7-2-13-16,-1-4-11 0,3 0-11 16,2-6-5-16,-2 2 13 0,0-8 19 0,2 0 21 15,-5-3-20-15,-1-5-123 0,-5-1 0 16,-3-4 0-16,-4-3 0 0,-6-8 0 0,-3-3 0 15,-5 2 0-15,-2-7 0 0,-4 11 0 16,3 2 0-16,2 3 0 0,-3 1 0 0,11 6 0 16,-2 4 0-16,3 3 0 0,3-2 0 15,3 3 0-15,7-2 0 0,4-4 0 0,12-3 0 16,11 2 0-16,10 1 0 0,6 3 0 16,-4 5 0-16,-5 4 0 0,-3 3-583 0,-5 6-194 15,1 2-132-15,-9 2 86 16,-8 2-911-16,0 2-1167 0</inkml:trace>
  <inkml:trace contextRef="#ctx0" brushRef="#br0" timeOffset="86966.7">23486 8681 5027 0,'-77'50'-31'0,"-11"16"38"0,-3 13 34 0,-24 35 29 0,37-17 22 0,4 8 24 0,13 5 19 0,17 2 4 0,16-3 1 16,24 3-13-16,27-7-13 0,17-5-7 16,24-7-12-16,20-6-14 0,21-9-1 0,47 10-7 15,-23-31-10-15,6-13-1 0,8-11-11 16,4-13-1-16,-1-14-5 0,1-12-7 15,-6-12-39-15,-14-10-13 0,-7-13 5 0,-12-10-2 16,-9-9 4-16,-15-10 2 0,-11-8 2 16,-12-10 2-16,-14-10-7 0,-13-9 3 15,-19-4-21-15,-12-5-15 0,-10 0-15 0,-20 2-11 16,-13 4-13-16,-11 7-14 0,-14 7-17 16,-7 16-20-16,-10 14-19 0,-10 15-45 0,-5 16-33 15,-8 17-2-15,-5 11-23 0,-5 14-50 16,-3 11-52-16,2 6-112 0,-4 12-160 15,13 5 67-15,6 8-353 0,6 5-394 0</inkml:trace>
  <inkml:trace contextRef="#ctx0" brushRef="#br0" timeOffset="87668.47">23959 10657 2949 0,'-1'-18'269'0,"1"5"6"16,0 4 15-16,-2 1 18 0,2 0 20 0,0 1 13 0,0 7 2 0,-2-9-15 15,2 9-27-15,-2-7-37 0,2 7-27 0,0 0-4 16,-5 19 19-16,-3 12 0 0,-8 16-14 16,5 5-33-16,-10 4-2 0,0 8 3 15,1 0 7-15,-4-1-57 0,1-2-156 0,0 0 0 16,3-6 0-16,-3-1 0 0,0-2 0 15,1-6 0-15,-2-5 0 0,1-2 0 0,4-8 0 16,2-3 0-16,0-5 0 0,0 2 0 16,3-10 0-16,7-1 0 0,-2-4 0 15,0-3 0-15,6 1 0 0,-5-2 0 0,5-3 0 16,3-3-68-16,-10 0-626 0,10 0-172 16,0 0-33-16,-12-9 111 0,12 9-870 0,-5-6-1096 15</inkml:trace>
  <inkml:trace contextRef="#ctx0" brushRef="#br0" timeOffset="88953.75">23341 11836 4228 0,'1'-7'-114'0,"1"0"48"0,-2 7 37 0,0-10 31 0,0 10 38 16,-2-8 29-16,2 8 28 0,0-7 14 0,0 7-4 15,-1-7-7-15,1 7-14 0,0 0-8 16,0 0-8-16,0-10-4 0,0 10-7 0,0 0-8 16,0 0-6-16,1-4-4 0,-1 4-6 15,0 0-6-15,0 0 0 0,0 0-2 0,0 0-6 16,2-7 4-16,-2 7 3 0,0 0 14 15,0 0 10-15,0 0 18 0,0 0 9 16,0 0 8-16,0 0 9 0,0 0 6 0,0-6 2 16,0 6-4-16,0 0 7 0,0 0 0 15,0 0 2-15,0 0-10 0,0 0-3 16,0 0-3-16,0 0-1 0,0 0-9 0,0 0 8 16,0 0-3-16,0 0 3 0,0 0 4 15,2-8-4-15,-2 8 3 0,0 0-6 16,0 0-1-16,0 0-4 0,0 0-4 0,0 0-7 15,0 0-6-15,0 0-5 0,0 0-6 16,0 0-5-16,0 0-11 0,0 0-3 0,0 0-3 16,0 0-5-16,0 0-3 15,0 0-2-15,0 0 3 0,0 0-7 0,0 0-1 16,0 0-18-16,0 0 0 0,0 0 0 16,0 0 0-16,0 0 0 0,0 0 0 0,0 0 0 15,0 0 0-15,0 0 0 0,0 0 0 16,0 0 0-16,0 0 0 0,0 0 0 0,0 0 0 15,0 0 0-15,0 0 0 0,0 0 0 16,0 0 0-16,0 0 0 0,0 0 0 0,0 0 0 16,0 0 0-16,0 0 0 0,0 0 0 15,0 0 0-15,0 0 0 0,0 0 0 0,0 0 0 16,0 0 0-16,0 0 0 0,0 0 0 16,0 0 0-16,0 0 0 0,0 0 0 0,0 0 0 15,0 0 0-15,0 0 0 16,-5-7 0-16,5 7 0 0,0 0 0 0,0 0 0 15,0 0 0-15,0 0 0 0,0 0 0 16,0 0 0-16,0 0 0 0,0 0 0 0,0 0 0 16,0 0 0-16,0 0 0 0,0 0 0 15,-2-6 0-15,2 6 0 0,0 0 0 0,0 0 0 16,0 0 0-16,0 0 0 0,0 0 0 16,0 0 0-16,0 0 0 0,0 0 0 0,0 0 0 15,0 0 0-15,0 0 0 16,0 0 0-16,-10 34 0 0,6-16 0 0,-4 5 0 0,1 8 0 15,-4 5 0-15,-5 2 0 16,0 4 0-16,5-3 0 0,-3-5 0 0,0 2 0 16,1-2 0-16,1-1 0 0,-1-2 0 15,4-1 0-15,-2-9 0 0,6-4 0 0,-1-5 0 16,3 1 0-16,1-4 0 0,-2-2 0 16,2 0 0-16,1-1 0 0,1-6 0 0,1 8 0 15,-1-8 0-15,10 4 0 0,-3-1 0 16,-7-3 0-16,18 3 0 0,-9-1 0 0,0 0 0 15,5 0 0-15,-3-1 0 0,1 1 0 16,-3 0 0-16,0-2 0 0,1 3 0 0,0 0 0 16,-10-3 0-16,15 2 0 15,-7 0 0-15,-8-2 0 0,9 3 0 0,-9-3 0 16,11 2 0-16,-11-2 0 0,10 3 0 16,-10-3 0-16,0 0 0 0,12 2 0 0,-12-2 0 15,9 2 0-15,-9-2-345 0,14-2-480 16,-14 2-112-16,0 0 103 0,13-3-951 0,-13 3-1216 15</inkml:trace>
  <inkml:trace contextRef="#ctx0" brushRef="#br0" timeOffset="89484.81">23821 12063 5335 0,'0'0'112'0,"-20"15"36"0,-1 5 52 0,1 5 28 0,-1 3 22 0,-6 7 9 0,4 4-2 0,1 0-15 15,0 2-24-15,5 0-19 0,4-7-19 0,2 0-20 16,1-5-15-16,2-3-15 0,5-4-14 16,-3-1-104-16,2-6-12 0,1-3 0 0,2 0 0 15,-3-1 0-15,2-3 0 0,0-2 0 16,2 0 0-16,0-6 0 0,0 0 0 0,0 0 0 15,0 0 0-15,0 0-12 16,25-16-34-16,-16 8 6 0,2 1 0 0,-4 3 0 16,0-2 21-16,3 0 7 0,-6 1 8 15,4 2 12-15,-1-1 9 0,-7 4-4 0,16-2 3 16,-9-1 4-16,2 3-2 0,-9 0-4 16,23-4 0-16,-10 4 0 0,-1-4-3 0,3 2-1 15,3-1 3-15,-2-4-1 0,2 1-2 16,-3 1 3-16,0-1-3 0,-2 1-10 0,-1 1 0 15,-1-1 0-15,-1 0 0 0,-4 1 0 16,2 3 0-16,-8 1 0 0,11-4 0 0,-11 4 0 16,0 0 0-16,12 12 0 0,-10-1 0 15,-2 0 0-15,1 3 0 0,-1 3 0 16,0 2 0-16,0 2 0 0,0-3 0 16,0 3 0-16,0 0 0 0,0-5 0 0,0 3 0 0,2-6 0 15,0 1 0-15,0-2 0 16,-2-4 0-16,4 1 0 0,-3-4 0 0,-1-5-309 15,2 7-401-15,-2-7-203 0,0 0 49 16,0 0 99-16,23-14-810 0,-12 4-1016 0</inkml:trace>
  <inkml:trace contextRef="#ctx0" brushRef="#br0" timeOffset="89685.16">24524 12039 4885 0,'-6'-9'315'0,"3"4"35"0,1-1 46 0,2 6 19 0,-5-7 23 0,5 7-16 16,-2-7-29-16,2 7-42 0,7-6-125 0,0 0-226 16,12 2 0-16,4-4 0 0,13 3 0 15,3-3 0-15,-3 2 0 0,-2 0-84 0,-7 2-435 16,-7 3-165-16,-1 0-210 0,-3-2 63 16,-5 6 93-16,-2-1-772 0,-3 6-957 15</inkml:trace>
  <inkml:trace contextRef="#ctx0" brushRef="#br0" timeOffset="89867.03">24554 12201 4795 0,'-12'3'379'15,"12"-3"29"-15,-11 2 31 0,11-2 20 16,0 0 6-16,-11 2-6 0,11-2-17 0,0 0-97 16,0 0-345-16,0 0 0 0,33 17 0 15,-12-12 0-15,1 0 0 0,3-1 0 0,-2 2 0 16,2-4 0-16,-5 2 0 0,0-1 0 15,-3-1 0-15,-2 0 0 0,1-2-452 0,-5 0-213 16,-2 0-132-16,-9 0-65 0,14-2 86 16,-14 2-802-16,0 0-1019 0</inkml:trace>
  <inkml:trace contextRef="#ctx0" brushRef="#br0" timeOffset="90599.91">25604 12061 4746 0,'-6'-14'131'0,"5"1"19"0,-1-2 32 0,2 4 50 0,2-1 36 0,-1-1 19 16,5 0 2-16,2-3-11 0,7 1-17 0,6-6-23 16,6 7-22-16,4 1-24 0,-5 8-18 15,3 3-21-15,-2 5-16 0,5 10-11 16,-1 3-17-16,-7 7-87 0,-3 8-22 16,-7 4 0-16,-9 2 0 0,-5 4 0 0,-5-1 0 15,-9 12 0-15,-6-6 0 0,-2 1 0 16,-1-4 0-16,2-3 0 0,6-13 0 0,1-1 0 15,9-6 0-15,3-3 0 0,4-1 0 16,10-2 0-16,12 2 0 0,13-2 0 0,14-3 0 16,10-2 0-16,5-3 0 0,3 0 0 15,3-4 0-15,-5 0 0 0,-2-2 0 16,-17 2 0-16,-3 0 0 0,-10-2 0 0,-6 0 0 16,-9 0 0-16,-2 0 0 0,-6 0 0 15,0 0 0-15,-2 2 0 0,-10-2 0 16,9 2 0-16,-9-2 0 0,0 0 0 0,0 0 0 15,0 0-766-15,0 0-224 0,-31 8 112 16,15-3-1012-16,-7 3-1313 0</inkml:trace>
  <inkml:trace contextRef="#ctx0" brushRef="#br0" timeOffset="91432.91">22695 13540 5525 0,'9'-18'25'0,"-4"7"18"0,-3 3 6 0,2 3-4 0,-4 5 32 16,0 0 49-16,10 29 50 0,-8-4 32 15,-2 20 21-15,-4 12-1 0,3 5-5 0,-8 4-15 16,4 1-14-16,-3-4-21 0,5 0-13 16,-1-5-19-16,-3-15-14 0,6 1-13 0,-1-8-6 15,0-7-96-15,2-6-12 16,0-6 0-16,-2-3 0 0,0-3 0 0,2-1 0 16,0-4 0-16,0-6 0 0,0 0-85 0,0 0-74 15,0 0-21-15,0 0-18 0,4-40-16 16,0 6-15-16,-1-7-9 0,6-12-6 0,-2-3 13 15,0-2 14-15,4-1 11 16,-2-1 25-16,2 6 12 0,1 5 23 0,-5 13 19 16,6 1 25-16,1 4 14 0,-1 2 13 15,3 5 20-15,2 4 22 0,5 1 20 0,0 7 26 16,-2 3 16-16,-2 4 11 0,0 3 11 16,2 4 7-16,-2 3 0 0,1 6 11 0,-6 2 11 15,0 3 12-15,1 8 30 0,-9 0 23 16,-6-1 46-16,-2-2 21 0,-8 12 18 0,-5 0 9 15,-4-2-2-15,-6 4-18 0,-1 0-19 16,-5 1-20-16,2-4-15 0,1 0-19 16,3-7-13-16,3-5-9 0,0-1-17 15,10-5-57-15,-1-4-50 0,4-1 0 0,4-2 0 16,-2 0 0-16,5-5 0 0,2-2 0 16,-5 12 0-16,5-12 0 0,2 9 0 0,1-1 0 15,6 2 0-15,-4 0 0 0,6 5 0 16,1 1 0-16,7 8 0 0,-2 3 0 0,2 0 0 15,-2 4 0-15,7 8 0 0,-10-8 0 16,6 2 0-16,-6-4 0 0,0-2 0 0,-4-5 0 16,-3-7 0-16,-1-1 0 15,4-2 0-15,-7-3 0 0,3-1 0 0,-2-5-249 16,-3 1-317-16,-1-4-128 0,0 0-177 16,0 0 46-16,11-15 91 0,-10 4-712 0,-1 0-896 15</inkml:trace>
  <inkml:trace contextRef="#ctx0" brushRef="#br0" timeOffset="91949.64">23346 14040 4407 0,'-2'-7'185'0,"2"7"-2"0,-2-9-2 0,2 9-1 0,0 0 28 0,0 0 29 0,0 0 11 0,-3 29 0 16,1-3-11-16,-4 8-27 0,2 5-20 15,0 3-20-15,-3 7-12 0,3-5-19 0,-4-2-11 16,5 1-18-16,-6-5-12 0,4-2-7 16,-1-2-11-16,1-6-8 0,-1-7-8 0,2-3-18 15,0-4-22-15,0-3-16 0,2 0-22 16,1-3-29-16,-1 0-31 0,2-8-24 0,-2 2-26 16,2-2-20-16,0 0-5 0,0 0 11 15,9-31 9-15,-2 16 7 0,-2 1 13 0,4-2 5 16,-1 3 10-16,4-2 11 0,-7 5 11 15,5 2 19-15,-7 0 20 0,7 3 18 16,-4 2 16-16,1-1 11 0,-7 4 18 16,13-1 12-16,-3 0 10 0,-10 1 7 0,12 0 7 15,-12 0 4-15,15-3 4 0,-15 3 5 16,13-2-4-16,-4 1-3 0,0-1-5 16,0-1-12-16,0-2-4 0,3 1-3 0,1-3-2 15,-4 4 3-15,2-1 1 0,-4 1 1 16,-2 1 19-16,-5 2 12 0,0 0 10 0,18 0 14 15,-12 5 6-15,-1 4 6 0,1 1-7 16,-3 2-4-16,4 4-67 0,-3 2-40 0,-3 6 0 16,3-3 0-16,0 0 0 0,-1 3 0 15,-3-2 0-15,2-2 0 0,0-2 0 16,0 1 0-16,-2-5 0 0,2-1 0 16,-2 1-155-16,2-1-225 0,-2-1-117 0,0 1-146 15,-2-5-192-15,2 2 23 0,0-3 96 16,3-2-697-16,-3-5-863 0</inkml:trace>
  <inkml:trace contextRef="#ctx0" brushRef="#br0" timeOffset="92149.63">23995 14235 4448 0,'-5'-9'363'0,"1"0"7"0,4 4 12 0,0 5 13 0,0-10-14 0,0 10-19 16,9-10-29-16,2 3-51 0,2 0-33 15,6 0-39-15,-1 2-72 0,6 0-88 16,-3 2-98-16,-2-1-100 0,2 1-109 0,-6-1-142 16,2 3-145-16,-5-1-184 0,1 2-88 15,-13 0 87-15,17 3-731 0,-13 2-910 16</inkml:trace>
  <inkml:trace contextRef="#ctx0" brushRef="#br0" timeOffset="92334.82">24076 14434 4634 0,'-11'15'390'16,"1"-5"11"-16,2-1 15 0,5-2 15 16,-3 0 2-16,0-1-12 0,6 1-39 0,0-7-32 15,0 11-50-15,0-11-267 0,12 6-33 16,-3-6 0-16,1 0 0 0,-10 0 0 0,32-6-36 16,4 0-301-16,18-6-66 0,7-1-79 15,4-4-126-15,7-2-195 0,19-7 11 0,-5-1 89 16,-6-4-667-16,2-4-823 0</inkml:trace>
  <inkml:trace contextRef="#ctx0" brushRef="#br0" timeOffset="92665.98">25475 13887 4229 0,'-24'20'256'0,"2"8"17"0,-8 12 20 0,-1 9 25 16,1 7 26-16,-4 16 15 0,7-10-6 15,4 2-12-15,7 0-30 0,1-5-28 16,8-2-23-16,7-11-31 0,4-3-20 0,5-6-76 16,5-3-133-16,0-5 0 0,8-7 0 15,-8-5 0-15,8-9 0 0,-6-2 0 16,6-6 0-16,3-2 0 0,7-9 0 0,0-4 0 16,6-9 0-16,1-6 0 0,-3-6 0 15,-4-7 0-15,2-4 0 0,-5-8 0 16,-4-2 0-16,-5-7 0 0,-4-6 0 0,-9-1 0 15,-5-3 0-15,-7 7 0 0,-6 10 0 16,-11 9 0-16,-4 11 0 0,-9 8 0 0,-1 15 0 16,-10 7 0-16,-17 9 0 0,1 10 0 15,-7 8-99-15,-9 13-638 0,8 10-206 0,18-6 66 16,5 2 97-16,6 4-837 0,3 1-1057 16</inkml:trace>
  <inkml:trace contextRef="#ctx0" brushRef="#br0" timeOffset="93716.11">28207 11857 4791 0,'6'-13'87'0,"-1"7"28"0,-4 1 10 0,-1 5 5 0,0-7-9 16,0 7 11-16,0 0 45 0,0 0 35 0,-10 22 3 16,3-5-12-16,-6 9-13 0,-3 1-16 15,1 2-21-15,1 0-15 0,2 0-14 0,-2 0-13 16,3-2-12-16,1-5-18 0,0-3-63 15,5-6-54-15,-3 1-36 0,6-3-34 0,-1-1-14 16,-1-3-22-16,4-4-41 0,0-3-23 16,0 0-21-16,0 0 6 0,13-20 0 0,0-6 11 15,3-5 6-15,7-15 13 16,-1-2 14-16,5-6 16 0,1-4 17 0,3 2 19 16,-3 0 8-16,1 10 25 0,0 3 32 15,-4 7 6-15,-4 11 2 0,-1 6 10 16,-2 5 12-16,-2 5 23 0,-2 7 14 0,-1 2 12 15,1 2 10-15,-5 5 13 0,2 2 16 16,0 3 9-16,-6 0 6 0,-1 5 12 0,-4 0 4 16,0 0 11-16,-4 6 12 0,-1 0 3 15,-1-3 8-15,-10 9 3 0,3-3-1 0,-2-1 4 16,4-7 6-16,0-3-5 16,4-3-1-16,1-2 0 0,1 0 15 0,-1-3-6 15,5 2-6-15,1-2 1 0,0 3-1 16,1 0-5-16,5 5-4 0,-1-1-18 0,5 5-7 15,-2 2-8-15,-1 0-6 0,1 1-6 16,-3-1 2-16,1 1-5 0,-1 2 3 0,-4-4 10 16,-1 1 11-16,-4 3 10 0,-4-2 11 15,-5 8 7-15,-2-3-114 0,-6-2-13 0,-4 0 0 16,2-3 0-16,-5-1 0 0,1-4 0 16,-4-4 0-16,6-2 0 0,7-3 0 0,-1-3 0 15,2-3 0-15,1 0 0 0,3-4 0 16</inkml:trace>
  <inkml:trace contextRef="#ctx0" brushRef="#br0" timeOffset="93950.08">29010 11716 1246 0,'9'-13'764'0,"-3"3"-170"0,-1 0-149 0,-3 6-98 0,0 0-50 0,-2 4 7 0,0 0-2 0,0 0 16 0,-13 24-1 15,4-5-10-15,-7 10-30 0,0 4-22 0,-6 8-27 16,-1 3-20-16,3-1-21 16,-1-1-21-16,-1 1-14 0,8-10-13 0,0 2-25 15,3-2-61-15,-3-1-62 0,5-5-67 16,3-4-68-16,2-5-69 0,1-4-75 0,1-1-70 0,2-5-44 16,0-2-94-16,0-6-127 15,9 0-59-15,-9 0 73 0,17-13-452 0,-3-1-534 16</inkml:trace>
  <inkml:trace contextRef="#ctx0" brushRef="#br0" timeOffset="94149.04">28812 11941 3063 0,'-13'-4'78'16,"1"2"51"-16,2-6 33 16,5 3 28-16,-1-1 13 0,6 6 8 0,-6-11-4 0,6 4-13 15,0 7-20-15,15-18-18 0,0 9-17 16,7-2-14-16,8-1-11 0,2 4-13 15,2-1-8-15,-5 4-18 0,-4 1-43 16,0 1-47-16,-6 1-49 0,-2 2-46 0,-1 0-57 16,-3 2-40-16,0 1-42 0,-3 1-43 15,-3 1-52-15,-1 2-88 0,-3-1-130 0,-3 1 16 16,4 0-290-16,-4 2-322 0</inkml:trace>
  <inkml:trace contextRef="#ctx0" brushRef="#br0" timeOffset="94365.66">28912 12097 2514 0,'-7'5'114'0,"1"-2"56"15,6-3 34-15,-9 6 32 0,9-6 22 16,0 0 22-16,0 0-14 0,0 0-17 0,0 0-22 16,0 0-24-16,0 0-20 0,0 0-18 15,45-14-21-15,-27 9-26 0,-2 1-69 16,4 2-74-16,-3 1-96 0,-2-1-113 0,1 2-96 15,-1 2-125-15,0 3-188 0,-3-2 42 16,0 4 64-16,-1 0-291 0,0 1-314 0</inkml:trace>
  <inkml:trace contextRef="#ctx0" brushRef="#br0" timeOffset="94798.51">29614 12165 2763 0,'-6'-7'338'0,"4"-3"-1"0,0 2-12 0,6-3-14 0,2 3-23 0,2-4-13 0,6-3-26 0,10-3-23 16,2 5-24-16,7-3-27 15,-1-1-57-15,0 1-80 0,3 3-92 0,-3-1-118 16,-2 3-127-16,-5 5-120 0,-2 0-235 16,-3 2 4-16,-4 2 68 0,-3 0-376 0,-13 2-435 15</inkml:trace>
  <inkml:trace contextRef="#ctx0" brushRef="#br0" timeOffset="94982.42">29629 12272 3011 0,'-16'8'215'0,"2"-3"40"15,4 1 32-15,0-4 20 0,5 2 20 16,5-4-20-16,-11 2-12 0,11-2-30 16,0 0-28-16,0 0-26 0,0 0-23 15,37-6-15-15,-15 6-76 0,5-2-83 0,10-4-91 16,7 1-105-16,-4 1-119 0,4-6-142 15,9-2-199-15,-3-1-59 0,1-5 76 0,1 1-470 16,-2 2-564-16</inkml:trace>
  <inkml:trace contextRef="#ctx0" brushRef="#br0" timeOffset="95301.64">30584 11877 3293 0,'6'-12'92'0,"-1"5"14"0,7 0 1 0,1 2 7 16,4 2 1-16,2 3 6 0,6 3-9 15,-2 2-10-15,5 9-12 0,-3 0-8 16,-4 8-14-16,-6 4 3 0,-5 1 23 0,-6-1 14 16,-4 2 23-16,-5 6 27 0,-9 0 28 15,-7 5 36-15,-4-3 19 0,-7-1 25 0,-2-3 18 16,-3-3 17-16,6-6-4 0,7-2-17 15,5-7-3-15,5-4-8 0,3-3-19 0,7 3-20 16,4-5-106-16,0-5-124 16,20 14 0-16,0-11 0 0,9 0 0 0,-1-1 0 15,15-2 0-15,-3-4 0 0,1 0 0 16,2 0-333-16,0-3-171 0,-5-3-136 0,4 0-192 16,-6 0-11-16,2-3 105 0,-2 3-725 15,-5-5-911-15</inkml:trace>
  <inkml:trace contextRef="#ctx0" brushRef="#br0" timeOffset="95748.61">30163 11090 4085 0,'-86'0'-174'0,"-14"15"35"0,-17 13 41 0,-15 19 35 0,-55 28 42 0,1 21 42 0,-10 12 27 16,3 13 30-16,4 9 23 0,10 8 8 0,19-3 17 15,24 1 11-15,39-5 7 0,52-30 3 16,29-1-1-16,34 2-5 0,25 0-9 15,34 0-11-15,52 20-10 0,22-13-12 16,25-16-10-16,14-12-10 0,14-14-12 0,8-18-5 16,5-8-13-16,9-14-25 0,-49-15-19 15,6-10-17-15,47-16-5 0,-19-21-18 0,-22-23-20 16,-30-23-11-16,-21-22 12 0,-30-20 6 16,-18-23 2-16,-24-14 2 0,-21-23 3 0,-31 31 4 15,-21-67-1-15,-35 2 4 0,-31 2 1 16,-22 18 10-16,-30 29 0 0,-33 30 4 15,-33 33-18-15,-36 28-58 0,-22 30-70 0,-17 26-65 16,-13 30-102-16,6 17-215 0,8 22-55 16,15 18 68-16,26 3-303 0,20 12-321 0</inkml:trace>
  <inkml:trace contextRef="#ctx0" brushRef="#br0" timeOffset="103713.97">5781 7649 2431 0,'0'0'37'0,"5"-4"21"0,-5 4 13 0,0 0 8 15,1-10 11-15,-1 10 13 0,0 0 15 0,-3-10 2 0,3 10 15 0,0 0 2 16,-5-11 1-16,5 11-1 0,-4-6 1 16,4 6-5-16,0 0 0 0,0-9-5 0,0 9 2 15,0 0 4-15,0 0-3 16,-5-7 0-16,5 7 0 0,0 0-6 0,0 0-2 16,0 0-11-16,-6-9-7 0,6 9-14 15,0 0-4-15,0 0-11 0,-3-6-6 0,3 6-5 16,0 0-6-16,0 0-8 0,-6-5-3 15,6 5-5-15,0 0-7 0,0 0 2 16,0 0-8-16,0 0-2 0,0 0 2 0,0 0-5 16,-5-7-8-16,5 7-6 0,0 0-2 15,0 0 1-15,0 0-2 0,0 0 10 0,0 37 23 16,0-12 3-16,0 16 3 0,-3 6 13 16,3 17 11-16,-2 7-10 0,-2 2 17 0,2 3-6 15,2 0 5-15,0 0 9 0,2-1-9 16,0-4-2-16,2-4-3 0,-1-7 10 15,2-2 0-15,-1-1-10 0,-1-18-8 16,1-4-4-16,0-6-9 0,0-7 0 0,-3-5-11 16,1-2 5-16,0-3-8 0,-2-1 3 15,2-3-5-15,-2 1-4 0,3-1 3 16,-3-8-5-16,3 12-5 0,-3-12-14 0,0 0-31 16,0 4-28-16,0-4-45 0,0 0-49 15,0 0-60-15,0 0-63 0,0 0-72 0,0 0-83 16,0 0-80-16,0 0-103 15,0 0-156-15,-1 7 71 0,-4-1-575 0,1 6-725 16</inkml:trace>
  <inkml:trace contextRef="#ctx0" brushRef="#br0" timeOffset="104180.31">5779 9082 3355 0,'0'0'41'0,"0"-5"13"16,0 5 5-16,0 0-10 0,0 0 22 0,-11-9 21 0,11 9 20 0,0 0 10 0,-18 0-1 0,18 0-4 16,-18 5-7-16,6 3-7 0,-1 0-1 0,-3 2-4 0,2 2-8 15,-4 3-6-15,3-2-10 16,-1 1-3-16,5 0-6 0,4-3-7 0,0 3-4 15,-2-3-2-15,7 1-1 0,2 0 2 16,2-1 1-16,4 5-1 0,2-2-3 0,3 1-2 16,0 0-1-16,3 1 0 0,6 5-6 15,-6-5 1-15,-1 1-4 0,7 4-2 16,-5-4 0-16,-2-1-3 0,-2-2 3 0,-2-1 14 16,0 1 7-16,-2-1 12 0,-3-3 3 15,-2 3 17-15,1-3 10 0,-6 0 9 0,1 1 3 16,-2-1 1-16,-5 0 1 0,2-1-11 15,-7 0-14-15,3-4-6 0,-5 0-3 16,1-2-14-16,1 1-11 0,-2-4-17 16,0 0-39-16,1 0-29 0,1-2-54 0,2 0-55 15,1-1-70-15,0 0-86 0,2-1-77 16,4 1-78-16,-1-4-88 0,6 0-126 0,0-3-20 16,6 3 71-16,1-7-446 15,6-1-531-15</inkml:trace>
  <inkml:trace contextRef="#ctx0" brushRef="#br0" timeOffset="104513.71">6186 9114 3172 0,'0'0'78'16,"0"-6"-3"-16,0 6 6 0,0 0 22 16,0 0 26-16,-18 18 24 0,9-8 1 0,1 3-3 15,-4 3-7-15,3-1-4 0,0 3-7 16,2-5-6-16,4 1-6 0,-1-2-9 0,4 0-2 15,2-2-15-15,3 0-6 0,2-3-7 16,4 0-8-16,2-2-5 0,4-3-10 0,-4-2-5 16,5 0-5-16,1-4-10 15,-2-1-2-15,2-3-7 0,-8 1 2 0,3-2-6 16,-1 1-3-16,-7-1 2 0,-3-3-5 16,-3-1 1-16,0-3-2 0,-5-7 0 0,-4 4-5 15,-5-7 6-15,3 5-9 0,0 4 2 16,-1 1-10-16,-3 4 0 0,1 3-17 15,-3 4-34-15,0 2-45 0,2 5-51 0,-6-1-74 16,0 4-77-16,-2 3-91 0,0-2-145 16,0 3-131-16,7-6 69 0,0 4-402 0,1 1-471 15</inkml:trace>
  <inkml:trace contextRef="#ctx0" brushRef="#br0" timeOffset="104880.81">5739 8609 2931 0,'-34'6'19'0,"-12"17"19"15,-1 12 26-15,-12 18 39 0,1 10 26 0,1 13 18 16,5 8 16-16,5 6 0 16,1 8-2-16,8 0-6 0,11 3-10 0,9-5-10 0,11-22 5 15,12-2-9-15,8-6-7 16,14-3-5-16,20-1-8 0,14-12-5 0,0-19-10 15,8-10-9-15,30-2-6 0,-9-19-6 16,22-9-19-16,-2-16-16 0,-6-6-13 16,-3-8-15-16,-10-11-17 0,-1-7 2 0,-10-7 2 15,-10-7-3-15,-9 1 3 0,-16-5 2 16,-8-5 16-16,-18 13 16 0,-11-3 4 0,-8-2 0 16,-21-19-10-16,-10 8 1 0,-15 2-4 15,-11 7-7-15,-6 10-8 0,-11 14-10 0,-8 15-15 16,12 18-33-16,-7 11-42 0,1 12-46 15,-19 15-53-15,4 10-62 0,5 10-60 0,4 7-91 16,8 6-185-16,4 8-36 0,6-2 67 16,6 5-312-16,6-2-352 15</inkml:trace>
  <inkml:trace contextRef="#ctx0" brushRef="#br0" timeOffset="107846.67">5884 9962 2347 0,'0'0'16'0,"0"0"21"0,0-11 14 0,0 11 9 0,0 0 12 0,0-8 18 0,0 8 14 0,0-7 20 0,0 7 13 0,0 0 0 0,-3-9-2 16,3 9-2-16,0 0-10 0,0-8-3 15,0 8-6-15,0 0-7 0,2-5-4 0,-2 5-4 0,0 0 4 16,0 0 0-16,0-7-7 15,0 7 1-15,0 0 1 0,0 0-5 0,0 0-2 16,0 0 8-16,0-7 4 0,0 7 1 16,0 0 0-16,0 0-3 0,0 0-5 0,0 0-14 15,0 0-3-15,0 0 9 0,0 0 22 16,18 51 17-16,-2-1 13 0,3 10 1 16,1 7-19-16,4 23-1 0,2 3-6 0,-3 4-12 15,1-3-12-15,1-3-2 0,-1 0 6 16,2-8 8-16,-6-19 4 0,2-5-12 0,-1-5-7 15,-1-4-10-15,-6-5-5 0,-3-16-13 16,0-4 1-16,-6-8-7 0,1-1-3 16,-3-6 10-16,1 2 21 0,1-3 14 15,-2-1 8-15,-3 1-4 0,4-3-22 0,-4-6-78 16,4 8 0-16,-4-8 0 0,0 0 0 16,0 0 0-16,0 0 0 0,0 0 0 0,0 0-91 15,0 0-171-15,5 4-75 0,-5-4-103 16,0 0-101-16,0 0-129 0,-2 8-140 0,2-8 65 15,-5 9-716-15,1-4-909 0</inkml:trace>
  <inkml:trace contextRef="#ctx0" brushRef="#br0" timeOffset="110497.19">6295 11660 3780 0,'5'4'-57'0,"-5"-4"39"0,8 0 11 0,-8 0 19 0,0 0 30 0,0 0 34 0,0 0 23 16,0 0 15-16,0 0 2 0,0 0 10 0,0 0 2 16,0-14 1-16,0 14-7 0,-8-13-10 15,3 6-7-15,2 0-11 0,-3 2-3 0,-1 0-10 16,1-2-9-16,-2 5-7 0,-1-1-6 15,0 2-5-15,9 1-11 0,-27 5-1 16,9 1-5-16,0 4 0 0,-9 4-6 0,4 3 1 16,0 3-4-16,8-3 1 15,1-1-4-15,3-3-1 0,4 1 1 0,1-1-1 16,3 1 6-16,3-2 9 0,5 3 7 16,4 1-2-16,4 1 0 0,8 5-2 0,2-3-3 15,2 0 1-15,-2 0 8 0,1-1 19 16,-8-4-5-16,-1-1 5 0,-5-5 24 0,1 1 10 15,-2 1 13-15,-3-1 24 0,1 3 16 16,-6-2 2-16,-2 1 6 0,-4 2-4 0,-3 1-4 16,-1 1-12-16,-5-1-10 15,1 1-10-15,-6-4-14 0,-5 7-10 0,-1-2-77 0,-2-1-21 16,4-5 0-16,5-1 0 16,-4 0 0-16,1-3 0 0,2-1 0 0,2-1 0 15,1-1 0-15,5-1 0 0,0-1 0 16,3 1-68-16,8-2-199 0,-11 2-76 15,11-2-83-15,0 0-67 0,0 0-64 0,11-19-65 16,7 7-122-16,8-7 35 0,9-8-639 16,2-4-802-16</inkml:trace>
  <inkml:trace contextRef="#ctx0" brushRef="#br0" timeOffset="110729.56">6544 11676 3961 0,'7'-22'61'0,"-3"3"25"0,-4 1 31 0,2 2 23 0,-2 7 31 0,0-3 12 0,0 5 8 0,0-1-12 0,0 8-18 0,0 0-5 0,0 0 24 16,0 0 23-16,0 0-5 0,5 41-12 16,-5-14-17-16,2 7-23 0,-2 4-5 15,2-8-19-15,2 8-9 0,2-6-14 0,-4-3-12 16,2-5-4-16,0 2-10 16,-1-4-28-16,-1-5-35 0,0 3-44 0,2-5-44 0,-1-1-52 15,0-5-54-15,1 3-52 16,-4-4-72-16,4-4-57 0,-4-4-87 0,0 0-109 0,0 0-156 15,0 0 58-15,3-24-544 16,-1 7-667-16</inkml:trace>
  <inkml:trace contextRef="#ctx0" brushRef="#br0" timeOffset="111080.32">6410 11240 3277 0,'-34'-6'-47'15,"-4"1"26"-15,-5 5 22 0,-16 9 25 16,-2 8 43-16,-1 10 50 0,-16 16 27 15,5 13 29-15,1 17 19 0,5 8 15 0,1 11 1 16,7 3-14-16,13 5 0 0,6-4-8 16,11-3-12-16,12-4-13 0,11-18-10 15,13-3-9-15,9-2-6 0,9-8-12 16,20 5-10-16,15-13-5 0,14-8-9 0,16-15-13 16,7-12-3-16,-9-11-12 0,28-12-4 15,3-11-6-15,3-10-16 0,-3-8-31 0,-3-8-21 16,-5-6-27-16,-7-6-21 0,-9-9-4 15,-12 5 4-15,-17-11 7 0,-9-1 14 0,-16-3 13 16,-21 10 18-16,-14-9 4 0,-13 0 5 16,-26-19-4-16,-10-1-1 0,-22 4-2 15,-12 4-2-15,-14 4 0 0,-2 15-3 16,-1 8-9-16,-3 17-14 0,1 20-13 0,21 11-22 16,-2 18-37-16,3 9-48 0,-12 17-80 15,8 11-88-15,9 11-88 0,8 2-134 16,10 8-152-16,17-10 69 0,1-2-463 0,9-3-552 15</inkml:trace>
  <inkml:trace contextRef="#ctx0" brushRef="#br0" timeOffset="117410.77">2147 12250 3063 0,'-15'1'-81'0,"4"0"16"0,1-1 25 15,10 0 17-15,-12-5 3 0,12 5 0 0,12-18 4 0,21-11 0 0,14-6 4 0,28-13 2 16,14-5 1-16,12-1 4 15,7-5-7-15,8 1-5 0,1 1-12 0,-1 1-17 16,-5 8-7-16,-14 9-6 0,-32 13 7 16,-15 9-4-16,-22 7 4 0,-20 12 6 15,-8-2 6-15,-33 22 8 0,-24 7 27 0,-34 15 7 16,-24 9 17-16,-41 22 21 0,34-17 18 16,-36 18 11-16,42-18 9 0,3-3 2 0,5-4 7 15,6 0 20-15,11-13-8 0,13-3-4 16,25-11 1-16,17-9 21 0,5-1-26 0,12-6 2 15,8-5-11-15,7 0 0 16,4-3-10-16,0 0-19 0,68-29-23 0,-7 1-39 16,33-9-25-16,10-8-24 0,14-8-4 15,2 0 2-15,2-2-1 0,-9 2 8 16,-16 3 5-16,-13 9 4 0,-29 13 15 0,-13 4 6 16,-19 7 5-16,-19 7-1 0,-12 2 19 15,-15 6 15-15,-27 3 17 0,-22 6 20 0,-10 2 7 16,-26 10 4-16,-5 3 9 0,1 3-9 15,4 1 2-15,2 0-10 0,9-2-7 0,27-7 0 16,7-3-14-16,10-3-1 0,15-1 4 16,13-7 5-16,5 2 15 0,7-3-4 15,10-5 1-15,3 3-12 0,28-27-32 16,20-2-30-16,37-15-37 0,26-11-23 16,51-17-18-16,12 0-18 0,-7-4-4 0,-4 4-1 0,-46 19 6 15,-12 4 14-15,-13 10 14 16,-33 10 10-16,-20 10 10 0,-19 1 8 0,-18 9 28 15,-16 6 28-15,-15 5 26 0,-37 4 17 16,-37 12 10-16,-13 5 8 0,-10 6 4 0,2 5 2 16,2-2 3-16,2 2-12 0,6-1 0 15,13-2-10-15,11-4-3 0,26-7-5 16,10-6 1-16,16-1-8 0,8-3-5 16,7-4 3-16,5-1-8 0,9-3 5 15,5 0 3-15,4-2-10 0,0 0-25 0,63-15-20 16,0-5-24-16,36-15-8 0,13-4 3 15,8-6 0-15,6-5 7 0,-2-1 9 0,-10 2 2 16,-9 3 3-16,-16 3 4 0,-28 11 4 16,-11 5 10-16,-8 5 7 0,-17 10 1 0,-11 3-1 15,-12 1 3-15,-2 8 4 0,-29-2-9 16,-19 8 6-16,-22 5 4 0,-11 2 7 16,-25 12 4-16,-1-3 10 0,4 2-5 0,-2 1 2 15,4 1-2-15,4 0 1 16,6-3 2-16,23-5 22 0,0-4 5 0,15-5-9 0,13 1 9 15,13-6 5-15,7-1-5 16,9-6-11-16,8-1 4 0,3 4-9 0,48-36 3 16,7 4-18-16,33-17-21 0,16-6 6 15,13-3 4-15,48-18-4 0,0 6 12 0,-42 17-10 16,3 3 0-16,-6 6 4 0,-10 3-1 16,-16 8-5-16,-27 11 1 0,-15 6-8 15,-16 4 0-15,-16 3 0 0,-10 6 5 0,-12 1-6 16,2 2 3-16,0 0 7 15,-80 12-5-15,12-2 9 0,-28 10 5 0,-7-1-3 0,-3 0 3 16,0 6 5-16,6-2-2 0,1 1-3 16,7 3-2-16,21-9-1 0,10 0 5 15,10-1-4-15,14-7-6 0,9-1 3 16,11-4 2-16,5-1 2 0,8-3 4 0,4-1 3 16,45-14 1-16,19-1-9 0,47-11 6 15,17-8-17-15,14-6-4 0,49-12-3 16,0-2-1-16,-7 1-3 0,-3-2 2 0,-48 16-3 15,-8 0 5-15,-13 9-1 0,-19 5-2 16,-30 8 4-16,-18 9-3 0,-21 4 0 0,-11 6 1 16,-13-2 2-16,0 0-4 0,-68 33 1 15,3-9 5-15,-28 5 6 0,-14 8 2 0,-8-3 20 16,-3 5 0-16,-8 0-4 0,-5-1-5 16,0 3-1-16,5-2 7 0,2 2-11 15,10 0-1-15,11-2 2 0,11-2-3 0,13-6-2 16,23-6 1-16,8-3-1 15,18-4 4-15,5-1 0 0,10-2-4 0,8-5 6 16,5-2 4-16,11-1-9 0,14 0 6 16,17-5 3-16,23 0-3 0,15-9 1 0,5-2 3 15,26-5-8-15,-6 4-6 0,-23 2-14 16,-6-1-12-16,-13 5-17 0,-17 6-4 16,-13 2 2-16,-12 4 2 0,-13 3 4 15,-12 6 6-15,-27 19 14 0,-32 15 9 0,-21 6 11 16,-12 3 5-16,-12 2 10 0,-7 1 13 15,-1 2-7-15,-34 16 2 0,33-22-2 16,7 2 0-16,9-7-6 0,10-2-3 0,12-7 2 16,26-14-2-16,10-4 5 0,14-6-5 15,10-3 0-15,15-2 3 0,10-6-7 0,14-5 4 16,23-1 8-16,28-10-17 0,30-9-11 16,8-5-5-16,7-12 1 0,3-2 4 0,-6-4-4 15,-2 6 7-15,-19 6 0 0,-25 9-4 16,-14 2 1-16,-15 6 0 0,-11 4-6 15,-12 5-1-15,-7 1 19 0,-6-1 3 0,-13 16 14 16,-18 3 1-16,-17 8 0 0,-2 2 7 16,-8 4 15-16,-13 11-7 0,15-12 4 15,2-1-4-15,4-1-9 0,5-2-4 16,3-3-14-16,13-6 11 0,7 0 1 0,6-5 0 16,9-1 2-16,7-1-9 0,9-6 0 15,14 0 2-15,24-6 7 0,24-2-24 0,13-8-18 16,30-4-4-16,2-9-9 0,-3 2 5 15,-7 1-3-15,-6 3-2 0,-28 0 1 0,-11 8 1 16,-19 2-8-16,-12 4 0 0,-9 1 0 16,-7 5 5-16,-8 3 12 0,-8 2 4 15,-12 7 10-15,-20 13 9 0,-13 6 8 0,-28 11 0 16,-1-1 1-16,-4 1 4 16,1 0 1-16,4-3-6 0,2-2 3 0,20-10-1 15,1 1-1-15,4-4-8 0,8 0 8 0,3-3-4 16,10-5-3-16,2 0 4 0,8-2-5 15,5-4 1-15,7-1-1 0,5-3 4 16,7-1 0-16,11 1-1 0,19-6 0 0,15-4-1 16,20-8-4-16,27-10-4 0,3-6 5 15,-2-4-2-15,-4 0-5 0,-10-2 2 0,-25 10 0 16,-8 1 2-16,-19 7-4 0,-3 3-1 16,-10 3-2-16,-10 3 2 0,-7 6 3 15,-4-2-4-15,-25 15-2 0,-20 2 4 16,-15 9-6-16,-24 7 14 0,-7 2 3 0,-4-1 9 15,3 2 0-15,1 0 6 0,-1 0-4 16,6-1 12-16,4 2-7 0,19-9-6 16,6-1 1-16,6-6 1 0,17-4-10 0,4-5 13 15,8 0-8-15,5-4 1 0,11-3 5 16,6-3-9-16,0-2 9 0,31-7-1 0,22-7 1 16,12-4-7-16,27-11-11 0,1-5-13 15,6 0-13-15,0 1-10 0,-3-1-12 0,-9 4-8 16,-22 6-2-16,-6 2 9 0,-10 3 11 15,-14 5-4-15,-11 4 14 0,-8 3 7 16,-9 1 6-16,-7 5 14 0,0 1 20 16,0 0 8-16,-68 7 20 0,7 5-2 15,-4 3 11-15,-6 1 4 0,1 1-6 0,0 2 0 16,3-1-8-16,6-1 0 0,4 0-9 16,7-3-4-16,16-2 0 0,7-5-5 0,8 1 4 15,6-6-6-15,4 2 0 0,5-2-4 16,4-2 2-16,0 0-6 0,66-8-15 0,-5-5-24 15,11-3-26-15,22-5-22 16,1 0-22-16,-20 4-13 0,-5 1-8 0,-5 3-4 0,-12-1 10 16,-13 5 8-16,-13 6 7 0,-8-1 9 15,-8 2 20-15,-7 2 26 0,-4 0 25 16,0 0 18-16,-51 16 31 0,1-4 11 16,-7 5 14-16,-4-1-4 0,-4 1 8 15,2 0-7-15,1 0-4 0,3-1-9 0,3-1 1 0,4-3-5 16,16-4-5-16,4 3-3 15,9-5-6-15,6-2-2 0,3 0 0 0,3 0-1 16,4-4-2-16,7 0-1 0,0 0 0 16,0 0-2-16,0 0-2 0,51-18-5 0,-11 5-14 15,9-7-9-15,3-1-9 0,-2 1-2 16,-1-2 8-16,-5 3 2 0,-13 3 7 0,-11 6-6 16,-4 0 2-16,-9 3 0 15,-7 0-3-15,0 7 2 0,-23-9 7 0,-5 7 7 16,-18 0 2-16,-17 5 9 0,-3 2 5 15,-1 0 8-15,0 4 5 0,2-2-2 0,2-2 2 16,20-2 16-16,2 1 7 0,13-3 8 16,9 1 13-16,2-4 7 0,9-3-6 15,5-5-14-15,10-13-20 0,23-21-23 0,28-14-26 16,18-6-29-16,13-4-25 0,13-2-29 16,34-23-33-16,-32 22-26 0,-5 3-29 0,-2 0-17 15,-11 10-5-15,-18 2 18 0,-24 17 15 16,-13 6 17-16,-16 8 19 0,-15 7 26 0,-11 6 42 15,-20 2 39-15,-21 7 38 0,-22 6 19 16,-35 7 32-16,-5 8 15 0,2 4 3 0,-1 3 4 16,8-2-7-16,10-5 3 15,28-1 3-15,6-4-4 0,18-5-6 0,7 0 22 16,11-4 6-16,4 0-2 0,10-6-10 0,7-2-12 16,4 4-10-16,34-29-20 15,15-1-27-15,30-13-22 0,10-2-25 0,14-4-28 16,8-5-30-16,1 0-14 0,-7-1-5 15,-5 0-10-15,-12 2 5 0,-11 4 9 0,-26 11 6 16,-11 1 11-16,-15 1 8 0,-17 5 5 16,-12 7 16-16,-19-1 27 0,-21 1 25 0,-19 2 18 15,-11 9 9-15,-12 7 12 16,-7 4 2-16,-24 4 0 0,3 4-3 0,7 5 2 16,23-3-5-16,5 1-2 0,10-2-1 15,9-1 15-15,19-2 11 0,12-3 0 0,8-1-4 16,8 0-3-16,9-5-7 0,4 5-8 15,25-25-3-15,21-1-19 0,15-5-16 16,28-8-11-16,8-3-15 0,10 1-13 0,-2 2-12 16,2 0 1-16,-12-1-10 0,-9 5-10 15,-21 10 4-15,-10 3 9 0,-10 1 8 0,-18 4 2 16,-9 5-2-16,-11 0 9 0,-11 6 1 16,-9-1 15-16,-14 1 14 0,-17 3 16 0,-7 1 7 15,-18 4 2-15,-1 3 1 0,-1 1-3 16,4 3 1-16,6-2-3 0,14-2 0 0,7 1-2 15,11-2 2-15,7-4 7 16,4 3-5-16,5-3-1 0,7 1 3 0,6-1-3 16,0 0 0-16,32-10-12 0,22-1-30 15,10-1-18-15,9-3-25 0,1 3-18 16,-1-2-4-16,-6 2 2 0,-12 4 4 16,-15 3 9-16,-9-1 0 0,-10 3 8 0,-6 1 15 15,-10 2 19-15,-5 0 19 0,0 0 17 0,0 0 13 16,-54 16 5-16,15-6 7 0,-3 0-1 15,-10 2-3-15,13-1-2 0,-2 1-3 0,7-3 1 16,10-3-1-16,5 1-2 0,3-2-35 16,5 3-27-16,3-3-49 0,5 7-66 15,3-4-97-15,3 1-154 0,3 6-162 16,-1-2 65-16,-3 0-141 0,0-1-145 0</inkml:trace>
  <inkml:trace contextRef="#ctx0" brushRef="#br0" timeOffset="119543.59">5533 7278 1730 0,'4'4'18'0,"-4"-4"26"15,7 3 23-15,-7-3 18 0,0 0 21 0,0 0 1 0,7 2 10 0,-7-2 4 0,0 0 1 16,0 0-12-16,11-9-9 0,-11 9-11 0,7-6-12 16,-2 1-3-16,-1 0-6 0,-4 5-9 15,5-12-10-15,-1 8 2 0,-2 0-12 0,-2 4 0 16,0 0 0-16,5-11-5 0,-5 11-3 16,2-10-3-16,-2 10 0 0,0 0-5 0,0-6 0 15,0 6-4-15,0 0 4 0,0 0-5 16,0 0-1-16,0 0 3 0,0 0 2 0,0 0 3 15,0 0 0-15,0 0-8 0,-24 16 6 16,24-16 7-16,0 8 0 0,0-8-6 16,4 10 9-16,-4-10-2 0,7 9 8 15,-1-5 2-15,-6-4-2 0,16 3-7 0,-16-3-5 16,12 2 1-16,-12-2-2 0,0 0 4 16,0 0 10-16,24-4-3 0,-24 4-3 0,5-5 2 15,-5 5-8-15,0 0-2 0,0 0-8 16,-2-9 4-16,2 9-7 0,0 0 1 15,-16-7 0-15,16 7-4 0,0 0-5 0,-22 0 1 16,22 0 2-16,0 0 1 0,-19 2-4 16,19-2 1-16,0 0 1 0,-13 4-8 15,13-4 12-15,0 0-61 0,-8 2-79 0,8-2-95 16,-8 4-129-16,8-4-287 0,0 0 66 16,0 0 69-16,0 0-205 0,0 0-200 15</inkml:trace>
  <inkml:trace contextRef="#ctx0" brushRef="#br0" timeOffset="122194.95">6686 13546 2887 0,'4'-12'206'0,"-2"5"-42"0,1-2 3 0,-2 0 28 0,-1 9 20 0,2-11-7 15,-2 11-21-15,2-9-40 0,-2 9-29 0,0 0-13 16,0 0 29-16,0 0 15 0,-8 41 0 0,0-10 3 16,1 8-11-16,3-3 11 15,-3 3-15-15,0 2-12 0,4-4 5 0,-1 1-11 16,6-2-18-16,0-7 12 0,3-5-2 15,0 0 10-15,2-5 3 0,4-1-3 16,1-5-3-16,1-7-14 0,3 2-7 0,4-8-15 16,5-2-7-16,10-9-4 0,2-3-8 15,6-6-15-15,-2-1-21 0,2-6-10 0,-7 0-9 16,-7 4-1-16,-3 0-3 0,-5-1-4 16,-4 7-1-16,-6 4-2 0,0 3-12 15,-6 4 5-15,-1 2-3 0,-4 4 1 16,0 0 4-16,0 0 1 0,-20 33 4 0,8-6 4 15,-4 4 30-15,5 4-8 0,1 3-1 16,-2 1 6-16,7-2-2 0,3 1-4 0,0 0 13 16,4-11-13-16,2-3-4 0,-1 0 1 15,1-2 2-15,0-7-9 0,2 2-16 16,0-3-45-16,-1-4-69 0,1 1-68 0,1-5-89 16,4-1-111-16,-4-3-127 0,4-2-157 15,-11 0-132-15,21-7 79 0,-10-1-597 0,3-6-777 16</inkml:trace>
  <inkml:trace contextRef="#ctx0" brushRef="#br0" timeOffset="122576.26">7477 13643 3427 0,'12'-14'-126'0,"-1"2"31"0,3 4 27 0,-1 1 27 0,0 2 37 0,4 2 38 0,-2 1 29 0,3 4 20 0,-1 4 28 16,0 5 12-16,-3 4 8 0,-1 11 15 0,-8 1 29 15,-5 0 19-15,-7 13 2 0,-9 8 3 16,-2 4 3-16,-7-2-7 0,0-3-7 0,6-1-25 16,-2-5-14-16,5-7-12 0,5-7-16 15,4-5-5-15,1-5-16 0,6-3-7 16,0-2-6-16,4-3-14 0,4-3-23 16,-5-2-27-16,-3-4-12 0,16 2-8 15,-16-2-7-15,13-11 0 0,-9 1 4 0,-3-2-4 16,-4-5 7-16,-10-14 10 0,-1 0 13 15,-9-8 17-15,-5-3 11 0,-1 4 12 0,1-2 16 16,1 2 23-16,9 7 16 0,2 3 6 16,2 1 0-16,8 4-8 0,3 7-18 0,5-1-8 15,1 1-12-15,8-1-10 0,9-5-11 16,8 5-36-16,5-1-69 0,3 5-58 0,4 2-79 16,2 6-91-16,0 2-114 0,-4 4-151 15,-7 3-246-15,-5 1-4 0,-5 4 89 16,0-3-581-16,-6 3-740 0</inkml:trace>
  <inkml:trace contextRef="#ctx0" brushRef="#br0" timeOffset="122943.46">7000 13041 3519 0,'-86'22'-59'16,"-11"16"51"-16,-9 16 33 0,-5 11 44 0,-35 34 50 0,3 12 32 0,10 10 20 0,13 11 14 0,17 5 6 0,36-28-5 15,24 2 11-15,16 0 12 0,23-8-8 16,23-10 7-16,25-6-13 0,24-13-13 0,24-12-26 16,21-12-9-16,20-12-16 0,13-12-64 15,16-10-74-15,8-5-16 0,3-14-54 0,4-4-63 16,42-18-66-16,-15-8-55 0,-19-15-42 15,-53 2-51-15,-16-8-5 0,-15-7 31 0,-13-9 46 16,-14-10 39-16,-17-4 44 0,-10-9 33 16,-22-4 37-16,-13-7 28 0,-13-2 21 15,-24-5 13-15,-17 5 4 0,-20 2 8 0,-35-25 6 16,7 40 5-16,-43-13 2 0,17 36 3 16,-11 11-30-16,-18 15-33 0,-10 17-32 0,-5 14-61 15,-6 16-161-15,-49 20-246 16,7 19-101-16</inkml:trace>
  <inkml:trace contextRef="#ctx0" brushRef="#br0" timeOffset="123343.7">3994 14216 2026 0,'8'-28'175'0,"-1"8"12"0,-1 4-26 0,-5 6-14 0,3 4-16 16,1 4-12-16,-5 2 3 0,0 0 19 16,11 29 3-16,-8-7-3 0,1 12 1 0,0 5-25 15,0 4-7-15,-3 1-4 16,4-1-11-16,-3-1-15 0,3-2-12 0,-3-2 1 16,0-3-3-16,2-8-23 0,-1-4-35 15,-3-5-44-15,4-1-60 0,-4-5-53 16,2-1-39-16,1-4-88 0,-3-3-117 0,0-4-176 15,0 0 27-15,0 0-189 0,5-29-223 16</inkml:trace>
  <inkml:trace contextRef="#ctx0" brushRef="#br0" timeOffset="123693.36">4197 13946 2044 0,'12'-9'-37'0,"-2"7"9"0,-10 2 15 0,21 6 17 16,-14 1 9-16,3 5 15 0,3 3 25 15,-5 3 11-15,3 10 2 0,-3-4 8 0,0 7-1 16,-7 0 13-16,-1-4 6 0,0 0 4 16,0-1-4-16,-1-1 7 0,1-6-1 15,1 2-6-15,1 2 5 0,4-3 3 16,1-1-2-16,9 9-5 0,2-3 0 0,6 4 3 16,4 5-6-16,4-1 2 0,-1-1-2 15,-2 2-6-15,-8-8 1 0,0 1 3 16,-4-2 10-16,-5 2 17 0,-3-4 20 0,-5-1 10 15,-2-1 6-15,-6 1 5 0,0-2 7 16,-6 3-3-16,3-5-3 0,-4 1-1 0,-7 4-17 16,3-7-12-16,-1-2-15 0,2-1-11 15,-4-3-2-15,3-4-20 0,-2-3-34 16,2 0-46-16,-3-6-70 0,-1-6-84 0,-3-11-89 16,2-1-94-16,9-8-84 0,1-2-113 15,8-7-174-15,2-3 63 0,11-9-415 0,3-1-533 16</inkml:trace>
  <inkml:trace contextRef="#ctx0" brushRef="#br0" timeOffset="123910.51">4852 13820 3201 0,'3'-15'102'16,"1"4"-7"-16,0 8-12 0,-4 3 22 16,0 0 61-16,0 0 33 0,-2 27 21 0,-2 7 17 15,-1 8-6-15,-6 10-13 0,6 2-12 16,-1-1-12-16,4-6-12 0,-1-3-16 15,5-1-18-15,-1-1-13 0,5-1-18 0,0 0-7 16,2-7-11-16,-1-2-36 16,1-6-65-16,-3-6-65 0,5-1-69 0,-6-4-71 15,3-2-70-15,-3-4-77 0,0-5-113 16,-1-4-163-16,-3 0-53 0,0 0 80 0,7-20-367 16,-7 5-447-16</inkml:trace>
  <inkml:trace contextRef="#ctx0" brushRef="#br0" timeOffset="124059.98">4773 14024 2604 0,'-7'-10'55'16,"-1"1"49"-16,3 3 32 0,0-2 33 0,1 1 9 16,4-2-8-16,0 2-15 0,4-3-18 15,6-7-9-15,5 5-15 0,6-8-24 0,6 3-55 16,2 0-77-16,-1 1-86 0,5 8-88 16,-7 1-99-16,-2 5-161 0,-4 2-82 15,1 7 63-15,-2 2-128 0,-4 6-123 0</inkml:trace>
  <inkml:trace contextRef="#ctx0" brushRef="#br0" timeOffset="124227.04">4877 14316 2006 0,'-14'10'193'0,"4"-3"15"0,1-2 19 16,3 0 29-16,6-5 25 0,-8 4 11 16,8-4-27-16,0 0-27 0,0 0-27 0,0 0-14 15,29-17-53-15,-8 9-68 0,10-5-76 16,-1-3-93-16,6 2-102 0,-2-1-117 0,1-3-199 15,1 3-99-15,-1 1 68 0,-5 1-251 16,3 1-281-16</inkml:trace>
  <inkml:trace contextRef="#ctx0" brushRef="#br0" timeOffset="124461.64">5413 14376 2581 0,'-15'6'244'0,"3"-2"-25"0,5-2-14 16,2 1-4-16,5-3-3 0,0 0-17 16,0 0-18-16,0 0-28 0,0 0-62 0,39-17-100 15,0 8-125-15,-3-1-161 0,4 2-259 16,-2-1-5-16,-4 1 66 0,-6 4-186 0,-3-2-190 15</inkml:trace>
  <inkml:trace contextRef="#ctx0" brushRef="#br0" timeOffset="124643.77">5253 14742 2345 0,'-16'8'312'0,"4"-6"-1"0,4 0-5 15,8-2-15-15,0 0-22 0,0 0-27 0,-5-13-26 16,5 13-24-16,38-29-21 0,1 4-75 16,2 0-98-16,8-1-120 0,6 1-132 15,-3-4-192-15,-3 1-197 0,-1 6 55 0,-4-1-329 16,-9 6-398-16</inkml:trace>
  <inkml:trace contextRef="#ctx0" brushRef="#br0" timeOffset="125076.13">5517 14195 2931 0,'-4'-13'225'16,"-1"2"-22"-16,5 1-19 0,-1 3-26 0,2 2-11 15,-1 5-17-15,7-7-13 0,-7 7-7 16,24 5-11-16,-3 6-11 0,4 8-9 0,2 6-9 15,3 8-5-15,-7 4-7 0,-2 5-7 16,-6 3-5-16,-3-4 7 0,-11-2-4 16,-1 4 7-16,-7-2 12 0,-9 6 8 0,0-1 7 15,-6-3-4-15,-3-2-5 16,0 0-9-16,-4-5-6 0,0-1-5 0,-1-4-8 16,7-4-15-16,3-4-45 0,0-4-74 0,2-3-96 15,1-6-122-15,4-1-163 0,2-4-244 0,3-2 63 16,0-1 75-16,8-2-294 15,0 0-353-15</inkml:trace>
  <inkml:trace contextRef="#ctx0" brushRef="#br0" timeOffset="125709.59">6672 15184 2784 0,'11'-20'219'0,"-2"7"-22"0,1 3-21 0,-1 2-12 0,-3 4 9 16,-6 4 25-16,0 0 51 0,17 12 33 15,-15 5 30-15,-4 8 17 0,-5 18 3 0,-5 13-3 16,-5 2-4-16,-8 0-13 0,0-1 4 16,0-3 9-16,2-6-14 0,3-6-21 15,4-9-19-15,5-3-23 0,4-6-199 0,2-6-49 16,3-4 0-16,4 0 0 0,5-2 0 15,4-2 0-15,5-3 0 0,4 0 0 16,5-5 0-16,3 4 0 0,1-6 0 16,2 2 0-16,-3-2 0 0,-1 0 0 0,-2 0 0 15,-3 2 0-15,-1-2 0 0,-5 0 0 16,-1 0 0-16,-2 0-76 0,-1 0-197 0,-3 2-25 16,-9-2-37-16,18-2-69 15,-18 2-87-15,11 0-128 0,-11 0-210 0,0 0 72 0,7-2 88 16,-7 2-501-16,0 0-636 0</inkml:trace>
  <inkml:trace contextRef="#ctx0" brushRef="#br0" timeOffset="126196.28">7260 15700 3632 0,'0'0'224'0,"-4"-13"21"16,4 13 19-16,-3-10 24 0,3 10 23 15,-4-8-7-15,4 8-11 0,-2-6-31 0,2 6-32 16,0 0-25-16,0 0-22 0,0 0-9 16,0 0-5-16,-8 26-16 0,4-11-14 15,0 6-12-15,-1 1-14 0,1 1-12 16,0 2-9-16,1 1-10 0,-1-2-9 0,-1 0-6 16,4-5-7-16,-1-2-6 0,0-3-8 0,0-2-10 15,2-2-10-15,-2-1-10 0,4-1-7 16,-2-8-22-16,0 0-39 0,7 4-20 15,-7-4-16-15,0 0-8 0,25-20 2 16,-13 11 14-16,-4 1 8 0,1 0 2 0,0 2 4 16,0-2 14-16,-4 3-6 0,-5 5 12 15,11-4 0-15,-11 4 14 0,12-4 21 0,-12 4 9 16,0 0 12-16,15 0 11 0,-15 0 9 16,0 0 4-16,18 1 7 0,-18-1-2 15,0 0-2-15,14 4 3 0,-14-4-3 16,12 3-12-16,-6 1-4 0,-6-4 4 15,11 11-4-15,-4-1 2 0,2 1-1 0,-4 5-6 16,3 0 3-16,-5-3-7 0,3 3 1 16,0-1 4-16,-2-1-7 0,2-2-1 0,-3-3 2 15,1 0-4-15,0 0 6 0,-1-2-11 16,2-2-24-16,-5-5-38 0,7 5-56 0,-7-5-56 16,0 0-77-16,13 2-92 0,-13-2-108 15,0 0-128-15,14-9-183 0,-10 6 12 0,1-2 85 16,-5 5-502-16,6-11-632 15</inkml:trace>
  <inkml:trace contextRef="#ctx0" brushRef="#br0" timeOffset="126426.58">7796 15500 3680 0,'0'0'318'0,"0"0"37"0,-16-1 18 0,16 1 6 0,0 0 5 0,0 0-18 16,-11-2-34-16,11 2-32 16,0 0-37-16,0 0-27 0,0 0-33 0,0 0-56 0,0 0-83 15,23-14-112-15,-23 14-106 16,20-1-100-16,-4 1-126 0,-3 1-134 0,-1-1-165 16,1 0-112-16,1 0 79 0,-1 0-604 15,-2 1-772-15</inkml:trace>
  <inkml:trace contextRef="#ctx0" brushRef="#br0" timeOffset="126626.38">7801 15642 3899 0,'-13'10'62'0,"0"-6"34"0,0 3 41 16,4-1 51-16,4-4 54 0,5-2 47 16,-8 6 15-16,8-6-9 0,-7 3-26 15,7-3-27-15,0 0-22 0,0 0-25 0,0 0-21 16,0 0-84-16,45-7-103 15,-22 0-115-15,8-3-127 0,3-2-149 0,-3 4-156 16,-7-1-222-16,0 2 64 0,-6 4 84 16,-2 1-457-16,-1 2-562 0</inkml:trace>
  <inkml:trace contextRef="#ctx0" brushRef="#br0" timeOffset="126960.52">8422 15075 3472 0,'-4'-21'293'0,"-1"7"10"0,3 1 6 16,0 3-5-16,0 1-13 0,2 9-12 16,-1-5 43-16,1 5 33 0,0 0 20 15,0 34-7-15,1-6-14 0,1 13-1 0,7 15-5 16,4 1-2-16,-6 3-227 0,4 1-119 15,-1-6 0-15,-1 3 0 0,-1-7 0 0,-3-8 0 16,2-4 0-16,-2-5 0 0,-3-6 0 16,0-5 0-16,0-3 0 0,0-3 0 0,0-3 0 15,-2-1 0-15,1-1 0 16,-1-3 0-16,0 0 0 0,2-1 0 0,-2-3 0 16,0-5 0-16,0 6 0 0,0-6 0 0,0 0 0 15,-2 8 0-15,2-8 0 0,-7 3-927 16,-2 3-66-16,-1-2 111 0,-11 4-951 15,-9 7-1259-15</inkml:trace>
  <inkml:trace contextRef="#ctx0" brushRef="#br0" timeOffset="127759.27">6347 17205 5321 0,'-2'-6'-39'0,"2"6"4"0,0 0 16 0,0 0 72 0,0 0 54 0,-5 37 31 0,1-3 21 0,2 5 17 15,-1 2 12-15,0 0 0 0,-3 3-6 0,6-3-6 16,0-4-16-16,-2-6-15 16,4-5-11-16,-4-2-19 0,2-5-7 0,0-1-18 15,0-1-8-15,0-4 0 0,2-3-15 16,-2 2-16-16,2-4-8 0,0-3-23 16,-2-5-31-16,0 0-40 0,0 0-30 0,0 0-24 0,14-29-19 15,-9 7-25-15,-1-16-16 16,3-1-21-16,6-10-6 0,-2-1 3 0,-4 8 11 15,7-2 25-15,2 9 11 0,6-6 16 16,-1 14 7-16,4 3 15 0,4 4 13 16,-2 4 3-16,-2 8 6 0,-4 4 9 0,-1 4 8 15,-2 4 8-15,2 3 20 0,-6 3 33 16,2 3 31-16,-5 3 44 0,-1 3 22 0,-8 3 21 16,-2 2 14-16,-2 1 4 0,-10 12-3 15,-4 5-12-15,-5 0-12 0,-3-1-13 16,6-12-6-16,-1-5-3 0,1 0-16 0,9-9 4 15,1-2-3-15,1-7-12 16,1-2-4-16,6-4-2 0,-10 2 0 0,10-2 10 16,0 0-3-16,0 0 7 0,0 0-8 15,0 0 22-15,-9 3 23 0,9-3 4 16,0 0-8-16,22 18-7 0,-12-6-12 0,5 1-6 16,10 5-5-16,-4 2-9 15,4-1-7-15,-1 0-5 0,-1-4-1 0,-3-1-14 16,-4-2-47-16,0-3-67 0,-3 2-73 0,-1-2-64 15,-1-2-74-15,-2-2-68 0,-2-2-61 16,0 0-64-16,-1-1-121 0,-6-2-170 16,0 0 49-16,0 0-533 0,0 0-723 15</inkml:trace>
  <inkml:trace contextRef="#ctx0" brushRef="#br0" timeOffset="128309.3">6964 17652 3124 0,'0'0'-178'0,"0"0"42"0,0 0 40 0,0 0 30 0,0 0 28 0,-11 6 30 15,11-6 25-15,0 0 24 0,0 0 18 16,0 0 18-16,0 0 13 0,0 0 19 16,-7-20 21-16,7 20 20 0,0 0 8 0,0 0-1 15,0-9-10-15,0 9-5 0,0 0 27 16,0 0 19-16,0 0 17 0,0 0 4 15,20 29 5-15,-11-10-5 0,-4 0-9 0,2 5-5 16,-1-3-3-16,2 8-6 0,-2 4-16 16,-1-9-12-16,1-2-12 0,-1-1-10 0,0-5-18 15,-1-1-12-15,0-5-5 0,-3 0-13 16,-1 0-11-16,2-3-1 0,0 0-7 16,-2-7-4-16,4 7-11 0,-4-7-24 15,0 0-12-15,0 0-30 0,0 0-13 0,-8-31-19 16,7 14-13-16,-3-7-13 0,0-14-1 15,1 1-4-15,1-2 2 0,4 3 7 16,3 6 8-16,-3 7 4 0,3 2 4 16,-1 3 2-16,3 1 6 0,5 5 8 0,-4 4-1 15,1 1 8-15,3 3-4 0,-1 4 6 16,-11 0 3-16,25 5 3 0,-10 1 10 0,-3 2 9 16,1 2 15-16,3 1 20 0,-4 1 32 15,0 2 22-15,-4-1 20 0,-3 1 18 16,3-1 10-16,-6 2-3 0,0-3-8 0,-2 1-7 15,-2 0-14-15,0-1-8 16,-2-3-7-16,0 0-10 0,4-2-8 0,0-7-14 16,-5 11-34-16,5-11-30 0,-5 2-47 15,5-2-46-15,0 0-55 0,0 0-66 0,0 0-92 16,0 0-90-16,0 0-81 0,-13 2-100 16,13-2-162-16,-2 7-1 0,2-7 71 15,0 11-453-15,0-11-597 0</inkml:trace>
  <inkml:trace contextRef="#ctx0" brushRef="#br0" timeOffset="128709.79">6948 17582 3338 0,'-14'0'72'0,"14"0"47"0,-19 0 29 0,19 0 26 0,-12 2 5 0,12-2 28 0,-7 11 29 0,5 1 23 16,0 4 7-16,4 5 0 15,0 4-20-15,0 14-20 0,3-2-25 0,0 2-21 16,2 1-19-16,-3-3-8 0,3-2-23 16,-3 0-15-16,0-8-9 0,2-6-9 15,0 1-21-15,-4-5-36 0,1-2-55 0,1-3-51 16,-2-2-52-16,2-1-55 0,-1-3-39 16,-3-6-71-16,5 6-58 0,-5-6-43 0,0 0-45 15,0 0-60-15,11-29-51 16,-9 12-18-16,-2-5 21 0,0 3-432 15,0-1-448-15</inkml:trace>
  <inkml:trace contextRef="#ctx0" brushRef="#br0" timeOffset="128992.57">6980 17913 2487 0,'0'-15'-34'0,"-2"4"41"16,2 4 46-16,0 7 39 16,4-8 53-16,-4 8 37 0,0 0 26 0,5-6 20 15,-5 6 6-15,0 0-4 0,18 0-12 16,-7-3-21-16,5 1-16 0,4-6-20 16,1-1-19-16,1 1-23 0,4-8-41 0,-2 1-38 15,1-2-41-15,-2-2-44 0,-1-1-20 16,-4-1-22-16,-4-1 6 0,-1-1 9 15,-4 2 6-15,1 4 19 0,-6 3 27 0,0 4 14 16,-1 2 6-16,-1 1 18 16,2 2 19-16,-4 5 30 0,0 0 40 0,0 0 25 0,0 0 21 15,4 30 18-15,-6-9 13 0,0 1 21 16,0 4-1-16,2-2-1 0,0 1-19 16,2 2-15-16,0-4-14 0,0 2-17 0,1-3-13 15,-2-2-19-15,-1-2-10 16,2-3-10-16,0-3-58 0,-2 0-70 0,4-2-76 15,-2-1-94-15,-1-3-101 0,-1-6-102 16,4 6-128-16,-4-6-235 0,0 0 51 0,16-16 85 16,-9 7-466-16,2-5-576 15</inkml:trace>
  <inkml:trace contextRef="#ctx0" brushRef="#br0" timeOffset="129192.55">7563 17488 3482 0,'-6'7'275'0,"3"-3"19"0,3-4 32 16,-8 6 24-16,8-6 17 0,0 0 3 0,0 0-31 16,0 0-33-16,0 0-31 0,24-24-38 15,7 7-37-15,-1 2-94 0,3-3-121 0,-5 7-116 16,1-3-110-16,-6 4-108 0,-2 5-102 16,-4-1-144-16,-1 4-173 0,-7 2 68 15,3 6-551-15,-5 1-711 0</inkml:trace>
  <inkml:trace contextRef="#ctx0" brushRef="#br0" timeOffset="129342.19">7715 17743 3712 0,'-12'12'89'0,"-1"-1"35"15,4-1 34-15,2-3 26 0,1 0 19 0,-2 0 5 16,4-3-14-16,4-4-12 0,-7 9-25 16,7-9-16-16,0 0-26 0,0 0-70 0,0 0-94 15,0 0-126-15,0 0-113 0,38-20-74 16,-15 0-116-16,2-1-181 0,-2-5 43 15,7-8-365-15,-4-7-459 0</inkml:trace>
  <inkml:trace contextRef="#ctx0" brushRef="#br0" timeOffset="129576.14">8063 17186 2813 0,'2'-8'46'16,"0"0"7"-16,1 2 1 0,3 0 22 0,-6 6 22 15,16-9 47-15,-9 9 2 0,-7 0 20 16,18 0 23-16,-2 5 6 0,-1 7 7 0,-3 3 14 15,-3 3 26-15,0 15 29 0,-4 5 22 16,-10 3 15-16,-4 10 11 0,0-1 12 16,-7-3-1-16,7-11 0 0,3-2-12 0,1-7-29 15,3-5-9-15,4-5-6 0,5 1-86 16,8-2-189-16,14-7 0 0,11 1 0 0,7-10 0 16,28-4 0-16,10-2 0 15,28-5 0-15,-4-7-192 0,1-4-575 0,-7 3-212 16,0-1 97-16,-1-1 94 0,-5 2-771 15,-2 1-1001-15</inkml:trace>
  <inkml:trace contextRef="#ctx0" brushRef="#br0" timeOffset="131041.46">10342 15145 4036 0,'-7'-20'-36'0,"6"1"58"0,-3 2 41 0,2-1 48 0,0 4 39 0,2-2 34 0,2-2 31 0,0 7 28 16,0-1 18-16,0 0-16 0,-1 6-28 0,-1 6-17 15,0 0 30-15,0 0 17 16,20 26-8-16,-11 8 6 0,5 18-3 0,-5 1-13 16,-1 7 7-16,-2 0-13 0,1 2-19 15,-5-5-19-15,2-2-185 0,-2-9 0 0,0-3 0 16,0-4 0-16,-1-1 0 0,-1-9 0 15,0-5 0-15,0-5 0 0,2-3 0 16,-2-3 0-16,2-1 0 0,1-2 0 0,1 1 0 16,-3-5 0-16,3-2 0 15,-4-4 0-15,0 0-197 0,23-10-527 0,-8-1-216 16,8-10 34-16,-2 1 107 0,1-6-774 0,3 3-1015 16</inkml:trace>
  <inkml:trace contextRef="#ctx0" brushRef="#br0" timeOffset="131225.01">10809 15466 4750 0,'-20'4'145'0,"7"-1"26"15,2-1 48-15,11-2 50 0,-16 1 29 16,16-1 24-16,0 0 5 0,0 0-30 0,0 0-31 16,0 0-25-16,29-18-33 0,9 4-84 15,12-1-109-15,-2-5-138 0,1 6-140 0,-3-2-147 16,-8 3-165-16,-4 1-227 0,0 0-10 15,-1 2 94-15,-7 3-625 0,-4 2-799 16</inkml:trace>
  <inkml:trace contextRef="#ctx0" brushRef="#br0" timeOffset="131508.93">11325 15164 3943 0,'-4'-11'19'0,"6"-1"24"16,2 4 19-16,1-1 12 0,2 0 17 15,0 0 15-15,2 3 3 0,5 1 0 0,1 4-8 16,-2 1-11-16,6 6-5 0,1 0-9 16,-5 6-2-16,2 8 10 0,-8 4 20 0,-9 2 35 15,-1 12 39-15,-14 10 61 0,-6 3 24 16,-10-1 26-16,2-1 16 0,-3-3 8 16,3-3-7-16,4-2-13 0,9-12-24 15,0-1-21-15,7-7-69 0,5-3-179 0,1-5 0 16,8-3 0-16,2 0 0 0,6-2 0 15,3-4 0-15,4-1 0 0,7-3 0 16,16-5 0-16,12-5 0 0,1-7-290 0,8 1-289 16,5-9-192-16,-7 3-139 15,28-11 79-15,1 1-805 0,5-4-1074 0</inkml:trace>
  <inkml:trace contextRef="#ctx0" brushRef="#br0" timeOffset="131692.13">12587 15200 4507 0,'-19'1'4'16,"1"-1"50"-16,9 0 42 0,9 0 37 16,-15 4 35-16,15-4 40 0,0 0 32 0,0 0-8 15,0 0-23-15,0 0-19 0,30-12-24 16,1 2-72-16,3-1-76 0,0 0-84 0,0-1-79 16,2 0-117-16,-1 0-121 0,-5 3-149 15,-3 2-215-15,-6 4 65 0,-1-1 78 0,-7 6-382 16,-2 0-462-16</inkml:trace>
  <inkml:trace contextRef="#ctx0" brushRef="#br0" timeOffset="131875.24">12602 15425 3000 0,'-15'7'137'0,"5"-2"31"0,2-1 40 16,1 0 44-16,7-4 20 0,-7 4 20 0,7-4 3 15,0 0-19-15,0 0-26 0,0 0-24 16,0 0-64-16,25 0-97 0,-9-4-112 15,7-3-133-15,8-2-133 0,-1-5-186 0,1-1-216 16,-1 1 68-16,1-1 78 0,-3 2-327 16,-4-1-377-16</inkml:trace>
  <inkml:trace contextRef="#ctx0" brushRef="#br0" timeOffset="132058.34">13093 15298 2876 0,'-7'2'275'0,"7"-2"18"16,0 0 10-16,0 0-4 0,-17 1 3 0,17-1-1 16,0 0-8-16,0 0-22 15,0 0-31-15,0 0-68 0,22-17-96 0,0 10-112 16,-1-1-138-16,11-4-139 0,-1 0-171 16,-1-3-226-16,1 4 47 0,-9 3 71 0,-3-2-336 15,2 2-409-15</inkml:trace>
  <inkml:trace contextRef="#ctx0" brushRef="#br0" timeOffset="132459.1">13406 15133 2729 0,'-6'-11'112'16,"6"11"43"-16,-6-10 51 0,6 10 58 0,-3-8 50 15,3 8 58-15,-4-9 25 16,4 9 23-16,0 0 7 0,-4-6 0 0,4 6 16 0,0 0-13 16,-2-9-5-16,2 9-14 0,0 0-26 15,0 0-111-15,0 0-274 0,0 0 0 0,6-10 0 16,-6 10 0-16,0 0 0 0,0 0 0 15,0 0 0-15,25 16 0 0,-20-8 0 16,1 4 0-16,0 4 0 0,-2 3 0 0,2 2 0 16,-3 4 0-16,-1 0 0 0,-2 1 0 15,2 8 0-15,0-5 0 0,2-3 0 16,-4-7 0-16,1-2 0 0,-1 0 0 0,0-2 0 16,0-4 0-16,0-1 0 0,2-1 0 15,-2-2 0-15,0 2 0 0,0-5 0 0,0-4 0 16,0 10 0-16,0-10 0 0,-2 9 0 15,2-9 0-15,0 9 0 0,0-9 0 16,2 7 0-16,-2-7 0 0,0 4 0 0,0-4 0 16,0 0 0-16,4 8 0 0,-4-8 0 15,0 0 0-15,10 3 0 0,-10-3 0 0,15-1 0 16,-15 1 0-16,21-6 0 16,-8 2 0-16,5 0 0 0,-2-1 0 0,0-2 0 15,3 2 0-15,-4 0 0 0,1 0 0 16,-1-1-218-16,-4 4-836 0,-1 1 105 0,-3 1-1081 15,-7 0-1446-15</inkml:trace>
  <inkml:trace contextRef="#ctx0" brushRef="#br0" timeOffset="132708.21">11920 15802 5945 0,'-75'5'29'0,"10"1"42"0,4 2 61 0,13-1 64 0,9-2 46 0,8-2 51 0,10-1 43 0,8 0 35 16,13-1-15-16,0-1-136 0,61-1-220 16,46-8 0-16,32-3 0 0,22-2 0 0,67-8 0 15,-4 2 0-15,3 1 0 0,-4 4 0 16,-47 4 0-16,-3 5 0 0,-6 0 0 0,-12 2 0 16,-12 2 0-16,-17 2 0 0,-39 0 0 15,-16 0-402-15,-23 0-167 0,-18 2-45 0,-7 2-61 16,-12-2-156-16,-3 2 59 0,-6 0-700 15,-2-4-920-15</inkml:trace>
  <inkml:trace contextRef="#ctx0" brushRef="#br0" timeOffset="157603.54">3967 9027 1926 0,'0'0'305'0,"0"0"-75"0,2-8-35 0,-2 8-2 0,0 0-20 0,2-11 5 0,-2 11-24 15,2-5-15-15,-2 5-1 0,0 0 2 0,0-6-4 16,0 6-1-16,0 0 0 0,0 0 1 16,0 0 2-16,2-7 1 0,-2 7 4 0,0 0-3 15,0 0 7-15,0 0-3 0,0 0 0 16,0 0 4-16,0 0 5 0,0 0-8 0,0 0-2 16,-6-9-5-16,6 9 0 0,0 0-15 15,0 0-4-15,0 0-2 0,0 0-18 0,-14-5-3 16,14 5-9-16,0 0-5 0,-16 0-15 15,16 0-1-15,-20 0-9 0,20 0 3 16,-25 0 9-16,13 0 5 0,-6 0-7 16,3 0 2-16,-1 0-4 0,2 2-1 0,-2-2-10 15,1 1-5-15,-1 1-5 0,0 0-5 16,-4 1-7-16,4 1-1 0,-4 1-8 16,1 0 5-16,-1 0-2 0,2 0-5 0,1 4 3 15,-4-2 3-15,4 1 5 0,-2 1 11 16,4-1 2-16,-2 3 12 0,3-5-3 0,-1-1-46 15,1 3-8-15,2-2 0 0,-4 0 0 16,3 0 0-16,-3 1 0 0,5-2 0 0,2 0 0 16,-3 1 0-16,4 0 0 0,-3-2 0 15,-1 1 0-15,3 1 0 0,2-4 0 16,-4 2 0-16,2 2 0 0,2-4 0 16,7-2 0-16,-16 8 0 0,9-4 0 0,-1 1 0 15,0-3 0-15,8-2 0 0,-17 10 0 16,10-4 0-16,-3 1 0 0,3-3 0 0,-3 4 0 15,0-4 0-15,1 4 0 0,0 1 0 16,-3 1 0-16,2-2 0 0,-1 1 0 16,1 0 0-16,1 1 0 0,-2-2 0 0,2 1 0 15,-2 1 0-15,2 0 0 0,-3 1 0 16,3-1 0-16,0 2 0 0,-2-2 0 16,2 0 0-16,0 3 0 0,2-3 0 0,-4 0 0 15,4 3 0-15,0-3 0 0,1 0 0 16,0-1 0-16,0 3 0 0,2-2 0 15,-3-1 0-15,3 1 0 0,-1 0 0 0,0-1 0 16,0 1 0-16,1 0 0 0,0 0 0 16,1-1 0-16,-1 1 0 0,-2 0 0 0,2-1 0 15,0 1 0-15,2 1 0 0,-2-1 0 16,3 0 0-16,-3-1 0 0,2 1 0 0,0 0 0 16,0 0 0-16,1-1 0 0,-3 1 0 15,1 1 0-15,1-1 0 0,0-2 0 16,2 4 0-16,0-5 0 0,-3 6 0 0,3-4 0 15,0 0 0-15,0-1 0 0,0 4 0 16,0-2 0-16,0 1 0 0,2 0 0 16,-2-1 0-16,1 2 0 0,-1 0 0 0,4 2 0 15,-1-1 0-15,1 1 0 0,-3 0 0 16,1-2 0-16,2 1 0 0,0-1 0 0,-1 4 0 16,-1-3 0-16,2-1 0 0,0 2 0 15,0 1 0-15,0-1 0 0,0-3 0 16,-3 1 0-16,3-2 0 0,0 2 0 0,1-1 0 15,-3 1 0-15,5-2 0 0,-4 0 0 16,1 1 0-16,2-2 0 0,-3 2 0 0,3-2 0 16,0-1 0-16,-2 2 0 15,2-1 0-15,-1 0 0 0,2-1 0 0,-1 1 0 0,2-1 0 16,-2 2 0-16,1-2 0 16,1 0 0-16,0-1 0 0,-1 1 0 0,1 2 0 0,-1-5 0 15,3 3 0-15,-4-2 0 16,1 2 0-16,2-1 0 0,0-3 0 0,-2 1 0 15,2 2 0-15,3 1 0 0,-6-3 0 16,3 0 0-16,0 2 0 0,2-3 0 0,-2 2 0 16,-2-2 0-16,3 2 0 0,2-2 0 15,-3 1 0-15,1 0 0 0,-1 0 0 0,0-1 0 16,2 1 0-16,-2-2 0 16,0 1 0-16,3 1 0 0,-1-4 0 0,2 2 0 0,-1-1 0 15,3 0 0-15,-1 0 0 0,0-2 0 16,0 0 0-16,1 0 0 0,1 0 0 15,-3 0 0-15,3 0 0 0,-4-2 0 16,-1 2 0-16,3 0 0 0,-3 0 0 0,-11 0 0 16,22-2 0-16,-11 2 0 0,1-2 0 15,-1 2 0-15,3-1 0 0,1-1 0 0,-3 2 0 16,6-3 0-16,1 0 0 16,-2-1 0-16,1 1 0 0,0-2 0 0,1 1 0 15,3-1 0-15,-2 0 0 0,1 0 0 0,1-2 0 16,-1 2 0-16,-3-1 0 15,4 0 0-15,-6 0 0 0,2 1 0 0,-4 0 0 16,4 2 0-16,-2-3 0 0,-1-1 0 16,-3 2 0-16,4-2 0 0,-3 3 0 0,3-2 0 15,-3 2 0-15,2-4 0 0,-4 4 0 16,3-3 0-16,-3 3 0 0,1-2 0 0,-2 2 0 16,1-2 0-16,-2 1 0 0,1 0 0 15,-1 0 0-15,1 1 0 0,-2-2 0 0,1 2 0 16,-1 1 0-16,-1-2 0 0,-7 5 0 15,16-9 0-15,-7 4 0 0,1 0 0 0,-1 0 0 16,-3-2 0-16,3 3 0 0,-1-1 0 16,4 0 0-16,-5 0 0 0,1 2 0 15,1-3 0-15,1 3 0 0,-1-2 0 16,-3 3 0-16,4-3 0 0,-3 2 0 0,0-1 0 16,2-3 0-16,-2 2 0 0,2 0 0 15,-2 0 0-15,0-2 0 0,2 2 0 0,-3-3 0 16,1 2 0-16,0-2 0 0,0 1 0 15,-1-1 0-15,-1-4 0 0,4 2 0 0,-4-1 0 16,3-2 0-16,-3 0 0 0,3 0 0 16,-4 3 0-16,0 0 0 0,1 1 0 0,-1-3 0 15,0 2 0-15,-1 3 0 0,-1-1 0 16,0 1 0-16,0 2 0 0,-2 5 0 16,7-9 0-16,-7 4 0 0,0 5 0 0,1-7 0 15,-1 7 0-15,0 0 0 0,0-8 0 0,0 8 0 16,0 0 0-16,0 0 0 15,0 0 0-15,-3-7-472 0,3 7-537 0,0 0 106 16,-18 0-1072-16,18 0-1393 0</inkml:trace>
  <inkml:trace contextRef="#ctx0" brushRef="#br0" timeOffset="158236.15">3032 8465 4950 0,'0'0'-248'0,"0"-7"62"0,0 7 54 0,-2-8 39 0,2 8 35 0,0 0 39 0,0 0 46 15,0 0 38-15,0 0 19 0,0 0 18 0,0 0 15 0,-4 31 20 16,2-18 4-16,2 3 0 0,2 0 1 0,-2 1 2 16,2 0-9-16,2-3-2 15,-1 2 1-15,3 0 6 0,1-4 17 0,3 0 12 0,1-2 7 16,5-1 0-16,1-2-4 15,0-4-8-15,2-1-9 0,0-2-10 0,2-4-2 16,-4 1 0-16,2-6-6 0,-2-1-8 16,-1-4-13-16,-3-1-5 0,-1-2-10 15,-5-6-8-15,-3 2-45 0,-4-6-48 0,-6-6 0 16,-3 1 0-16,-1 3 0 0,-3 3 0 16,-3 2 0-16,1 8 0 0,0 5 0 0,0 2 0 15,-3 6 0-15,0 4-200 0,-14 12-59 16,-1 3-63-16,-6 9-89 0,3 9-94 0,0 0-128 15,2-1-187-15,6 2 63 16,1 1 85-16,7-6-557 0,4-1-690 0</inkml:trace>
  <inkml:trace contextRef="#ctx0" brushRef="#br0" timeOffset="162721.32">7205 12346 3393 0,'0'0'-2'0,"-8"-4"32"0,8 4 32 0,0 0 47 0,0 0 31 16,-7-7 25-16,7 7 11 0,0 0-3 15,2-10-3-15,-2 10-13 0,7-12-13 0,0 4-10 16,7-1-13-16,3-4-13 0,12-2-12 15,1-2-11-15,7 1-6 0,6-3-12 0,-7 4-5 16,0 1 11-16,3-1-8 16,-5 3-7-16,-9 3-3 0,-2 1-7 0,-4-1-2 15,-4 3-7-15,-3 1-1 0,-3 1 3 0,-2 0 0 16,-7 4 3-16,11-3 17 0,-11 3 28 16,0 0 16-16,-31 17 25 0,1 1 11 15,-18 4 12-15,-8 7 14 0,-23 10 4 0,-9 4 3 16,-2-1-2-16,3 7 4 0,-3-3-5 15,-2-3 0-15,5-2-2 0,3-3-45 0,2-3-124 16,23-8 0-16,6-3 0 0,5-3 0 16,4-1 0-16,14-6 0 0,8-4 0 0,4-2 0 15,6-1 0-15,5-1 0 0,3-3 0 16,4-3 0-16,0 0 0 0,49-9 0 16,4-4 0-16,10-6 0 0,23-10 0 0,9 0 0 15,2-4 0-15,-2 1 0 0,-11 3 0 16,-21 8 0-16,-11 0 0 0,-18 7 0 15,-9 6 0-15,-9 1 0 0,-11 5 0 16,-8 0 0-16,3 2 0 0,-46 9 0 0,-10 3 0 16,-7 4 0-16,-9-1 0 0,-23 5 0 15,-5-1 0-15,1 0 0 0,2 1 0 0,19-3 0 16,2-5 0-16,4 5 0 0,8-5 0 16,10 0 0-16,15-4 0 0,10-3 0 0,9 0 0 15,4-1 0-15,9-3 0 0,7-1 0 16,0 0 0-16,0 0 0 0,0 0-253 0,48-8-599 15,-14-4-99-15,0 3 101 0,2-5-947 16,2 3-1227-16</inkml:trace>
  <inkml:trace contextRef="#ctx0" brushRef="#br0" timeOffset="163068.95">8076 11164 5224 0,'-2'-11'-1'0,"0"5"43"0,0-2 37 0,2 4 27 0,0 4 1 0,-2-7-9 0,2 7 36 15,0 0 29-15,-1 19 1 0,-3-3-3 16,-1 3-23-16,-2 13-12 0,-1 2-15 0,-1 0-5 16,-1 1-17-16,-1 0-8 15,0 0-8-15,1 0-53 0,-1-6-49 0,1 3-63 16,-2-4-65-16,5-3-78 0,0-8-71 16,-2-1-65-16,6-3-52 0,-5-3-62 0,4-6-96 15,1-2-77-15,3-2 47 0,0 0-434 0,0 0-519 16</inkml:trace>
  <inkml:trace contextRef="#ctx0" brushRef="#br0" timeOffset="163403.47">8006 11221 2872 0,'7'-28'4'16,"2"7"45"-16,0 4 45 0,-2 1 42 15,0 2 18-15,2 1 10 0,2 1 5 0,-2 5-3 16,0 1-5-16,3 2-6 0,-1 2-10 16,-2 2-9-16,-9 0-1 0,20 8 5 15,-11-1 6-15,-1 1 5 0,-4 6 11 0,0 0 20 16,-6 2-1-16,-2 7-8 0,-8 7-1 15,-1 2-15-15,-1-3 0 0,3-5-10 16,0-4-8-16,5-4-10 0,0-3-4 16,3-4-8-16,-1 1-4 0,2 0 3 0,2-3 5 15,0 3-2-15,4 2-3 0,-1-2-10 16,-1 1-3-16,4 3-9 0,0 0-10 0,0-2-4 16,-1 2 0-16,-1 1 6 0,2-1 14 15,-5-1-45-15,-1 0-55 0,-3 3 0 0,-1 2 0 16,-1-3 0-16,-5 5 0 0,0-4 0 15,-1 1 0-15,-3 0 0 0,1-3 0 0,0 0 0 16,-4-1 0-16,8-3 0 0,-3-2 0 16,2-4 0-16,5-1-68 0,5-3-405 15,0 0-83-15,0-21-66 0,16-6-73 16,15-12-88-16,6-9 40 0,4 3-703 0,1-3-895 16</inkml:trace>
  <inkml:trace contextRef="#ctx0" brushRef="#br0" timeOffset="163602.69">8438 11219 3898 0,'11'-16'10'0,"-1"5"80"0,-2-1 64 0,-3 6 56 15,1 0 52-15,-3 1 43 0,-3 5 8 16,11-8 7-16,-11 8-22 0,3-4-15 0,-3 4 7 16,0 0 7-16,0 0-35 0,13 23-22 15,-9-7-22-15,-2-1-22 0,0 3-21 0,-2 3-16 16,0-1-19-16,0 0-69 0,0 0-71 16,0 3 0-16,0-3 0 0,0 0 0 15,0-2-127-15,0 1-146 0,0-5-108 16,0 0-101-16,0-3-92 0,0-3-121 0,0-2-98 15,0-6 68-15,4 4-683 0,-4-4-861 16</inkml:trace>
  <inkml:trace contextRef="#ctx0" brushRef="#br0" timeOffset="163752.57">8590 11200 3855 0,'2'-20'10'0,"2"3"65"16,-4 2 48-16,4 3 44 0,-3 2 30 16,1 2 13-16,3-3-3 0,-1 1-15 15,1-2-15-15,4 0-15 0,3 3-25 0,-1-5-23 16,4 1-44-16,5 3-70 0,-3 1-94 15,4 1-119-15,-4 4-132 0,-4 2-151 16,5 2-179-16,-9 4 51 0,3 5 71 0,-7 1-364 16,-5 3-398-16</inkml:trace>
  <inkml:trace contextRef="#ctx0" brushRef="#br0" timeOffset="163902.13">8571 11419 2508 0,'-11'11'136'0,"3"-2"46"0,3-5 18 0,0 4 24 16,2-5 17-16,3-3 9 0,0 0-16 15,0 0-22-15,0 0-27 0,19-12-17 0,8-4-37 16,3 0-57-16,16-4-71 0,-2-6-109 16,7-1-111-16,0 0-119 0,3-2-131 15,-2 1-130-15,-1 4 52 0,-7 0-299 0,-8 9-328 16</inkml:trace>
  <inkml:trace contextRef="#ctx0" brushRef="#br0" timeOffset="164119.17">9162 11145 2375 0,'0'0'74'0,"-5"14"46"0,-4-5 49 16,2 1 47-16,-6 2 37 0,-1 3 23 0,1 1 9 15,1 1-3-15,3 0 6 16,3-3-10-16,1 1-8 0,3-5-2 0,2 0-10 0,4 1-13 16,1-4-12-16,5 0-11 0,3-4-20 15,0-3-20-15,9-2-20 0,-1-3-13 0,3-2-17 16,6-5-11-16,1-1-14 16,-4-3-8-16,-4-3-14 0,-8 0-6 0,-5 2-8 0,-5-5-9 15,-3-2-5-15,-7-10-9 0,-7 2-10 16,-1-2-28-16,-9 4-48 0,0 6-67 15,-6 8-109-15,-10 7-146 0,4 9-171 16,-18 11-200-16,-6 14-81 0,5 9 87 0,-10 15-703 16,8 7-880-16</inkml:trace>
  <inkml:trace contextRef="#ctx0" brushRef="#br0" timeOffset="174850.59">26859 6198 709 0,'0'0'349'0,"-4"-7"-45"0,4 7-40 0,0 0-3 0,0 0 25 0,-2-6 17 16,2 6 5-16,0 0 7 0,0 0 26 15,-10-7 27-15,10 7 10 0,-8-6 12 16,8 6-2-16,0 0-12 0,-12-3-16 15,12 3-16-15,-20 2-11 0,1 6-11 0,-10 6-11 16,-5 3-13-16,-8 9-16 0,3 4-39 16,-6 3-17-16,7 2-94 0,6-3-132 0,11-3 0 15,1 1 0-15,7-1 0 16,10-4 0-16,3-2 0 0,5 1 0 0,9 1 0 16,6 2 0-16,11-6 0 0,-1-1 0 0,18-5 0 15,1-3 0-15,-2-5 0 0,-2-6 0 16,3-5 0-16,6-6 0 0,-6-3 0 0,-1-7 0 15,-8-3 0-15,-3-6 0 0,-5-2 0 16,-12 2 0-16,3-12 0 0,-10 5 0 16,-4-7 0-16,-3 2 0 0,-5-1 0 0,-5 5 0 15,-3 4 0-15,-3 2 0 0,-2 6 0 16,-2 9 0-16,-7 4 0 0,-1 5 0 0,-2 5 0 16,-4 4 0-16,-12 4 0 0,3 4 0 15,6 2 0-15,2 0 0 0,3 2 0 0,5-4 0 16,8 0 0-16,0-1-221 0,5 1-451 15,3-2-118-15,4-1-105 0,6 0 100 0,1 0-844 16,9 0-1076-16</inkml:trace>
  <inkml:trace contextRef="#ctx0" brushRef="#br0" timeOffset="175216.21">27942 5713 4515 0,'3'-21'21'0,"-3"7"77"0,2-1 62 16,-2 6 57-16,0 1 35 0,-2 1-21 0,2 7-22 0,0-10-29 0,0 10-1 0,0 0 23 0,-23 25 12 16,-2 12 8-16,-6 10 10 0,-8 21 14 0,-2 9-7 0,-4 12-4 15,-1 6-5-15,0 7-20 0,0-1-111 16,5 2-99-16,-4-4 0 0,5-6 0 15,6-8 0-15,4-3 0 0,3-21 0 16,6-5 0-16,0-9 0 0,2-3 0 0,6-13 0 16,1-3 0-16,5-7 0 0,1-8 0 15,1-1 0-15,3-5 0 0,0-2 0 0,2-5 0 16,0 0 0-16,0 0 0 0,0 0 0 16,0 0 0-16,0 0 0 0,7-30 0 0,-3 19 0 15,3-1 0-15,-1 0 0 0,0-2 0 16,4-2-646-16,1 2-177 0,1-3-87 0,1 1 95 15,6-7-884-15,1-1-1135 16</inkml:trace>
  <inkml:trace contextRef="#ctx0" brushRef="#br0" timeOffset="175767.52">28234 6350 4835 0,'-15'-2'99'0,"5"2"47"0,10 0 44 16,-15-4 58-16,15 4 37 0,0 0 15 0,-12-2-6 15,12 2-9-15,0 0-15 16,0 0-13-16,0 0-14 0,0 0-12 0,0 0-25 16,0 0-19-16,29-12-72 0,-11 9-115 0,1-3 0 15,-2 0 0-15,-2 0 0 0,-2 4 0 16,-2-2 0-16,0 0 0 0,-11 4 0 15,14-4 0-15,-14 4 0 0,0 0 0 0,0 0 0 16,14 9 0-16,-16 0 0 0,0 2 0 16,1 6 0-16,-6 2 0 0,2 3 0 0,-5 10 0 15,3 1 0-15,-1-1 0 0,2 1 0 16,1-6 0-16,1-5 0 0,0 1 0 0,0-6 0 16,4-1 0-16,-4-4 0 0,2-1 0 15,0-1 0-15,0 2 0 0,0-7 0 0,1 3 0 16,-3-1 0-16,2-2 0 15,-3 0 0-15,-1 0 0 0,-4-2 0 0,2 1 0 16,8-4 0-16,-17 5 0 0,8-3 0 16,3 0 0-16,6-2 0 0,-9 3 0 0,9-3 0 15,-8 4 0-15,8-4 0 0,0 0 0 16,0 0 0-16,0 0 0 0,24 3 0 0,-2-1 0 16,3 0 0-16,1-1 0 0,0 1 0 15,5 0 0-15,-3-2 0 0,-1 1 0 0,-6 1 0 16,-1 0 0-16,-5-2 0 0,0 1 0 15,-5-1 0-15,-10 0 0 0,19 0 0 16,-12 0 0-16,-7 0 0 0,15-1 0 0,-15 1 0 16,14-2 0-16,-14 2 0 0,7-3-108 15,-7 3-934-15,4-5 91 0,-4 5 106 16,4-7-939-16,-1-2-1213 0</inkml:trace>
  <inkml:trace contextRef="#ctx0" brushRef="#br0" timeOffset="176099.49">29231 5794 5209 0,'-6'-15'48'0,"1"3"58"0,-2 4 36 0,6 2 14 15,1 6 14-15,-12 0 53 0,12 0 33 0,-28 31 11 0,8-1 4 0,-5 16 12 0,-7 11 33 16,-8 23 16-16,1 7-9 0,-1 5-234 0,-1 2-89 15,3 3 0-15,4 2 0 0,4-4 0 16,1-2 0-16,6-9 0 0,5-17 0 0,-2-4 0 16,3-4 0-16,0-8 0 0,-1-1 0 15,7-14 0-15,-3-5 0 0,5-9 0 0,4-5 0 16,-3-2 0-16,6-3 0 16,-4-4 0-16,4-2 0 0,-2-3 0 0,4-3 0 0,0 0 0 15,0 0 0-15,0 0 0 16,0 0 0-16,0 0 0 0,0 0 0 0,8-29-68 15,-4 18-767-15,4-3-127 0,3-2 97 16,1-1-992-16,6-4-1283 0</inkml:trace>
  <inkml:trace contextRef="#ctx0" brushRef="#br0" timeOffset="176383.77">29518 6644 5392 0,'-18'-8'150'16,"0"1"90"-16,5 2 69 0,3 0 72 15,1 1 56-15,2 0 9 0,7 4-10 16,-14-4-36-16,14 4-400 0,-10-4 0 0,10 4 0 16,0 0 0-16,0 0 0 0,0 0 0 15,0 0 0-15,43 6 0 0,-19-2 0 0,13 0 0 16,3-1 0-16,-8-3 0 0,-3 0 0 15,-3 0 0-15,3-3 0 0,0 1 0 0,-4-2 0 16,0 0 0-16,-1-2-336 0,-3 0-385 16,-1-1-151-16,-2 1-12 0,-3-1 97 0,-4 4-774 15,1-1-1005-15</inkml:trace>
  <inkml:trace contextRef="#ctx0" brushRef="#br0" timeOffset="176849.33">30079 6406 3974 0,'-4'-10'-16'0,"1"1"99"0,1 1 82 16,0 2 58-16,2 6 54 0,-3-8 52 15,3 8-20-15,0 0-4 0,3-11-10 0,-3 11-18 16,0 0-14-16,7-4-13 16,-7 4-1-16,0 0-2 0,0 0 8 0,19 11 9 15,-16-1 15-15,0 6-116 0,-1 1-163 16,-2 8 0-16,-5 10 0 0,0 1 0 0,-1 3 0 15,-3 0 0-15,0 2 0 0,-3 5 0 16,1-5 0-16,-1-7 0 0,1 0 0 0,0-1 0 16,0-8 0-16,6-8 0 0,-1-1 0 15,3-3 0-15,-1-1 0 0,0 0 0 16,0-5 0-16,2 1 0 0,-2-1 0 0,4-7 0 16,-5 10 0-16,1-8 0 0,4-2 0 15,-16 2 0-15,16-2 0 0,-18 2 0 0,8 0 0 16,10-2 0-16,-23 0 0 0,23 0 0 15,-15 0 0-15,15 0 0 0,-11 0 0 16,11 0 0-16,-10 4 0 0,10-4 0 16,0 0 0-16,0 0 0 0,21 12 0 0,-6-7 0 15,12 0 0-15,7 0 0 0,6-1 0 16,2-2 0-16,-3 3 0 0,-7-5 0 0,-5 1 0 16,-7 1 0-16,-1 0 0 0,-4-2 0 15,-1 0 0-15,-5 2 0 0,-9-2 0 0,10 1 0 16,-10-1 0-16,0 0 0 0,0 0-222 15,-37 7-809-15,12-3 94 0,-9 2-1104 0,-5-2-1455 16</inkml:trace>
  <inkml:trace contextRef="#ctx0" brushRef="#br0" timeOffset="177199.54">26757 7349 5902 0,'-72'-2'-55'15,"9"0"51"-15,0 4 59 0,13-2 56 0,7 0 60 0,12-2 38 0,8 2 12 0,10 2 0 0,13-2 5 0,0 0-21 0,0 0 2 16,110 3-7-16,21-3-17 0,27 0-16 16,26-1-15-16,83-3-132 0,13 1-20 0,9 0 0 15,11-1 0-15,3 4 0 0,-4-2 0 16,-15 2 0-16,-23 0 0 0,-72 2 0 15,-21-4 0-15,-28 0 0 0,-46 2 0 0,-16-3 0 16,-15-2 0-16,-17 3 0 0,-8-5 0 16,-13 4 0-16,-10-4 0 0,-7 5 0 0,-4-4 0 15,-4 6 0-15,0 0 0 0,-12-11 0 16,12 11 0-16,-17-2 0 0,17 2 0 16,-21 6 0-16,6 1 0 0,-6 1-112 0,-6 6-926 15,2 1 89-15,-6 2 106 0,3 1-942 16,-3 0-1215-16</inkml:trace>
  <inkml:trace contextRef="#ctx0" brushRef="#br0" timeOffset="203627.67">15836 15027 1674 0,'-2'-7'408'0,"2"-1"-119"0,0 8-55 0,-2-11-3 0,0 6-2 16,2 5-10-16,-2-8-20 0,2 8-23 15,-6-5-15-15,6 5-7 0,0 0 2 0,0 0 25 16,0 0 10-16,-36 20 5 0,15 2 2 15,-3 3-2-15,-7 8-3 0,-2 0-7 0,3 4-22 16,-1-2-8-16,5 2-13 0,-2-3-9 16,6-3-11-16,1-6-3 0,6 0-17 0,0-5-9 15,5-5-10-15,1-3-6 0,3-1-1 16,-2-3-6-16,5-2-1 0,-3 0-14 16,6-6-4-16,0 0-18 0,-5 2-31 15,5-2-37-15,0 0-41 0,1-22-37 0,3 7-35 16,5-6-22-16,3-9-7 0,3-2-6 15,-2-3 0-15,-1-1 19 0,-1-1 12 16,-2-2 13-16,-4-2 22 0,2 4 8 0,-3 2 25 16,2 2 38-16,-4 5 30 0,-1 6 29 15,-1 5 32-15,0 1 22 0,2 3 15 0,-2 1-2 16,0 0-7-16,0 5-8 16,0 7-7-16,3-10 21 0,-3 10 27 0,0 0 1 0,0 0-5 15,2 27-9-15,0-6-22 16,1 13 11-16,3 2 7 0,-1 5-7 0,3 0-6 15,6 7-11-15,-1-2-6 0,-3-6-2 16,-1-4-14-16,0-4-4 0,2-3 4 0,-6-5-10 16,1-8 4-16,-5-3-8 0,3-2 2 15,0-1 10-15,-2-2 31 0,-1-2 34 16,-1-6-9-16,4 6-12 0,-4-6-12 0,0 0-1 16,0 0-11-16,9-26-4 0,-8 8-9 15,1-1-6-15,0-15 0 0,-2-5-5 0,4 1-8 16,-2-5 1-16,-1 3-4 0,-1 4-3 15,0 9 0-15,4 6 3 0,-4 4-3 0,0 3-8 16,2 4-6-16,-2 2-1 0,0 8-3 16,2-5 11-16,-2 5-11 0,0 0 2 15,0 0 0-15,10 34-3 0,-4-17-2 16,-3 3 4-16,3 3-1 0,1-2 1 0,0 1-3 16,-2-1 3-16,1-1-5 0,-3-5 1 15,1 1-4-15,0-2 0 0,0-4-4 16,-4 0 4-16,0-1 4 0,0-4-4 0,0-5 3 15,-8 10 0-15,3-7 1 0,-8-1 1 16,13-2-3-16,-31-7-2 0,10-1 3 0,-10-8-4 16,-1 1 1-16,2-4 0 15,-1-1 5-15,2 1-1 0,6 5 14 0,9 4 19 0,2 3-36 16,0-1 0-16,3 3 0 16,1-1 0-16,8 6 0 0,0 0 0 0,0 0 0 15,0 0 0-15,0 0 0 0,29 14 0 16,3-5 0-16,7 1 0 0,2-3 0 0,18-1 0 15,1 0 0-15,-11-6 0 0,2 2 0 16,-1-4-342-16,-3 2-156 0,-4-4-144 0,-13 0-199 16,-7 3-16-16,-6 1 101 0,-5-3-691 15,-12 3-897-15</inkml:trace>
  <inkml:trace contextRef="#ctx0" brushRef="#br0" timeOffset="204013.96">16964 15100 4205 0,'7'-20'7'0,"-3"5"59"0,2 0 53 0,0 2 49 0,0 3 50 0,-3 2 39 15,-1 1-15-15,0-2-16 0,2 4-22 16,-4 5-18-16,0 0 24 0,0 0 37 0,0 0-11 16,-25 38-10-16,6-8-12 15,-6 13-1-15,1 2-18 0,-1 2-18 0,-2 7-16 0,1-4-17 16,5-1-13-16,-2-3-13 16,1-2-97-16,9-10-21 0,-2-3 0 0,2-6 0 15,5-5 0-15,0-5 0 0,4-2 0 16,1-5 0-16,-3 0 0 0,2-1 0 0,3-5 0 15,1-2 0-15,0 0 0 0,0 0 0 16,0 0 0-16,0-25-342 0,5 2-120 0,4-8-90 16,5-5-91-16,9-11-161 0,-1 2-9 15,3-1 89-15,-1 0-586 0,-1 1-767 16</inkml:trace>
  <inkml:trace contextRef="#ctx0" brushRef="#br0" timeOffset="204243.96">16987 14933 3424 0,'4'-20'-37'0,"0"7"70"0,-3 3 67 16,1 0 56-16,0 2 32 15,2 4 21-15,-4 4-3 0,5-6 36 0,-5 6 47 16,0 0 8-16,22 25 4 0,-9 1 5 16,2 9-5-16,5 10-6 0,-6 3-14 15,4 0-23-15,0 1-25 0,-2 1-19 0,1-2-25 16,-1-1-16-16,-7-7-17 0,5-5-17 16,-7-2-12-16,2-2-16 0,-1-9-111 0,-4-2 0 15,2-6 0-15,-3-2 0 0,-3 0 0 16,2-2 0-16,0-3 0 0,0-2-103 0,-2-5-270 15,4 4-145-15,-4-4-173 16,0 0-218-16,0 0 86 0,0 0 89 0,3-23-640 16,-3 17-828-16</inkml:trace>
  <inkml:trace contextRef="#ctx0" brushRef="#br0" timeOffset="204412.04">16996 15363 3631 0,'-19'-5'83'16,"2"1"35"-16,5 0 27 0,3 2 48 15,9 2 57-15,-11-4 57 0,11 4 9 0,0 0 2 16,-8-4-26-16,8 4-29 0,0 0-28 16,0 0-25-16,44-4-45 0,-23 2-111 0,5 2-134 15,5 0-141-15,-3-2-194 0,11 0-263 16,-5 2-103-16,-9 0 86 0,-3 0-567 16,0 2-722-16</inkml:trace>
  <inkml:trace contextRef="#ctx0" brushRef="#br0" timeOffset="204776.97">17387 15116 3766 0,'4'-14'150'0,"1"4"35"0,-1 1 14 15,4 3 29-15,-2 4 6 0,-6 2 8 0,18 2-6 16,-18-2 13-16,24 18-16 0,-12-1-17 15,2 9-14-15,-1 4-14 0,-1 2-24 0,-1 1-10 16,-3-1-13-16,-5 3-6 0,0-8-10 16,1-3 0-16,0-5 2 0,-2-2 1 0,-2-2 1 15,1-2 6-15,1-2 23 0,0 0 15 16,2-4-4-16,-2 0-169 0,-2-7 0 0,12 2 0 16,-12-2 0-16,22-12 0 0,-7 0 0 15,9-8 0-15,0-3 0 0,6-12 0 16,1-5 0-16,-1-2 0 0,3-4 0 0,0 1 0 15,-8 5 0-15,-3 11 0 0,-7 6 0 16,-2 3 0-16,-3 8 0 0,-4 0 0 16,-2 7 0-16,-2 0-257 0,-2 5-417 0,0 0-254 15,0 0 27-15,0 0 102 0,-27 19-776 16,19-9-1018-16</inkml:trace>
  <inkml:trace contextRef="#ctx0" brushRef="#br0" timeOffset="205127.45">18149 14922 4742 0,'0'-11'126'0,"0"0"-3"0,0 6 21 16,0 5 49-16,0 0 53 0,0 0 11 15,0 0 16-15,13 29 0 0,-13-5 5 0,0 12-6 16,-3 5-5-16,-5 0-4 0,-3 11-15 15,-3-2-18-15,0-2-14 0,0-1-176 0,-5-2-40 16,7-11 0-16,3-1 0 0,2-8 0 16,0-3 0-16,3-6 0 0,1-1 0 0,1-2 0 15,2-3 0-15,4 1 0 0,6-4 0 16,4-2 0-16,4-4 0 0,4-1 0 16,3 0 0-16,4 0 0 0,-2-1 0 0,-1-3 0 15,-3 3 0-15,0-1 0 0,-4 0 0 16,0 0 0-16,-6 1 0 0,1 1 0 15,-5-3 0-15,-9 3 0 0,19 0 0 0,-19 0 0 16,14 0 0-16,-14 0 0 0,9 3-555 16,-9-3-466-16,0 0 99 0,-2 10-1014 15,2-10-1357-15</inkml:trace>
  <inkml:trace contextRef="#ctx0" brushRef="#br0" timeOffset="205510.34">19422 15092 5502 0,'12'-29'-126'0,"-2"0"62"0,-1 8 72 0,-2 2 60 0,3 2 78 0,-2 3 53 0,-3 1-2 16,3 4-11-16,-4 1-23 0,-1 3-11 0,-3 5 48 16,0 0 33-16,0 0 17 0,9 31 6 15,-14-4 14-15,-1 12 4 0,1 15-1 16,-4 0-269-16,-2 5-4 0,2-1 0 16,-2-1 0-16,4-1 0 0,-5-4 0 0,4-12 0 15,3-1 0-15,-4-3 0 0,4-4 0 16,-1-6 0-16,3-7 0 0,-1-3 0 15,0-3 0-15,2-3 0 0,1 0 0 0,-1 0 0 16,-1-6 0-16,3-4 0 0,3 7 0 16,-3-7 0-16,0 0-183 0,0 0-674 0,22-21-122 15,-15 7 95-15,3-1-914 0,2-1-1228 16</inkml:trace>
  <inkml:trace contextRef="#ctx0" brushRef="#br0" timeOffset="205693.75">19324 15383 4671 0,'-22'-12'-83'15,"-1"3"67"-15,7 1 68 0,0 2 73 16,7 0 86-16,-3 1 68 0,2 0 29 0,5 2 5 16,5 3 2-16,-6-4-18 0,6 4-19 15,0 0-27-15,22-6-26 0,0 6-21 0,1 0-25 16,6 1-64-16,10 2-98 0,-1-1-139 16,5 2-158-16,-7 1-176 0,3 1-238 0,0 0-191 15,-5 5 99-15,-1 2-751 0,-11 6-980 16</inkml:trace>
  <inkml:trace contextRef="#ctx0" brushRef="#br0" timeOffset="206210.64">19742 15722 4638 0,'-5'-4'152'0,"5"4"24"16,0 0 33-16,-10-6 35 15,10 6 12-15,0 0-9 0,0 0-23 0,0 0-24 16,0 0-20-16,13-12-17 0,-13 12-19 16,18-5-12-16,-11 3-14 0,-7 2-11 0,18-6-12 15,-9 2-7-15,0 0-7 0,3-5-9 16,-3 1-9-16,3-2-4 0,-2-2-5 16,1-5-12-16,0-3 2 0,-3 1-4 0,3-8-5 15,-1 3-9-15,-6 4 2 0,2 4-4 16,-4 2-4-16,-2 1-2 0,-2 1 0 0,0 1 0 15,-5 2-6-15,-4 4-3 0,2 1-1 16,9 4 0-16,-19-3 2 0,6 3-1 0,13 0 2 16,-23 6 0-16,13-5 4 0,10-1 16 15,-12 5 21-15,12-5-52 0,0 7 0 16,0-7 0-16,23 4 0 0,-3-2 0 0,7-4 0 16,11-3 0-16,-1-1 0 0,-1 1 0 15,0 1 0-15,-3 0 0 0,-8 1 0 0,-6-1 0 16,1 2 0-16,-6 2 0 15,-3 0 0-15,3 4 0 0,-3 1 0 0,1 3 0 16,-4 3 0-16,-3 3 0 0,1-2 0 16,-4 6 0-16,-2-1 0 0,0 1 0 0,0 0 0 15,-2 0 0-15,-2-1 0 0,2 2 0 16,0-3 0-16,1-2 0 0,-1-2 0 0,0 1 0 16,0-3 0-16,2-1 0 0,-2-1 0 15,2 1 0-15,0-2 0 0,0 0 0 16,6-3-812-16,-3 1-195 0,1-2 112 0,-4-3-968 15,11 6-1287-15</inkml:trace>
  <inkml:trace contextRef="#ctx0" brushRef="#br0" timeOffset="206627.25">20608 15565 5460 0,'-8'-3'31'0,"5"0"43"0,3 3 59 0,0 0 59 16,-7-5 37-16,7 5 10 0,0 0-18 0,0 0-17 0,0 0-18 0,0 0-19 0,0 0-15 0,31 0-14 15,-31 0-12-15,19 1-14 16,-19-1-9-16,21 0-9 0,-21 0-10 0,19-1-5 16,-11-1-13-16,-8 2-6 0,19-7-19 15,-14 0-41-15,3 2 0 0,-4-4 0 0,0 3 0 16,-4-3 0-16,0 0 0 0,-6-1 0 15,0 3 0-15,-3-1 0 0,-8 1 0 16,-4 0 0-16,1 5 0 0,2 1 0 0,-3 2 0 16,-3 4 0-16,1 1 0 0,7 6 0 15,-4 0 0-15,7 1 0 0,0 3 0 0,3 1 0 16,1 2 0-16,5-4 0 0,3 2 0 16,-2 0 0-16,7 0 0 0,0-1 0 0,5-1 0 15,2 2 0-15,3-1 0 0,1-5 0 16,3 1 0-16,-2 0 0 0,2-4 0 15,-1-2 0-15,-2 0 0 0,3-3 0 16,-4-1-551-16,2-2-211 0,3-2-190 16,-2-1 90-16,3 0 96 0,-4-1-696 0,6 1-910 15</inkml:trace>
  <inkml:trace contextRef="#ctx0" brushRef="#br0" timeOffset="207077.13">21158 15615 4364 0,'0'0'83'16,"-9"-7"24"-16,9 7 38 0,0 0 51 0,0 0 33 0,0 0 15 0,0 0-15 0,32 0-19 0,-17 0-12 0,1 0-29 15,1 0-15-15,2 0-13 0,0-1-13 16,0-3-6-16,-2 0-18 0,0 1-11 0,-1-2-9 15,-1 0-4-15,-2-2-8 0,-2 0-10 16,-3 0-8-16,-3-4-2 0,-4 2-7 16,-2 0-4-16,-6-1-10 0,-2 2 1 0,-11-3-7 15,-2 3 3-15,-10 1 5 16,-5 2 16-16,5 5 24 0,5 1 17 0,-11 6 17 16,6 3 12-16,3 4 24 0,2 5-88 15,9 2-55-15,-2 3 0 0,13-2 0 0,1-2 0 16,8 1 0-16,6 10 0 0,4-2 0 15,4-1 0-15,4-3 0 0,2-2 0 0,1-1 0 16,2-5 0-16,0-2 0 0,-3-4 0 16,-3-3 0-16,3 2 0 0,-6-6 0 15,2-1 0-15,-2 1 0 0,2-3 0 0,-3 1 0 16,-1 0 0-16,-1 0 0 0,-1-1 0 16,-3 1 0-16,-9-2 0 0,17 2 0 15,-7-2 0-15,-10 0-496 0,0 0-538 0,0 0 107 16,0 0-1023-16,0 0-1370 0</inkml:trace>
  <inkml:trace contextRef="#ctx0" brushRef="#br0" timeOffset="207576.89">22237 15500 5342 0,'4'-12'-61'0,"4"4"46"0,-3-2 53 0,-1 6 42 0,-4 4 25 15,5-3 35-15,-5 3 74 0,0 0 25 16,7 25-3-16,-5-6-14 0,-2 4-23 0,-2 8-19 16,0 4-17-16,2 3-17 0,0-2-17 15,-5-6-9-15,5-3-14 0,-2-3-9 0,2 0-21 16,-3-2-41-16,1-6-57 0,-2 2-68 16,2-6-71-16,2 0-61 0,-3-1-93 15,-1-5-117-15,-2-2-124 0,6-4-153 0,0 0-87 16,0 0 85-16,0 0-574 15,-10-15-743-15</inkml:trace>
  <inkml:trace contextRef="#ctx0" brushRef="#br0" timeOffset="207743.8">22277 15500 3750 0,'-4'-10'8'0,"3"2"27"0,-3 1 47 16,1 0 40-16,3 7 0 0,-4-9-13 0,4 9-10 15,0 0-20-15,0 0-10 0,0 0-43 16,0 0-52-16,16-1-61 0,-16 1-68 0,31 6-58 15,-8 0-65-15,4-3-85 16,10 0-91-16,1-1-91 0,-4-2 33 0,11-2-124 16,-5 1-132-16</inkml:trace>
  <inkml:trace contextRef="#ctx0" brushRef="#br0" timeOffset="208044.95">22747 15441 1891 0,'9'-8'91'0,"-6"4"31"0,-3 4 20 16,0-11 33-16,0 11 33 0,-10-6 5 15,10 6-3-15,-16-6 3 0,6 4-2 0,10 2-2 16,-26 5-13-16,12 2-5 0,-1 2-7 15,3 1-7-15,1 6-11 0,3-3-6 0,7 3-11 16,2 1-7-16,5 4-18 0,7 4-9 16,4 1-6-16,5-1-9 0,-4-2-7 15,3 0-4-15,3-3-1 0,-10-5 3 0,-2-1 22 16,-1-3 17-16,-5 1 23 16,-1-2 13-16,-3-2 24 0,0 3 15 0,-4-3 11 15,-1 1 12-15,-7 1-2 0,-2 0-5 16,-6-1-15-16,-1-1-11 0,-2 1-112 0,0-1-83 15,0-2 0-15,-4-1 0 0,3-2 0 16,0-1 0-16,1 0 0 0,4-2 0 0,0 0 0 16,4 0 0-16,1-6 0 15,1 3 0-15,5 0-141 0,5-4-404 0,1 7-166 16,1-12-224-16,9 5 80 0,3-2 94 16,10 2-682-16,13-3-893 0</inkml:trace>
  <inkml:trace contextRef="#ctx0" brushRef="#br0" timeOffset="208476.32">23620 15654 4112 0,'2'-8'310'16,"-2"8"58"-16,-2-10 24 0,2 10-16 16,0 0-35-16,0 0-29 0,0 0-4 0,0 0-23 15,0 0-28-15,14 27-26 0,-10-11-26 16,0-2-22-16,-4 1-17 0,0 1-15 0,-4 1-15 15,-3-2-78-15,-2 4-58 16,-2-2 0-16,-3 0 0 0,-4 2 0 0,-2-4 0 16,6-3 0-16,-4-1 0 0,3-5 0 15,3-1 0-15,1-3 0 0,11-2 0 0,-17-7 0 16,11 0 0-16,4-6 0 16,6-6 0-16,3-12 0 0,11-3 0 0,7-5 0 15,-5 10 0-15,1 6 0 0,1 0 0 0,-6 9 0 16,2 3 0-16,-5 7 0 0,1 2 0 15,-1 4 0-15,2 0 0 0,-2 7 0 0,7 1 0 16,-6 6 0-16,10-1 0 16,-1 3 0-16,-2-1 0 0,1 1 0 0,-3-4 0 15,-6-4 0-15,3-1 0 0,-3-2 0 16,3-4 0-16,-3 2 0 0,1-1 0 0,-2-3 0 16,-1-1 0-16,-11 0 0 0,29-5 0 15,-15 2 0-15,1-2 0 0,2-6 0 0,0-1 0 16,2-6 0-16,-5 1-432 0,-3 0-494 15,-1 1-25-15,-7 3 107 0,4 1-869 0,-5 6-1148 16</inkml:trace>
  <inkml:trace contextRef="#ctx0" brushRef="#br0" timeOffset="209177.4">24675 15869 4964 0,'-13'3'-26'0,"13"-3"55"0,0 0 44 0,0 0 15 0,0 0 5 0,0 0-4 0,0 0 2 16,0 0-16-16,25-17-10 0,-11 10-4 0,1 0-2 16,3-1-9-16,-2-2-5 0,9-6-4 15,2-1-1-15,-2-3-7 0,2-5-4 16,3-5-2-16,1-5-4 0,-3-1-2 16,1 4 2-16,-9 3-6 0,0 5 0 0,-9 6-1 15,-1 5 0-15,-3 3-6 0,1-1-5 16,-6 6 1-16,-1 2-2 0,-1 3 1 0,0 0-1 15,0 0-1-15,0 0-1 0,-11 19 4 16,10-11-2-16,1 2 0 0,1 2 5 0,7 2 11 16,-3 3 10-16,5 0 11 0,7 7 29 15,-3-4 24-15,3 3 26 0,-5-3 21 16,-3-3 9-16,-4 1 10 0,3-1-1 16,-5-1 2-16,0 1 0 0,1-1 8 15,-4 2 19-15,-4-1 12 0,0 0 5 0,-6 0-204 0,-3 9-1 16,1-7 0-16,0-2 0 15,-10 2 0-15,6-3 0 0,-6-4 0 0,5-4 0 16,-3 1 0-16,-2-1 0 0,1-4 0 16,3 0 0-16,0-4 0 0,3 0 0 0,-1-6 0 15,2 0 0-15,2-6 0 0,2 3 0 16,9-3-696-16,1-1-217 0,3 1-16 0,7-2 106 16,2-3-820-16,10-5-1080 0</inkml:trace>
  <inkml:trace contextRef="#ctx0" brushRef="#br0" timeOffset="209427.46">25511 15145 4784 0,'-2'-21'16'0,"2"5"58"0,0 2 43 0,2 6 10 0,-2 1-5 0,0 7-2 0,0 0 50 15,0 0 45-15,0 0 6 0,1 50 4 16,-6 3-14-16,-6 8-7 0,-5 9 10 15,-2 19 4-15,-7-1-10 0,2-1-21 0,-2-4-19 16,1 2-15-16,2-18-20 0,5-5-12 16,-2 1-12-16,0-5-35 0,6-6-74 0,-3-4 0 15,7-12 0-15,-1-2-136 16,4-11-89-16,1-3-61 0,-1-8-69 0,6-3-97 16,2-3-106-16,-2-6-113 0,0 0-140 15,0 0 74-15,29-27-610 0,-10 3-802 0</inkml:trace>
  <inkml:trace contextRef="#ctx0" brushRef="#br0" timeOffset="209676.32">25473 15677 3752 0,'-2'-11'36'15,"0"3"54"-15,2 2 52 0,0 6 44 0,-4-11 27 16,4 11-6-16,0 0-17 16,0 0 9-16,0 0 11 0,0 0 3 0,0 0-18 15,23 21-21-15,-15-10-15 0,-3 2-10 0,5-1-17 16,-4 2-17-16,1-1-11 0,-5-3-11 15,2 2-6-15,-2 0-8 0,-4-1-10 16,-2 2-8-16,1-2 1 0,-5-3-11 16,-2 2-14-16,-1-3-43 0,-5 0-47 0,3-2-52 15,-1 0-72-15,2-8-102 0,-1 1-118 16,-1-5-150-16,6-1-187 0,5-4-3 0,1-5 79 16,6-5-469-16,8-6-594 15</inkml:trace>
  <inkml:trace contextRef="#ctx0" brushRef="#br0" timeOffset="210029.3">25894 15686 3400 0,'2'7'168'0,"-2"-7"36"0,0 0 51 0,0 0 68 16,0 0 42-16,0 0 1 0,0 0-29 16,0 0-29-16,0 0-33 0,0 0-23 0,7 2-28 15,-7-2-19-15,14 3-21 0,-14-3-17 16,19 0-19-16,-19 0-13 0,21 0-15 0,-21 0-11 15,19-3-9-15,-10 3-9 0,-9 0-7 16,20-6-10-16,-15 3-9 0,5-3-6 16,-7-1-7-16,3 0-9 0,-6 7-4 15,3-12-8-15,-3 12-23 0,-9-10-8 16,0 7 0-16,-7 2 0 0,2 1 0 0,-9 1 0 16,-2 2 0-16,2 5 0 0,-2-2 0 15,6 5 0-15,1-1 0 0,2 2 0 0,5-3 0 16,2 3 0-16,4 3 0 0,1-4 0 15,6 2 0-15,2 1 0 0,1-1 0 0,7 3 0 16,1-5 0-16,5 2 0 0,-2-3-43 16,13 2-158-16,3-2-78 0,-3-5-93 15,10-1-80-15,4-1-91 0,2-4-108 0,0-3-113 16,-2-1 7-16,2-4-647 16,-4-1-857-16</inkml:trace>
  <inkml:trace contextRef="#ctx0" brushRef="#br0" timeOffset="210243.43">26457 15718 3548 0,'13'-18'-76'16,"-4"1"61"-16,-6 4 46 0,-3 1 55 0,0 2 44 15,0 2 37-15,-1-1 16 0,-3 3 7 16,4 6 11-16,-11-8 10 0,11 8 15 0,-16 0 26 16,16 0 13-16,-27 12-3 0,11 0-7 15,-6 9-10-15,-1 0-15 0,9 4-12 16,-4 1-13-16,1-2-18 0,4 1-17 0,3-3-16 16,3-1-14-16,0-2-16 0,5-2-12 15,-3 0-17-15,3-5-32 0,4 0-58 0,3-3-76 16,-3-1-86-16,9 1-76 0,-2-4-96 15,5-2-113-15,1-3-103 0,4 0-108 16,-1-6-145-16,5-2 65 0,8-9-595 0,-2-1-783 16</inkml:trace>
  <inkml:trace contextRef="#ctx0" brushRef="#br0" timeOffset="210410.41">26656 15641 3515 0,'8'-16'-16'0,"-2"3"66"16,-4 2 43-16,0 5 41 0,0-1 41 0,-2 7 33 15,0 0 25-15,0 0 19 0,0 0 13 16,-24 17-19-16,12-2-17 0,-6 11-22 0,0-1-22 15,0 6-18-15,0 2-17 0,5 0-22 16,-2-2-55-16,0 0-66 0,3 0-66 16,1-2-78-16,-7-2-93 0,11-4-113 15,-2-7-140-15,5-3-220 0,0-3-1 0,4-3 84 16,0 0-408-16,0-7-502 0</inkml:trace>
  <inkml:trace contextRef="#ctx0" brushRef="#br0" timeOffset="210575.94">26885 15557 2521 0,'0'0'-222'0,"10"-5"-47"15,-10 5-107-15,0 0-187 16,21 13-64-16</inkml:trace>
  <inkml:trace contextRef="#ctx0" brushRef="#br0" timeOffset="211376.31">26923 15805 1613 0,'0'0'124'0,"20"2"31"15,-20-2 39-15,0 0 59 0,13 6 23 16,-13-6 3-16,9 6 3 0,-6-1 6 0,-3-5 3 15,11 12-5-15,-10-7-26 0,5 1-10 16,-4 0 1-16,-2-6 0 0,4 14-4 16,-4-9-5-16,0-5-12 0,-6 12-15 15,0-5-9-15,-1-2-8 0,-1 2-16 0,-5-2-19 16,-3 0-14-16,-1 1-15 0,0-5-18 16,-2-1-7-16,0 0-14 0,-2-1-10 0,2-3-16 15,2-3-17-15,4-1-9 0,4-4-10 16,8-2-1-16,2-3-6 0,8 0-6 0,4 1-1 15,3 1 0-15,-2 3 4 0,6 2 14 16,-2 3 15-16,3 0 11 0,-1 4 8 0,-4 3 10 16,4 0-1-16,-4 3-33 0,6 0-47 15,-7 3 0-15,4-1 0 0,-2 2 0 16,-2 0 0-16,1-1 0 0,1 3 0 16,-2-4 0-16,0 0 0 0,3 0 0 15,-6 0 0-15,2-3 0 0,-3-2 0 0,3 2-181 16,-14-2-74-16,24-7-32 0,-12 0-27 15,-2 0-11-15,-3-5-21 0,3-5-3 0,-2-5-2 16,3-9 10-16,2-15 20 0,0-5 32 16,5-6 29-16,0-8 26 0,13-16 27 0,-6-6 26 15,2-4 45-15,-4 7 43 0,-7 18 59 16,0 7 59-16,-12 16 67 0,5 7 48 16,-1 1 42-16,-4 12 15 0,0 7-6 0,-1 3-14 15,-3 7 57-15,0 6 46 0,0 0 4 16,0 0 2-16,-25 51 4 0,11-4 5 15,-2 6 1-15,-1 10-3 0,2 7-10 16,-5 20-17-16,5-17-25 0,6-3-13 0,-1 1-30 16,3-1-172-16,3-5-26 0,-2-3 0 15,3-3 0-15,-6-5 0 0,8-11 0 0,-5-7 0 16,2-7 0-16,4-8 0 0,-1-1 0 16,-1-8 0-16,2-1 0 0,3-1-103 0,3-2-257 15,-1-5-61-15,6-6-48 16,2-3-22-16,4-4-29 0,8-13-5 0,7-8 29 0,3-4 75 15,-5-3 103-15,2 3 86 16,-7 1 73-16,-6 9 93 0,-5 5 85 0,-5 4 71 16,-2 6 45-16,2-3 36 0,-4 5 24 15,-1 4 42-15,-4 4 35 0,0 0 30 16,0 0 10-16,0 0-13 0,-8 25-11 0,0-6-27 16,-5 9-22-16,-3 5-27 0,-4 6-21 15,-1 2-19-15,-2 0-20 0,1 0-29 0,4-12-46 16,-1 3-57-16,2-6-78 0,-1 0-81 15,2 1-87-15,4-10-98 0,3-4-96 0,1-4-126 16,2-2-181-16,4-2-28 16,2-5 72-16,0 0-507 0,0 0-655 0</inkml:trace>
  <inkml:trace contextRef="#ctx0" brushRef="#br0" timeOffset="211526.21">27721 15557 3622 0,'0'-16'159'0,"0"3"39"0,-1 4 44 0,1 1 42 0,-2 1-7 0,2 7-11 0,-2-10-34 0,2 10-31 0,-4-11-80 0,4 11-104 0,0 0-122 0,2-5-136 0,-2 5-141 0,0 0-218 15,0 0-93-15,6 19 75 0,-6-7-396 16,-2 5-488-16</inkml:trace>
  <inkml:trace contextRef="#ctx0" brushRef="#br0" timeOffset="211826.46">27757 15841 3204 0,'0'0'258'0,"-7"-22"33"16,7 22 57-16,2-12 52 0,3 6 7 15,4-1-7-15,0 1-27 0,2 1-33 0,3 4-31 16,-1 1-32-16,-13 0-27 0,27 2-6 16,-12 4-21-16,-2 1-16 0,-2 3-5 0,1 1 12 15,-6 2 6-15,-4-1-196 0,-4 2-24 16,-4 1 0-16,-1 3 0 0,-3-3 0 0,-3 0 0 15,4-2 0-15,-2-2 0 16,4-1 0-16,2 2 0 0,-1-5 0 0,1-1 0 16,4 1 0-16,1-7 0 0,-6 9 0 15,6-9 0-15,4 9 0 0,-4-9 0 0,12 8 0 16,-5-8 0-16,-7 0 0 0,23 0 0 16,-8 0 0-16,3-4 0 0,6-1 0 0,54-25-612 15,-47 19-401-15,1 1 99 16,9 0-1008-16,2 5-1344 0</inkml:trace>
  <inkml:trace contextRef="#ctx0" brushRef="#br0" timeOffset="212193.47">28496 15845 5574 0,'-11'-5'-44'0,"8"1"44"15,3 4 25-15,-10-5 21 0,10 5 10 16,0 0-5-16,0 0 0 0,0 0 3 0,0 0-4 15,0 0-1-15,0 0-5 0,0 0-3 16,42 10-2-16,-30-6-6 0,1-2-1 0,1-1-3 16,-1 1-3-16,0-2 1 0,-13 0-6 15,26-2 2-15,-13 1-5 0,-1-5-1 0,0 1-1 16,0-3-1-16,-5-1 5 0,0-1 4 16,0 2 10-16,-5-3 6 0,-4 3-9 15,-5-1-5-15,-2 1 5 0,-10 1 9 0,-3 2 18 16,-2 3 21-16,-2 2 12 15,-1 5 7-15,-6 4 9 0,1 1-2 0,4 5 0 16,3 2-9-16,4 2-3 0,6-2-5 16,3-1-8-16,4 1-1 0,3 1-5 0,1-4-4 15,2 1-4-15,4-1-10 0,2-1-7 16,6 3-7-16,3-1-55 0,2-5-90 0,16 2-100 16,3-3-105-16,-2 1-108 0,8-3-126 15,0-4-180-15,2-5-109 0,-2-3 83 16,3-2-643-16,11-7-843 0</inkml:trace>
  <inkml:trace contextRef="#ctx0" brushRef="#br0" timeOffset="212625.49">29780 15238 4089 0,'-4'-13'62'16,"-2"1"50"-16,3 8 59 0,3 4 46 15,-12 0 59-15,12 0 54 0,-29 16 12 0,0 6 4 16,-7 15-17-16,-1 6-13 0,-13 17-7 15,12-10-19-15,-8 12-18 0,10-13-14 0,0 1-22 16,1-2-24-16,3-1-188 16,3-3-24-16,3-5 0 0,2-3 0 0,6-7 0 15,2-3 0-15,7-7 0 0,0-3 0 16,2-5 0-16,2 1 0 0,1-6 0 0,0 0 0 16,4-6 0-16,0 9 0 0,0-9 0 15,0 0 0-15,0 0 0 0,0 0 0 0,20-17 0 16,-16 7 0-16,-3-1 0 0,-1 1 0 15,-3 0 0-15,-9-1 0 0,-5 0 0 0,-15 0 0 16,-5 4-32-16,-1 4-27 0,4 3 33 16,-4 3 34-16,4 6 26 0,1 1 27 15,8 4-47-15,0 3-14 0,13 0 0 0,-1-1 0 16,10 1 0-16,1-3 0 16,6 3 0-16,3-1 0 0,5 1 0 0,8 0 0 0,7-1 0 15,-2-7 0-15,6 2 0 0,1-3 0 16,-5-3 0-16,-4-1 0 0,-3-3 0 15,1 1 0-15,-7 0 0 0,1-1 0 16,-4-1 0-16,3 2-503 0,-5-2-337 0,-9 0-113 16,16 0 97-16,-16 0-858 0,0 0-1147 15</inkml:trace>
  <inkml:trace contextRef="#ctx0" brushRef="#br0" timeOffset="213331.49">30241 15732 5006 0,'3'-10'107'0,"1"4"27"0,1 2 18 0,-5 4 30 16,3-10 10-16,-3 10-6 0,0 0 51 16,0 0 21-16,0 0-16 0,-8 33-25 0,1-10-13 15,-4 9-20-15,1 2-19 0,-3 1-16 16,0 0-33-16,-1-4-53 0,-1 2-65 0,-3-4-88 16,5 0-87-16,-4-1-76 0,2-4-75 15,3-5-61-15,3-5-44 0,3-4-60 0,-1-3-76 16,2-6-124-16,5-1-19 0,0 0-531 15,0 0-705-15</inkml:trace>
  <inkml:trace contextRef="#ctx0" brushRef="#br0" timeOffset="213709.44">30269 15812 3225 0,'16'-25'-37'0,"-7"4"57"0,1 2 48 16,-5 6 61-16,3-1 39 0,-2 2 19 16,-1 2-1-16,3 1-14 0,-2 3-17 0,5-2-11 15,-1 3-15-15,4 1-11 0,-3 4-12 16,-11 0-7-16,28 5-13 0,-15 4-6 15,3 2-8-15,-3 2-8 0,-3 5-2 0,-4-2-5 16,-3 2 3-16,-5 1 7 0,1 3 13 16,-5 0 13-16,-4 6 8 0,-1-1 12 15,2-5 16-15,0-5 13 0,2-3 3 16,1 0-15-16,3-3-1 0,-1 0-4 0,-2-1-15 16,3 0-9-16,2 2-9 0,-1-1-7 15,2 1-8-15,-2 0-7 0,0-1-10 16,2 2-5-16,-4-2-4 0,4 0-6 0,-1 1 4 15,-3-1-2-15,-2-1 9 0,1 2 3 16,-5-2 4-16,-1 0 3 0,-1 1-5 0,-5-1-6 16,-2-1 0-16,-8 2-7 0,1-2-3 15,3-4-6-15,-2-1-4 0,0-2-14 16,4 0-34-16,-3-6-50 0,1 0-87 16,-1-2-87-16,6-3-81 0,-1-3-90 0,8 2-82 15,2-2-106-15,5-4-169 0,8-2-16 16,6 2 90-16,9-5-512 0,9 6-667 0</inkml:trace>
  <inkml:trace contextRef="#ctx0" brushRef="#br0" timeOffset="214076.28">30881 15843 3542 0,'14'-12'46'16,"-5"2"59"-16,-2 1 34 0,2 4 21 0,-4-1 12 15,1 0-2-15,-6 6-8 0,5-7-17 16,-5 7-16-16,0 0-14 0,0 0-6 0,-16-6-8 15,0 7-9-15,-9 3-2 0,-11 1-3 16,0 4 0-16,-2 1-4 0,1 2-8 16,9-2-6-16,2 2-5 0,4 0-7 0,13-2 19 15,5-1 16-15,2 1 25 0,6 0 10 16,6 2 2-16,3 3 21 0,8 2 14 16,2-1 16-16,-3 3 13 0,1-1 1 0,4-1 1 15,-3 2-8-15,-6-7-9 0,0 1-6 16,-9-1-3-16,3 0-100 0,-5 0-69 15,0-3 0-15,-5 3 0 0,0 0 0 0,-5 1 0 16,-2-1 0-16,-4 2 0 0,-3 1 0 16,-5-4 0-16,-6 5 0 0,4-5 0 15,-9 1 0-15,7-2 0 0,0-6 0 0,6 1 0 16,-2-3 0-16,5-2 0 0,3-2 0 16,1-3 0-16,5-5 0 0,3-2-7 0,7-7-693 15,13-12-117-15,7-5-109 16,9 2 74-16,0 7-811 0,11 2-1099 0</inkml:trace>
  <inkml:trace contextRef="#ctx0" brushRef="#br0" timeOffset="214291.69">31162 15883 4354 0,'27'-14'-78'16,"-5"2"97"-16,-3 3 93 0,-2-1 90 15,-2 2 79-15,-3-1 53 0,0 1 13 16,-3 2-11-16,-2 3-26 0,-1-2-31 0,-6 5-6 16,0 0 19-16,0 0 6 0,3 20 9 15,-12 1-19-15,-9 9-51 0,-4 13-237 0,-6 4 0 16,-3-1 0-16,3 1 0 0,1-1 0 15,2 0 0-15,0 0 0 0,1-4 0 0,6-11 0 16,4-2 0-16,4-10 0 16,2-1 0-16,4-4 0 0,1-4 0 0,3-5 0 15,0-5 0-15,9 6-341 0,-9-6-304 16,23-11-125-16,-10 1-135 0,10-12 81 0,-2-2-777 16,1-4-1040-16</inkml:trace>
  <inkml:trace contextRef="#ctx0" brushRef="#br0" timeOffset="214461.55">31167 15896 4097 0,'-14'-6'-24'0,"7"0"123"0,2 1 88 0,5 5 81 16,-10-5 87-16,10 5 38 0,-4-5 8 15,4 5-2-15,0 0-2 0,0 0-36 0,39-7-39 16,-16 7-32-16,18-3-32 0,-3 1-63 16,-4 0-80-16,-3 2-112 0,-3-2-170 15,1 2-155-15,-8 0-154 0,-2 2-189 0,-5 0-253 16,-5 2 91-16,-6 1 92 0,-3-5-628 15,0 10-816-15</inkml:trace>
  <inkml:trace contextRef="#ctx0" brushRef="#br0" timeOffset="-213820.62">16097 16419 3958 0,'0'0'-37'0,"1"-7"8"0,-1 7 36 0,0 0 49 0,0 0 44 0,-12 24 32 16,6-10 26-16,-2 5 22 0,0 0-4 16,1 4-5-16,1-3-13 0,-1 1-12 0,0 1-9 15,6-5 7-15,-1 2-13 16,4-5-5-16,-1 3-8 0,1-2-6 0,5-1-4 16,0-2-3-16,2-4-11 0,1 1-13 15,2-4-7-15,1-2-8 0,0-1-6 0,0-4-9 16,7 1-3-16,-4-4 2 0,0-1-7 15,-1 3-1-15,-1-1-9 0,-5 1-4 16,0 0-5-16,1 1 3 0,-10 2-10 0,13-3 0 16,-13 3-2-16,12-4-4 0,-12 4-1 15,0 0 8-15,19 4 2 0,-12-1 1 0,3 0 20 16,0 2 4-16,4 1 6 0,0-3 9 16,6 1 5-16,-2-3 4 0,5-1 7 15,4-1-15-15,0-1-2 0,7-5-5 0,-5 2 3 16,-4-2 3-16,-5-1-7 15,1-1-3-15,0 0-5 0,-6-2-5 0,1-3-4 16,-1 0-5-16,-3-3-6 0,1-9-15 16,-4-3-25-16,1-3-45 0,-3 3-57 0,1 4-53 15,-5 4-65-15,1 4-62 0,-2 5-64 16,3 0-90-16,-7 2-115 0,-3 5-181 0,1 0-27 16,4 5 81-16,0 0-501 0,0 0-658 15</inkml:trace>
  <inkml:trace contextRef="#ctx0" brushRef="#br0" timeOffset="-213405.2">16937 16182 3256 0,'2'-17'97'0,"-2"0"37"0,4 7 64 0,-4 0 63 0,2 3 28 0,-2 7 16 0,2-12-6 0,-2 12-23 0,0 0-6 0,0 0 18 15,0 0-7-15,13 21-25 0,-11 1-21 0,4 14-24 16,-4 5-18-16,-1 4-20 0,-2 1-14 15,-5 7-19-15,1-10-8 0,-4-2-13 0,2-2-11 16,-4 0-9-16,1-8-3 0,-1 1-2 16,1-10-5-16,3-3 0 0,2-5-45 0,2-2-44 15,-1-4 0-15,2-1 0 16,2-7 0-16,0 0 0 0,0 0 0 0,0 0 0 16,23-19 0-16,0-3 0 0,1-4 0 0,9-4 0 15,-3 1 0-15,-1 10 0 16,-6-1 0-16,-2 7 0 0,-4 2 0 0,-2 4 0 15,-2 5 0-15,1 2 0 0,-14 0 0 16,25 12 0-16,-14-4 0 0,-2 3 0 0,0 1 0 16,-4 4 0-16,1-1 0 0,-2 1 0 15,-3-1 0-15,1-1 0 0,-2 0 0 0,0 0 0 16,0-2 0-16,0-2 0 16,0-2 0-16,0 1 0 0,0-2 0 0,0 1 0 15,0-8 0-15,0 9-144 0,0-9-441 16,0 0-174-16,0 0-173 0,2 5 79 15,-2-5-820-15,0 0-1108 0</inkml:trace>
  <inkml:trace contextRef="#ctx0" brushRef="#br0" timeOffset="-213055.21">17570 16595 4865 0,'0'0'-2'0,"-5"-8"41"0,5 8 47 0,0 0 42 0,0 0 28 0,0 0 4 0,1-8-1 16,-1 8-8-16,17-7-20 0,-5 4-7 16,3-2-16-16,1 1-2 0,-2-2-15 15,2 1-9-15,-3 1-2 0,-2-1-8 0,1 0-3 16,-3-3-1-16,1 1-1 0,-4 0-10 16,0 0-8-16,-5-4-3 0,1 4-8 15,-2-2 4-15,0 9-8 0,-9-12-6 0,-1 10-9 16,-5 2 2-16,15 0-1 0,-41 8 16 15,11 1 7-15,-1 5 14 0,6 1 15 0,-2 3 12 16,4 2 7-16,1 1 2 0,2 0-7 16,8-2-7-16,3-2-4 0,2 2-9 0,3-4-8 15,-1 1-4-15,3-3-5 16,4 1-8-16,5 1-35 0,-4-3-60 0,7 2-98 16,1-4-102-16,4-4-119 0,2-2-135 0,4 0-185 15,1-2-176-15,-1-4 83 16,-3 2-709-16,3-2-941 0</inkml:trace>
  <inkml:trace contextRef="#ctx0" brushRef="#br0" timeOffset="-212588.88">17831 16721 4378 0,'0'0'29'0,"0"0"46"16,0 0 35-16,0 0 30 0,-35 5 25 15,35-5 23-15,0 0 12 0,0 0 3 0,0 0-3 16,0 0-25-16,0 0-14 0,35 4-16 15,-35-4-12-15,17 0-17 0,-17 0-3 16,15 0-17-16,-15 0-8 0,0 0-8 16,18-2 0-16,-18 2 1 0,0 0-14 15,12-4-6-15,-12 4-5 0,9-9-7 0,-7 0-7 16,0 0-5-16,-2-1 0 0,-2-4-4 16,0-1-11-16,-2-2 4 0,-1 0-2 0,4 0-4 15,-5-1-5-15,1 5-2 0,-3-1-2 16,3 1 6-16,-4 5-12 0,4 0 0 0,-1 2 7 15,3 2-10-15,3 4-2 16,-8-10 4-16,8 10 7 0,0 0 6 0,0 0 18 16,0 0 7-16,26-5 5 0,-7 3-1 15,5 2 8-15,2 0 5 0,1 0 4 16,-1 2 9-16,-3 3 5 0,0 1 5 0,-2 2-10 16,-2 2-72-16,-3 5 0 0,-4-1 0 15,-1 1 0-15,-4 3 0 0,-1-1 0 0,-3 1 0 16,-1-1 0-16,0 2 0 15,-2-2 0-15,-2 0 0 0,2 0 0 0,0 0 0 16,0-2 0-16,0-3 0 0,0 2 0 16,0-5 0-16,0-1 0 0,0 2-175 0,4-4-410 15,-2 1-191-15,1-2-167 0,6 0 98 16,-2 1-810-16,9-1-1093 0</inkml:trace>
  <inkml:trace contextRef="#ctx0" brushRef="#br0" timeOffset="-212188.49">18757 16673 4829 0,'-7'-10'7'0,"0"5"33"0,6 0 43 0,1 5 40 0,0 0 26 0,-2-9-1 0,2 9-6 0,0 0-2 0,0 0-6 0,17-7-12 0,-17 7-10 16,15 0-13-16,-15 0-5 0,18-1-6 15,-18 1-4-15,14-2-6 0,-5-2 5 16,-9 4 9-16,14-6 9 0,-14 6-6 0,13-6 1 16,-12 0-8-16,3 1-9 0,-4 5 0 15,0-14-12-15,0 14-10 0,-7-14-5 0,-5 9-2 16,-3 0 4-16,-5 2 1 0,-1 3 15 16,-6 0 8-16,3 4 8 0,-1 4 1 15,-3 3 1-15,7 1 7 0,2 0 12 0,5 4-47 16,3 2-60-16,4 1 0 0,-2 2 0 15,9-2 0-15,0-1 0 0,2 6 0 0,8 2 0 16,5 2 0-16,7-3 0 16,-1-3 0-16,3-5 0 0,4 3 0 0,3-7 0 15,-1 0 0-15,3-3 0 0,-1-3 0 16,3 0 0-16,-4-6-431 0,-7 1-290 0,-1 0-243 16,2-6 71-16,0 3 111 0,-7-3-714 15,2-1-944-15</inkml:trace>
  <inkml:trace contextRef="#ctx0" brushRef="#br0" timeOffset="-211971.76">19559 16490 4358 0,'4'-16'116'0,"1"4"37"0,-4 3 25 16,1 4 7-16,-2 5 26 0,0 0 47 0,0 0 23 15,0 0-7-15,-2 38-19 0,-1-13-26 16,-4 9-25-16,3 4-18 0,1-1-15 15,-3 2-21-15,3 1-24 0,-1-3-63 0,-3 1-102 16,2-4-101-16,1-1-99 0,0-5-94 16,3-6-106-16,-1-3-120 0,-2-5-171 0,6-2-42 15,0-2 84-15,-2-5-489 0,0-5-641 16</inkml:trace>
  <inkml:trace contextRef="#ctx0" brushRef="#br0" timeOffset="-211571.53">19659 16486 3544 0,'-5'-19'128'0,"5"5"62"16,0 1 40-16,0 3 24 0,7-1 20 0,-2 1-23 15,5 2-5-15,3 1-13 0,6 0-12 16,-2 3-28-16,2 3-15 0,0 1-20 0,1 5-13 16,-2 2-8-16,0 1-3 0,-2 6-11 15,-2 0-12-15,-3 1-7 0,-2 2-7 0,-4 0 2 16,-3-2 9-16,-2-1 2 0,-4 2 1 15,1 0-7-15,-6 2-10 0,2-2-10 16,1-3-4-16,-1 1-11 0,2 0-5 16,2-2-4-16,-3 0 15 0,4-2 15 15,2 2 2-15,0 0-92 0,2 0 0 0,2 0 0 16,-2 2 0-16,0 1 0 0,1 1 0 16,2 1 0-16,-3 1 0 0,0-1 0 0,-1 1 0 15,-1 1 0-15,-1-1 0 0,-3 2 0 16,-3 0 0-16,-2-1 0 0,2 0 0 0,-4-2 0 15,-7 5 0-15,2-2 0 0,2-7 0 16,-8 4 0-16,2-3 0 0,3-6 0 0,-3-1 0 16,5 0 0-16,-2-4 0 15,0 1 0-15,3-4 0 0,0 0 0 0,-4-4 0 16,3-3 0-16,3-1 0 0,5-6 0 16,1-1-300-16,6 1-773 0,4 1 126 15,5-3-1050-15,9 2-1413 0</inkml:trace>
  <inkml:trace contextRef="#ctx0" brushRef="#br0" timeOffset="-211338.45">20179 16740 5225 0,'6'-21'-10'15,"-5"4"48"-15,3 2 64 0,2 3 93 16,-4 3 66-16,-1 1 16 0,-1 1-4 16,2 0-24-16,-2 7-17 0,0 0 28 0,0 0 12 0,0 0 1 15,21 21-12-15,-19-4-26 0,0 7-187 16,-2 3-48-16,-4 9 0 0,4 3 0 15,-5-2 0-15,-1-1 0 0,3-2 0 16,-6 0 0-16,2-3 0 0,1-5 0 0,5-8 0 16,-3 0 0-16,0-7 0 0,2 3 0 15,1-2-277-15,1-4-341 0,1-4-195 16,-1-4-108-16,0 0 97 0,0 0-787 0,0 0-1052 16</inkml:trace>
  <inkml:trace contextRef="#ctx0" brushRef="#br0" timeOffset="-211155.23">20310 16632 4239 0,'-5'-17'57'0,"-1"7"59"16,3 0 75-16,1 1 75 0,-3 4 48 15,5 5 1-15,-2-12-18 0,11 5-26 0,0-1-27 16,7 0-26-16,15-3-22 0,-1 0-43 16,7 2-75-16,-3 2-104 0,3-1-104 0,-9 4-101 15,-1 2-108-15,2 2-113 0,-9-3-161 16,-3 7-168-16,-5-1 71 0,-4 7-539 15,-6-3-711-15</inkml:trace>
  <inkml:trace contextRef="#ctx0" brushRef="#br0" timeOffset="-210971.48">20272 16781 3740 0,'-17'5'214'0,"2"0"64"0,5 0 64 16,2-3 46-16,-1 2 50 0,9-4 14 15,-7 4-25-15,7-4-6 0,0 0-35 16,0 0-33-16,0 0-37 0,43-6-43 0,-20 2-110 15,1 2-163-15,-1-1 0 0,2 0 0 16,-1 1 0-16,-7 0 0 0,0 0-210 0,-3 2-265 16,-3 0-99-16,-11 0-135 0,13 4-181 15,-10 0 84-15,-3-4-734 0,3 8-983 0</inkml:trace>
  <inkml:trace contextRef="#ctx0" brushRef="#br0" timeOffset="-210238.66">21072 16802 4526 0,'0'0'8'0,"-12"-8"31"0,12 8 59 0,0 0 51 0,-22 18 31 0,17-6 27 0,-4 1 1 0,-2 6 4 15,6 1-9-15,-1-1-20 0,4 4-9 0,4 0-13 16,6-1-14-16,1-3-13 15,7 5-10-15,5-4-12 0,3-4-7 0,-1-6-9 16,-2-5-9-16,6-1-9 0,0-3-12 16,1-4 0-16,8-4-12 0,-1-1-2 15,-5-5-7-15,1-3 1 0,-8-2-1 0,-5-1-6 16,-2-1 2-16,-9 3-1 0,1-6 2 16,-7 0-10-16,-1-3-1 0,0 0-4 0,-7-9-4 15,3 9-2-15,-1 5-3 0,-2 2-4 16,-2 0-8-16,2 7-7 0,-2 2-27 0,-2 3-42 15,-2 3-43-15,2 4-60 0,11 0-74 16,-30 11-89-16,14-1-97 16,1 3-104-16,3 1-159 0,7-2-112 0,1-1 79 15,4-3-553-15,6 2-740 0</inkml:trace>
  <inkml:trace contextRef="#ctx0" brushRef="#br0" timeOffset="-209922.52">21585 16750 3669 0,'9'-5'147'0,"0"2"38"0,-9 3 37 0,7-6 28 15,-7 6 17-15,8-5 2 0,-8 5 31 16,0 0 16-16,0 0-1 0,1 28-19 0,-1-10-26 16,-1 3-30-16,-1 5-21 0,-4 6-23 15,2 1-21-15,1-5-16 0,-1-4-17 16,-1-4-12-16,2-3-11 0,-1-1-13 16,0-3-3-16,2-1-7 0,2-1-96 0,-1-5 0 15,1 2 0-15,0-8 0 0,-2 11 0 16,2-11 0-16,0 0 0 0,0 0 0 15,0 0 0-15,0 0 0 0,13-29 0 0,-3 2 0 16,5-6 0-16,6-11 0 0,4-6 0 16,1-2 0-16,0-1 0 0,7 1 0 0,-3 2 0 15,1 5 0-15,-4 8 0 0,-6 8 0 16,-2 8 0-16,-6 3 0 0,-2 7-349 0,-1 2-191 16,2 5-55-16,-9 1-60 15,-3 3-112-15,0 0-29 0,0 0 75 0,-2 20-561 16,-9-4-740-16</inkml:trace>
  <inkml:trace contextRef="#ctx0" brushRef="#br0" timeOffset="-209787.54">21570 16849 3375 0,'-19'13'46'0,"1"-6"65"0,7 0 36 15,4-2 41-15,0-2 50 0,0-1 43 0,7-2 24 16,0 0-24-16,0 0-24 0,0 0-35 16,0 0-20-16,0 0-36 0,0 0-89 15,52-12-90-15,-29 4-119 0,9-2-142 0,2 1-199 16,2-1-288-16,-1-3 59 15,1 6 81-15,-10 2-372 0,3 4-470 0</inkml:trace>
  <inkml:trace contextRef="#ctx0" brushRef="#br0" timeOffset="-208504.95">22637 16876 2943 0,'10'-18'110'0,"-5"5"29"0,5 1 38 16,1-1 33-16,2 1 29 0,1 0 13 0,1 6-3 16,1-2-5-16,-3 5-3 0,1 1-13 15,-3 4-5-15,0 0-14 0,1 7-3 0,-3 3-1 16,-4 5 0-16,2 4-8 0,-3 3-5 16,-4-1-7-16,-2 2 2 0,-7 7-5 0,-2 1-7 15,0-4-3-15,-4-2-8 0,-5-1-10 16,2-2-8-16,-4-3-8 0,1-2-11 0,3-5-35 15,-2-6-92-15,2 1 0 0,0-7 0 16,1 0 0-16,-2-2 0 0,2-4 0 16,0-1 0-16,1-7 0 0,7-5 0 15,4-1 0-15,-2-5 0 0,12-4 0 0,0-10 0 16,5 2 0-16,1 4 0 0,1 4 0 16,-3 8 0-16,-4 3-11 0,6 5-36 15,-4 1 2-15,0 8 7 0,3 0 12 0,-10 2 6 16,0 0 12-16,30 16 9 0,-14-3 7 15,3 9 4-15,2 1 5 0,3-1 1 0,1 2 2 16,6 7-4-16,-1-11-1 0,-1-1 1 16,3 0 0-16,-7-5-5 0,4-3 5 15,-9-1 0-15,0-5-3 0,-3-4-13 0,0-1 0 16,0-4 0-16,4-2 0 16,6-6 0-16,-3-5 0 0,1-8 0 0,6-7 0 15,-1-7-31-15,3-6-30 0,-3-3-25 16,1-7-11-16,7-17-10 0,-2-5-1 0,-6 0 13 15,-9 15 8-15,-7 3 7 0,-3 5 7 16,-5 14 9-16,-4 3 14 0,-4 11 16 0,-2 4 12 16,-1 6 11-16,-3 6 13 0,0 3 21 15,-3 6 23-15,11 1 17 0,-36 18 9 16,11 7 16-16,0 16 13 0,0 5 4 0,3 7 4 16,2 3-5-16,-1 2-3 0,6 3-8 15,1-1-7-15,5 2-73 0,7-5-13 0,1-11 0 16,2-3 0-16,7-2 0 15,-3-7 0-15,7-3 0 0,-1-4 0 0,0-7 0 0,5-6 0 16,2-3 0-16,2-5 0 16,3-4 0-16,4-4 0 0,9-3 0 0,2-7 0 15,4-6 0-15,4-7 0 0,-4-8 0 16,0-5 0-16,-3-5 0 0,4-6 0 16,6-13-56-16,-3-4-56 0,-14 13 6 0,-1 2 17 15,-6 10 10-15,-8 10 10 0,-4 3 5 16,-3 10 5-16,-9 6 12 0,-4 8 34 0,3 4 20 15,0 0 33-15,-44 23 22 0,18 1 14 16,-3 13 15-16,-2 2 9 0,6 7 2 0,2 2 2 16,5 4-6-16,0-3-84 15,4 5-14-15,3-6 0 0,8-9 0 0,5-1 0 16,-1-2 0-16,1-7 0 0,4-7 0 16,0-2 0-16,2 2 0 0,3-7 0 15,1 1 0-15,-1-7 0 0,2 1 0 0,1-2 0 16,-3-4 0-16,1 1 0 0,-1-2-250 15,-4 0-258-15,1-1-168 0,-8-2-268 0,10 2 89 16,-10-2 101-16,0 0-676 0,7 6-880 16</inkml:trace>
  <inkml:trace contextRef="#ctx0" brushRef="#br0" timeOffset="-207806.08">24463 16680 4446 0,'-2'-17'285'0,"0"3"18"0,0 4-9 0,2 3-9 0,0 7-12 15,0 0 48-15,0 0 10 0,0 0-10 16,2 34-28-16,-4-6-34 0,1 14-20 0,-6 10-27 16,2 1-18-16,-7 1-59 0,0-3-135 15,1-2 0-15,2-8 0 0,-1-4 0 0,-1-2 0 16,2-6 0-16,-2-6 0 0,6-4 0 15,-2-3 0-15,-1-3 0 0,1-1 0 16,-2-2 0-16,0-3 0 0,4-3 0 16,-3-3 0-16,8-1 0 0,0 0 0 0,-23-5 0 15,18-3 0-15,-6-2 0 0,6-6 0 16,-1-1 0-16,3-5 0 0,3 3 0 16,2-1 0-16,3 1 0 0,8-8 0 0,3 3-38 15,5 2-111-15,8 4-4 0,-1 0 2 16,6 3-1-16,1-2 2 0,10-2 12 0,3 0 12 15,2 0 10-15,-1 0 14 0,-3 0 10 16,-1-2 10-16,-2-1 18 0,-5-1 6 0,-10 0 31 16,1-1 28-16,-5 0 22 15,-3-2 28-15,-1-1 11 0,-8 0 19 0,1 4 16 16,-6 8 12-16,-2 1-2 0,-3 4-11 16,2 0-6-16,-4 3 8 0,0 7 15 0,-15-5 15 15,15 5 14-15,-28 14 11 0,1 6 4 16,-9 11-67-16,-5 7-90 0,3 5 0 15,0 1 0-15,2 5 0 0,4-3 0 0,2 1 0 16,3-2 0-16,5-3 0 0,8-9 0 16,2-1 0-16,2-8 0 0,3-7 0 0,2 0 0 15,0-5 0-15,1 0 0 0,2-4 0 16,2-2 0-16,0-6 0 0,18 7 0 16,-7-7 0-16,14-2 0 0,-4-3 0 0,1-1 0 15,1 0 0-15,-1-2 0 0,-8 4 0 16,0 2 0-16,-3-1 0 0,-1 1 0 0,-10 2 0 15,0 0 0-15,23 7 0 0,-20 1 0 16,-1 0 0-16,2 3 0 0,-1 1 0 16,-1 0 0-16,1-2 0 0,-1 2 0 15,0 0 0-15,2-3 0 0,-2-1 0 0,-1-1 0 16,1 0 0-16,2-2 0 0,-2 0 0 16,-2-5 0-16,6 5-477 0,-6-5-565 0,0 0 105 15,0 0 100-15,0 0-829 0,0 0-1102 16</inkml:trace>
  <inkml:trace contextRef="#ctx0" brushRef="#br0" timeOffset="-207439.18">25164 17137 4821 0,'0'0'135'0,"-13"-14"35"0,13 14 33 0,0 0 57 0,9-7 23 0,-3 3 12 0,-6 4-6 0,19-6-24 0,-6 2-26 0,-2 0-22 0,3 0-22 0,1 1-21 0,-1 0-16 16,-1 0-13-16,-1-1-13 0,-1 2-13 16,-2-4-28-16,1-2-91 0,-2 2 0 15,-3-3 0-15,1-1 0 0,-6 0 0 0,-2-1 0 16,-5-1 0-16,-3 0 0 0,-16-1 0 16,-5 3 0-16,2 3 0 0,5 3 0 15,0 4 0-15,2 2 0 0,1 5 0 0,0 0 0 16,-1 3 0-16,0 7 0 0,8-2 0 15,3 2 0-15,6-1 0 0,-4 3 0 0,9-2 0 16,-1 3 0-16,1-5 0 0,1 3 0 16,6-1 0-16,0 1 0 0,4-3 0 0,3-1 0 15,5-2 0-15,2-2 0 16,8 2 0-16,-3-7 0 0,-1 0-595 0,4-5-402 16,-3 0 58-16,1-3 118 0,12-6-825 15,-5 1-1083-15</inkml:trace>
  <inkml:trace contextRef="#ctx0" brushRef="#br0" timeOffset="-207039.64">25946 17011 4707 0,'-4'-7'130'15,"4"7"88"-15,-8-10 79 0,4 4 37 16,4 6 25-16,-6-4 9 0,6 4-20 0,-5-7-21 16,5 7-24-16,0 0 20 0,0 0-13 15,0 0-143-15,0 0-167 0,0 22 0 0,2-14 0 16,-2-8 0-16,2 17 0 15,-4-5 0-15,0-3 0 0,-2 1 0 0,1 0 0 16,-6 4 0-16,2-3 0 0,-1-3 0 16,5 2 0-16,-6-4 0 0,4 0 0 0,-1-1 0 15,6-5 0-15,-7 8 0 0,7-8 0 16,0 0 0-16,0 0 0 0,0 0 0 16,0 0 0-16,30-39 0 0,-6 19 0 0,0 3 0 15,-3 5 0-15,-4 3 0 0,0-1 0 16,-3 5 0-16,-1 3 0 0,-2-2 0 0,1 4 0 15,-12 0 0-15,16 4 0 0,-3 1 0 16,-6 2 0-16,4 4 0 0,-3-1 0 0,2 3 0 16,-1-1 0-16,-1-1 0 0,1 1 0 15,1 0 0-15,-3-4 0 0,3 3 0 16,-2-2 0-16,-1-2 0 0,-2-2 0 16,8-1 0-16,-8 0 0 0,2-2-289 0,-7-2-373 15,20 0-110-15,-9-6-140 0,6 2 82 16,0-7-777-16,12-7-1048 0</inkml:trace>
  <inkml:trace contextRef="#ctx0" brushRef="#br0" timeOffset="-206750.51">26513 16968 4677 0,'5'-10'49'0,"-5"3"76"0,1 0 70 0,-1 7 71 15,0 0 44-15,-10-10 33 0,10 10 9 16,0 0 1-16,-14 0-10 0,14 0-16 16,0 0-16-16,-13 12-24 0,13-12-34 15,-1 10-253-15,1-1 0 0,0-9 0 0,3 15 0 16,4-5 0-16,-2-1 0 0,3-1 0 15,1 4 0-15,3-5 0 0,-1 3 0 16,5-4 0-16,-3 0 0 0,2-1 0 0,4-1 0 16,-2 0 0-16,-4 0 0 0,1-4 0 15,-3 0 0-15,0 0 0 0,-11 0 0 0,18-6 0 16,-12-3 0-16,-1 1 0 0,-3-3 0 16,-2-4 0-16,-2 0 0 0,-2-2 0 0,1 1 0 15,-5 1 0-15,3 3 0 0,-4 0 0 16,-2 1 0-16,-2 3 0 0,0 1 0 15,-6 3 0-15,2 3 0 0,-5-2-261 16,4 6-330-16,-2-2-154 0,-1 3-177 0,6-2 86 16,6 3-809-16,-1-2-1082 0</inkml:trace>
  <inkml:trace contextRef="#ctx0" brushRef="#br0" timeOffset="-206305.22">27443 16541 4319 0,'0'-33'103'0,"4"6"59"15,-4 7 39-15,2 4 30 0,-2 4 8 16,0 0 9-16,0 3-11 0,0 9 36 16,0 0 28-16,0 0 8 0,0 0-6 0,-6 38-8 15,1-2-22-15,-4 3-12 0,-5 12-15 16,-1-3-56-16,-3 1-190 0,4 1 0 0,-4 0 0 15,2-6 0-15,3-7 0 0,-1-4 0 16,2-5 0-16,0 0 0 0,2-8 0 0,5-6 0 16,-3-3 0-16,7-2 0 0,-3 0 0 15,-2-2 0-15,4-1 0 0,1-2 0 16,1-4 0-16,-9 3 0 0,9-3 0 16,0 0 0-16,-13-11 0 0,8 2 0 15,-4 0 0-15,2 0 0 0,2 1 0 0,-3 1 0 0,-2 2 0 16,1 3 0-16,-4 4 0 15,-3 0 0-15,0 3 0 0,-2 4 0 0,-1 1 0 16,4 0 0-16,-1 1 0 0,5 0 0 16,2-1 0-16,0 2 0 0,6-1 0 0,-1-3 0 15,0 4 0-15,8-4 0 0,0-1 0 16,4 3 0-16,1-2 0 0,2 0 0 0,5-1 0 16,4 1 0-16,2-2 0 0,3 0-416 15,0-4-492-15,1 1-58 0,3-1 108 16,-3-2-857-16,2 0-1149 0</inkml:trace>
  <inkml:trace contextRef="#ctx0" brushRef="#br0" timeOffset="-203870.8">27678 16965 1473 0,'0'0'276'0,"0"0"3"0,4 10 30 0,1-7 30 0,-5-3 21 0,18 8 0 0,-7-6-4 0,2 0-11 15,2 0-16-15,5 0-32 0,-2-2-23 16,4-2-28-16,-1 0-20 0,3-1-19 0,-1-2-28 16,0-2-15-16,6-5-12 0,-6 2-13 15,-7 0-16-15,8-9-17 0,-10 3-2 0,-2-1-10 16,-1-2-10-16,-3-1-5 16,-4 3 0-16,-5-1-13 0,-6 1-1 0,-4 1-16 15,-14-3-3-15,-5 7-5 0,-8 7 3 16,-7 2 0-16,0 7 14 0,-9 4 16 15,3 9 10-15,6 5 12 0,5 6 15 0,7 6 7 16,7 3 8-16,10-3 20 0,3-2-102 16,9 2-44-16,8-5 0 0,2 6 0 0,6-4 0 15,4-1 0-15,7-1 0 16,-1-6 0-16,7-4 0 0,8-2 0 0,-5-5 0 0,3-2 0 16,-3-1 0-16,4-2 0 15,-9-4 0-15,-2-3 0 0,-7 2 0 0,-2 0 0 16,-1 0 0-16,-3-1 0 0,-1-1 0 15,-2 0 0-15,-9 0 0 0,16 3 0 0,-16-3-222 16,11 0-380-16,-11 0-135 0,0 0-191 16,0 0 73-16,14-4 91 0,-14 4-625 15,0 0-841-15</inkml:trace>
  <inkml:trace contextRef="#ctx0" brushRef="#br0" timeOffset="-203406.18">28783 16883 4256 0,'2'-11'197'0,"-2"3"6"0,2 2 13 0,-2 6 14 0,0 0 47 0,0 0 41 0,0 0 14 0,0 0-11 0,-4 41-22 0,-4-8-31 16,1 1-22-16,2 2-25 0,-6 2-21 15,2-1-21-15,0-2-17 0,-3-2-19 0,3-2-20 16,-1 0-123-16,-2-2 0 0,5-6 0 16,0-4 0-16,-4-2-202 0,4-3-98 0,0-2-98 15,3-3-120-15,0-3-162 0,4-6-196 16,0 0 66-16,0 0-689 0,0 0-945 15</inkml:trace>
  <inkml:trace contextRef="#ctx0" brushRef="#br0" timeOffset="-202972.78">28989 16860 4409 0,'0'-17'20'0,"2"5"75"0,-2 1 59 16,0 3 41-16,0 8 5 0,-2-10-19 15,2 10-19-15,0-8-19 0,0 8-49 0,0 0-51 16,5-4-51-16,-5 4-59 0,0 0-71 0,0 0-67 15,36 8-47-15,-22-2-30 16,3 1-21-16,-1-4-7 0,-2 2 3 0,4 0 34 16,-3 0 24-16,-3-1 38 0,-1 0 47 15,-2-4 60-15,-9 0 48 0,14 4 37 16,-14-4 39-16,4 6 38 0,-4-6 25 0,0 0 28 16,-13 11 31-16,1-3 26 0,1 0 17 15,-3 1 6-15,1 3 7 0,0 0 6 0,1 3 1 16,1 0 0-16,3-1-1 0,4 3-10 15,4-3-6-15,0 3-7 0,4 0-5 16,2 3-14-16,1-3-11 0,3 3 4 0,-2-2 11 16,-1 2 11-16,1-2 5 15,-1 2 2-15,-3-3 5 0,-1-2 3 0,-2 2 1 0,-2-2 3 16,-4 2 8-16,-1-3 2 16,-5 3 1-16,1-1-41 0,-5-3-166 0,2 1 0 15,-4-2 0-15,-1-2 0 0,2 0 0 16,-6-2 0-16,8-4 0 0,-4-2 0 15,3 0 0-15,0-2 0 0,-2-4 0 0,1 1 0 16,3-4 0-16,1-3 0 0,3 1 0 16,4-6-255-16,1 1-494 0,2-1-227 15,4 3 82-15,3-2 102 0,1 4-747 0,1 1-983 16</inkml:trace>
  <inkml:trace contextRef="#ctx0" brushRef="#br0" timeOffset="-202572.9">29650 17220 4659 0,'0'0'142'0,"-14"2"14"0,14-2 32 0,0 0 19 0,0 0 4 0,0 0-4 0,-11 2 1 0,11-2-11 15,0 0-18-15,0 0-17 0,38 3-23 0,-22-3-8 0,-16 0-11 16,29-3-8-16,-11-1-16 15,0 1-10-15,-4-4-7 0,2 0-4 0,1-1-10 16,-3-1-4-16,-1-1-9 0,-3 0-1 16,-3-2-11-16,1-1-6 0,-7-1-3 15,3 3-6-15,-4 1-2 0,-5-2-2 0,-1 6-2 16,-3 1-4-16,-3 1 0 0,-3 2-1 16,-1 4 4-16,-7 0 5 0,3 5 8 0,-11 7 12 15,6 4 8-15,0 2 0 0,4 0-4 16,6 4-1-16,3 2-4 0,1-6-23 15,6 1-19-15,3-4 0 0,2 2 0 0,2-2 0 16,1-2 0-16,7 2 0 16,5-1 0-16,0-3 0 0,3-1-1 0,3-2-230 0,-3-3-98 15,6-1-96-15,2-2-106 16,-1-2-122-16,2-2-205 0,0-2 49 0,-3-4 94 16,8-1-523-16,-1-5-699 0</inkml:trace>
  <inkml:trace contextRef="#ctx0" brushRef="#br0" timeOffset="-202372.7">30195 17137 3206 0,'19'-26'1'0,"-3"0"66"0,-5 6 81 16,-1 3 76-16,-3 5 54 0,-1 0 28 16,-1 3 7-16,1 0-11 0,-4 4-22 0,-2 5 37 15,0 0 5-15,0 0-17 0,-13 29-27 16,0-2-28-16,-3 3-26 0,-5 8-22 0,1 3-21 16,4-8-22-16,-5 7-40 15,6-7-38-15,2-4-65 0,-1-4-71 0,3-3-83 16,4-5-72-16,0-3-69 0,2 1-56 15,1-7-36-15,2-2-55 0,2-2-93 16,0-4-154-16,0 0-62 0,0 0 66 0,0 0-409 16,7-18-549-16</inkml:trace>
  <inkml:trace contextRef="#ctx0" brushRef="#br0" timeOffset="-202257.3">30338 16968 2794 0,'4'-9'-31'0,"0"3"11"16,-2 1-1-16,-2 5 0 0,4-7-14 15,-4 7-33-15,0 0-60 0,0 0-114 16,0 0-220-16,0 0-139 0,0 0-100 16</inkml:trace>
  <inkml:trace contextRef="#ctx0" brushRef="#br0" timeOffset="-201657.53">30834 16823 2105 0,'4'-15'272'0,"-3"3"43"15,1 2 42-15,0 3 30 0,-2-1-2 0,0 8-19 16,0 0-14-16,0 0 34 0,0 0-2 16,0 0-27-16,-30 40-37 0,17-11-28 15,-7 0-22-15,4 3-26 0,-2-1-11 16,0 2-21-16,4-1-21 0,-2-1-20 16,-1 0-19-16,4-2-14 0,-2-5-11 0,3-3-12 15,2-5-55-15,5-3-60 0,-2-1 0 16,-4-3 0-16,6-1 0 0,-3-1 0 0,-3 0 0 15,3-2 0-15,-1-3 0 0,9-2 0 16,-20-2 0-16,20 2 0 0,-18-3-53 16,8-3-104-16,2 3-14 0,8 3-15 0,-7-5-22 15,7 5-30-15,-2-9-14 0,2 9-8 16,15-8 1-16,-1 2-10 0,2 2 2 0,9-2-3 16,10-5 15-16,3 3 22 0,2-2 22 15,9-3 20-15,-1-7 12 0,-5 1 35 16,0-3 40-16,-3 1 38 0,-4-6 38 15,-1 0 27-15,-7-7 36 0,-2 1 17 16,-3-4 11-16,2 0 8 0,-10 4 7 0,1 2 10 16,-3 3 12-16,-3 3 15 0,-4 8 7 15,-1 2-8-15,-3 3-7 0,-2 2-4 0,0 1 0 16,0 9 0-16,-13-3 16 0,13 3 7 16,-41 20 14-16,13 3 9 0,-6 12 20 15,-3 6 10-15,1 5 4 0,0 1 10 16,-1 5 1-16,3-1-6 0,2 0-12 15,3 2-13-15,2-5-10 0,7-1-13 0,4-2-9 0,5-13-12 16,0 1-12-16,7-9-8 16,0-4-79-16,2-4-20 0,0-2 0 0,0-3 0 15,4-1 0-15,2-2 0 0,0-2 0 16,2-3 0-16,2 1 0 0,-8-4 0 16,18-2 0-16,-6-3 0 0,1-7-274 0,1 2-167 15,-1 0-111-15,3-4-177 0,-5 2-174 16,-2 2 94-16,-1 0-716 0,0 3-969 0</inkml:trace>
  <inkml:trace contextRef="#ctx0" brushRef="#br0" timeOffset="-201040.72">31169 17236 4531 0,'0'0'77'0,"0"0"2"0,0 0 32 0,0 0 68 0,0 0 48 0,0 0 0 16,0 0-14-16,0 0-23 0,0 0-15 0,31 13-20 16,-17-11-7-16,4 2-20 0,-3-4-13 15,0 0-13-15,-2 0-3 0,5 0-14 16,-1-4-14-16,-2-1-8 0,0 0-7 16,-1-4 3-16,-1-1-12 0,-1 0-1 0,-5-3-16 15,1 0 3-15,-5-1-1 0,-1 2-4 0,-2 1-1 16,-2 2-8-16,-3 0 5 15,-3 1 10-15,-4 1 4 0,-1 5 9 16,-1 0 9-16,-6 6 10 0,1 0 7 0,-8 13 4 16,3-2 18-16,1 9 1 0,2-1 3 15,4 2-1-15,1 2-62 0,4 0-36 0,3-3 0 16,4-2 0-16,3-4 0 0,0-1 0 16,4 1 0-16,1-4 0 0,3 1 0 15,4-3 0-15,-1-5 0 0,2 1 0 0,5-4 0 16,-1-1 0-16,3-2 0 0,-1-5 0 15,3-2 0-15,9-5 0 0,-2-5 0 16,1-7 0-16,-1 0 0 0,2-12 0 16,1 2 0-16,-6 6 0 0,-4 0 0 0,-1 3 0 15,1 3 0-15,-7 4 0 0,-2 5 0 16,-1 4 0-16,-3-1 0 0,-1 1 0 16,-3 6 0-16,-3 2 0 0,0 0 0 0,25 5 0 15,-15 2 0-15,3 2 0 0,2 1 0 16,1 3 0-16,-3-1 0 0,3 2 0 0,0 0 0 15,-2-1 0-15,-3 1 0 0,1 1 0 16,-3-3 0-16,-3 5 0 0,-1-5 0 16,1 2 0-16,1 1 0 0,-6-1 0 0,3 2 0 15,-2 0 0-15,-2-2 0 16,0 1 0-16,0-1 0 0,0 3 0 0,-2 3 0 16,-2-3 0-16,1 4 0 0,-4 3 0 15,3-1 0-15,-1 8 0 0,-1-5 0 0,3-6-421 16,-6-1-631-16,2-1 111 0,-6 0-1024 15,-4 3-1383-15</inkml:trace>
  <inkml:trace contextRef="#ctx0" brushRef="#br0" timeOffset="-199723.97">17321 17517 5599 0,'-5'-16'-132'0,"5"3"57"0,-2 3 62 0,2 2 56 0,0 8 33 0,0-10 8 0,0 10-1 0,-2-8-12 16,2 8-4-16,0 0-4 0,0 0 32 16,0 0 5-16,-9 31-2 0,5-15 1 15,1 7-1-15,-1 1-2 0,2 2 13 0,2-1-15 16,2-1 3-16,5 7-8 0,1-6-4 15,6 2-7-15,2-5-4 0,0-5 1 16,2-5-10-16,4-3-9 0,8-1 1 0,1-4-6 16,-4-6 0-16,-2-2-6 0,7-4-4 15,-4-2-1-15,-1-6-7 0,-5 0 2 16,-8-4-6-16,-1-6-1 0,-4 2-4 0,0-7 1 16,-7 2-5-16,-4-10-5 0,-4 1 6 15,-4 1 0-15,1 1-10 0,-5 0-5 0,-3 3 1 16,0 6-6-16,-4 4-7 0,0 6-16 15,2 8-30-15,0 8-26 0,-2 4-35 16,-8 9-38-16,4 9-45 0,3 3-43 0,1 5-61 16,0 8-74-16,6-2-80 15,-1 1-103-15,11-1-230 0,-1-8 41 0,8-5 84 16,4 0-392-16,1-3-526 0</inkml:trace>
  <inkml:trace contextRef="#ctx0" brushRef="#br0" timeOffset="-199474.24">17893 17601 3149 0,'11'-4'178'16,"-4"1"10"-16,0-1 6 0,-7 4 1 16,0 0 2-16,0 0 25 0,0 0 23 15,9 19 1-15,-14-3-25 0,1 4-3 0,1 4-22 16,-5 9 0-16,-1 1-14 16,-1 2-17-16,-1 0-17 0,0-2-14 0,-5-1-17 0,3-2-8 15,-1-1-14-15,1-6-10 16,1-3-5-16,3-3-7 0,2-7-25 15,-3-1-22-15,0 2-53 0,1-7-52 0,2 1-68 16,-4-2-92-16,0-2-86 0,11-2-88 16,0 0-112-16,-21-8-203 0,17 2-1 0,4 6 86 15,0-15-395-15,2 1-512 16</inkml:trace>
  <inkml:trace contextRef="#ctx0" brushRef="#br0" timeOffset="-198974.79">18282 17586 3159 0,'0'0'128'0,"2"-9"32"0,-2 9 43 16,0 0 36-16,0-9 20 0,0 9 3 16,0 0-13-16,0 0-23 0,0 0-27 0,2-7-14 15,-2 7-21-15,0 0-15 0,0 0-20 16,0 0-12-16,0 0-18 0,0 0-9 0,0 0-11 15,0 0 0-15,0 0-7 0,8 21 10 16,-8-8 3-16,0 5 15 0,-1 0 18 16,-1 7-1-16,2-2 0 0,0 4-7 15,0-2-5-15,2 1-15 0,1 8-10 16,3 1-10-16,-1-10-4 0,-1-3-6 0,2-1-5 16,-2-6-6-16,2 1-7 0,-3-3-4 15,-1-1 3-15,0-2-5 0,2-3-2 0,-2 0 2 16,-2 0 15-16,0-7 13 0,0 0-4 15,-8 14-7-15,1-8 0 0,-3-1 2 16,-3-1 2-16,-5 2-37 0,2-2-20 16,-4-1 0-16,5 0 0 0,2-1 0 15,2 2 0-15,-2-3 0 0,13-1 0 0,-12 2 0 16,12-2 0-16,0 0 0 0,0 0 0 16,0 0 0-16,0 0 0 0,59-2 0 0,-31 2 0 15,16 0 0-15,-4-3 0 0,-5 3 0 16,-9 0 0-16,1 2 0 0,-5-2 0 15,0 0 0-15,-5 1 0 0,-2-1 0 0,1 0 0 16,-16 0 0-16,22 0 0 0,-17-1 0 16,-5 1 0-16,12 1-233 0,-12-1-299 0,0 0-94 15,0 0-152-15,11-1-103 0,-11 1 87 16,0 0-684-16,0 0-927 0</inkml:trace>
  <inkml:trace contextRef="#ctx0" brushRef="#br0" timeOffset="-198566.93">19254 17761 4437 0,'-25'-2'92'0,"3"4"12"0,3 1 45 0,-1-1 46 0,0 4 31 15,4 1 12-15,2 0-6 0,-2 6-23 16,7-2-15-16,-1 3-13 0,4-1-13 16,4 1-18-16,4 0-10 0,4 1-12 15,0-1-16-15,7-1-8 0,3-1-9 0,0 0-9 16,5-5-9-16,1 0-10 0,-6-4-1 16,4-1-8-16,-6-4-5 0,2 2-5 0,-5-3-2 15,3 2-3-15,-5-5-6 0,-1 1-2 16,-5-1-8-16,-1-2-1 0,-2 0-6 15,-2-2 3-15,-3-1-7 0,-2-1-15 0,-3-1-1 16,-2-3-17-16,-1 3-16 0,-1-1-25 16,0 2-25-16,0 3-28 0,3 1-44 0,0 3-48 15,1 3-75-15,10 2-58 0,-21 2-46 16,9 1-42-16,5 3-60 0,-1 0-132 16,3 3-139-16,1-2 69 0,6 1-424 15,-2-8-578-15</inkml:trace>
  <inkml:trace contextRef="#ctx0" brushRef="#br0" timeOffset="-198140.68">19518 18002 3031 0,'0'0'223'0,"0"0"26"0,0 0 15 16,0 0 26-16,0 0 38 0,0 0 14 16,0 0-25-16,0 0-27 0,0 0-28 0,0 0-31 15,0 0-21-15,0 0-23 16,0 0-24-16,0 0-18 0,0 0-34 0,-27-17-18 15,27 17-16-15,4-14-18 0,-3 5-17 16,-1-3-5-16,0-2-7 0,0-3-4 0,-1-1-7 16,-1 1 2-16,-4-1-1 0,2 1-2 15,-1 2 3-15,-2 0-6 0,2 1-7 16,-3 0 2-16,-1 2-9 0,4 3 4 0,-2 1-5 16,5 1 2-16,-1 1 0 15,3 6-14-15,-6-12-3 0,6 12 3 0,0-6 4 0,0 6 1 16,11-8 1-16,1 1 4 0,7-3 7 15,0 0-11-15,2 5 10 0,3-3 1 16,-1 2 0-16,2 3-3 0,-3 3 14 0,-6 3 0 16,7 3 13-16,-3 2 4 15,-4 7 8-15,2 5 2 0,-3 6-1 0,-5-6 2 16,-5 3-2-16,-1 1-11 0,4 6 0 16,-7-2-10-16,1-6 1 0,0-2-16 0,-2-1-30 15,2-1-45-15,3-1-57 0,-4-1-72 16,1-4-76-16,0-1-73 0,2 1-83 15,-2-1-110-15,1-3-226 0,-1-2 15 0,4-1 72 16,-6-5-449-16,14 7-595 0</inkml:trace>
  <inkml:trace contextRef="#ctx0" brushRef="#br0" timeOffset="-197907.53">20328 17880 3619 0,'-14'-8'312'0,"5"1"17"0,1 0 21 0,2 4-2 0,6 3-21 0,-8-7-35 0,8 7-29 16,0 0-23-16,0 0-26 0,0 0-23 0,35-7-70 16,-18 7-108-16,6 0-132 0,-2 0-144 15,5 0-119-15,1-2-143 0,9-3-259 16,3 0 50-16,-3-4 84 0,0 2-426 15,-2-1-546-15</inkml:trace>
  <inkml:trace contextRef="#ctx0" brushRef="#br0" timeOffset="-197474.85">20949 17619 3313 0,'-4'-10'179'0,"4"10"26"15,-4-8 33-15,4 8 18 0,-2-7 8 16,2 7-4-16,0 0-19 0,-3-7-28 15,3 7-21-15,0 0-20 0,0 0-11 0,0 0-17 16,0 0-13-16,22 0-19 0,-22 0-8 16,16 12 6-16,-9-2 25 0,0 2 5 15,2 7 17-15,-4 1 9 0,1-1 4 0,-3 6-1 16,1-1-9-16,3 9-11 0,-5-4-14 16,-1-6-14-16,1 3-13 0,4-2-9 0,-6-5-13 15,2 0-8-15,1-1-55 0,-1-4-23 16,2 1 0-16,-1-5 0 0,-3-2 0 15,0 0 0-15,0 1 0 0,2-2 0 0,-2-7 0 16,-2 12 0-16,-1-6 0 0,-5 2 0 16,-3-1 0-16,-3 0 0 0,0-2 0 0,-4 1 0 15,-1 2 0-15,6-3 0 16,2-2 0-16,1 2 0 0,-2-1 0 0,5-3 0 16,7-1 0-16,-12 9 0 0,10-6 0 15,2-3 0-15,-2 9 0 0,2-9 0 16,11 10 0-16,-6-5 0 0,4-1 0 0,2 1 0 15,0-2 0-15,1 1 0 0,1-1 0 16,-2 1 0-16,0-3 0 0,3 3-73 0,-7-3-354 16,0 1-73-16,5 0-80 0,-12-2-148 15,15 1-142-15,-15-1 85 0,0 0-653 16,27-1-888-16</inkml:trace>
  <inkml:trace contextRef="#ctx0" brushRef="#br0" timeOffset="-197274.51">21800 18163 4635 0,'-28'-7'307'0,"5"0"-96"0,2 5-107 0,4-1-161 0,4 0-288 0,-44 9-414 0,46 0 79 0,11-6 82 0,0 0-361 0,11 56-436 16</inkml:trace>
  <inkml:trace contextRef="#ctx0" brushRef="#br0" timeOffset="-191842.57">2894 2489 3075 0,'6'-8'230'0,"-6"8"23"0,2-11 20 0,0 5-13 0,-2 6 23 0,4-14 10 0,-2 9-8 16,-2 5-9-16,1-12-31 0,-1 12-9 16,0-7-26-16,0 7-29 0,0 0-18 15,0 0 10-15,0 0 0 0,0 0-7 0,-11 38-9 16,1-7-3-16,5 4-10 0,-3 6-14 16,1-3-8-16,2 4-13 0,0-1-10 0,-1-3-9 15,2-2-9-15,1-4-5 16,-1-3-13-16,2-7 2 0,0-2-10 0,0-1-2 15,-2-5-35-15,2 1-18 0,0-3 0 16,2-2-36-16,-2-3-76 0,2 3-62 16,-1-3-55-16,1-7-79 0,0 0-90 0,-2 9-80 15,2-9-74-15,0 0-104 0,0 0-138 16,15-24 72-16,-5 10-547 0,4-14-730 0</inkml:trace>
  <inkml:trace contextRef="#ctx0" brushRef="#br0" timeOffset="-191459.29">3039 2517 3346 0,'2'-19'-44'0,"1"3"63"0,-3 4 58 0,2 2 56 16,0 3 35-16,-2 7 16 0,2-10 1 16,-2 10-13-16,0-8-22 0,0 8 29 15,0 0 30-15,0 0 9 0,8 27 4 16,-8-8 3-16,2 8-11 0,0 11-15 0,-2 0-20 16,0 1-16-16,0-2-15 0,-2 2-12 15,2-1-20-15,-2-8-13 0,2-4-7 0,0-1-15 16,-3-1-8-16,1-4-4 0,-3-4-5 15,3 2-6-15,2-6 0 0,0-3-6 16,0 1 3-16,-2-2 9 0,2-8 33 16,2 11 17-16,-2-11-11 0,0 0-12 15,0 0-9-15,0 0-13 0,0 0-6 0,18-17-6 16,-13 11-12-16,-5 6-3 0,10-9-12 16,-10 9-3-16,10-3-27 0,-10 3 0 0,0 0 0 15,16 3 0-15,-16-3 0 0,14 9 0 16,-6-3 0-16,-3 2 0 0,4-1 0 15,-2 1 0-15,-1-1 0 0,-3 0 0 0,3 0 0 16,-3-3 0-16,-3-4-71 0,11 10-98 16,-11-10-42-16,3 5-43 0,-3-5-34 0,0 0-48 15,10 3-62-15,-10-3-49 0,0 0-59 16,15-12-63-16,-9 6-91 0,1-7-37 16,2-1-522-16,3-2-683 0</inkml:trace>
  <inkml:trace contextRef="#ctx0" brushRef="#br0" timeOffset="-191274.96">3382 2748 3085 0,'8'-7'-49'0,"-2"1"63"0,-3 1 32 16,-3 5 21-16,0 0 44 0,0 0 53 0,0 0 26 16,0 0 18-16,18 20-6 0,-16-10-8 15,1 2-19-15,-1 0-19 0,0 2-13 16,2 0-20-16,-2-2-5 0,1 0-23 0,-1-2-40 16,0 3-47-16,0-5-53 0,1 0-55 15,-3-3-58-15,0-5-53 0,5 10-78 0,-5-10-98 16,0 0-118-16,0 0-102 0,0 0 52 15,0 0-210-15,0 0-254 16</inkml:trace>
  <inkml:trace contextRef="#ctx0" brushRef="#br0" timeOffset="-191156.96">3441 2617 2058 0,'3'-12'28'0,"0"5"42"0,-3-1 26 16,0 8 6-16,0-10 8 0,0 10-17 15,0 0-11-15,2-9-7 0,0 7-35 0,-2 2-47 16,7-6-68-16,-7 6-79 0,11-4-84 15,-2 0-101-15,4 0-321 0,1-1-157 16</inkml:trace>
  <inkml:trace contextRef="#ctx0" brushRef="#br0" timeOffset="-190859.81">3750 2469 1765 0,'4'-7'51'0,"-4"7"41"16,0 0 23-16,0 0 19 0,0 0 4 0,0 0-7 15,0 0-4-15,0 0 12 0,0 0-6 16,0 0-1-16,0 0 0 0,-12 31-3 15,8-18-6-15,1 5-3 0,-1 2-9 0,-2 1-3 16,6-4-17-16,2 2-5 0,0-1-7 16,2 0 5-16,-1-1 22 0,5 1 26 15,0-1 32-15,0-2 29 0,-1 2 18 0,0-3 17 16,0-2 13-16,-2 1-26 0,-1 1 1 16,0-2-6-16,-2 0-2 0,-4 0-10 15,0 2-13-15,0 0-18 0,-3-1-11 16,-4 3-18-16,0-1-17 0,-2 1-27 0,-3-3-37 15,1-1-75-15,-3 2-79 0,3-3-70 16,-4 0-79-16,0-2-69 0,0-2-71 16,2-5-78-16,1 1-134 0,-3-3-164 0,-2-3 69 15,-2-6-502-15,0-1-660 0</inkml:trace>
  <inkml:trace contextRef="#ctx0" brushRef="#br0" timeOffset="-190620.6">2288 2428 3576 0,'-31'-7'82'0,"7"2"4"0,7 1 33 15,1 2 28-15,7-2 19 0,1 2-11 0,8 2-18 16,-7-5-13-16,7 5-16 0,0 0-31 15,32-14-45-15,6 6-67 0,18-5-76 16,12 3-79-16,11 2-99 0,19-7-182 0,-20 3-166 16,-1 2 55-16,-5 1-266 15,1-3-334-15</inkml:trace>
  <inkml:trace contextRef="#ctx0" brushRef="#br0" timeOffset="-190109.19">5277 2433 2671 0,'0'-12'229'0,"1"1"49"0,-1 5 14 0,0 6-5 0,0-9-12 0,0 9-21 16,0 0-26-16,0 0 0 0,0 0 32 15,0 0-24-15,-3 36-25 0,1-14-16 0,0 1-24 16,2 2-14-16,-2 1-21 0,-1 0-26 15,3-3-59-15,0 3-56 0,0-3-74 0,0 0-72 16,0-3-72-16,3-1-70 0,-6-5-65 16,3-1-76-16,0-3-102 0,0-1-131 15,0-4 35-15,0-5-351 0,0 0-461 0</inkml:trace>
  <inkml:trace contextRef="#ctx0" brushRef="#br0" timeOffset="-189725.04">5264 2435 2534 0,'-1'-23'-13'0,"-3"5"41"15,4 0 22-15,-2 6 30 0,0-1 25 16,2 4 19-16,0-2 5 0,0 3 9 16,0-1-28-16,2 0-3 0,-2 9-14 0,4-11-7 15,-1 7-3-15,-3 4-12 0,0 0-8 16,14-2 2-16,-14 2-4 0,13 10-9 16,-3-3-5-16,-2 5 0 0,3 7-4 15,1-1 1-15,1 11-6 0,1 0 3 16,-3 2 29-16,-2-2 26 0,-2-3 6 0,0-4 2 15,-3-3 13-15,1 1 5 0,1-3 12 16,-1 3 3-16,2-5 7 0,-2 1 2 0,1-1-14 16,1 1 5-16,1-1 7 0,-4-1 5 15,2 0 5-15,-3-3 16 0,1 1 2 0,-2 1 10 16,2-3 4-16,-4-2-2 0,2 1-1 16,-2-1-4-16,0 1-7 0,-4-1-10 15,2-1-11-15,0 2-13 0,-3-2-12 0,-1 1-54 16,0-1-72-16,-2 0 0 0,1-2 0 15,-2 0 0-15,-2 0 0 0,0-1 0 0,0-2 0 16,11-2 0-16,-25 0 0 0,13-4-269 16,-1-3-149-16,4 1-107 0,-1-2-132 15,6-4-178-15,4-3 6 0,6-2 90 16,6-9-594-16,8 1-789 0</inkml:trace>
  <inkml:trace contextRef="#ctx0" brushRef="#br0" timeOffset="-189493.24">5739 2305 3988 0,'0'-15'141'16,"2"5"45"-16,0 3 37 0,-2 2 17 16,0 5-18-16,0 0-17 0,0 0 9 0,0 0 50 15,0 0-1-15,-2 30-24 0,0-9-18 16,1 16-23-16,-3-1-19 0,2 3-16 16,0 0-17-16,2-3-13 0,-4 4-12 15,4-10-16-15,0-6-32 0,0-5-41 16,0 1-71-16,0-7-68 0,0 1-68 0,0 0-56 15,0-5-59-15,0 1-58 0,0-5-63 16,0-5-98-16,4 2-146 0,-4-2-102 0,0 0 71 16,0 0-453-16,8-26-606 0</inkml:trace>
  <inkml:trace contextRef="#ctx0" brushRef="#br0" timeOffset="-189325.77">5726 2227 3090 0,'-1'-10'88'16,"-1"-1"82"-16,-3 4 30 0,5-1 14 15,0-1-3-15,5-1-6 0,-2 2-13 0,7-3-19 16,1 1-20-16,1 0-16 0,4 1-18 16,4 1-56-16,1 1-71 0,-2 4-82 15,2 1-90-15,0 4-92 0,-3 1-119 0,7 4-180 16,-7 3-69-16,0 3 77 0,0 10-219 16,-3 1-272-16</inkml:trace>
  <inkml:trace contextRef="#ctx0" brushRef="#br0" timeOffset="-189143.2">5713 2588 2602 0,'-12'6'340'0,"5"-2"27"15,7-4 36-15,-10 2 20 0,10-2-4 16,0 0-30-16,0 0-44 0,0 0-40 16,0 0-28-16,0 0-49 0,25-18-75 0,-8 12-100 15,6-1-100-15,9-3-99 0,-2 2-104 16,7 3-95-16,-4-3-123 0,1 2-165 0,-5 4-94 15,-3 2 82-15,-7-3-390 0,0 3-509 16</inkml:trace>
  <inkml:trace contextRef="#ctx0" brushRef="#br0" timeOffset="-188741.61">6668 1922 2726 0,'-9'-17'35'15,"2"5"40"-15,2 3 18 0,-1 2 12 16,1 2 0-16,5 5 26 0,0 0 37 16,-37 17 29-16,13 9 16 0,-5 14 11 0,0 10 12 15,2 8 3-15,4 2 7 0,2 5-16 16,8 0 0-16,4 1-40 0,4-4-8 0,5 0-18 16,10-2-22-16,-2-7-9 0,5-4-9 15,-1-10-24-15,1-6-42 0,2 0-50 16,-2-5-51-16,3-4-53 0,-1-5-50 0,-1-7-67 15,-1-4-71-15,2-1-89 16,-2-5-134-16,1-2-181 0,1-2 15 0,1-3 65 16,0 2-318-16,0-6-407 0</inkml:trace>
  <inkml:trace contextRef="#ctx0" brushRef="#br0" timeOffset="-187743.05">6963 2329 2391 0,'0'0'8'0,"-8"-8"43"0,8 8 17 0,0 0 6 0,-9-4 15 15,9 4 38-15,0 0 44 0,-20 25 21 16,8 1 11-16,-4 3 11 0,1 5 4 0,-1 9-3 16,3-9-9-16,1-1-13 0,3-3-8 15,6-3-16-15,-1-8-12 0,4 1-14 0,0-3-4 16,4 1-5-16,-1-5-3 15,5-1-8-15,0-3-5 0,5-1-5 0,3-3-15 16,0-5 0-16,9-3-13 0,0-4-6 16,7-1-7-16,-3-6 11 0,-4-1 13 15,-3-5 20-15,-1-1 17 0,-8 3-4 0,1-7-16 16,-6 0-10-16,-3-6-9 0,-1 2-16 16,-6-8-10-16,-2 2-3 0,-3 1-17 0,1 10-12 15,-1 2-9-15,0 5-31 0,-4 0-44 16,2 7-32-16,-7 5-24 0,4 5-24 15,-6 3-29-15,0 3-48 0,-2 4-53 16,-5 9-74-16,7 4-84 0,-2 3-138 16,5-5-221-16,5 0 54 0,5-4 83 0,3-1-394 0,4-1-505 15</inkml:trace>
  <inkml:trace contextRef="#ctx0" brushRef="#br0" timeOffset="-187275.25">7502 2559 3104 0,'0'0'83'0,"0"0"0"0,0 0 39 0,4 12 45 0,-1-3 30 0,-3 5 24 0,2 1 14 16,3 7 8-16,-3-2 3 0,-4 1-6 0,2 2-19 16,-2 1 1-16,-3 0-13 0,2 0-16 15,-5 5-14-15,1-5-20 0,1-5-22 0,-2-3-9 16,4-2-36-16,-3-1-46 0,3-3-41 16,-1-2-45-16,1-2-62 0,-1-1-71 15,5-5-75-15,0 0-84 0,0 0-88 16,-14-11-129-16,12-1-174 0,0-5 51 0,8-7-441 15,-3-10-583-15</inkml:trace>
  <inkml:trace contextRef="#ctx0" brushRef="#br0" timeOffset="-186843.03">7849 2189 3297 0,'0'0'159'15,"0"0"38"-15,0 0 38 0,-13 0 33 16,13 0 29-16,0 0 0 0,0 0-8 16,0 0-20-16,0 0-19 0,0 0-32 15,-4-10-23-15,4 10-16 0,0 0-22 16,0 0-16-16,0 0-21 0,19-9-15 0,-19 9-15 16,0 0-5-16,0 0-12 0,0 0 0 15,19 18-4-15,-16-8-3 0,-1 5-5 0,3 2-3 16,-3 0-3-16,0 3 4 0,-1 1-10 15,1 2-6-15,2 0-4 0,-2-3-1 16,0 1 0-16,0-4-6 0,-2 0 4 0,1-3-9 16,1-2-3-16,-2-2-1 0,2 0 0 15,-2-1-2-15,2-3 18 0,-2-6 0 0,0 14 4 16,0-9 1-16,0-5 1 0,-2 12 2 16,2-12-1-16,-2 12 1 0,2-12-3 15,0 9-2-15,0-9-42 0,0 8 0 0,0-8 0 16,0 0 0-16,4 8 0 15,-4-8 0-15,8 3 0 0,-8-3 0 0,19 1 0 16,-19-1 0-16,27-1 0 0,-12-1 0 16,2-1-40-16,2 1-249 0,4-2-91 0,1 0-109 15,-1-2-133-15,2 3-204 0,-5-1-14 16,-2 1 96-16,4-1-603 0,-8 1-803 16</inkml:trace>
  <inkml:trace contextRef="#ctx0" brushRef="#br0" timeOffset="-186610.38">8402 2542 4107 0,'0'0'196'0,"0"0"7"16,-2 11 5-16,2-11 6 0,0 8 48 0,0-8 19 0,2 15 0 0,0-3-20 0,0 2-22 0,-2 3-18 0,1 1-22 15,-2 1-20-15,1 0-18 0,-6 3-14 0,2-1-15 16,-2-1-35-16,0-1-46 0,-1 1-65 15,0-2-79-15,-5-3-59 0,0-1-63 16,1-4-68-16,-1-2-72 0,3-4-90 16,0-1-139-16,1-3-204 0,8 0 56 0,-12-7 84 15,12-3-417-15,0-2-536 0</inkml:trace>
  <inkml:trace contextRef="#ctx0" brushRef="#br0" timeOffset="-186376.6">8834 2195 3362 0,'-27'0'298'0,"27"0"54"15,0 0 34-15,-11-2 20 0,11 2-5 0,0 0-19 16,0 0-32-16,0 0-40 16,0 0-30-16,0 0-27 0,0 0-19 0,0 0-27 0,0 0-43 15,0 0-67-15,38 5-93 0,-25-5-103 16,3-2-91-16,3-1-75 0,-6 3-72 15,5-2-52-15,-5-1-60 0,0 1-78 16,-3 0-99-16,-1 0-110 0,-9 2 65 0,0 0-416 16,18 2-559-16</inkml:trace>
  <inkml:trace contextRef="#ctx0" brushRef="#br0" timeOffset="-185892.91">9209 2104 2875 0,'0'0'31'0,"0"0"83"0,0 0 66 0,0-9 50 16,0 9 44-16,0 0 36 0,0 0 15 15,0 0 12-15,0 0-8 0,0 0-26 0,5-6-25 16,-5 6-23-16,0 0-30 0,0 0-23 16,0 0-23-16,0 0-21 0,0 0-12 15,0 0-5-15,0 0-7 0,13 21-6 0,-13-8 14 16,4-1 2-16,-4 6-8 0,0-1 4 15,0 4-1-15,-2-2 10 0,4 1-9 0,-4-3-93 16,0 3-47-16,2-3 0 0,-2 0 0 16,2-5 0-16,0 0 0 0,0-3 0 15,0 1 0-15,0-3 0 0,0-7 0 16,0 13 0-16,0-8 0 0,0-5 0 16,0 11 0-16,0-11 0 0,-4 9 0 0,4-9 0 15,0 0 0-15,-3 8 0 0,3-8 0 16,-9 5 0-16,2-1 0 0,0 0 0 0,-6 0 0 15,13-4 0-15,-12 7 0 0,2-5 0 16,10-2 0-16,-10 5 0 0,10-5 0 16,0 0 0-16,-9 3 0 0,9-3 0 0,0 0 0 15,0 0 0-15,0 0 0 0,0 0 0 16,0 0 0-16,29 4 0 0,-17-4 0 0,2 0 0 16,4 0 0-16,-3-2 0 0,0 0 0 15,-2 1 0-15,0 1 0 0,1 0 0 0,-5 0-291 16,-9 0-396-16,20-2-218 15,-15 0 0-15,-5 2 96 0,11-3-753 0,-11 3-1006 16</inkml:trace>
  <inkml:trace contextRef="#ctx0" brushRef="#br0" timeOffset="-185660.6">9488 1792 4780 0,'-1'-9'259'0,"-6"1"18"0,5 0 21 16,2 8 3-16,-2-7-17 0,2 7-17 0,0 0-2 0,0 0-6 16,36 29-12-16,-7 8 1 0,3 6 7 0,1 6-24 15,-8 9-22-15,-4 2-198 0,-4 6-11 16,-11 2 0-16,-4 4 0 0,-8 3 0 0,-2-7 0 16,-3-1 0-16,-2-2 0 0,-3-6 0 15,-3-6 0-15,-1-2 0 0,-11-5-205 16,2-3-407-16,-3-7-201 0,-9-2-102 0,5-6 89 15,4-10-813-15,3 2-1078 0</inkml:trace>
  <inkml:trace contextRef="#ctx0" brushRef="#br0" timeOffset="-183626.75">10616 2203 4663 0,'2'5'-111'0,"-2"-5"36"0,0 9 61 0,0-9 48 0,0 0 45 0,2 9 32 0,-2-9 17 15,6 6 15-15,-6-6 16 0,3 5 10 16,-3-5 0-16,9 5-23 0,-9-5-11 0,14 2-12 16,-14-2-12-16,15 2-9 0,-15-2-14 15,20-4 2-15,-9 1-19 0,-1-1-4 0,-1-1-4 16,2-5-7-16,-1 0-7 0,0-1-10 16,-3 0-2-16,-2-5-6 0,-2 1-4 15,-3-1-3-15,0 3-8 0,-3-3-5 0,-4 4-6 16,0 1-2-16,-6-1-3 0,-7 6 0 15,-1 4 2-15,-8 2-5 0,-12 8 1 16,-13 9 1-16,5 5 1 0,-1 3 2 16,6 6 3-16,6 2-4 0,4 1-1 0,9 3 2 15,10-8 14-15,3 2-4 0,9-3 1 16,3-3-1-16,1-4-3 0,12 8 11 16,1-2-5-16,8-4 1 0,2-2 4 0,5-5-4 15,2-3-3-15,1-6-6 0,0-4-28 16,-3-5-47-16,11 1-52 0,-3-6-62 0,4-2-71 15,-3-1-64-15,0-4-53 0,0 1-67 16,2-8-74-16,-5 2-103 0,-3 1-68 16,-3-3 68-16,-3 1-316 0,-3-3-411 15</inkml:trace>
  <inkml:trace contextRef="#ctx0" brushRef="#br0" timeOffset="-183243.91">11074 2188 2648 0,'2'-11'85'0,"-2"3"56"0,0-1 61 15,0 9 51-15,0-12 32 0,0 12 5 16,-2-9-6-16,2 9-29 0,0 0-33 15,2-6-31-15,-2 6-18 0,0 0 0 16,0 0 7-16,0 31-26 0,0-13-13 0,0 8-15 16,0 0-11-16,-2 8-9 0,0-4-10 15,0-3-12-15,0-1-4 0,0-1-6 0,-1-2-5 16,3-1-6-16,-1-5-8 0,-1-3-5 16,2-2 0-16,0-2 5 0,0-2 2 15,0-1 34-15,0-7 12 0,0 0-18 16,0 0-11-16,0 0-8 0,0 0-8 15,19-32-3-15,-6 5-11 0,1-1-9 0,3 2 0 16,-5 4-6-16,-5 6-3 0,2 3-6 16,0 1-6-16,-4 0-8 0,4 5 2 0,-3 3-8 15,2 2-4-15,-8 2-3 0,21 4 4 16,-11 2 5-16,1 3-6 0,2 1 9 0,-1 4-3 16,-3-3 0-16,2 3 0 0,-3-1 0 15,2-1-9-15,-3 1-23 0,0-3-32 16,0-2-33-16,-2 1-38 0,-1-2-39 15,2 0-43-15,-5-4-49 0,-1-3-56 16,6 7-76-16,-6-7-88 0,0 0-103 0,0 0-88 16,18-12-12-16,-9 3-461 0,5-6-616 15</inkml:trace>
  <inkml:trace contextRef="#ctx0" brushRef="#br0" timeOffset="-182927.48">11578 2126 3064 0,'0'-8'-35'0,"0"2"49"0,0 0 37 16,0 6 26-16,-2-6 9 0,2 6-2 15,0 0-9-15,0 0-20 0,0 0 13 0,0 0-9 16,-34 10 3-16,23 1-9 0,-3-1 9 16,5 2-10-16,-2 2-4 15,1-2-5-15,2 3 1 0,5-1-2 0,-1 0-4 16,2 0 6-16,2-3 3 0,4 3 15 16,-1-2 17-16,5 1 19 0,0 1 27 0,1 1 17 15,1 3 18-15,-3-3 3 0,3-1 10 16,-3-2-14-16,-1 1-3 0,0-1-6 15,-2 0-2-15,2-1-9 0,-3 0 0 0,-3 1-29 16,2 0-5-16,-2-2-7 0,-2 2-8 16,-1 0 1-16,-6 0-6 0,4 0-28 0,-4 0-42 15,-1-2-52-15,-2-1-52 0,3-4-70 16,0-2-67-16,-1 0-84 0,2-3-79 16,8 0-104-16,-14-13-127 0,9-1-95 15,8-1 67-15,0-6-369 0,10-8-493 16</inkml:trace>
  <inkml:trace contextRef="#ctx0" brushRef="#br0" timeOffset="-182610.62">11796 2121 2727 0,'-2'-9'51'0,"2"3"37"0,0 6 34 16,0 0 16-16,-4-11 17 0,4 11-11 0,0 0 13 16,0 0 2-16,0 0 0 0,0 0-5 15,-24 24 7-15,13-8-6 0,2 4 2 0,4 1-9 16,-6 8-9-16,4-4-10 0,3-2-14 15,3 0-7-15,1-5-8 0,1 1-5 16,1-1-1-16,4-3-3 0,2 2 9 16,1-4 3-16,4 0-1 0,7-3-8 15,-6-5-11-15,2-3-1 0,4 1-11 0,-4-6 8 16,4 3 0-16,-4-5 3 0,4-2-2 16,-3-2 5-16,-2-3-7 0,3-1-9 0,-7-3-1 15,-2-3-6-15,3-8-8 0,-7 2-12 16,-3 3-35-16,2 1-22 0,-4 1-24 15,0 5-38-15,0-1-55 0,-2 4-67 0,-2 2-88 16,3 3-95-16,-5 2-112 0,0 1-156 16,6 4-93-16,0 0 68 0,0 0-438 0,-19 11-583 15</inkml:trace>
  <inkml:trace contextRef="#ctx0" brushRef="#br0" timeOffset="-182127.43">12230 2457 2940 0,'-3'5'71'16,"3"-5"56"-16,-11 4 26 0,11-4 29 16,0 0 25-16,0 0 15 0,-7 4-1 0,7-4-10 15,0 0-13-15,0 0-8 0,0 0-12 16,0 0-14-16,0 0-14 0,0 0-18 0,0 0-9 16,0 0-10-16,0 0-12 0,0 0-8 15,0 0-9-15,0 0-10 0,0 0-2 16,0 0-9-16,0 0-7 0,21-17-6 15,-17 9-4-15,0-4-5 0,-2 0-8 16,-1 0-5-16,-1-3-2 0,-1-2-3 0,-1 0-4 16,-2-3-17-16,-2 1 0 0,3 3-5 15,-3 3-1-15,-2 1-6 0,2 3-4 0,-5 5 1 16,1-2 4-16,10 6-3 0,-16-2 1 16,16 2 1-16,-22 4 0 0,22-4-4 15,-13 2 3-15,13-2-1 0,0 0 4 0,0 0 5 16,0 0 3-16,0 0 0 15,0 0 3-15,61-19 3 0,-28 7-3 0,-5 2 9 16,-1 1 4-16,-8 4-1 0,-4 0 0 16,-4 3-4-16,0 2 11 0,-11 0 13 0,18 7 7 15,-11 1 5-15,4 4 3 0,-8 0-3 16,1 2 1-16,0 3 3 0,-3 0-10 0,-1 2-3 16,2 3-2-16,-2-5-4 0,-2 3-31 15,2-1-35-15,0-2-30 0,-1 0-49 16,1-3-63-16,-2-1-70 0,0-1-80 0,2 0-82 15,0-5-127-15,0-2-223 0,0-5 60 16,0 0 77-16,4 5-346 0,-4-5-445 0</inkml:trace>
  <inkml:trace contextRef="#ctx0" brushRef="#br0" timeOffset="-181461.47">12799 2259 2897 0,'0'0'68'0,"0"0"11"0,0 0 17 0,0 0 22 15,0 0 3-15,0 0 0 0,0 0-9 0,0 0-11 0,0 0-1 16,0 0 2-16,0 0-14 0,0 0-7 16,0 0-7-16,14 9-8 0,-14-9-6 15,0 0-6-15,20-5-7 0,-20 5-1 0,11-7 0 16,-6 4-6-16,-5 3-8 0,10-9 2 15,-10 9 1-15,4-5 2 0,-4 5 3 16,0 0-6-16,0 0-5 0,0 0-3 16,0 0-1-16,0 0-5 0,-34 12 8 0,20-4-3 15,-1 4 8-15,0 2 4 0,-2 1 2 16,3-2-9-16,3 3-2 0,-1-3-1 16,6 1-1-16,-1-2 4 0,5 0 0 0,0-3 11 15,4 1 13-15,2-3 5 0,3 1 6 16,4-3-4-16,1-1-5 0,4-3-4 0,3-4-5 15,6 0-7-15,11-9-4 16,-4 1-3-16,14-9-15 0,-1-3-13 16,2-4-3-16,-4-2-9 0,1-4 2 0,0 0-5 15,-5-6 1-15,2 0 5 0,-5-1-1 16,-5 5 0-16,-5 2 9 0,-4 6 18 0,-11 11 10 16,-4 3 4-16,1 1-11 0,-7 4-7 15,1 4-6-15,-2 4 4 0,0 0-8 0,0 0 3 16,0 0-6-16,-27 18 1 0,13-4 2 15,-1 1-1-15,5 1-1 0,1-3 2 16,-1 5 0-16,7-5 14 0,-4 5 4 0,5-1 25 16,2 3 31-16,4 2 34 15,2 0 28-15,0 9 31 0,3 0 23 0,2 0 13 16,-1-6-1-16,-2 4 2 0,-3-8 8 16,1 1 9-16,-1-6-9 0,-5 3-63 0,1-5-157 15,-1 1 0-15,-1 0 0 0,-6 1 0 16,3 1 0-16,-7 0 0 0,-6 6 0 15,-4-3 0-15,-2-1 0 0,-5-1 0 0,-3-2 0 16,1-1 0-16,-4-2 0 0,-1-5 0 16,1 0 0-16,7-2 0 0,4-4 0 15,8-2 0-15,-6-3 0 0,6-2 0 0,0-3-757 16,1 0-255-16,1 0 92 0,1-1-951 16,3 1-1296-16</inkml:trace>
  <inkml:trace contextRef="#ctx0" brushRef="#br0" timeOffset="-177443.81">14458 2121 1837 0,'-4'-15'265'0,"0"1"-36"0,2 2-8 0,1-1 9 0,-3 4-12 0,2-3 3 0,0 2-10 15,2 3-1-15,0-1 7 16,0 1-6-16,0 7-13 0,-2-12-19 0,2 12-25 15,0-8-18-15,0 8-21 0,0 0-7 16,0 0 10-16,0 0 1 0,-12 33 0 0,7 0-4 16,-4 9 7-16,-2 9 6 0,2 2-14 15,4 2-7-15,-3 3-12 0,5-2-12 0,-4 0-4 16,2-5-7-16,3-6-8 0,-2-5-3 16,2-5-6-16,-2-6-7 0,4-6-3 15,-1-4-4-15,-1-3-3 0,0-1 4 16,2-3-1-16,-5-2-5 0,5 1 5 15,-2-5-4-15,2-6 0 0,-7 7-10 0,7-7-11 16,-15-2-9-16,15 2-19 0,-21-17-12 16,5 0-10-16,0-8 2 0,-4-1 1 0,6 0 3 15,0-2 1-15,1 7 2 0,4 4 6 16,0 5-1-16,4-3 1 0,-1 7-2 16,2-2-2-16,3 2-9 0,-1 0-15 0,2 8-6 15,5-15 2-15,6 8 5 0,11-4 0 16,14 0 2-16,8-8 2 0,9 3-1 15,0-3 3-15,-1 2 4 0,-1-3 5 0,-5 1 3 16,-5-3 7-16,-10 5 6 0,6-8 0 16,-13 4 10-16,-5 3 14 0,-3 2 14 15,-5 5 13-15,-2 0 3 0,-1 4 7 16,-2-2-6-16,-2 5-6 0,1-2 0 0,-5 6-9 16,2-7-6-16,-2 7-3 0,0 0-6 15,0 0 0-15,0 0-1 0,-30 23 2 0,10-2-4 16,2 0 2-16,-1 5-2 0,-1-1-3 15,5 2 1-15,1 0-1 0,2 1-4 16,2-4 3-16,3-4 4 0,0 3-3 0,6-3-2 16,-5-1 1-16,2-2 1 0,3 0-1 15,-1-5-10-15,0 0-6 0,0 0 3 16,2-3 3-16,0-3 2 0,0-1 6 16,0-5-1-16,4 8 2 0,-4-8-7 0,3 6-2 0,1-2 1 15,-4-4-3-15,7 7 0 16,-5-3 2-16,3 4 7 0,1 0 11 15,-1 2-3-15,2 3 2 0,-1-1 2 0,2 2-1 16,0-1 0-16,-3 1 1 0,3-1-3 16,-3 0 1-16,4-3-10 0,-4-2-28 0,2 1-34 15,-1-2-43-15,2 0-51 0,-2-4-50 16,1 1-84-16,-7-4-89 0,21-5-107 16,-9-1-156-16,0-2-38 0,-1-1 67 15,2-4-321-15,0-1-413 0</inkml:trace>
  <inkml:trace contextRef="#ctx0" brushRef="#br0" timeOffset="-177078.54">15060 2452 2707 0,'0'0'109'0,"0"-11"25"0,0 11 17 0,0 0-3 0,0 0-3 0,0 0-12 16,0 0-12-16,0 0-8 0,0 0 0 15,0 0-3-15,0 0-5 0,0 0-10 0,0 0-2 16,0 0-7-16,32 12-4 0,-24-10-4 15,-8-2-3-15,17 4-6 0,-6-4-4 16,-11 0-2-16,25-6-4 0,-13 5 2 16,-1-4 5-16,-1-1 6 0,-2 0 9 15,-1-3-2-15,-3 1-1 0,0-1 1 0,-2 1-4 16,-1-1-6-16,-1 9-12 0,-7-16-8 16,3 11-9-16,-3 2-7 0,7 3-4 0,-25 1-3 15,9 3-7-15,3 3-3 0,-2 5 0 16,-2 2-2-16,5 1 0 0,1-1-9 15,5 3 5-15,3-3-4 0,-2 2-2 0,5-2 4 16,5 2 3-16,-2-2 0 0,7-1-3 16,5 1-25-16,0 0-41 0,12-1-61 15,3-3-88-15,10 0-124 0,1-5-174 16,2-5-231-16,9 0 65 0,9-4 74 0,2-3-304 16,-8-2-383-16</inkml:trace>
  <inkml:trace contextRef="#ctx0" brushRef="#br0" timeOffset="-176595.71">16184 2116 2701 0,'-5'-6'137'0,"1"0"21"0,4 6-11 16,-4-7-9-16,4 7-3 0,0 0-14 15,-3-8-20-15,3 8-14 0,0 0-5 16,0 0-18-16,-9-4-4 0,9 4-15 15,0 0 2-15,0 0-4 0,0 0-5 16,0 0-5-16,0 0-6 0,0 0-19 0,0 0 7 16,0 0-9-16,-11 17-7 0,11-17-14 15,0 0 5-15,0 7 0 0,0-7 7 0,0 0-3 16,0 0 8-16,0 0-8 0,0 0 6 16,0 0 12-16,-1 9 0 0,1-9-8 15,0 0 9-15,0 0 12 0,0 0 3 0,0 0 9 16,0 0 18-16,0 0 20 0,0 0 14 15,0 0 5-15,0 0 15 0,0 0 9 0,0 0 15 16,0 0 8-16,0 0 10 0,0 0 8 16,0 0-3-16,0 0-9 0,0 0-26 15,0 0-12-15,0 0-23 0,0 0-16 16,0 0 4-16,0 0 7 0,-10 21-8 16,2 12-2-16,2 3 6 0,-3 3 6 0,4 2-7 15,-4-4 8-15,6 1-10 0,-3 0-8 16,2-4-5-16,1 0-8 0,-1-7-3 0,2-6-6 15,0-4-3-15,0 0-51 0,0-3-43 16,0-3-53-16,2 1-68 0,0-2-81 0,0-3-75 16,0-3-94-16,0-4-134 0,0 0-199 15,0 0 41-15,0 0 80 16,0 0-411-16,0 0-519 0</inkml:trace>
  <inkml:trace contextRef="#ctx0" brushRef="#br0" timeOffset="-176428.93">15964 2482 3278 0,'0'0'262'0,"-11"-3"51"0,11 3 46 0,-9-5 15 0,9 5 9 0,0 0-20 0,-5-5-34 0,5 5-38 0,0 0-33 15,0 0-42-15,0 0-69 0,17-14-97 0,-2 9-107 16,6 0-108-16,6-1-123 0,15 2-113 16,-5-1-144-16,10-2-240 0,-6 3 72 15,0-1 76-15,-11 1-394 0,-4 4-506 0</inkml:trace>
  <inkml:trace contextRef="#ctx0" brushRef="#br0" timeOffset="-175963.2">16314 2571 2797 0,'-11'5'132'0,"1"-5"50"16,5 4 10-16,5-4-6 0,0 0 6 0,-10 5 4 15,10-5-17-15,0 0-10 16,0 0-12-16,0 0-10 0,0 0-17 0,0 0-8 0,19 7-10 15,-19-7-9-15,20 2-10 0,-20-2-7 16,14-2-8-16,-14 2 11 0,15-4 9 16,-15 4 3-16,16-8-14 0,-13 1-8 15,3-1-1-15,-2-2 0 0,-3-3-3 16,-1-3-2-16,3-2-8 0,-6-1 3 0,2 0 6 16,-5-1 4-16,2 3 7 0,1 0 5 15,-5 2-5-15,7 3-21 0,-6 3-6 0,3 0-13 16,2 1-3-16,1 3-6 0,1 5-14 15,-8-12-4-15,8 12 1 0,-2-8-3 16,2 8-7-16,0-7 0 0,0 7 8 0,8-6 3 16,4 2 16-16,4 0 13 15,6-4-5-15,1 4 2 0,-1-1-5 0,-3-1-2 16,-1 4-4-16,-3 0-7 0,-2 2-1 16,-13 0 2-16,26 8 1 0,-14-4 8 0,-2 8 13 0,-3 1 7 15,1 2-5-15,-4 1-3 16,2 3-3-16,-5 3-2 0,3 0-8 0,-2 0-2 15,0-3-1-15,-2 1-9 0,0-1-39 16,0 0-45-16,-2-1-63 0,2-3-65 16,0-1-78-16,-2-1-91 0,2-1-113 0,0-2-131 15,0-3-217-15,2 1 56 0,-2-2 91 16,0-6-516-16,6 7-652 0</inkml:trace>
  <inkml:trace contextRef="#ctx0" brushRef="#br0" timeOffset="-175596.54">16873 2414 3562 0,'0'0'192'0,"0"0"46"0,-6-8 31 0,6 8 26 0,0 0 3 0,0 0 1 16,0 0-25-16,-5-4-23 0,5 4-26 0,0 0-20 16,0 0-26-16,0 0-14 0,0 0-22 15,12-8-14-15,-12 8-12 0,13-5-19 0,-2 3-14 16,-2-2-17-16,-2-2-4 15,3 2-7-15,-2-3-14 0,-3 1-10 0,1-6-11 16,-1 0-6-16,-5 1-10 0,0-5-5 16,-1 1 0-16,-3 1 0 0,-4 1-5 15,-3 1-3-15,-2 4-13 0,-9 2 6 0,4 6 4 16,-9 5-1-16,-7 4-3 0,2 6 4 16,-1 3-3-16,8 5 2 0,0 0-1 0,8 3 5 15,0 3 2-15,5-2 1 0,7-4 12 16,1 0 3-16,6-3 10 0,0 4-1 0,3-3 1 15,3-1 8-15,5 6-12 0,5-3 3 16,-2-6 1-16,2-5-35 0,-1-2-66 16,2-3-73-16,2-3-88 0,0-4-102 0,4 0-120 15,9-9-168-15,-2 1-171 16,1-4 68-16,-2-4-577 0,-1-1-769 0</inkml:trace>
  <inkml:trace contextRef="#ctx0" brushRef="#br0" timeOffset="-175196.55">17423 2392 3540 0,'-11'-3'106'0,"11"3"60"16,-14 3 19-16,14-3 12 16,0 0 14-16,0 0-1 0,0 0-7 0,0 0-17 15,0 0-20-15,0 0-16 0,0 0-17 16,0 0-11-16,0 0-13 0,0 0-15 15,33-17-4-15,-21 11-2 0,1 0-12 0,-1-1-6 16,1-1-4-16,-1-4-7 0,1 3-5 16,-4-1-5-16,-4-2 2 0,4 1 5 0,-6-1 19 15,-1 1-5-15,-2 1-12 0,-2 0-12 16,-4 1-8-16,-5 1-5 0,-2 4-4 0,-7 4 0 16,-1 0-4-16,-9 9-8 0,-3 3 2 15,5 4 0-15,-1 2 2 0,4 2-5 16,5 2 3-16,0 3 5 0,9-4 7 0,4 0 4 15,2-3 2-15,3 1 7 16,4 0 0-16,7 1 4 0,5 6-4 0,6-4 2 16,5-1-2-16,5-5-5 0,6-4-37 15,8-3-49-15,2-3-78 0,3 0-89 0,1-6-103 16,14-3-118-16,-3 0-142 0,2-6-193 16,-4-1 13-16,-7-2 69 0,0-3-489 15,-5-3-641-15</inkml:trace>
  <inkml:trace contextRef="#ctx0" brushRef="#br0" timeOffset="-174963.23">18524 2256 3636 0,'0'0'271'0,"-3"-10"19"16,3 10 5-16,0 0-1 16,-2-9 2-16,2 9-10 0,0 0 19 0,0 0 25 15,-7 26-11-15,5-9-22 0,0 8-26 16,-2 1-24-16,4 9-23 0,-3 3-24 0,2-3-18 15,-1 3-20-15,0 0-45 0,-2-4-51 16,0-7-53-16,4-3-70 0,-3-3-78 16,1-3-90-16,0-1-88 0,0-3-91 0,2-3-88 15,-2-5-124-15,2-6-140 0,0 0-23 16,0 0 74-16,0 0-526 0,0 0-693 0</inkml:trace>
  <inkml:trace contextRef="#ctx0" brushRef="#br0" timeOffset="-174813.1">18585 2206 3297 0,'-7'-15'-4'16,"3"3"47"-16,-1 3 17 0,-4 3 38 0,6 2 22 16,-5-1-1-16,5 2 2 0,3 3-25 15,-11-4-7-15,11 4-4 0,0 0-38 0,0 0-66 16,0 0-83-16,0 0-113 0,0 0-173 16,25 16-225-16,2-13 53 0,12 2-214 0,1-5-262 15</inkml:trace>
  <inkml:trace contextRef="#ctx0" brushRef="#br0" timeOffset="-174478.75">19232 2060 2167 0,'0'0'135'0,"0"0"45"16,-8-9-6-16,8 9 6 0,0 0 15 16,-20 1 5-16,20-1 1 0,-29 11-1 0,9-1-11 15,3 2-10-15,-5 5-14 0,0 5-13 16,1 1-18-16,5 2-7 0,0 1-10 0,9-4-15 15,3-3-3-15,4-2-10 0,2 0-1 16,1-2 9-16,7 2 15 0,2 3 13 16,-1-5 21-16,1 3 27 0,-1-1 1 0,0-3 13 15,-3 3 6-15,1-5 11 16,-5 1 14-16,0-3 3 0,-2 1 14 0,0 1 9 16,-2-2 3-16,-2 0 3 0,-2 1-2 15,-3 0-204-15,-4 1-44 0,-2 0 0 0,-6 2 0 16,1-5 0-16,-4-1 0 0,-10 4 0 15,7-5 0-15,5-3 0 0,2-3 0 0,2 2 0 16,4-6 0-16,-1 2 0 0,2-5-135 16,-1-1-617-16,1-5-222 0,8 2 62 15,1-1 105-15,2 0-761 0,2-1-1011 0</inkml:trace>
  <inkml:trace contextRef="#ctx0" brushRef="#br0" timeOffset="-173727.27">19794 2392 4164 0,'0'0'-89'0,"0"0"48"0,0 0 39 0,0 0 47 0,0 0 44 0,0 0 36 15,0 0 30-15,0 0 13 0,0 0 3 16,0 0-4-16,0 0-5 0,0 0-19 0,0 0-9 16,28-9-20-16,-15 1-1 0,5-4-18 0,7-5-13 15,0 2-5-15,-1-7-7 16,1 1-7-16,-4-4-15 0,0-3-11 0,0-2-10 15,-4-1-8-15,3-10-5 0,-7 6-13 16,1-9-4-16,-4 7-1 0,0 0 1 16,-3 4-1-16,0 10 1 0,-6 4 2 15,1 3 0-15,0 4-6 0,0 4-1 16,-4-1-6-16,2 4 1 0,0 5 1 0,0 0 1 0,0 0 5 16,-36 22 10-16,20 6 2 0,-1 6 11 15,-2 15 6-15,4 7 9 0,4 9 1 16,3 2 10-16,6 4 2 0,2 5-3 15,2-2 2-15,6 1-3 0,-3-8 22 0,2-4 5 16,-5-7 28-16,5-12 20 0,-5-6 22 16,-2-7 30-16,-2-7 14 0,-2-2 12 15,1-3 17-15,0-2 6 0,-7-1 7 0,3-3-101 16,-7-1-123-16,1-4 0 0,-1 1 0 16,0-6 0-16,-6 0 0 0,5-3 0 0,-4-4 0 15,-6-1 0-15,-4-7 0 0,-1-4 0 16,4 1 0-16,1-3 0 0,8 3 0 0,0 3 0 15,5-1 0-15,-3-3 0 16,3 2 0-16,7 1 0 0,-3-1-175 0,6-1-414 16,2-1-140-16,8-4-190 0,6-7 62 15,6-1 100-15,9-7-660 0,7 2-867 16</inkml:trace>
  <inkml:trace contextRef="#ctx0" brushRef="#br0" timeOffset="-173179.34">20321 2288 4072 0,'0'0'99'0,"0"0"19"0,7-4 3 0,-7 4 5 0,0 0-7 0,0 0-8 0,0 0-6 0,0 0 39 0,7 12 9 16,-3-6-5-16,0 1-2 0,-3 1-10 0,3 4-18 16,0-3-7-16,-1 1-11 0,-1 2-6 15,-2-4 1-15,1 0-4 0,-1 1 0 16,0-9-1-16,0 12-4 0,0-12 11 15,0 12-6-15,0-12-8 0,-8 9-2 0,8-9-1 16,-11 3-3-16,11-3-10 0,0 0-1 16,-31-12-4-16,22 2-6 0,1-4-14 15,0-3-3-15,1-5-5 0,5 7-4 0,0-2-6 16,2 3-9-16,0 2 1 0,2 0-5 16,2 3-10-16,0 1-3 0,1 4 4 15,-5 4-4-15,16 0 11 0,-16 0-5 16,18 8-2-16,-4-1 2 0,3 3 3 0,-1 2-9 15,-2 1 7-15,4-1 0 0,-2 2-3 16,-2-1-8-16,-1-1-2 0,-1-2-26 0,1-1-15 16,-1-3-22-16,-2 0-16 0,-3 1-13 15,3-4-18-15,-3 1-10 0,1-3-12 0,-8-1-8 16,17-5 6-16,-6 2 5 0,1-6 12 16,0-1 11-16,-1-1 22 0,3-5 11 15,-3 2 18-15,-2 3 25 0,3-1 25 16,-7 3 24-16,3 1 13 0,-5 2-1 0,1 2-2 15,3-2-6-15,-7 6-2 0,0 0 2 16,0 0 6-16,0 0 1 0,14 22-7 16,-12-11 6-16,0 5-4 0,2 1-8 0,-2-1-30 15,-1 1-41-15,1 3-41 0,1-5-62 16,-1 3-54-16,2-7-56 0,-2 3-58 16,-2-3-71-16,1-3-101 0,1-5-155 0,-2-3 56 15,8 4-302-15,-8-4-386 0</inkml:trace>
  <inkml:trace contextRef="#ctx0" brushRef="#br0" timeOffset="-173028.01">20769 2097 2395 0,'0'-20'67'0,"0"3"64"0,-3 5 39 0,1 2 35 0,0 3 7 0,2-1-12 0,0 8-25 0,-2-10-25 0,2 10-55 0,0-11-83 0,0 11-84 0,4-5-86 0,-4 5-111 0,9 0-180 16,-9 0-124-16,0 0 62 0,31 8-95 15,-18 4-104-15</inkml:trace>
  <inkml:trace contextRef="#ctx0" brushRef="#br0" timeOffset="-172596.07">20987 2457 2066 0,'-2'5'336'0,"2"-5"26"0,-2 7 14 15,2-7 10-15,0 0-29 0,0 0-25 0,0 0-38 16,0 0-33-16,0 0-27 15,0 0-21-15,0 0-19 0,0 0-16 0,21-22-23 16,-15 16-14-16,-6 6-12 0,7-10-17 16,0 2-10-16,-6-3-20 0,3 1-15 0,0-3-5 15,-2-3-9-15,-2-1-1 0,0-1-5 16,-4-1-11-16,2 1-4 0,-2-3-3 16,1 4 1-16,-2 5-8 0,1 2-2 0,1 1-8 15,-3 1-6-15,1 1-5 0,-4 3-1 16,9 4-1-16,-15 0-4 0,15 0 1 0,0 0-2 15,-21 4 2-15,21-4-1 16,0 0 0-16,-9 5 3 0,9-5 7 0,0 0 15 16,0 0 21-16,0 0 22 0,0 0 19 15,40 4 14-15,-26-4 13 0,-14 0 6 16,26-4 6-16,-16 4 1 0,-10 0-3 0,14 0-10 16,-14 0-15-16,14 5-8 0,-6 0-2 15,-3 4 12-15,2 1-14 0,-2 2-82 0,1 1 0 16,-1 3 0-16,1-1 0 0,-3 5 0 15,1-3 0-15,3-1 0 0,-4 1 0 0,-1 0 0 16,2-5 0-16,-2 1 0 0,0-1-50 16,-1-2-255-16,1-1-77 0,0 0-80 15,0-2-77-15,0-1-121 0,-2-6-178 16,0 0 59-16,0 0-641 0,0 0-872 16</inkml:trace>
  <inkml:trace contextRef="#ctx0" brushRef="#br0" timeOffset="-172362.87">21509 1839 3861 0,'2'-25'-17'0,"-4"5"84"0,2 6 75 0,0 1 52 0,0 6 21 0,0-2-8 16,0 9-22-16,-1-9-4 0,1 9 49 0,0 0 24 0,-16 21 4 0,9-1-17 0,-7 11-12 16,1 5-24-16,-5 10-20 0,3 7-17 15,1 5-12-15,3 0-19 0,0 1-10 16,5 1-12-16,-2-3-7 0,5 0-14 0,3-13-10 15,-2 3-38-15,2-5-52 0,0-3-79 16,2-1-81-16,0-2-92 0,-2-9-108 0,1-4-123 16,1-4-149-16,0-5-183 0,4-6 57 15,0-3-623-15,3 1-841 0</inkml:trace>
  <inkml:trace contextRef="#ctx0" brushRef="#br0" timeOffset="-172128.27">21970 2164 3866 0,'-10'-14'31'0,"-1"2"70"0,2 4 53 16,-1 1 46-16,1 3 24 0,-3 1 13 16,12 3 0-16,-28 7 19 0,1 8 1 15,-2 16-10-15,1 6-20 0,-3 10 0 0,1 5-7 16,-6 20-19-16,0 4-20 0,3 1-16 16,-4-2-17-16,5 0-15 0,8-18-14 0,-3-3-25 15,2-1-37-15,4-7-34 0,0-2-55 16,6-14-52-16,1 0-57 0,7-10-53 0,-1-4-50 15,3-6-56-15,1-3-94 0,2-6-80 16,2-1-84-16,0 0-90 0,0 0-65 16,0-30 63-16,0 6-429 0,6-16-551 15</inkml:trace>
  <inkml:trace contextRef="#ctx0" brushRef="#br0" timeOffset="-171962.91">21540 2267 2811 0,'-5'-8'38'0,"5"2"50"16,0 6 27-16,-3-9 12 0,3 9 11 15,0 0 14-15,-4-5 13 0,4 5-4 16,0 0-17-16,0 0-14 0,0 0-11 0,0 0-16 16,2 32-46-16,-2-18-63 0,3 2-72 15,-1 0-113-15,5-2-149 0,-2 1-214 0,5-1-38 16,-3-3 62-16,5-2-170 0,1-2-193 16</inkml:trace>
  <inkml:trace contextRef="#ctx0" brushRef="#br0" timeOffset="-171446.49">22601 1618 2197 0,'-4'-19'160'0,"0"4"56"0,2 3 55 16,0 2 17-16,2 3-8 0,0 7-29 15,0 0-8-15,0 0 17 0,0 0 20 0,-11 31 7 16,6 5-15-16,-7 15-12 0,-1 4-11 15,-3 6 1-15,0 7-13 0,-8 17-19 16,5 4-16-16,-3-4-20 0,2-17-20 16,5-1-11-16,-4-5-13 0,5-4-15 0,-2-5-12 15,0-5-12-15,7-14-4 0,1-10-14 16,3-3-3-16,-2-7-7 0,4-3-2 0,1 1-2 16,-2-6-11-16,4-2-3 0,0-4-7 15,0 0-8-15,0 0-3 0,0 0-12 0,6-31-10 16,-1 10-9-16,9-10 1 0,3-2-9 15,8-4 0-15,1 1-3 0,-2 10 1 16,-1 1-8-16,-1 5 6 0,-5 9-3 16,-4 1 1-16,1 6 4 0,-3 2 3 0,1 5 7 15,-1 2 8-15,2 5 13 0,-3-1 2 16,3 7 8-16,-5 1 2 0,-2 4-34 0,0-1-3 16,-4 1 0-16,0-2 0 0,-4 3 0 0,-2 2 0 15,-6 5 0-15,1-5 0 16,-4 1 0-16,-3 0 0 0,-1-3 0 0,3-5 0 15,0-3 0-15,0-2 0 0,-3-3 0 16,3 1 0-16,1-6 0 0,-2 2 0 16,2-4 0-16,-1-2 0 0,14 0 0 15,-29-8 0-15,18 0 0 0,4-1-136 0,1-5-395 16,4-4-117-16,4 1-128 0,4-1-109 0,1-3 85 16,11-4-702-16,4 2-947 15</inkml:trace>
  <inkml:trace contextRef="#ctx0" brushRef="#br0" timeOffset="-171062.96">22704 2360 3861 0,'9'-9'-16'0,"1"0"89"0,-4 1 57 0,-1 3 45 0,-1-1 25 0,-4 6 10 0,6-6-17 15,-6 6 6-15,0 0 45 0,0 0 20 0,17 12-3 16,-11-1-4-16,-3 3-2 0,-1 1-20 16,0 3-18-16,-2 1-18 0,0 3-13 15,-4-2-22-15,3 2-17 0,-3-3-14 0,0 0-12 16,2-3-11-16,-1-1-8 15,1-3-9-15,-5 0-9 0,4-4-4 0,-5-1-66 16,3-1-14-16,-3-2 0 0,8-4 0 16,-17-3 0-16,17 3 0 0,-21-12 0 0,11 0 0 15,3-5 0-15,1-3-5 0,6-1-76 16,6-12 0-16,3 1 4 0,4-2 5 0,5 6 15 16,-1 4 0-16,-4 6 5 0,-2 3 10 15,1 5 26-15,-3 2 17 0,4 3 22 16,-2 1 20-16,-11 4 12 0,14 2 13 0,-14-2 4 15,22 11 0-15,-13-3-1 0,3 0-5 16,-1 2-10-16,-4 3-43 0,5-1-13 16,-1-2 0-16,-1 1 0 0,0 1 0 15,-3-2-67-15,2 0-167 0,-2-3-91 0,-2 0-90 16,3 0-101-16,-3-4-141 0,1-1-195 16,-6-2 70-16,0 0 83 0,0 0-540 0,18-9-702 15</inkml:trace>
  <inkml:trace contextRef="#ctx0" brushRef="#br0" timeOffset="-170845.67">23217 1792 3678 0,'-6'-29'118'0,"4"8"72"15,-1 2 83-15,3 5 52 0,-3 2 9 16,3 3-27-16,-2 6-28 16,2 3 24-16,0 0 16 0,0 0-16 0,-7 38-22 15,3-13 9-15,0 16-21 0,2 15-21 0,1 2-21 16,-3 3-21-16,-5 4-21 0,2-2-129 15,-2 0-56-15,2-3 0 0,-4-5 0 16,4-4 0-16,1-8 0 0,-4-5 0 0,7-2-143 16,-1-10-234-16,0-4-93 0,2-7-77 15,0-3-61-15,4-5-102 0,2-1-83 16,2-5 67-16,-6-1-572 0,0 0-757 16</inkml:trace>
  <inkml:trace contextRef="#ctx0" brushRef="#br0" timeOffset="-170480.19">23258 2344 3325 0,'9'-17'-53'0,"2"7"82"0,-6-2 62 0,1 1 56 15,-3 5 51-15,-1 0 38 0,-2 6 19 16,7-9-2-16,-7 9-2 0,3-5 44 16,-3 5 34-16,0 0 17 0,0 0-1 0,2 20-15 15,-2-10-22-15,-2 1-28 0,-1 5-24 16,-2-1-24-16,1 1-25 0,1-1-21 16,-5 1-14-16,5-1-17 0,-5-1-137 0,4 0-18 15,-4-3 0-15,1 0 0 0,0-1 0 16,-4-3 0-16,2 0 0 0,0-4 0 0,-1-1 0 15,10-2 0-15,0 0 0 0,-24-9 0 16,17-1 0-16,5-5 0 0,9-8 0 0,2-12 0 16,14-6 0-16,4 4-35 0,2 2-45 15,-2 15-1-15,-2 1 11 0,-2 8 9 16,-5 3 22-16,-3 5 28 0,-2 1 11 16,0 6 22-16,-1 3 12 0,0 1 10 15,-3 2 5-15,-2 4 2 0,1 1-6 0,-6 2-7 16,4-3-3-16,-4 5-4 0,1-4-7 15,-1 1-36-15,2 0-53 0,0-3-75 0,-1 0-89 16,1-1-90-16,4-2-100 0,5-2-97 16,7 1-137-16,-2-7-191 0,9 1 68 0,0-3-657 15,11-3-884-15</inkml:trace>
  <inkml:trace contextRef="#ctx0" brushRef="#br0" timeOffset="-170279.93">23800 2169 4185 0,'-15'-5'35'0,"3"1"54"0,1 4 64 16,11 0 55-16,-23 4 38 0,10 4 20 16,-5 4 15-16,2 3 1 0,0 6-6 0,-2 5-14 15,5 1-15-15,2 2-13 0,5-4-30 16,0-4-19-16,3 2-18 0,3-5-24 0,0 3-57 16,0-3-64-16,1-1-83 0,1-2-108 15,6-1-98-15,-4 0-109 0,7-4-128 16,0-3-193-16,1-4-112 0,1 1 65 15,-2-6-597-15,-11 2-798 0</inkml:trace>
  <inkml:trace contextRef="#ctx0" brushRef="#br0" timeOffset="-169696.29">24020 2360 3939 0,'0'0'62'0,"-16"-2"35"16,16 2 26-16,0 0 23 0,0 0 11 15,0 0-6-15,-12-4-12 0,12 4-9 0,0 0-11 16,0 0-12-16,0 0-8 0,0 0-10 16,0 0-8-16,0 0-8 0,0 0-8 0,30-6-6 15,-30 6-12-15,10-6-9 16,-4-2-16-16,-2 5-8 0,-1-7-1 0,3 2-6 16,-2 0 4-16,-4 3-6 0,0 5-2 15,-4-15-1-15,4 15 6 0,-11-5 10 16,2 3 13-16,9 2 16 0,-23 4 17 0,7 2 18 15,-3 0-8-15,2 5 8 0,-8 5 12 16,5 3 7-16,2 4-7 0,5-3 4 0,5-2 1 16,2 2-17-16,4-3 4 0,4 4-17 15,4-3-9-15,6 10-5 0,-1-7-4 16,8-1-3-16,6-5-18 0,1 0-24 16,4-7-19-16,7-2-23 0,-4-4-8 0,-6-2 4 15,9-4 0-15,-2-6 2 0,-4-1 4 16,1-7 6-16,-1 1 0 0,4-10 5 15,-1-4 0-15,3-4 1 0,-2 0 3 0,3-1 1 16,-1-1-1-16,-4 7 1 0,-3 5 19 16,-8 4 4-16,-2 5 19 0,-4 4 16 0,-4 3 23 15,-3 3 18-15,4 0 29 0,-1 3 33 16,0 3 15-16,-11 0 5 0,30 5 0 16,-14 7 10-16,-1 0 21 0,-3 5-55 0,-5 1-139 15,-5 0 0-15,0 2 0 0,-7 13 0 16,-5 0 0-16,-5 2 0 0,-10 4 0 0,-4 0 0 15,-1-1 0-15,-7-4 0 0,3-2 0 16,-2-3 0-16,8-7 0 0,-3-5 0 0,4-1 0 16,4-7 0-16,7-3 0 15,0-4 0-15,5-4 0 0,0-2 0 0,1-4 0 16,0-4 0-16,9 0-210 0,-1-5-540 16,5-8-191-16,7-8 44 0,5-4 83 0,12-4-743 15,5 5-1001-15</inkml:trace>
  <inkml:trace contextRef="#ctx0" brushRef="#br0" timeOffset="-169328.41">24798 2366 4204 0,'0'9'-10'0,"0"-9"62"0,0 0 55 0,0 0 51 0,0 0 37 0,0 0 9 0,0 0-12 0,0 0-21 0,0 0-17 0,0 0-22 0,0 0-28 0,0 0-30 15,-11-24-29-15,13 15-28 16,4-4-28-16,-3-3-25 0,3-5-28 0,-1-1-21 15,6-11-19-15,-2-3-21 0,2-12-20 16,1-3-17-16,3-5-19 0,0-5-3 0,8-25 12 16,-6 20 19-16,-1 4 38 0,-7 10 53 15,-3 13 36-15,-5 12 15 0,-2 11 1 16,-9 7 33-16,-4 13 49 0,-14 17 55 0,-14 14 64 16,-11 23 59-16,1 6 62 0,3 9 27 15,5 5 10-15,8 1-13 0,11-15-22 0,4-1-28 16,7-3-27-16,7-3-23 15,3-14-25-15,4-4-22 0,4-4-17 0,3-5-18 16,2-8-43-16,0-5-43 0,4-3-54 16,1-3-75-16,-3-5-107 0,5-1-122 15,-5-1-125-15,2-2-152 0,-3-2-226 0,-10 0-54 16,13 0 78-16,-13 0-679 0,0 0-896 16</inkml:trace>
  <inkml:trace contextRef="#ctx0" brushRef="#br0" timeOffset="-169046.63">25026 2675 4363 0,'7'8'165'0,"0"-2"49"0,1-3 54 0,1 2 50 16,-1 2 15-16,3-1 0 0,-3 2 11 15,-2 2 18-15,-2 0 3 0,-6 0 15 0,-8 6-2 16,-17 4-10-16,-18 1-368 0,-18 1 0 15,-30 2 0-15,-7-2 0 0,-14-3 0 16,-9-1 0-16,-19-3 0 0,-10-5 0 16,-8-1 0-16,-1-5 0 0,5 0 0 0,7 0 0 15,18-1 0-15,15 1 0 0,33-3 0 16,15 1 0-16,19 0 0 0,7-2 0 16,9 2 0-16,10-2 0 0,7 0 0 0,0 0 0 15,5 2 0-15,2-4-740 0,9 2-272 16,-20 0 100-16,20 0-968 0,-13-4-1303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05:30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3872 5903 645 0,'0'0'180'0,"4"-5"-45"0,-4 5-19 0,0 0-9 0,6-3-7 16,-6 3-4-16,0 0-7 0,0 0-10 16,3-6 1-16,-3 6 3 0,0 0-6 15,0 0-4-15,0 0-2 0,0 0-2 16,0 0-3-16,0 0-7 0,0 0-3 0,6-4-3 16,-6 4-1-16,0 0 12 0,0 0 5 0,0 0 10 15,0 0 9-15,0 0 10 0,-11 25 13 16,0-11 9-16,0 1 5 0,-10 12 10 15,-1 2 2-15,-5 4-3 0,-3 4-6 16,-3-3 2-16,5 2-10 0,-3-4-7 0,3 1-4 16,6-8-8-16,-1-1-7 15,5 1-15-15,2-9-5 0,5-2-4 0,2-3-11 0,0 1-1 16,2-3-4-16,0-1-2 0,1-2-4 16,1 0 4-16,0-1 6 0,5-5 7 15,-7 9 5-15,3-4 3 0,4-5-1 0,-6 4 3 16,6-4-2-16,0 0-6 0,-8 10-8 15,8-10-6-15,-6 3-7 0,6-3-4 16,0 0-9-16,0 0-18 0,0 0-21 16,0 0-26-16,-9 3-31 0,9-3-51 0,0 0-73 15,0 0-86-15,0 0-95 0,-2-18-121 16,2 8-174-16,0 3 54 0,0-3-338 0,4-2-426 16</inkml:trace>
  <inkml:trace contextRef="#ctx0" brushRef="#br0" timeOffset="599.2">3906 5934 2522 0,'-8'-5'-32'0,"8"5"40"0,0 0 31 0,0 0 28 0,0 0 28 0,0 0 18 0,-9-5 16 0,9 5 8 0,0 0 3 0,0 0 4 0,0 0-3 16,-6-4 0-16,6 4-9 0,0 0-3 0,0 0-13 0,0 0-12 0,0 0-9 0,0 0-6 0,0 0 3 0,0 0 8 0,0 0-4 0,0 0-5 15,0 0-3-15,0 0 0 0,38 16 8 16,-22-3 3-16,-3-1 7 0,10 13 2 15,0 0-3-15,8 6-7 0,-3 2-3 16,3 1-13-16,-1 2-5 0,4-3-4 0,-1 1-6 16,-1-3-11-16,0-2-1 0,-7-6-6 15,-3 1-2-15,0-7-7 0,-7 0-3 0,-2-5-1 16,-3-2-2-16,0-1 9 0,-1-2 18 16,-2-2 16-16,-3 1 14 0,4-2-10 0,-8-4 1 15,8 7-2-15,-8-7-7 0,7 7-5 16,-7-7-12-16,8 3-25 0,-8-3-49 15,0 0-52-15,0 0-63 0,0 0-87 0,0 0-114 16,0 0-130-16,0 0-171 16,0 0-126-16,0 0 79 0,0 0-559 0,0 0-704 15</inkml:trace>
  <inkml:trace contextRef="#ctx0" brushRef="#br0" timeOffset="1282.64">4683 5790 3384 0,'-9'2'-5'0,"9"-2"49"0,-16 4 43 0,16-4 37 0,-11 0 38 16,11 0 25-16,-9 4 13 0,9-4-7 15,0 0-12-15,0 0-14 0,0 0-6 0,0 0 17 16,0 0 4-16,0 0-4 0,0 0-13 16,36 11-15-16,-9-9-13 0,3-2-20 0,1 0-11 15,10 0-5-15,-8 0-15 0,-5 0 2 16,-6 0-13-16,-1 0-7 0,-3-2 3 0,-2 2-9 15,-1 0 4-15,-15 0 20 0,23-2 3 16,-14 2-6-16,-9 0-7 0,16-1-3 16,-16 1-5-16,13-2-10 0,-13 2-18 0,0 0-24 15,14-4-47-15,-14 4-49 16,0 0-55-16,3-6-61 0,-3 6-81 0,0 0-111 0,0 0-119 16,0 0-172-16,0 0-77 15,0 0 80-15,0 0-541 0,0 0-681 0</inkml:trace>
  <inkml:trace contextRef="#ctx0" brushRef="#br0" timeOffset="2166.58">6336 8144 3275 0,'8'-6'-45'0,"-5"0"46"0,-1 3 35 0,-2 3 33 0,4-5 45 0,-4 5 13 0,0 0 27 16,0 0 19-16,0 0 10 0,-25 20 1 0,5-3 2 15,-13 14 2-15,-3 2 0 0,-5 3-1 16,-2 0-17-16,2 3-15 0,-2-2-17 0,5-2-8 15,6 0-12-15,5-11-14 0,6-2-13 16,1-1-13-16,7-5-2 0,4-5-5 16,-1-3-9-16,4 2-6 0,1-4-1 15,1-3-6-15,1 3-3 0,3-6-6 0,-6 4-36 16,6-4-31-16,0 0-42 0,0 0-51 16,0 0-78-16,0 0-87 0,0 0-99 0,-5-14-114 15,5 14-166-15,0-11-4 0,0 11 71 16,0-6-408-16,0 6-479 0</inkml:trace>
  <inkml:trace contextRef="#ctx0" brushRef="#br0" timeOffset="3564.61">7448 7978 2770 0,'-11'0'3'0,"-2"2"29"0,1-2 34 0,0 0 40 0,-4 0 53 0,-1 2 38 0,1-2 25 16,-2 0 6-16,-1 1 3 0,-1 2-8 0,5-3-4 15,3 0-1-15,-1 0-3 0,13 0-1 16,-17 3-12-16,17-3-8 0,0 0-14 0,-17 0-10 15,17 0 13-15,0 0 7 0,0 0-10 16,0 0-14-16,52-6-15 0,-14 0-14 0,5 1-12 16,4 1-16-16,0-3-7 15,-3 2-16-15,1 0-9 0,-6 1-8 0,-7 2-5 0,-8 0-9 16,-6-1-5-16,0 2-1 16,-6-1-7-16,-1 0 1 0,2 2-11 0,-13 0 1 15,12-2-7-15,-12 2 5 0,0 0-4 0,0 0-4 16,0 0 7-16,0 0 2 0,0 0 2 15,-45 10-1-15,29-8-5 0,-2 0 3 16,-1 0 1-16,-3 1 4 0,8 1 0 16,-4 0-36-16,3-3 0 0,7 0 0 0,1-1 0 15,7 0 0-15,-15 2 0 0,15-2 0 16,0 0 0-16,0 0 0 0,0 0 0 0,0 0 0 16,0 0 0-16,0 0 0 0,0 0 0 15,34-12 0-15,-21 9-31 0,3 1-338 0,-3 0-118 16,-1 0-115-16,0-2-134 0,-2 2-98 15,0 0 73-15,-1 0-726 0,0 1-933 16</inkml:trace>
  <inkml:trace contextRef="#ctx0" brushRef="#br0" timeOffset="6315.59">8562 5672 4026 0,'2'-6'-62'15,"-2"6"48"-15,0 0 40 0,1-10 24 0,-1 10 32 0,0 0 27 0,0-5 21 16,0 5 12-16,0 0-5 0,0 0-13 0,0-8-12 16,0 8-9-16,0 0-12 15,0 0-11-15,0 0-9 0,0 0-5 0,0 0-9 16,0 0-2-16,0 0-6 0,0 0-6 16,0 0-1-16,0 0-15 0,0 0-31 0,0 0-36 15,0 0-41-15,0 0-45 0,0 0-78 16,0 0-63-16,0 0-75 0,12 15-70 0,-12-15-139 15,0 10-52-15,2 0 63 0,-2-4-268 16,2 7-296-16</inkml:trace>
  <inkml:trace contextRef="#ctx0" brushRef="#br0" timeOffset="6497.71">8728 5989 2327 0,'2'6'81'0,"2"-2"43"15,-4-4 33-15,0 0 27 0,3 8 26 16,-3-8 17-16,0 0 2 0,0 0-12 15,0 0-23-15,0 0-20 0,2 8-19 0,-2-8-14 16,0 6-16-16,0-6-24 0,-2 15-43 16,2-5-54-16,-2 0-75 0,2 4-98 15,0-2-82-15,-1 2-95 0,2-2-129 0,3 3-100 16,-2 0 52-16,3 3-259 0,3-2-270 16</inkml:trace>
  <inkml:trace contextRef="#ctx0" brushRef="#br0" timeOffset="6647.77">8825 6427 2135 0,'2'8'35'15,"-2"-1"48"-15,0-7 34 0,-2 10 34 16,2-10 31-16,0 0 20 0,-2 7 8 16,2-7-3-16,0 0-20 0,0 0-20 15,-3 5-19-15,3-5-21 0,0 0-40 16,0 0-32-16,0 0-71 0,5 12-107 0,-3-7-115 16,2 2-148-16,-3 0-173 0,3 1 46 15,-2 4-255-15,3 1-258 0</inkml:trace>
  <inkml:trace contextRef="#ctx0" brushRef="#br0" timeOffset="6815.88">8976 6730 2427 0,'0'0'244'0,"0"0"23"16,0 0 1-16,-9 10-3 0,9-10 1 16,0 0-20-16,0 0-21 0,0 0-19 0,0 0-35 15,0 0-46-15,0 0-62 0,0 0-77 16,-5 3-110-16,5-3-141 0,0 0-179 0,0 0-186 15,0 0 63-15,15-15-361 0,-9 8-409 16</inkml:trace>
  <inkml:trace contextRef="#ctx0" brushRef="#br0" timeOffset="7864.15">9838 5114 2455 0,'0'0'-40'0,"0"0"47"0,-5-5 43 0,5 5 31 0,-4-8 41 0,4 8 29 0,-2-9 16 15,2 9 26-15,-1-10 14 0,1 10 17 16,0-8 13-16,0 8 3 0,0 0 0 0,-2-11-12 16,2 11-20-16,0 0-17 0,-2-7-18 15,2 7-2-15,0 0 27 0,0 0 38 0,0 0-3 16,-3 33 7-16,-1-15 0 0,1 5 0 15,-5 10-6-15,1 0-3 0,1-4-10 0,2-2-17 16,0-5-22-16,2 0-13 16,0-3-17-16,0 0-46 0,2-5-106 0,0-1 0 15,0 1 0-15,0-2 0 0,2-2 0 16,2 2 0-16,2-5 0 0,-4 1 0 0,8-4 0 16,-3 2 0-16,2-2 0 0,3-1 0 15,-3 0 0-15,-9-3 0 0,20 2 0 16,-13 1 0-16,-7-3 0 0,15 1 0 0,-15-1 0 15,14 3 0-15,-14-3 0 0,9 0 0 16,-9 0 0-16,0 0 0 0,14 0 0 0,-14 0 0 16,0 0 0-16,7 4-197 15,-7-4-445-15,0 0-164 0,2 6-94 0,-2-6 89 0,0 0-833 16,0 0-1083-16</inkml:trace>
  <inkml:trace contextRef="#ctx0" brushRef="#br0" timeOffset="8432.33">10122 5346 4316 0,'0'-5'-73'0,"0"5"88"0,3-9 46 15,-3 9 40-15,0 0 31 0,-3-10 21 0,3 10-5 0,0 0-4 0,0 0 41 0,0 0 19 0,0 0 7 16,0 0 7-16,0 0-3 0,0 38-12 15,-4-23-21-15,1 5-16 0,-3-1-17 16,2 3-13-16,1-3-9 0,-3 3-15 16,-2-3-13-16,2 1-8 0,3-3-9 0,-3-3-8 15,2-1-21-15,1-2-15 0,-2-1-21 16,3-2-2-16,0-1-17 0,2-7-24 16,-1 7-15-16,1-7-1 0,0 0 2 0,0 0-5 15,0 0 3-15,0 0-5 0,13-22 10 16,-7 15 2-16,1 0 3 0,-1 0 7 0,0 1-6 15,2-1 4-15,-1 2 3 0,2-2 3 16,2 1 2-16,-2 2 3 0,0-2-3 0,3 3 2 16,-3-2 8-16,2 0 2 0,1 1-2 15,-2-2 5-15,-1 0 10 0,1 0 4 16,-1 1 15-16,0-3 11 0,0 2 8 16,-4-2-1-16,3 0 1 0,-3 0 12 0,4 1 3 15,-4-1 4-15,-1 3-5 0,1 0-8 16,-5 5-9-16,6-7-11 0,-6 7 1 15,0 0 4-15,0 0 12 0,0 0-4 0,0 0 10 16,11 15 1-16,-11-5 3 0,0 2 0 16,3-1 6-16,-3 5-4 0,2-3-5 0,-2 3-6 15,0-2-4-15,2 3-20 0,-1-3-24 16,-1-2 0-16,2 0 0 0,-2-2 0 0,2-2 0 16,0 1 0-16,2 0 0 15,-4-9-113-15,1 7-107 0,-1-7-87 0,10 2-109 16,-10-2-120-16,0 0-140 0,15-13-156 15,-7 5 72-15,-1-3-713 0,7-4-921 16</inkml:trace>
  <inkml:trace contextRef="#ctx0" brushRef="#br0" timeOffset="8631.45">10627 5246 4323 0,'0'0'75'0,"0"0"62"0,-1-8 46 0,1 8 24 0,0 0 28 0,0 0-3 0,3-13-17 0,-3 13-27 0,14-8-13 16,-6 4-18-16,-1 2-27 16,7 0-41-16,-3-1-57 0,4 1-69 0,-1-2-85 15,0 0-100-15,0 4-112 0,3-4-93 16,-3 2-118-16,-3 2-154 0,-11 0 47 0,17 6-484 16,-13-2-604-16</inkml:trace>
  <inkml:trace contextRef="#ctx0" brushRef="#br0" timeOffset="8814.28">10641 5392 2942 0,'-12'7'33'16,"3"-2"82"-16,2 0 64 0,7-5 48 16,-11 4 50-16,11-4 44 0,-5 3 15 15,5-3 16-15,0 0-4 0,0 0-19 0,0 0-24 16,0 0-26-16,0 0-28 16,0 0-25-16,0 0-63 0,0 0-83 0,0 0-87 0,40-7-104 15,-25 2-103-15,0 0-139 16,6-3-152-16,1 0-172 0,-4 0-67 0,0-1 87 15,-4 3-532-15,0 0-653 0</inkml:trace>
  <inkml:trace contextRef="#ctx0" brushRef="#br0" timeOffset="9664.1">11237 5008 2871 0,'0'0'-236'0,"-7"-1"39"0,7 1 29 0,0 0 26 0,0 0 37 0,0 0 34 0,0 0 45 0,0 0 39 16,0 0 34-16,0 0 35 0,0 0 36 16,0 0 32-16,0 0 27 0,0 0 25 0,0 0 14 15,-16-4 4-15,16 4 12 16,0 0 9-16,0 0 6 0,0 0 5 0,0 0 14 15,0 0-6-15,0 0 5 0,0 0 3 16,0 0-3-16,0 0-3 0,-4-7-1 0,4 7-14 16,0 0-19-16,0 0-23 0,0 0-23 15,0 0-11-15,0 0-1 0,0 0-2 0,0 0-4 16,7 24-11-16,-5-12 4 0,0 7-9 16,-2 0-7-16,0 2-54 0,0-1-87 15,-2 3 0-15,0 0 0 0,-1-3 0 0,1-1 0 16,0-2 0-16,1 3 0 15,-1-5 0-15,-2-3 0 0,2 1 0 0,0-2 0 16,0-2 0-16,2-2 0 0,-1 1 0 16,-1-1 0-16,2-7 0 0,-2 12 0 0,2-12 0 15,-2 9 0-15,2-9 0 0,-2 9 0 16,2-9 0-16,-4 6 0 0,4-6 0 0,-4 5 0 16,4-5 0-16,0 0 0 0,-6 7 0 15,6-7 0-15,0 0 0 0,0 0 0 0,-1 9 0 16,1-9 0-16,0 0 0 0,0 0 0 15,12 6 0-15,-12-6 0 0,18 2 0 0,-7-2 0 16,-11 0 0-16,27-2 0 16,-11 2 0-16,-5-3 0 0,-11 3 0 0,21-1 0 0,-12 1 0 15,0-2 0-15,-9 2 0 16,14-2 0-16,-14 2 0 0,11 0 0 0,-11 0 0 16,0 0 0-16,7 8-101 0,-7-8-665 15,-7 7-205-15,7-7 90 0,-7 10 100 16,3-2-814-16,4-8-1037 0</inkml:trace>
  <inkml:trace contextRef="#ctx0" brushRef="#br0" timeOffset="10449.03">9980 5953 4222 0,'-9'-4'90'0,"2"0"55"0,7 4 44 0,0 0 22 0,-11-6 11 0,11 6 13 0,0 0-2 0,0 0-4 0,0 0 39 16,-7 12 14-16,5 0-12 0,2 5-10 16,0 4-24-16,-3 6-5 0,3 1-6 0,-2 8-22 15,2-5-20-15,-4 2-17 0,1-6-75 16,1-5-91-16,-2 0 0 0,2-3 0 0,1-4 0 15,-1-1 0-15,-2 1 0 16,2-6 0-16,0 1 0 0,-1 0 0 0,3-4 0 16,0-6 0-16,-7 5 0 0,7-5 0 15,0 0 0-15,0 0 0 0,-15-21 0 0,14 7 0 16,1-3 0-16,-2-10 0 0,5-7 0 16,3-2 0-16,1 0 0 0,2 2 0 15,4 2 0-15,-2 3 0 0,4 3 0 0,-4 9 0 16,3 1 0-16,-1 3 0 0,0 5 0 15,3 1 0-15,-1 5 0 0,-2 1 0 0,2 2 0 16,-1 1 0-16,-1 3 0 0,3 2 0 16,-5 2 0-16,-4-1 0 0,2 4 0 0,-8 1 0 15,-1 2 0-15,0 3 0 16,-8 2 0-16,1 1 0 0,-3-3 0 0,1-2 0 16,1-1 0-16,1-3 0 0,-1-4 0 15,4 1 0-15,-1-2 0 0,0-4 0 0,5-3 0 16,-3 9 0-16,3-9 0 0,-6 7 0 15,6-7 0-15,-4 5 0 0,4-5 0 0,-2 7 0 16,2-7 0-16,2 10 0 0,2-3 0 16,2 1 0-16,-3 3 0 0,6-1 0 0,-2 0 0 15,2 1 0-15,1 1 0 0,0-3 0 16,-1 3 0-16,-2-4 0 0,2 1 0 16,-2-3 0-16,-2 0 0 0,1 0 0 15,0-2 0-15,-2 0 0 0,-4-4 0 0,8 3 0 0,-8-3 0 16,0 0 0-16,0 0 0 15,16-7-573-15,-16 7-158 0,9-4-159 0,-9 4 45 16,0 0 91-16,5-6-742 0,-5 6-942 16</inkml:trace>
  <inkml:trace contextRef="#ctx0" brushRef="#br0" timeOffset="10949.35">10351 6246 4042 0,'0'0'28'0,"-9"-5"58"0,9 5 60 0,-7-5 49 0,7 5 46 16,-7-7 36-16,7 7 12 0,0 0-10 16,-5-5-21-16,5 5-32 0,0 0-23 15,0 0-1-15,0 0 2 0,0 0-11 0,-10 15-15 16,7-3-18-16,-2 0-12 0,-1 3-17 16,3-1-10-16,-5 1-12 0,5 2-12 0,-3-3-8 15,0 1-8-15,0-1-9 0,2 1-6 16,1-5-7-16,-1-2-48 0,0 1-11 0,3-2 0 15,1-7 0-15,-2 9 0 0,2-9 0 16,0 0 0-16,0 0 0 0,0 0 0 16,0 0 0-16,0 0 0 0,0 0 0 15,0 0 0-15,0 0 0 0,0 0 0 0,0 0 0 16,0 0 0-16,0 0 0 0,0 0 0 16,0 0 0-16,38-11 0 0,-33 8 0 15,4-2 0-15,3 1 0 0,-2-2 0 0,2 2 0 16,4-3 0-16,-5 4 0 0,1 0 0 15,1-1 0-15,-1 0 0 0,-12 4 0 0,19 2 0 16,-19-2 0-16,17 6 0 0,-9 2 0 16,-3 0 0-16,1 1 0 0,-3 3 0 0,2-1 0 15,2-1 0-15,-5-2 0 0,2 1 0 16,0-2 0-16,-1-1 0 0,-1 1 0 16,-2-7 0-16,7 9 0 0,-4-4 0 15,-3-5 0-15,0 0 0 0,8 3 0 0,-8-3 0 0,0 0 0 16,0 0-272-16,11-10-359 15,-11 10-140-15,8-12-113 0,-4 4 81 0,1-1-840 16,5-5-1080-16</inkml:trace>
  <inkml:trace contextRef="#ctx0" brushRef="#br0" timeOffset="11164.19">10887 6070 4799 0,'0'0'160'0,"0"0"82"0,0 0 48 0,0 0 46 0,0 0 34 0,0 0 6 0,0 0-6 0,0 0-19 0,0 0-33 0,0 0-19 0,0 0-40 16,0 0-238-16,0 0-21 0,0 0 0 15,15-5 0-15,1-1 0 0,-2 3 0 0,2-3 0 16,1 4 0-16,-2-4 0 0,-2 2-395 16,1 2-169-16,-5 0-120 0,-9 2-165 0,13 7 31 15,-13-2 97-15,-2 2-694 0,1 3-866 16</inkml:trace>
  <inkml:trace contextRef="#ctx0" brushRef="#br0" timeOffset="11317.01">10894 6208 3891 0,'-7'6'52'0,"-1"0"67"0,0-4 62 0,8-2 50 0,-7 5 35 15,7-5 23-15,0 0 4 16,-9 5-26-16,9-5-23 0,0 0-28 0,0 0-17 16,0 0-30-16,0 0-66 0,0 0-83 15,34-1-111-15,-9-6-120 0,11-1-119 0,9-8-64 16,9-1-59-16,1 1-79 0,6-4-102 15,0-2 2-15,-2 3-478 0,-3 2-579 0</inkml:trace>
  <inkml:trace contextRef="#ctx0" brushRef="#br0" timeOffset="11549.86">11540 6030 3081 0,'8'-4'86'0,"-8"4"84"15,1-2 39-15,-1 2 44 16,0 0 35-16,0 0 20 0,0 0 20 0,-22 12 4 16,14-2-16-16,-1 0-13 0,-1 1-4 15,3 1-21-15,1 0-13 0,0-3-18 0,2 4-19 16,3-3-19-16,1 0-16 0,1-1-18 15,3-1-18-15,2-1-16 0,4-2-11 16,1-1-15-16,3-1-35 0,0-3-80 0,4-3 0 16,2-1 0-16,-4 1 0 0,1 0 0 15,-3-4 0-15,-3-2 0 0,-1 0 0 0,-5 1 0 16,-3-2 0-16,-4 1 0 0,1-3 0 16,-13-5 0-16,-8-4 0 0,-8-1 0 0,-12-3-262 15,-9 0-189-15,-10-1-158 16,-21-5-189-16,-9 1-59 0,-2 1 100 0,-7 1-759 0,-5 1-961 15</inkml:trace>
  <inkml:trace contextRef="#ctx0" brushRef="#br0" timeOffset="12348.85">9324 4967 4311 0,'-31'2'-92'0,"1"0"34"0,5 0 40 0,1-1 47 0,5 0 46 0,-3 1 34 0,9 0 32 0,1 0 11 0,12-2 8 16,0 0-1-16,0 0 7 0,0 0 4 0,0 0 1 15,41-15-13-15,12-1-11 0,8 3-14 16,4-3-18-16,5-1-11 0,-3 1-11 0,3-2-11 16,-2-2-28-16,-9 4 1 0,-7-2-11 15,-15 7-3-15,-6 1-3 0,-9 2 1 16,-3 3-8-16,-8 1 16 0,-2 1-3 0,-9 3 4 15,0 0 5-15,0 0-1 0,0 0-1 16,-68 20 10-16,19-8 10 0,-8 5-1 16,-6-3 4-16,1 3-4 0,-10 2-4 15,4-5-2-15,3 4 6 0,8-5-14 0,5-1-7 16,16-1-3-16,9-5 4 0,7 0-10 16,4-1 1-16,4-2-2 0,1-1 3 0,11-2 6 15,0 0 0-15,0 0 0 0,0 0-6 16,54-7-4-16,-8 0-3 0,13-5-4 0,10-1-5 15,-1-3-2-15,4 1-5 0,-3-1 0 16,-10 3-19-16,-6 1 0 0,-16 2 0 0,-5 3 0 16,-7 1 0-16,-8 2 0 0,-6 2 0 15,-3 2 0-15,-8 0 0 0,0 0 0 16,0 0 0-16,-42 6 0 0,0 2 0 16,-15 1 0-16,-8 1 0 0,-5 3 0 0,-3-1 0 15,7-2 0-15,1 2 0 0,6-3 0 16,15-1 0-16,7-1 0 0,9-2 0 15,8-1 0-15,0-1 0 0,9-1 0 0,1 2 0 16,4 0-547-16,6-4-142 0,-2 4-229 16,2-4 58-16,0 0 87 0,16 5-725 0,-16-5-944 15</inkml:trace>
  <inkml:trace contextRef="#ctx0" brushRef="#br0" timeOffset="15013.97">6345 3755 4267 0,'-21'-1'-85'0,"-1"1"34"0,1-2 34 0,1 2 39 0,2-2 41 0,-3 4 41 0,-1-2 26 0,4 0 18 0,0 0 11 0,5 0-2 0,13 0-11 15,-23-2-4-15,23 2-7 0,-14 0-1 16,14 0 1-16,0 0-17 0,0 0 2 15,0 0-5-15,0 0 2 0,52 2-12 16,-2-4-9-16,13-2-6 0,3 0-11 16,-1-2-8-16,0 0-7 0,-2-5-9 0,-6 1-10 15,-4 0 4-15,-11 0-8 0,-3 2-3 16,-5-2-9-16,-9 5 3 0,-7-1 7 0,-2 3 9 16,-5 1 8-16,-2-3 7 0,3 4 1 15,-12 1 2-15,13-4-7 0,-13 4-4 16,0 0-5-16,0 0-11 0,0 0-9 0,0 0 2 15,0 0-1-15,-61 4-6 0,20 2-6 16,-18-1 6-16,-6 5-2 0,0-4 0 0,-6 5-5 16,-3-5 1-16,-1 2 0 0,3-2 5 15,2 0-11-15,1 0-4 0,11-1 1 16,12-4 1-16,2 4-6 0,11-5 6 16,9 4 6-16,4-2 12 0,6-2 9 0,0 2 10 15,3-2 7-15,11 0 11 0,-18 1 5 16,18-1 2-16,0 0-18 0,0 0-55 15,0 0 0-15,23-17 0 0,17 8 0 0,15-3 0 16,8 0 0-16,7 1 0 0,5 0 0 16,1 1 0-16,-1 3 0 0,-7-1 0 0,-7 1 0 15,-15 3 0-15,-6 1 0 0,-11 1 0 16,-6 0 0-16,-7 1 0 0,-2 1 0 16,-14 0 0-16,13 0 0 0,-13 0 0 0,0 0 0 15,0 0 0-15,-34 15 0 0,-4-6 0 16,-17 3 0-16,-8-1 0 0,-4 0 0 15,0-1 0-15,4-1 0 0,9 0 0 16,15-5 0-16,10 0 0 0,7 0 0 0,6-3 0 16,3 1 0-16,1-1 0 0,12-1 0 15,-16 2 0-15,16-2 0 0,0 0-250 0,0 0-288 16,0 0-186-16,0 0-195 16,41-3 72-16,-23 0 94 0,0-1-662 0,7 0-866 15</inkml:trace>
  <inkml:trace contextRef="#ctx0" brushRef="#br0" timeOffset="17379.59">9503 3494 3731 0,'-2'-17'-22'0,"2"3"58"0,0 1 31 0,2 2 32 0,0 2 26 0,0-3 32 0,1 3 29 16,-1 1 28-16,-2 8 4 0,2-12-10 15,0 7-22-15,-2 5-17 0,0 0-21 0,0 0 41 16,0 0 34-16,0 0 19 16,0 0-5-16,-4 29-9 0,2-18-7 0,1 3-5 0,-3 3-6 15,2-1-11-15,0 1-11 16,2-5-9-16,0 2-16 0,2 3-13 0,2-5-126 16,-1 3-24-16,1-3 0 0,5 0 0 0,-2-2 0 15,2-1 0-15,5-1 0 0,-3-1 0 16,5 0 0-16,-1-4 0 0,-3-1 0 15,2 0 0-15,-3-2 0 0,-11 0 0 16,24 0 0-16,-13 0 0 0,-11 0 0 0,15-2 0 16,-7 2 0-16,-8 0 0 0,12-2-80 15,-12 2-378-15,0 0-93 0,9-3-124 0,-9 3-186 16,0 0 37-16,0 0 95 16,0 0-636-16,0 0-819 0</inkml:trace>
  <inkml:trace contextRef="#ctx0" brushRef="#br0" timeOffset="17896.93">9808 3560 3501 0,'18'-2'-38'0,"-18"2"57"0,0 0 19 16,0 0 23-16,3-5 20 0,-3 5 16 16,0 0 12-16,0 0 45 0,0 0 20 0,0 0 4 15,4 17 0-15,0-10-8 0,-4 1-6 16,-2 2-10-16,0-1-17 0,2 1-7 0,0-1-15 15,-2 1-10-15,0 0-14 16,2-1-5-16,0-1-11 0,-2 2-7 0,1 0-7 16,-1-3-5-16,2-7-3 0,-2 12-9 15,2-6-1-15,0-6 2 0,0 0-7 16,5 8 2-16,-5-8-3 0,0 0-8 0,0 0-3 16,36-12-7-16,-25 7-2 0,3 0-1 15,-3 2-2-15,0-1 2 0,0 0 4 0,-2 2-11 16,-9 2 6-16,16-6-4 0,-16 6 5 15,13-2-3-15,-13 2 1 0,9-4 5 0,-9 4-4 16,8-4 5-16,-8 4 4 16,0 0 10-16,13-3-5 0,-13 3 4 0,9-4 8 15,-9 4 11-15,10-3 8 0,-10 3 2 16,12-3-7-16,-12 3 1 0,9-4-4 16,-9 4-1-16,8-4-15 0,-8 4 2 0,0 0-19 15,13-3 1-15,-13 3-1 0,0 0 2 16,0 0-6-16,19 4-5 0,-19-4 5 0,12 7-4 15,-9-1-2-15,3-2 2 0,0 1-6 16,-6-5 5-16,9 10-7 0,-5-4-26 16,0 1-31-16,1-3-32 0,-5-4-38 0,7 12-46 15,-2-8-56-15,-5-4-82 0,4 9-75 16,-4-9-84-16,6 5-127 0,-6-5-156 16,0 0 69-16,0 0-502 0,26-14-648 0</inkml:trace>
  <inkml:trace contextRef="#ctx0" brushRef="#br0" timeOffset="18079.41">10491 3471 3512 0,'3'-4'86'16,"-3"4"44"-16,0 0 29 0,6-8 27 0,-6 8 10 0,0 0-1 0,0 0-16 0,5-6-19 0,-5 6-17 0,0 0-10 16,0 0-12-16,16-2-14 0,-16 2-35 15,19-1-44-15,-9 1-51 0,-10 0-68 0,26-4-72 16,-14 4-89-16,1-1-97 0,1 1-131 15,-5-3-181-15,-9 3 51 0,13 3-335 0,-13-3-424 16</inkml:trace>
  <inkml:trace contextRef="#ctx0" brushRef="#br0" timeOffset="18230.03">10428 3631 2808 0,'-8'6'74'0,"-2"-1"32"0,5-2 49 15,5-3 47-15,-9 5 27 0,9-5 28 16,0 0-2-16,0 0-14 0,0 0-20 0,0 0-22 15,0 0-15-15,0 0-19 0,25 9-45 16,-9-9-70-16,4 0-91 0,2-2-123 16,4 0-155-16,10-3-206 0,-7 2-157 15,7-1 65-15,3-1-376 0,-7 4-468 16</inkml:trace>
  <inkml:trace contextRef="#ctx0" brushRef="#br0" timeOffset="19429.39">11153 3471 2539 0,'0'0'-81'0,"0"0"37"0,0 0 21 0,0 0 22 0,-2-9 29 0,2 9 27 15,0 0 17-15,0 0 21 0,0 0 13 0,0 0 16 16,0 0 23-16,0 0 5 0,-2-7 25 15,2 7 19-15,0 0 12 0,0 0 8 0,0 0 6 16,0 0 5-16,0 0 4 16,0 0-3-16,0 0-8 0,0 0 0 0,0 0-14 15,0 0 2-15,0 0-16 0,0-10-12 16,0 10-2-16,0 0-13 0,0 0-3 16,0 0-5-16,0 0-16 0,0 0-12 0,0 0-13 15,0 0-12-15,0 0-20 0,0 0-11 16,0 0 4-16,0 0-12 0,0 0-2 0,0 28-5 15,2-16-4-15,-2 3-4 0,2-1-3 16,0 6-5-16,-2-3-2 0,3 0-3 16,-1-3-4-16,-2 1-1 0,-2 0-3 15,2-3 3-15,-3 1 2 0,3-1 4 0,-2-4 10 16,0 1 11-16,0 1-21 0,1-2-36 0,-3-1 0 16,0 1 0-16,0-2 0 15,-1-1 0-15,5-5 0 0,-12 9 0 0,8-4 0 16,4-5 0-16,-7 6 0 0,7-6 0 15,-6 6 0-15,6-6 0 0,0 0 0 0,0 0 0 16,-2 9 0-16,2-9 0 0,0 0 0 16,0 0 0-16,15 9 0 0,-6-8 0 0,5 0 0 15,1 2 0-15,3-3 0 0,-1 0 0 16,4 3 0-16,-4-2 0 0,0-1 0 16,-2 0 0-16,-2 2 0 0,-1-2 0 15,-12 0-282-15,15 0-350 0,-15 0-92 0,12 2-176 16,-12-2 76-16,0 0 91 0,0 0-660 15,0 0-846-15</inkml:trace>
  <inkml:trace contextRef="#ctx0" brushRef="#br0" timeOffset="20297.7">11321 4060 3896 0,'0'0'78'0,"0"-8"59"0,0 8 35 0,0 0 29 0,0 0 25 0,2-10 7 0,-2 10 0 0,0 0 22 16,0 0 6-16,0 0 12 0,0 0-7 16,-4 29-27-16,3-16-22 0,-1 1-15 15,0 2-20-15,0 0-18 0,0 0-10 16,-1-2-17-16,2-3-15 0,-1 1-12 0,-2 0-9 16,2-3-10-16,0-2-7 0,0 0-4 15,1 0-3-15,1-7-77 0,-8 8 0 16,8-8 0-16,-10 3 0 0,10-3 0 0,0 0 0 15,0 0 0-15,-17-16 0 0,17 3 0 16,2-2 0-16,4-7 0 0,6-6 0 0,1 0 0 16,3 2 0-16,0 1 0 0,4 4 0 15,-6 4 0-15,0 5 0 0,1 0 0 0,-4 6 0 16,3-1 0-16,-3 3 0 16,3 1 0-16,-5 2 0 0,-9 1 0 0,21 4 0 15,-11-1 0-15,-1 2 0 0,-1 2 0 16,-2-1 0-16,-3 5 0 0,-1-2 0 15,-6 4 0-15,-1 3 0 0,-3 1 0 0,-2 0 0 16,-1-2 0-16,1-4 0 0,3 2 0 16,1-5 0-16,1-1 0 0,1-1 0 0,0-1 0 15,4-5 0-15,0 0 0 0,0 0 0 16,-6 7 0-16,6-7 0 0,0 0 0 0,0 0 0 16,-2 8 0-16,2-8 0 0,0 0 0 15,8 12 0-15,-4-5 0 0,3 3 0 0,-3-1 0 16,3 1 0-16,2-1 0 0,0 1 0 15,-2 2 0-15,3-2 0 0,-4-1 0 16,1-1-187-16,3 0-160 0,-5-2-38 0,2 2-30 16,-4-4-15-16,1 1-23 15,-4-5-11-15,7 4 8 0,-7-4 17 0,0 0 38 16,0 0 64-16,0 0 66 0,22-9 69 16,-17 5 68-16,3 0 58 0,-3 0 62 0,2 0 60 15,-7 4 51-15,9-8 43 0,-4 6 29 16,-5 2 26-16,0 0 20 0,10-7 9 0,-10 7 25 15,0 0 29-15,0 0 12 0,10-1 3 16,-10 1-13-16,0 0-18 0,0 0-29 16,0 0-22-16,20 5-20 0,-20-5-18 0,14 3-21 15,-14-3-28-15,17 2-47 0,-17-2-58 16,14 0-62-16,-14 0-70 0,14-2-84 16,-3 0-98-16,-11 2-113 0,14-5-133 15,-6 2-192-15,-2 0-4 0,3-1 76 0,-3 2-485 16,-6 2-614-16</inkml:trace>
  <inkml:trace contextRef="#ctx0" brushRef="#br0" timeOffset="20512.28">12390 3926 3585 0,'0'0'269'0,"-7"-5"17"0,7 5 15 0,0 0 15 0,-6-5 6 16,6 5-19-16,0 0-30 0,0 0-30 0,0 0-30 16,13-10-66-16,-13 10-81 0,21-4-95 15,-8 1-115-15,7 1-138 0,-1-2-153 0,0 3-185 16,-2 0-123-16,-2 1 68 0,-1 0-480 16,-14 0-622-16</inkml:trace>
  <inkml:trace contextRef="#ctx0" brushRef="#br0" timeOffset="20662.53">12350 4100 3519 0,'-12'5'179'0,"5"-4"34"16,7-1 44-16,-7 4 44 0,7-4 23 0,0 0 3 15,0 0-21-15,0 0-33 0,0 0-26 16,0 0-33-16,0 0-67 0,0 0-86 16,0 0-124-16,0 0-136 0,32 3-178 0,-21-4-209 15,-11 1-181-15,18 0 72 0,-13 2-557 16,-5-2-713-16</inkml:trace>
  <inkml:trace contextRef="#ctx0" brushRef="#br0" timeOffset="21179.19">8488 5032 3866 0,'0'0'235'0,"0"0"16"0,0 0 9 0,0 0 31 0,9-7 18 0,-9 7 11 0,0 0-13 0,0 0-33 16,0 0-22-16,7-3-34 0,-7 3-28 0,0 0-42 16,0 0-58-16,0 0-83 0,0 0-93 15,0 0-116-15,0 0-152 0,0 0-200 0,-18 27-252 16,2-13 63-16,-9 6 83 0,-11 8-569 15,-9 2-691-15</inkml:trace>
  <inkml:trace contextRef="#ctx0" brushRef="#br0" timeOffset="21512.12">6503 7753 3687 0,'0'0'115'0,"-5"8"-18"0,5-8-8 16,-6 10-6-16,6-10-8 0,-7 4-9 15,5 0-4-15,2-4-42 0,-5 7-71 0,5-7-98 16,-5 9-124-16,5-9-147 0,0 5-152 16,0-5 51-16,0 0-264 0,0 0-274 0</inkml:trace>
  <inkml:trace contextRef="#ctx0" brushRef="#br0" timeOffset="22978.94">5723 1223 2118 0,'7'-9'34'0,"1"-1"44"0,-5 2 38 0,-1 4 22 0,-2 4 13 0,4-11 48 0,-4 11 15 15,3-4-1-15,-3 4-11 0,0 0-16 0,0 0-26 16,0 0 9-16,0 0 33 0,0 0 12 0,0 29 5 16,-1-6-4-16,-1 3-12 15,-2 13 2-15,0 1 6 0,3-3-17 0,-3 3-12 0,2-3-26 16,2 4-11-16,-2-7-5 0,2-4-17 16,-2-4-13-16,2-2-12 0,0-3 1 15,0-3-16-15,-2-1-8 0,2 0-8 0,0-5-3 16,0-1-24-16,0-3-33 15,0 2-42-15,0-4-33 0,0 1-51 0,0-7-108 16,0 0-122-16,0 0-131 0,0 0-160 16,0 0-150-16,0 0 74 0,0-25-511 15,2 15-688-15</inkml:trace>
  <inkml:trace contextRef="#ctx0" brushRef="#br0" timeOffset="23262.6">6175 1538 3248 0,'-7'9'18'0,"7"-9"71"0,-6 5 35 0,6-5 46 15,0 0 45-15,0 0 35 0,0 0 31 16,0 0 5-16,0 0-13 0,0 0-25 15,0 0-24-15,0 0-11 0,0 0-13 0,0 0-30 16,0 0-21-16,42-17-23 0,-21 11-22 16,2 0-60-16,-6 4-48 0,4-3-66 0,1-1-67 15,-8 2-94-15,4 4-78 0,-3-2-81 16,-3 0-114-16,-1 0-151 0,-11 2-47 16,15 0 82-16,-15 0-336 0,0 0-434 15</inkml:trace>
  <inkml:trace contextRef="#ctx0" brushRef="#br0" timeOffset="23595.75">6744 1252 2616 0,'1'-9'126'0,"-1"9"49"0,0-8 11 15,0 8-6-15,0-12-7 16,4 8-11-16,-4 4-18 0,10-9-15 0,0 8-10 15,-10 1-13-15,0 0-7 0,32 10-7 16,-15 2-7-16,-2 2-10 0,5 5 14 0,-6 6 5 16,-2-2 18-16,-4-3 23 0,-5 2 24 15,-1 0 30-15,-2 1 24 0,-2-1 7 16,-1 1 3-16,1-7-6 0,-2 1-13 0,2-5-11 16,2 1-8-16,0-5-5 0,0 1-7 15,0-1-9-15,0-8-13 0,2 12-9 16,2-8-12-16,-4-4-13 0,17 7-10 0,-2-5-16 15,7-2-67-15,2-2-92 16,13-3-132-16,0-2-136 0,3 2-137 0,-4-5-155 16,1-4-268-16,-1-1 71 0,2 1 89 15,10-7-562-15,3 4-757 0</inkml:trace>
  <inkml:trace contextRef="#ctx0" brushRef="#br0" timeOffset="23796.27">7921 1235 3867 0,'0'0'139'0,"-19"0"39"16,19 0 28-16,0 0 19 0,0 0 1 15,0 0-16-15,0 0-22 0,0 0-24 16,0 0-23-16,0 0-56 0,39-17-73 16,-15 11-95-16,13-2-99 0,6 0-105 15,4 6-110-15,-6-4-173 0,1 2-129 0,-12 3 70 16,-5 1-321-16,-7 1-430 0</inkml:trace>
  <inkml:trace contextRef="#ctx0" brushRef="#br0" timeOffset="23961.46">8051 1349 2553 0,'-17'7'21'16,"5"-2"52"-16,5-2 51 0,-1 1 62 16,8-4 41-16,0 0 29 0,-12 2 5 0,12-2-12 15,0 0-22-15,0 0-26 0,0 0-23 0,0 0-31 16,0 0-53-16,0 0-89 15,0 0-129-15,61-7-117 0,-24 0-162 0,1-3-228 16,2 3 1-16,-4-2 72 0,3 1-196 16,-7-4-243-16</inkml:trace>
  <inkml:trace contextRef="#ctx0" brushRef="#br0" timeOffset="24443.88">8827 1229 2084 0,'0'0'110'0,"0"0"74"0,0 0 38 16,-21-6 46-16,21 6 28 16,0 0 13-16,0 0-4 0,0 0-16 0,-8-4-25 15,8 4-27-15,0 0-23 0,0 0-25 16,15-10-14-16,-5 7-24 0,3-1-13 16,1-2-17-16,3 4-11 0,-4-4-8 0,0 2-13 15,0 1-2-15,-1-1-10 0,-1 2-14 16,-11 2-1-16,14-4-11 0,-14 4-9 0,11-2-6 15,-11 2-8-15,0 0-4 0,0 0 19 16,11 14 4-16,-9-8 2 0,0 5-9 16,1 1 3-16,-3 2 5 0,2-1-10 0,0 3 0 15,-2 1-2-15,1 0-1 0,1-1-7 16,2 1 3-16,-2-5-5 0,2 0-5 16,-3 0 6-16,1-4 0 0,0 2-6 0,0-4 10 15,2 0 8-15,-4-6 9 16,2 13 9-16,-2-13 0 0,2 8 4 0,-2-8-3 15,0 10 0-15,0-10 1 0,0 5 2 16,0-5 1-16,0 0 2 0,0 12 0 0,0-12 0 16,-2 10-5-16,2-10-4 0,2 8-5 15,-2-8-5-15,0 6-5 0,0-6-4 16,4 7-4-16,-4-7-8 0,5 8-19 16,-5-8-35-16,12 5-59 0,-7-5-77 0,-5 0-70 15,25-3-87-15,-11 3-71 0,-1-2-87 16,3-2-106-16,-2-2-147 0,2 4-57 15,-5-1 75-15,-2 2-477 0,-9 1-657 0</inkml:trace>
  <inkml:trace contextRef="#ctx0" brushRef="#br0" timeOffset="24644.81">8047 1792 3634 0,'-16'2'182'0,"3"2"11"0,4-2 8 0,9-2 8 0,-9 2 10 16,9-2-5-16,0 0-3 0,0 0-17 15,42-4-18-15,15-2-27 0,13 3-71 0,9-6-85 16,4 0-114-16,18-6-119 0,0-1-140 16,-24-1-192-16,-5-1-145 0,-8 1 73 0,-4 2-369 15,-21 5-489-15</inkml:trace>
  <inkml:trace contextRef="#ctx0" brushRef="#br0" timeOffset="25061.54">8373 1529 3107 0,'-21'2'222'0,"6"0"8"0,5-2-11 0,10 0 2 0,0 0 2 0,-15 0-12 16,15 0-17-16,0 0-24 0,0 0-58 15,0 0-105-15,33-17-151 0,-8 11-201 0,131-35-381 16,-113 31 81-16,-2 2 75 15,-13 3-276-15,-4-1-330 16</inkml:trace>
  <inkml:trace contextRef="#ctx0" brushRef="#br0" timeOffset="25462.06">8662 2116 2891 0,'-5'2'379'15,"5"-2"-52"-15,0 0-44 0,0 0-33 0,0 0-26 16,30-8-21-16,-5 4-61 0,13-5-91 15,7-1-119-15,16-2-125 0,-1 0-144 0,1-5-227 16,0 5-85-16,-5 1 77 0,-4-1-233 16,-9 3-293-16</inkml:trace>
  <inkml:trace contextRef="#ctx0" brushRef="#br0" timeOffset="37043.42">6150 4796 5649 0,'0'0'303'0,"0"-11"-158"0,0 11-39 0,0 0 31 0,0 0 75 16,0 0 22-16,0 0 3 15,11 22-16-15,-10-5-23 0,1 4-20 0,2 4-9 16,-2 9-16-16,3 0-11 0,-5-5-35 16,5-3-107-16,-3-2 0 0,0 0 0 0,0-5 0 15,-2-2 0-15,1-2 0 0,-1-3 0 16,0-2 0-16,0 1-42 0,0-2-264 0,0-2-87 16,0-7-85-16,0 8-56 0,0-8-61 15,0 0-66-15,0 0-89 0,0 0 65 0,2-35-589 16,0 18-735-16</inkml:trace>
  <inkml:trace contextRef="#ctx0" brushRef="#br0" timeOffset="37410.66">6231 4787 3262 0,'0'-17'-72'0,"-2"3"66"0,2 1 51 15,-2 6 43-15,0-2 23 0,2 2 20 0,0 7 6 16,0-10 3-16,0 10-8 0,2-10-11 16,-2 10-12-16,4-7-12 0,-4 7-11 0,0 0-9 15,0 0-8-15,0 0-11 0,28 12-6 16,-20-4-14-16,2 3-6 0,-3 1-3 15,-3 3-5-15,0 0-2 0,-1-1 1 0,-1 3-6 16,-2 2 2-16,-2 6 8 0,-1-3 5 16,-1-1 13-16,0-5 17 0,3 1 10 15,-1-3 7-15,0 0 8 0,2-2 15 16,2 0 12-16,1 0 7 0,1-4 9 0,0 3-10 0,1-1-20 16,2 0 1-16,-2-1-6 0,-1 1 1 15,2 2-3-15,-1 3-9 0,-1-4 3 16,1-1 1-16,-4 2 7 0,1 0 28 15,-2-2 6-15,0 1 14 0,-2 0 5 16,1 1 2-16,-4 0 0 0,-1 0-4 0,1 1-4 16,-3-1-11-16,-1 0-12 15,-1-3-12-15,-1 3-75 0,-5-4-32 0,1 1 0 0,-4-4 0 16,4-2 0-16,-1-3-3 16,2 0-220-16,4-3-96 0,-2-6-120 0,7-3-132 15,3-5-138-15,6-5-117 0,7-12 59 16,6 3-707-16,10-12-922 0</inkml:trace>
  <inkml:trace contextRef="#ctx0" brushRef="#br0" timeOffset="37775.61">6648 4593 3734 0,'4'-9'-88'0,"-2"1"67"16,-2 2 46-16,0 6 17 0,0 0 36 16,0 0 23-16,-7-5 22 0,7 5 16 0,0 0 5 15,-29 21 1-15,14-7 0 0,-4 7-3 16,1 0-6-16,3 3-14 0,0 1-10 0,2 1-6 15,5-6-12-15,2 1-6 0,2-6-4 16,4 3 4-16,2-2 9 0,5 1 18 16,-4-3 13-16,5 3-4 0,-1 2 9 15,7 7 4-15,-3-7 11 0,-2-1 3 0,1-1-1 16,1 3-8-16,-5 1 2 0,1 1 2 16,-2 0 10-16,-3 0 14 0,-2-3 10 0,-2 5 7 15,-3 0 10-15,2-3-50 0,-5 0-147 16,1-5 0-16,0 2 0 0,-2-3 0 0,0-3 0 15,2 0 0-15,-2-1 0 0,2-1 0 16,-1-3 0-16,-1-4 0 0,1 1 0 0,8-4 0 16,-15 0 0-16,6-7 0 0,1-4 0 15,-2-3 0-15,3-7 0 0,0-10-273 16,4 2-253-16,7-8-69 0,0-2-69 16,7 1-82-16,5-6-37 0,-3 11 67 0,4-1-606 15,0 3-780-15</inkml:trace>
  <inkml:trace contextRef="#ctx0" brushRef="#br0" timeOffset="37959.99">6618 4783 3516 0,'13'-17'0'15,"-1"-1"94"-15,-3 2 57 0,-2 4 59 0,2 2 47 16,-2 2 35-16,2-1 30 0,-3 4 1 16,2 1 11-16,-8 4 5 0,0 0-6 0,27 12-8 15,-16 0-21-15,0 4-21 0,3 11-25 16,1 0-26-16,-3 2-21 0,-1 2-18 0,-2-2-21 16,0-8-130-16,-4 0-42 0,1 0 0 15,-1-3 0-15,1-2 0 0,-3 1 0 16,2-5-167-16,1 0-106 0,-1-4-78 15,-1-1-92-15,1 0-115 0,-1-3-129 16,-4-4-117-16,0 0 72 0,0 0-688 0,0 0-872 16</inkml:trace>
  <inkml:trace contextRef="#ctx0" brushRef="#br0" timeOffset="38129.31">6805 4631 3964 0,'-8'-10'69'0,"4"2"62"0,1 2 47 16,1 0 45-16,2 6 39 0,-2-8 39 15,2 8 3-15,0 0-18 0,6-13-31 16,1 5-26-16,4 1-30 0,5-1-58 0,0-2-71 16,4-1-94-16,1 3-86 0,11 0-90 0,-1-1-122 15,3 2-140-15,-7 0-159 16,-4 5-120-16,-5 2 77 0,-4 1-516 0,-3 2-644 16</inkml:trace>
  <inkml:trace contextRef="#ctx0" brushRef="#br0" timeOffset="38525.68">6401 4316 3526 0,'-38'-15'88'0,"-6"10"0"0,-10 5 39 15,-13 15 39-15,-17 16 43 0,-1 15 31 16,3 12 36-16,-2 12 29 0,8 7 7 15,3 7-3-15,12 5 2 0,16 4 2 0,17 2 3 16,14-3 2-16,20-17-4 0,18 15-24 16,19-6-22-16,16-13-29 0,18-3-63 15,9-12-176-15,9-11 0 0,9-11 0 0,0-12 0 16,-3-11 0-16,-17-13 0 0,-4-10 0 0,16-7 0 16,-9-5 0-16,-3-10 0 0,-8 0 0 15,-6-7 0-15,-7-6 0 0,-17 4 0 16,-6-5 0-16,-6-5 0 0,-5-6 0 15,-8-2 0-15,-5-8 0 0,-10-3 0 0,-12-6 0 16,-8-22 0-16,-9 7 0 0,-11 8 0 16,-6 10 0-16,-6 11 0 0,2 24 0 0,-9 13 0 15,-3 8-145-15,-8 16-78 0,-3 11-60 16,-7 9-75-16,-15 14-71 0,-1 10-73 16,-1 9-111-16,1 3-188 0,8 2 67 0,3 3 86 15,9-3-527-15,5-2-641 16</inkml:trace>
  <inkml:trace contextRef="#ctx0" brushRef="#br0" timeOffset="39675.54">3905 4674 2886 0,'0'0'-218'0,"3"5"32"0,-3-5 19 0,0 0 25 0,0 0 11 0,4 5 13 0,-4-5 12 15,0 0 10-15,0 0-7 0,0 0-15 16,0 0-22-16,0 0-62 0,0 0-193 0,0 0 95 15</inkml:trace>
  <inkml:trace contextRef="#ctx0" brushRef="#br0" timeOffset="39975.42">5836 3693 1193 0,'0'0'82'0,"0"0"2"0,0 0-7 16,0 0-1-16,0 0 9 0,0 0 12 16,0 0 14-16,0 0 5 15,0 0-1-15,-16 6-10 0,16-6-5 0,0 0-14 0,0 0-8 16,0 0-6-16,0 0-13 15,0 0-3-15,0 0-9 0,0 0-2 0,0 0-26 16,-10 1-42-16,10-1-60 0,0 0-87 16,-8 3-142-16,8-3-154 0,-9 4-95 0,9-4-63 15</inkml:trace>
  <inkml:trace contextRef="#ctx0" brushRef="#br0" timeOffset="40343.06">8276 5208 1767 0,'0'0'107'0,"-12"3"-16"0,12-3-32 0,-9 2-9 0,9-2-11 0,0 0-20 0,-14 0-42 0,14 0-71 0,0 0-104 16,-13-4-182-16,13 4-109 0,-9-5 5 16</inkml:trace>
  <inkml:trace contextRef="#ctx0" brushRef="#br0" timeOffset="40624.19">5764 7715 1610 0,'-5'3'146'0,"1"1"-66"15,-2 0-79-15,6-4-51 0,-10 3-47 0,10-3-100 16,-9 3-311-16,9-3-13 0</inkml:trace>
  <inkml:trace contextRef="#ctx0" brushRef="#br0" timeOffset="74119.94">14870 15184 4461 0,'0'0'127'0,"-23"0"-12"0,13-1-20 0,10 1 12 0,-12 0 5 0,12 0 21 0,0 0 1 15,0 0-18-15,0 0-15 0,0 0-5 0,0 0 3 16,79-8 0-16,-3 1-5 0,38-6-7 16,18-1-9-16,12-2-12 0,5-1-6 0,2 1-15 15,-10-5-38-15,-2 4-28 0,-9 0-2 16,-8 3-4-16,-14 2-2 0,-26 1-18 0,-10 2-4 15,-11 0-20-15,-16 3-1 16,-9 1-4-16,-10 3-6 0,-2-2-10 0,-10 1-18 16,-2 0-48-16,-4 2-52 0,-8 1-53 15,3-3-75-15,-3 3-100 0,0 0-175 0,0 0-1 16,0 0 70-16,0 0-257 0,0 0-287 16</inkml:trace>
  <inkml:trace contextRef="#ctx0" brushRef="#br0" timeOffset="74401.84">16684 14841 2524 0,'0'0'291'0,"-12"2"-26"0,12-2-27 16,0 0-5-16,0 0 3 0,0 0-1 16,27 25-14-16,-11-13-17 0,-2-1-22 0,8 7-17 15,-4 2-16-15,2 3-9 16,-8 1-18-16,1-4-15 0,-4-1-6 0,-6 2-12 15,-1-3-5-15,-4-1-6 0,1 4-11 16,-7 2-5-16,-5 3-4 0,-2-1-5 0,-5 1-7 16,-2-2-7-16,-3-2-7 0,-2-1-41 15,0-1-47-15,-1-3-55 0,-3-1-77 16,8-3-93-16,7-9-119 0,-2-1-158 16,3-3-144-16,3-2 69 0,3-1-416 0,9 3-521 15</inkml:trace>
  <inkml:trace contextRef="#ctx0" brushRef="#br0" timeOffset="75304.37">17593 14843 2786 0,'0'0'-31'0,"-3"-10"41"0,3 10 35 0,0-10 47 0,0 10 49 15,0-11 36-15,0 11 31 0,-1-10 25 16,1 10 12-16,-2-7 2 0,2 7-6 0,-4-8-20 16,4 8-28-16,0 0-17 15,0 0 26-15,0 0-8 0,-20 25 7 0,0 2-3 0,-3 10-3 16,2 0 0-16,1 7 1 15,-5-1-6-15,2-2-12 0,6-9-15 0,-1 1-7 16,-1-1-11-16,4-2-10 0,0-5-13 16,3-6-13-16,3-2-10 0,4-5-6 0,-2-1-8 15,4-4-7-15,-1 1-2 0,2-5-10 16,2-3-11-16,0 0-23 0,0 0-24 0,6-23-27 16,-1 2-32-16,9-15-38 0,5-13-43 15,2-3-15-15,0-3-1 0,8-3 14 16,-11 1 12-16,9 4 16 0,-6 3 9 15,2 13 15-15,-8 6 9 0,-1 5 20 0,-7 7 19 16,2 3 15-16,-3 5 11 0,0 2-1 16,-2 6 38-16,2 1 38 0,-6 2 6 0,0 0 6 15,23 15-8-15,-7-3-8 0,-2 2-1 16,8 6-5-16,0 3-7 0,1-3-5 16,2 2-5-16,-2 2-6 0,-3-4 1 0,1 1-9 15,-6-8 2-15,-1 1-7 0,-3-7 1 16,-4 1 4-16,2-2-5 0,-5 2 3 0,1-4-5 15,1 2 7-15,-5-1 7 0,1 0 2 16,-2-5-4-16,0 0 4 0,0 0-3 16,-11 9-4-16,11-9-5 0,0 0-1 15,-28-9-5-15,13 6-4 0,-1-2 4 0,1 2-13 16,0-2-20-16,2 4-19 0,-1 0-32 16,-1-1-35-16,-1 2-34 0,3 3-34 0,1-2-43 15,-1 5-57-15,1-1-84 0,1 0-88 16,2 2-112-16,5-3-195 0,4-4-6 0,2 8 91 15,-2-8-531-15,21 2-659 0</inkml:trace>
  <inkml:trace contextRef="#ctx0" brushRef="#br0" timeOffset="75685.86">18372 14694 3151 0,'6'-10'64'0,"-5"2"40"0,-1 1 25 0,0 0 30 0,0 7 26 0,0-9 14 15,0 9 11-15,-3-6 2 0,3 6-8 0,0 0-2 0,-21 0 0 16,21 0 5-16,-26 8 0 0,4 1-10 16,-4 3-14-16,1 5-17 0,1 1-13 0,-1-2-10 15,7-2-16-15,11-3-15 0,-1 2-5 16,8-3-1-16,2 2-23 0,6-4-3 16,1 5-17-16,3-3-4 0,3 1-7 0,2 1-12 15,0 0-19-15,0-4 5 0,3 1-8 16,-7 1-4-16,1-3 6 0,-2 3 23 15,1-3-7-15,-2 0 2 0,-6 1 32 16,2 1 36-16,-3-3 33 0,0 3 27 0,-4 0 12 16,0-2 6-16,-6 3-158 0,3-2-26 15,-5 1 0-15,-4-1 0 0,1-1 0 0,-2 0 0 16,-1 0 0-16,0-2 0 0,0-2 0 16,-1-1 0-16,1 0 0 0,-1-4 0 0,1 0 0 15,14 2 0-15,-18-1-501 16,10 1-225-16,8 0-213 0,-10-5 77 0,10 5 89 0,0 0-720 15,0 0-940-15</inkml:trace>
  <inkml:trace contextRef="#ctx0" brushRef="#br0" timeOffset="76118.16">19260 14723 4266 0,'6'-11'-78'0,"-4"0"62"0,4 1 53 16,-4 2 42-16,-1 2 45 0,-1 6 37 16,2-13 22-16,-2 7 9 0,0 6 2 15,-2-11-11-15,2 11-16 0,-5-11-4 0,-2 8-8 16,-4 0 0-16,11 3-3 0,-34 3-1 16,13 2-6-16,-13 5-10 0,1 1-11 0,5 6-8 15,-3-2-7-15,7 1-18 0,7-3-6 16,6-1-9-16,2-2-1 0,7 0-5 0,2 3-7 15,4-1-5-15,6-2-8 16,1 3-3-16,3-1-6 0,3-1 1 0,0 1-5 16,2 0 3-16,0-1 5 0,1-1-2 15,-4 0 6-15,4-1 12 0,-6 1 6 16,0-2 5-16,-3-1-4 0,-1-1 13 0,0-2-48 16,-5 2-33-16,1-4 0 0,-6-2 0 15,9 10 0-15,-9-10 0 0,2 5 0 0,-2-5 0 16,0 0 0-16,-17 14 0 15,8-10 0-15,-3 2 0 0,3-3 0 0,-3 2 0 0,1-3 0 16,2 1 0-16,-2-3 0 16,11 0-48-16,-14 0-566 0,14 0-146 0,-11-5-163 0,11 5 79 15,-5-5-857-15,5 5-1136 16</inkml:trace>
  <inkml:trace contextRef="#ctx0" brushRef="#br0" timeOffset="76319.17">19457 14734 4959 0,'9'-12'24'0,"-4"2"49"0,6 3 49 16,-8 0 41-16,5 3 38 0,-8 4 1 0,9-5 15 16,-9 5 1-16,0 0-12 0,0 0-11 15,21 16-20-15,-15-6-18 0,-3 4-15 0,4 1-16 16,-3 0-14 0,-3 5-11-16,1-4-62 0,-2 1-74 0,0 3-78 0,0-3-77 15,-2-2-79-15,2-1-97 0,0-1-103 16,0 0-118-16,-3-4-193 0,3-1 67 0,-2 0 71 15,2-8-470-15,0 5-580 0</inkml:trace>
  <inkml:trace contextRef="#ctx0" brushRef="#br0" timeOffset="76451.87">19563 14638 2950 0,'-6'-10'110'0,"3"2"34"0,-1 4-9 15,0 1-14-15,4 3-6 0,-3-8-9 0,3 8-31 16,-4-5-63-16,4 5-85 0,0 0-90 15,0 0-125-15,0 0-185 0,0 0-64 16,0 0 64-16,0 0-126 0,30 11-99 16</inkml:trace>
  <inkml:trace contextRef="#ctx0" brushRef="#br0" timeOffset="77135.52">19654 14771 1686 0,'0'0'156'0,"0"0"24"0,0 0 5 16,0 0 18-16,-3 9 27 0,3-9 17 0,0 0 6 15,1 8-5-15,-1-8-21 0,13 12-19 16,-8-6-18-16,1 0-21 0,-3 2-16 16,6 1-15-16,-4-3-13 0,-1 2-13 15,1 2-12-15,1-5-9 0,-4 3-6 0,1-2-10 16,-3-6-6-16,5 12-6 0,-3-6-7 16,-2-6-7-16,4 10-5 0,-4-10-2 15,0 9-5-15,0-9-9 0,0 0-12 0,0 0-10 16,0 0-11-16,0 0-13 0,0 0 7 15,0 0-3-15,0 0 1 0,13-29 10 0,-8 19 6 16,3 2 10-16,-2 1 5 16,1 1-1-16,-1 0 1 0,-6 6-2 0,16-4 4 0,-16 4-3 15,13 2-2-15,-13-2-5 0,13 6 2 16,-3 0 1-16,-3-1-5 0,0-1 2 16,4 4 0-16,-2-3-2 0,-4-2 2 15,6 1-2-15,-11-4 2 0,12 5-1 0,-12-5-2 16,13 0 1-16,-13 0-3 0,18-3-2 15,-9-1-9-15,1-1-14 0,3-4-12 16,1-2 1-16,1 1 7 0,1-2 1 0,-3 4 7 16,-4-1 6-16,1 5 11 0,-3-2 8 15,1 0 11-15,-3 6 8 0,-5 0 14 0,0 0 10 16,0 0 4-16,20 6-3 0,-20-6-3 16,5 10 1-16,-1-3 0 0,-2-1-7 0,-2-6-5 15,5 12 0-15,0-6-3 0,-1 0-3 16,-4-6-8-16,9 5-11 0,-9-5-14 15,13 4-9-15,-13-4-10 0,16 0-1 16,-16 0-8-16,21-7-3 0,-12 3-1 0,4-4 4 16,-1 2 2-16,1-2 5 0,-3 0 1 15,-1 3 1-15,-1 1 9 0,-3-2 7 16,4 2-3-16,-9 4 3 0,7-2 0 0,-7 2 11 16,0 0 5-16,0 0 4 0,0 0 3 15,0 0 0-15,7 15-2 0,-7-15-5 0,0 10 1 16,0-10-1-16,2 10-6 0,-2-10-12 15,0 10-22-15,0-10-19 0,6 9-19 0,-6-9-26 16,8 4-43-16,-2-4-60 16,-6 0-51-16,16-3-49 0,-4-1-41 0,1-6-49 15,3-5-23-15,2-7-14 0,5-3-6 16,1-13 6-16,0-5-438 0,-1-4-343 0</inkml:trace>
  <inkml:trace contextRef="#ctx0" brushRef="#br0" timeOffset="77318.09">20514 14470 2133 0,'19'-62'-75'0,"-2"11"64"0,-2-5 53 0,5 3 53 0,-6 5 61 0,-5 16 50 0,-4 8 12 0,1 7 15 0,-4 7 28 15,-2 6 27-15,0 4 28 0,0 0 28 16,-11 34 23-16,-7 13-8 0,1 7-23 0,-4 7-23 16,6 6-12-16,2 3 12 0,5 1-2 15,8-1-27-15,8 1-26 0,4-2-22 0,2-6-22 16,4-8-24-16,-5-7-24 16,-2-15-46-16,3-2-50 0,-5-11-62 0,0-3-95 15,1-4-84-15,1-3-78 0,2-2-83 16,-2-3-94-16,1-5-102 0,1 0-155 0,-1-1-111 15,8-1 69-15,-4 0-655 0,4-1-833 16</inkml:trace>
  <inkml:trace contextRef="#ctx0" brushRef="#br0" timeOffset="78234.47">21655 14930 4168 0,'-16'11'131'0,"-2"3"3"0,3 0 9 0,-4 5 18 0,6 1 13 0,3-5 8 0,3 2 3 16,1-3 1-16,2 2 0 0,6 1-8 0,2 0-17 16,3-3-15-16,7 0-15 0,5-1-16 15,7 0-10-15,-1-1-32 0,-2-7-41 16,4-4-35-16,2 1-32 0,0-4-27 16,5-4-12-16,-4-3-12 0,1-1 2 0,-13-4 10 15,-4 1 6-15,-3-7 9 0,-4 2 4 16,-3-7 6-16,-6-2 4 0,-1-9 11 0,-1-4 8 15,-5 1 8-15,-5-8 8 0,3 12 11 16,-2 2 6-16,1 6 8 0,1 7 1 0,-1 5-5 16,1 5 4-16,0 7 1 0,-3 3 2 15,1 1-1-15,-1 8 0 0,-3 2-2 0,1 2-1 16,4 3-3-16,2 0-2 0,-2 1 3 16,9 0-1-16,1-3-1 0,2-2-1 15,3 3 5-15,10-1-3 0,1 1-3 0,6-5 0 16,4-6 1-16,13 4 0 15,2-5-1-15,5-1 0 0,0-2-1 0,0 2 2 16,-4-1-1-16,0 0 4 0,-10 3 8 16,-5 0 11-16,-1 1 13 0,-2 2 25 0,-1 1 16 15,-6 1-2-15,0 3 14 0,-4-3 16 16,1 1 18-16,-2 0 4 0,-1 1 11 0,-1-1-6 16,0-2-1-16,-3 1-6 0,3-1-7 15,-5 1-3-15,4-1-14 0,-4 1-12 0,5 2-7 16,-3-2-11-16,3 3-22 0,-4 1-57 15,4-3 0-15,-1 4 0 0,-1-2 0 16,-1-3 0-16,0 3 0 0,-1-2 0 0,-1-2 0 16,1 1 0-16,-2 0 0 0,0-2 0 15,0-3 0-15,-1 3 0 0,-1-2 0 16,0-5 0-16,-1 14 0 0,-5-7 0 16,0 1 0-16,-4-1 0 0,5 0 0 0,-8 3 0 15,1-3 0-15,1 4 0 0,0-4 0 16,0-1 0-16,0 1 0 0,4-2 0 0,-1-1 0 15,0-1 0-15,5 1 0 0,3-4 0 16,-10 6 0-16,10-6 0 0,-7 3 0 0,7-3 0 16,0 0-370-16,0 0-213 15,0 0-156-15,-5-15-152 0,5 15 74 0,0 0-812 16,10-12-1069-16</inkml:trace>
  <inkml:trace contextRef="#ctx0" brushRef="#br0" timeOffset="78567.89">23219 14599 4856 0,'-8'-10'88'0,"6"4"-4"0,-1 1-8 16,3 5 8-16,0 0 25 0,0 0 18 0,-22 31 22 0,8-4 2 0,3 6 0 15,-4 3-19-15,0 10-8 0,4 0-17 16,-7 0 11-16,7 2-10 0,1-11-17 0,3-2-46 16,-4 0-52-16,0 1-67 0,6-5-63 15,-3-7-75-15,3-5-76 0,-1-3-64 0,0-3-40 16,0-3-59-16,1-2-88 0,-1-5-106 15,6-3 41-15,-3 3-382 0,3-3-463 16</inkml:trace>
  <inkml:trace contextRef="#ctx0" brushRef="#br0" timeOffset="78934.19">23169 14626 2559 0,'7'-13'-18'16,"1"0"30"-16,0 4 17 0,-3 5 22 15,4 0 36-15,5 1 27 0,-3 3 12 16,-11 0 7-16,31 4-1 0,-13 1 8 0,1 5 8 15,-1 2-2-15,2-1 1 0,-5 1 2 16,-2 2 1-16,0 2 5 0,-5-1 15 0,-4 0 20 16,-2 2 29-16,-4-1 17 15,-6 3 19-15,-3 6-17 0,-7-1 11 0,2-1-12 16,0-6-9-16,7-5-14 0,1-1-23 16,3-1-18-16,-2-3-15 0,4 1-15 0,-1 2-16 15,2 2-6-15,4-1-13 0,0-1-9 16,-2 4-13-16,2 0 1 0,-2 1-11 0,0 2 2 15,0 0-1-15,-4 5 11 0,0-1-5 16,1 2-83-16,-5-1 0 0,-6 7 0 0,3-2 0 16,-1-6 0-16,-4 3 0 0,2-4 0 15,3-6 0-15,0 1 0 0,0-4 0 16,0-4 0-16,0-1 0 0,-1-1 0 16,5-3 0-16,-2-2 0 0,9 0 0 0,-9-13 0 15,11 2-425-15,12-18-196 0,13-18-127 16,9-3-114-16,16-18 56 0,7 2-802 15,5 2-1049-15</inkml:trace>
  <inkml:trace contextRef="#ctx0" brushRef="#br0" timeOffset="79251.12">23839 14576 4279 0,'12'-6'-31'15,"-6"0"61"-15,-1 0 37 0,-5 6 33 16,8-6 36-16,-8 6 27 0,0 0 14 0,6-5-3 16,-6 5-10-16,0 0-20 0,0 0-3 15,0 0 9-15,0 0 5 0,-15 33 2 16,4-14-12-16,-9 4-14 0,1 5-12 0,4-1-9 15,-1 1-11-15,9-4-11 16,1-1-28-16,4 0 2 0,4 2-14 0,2-2-6 16,0 1 2-16,6 7-9 0,-1-4 10 15,-2 2-5-15,5-5 19 0,-4-3 9 0,-3 1 11 16,1-1 7-16,-2-1 10 0,-2-3 12 16,-2 1 13-16,0-1 14 0,-2 1 4 0,-2-1-4 15,-2-2-44-15,-3-1-91 0,1 0 0 16,-1-2 0-16,-4 3 0 0,1-5 0 0,-3-3 0 15,-1 0 0-15,1-2 0 0,2-4 0 16,-2 0 0-16,1-2 0 0,-3-2 0 0,5-5-240 16,1-3-146-16,8-4-81 15,1-7-60-15,7-16-51 0,11-7-74 0,2 4-88 16,7 2 41-16,8 3-628 0,-7-1-784 16</inkml:trace>
  <inkml:trace contextRef="#ctx0" brushRef="#br0" timeOffset="79617.69">24366 14570 3902 0,'-7'-15'127'0,"0"5"16"15,3 0 7-15,1 4 7 0,3 6 11 0,-6-4 39 0,6 4 24 0,0 0 13 0,-3 20-7 0,1-7-18 16,2 5-21-16,0 3-17 0,0 4-25 0,2 3-17 15,-1 9-17-15,1-1-33 16,0-5-63-16,-2-5-68 0,2 2-61 0,-2 7-83 16,0-6-95-16,-2-2-110 0,-5 3-138 15,0-2-221-15,-6 1 59 0,2-3 84 0,-10-1-453 16,0-3-532-16</inkml:trace>
  <inkml:trace contextRef="#ctx0" brushRef="#br0" timeOffset="79800.28">24205 14667 3414 0,'5'-12'303'16,"-3"4"-10"-16,0-1-9 0,-2 9 23 0,5-8 29 15,1 7-5-15,-6 1-25 0,17-1-31 0,-2 1-28 16,3 0-26-16,2-2-65 0,3 2-93 16,-2 0-104-16,8 2-112 0,-2-2-143 15,-7 1-163-15,-1 0-226 0,-6 2-58 0,-3-2 84 16,-8 3-531-16,-2-4-656 0</inkml:trace>
  <inkml:trace contextRef="#ctx0" brushRef="#br0" timeOffset="80917.22">20875 14737 3648 0,'0'0'150'0,"-9"20"-1"0,6-14 10 0,-3 4 22 0,3 3 9 0,1-2 10 0,-4 1-7 0,2 4-6 15,4-4-7-15,-1 2-17 0,1 1-13 0,1-3-19 16,3 0-7-16,2-2-9 0,-1 2-11 16,3-3-8-16,0-2-12 0,1-2-19 15,-1-4-16-15,1 1-5 0,-1 0 10 0,-8-2-18 16,17 0-2-16,-17 0-1 0,14-8 0 15,-11 4 8-15,1-4 6 0,-2-3-1 0,0-3-1 16,-2 1-6-16,0-5-2 0,-2 1-1 16,-4-2-2-16,3 1-5 0,-1 4-10 0,-3 0-6 15,2 4-10-15,-1 3-44 0,-3 5-38 16,9 2-46-16,-17 4-52 0,4 2-81 0,-3 6-83 16,3 2-85-16,1 1-88 0,5-2-110 15,1-3-47-15,4 0 50 0,4-1-421 0,4-1-516 16</inkml:trace>
  <inkml:trace contextRef="#ctx0" brushRef="#br0" timeOffset="81204.2">20985 14866 2845 0,'3'-5'130'16,"-1"2"72"-16,-2 3 16 0,0 0 13 15,0 0 15-15,0 0 20 0,0 0 13 0,0 0-22 16,0 0 4-16,-20 20-2 0,14-11-35 16,-2-1-24-16,4 1-17 0,1-2-18 0,1 0-19 15,0-1-11-15,2-6-19 0,4 14-4 16,-1-11-21-16,-3-3-20 0,14 6-10 0,-14-6-17 15,22-2-10-15,-6-3 18 16,-1-2-22-16,1 0 1 0,-4-1 8 0,2 1 14 16,-3 0 7-16,1 3 18 0,-4-1 9 15,-3 1 3-15,-5 4-7 0,13-4-13 0,-13 4-5 16,0 0-7-16,0 0-9 0,14 8-3 16,-12-2-5-16,0 4 1 0,0-2-9 0,0 3-41 15,-2-1-50-15,0 0-54 0,0 2-52 16,1 2-72-16,-1-2-75 0,-1 1-99 15,-1 1-89-15,0 1-143 0,-4 3-137 0,5 0 76 16,-3 7-610-16,-5 10-771 16</inkml:trace>
  <inkml:trace contextRef="#ctx0" brushRef="#br0" timeOffset="82383.39">21728 14818 3923 0,'-12'-10'89'0,"7"-3"6"0,-1 4 10 0,4-2 18 0,2 1 30 0,2-1 23 0,6 1 21 0,2 0 18 0,1 1 1 0,4 3-16 16,0 2-2-16,0 4 0 0,3 4-2 0,-1 6 2 16,0 2 1-16,2 12-7 0,-6 3-6 15,-3 2-7-15,-8 1 1 0,-4 6 4 16,-8-1 1-16,-1 2-7 0,-8 7-3 0,-4-3-12 16,-3-2-75-16,-5-4-88 0,3-4 0 15,1-5 0-15,0-4 0 0,2-1 0 0,2-5 0 16,5-3 0-16,-2-6 0 0,5-2 0 15,2-5 0-15,0-4 0 0,-1-3 0 16,5-5 0-16,-1-6 0 0,4-17 0 0,4-4 0 16,7-5 0-16,6-10 0 0,5 1 0 15,4 7 0-15,1 4-53 0,-6 15-29 16,4 4 8-16,-4 9 6 0,1 6 8 0,-5 7 19 16,1 1 22-16,-12 0 22 0,28 15 17 15,-7 4 6-15,-2 2 12 0,4 4 7 0,-1 1 5 16,5-1-2-16,0 0 1 15,0-1-7-15,0-2-4 0,-3-5-2 0,1 1-34 16,-2-10-2-16,-4-2 0 0,0-2 0 16,4-5 0-16,-2-2 0 0,2-1 0 0,7-12 0 15,-1-3 0-15,-2-5 0 0,1-12 0 16,5-3 0-16,-7-7 0 0,0-6 0 0,-2-5 0 16,-3-3 0-16,-5 2 0 0,-2 4 0 15,-3 19 0-15,-3 2 0 0,-4 12 0 0,-4 4-16 16,-6 9-4-16,-1 6 13 0,7 2 16 15,-37 21 7-15,14-1 2 0,-2 7-18 0,7 2 0 16,2 5 0-16,9 0 0 0,3-5 0 16,10 5 0-16,3-1 0 0,7-2 0 15,5-5 0-15,1 1 0 0,10 4 0 16,-7-8 0-16,2 0 0 0,-4 0 0 0,0-1 0 16,-2-3 0-16,-6 1 0 0,-5-5 0 15,-7 2 0-15,-1 0 0 0,-6-1 0 16,-1 5 0-16,-15 7 0 0,0-3 0 0,-5 0 0 15,-5 4 0-15,3-4 0 0,-4-3 0 16,7-1 0-16,-3-4 0 0,0-2 0 0,7-1 0 16,0-4 0-16,5-1 0 0,2-2 0 15,0 0 0-15,1-4-333 0,1 3-561 0,0-3-61 16,0 0 110-16,0 0-911 16,2 4-1188-16</inkml:trace>
  <inkml:trace contextRef="#ctx0" brushRef="#br0" timeOffset="82786.89">17446 16220 5114 0,'-51'-9'-23'0,"9"4"-8"0,0-5 5 0,6 4 3 0,9-2 23 0,5 2 43 0,10 1 44 16,0-4 15-16,11-1-10 0,6-2-12 15,29-16-12-15,27-1-6 0,44-9-2 16,32-1-8-16,79-1-5 0,24 1-25 0,29 3-8 16,34 6-13-16,25 0-9 0,24 6 2 15,21 0-9-15,8 9-4 0,25 3 7 16,-1 1 5-16,-4 1 36 0,-12 5 20 0,-17 2 25 15,-33-2 20-15,-34 3 19 0,-35-2-5 16,-87 0-3-16,-27-2-9 0,-30 2-7 0,-40 2-9 16,-19-3 11-16,-18 1 0 15,-11 2 10-15,-11-1-23 0,-9 0-8 0,-11 3-10 0,-7 0-11 16,0 0-35-16,0 0-61 16,0 0-65-16,-41 0-84 0,21 0-106 0,-3 6-140 15,1 0-192-15,-1-1-154 0,-10 7 87 16,5 0-606-16,3-2-765 0</inkml:trace>
  <inkml:trace contextRef="#ctx0" brushRef="#br0" timeOffset="86516.26">25340 15063 4674 0,'-10'3'40'0,"-2"-3"-18"0,12 0-1 0,-9 4-11 0,9-4 1 0,0 0 27 0,0 0 31 16,0 0 2-16,25 7-8 0,1-5-8 0,18-1-4 16,10-1-7-16,14 3-7 0,8 0-47 15,1-3-83-15,-5-3-97 0,-1 0-104 0,-5-4-143 16,-5-1-237-16,-1-3 59 0,-21 1 77 16,-5 2-263-16,-12-3-289 0</inkml:trace>
  <inkml:trace contextRef="#ctx0" brushRef="#br0" timeOffset="86766.26">25913 14907 2399 0,'11'-6'42'0,"2"5"12"0,1 1 38 16,3 1 36-16,4 5 23 0,2 3 22 0,8 5 13 16,-3 6 1-16,-3-1 3 0,-1 5-3 15,-2 2 10-15,-7 3 8 0,-4 0 8 0,-7-2 14 16,-8-5 3-16,-3 10 2 0,-9 0-10 15,0-4-7-15,-7-1-17 0,-2-2-17 0,0-1-21 16,-2-5-11-16,1-2-12 0,-3-3-19 16,8-4 0-16,2-2-44 0,2-4-55 15,1-1-55-15,5-3-70 0,0 0-89 16,3-6-117-16,1 1-126 0,5-3-185 0,2-5-139 16,3 3 79-16,5-6-517 0,7-7-665 0</inkml:trace>
  <inkml:trace contextRef="#ctx0" brushRef="#br0" timeOffset="87532.75">27137 14928 3274 0,'11'-15'-45'0,"-3"7"29"0,-2 0 40 0,-3 2 42 0,-1-1 41 0,-2 7 22 0,0-14 17 16,-4 8 12-16,-3 0 5 0,-9 3 4 15,0 2 6-15,-13 1-10 0,-12 1-2 0,0 6-2 16,-4 1-8-16,-5 6-7 0,-2 3-12 15,7 4-13-15,2 0-12 0,13-5-13 0,5 2-10 16,6-2-9-16,9-1-4 0,5 0-7 16,3-1-4-16,5 3-5 0,8-1-6 15,5 6-4-15,11 1-3 0,2-3-1 0,3 0-7 16,2-3-7-16,6 6-3 16,-10-7-1-16,1 1-1 0,-6-4-1 0,-4 0-8 0,-5-4 0 15,-5 0 17-15,-4 2 29 16,1-3 45-16,-7 1 30 0,1-1 19 0,-4-1 6 15,-3 3 3-15,-3-1 1 0,-4-1-4 16,-4 4-11-16,-4-4-13 0,-2-1-16 0,1-3-12 16,-2 2-10-16,4-2-10 0,0-4-51 15,0 0-36-15,2 0 0 0,1-3-38 0,3 0-154 16,4-3-99-16,1 1-111 0,2-1-124 16,6-3-138-16,0 2-201 0,6-3 74 15,-1 3 93-15,7-3-569 0,1 1-726 0</inkml:trace>
  <inkml:trace contextRef="#ctx0" brushRef="#br0" timeOffset="88349.21">27438 14495 3356 0,'-2'-25'-43'0,"-4"3"31"0,5 3 42 0,-2 2 34 0,-1-1 35 0,0 1 41 16,2-1 23-16,1 1 26 0,1 1 25 15,0 3 11-15,-2 0-23 0,0 2-27 0,2 3-23 16,0 8-11-16,0 0 42 0,0 0 20 16,-6 49 10-16,3 5-1 0,-7 10 5 15,-2 2-10-15,1 7-17 0,-2 19-11 16,1-19-14-16,0 1-14 0,1-3-9 16,-2-5-19-16,1-4-12 0,1-4-13 0,-1-8-8 15,5-8-8-15,0-6-10 0,-5-4-9 16,6-8-3-16,0-5-17 0,3-2-50 0,-1-5-55 15,0 0-52-15,4-3-41 0,-1-3-75 16,-1-2-82-16,2-4-95 0,0 0-89 0,0 0-90 16,0 0-129-16,3-23-38 0,1 3 78 15,-2 5-477-15,2-3-619 0</inkml:trace>
  <inkml:trace contextRef="#ctx0" brushRef="#br0" timeOffset="88515.48">27187 15124 3263 0,'-14'-9'50'0,"3"3"44"0,-2-1 46 0,6 5 48 16,7 2 26-16,-11-6 23 15,11 6 8-15,-7-3 1 0,7 3-20 0,0 0-20 16,-11-5-19-16,11 5-17 0,0 0-17 16,0 0-17-16,0 0-8 0,41-3-55 0,-21 3-72 15,7-3-89-15,13-2-113 0,1 0-115 16,-2-4-132-16,11-4-174 0,-8 2-72 0,-1 3 68 16,-4 1-382-16,-1-3-482 0</inkml:trace>
  <inkml:trace contextRef="#ctx0" brushRef="#br0" timeOffset="88949.12">27579 15073 2943 0,'-12'10'18'0,"1"-2"39"16,4 1 25-16,-4-3 28 15,4 0 16-15,3-2 12 0,4-4 3 0,-7 9 1 16,0-5 10-16,7-4 12 0,2 8-4 16,-2-8-15-16,11 4-15 0,-11-4-11 0,16 0-8 15,-16 0-14-15,21-4-8 0,-10 0-8 16,0 0-3-16,-2-1 12 0,0-1-4 15,-1-3 1-15,0-3-8 0,-4-2-4 0,1 1-2 16,-3-6-2-16,-2 2-8 16,0-4-4-16,-2-1-9 0,-2 0-2 0,3 3 6 15,-1 2 1-15,-2 5-3 0,2 0-10 16,0 0-5-16,0 2-5 0,-2 6-1 0,4 4-3 16,-9-7-6-16,9 7-1 0,-11-1-6 15,11 1 0-15,0 0-5 0,-11-5 7 0,11 5 0 16,0 0-2-16,0 0 2 0,0 0-1 15,47-4-2-15,-24 2-5 0,3 0 1 0,-2 4 0 16,5 0 6-16,-4 2 10 0,-4 4 17 16,8 5 10-16,-4 5 2 0,-9 2 10 15,2 5 4-15,-7-5 9 0,-4 0-6 0,0-1-5 16,-5 0-1-16,2 0-9 16,-4-1-9-16,0 0-2 0,1-5-8 0,-1 3 0 15,0-3-44-15,0 2-64 0,0-5-69 16,0 4-70-16,0-7-74 0,0 1-68 0,4 1-47 15,0-4-54-15,-4-5-86 0,7 3-95 16,-7-3-39-16,0 0-515 0,27-13-651 0</inkml:trace>
  <inkml:trace contextRef="#ctx0" brushRef="#br0" timeOffset="89249.06">28082 14996 3091 0,'3'-12'-43'0,"-1"-1"48"0,0 1 46 0,0 5 44 0,-2 0 35 0,2 0 34 0,-2 7 20 0,3-16 20 0,-3 12 5 0,0 4-10 16,0-9-21-16,0 9-18 0,0 0-25 15,0 0-9-15,0 0-13 0,0 0-8 16,0 0-11-16,0 0-11 0,11 27-6 0,-10-11-6 16,3-1-11-16,0 2-1 0,1-1-5 15,0-1-6-15,1-1-7 0,1-1-2 16,-2 2-3-16,5-3-4 0,0-1 1 16,-3-2-3-16,3-3-3 0,2-1-3 0,-3-1 4 15,2-2-5-15,-11-2-1 0,23-4-4 16,-11 2 2-16,1-6-3 0,-2-1-2 0,3-4-3 15,2-9 15-15,-2 3-6 0,-3 2 0 16,1-1-7-16,0 1-25 0,-3-1-33 0,-2 7-48 16,1-1-71-16,-2 4-92 15,-4 2-84-15,-2 6-82 0,2-4-127 0,-2 4-141 16,0 0 58-16,0 0-376 0,0 0-481 16</inkml:trace>
  <inkml:trace contextRef="#ctx0" brushRef="#br0" timeOffset="89485.51">28716 14945 2695 0,'-3'-9'63'15,"-3"3"27"-15,1 0 23 0,-2 1 23 16,-2 2 16-16,9 3 23 0,-18-3 5 16,18 3 3-16,-28 8-18 0,7 0-12 0,4 4-16 15,-8 6-12-15,5 2-11 0,6-3-12 16,3-1-10-16,1 1-12 0,6-2-6 15,2 2-21-15,4-1-31 0,2-1-38 16,6-3-47-16,2-4-71 0,8 2-67 0,-1-3-75 16,3-4-96-16,3-6-102 0,11-1-114 15,3-3 47-15,-3-5-221 0,0-3-251 0</inkml:trace>
  <inkml:trace contextRef="#ctx0" brushRef="#br0" timeOffset="89864.73">29261 14316 2153 0,'6'-41'28'0,"-4"3"34"0,-4 7 43 0,-4-2 35 16,3 6 28-16,-3 6 37 0,-2 1 27 16,2 4 9-16,3 1-11 0,-1 5-26 0,-2 3-6 15,6 7 18-15,-15 2 8 0,5 10 5 16,-7 11-5-16,2 10-3 0,-4 13-21 16,0 10-17-16,2 2-17 0,2 2-19 0,-1 5-5 15,3-2-20-15,-1 1-10 0,2 1-19 16,-2 0-4-16,-3-2-9 0,-1 0-56 0,-3-3-44 15,1-3-44-15,-3-4-40 0,0-1-41 16,-2-10-49-16,1-4-46 0,4-9-30 16,3-2-17-16,4-10-6 0,2-7 6 15,1-3 17-15,4-4 28 0,0-3 33 0,6 0 36 16,-11-12 41-16,10 2 44 0,-4-3 49 16,3-1 45-16,-2-1 47 0,4 1 47 0,-1 2 42 15,-3 3 24-15,4 1 19 0,-2 0 12 16,2-1 5-16,0 9-10 0,-4-12-10 15,4 12-21-15,0-10-16 0,0 10-10 0,6-7-17 16,-6 7-9-16,11-3-33 0,-11 3-62 16,21-5-85-16,-8 3-112 0,7-2-135 0,3 0-169 15,2-2-214-15,0 0 52 16,-2 0 81-16,1 1-312 0,-1-3-363 0</inkml:trace>
  <inkml:trace contextRef="#ctx0" brushRef="#br0" timeOffset="90515.95">29340 14940 2627 0,'-7'-11'92'0,"2"6"8"0,-1 0-10 0,6 5-6 0,-1-8-13 0,1 8 0 0,0 0 19 0,0 0-3 0,0 0 7 16,0 0-9-16,9 23-6 0,-6-10-10 15,-1-3 9-15,3 0 16 0,-3 0 6 16,-2 1 19-16,0-1 8 0,0 3 5 16,-7-4 2-16,0 3-2 0,0 0-9 0,-4-2-11 15,-2-1-7-15,2-1-8 0,-1-2-5 16,7-3 4-16,5-3-7 0,-15 0-10 0,15 0-8 16,-12-10-6-16,8-2-5 0,4 0-5 15,-2-2-7-15,4 1-5 0,0 1-5 0,-2 1-3 16,0 3-8-16,2-1-2 0,-2 9-9 15,2-7-3-15,-2 7 8 0,0 0 4 16,0 0 3-16,12 19 0 0,-7-7 0 16,3 4-2-16,2-1 4 0,3 2 0 15,5 3-6-15,4 0 1 0,1-3-1 0,5-1-1 0,-5-7-2 16,0-4-3-16,3 1 1 16,1-5-3-16,2-1-10 0,9-4-6 0,1-4-6 15,-5-3-5-15,-2-3-5 0,0-5-4 16,3-9-11-16,-1-3-6 0,-6-5-10 0,3-6-5 15,-4-3-2-15,-4-4-2 0,0-7-6 16,-3-5 2-16,0-6-1 0,-6-3 6 0,6-20 3 16,-3-1 6-16,-6 21 6 0,-1-2 10 15,-3 14 36-15,-2 13 29 0,-2 9 21 16,-1 9-3-16,0 8-6 0,-6 11 33 0,1 6 44 16,3 2 27-16,-22 21 22 15,7 9 11-15,-4 18 14 0,5 10 7 0,5 8-11 16,4 4-15-16,8 2-13 0,5 2-20 15,11 15-11-15,8-3-14 0,9-3-9 0,4-8-8 16,6-7-14-16,-10-17-13 0,-2-3-22 16,-3-10-55-16,-7-9 0 0,-4-5-16 0,-5-5-121 15,-4-5-66-15,3-1-75 0,-5-3-94 16,3 1-111-16,-5-4-135 0,-1-4-242 16,-3 3 62-16,-3-6 98 0,0 10-567 15,0-10-728-15</inkml:trace>
  <inkml:trace contextRef="#ctx0" brushRef="#br0" timeOffset="90964.76">26579 16141 3627 0,'-12'-1'21'0,"12"1"13"0,-35 15 32 0,7 3 26 0,-10 11 24 15,4 6 13-15,-2 5 8 0,2 1-2 16,9 2-8-16,1 2-15 0,9-11-7 0,2 0-3 16,5 0-20-16,7-5-11 0,-1-4-2 15,4-4-7-15,-1-1-19 0,5-3-40 0,1 0-41 16,3-3-54-16,2-6-61 15,4 1-61-15,5-4-68 0,3-5-85 0,2-3-101 16,10-8-150-16,2-1 52 0,7-8-228 16,-4-4-283-16</inkml:trace>
  <inkml:trace contextRef="#ctx0" brushRef="#br0" timeOffset="91248.83">26832 16361 2122 0,'3'-8'94'16,"-3"0"45"-16,2 4 21 0,-2 4 35 0,0 0 36 15,0 0 22-15,0 0 8 0,0 0-3 16,0 0-6-16,-34 17-16 0,27-5-20 15,-4 5-19-15,2 0-17 0,4 2-17 16,-1-2-15-16,4 0-16 0,2 0-13 16,6 0-11-16,-1 3-6 0,6-6-14 0,3 2-20 15,-1-3-27-15,7-1-28 0,-4-4-15 16,2-1-14-16,-2-2 1 0,-3-2 2 0,-1-1 3 16,-1-2 1-16,-11 0 1 0,14-5 2 15,-8-2 11-15,-4-2 7 0,-2-3 5 0,-2-3-1 16,-4-5 0-16,-1-1-2 0,0 0-1 15,-4 2-2-15,4 2-3 0,0 3-5 16,-3 2-16-16,4 2-42 0,-1 3-53 0,-3 2-54 16,10 5-58-16,-12 0-51 0,12 0-53 15,0 0-67-15,-11 9-100 0,11-9-139 16,0 0 44-16,0 0-285 0,0 0-355 16</inkml:trace>
  <inkml:trace contextRef="#ctx0" brushRef="#br0" timeOffset="91582.1">26980 16390 2406 0,'13'-2'28'0,"-2"1"39"16,-11 1 35-16,12-2 42 0,-12 2 62 15,0 0 40-15,13 7 29 0,-6-2 4 0,-3 0-4 16,-1 2-13-16,3 2-7 0,-3 1-11 16,1 0-15-16,3-1-10 0,-5-1-16 0,-1 2-12 15,3-2-34-15,0-2-13 16,-2 1-12-16,-2-7-16 0,3 12-10 0,1-4-7 16,-4-8-12-16,4 7-4 0,-4-7-11 15,3 7-4-15,-3-7-25 0,0 0-39 16,0 0-18-16,0 0-8 0,0 0-7 0,20-26 2 15,-15 11 4-15,7 3 2 0,-2 2 1 16,-1 0 1-16,-4 5-1 0,6-1 4 0,-6 3 4 16,-5 3 25-16,0 0 14 0,0 0 9 15,25 7-3-15,-18 1-7 0,-1 1 1 16,-1 3-4-16,6 0 3 0,-6 2-10 0,4 2 5 16,-1-3-11-16,4 3-42 0,-5-2-41 15,4-2-49-15,3 5-60 0,-1-5-62 16,3 0-57-16,-3-4-51 0,2-3-42 15,-2-1-62-15,9-6-61 0,-1-5-28 0,8-7 19 16,1-4-506-16,-1-5-505 0</inkml:trace>
  <inkml:trace contextRef="#ctx0" brushRef="#br0" timeOffset="91864.29">27588 16445 2710 0,'25'-39'-15'0,"-8"6"67"15,-3 5 59-15,-5 8 59 0,-2 3 57 0,1 4 37 16,-2 1 21-16,0 4-1 0,-2-1-16 16,-3 3-24-16,-1 6-19 0,6-4-4 0,-6 4-11 15,0 0-15-15,0 0-13 0,-2 31-12 16,-2-13-24-16,4 2-11 0,-1 4-18 0,-1-1-12 15,2 0-13-15,-2 3-10 0,2-5-7 16,-2 2-7-16,-4-4-5 0,6-1-7 16,-4-3-3-16,0 1-1 0,-1-4-1 0,-1-3-6 15,0-1-5-15,-4-4 4 16,5 0-5-16,5-4-7 0,0 0-8 0,-29-14-5 16,22 1-16-16,-1-7-6 0,3-17 4 0,3-5-9 15,4-17-13-15,3-2-13 0,6-5-25 16,7 3 2-16,-3 6-6 0,0 6-8 15,0 5-32-15,1 17-44 0,-3 0-52 16,3 6-44-16,2 3-38 0,1 5-46 0,1 7-54 16,-2-3-80-16,5 5-161 0,2 1-43 15,0 1 60-15,1 3-346 0,-5-1-429 0</inkml:trace>
  <inkml:trace contextRef="#ctx0" brushRef="#br0" timeOffset="92149.32">27769 16237 3040 0,'-23'9'266'0,"4"-1"20"0,4-2 38 0,-1 0 27 16,5-3-2-16,2 0-24 0,4 0-32 16,5-3-29-16,-14 6-27 0,14-6-23 0,0 0-25 15,0 0-24-15,0 0-54 0,0 0-59 16,36 0-66-16,-11-6-48 0,11-3-31 0,0-1-17 16,3-2-8-16,-2 1 3 0,-1-2 6 15,-1 4 16-15,-5 0 13 0,-9 2-2 16,-3 2 19-16,-5 1 9 0,-4 2 22 15,1 0 22-15,-10 2 42 0,17 4 31 16,-12 4 14-16,2 0-3 0,-3 1-4 0,-1 5-6 16,1 1-4-16,0 3-5 0,-2-1-10 15,-2 3-7-15,1 3-11 0,-1-2-50 0,0 3-56 16,2-4-65-16,-4-1-78 0,4 0-89 16,-4 0-98-16,2-4-176 0,-3-1-117 0,1-2 87 15,0-2-387-15,0-5-478 0</inkml:trace>
  <inkml:trace contextRef="#ctx0" brushRef="#br0" timeOffset="92317.15">28173 16186 2691 0,'-4'-13'78'0,"3"2"51"0,-3 1 33 16,0 1 22-16,2 4 10 0,2 5-14 16,-4-8-22-16,4 8-22 0,-2-7-40 0,2 7-66 0,0 0-56 15,0 0-71-15,12-7-71 16,-12 7-89-16,13 3-122 0,-13-3-166 0,21 4 19 15,-10 1-168-15,5 0-188 0</inkml:trace>
  <inkml:trace contextRef="#ctx0" brushRef="#br0" timeOffset="92732.16">28352 16184 2172 0,'0'0'169'0,"0"0"14"0,0 0 26 16,-7 14 31-16,1-4 13 0,-4 1-1 15,3 7-15-15,-2-1-15 0,-3 10-23 0,1 0-21 0,5-3-18 16,0-3-14-16,2-2-16 15,2-3-12-15,2 0-9 0,0-1-11 0,2-3-13 16,1 1-3-16,0-4-8 0,3-1-6 16,3-4-5-16,-2-2-9 0,-7-2-3 15,0 0-6-15,29-12-3 0,-19 2-3 0,3-2-1 16,0-5-4-16,-1 0-4 0,-3-2 1 16,5-7-3-16,-5 9 18 0,-1 4 11 0,-3 1 9 15,2 3-13-15,-5 4-6 16,-2 5-7-16,0 0 16 0,0 0 25 0,0 0 14 15,5 22 13-15,-5-1 6 0,0 6 10 16,0 14 11-16,-2 3 6 0,2 3 4 0,0 2-8 16,-3 9-13-16,3-2-11 0,-2 0-3 15,-5-2-2-15,2-13 7 0,-3-1 4 16,1-3 3-16,-5-1-26 0,-1-4-96 0,-3-1 0 16,-4-2 0-16,-5 0 0 0,-2-6 0 15,-10 0 0-15,2-3 0 0,-2-7 0 0,-1 0 0 16,1-1 0-16,-3-8 0 0,1 0 0 15,9-4 0-15,6-4 0 0,1-3 0 16,-4-5 0-16,9-2 0 0,11-1-86 16,-1-2-398-16,12-1-117 0,5-13-176 15,13-9-111-15,4 3 85 0,5-1-745 0,7 4-992 16</inkml:trace>
  <inkml:trace contextRef="#ctx0" brushRef="#br0" timeOffset="93247.98">28600 16554 4566 0,'-17'-5'34'0,"2"4"21"0,0 1 45 0,15 0 31 0,-20 0 21 0,20 0 0 0,-12 1-14 0,12-1-16 0,0 0-14 0,-16-1-7 0,16 1-6 16,0 0-9-16,0 0-6 0,0 0-7 0,0 0-7 15,23-19-8-15,-8 7-1 0,0 1-12 16,9-9-3-16,-4-1-6 0,-1 1-3 15,-2-2 2-15,-1 3-8 0,-4-5 1 16,1 3-3-16,-4 6 2 0,-2 1-6 0,0 4 5 16,-4 0-10-16,1 1 4 0,0 3-2 15,-4 6 0-15,0 0 6 0,0 0 4 16,0 0 6-16,0 0-10 0,-10 29-6 16,4-16-2-16,0 4 9 0,3 1-14 15,-1-2-2-15,0 2 3 0,4-3-4 0,-1 0-3 16,2-4 8-16,-1 1-6 0,4-2-7 0,2-2-8 15,-1-3-16-15,3-1-24 0,4-2-19 16,-12-2-24-16,26-7-13 0,-7 0-3 16,0-2 8-16,4-8 13 0,0 0 9 0,-2-5 9 15,0 1 17-15,-2-1 29 0,-4 5 34 16,-1 4 33-16,-7 2 28 0,1 4 12 16,-1 1-8-16,-3 1 1 0,-4 5 18 0,0 0 17 15,0 0 1-15,5 18-11 0,-8-2-8 16,-1 6-8-16,2 0-15 0,-2 2-8 0,3 3-3 15,1-2-20-15,0 0-53 0,0 0-55 16,1-3-57-16,5-1-49 0,-2-3-61 16,0-3-62-16,4-3-70 0,-1-4-77 0,2-2-123 15,3-4-175-15,-1-1 61 16,-11-1-506-16,25-1-651 0</inkml:trace>
  <inkml:trace contextRef="#ctx0" brushRef="#br0" timeOffset="93681.28">29122 16541 3400 0,'-9'4'95'0,"-1"-1"45"0,10-3 32 0,-12 6 22 0,12-6 14 0,-5 0 5 15,5 0-15-15,0 0-12 0,0 0-23 0,0 0-11 16,0 0-24-16,17-17-14 0,-4 5-26 16,5 0-15-16,-3 1-8 0,0-1-4 15,-2-1-1-15,-1-2-6 0,-1-2-5 16,-1 2-1-16,-5-4 6 0,2-4-1 15,-5 3-5-15,-2-4-1 0,0 0 0 0,-2-1-5 16,0 2 4-16,-3 3 2 0,3 1 2 16,-1 3-4-16,-1 3-8 0,-2 3-2 0,3 0-3 15,-5 3-9-15,-2 4-1 0,10 3-5 16,-16-3 0-16,16 3-4 0,-16 0-2 16,16 0-1-16,0 0 8 0,0 0 5 15,0 0 4-15,0 0 15 0,0 0 7 16,0 0 15-16,46 5 16 0,-27-5 10 0,0 1-5 0,0 1 7 15,-2 1 14-15,1 3 4 0,-2 2 15 16,0 4-3-16,-5 0 4 0,1 5 0 16,-5 0-12-16,1 1-9 0,-5 5-13 15,1-2-86-15,0 0-7 0,-2 3 0 16,0-5 0-16,-2 0 0 0,0 0 0 0,0-1 0 16,0-1 0-16,0-3-185 0,0 1-153 15,-2-1-83-15,0 1-92 0,-2-6-109 0,0 4-150 16,4-1-37-16,4-3 102 0,4-1-594 15,2-4-758-15</inkml:trace>
  <inkml:trace contextRef="#ctx0" brushRef="#br0" timeOffset="94033.67">29690 16373 3390 0,'16'-20'-87'0,"-5"1"69"0,-4 3 74 16,-1 6 83-16,-3 0 71 0,0 5 49 16,1-2 43-16,-4 7 26 0,4-11-6 0,-4 11-19 15,0-6-26-15,0 6-15 0,0 0-11 16,0 0-18-16,-33 20-16 0,14-1-22 0,-6 2-13 15,-2 1-23-15,-5 9-15 0,5-7-16 16,-7 6-13-16,2-1-11 0,5-6-12 16,1-3-8-16,-3 1-25 0,4-5-22 0,6-5-17 15,0-1 0-15,6-6-26 0,2-2-21 16,-2-4-26-16,13 2-8 0,-11-14-8 0,10-1 5 16,2-7 8-16,10-16-2 0,11-10 6 15,3 0 3-15,1 4 5 0,3 6-1 0,-9 10 9 16,2 5 5-16,-3 4 2 15,-4 3 4-15,1 7 5 0,-3 5 12 0,0 2 7 16,2 2 2-16,1 2 1 0,-1 2 2 16,6 3 0-16,-3 3-6 0,4 2-1 15,4 3-42-15,-1-1-73 0,2-1-72 0,2 1-83 16,-1 0-45-16,5-1-23 16,1-3-45-16,-7-6-119 0,-3-4-165 0,-3 0-24 0,2-5 83 15,6-8-377-15,-2-2-464 0</inkml:trace>
  <inkml:trace contextRef="#ctx0" brushRef="#br0" timeOffset="94547.77">30241 15824 2523 0,'14'-68'-68'0,"-3"7"38"16,0-9 34-16,1-7 47 0,-3 5 33 0,-3 8 47 15,-5 9 81-15,1 18 30 0,0 8 14 16,-2 8-10-16,-4 10-6 0,3 6 18 0,1 5 24 16,0 0 21-16,-37 32-2 0,14 11 1 15,3 7-20-15,-1 8-23 0,1 5-22 16,6 4-22-16,2 2-22 0,2 1-17 0,7-1-17 15,1-1-15-15,2 0-14 0,4-8-17 16,-3-1-10-16,3-4-12 0,-2-12-43 0,0-2-39 16,-4-4-43-16,0-8-42 0,-2-8-38 15,3-3-27-15,-3-3-28 0,-2 1-31 16,1-6-18-16,-4-3-15 0,-2-4 4 16,2-3 9-16,9 0 19 0,-28-13 18 0,10 1 26 15,0-14 12-15,-2-4 33 0,6-3 21 16,1-2 47-16,4 4 47 0,1 7 49 15,2 4 46-15,1 6 14 0,3 2 7 0,-2 2-1 16,2 1-6-16,2 9 51 16,2-9 51-16,-2 9 8 0,0 0-16 0,25 0-17 15,-7 6-13-15,7-3-19 0,15 0-17 0,5 3-11 16,-2-6-17-16,3 0-12 0,-2-4-6 16,0-1-9-16,-4 0-5 0,-4-5-10 15,-6 6-2-15,-9 1 10 0,-1-1-2 0,-7 3-5 16,-2-1-8-16,-11 2 11 0,16 9 7 15,-15 2-81-15,-2 5 0 0,-7 15 0 0,-8 1 0 16,4 3 0-16,-8 6 0 0,2-6 0 16,0 5 0-16,2-7 0 0,3 0 0 0,2-6 0 15,3-5 0-15,2-5 0 0,3-5 0 16,-1-2 0-16,0 1 0 0,4-5 0 16,0-6-308-16,6 4-82 0,-6-4-76 0,0 0-74 15,19-14-109-15,-8 0-178 0,6-9 59 16,1-5-675-16,-1-2-893 0</inkml:trace>
  <inkml:trace contextRef="#ctx0" brushRef="#br0" timeOffset="94797.77">30601 16080 3769 0,'-6'-12'-28'0,"1"2"46"0,1 1 38 0,2 1 25 0,0 1 27 0,2 7 26 0,0-14 11 0,0 14-4 0,2-8-18 0,-2 8-11 15,4-9-8-15,-4 9-6 0,4-8-1 16,-4 8-6-16,3-4-1 0,-3 4 0 0,0 0-6 16,0 0 1-16,10-5-3 0,-10 5-8 15,0 0-7-15,0 0-10 0,0 0-5 0,5-5-8 16,-5 5-7-16,0 0-29 16,0 0-40-16,0 0-43 0,0 0-48 0,0 0-78 15,0 0-96-15,18 0-126 0,-18 0-197 16,0 0-46-16,23 6 70 0,-12-4-352 15,-4 2-426-15</inkml:trace>
  <inkml:trace contextRef="#ctx0" brushRef="#br0" timeOffset="95081.39">31804 15255 2531 0,'-4'-14'99'15,"0"2"56"-15,-4 8 25 0,1 2 18 16,7 2 47-16,-22 11 40 0,10 5 34 0,-12 8 25 16,3 15 1-16,-3 6-11 0,1 5-28 15,2 1-19-15,4 3-33 0,3 3-21 0,1 0-23 16,0-1-19-16,3-1-22 16,-1 4-17-16,3-6-16 0,-1 0-14 0,-2-2-12 15,0-12-54-15,0 0-74 0,0-3-88 0,-3-2-72 16,0 0-80-16,-6-4-74 15,1-1-79-15,0-5-77 0,-2-6-93 0,2-5-156 16,6-7 52-16,2-6-494 0,1-2-645 16</inkml:trace>
  <inkml:trace contextRef="#ctx0" brushRef="#br0" timeOffset="95215.88">31209 16032 3490 0,'-11'-10'73'0,"2"3"5"0,4 2 38 0,-1 1-1 15,6 4-3-15,0 0 0 0,0 0-10 16,0 0-7-16,0 0-7 0,0 0-8 0,0 0-6 15,50 4-49-15,-23-4-72 0,4 0-79 16,12 0-72-16,5-4-87 0,-5 1-123 16,2 0-183-16,-4-2 37 0,-8 3-246 0,-10 2-287 15</inkml:trace>
  <inkml:trace contextRef="#ctx0" brushRef="#br0" timeOffset="95647.59">31567 16167 2378 0,'-9'7'103'0,"3"-4"12"15,2 1 19-15,4-4 43 0,0 0 35 16,-9 9 26-16,9-9 10 0,0 0 0 16,0 0-12-16,0 0-18 0,0 0-23 0,0 0-21 15,25 4-14-15,-25-4-15 0,0 0-16 16,32-12-7-16,-25 6-14 0,4-3-11 16,1-1-9-16,-2-4-10 0,-1-3-9 0,-3-2-7 15,4-1-9-15,-5-4-5 0,-1-1-1 16,-2 2-6-16,1-1-6 0,-3-1-4 15,0 5-2-15,0 3-4 0,-1 1-5 0,-1 3-7 16,-2 3-1-16,-1 1-4 0,-7 2 4 16,2 2-7-16,1 2 6 0,-2-2-5 0,11 5-3 15,-14-4-2-15,14 4 2 0,0 0 2 16,0 0 2-16,0 0 2 0,0 0 2 16,34-5 4-16,5 0 12 0,-1 1 9 0,2 1 11 15,-8 3 11-15,-7 1 17 16,0 3 8-16,-9-1 30 0,2 2 19 0,-5 3 9 0,-1 1 4 15,-5 4-7-15,-1 4-13 0,-2-2-10 16,-3 4-11-16,-2-1-13 0,1 0-9 16,-2 1-9-16,-2 0-25 0,0-2-58 15,3-1-104-15,-7 6-95 0,1-5-116 0,-2 2-89 16,-2 0-115-16,-3 4-196 0,2-3-93 16,-1-4 89-16,1 1-612 0,1-3-798 15</inkml:trace>
  <inkml:trace contextRef="#ctx0" brushRef="#br0" timeOffset="96014.17">32061 16008 3881 0,'0'0'-32'0,"-10"-5"25"0,10 5 26 0,0 0 33 0,-7-3 7 0,7 3 3 0,0 0-6 0,0 0 3 16,0 0-7-16,0 0-5 0,0 0-3 0,0 0-7 15,22-13 0-15,-12 9-8 0,1 4 0 16,2-4 0-16,-1-2-6 0,-1-1-1 16,2 1-5-16,-4-2 2 0,-4-2 0 0,1 2-6 15,-1-1 1-15,-2-1 0 0,-3 1 3 16,0 9 11-16,-6-11 16 0,-4 7 28 16,-1 1 26-16,-1 1 25 0,12 2 15 0,-30 8 13 15,13-2 10-15,0 5 2 0,-6 7-4 16,6-3-17-16,5 3-15 0,-1-3-9 15,6 3-14-15,-1 2-12 0,4-1-5 16,0 0-11-16,2-2-16 0,2-2-43 0,2 2-52 16,2-1-58-16,0-1-72 0,4-7-69 15,1 6-79-15,0-3-64 0,3-3-84 0,3-3-152 16,-3-2-84-16,1-1 69 0,-4-2-377 16,-9 0-481-16</inkml:trace>
  <inkml:trace contextRef="#ctx0" brushRef="#br0" timeOffset="96314.31">32402 15913 2777 0,'-4'-8'37'0,"4"8"39"15,0 0 31-15,-11-3 23 0,11 3 20 16,0 0 22-16,-14 0 11 0,14 0-2 16,0 0-8-16,0 0-9 0,-13-4-3 0,13 4 0 15,0 0 1-15,0 0-4 0,0 0-10 16,0 0-9-16,-6-4-13 0,6 4-9 0,0 0-3 15,0 0 0-15,0 0-7 0,0 0-7 16,0 0 11-16,0 0 19 0,0 0 23 16,-23 18-2-16,12-5 3 0,-1-1-9 15,3 1-6-15,2 3-11 0,1-1-13 16,-2-1-12-16,6 1-8 0,0-1-14 0,2-1-8 16,2-1-33-16,0 0-64 0,1-1-75 15,4-3-71-15,2 2-71 0,-1-3-70 0,-1 0-61 16,5 1-50-16,-5-2-58 0,1-1-119 15,2-4-135-15,-1 3 69 0,2-1-443 16,3 2-578-16</inkml:trace>
  <inkml:trace contextRef="#ctx0" brushRef="#br0" timeOffset="96530.59">33101 16418 2901 0,'17'3'-67'0,"-1"2"64"15,-7-3 62-15,-1 1 60 0,-8-3 70 0,0 0 51 0,-23 14 35 16,-28 2 29-16,-22 2 12 15,-45 7-5-15,-23 2-23 0,-61 8-4 0,-8-3 5 16,-1-3-11-16,-8-2-11 0,-10-1-18 16,6-4-23-16,-5-1-21 0,-5-4-26 15,-7-5-45-15,3 1-74 0,52-9-96 0,-46 6-103 16,66-1-109-16,7-1-124 0,6 4-167 16,16-3-270-16,8-1 46 0,14 2 78 0,33-8-510 15,6 1-658-15</inkml:trace>
  <inkml:trace contextRef="#ctx0" brushRef="#br0" timeOffset="120643.21">11802 5385 1720 0,'-16'2'260'0,"16"-2"-66"0,-13-2-17 0,13 2-7 0,-18 0 1 0,18 0 9 0,-18-2 5 0,8 2-2 0,10 0 5 16,-17 0 7-16,17 0-6 0,-12 0-3 15,12 0-2-15,0 0-4 0,0 0 1 0,-16-1 2 16,16 1-11-16,0 0-14 0,0 0-16 16,0 0-14-16,5-14-8 0,-5 14-16 15,20-8-9-15,-8 1-11 0,6 2-5 0,2 0-9 16,3 1-6-16,2-3-7 0,10 2-7 15,2 2-6-15,4-3 8 0,6 3-15 16,12 0-1-16,6-2-9 0,6 1-3 0,7-1 1 16,2 2-5-16,4-1 2 0,-1 2 2 15,3-1-7-15,2 1 3 0,-2-1 5 0,-7 0-6 16,4 1-2-16,-9 0 0 0,-2 1 0 16,-5 1 2-16,-1-4 3 0,-3 6 5 15,-11-4-4-15,3 2 1 0,8 0 0 16,2-3-5-16,0 3 9 0,-3-2-4 15,-8 2-4-15,11-2 5 0,-14 2-8 0,3-2 6 16,-3 2-8-16,2 0 24 0,-1 0-15 16,0 2 2-16,-5-2 0 0,-1 2-2 0,-6 0-7 15,-8-2-3-15,-5 1-2 0,-6-1 1 16,1 2 3-16,3-2-4 0,0 2-1 0,4-2 4 16,1 0-3-16,16 2-10 0,0-1 5 15,19 1-1-15,-1 0-2 0,6 1-4 0,-4 0 7 16,2 1-2-16,3-1-1 0,-7 2 2 15,2 1-1-15,-3-1 0 0,-4 0 0 16,-14-2-3-16,0 2-1 0,-8-1-2 0,-10-1-1 16,-5-1 1-16,0 1 1 0,-7 1 5 15,2-4-2-15,-1 1-1 0,0 3-2 16,4-2-4-16,3 1 6 0,1 0 5 16,3 2-9-16,10-1 3 0,0 1-1 0,1-2 1 15,6 3 1-15,0 0-1 0,-1-2 0 16,2 1-1-16,-4 0-4 0,6 0-2 0,-6 1 8 15,1 0-5-15,-2-2 11 0,-2 3-5 16,4-1-6-16,-2 4 6 0,2-4-7 0,2 1 1 16,2-1 6-16,-5 2-2 0,15 2 1 15,-3-1 4-15,3-1-5 0,-1 1 2 0,-2 0-4 16,2 0 2-16,2-1-1 16,1 4-1-16,-3-4-3 0,-10-3 4 0,2 4 0 15,-6-4-1-15,0 2 0 0,-7-2 7 0,-5-2-10 16,-11 1 6-16,0-1 0 0,-5-1-1 15,1 1 1-15,-2-1 1 0,-1 0 1 16,-11-2-6-16,20 3-1 0,-11-1 7 16,-9-2-1-16,21 3-1 0,-10 1-6 0,2-3 1 15,-1 1 6-15,6 4-3 0,0-4 2 16,4 2 2-16,1 1-3 0,2 2-4 16,7 0 5-16,-5 1-4 0,-5-4 4 15,-1 1-5-15,-1 0 0 0,-6 0 4 0,4-1-1 0,-5-1 1 16,-1 0 4-16,3 1-6 0,-3-1 5 15,-3-1 4-15,0 0-3 0,0 1 26 16,-9-3-4-16,18 5 9 0,-11-3-5 16,-7-2 1-16,14 4-2 0,-14-4 0 0,11 1 0 15,-11-1 3-15,10 3-7 0,-10-3-2 16,0 0-2-16,0 0 0 0,12 2-2 0,-12-2 7 16,0 0-6-16,0 0-1 0,0 0-1 15,0 0-6-15,0 0-1 0,0 0 4 0,0 0-1 16,0 0-4-16,0 0 0 0,0 0 2 15,-25-18-2-15,15 11 7 0,-2-2 6 16,1 0 7-16,-4-4 3 0,-2-1-1 16,-2-7-3-16,-5 1-5 0,6 1 2 0,0 2-5 15,-2-3 0-15,4 3-5 0,2 5 0 16,0-2 0-16,3 3-5 0,-1 2 3 16,1 0-1-16,1 0-3 0,2 1 1 0,3 3 0 15,-3-1 1-15,4 2-4 0,4 4 1 16,-12-12-5-16,9 10-5 0,3 2 0 0,-8-6 0 15,8 6 0-15,0 0 0 0,-5-7 0 16,5 7 0-16,0 0 0 0,-8-4 0 0,8 4 0 16,0 0 0-16,0 0 0 0,-5-6 0 15,5 6 0-15,0 0 0 0,0 0 0 0,0 0 0 16,0 0 0-16,18 29 0 0,-7-13 0 16,9 5 0-16,1 0 0 0,0 4 0 15,3-1 0-15,1-1 0 0,0 1 0 16,0-1 0-16,-5-3 0 0,-2 2 0 0,-2-5 0 15,-7-5 0-15,0 1 0 0,-1-1 0 16,-4-2 0-16,-4 1 0 0,-3 3 0 0,-2-2 0 16,-8 3 0-16,-8 5 0 0,-4-3 0 15,-6 1 0-15,1-1 0 0,-3-4 0 16,3 1 0-16,1 0 0 0,4-6 0 0,5 1 0 16,4-2 0-16,5-4 0 0,0 2 0 15,-1 1 0-15,3-2 0 0,2-2 0 0,-2 1 0 16,9-3 0-16,-13 7 0 0,13-7 0 15,-11 4 0-15,11-4 0 0,-6 3 0 16,6-3 0-16,0 0 0 0,-11 4 0 16,11-4 0-16,0 0 0 0,-8 3 0 0,8-3 0 15,0 0 0-15,0 0 0 0,0 0 0 16,0 0-325-16,0 0-498 0,0 0-120 0,8-22 88 16,-5 12-929-16,-3-1-1213 0</inkml:trace>
  <inkml:trace contextRef="#ctx0" brushRef="#br0" timeOffset="121675.76">14397 4530 4509 0,'10'-2'-252'0,"-5"-1"58"0,-5 3 53 16,13-5 47-16,-5 1 50 0,-4 0 42 0,-4 4 44 0,8-3 33 0,-8 3 28 0,0 0 16 15,7-7 19-15,-7 7 10 0,6-2 12 16,-6 2 10-16,0 0-3 0,0 0-13 0,0 0-13 16,-15-9-14-16,1 7-14 0,-3-2-6 15,-4 1-14-15,-6-1-8 0,2 1-7 0,0-1-6 16,-2 1-8-16,0 1-6 0,0-1-3 15,6 1-7-15,4-1-7 0,-2 1-3 0,1-1-3 16,5 1-3-16,1 0-4 0,12 2 1 16,-20-1-4-16,20 1-2 0,-16-5-3 15,16 5 0-15,-13-1 2 0,13 1 2 0,-11-1 2 16,11 1-4-16,0 0 6 16,-12-2 6-16,12 2 5 0,0 0-3 0,0 0-2 15,-13-2-3-15,13 2-3 0,0 0-4 16,0 0-7-16,0 0-3 0,0 0-4 0,0 0-2 15,-15 5 4-15,15-5 21 0,-6 12 31 16,1 0 17-16,-3 5 19 0,0 4 8 0,-5 9 7 16,-5-1 14-16,2 1-1 0,-4 2-1 15,4-2-3-15,-2-1-12 0,2 0-14 0,2-3-11 16,5-4-5-16,1-3-78 0,2 0-4 16,0-4 0-16,4-3 0 0,2 3 0 15,0-3 0-15,4 0 0 0,1-3 0 0,8 1 0 16,-1 2 0-16,6-2 0 0,0 0 0 15,2-1 0-15,3-3 0 0,-3 3 0 16,2-4 0-16,1 2 0 0,-7-5 0 16,0 4 0-16,-1-4 0 0,-3 2 0 0,-1-1 0 15,-1-1 0-15,-10-2 0 0,15 3 0 16,-15-3 0-16,13 1 0 0,-13-1 0 0,8 0 0 16,-8 0-29-16,0 0-429 0,0 0-106 15,0 0-127-15,0 0-193 0,0 0 77 0,0 0 90 16,-27-18-657-16,18 11-829 0</inkml:trace>
  <inkml:trace contextRef="#ctx0" brushRef="#br0" timeOffset="121909.06">13972 4792 3670 0,'0'0'-76'0,"0"0"41"0,-17 0 31 0,17 0 27 0,0 0 30 0,0 0 41 0,-12-1 21 16,12 1 11-16,0 0 1 0,0 0-4 16,0 0-13-16,0 0-13 0,48-4-7 0,-27 4-15 15,2-4-24-15,3 4-37 0,-1-1-58 16,-2-1-64-16,2 0-74 0,-4 1-72 16,-6-1-105-16,0 0-138 0,-3 0-76 0,-3 1 55 15,-9 1-203-15,8-7-212 0</inkml:trace>
  <inkml:trace contextRef="#ctx0" brushRef="#br0" timeOffset="122409.09">14330 4191 1979 0,'-23'-18'16'0,"-1"3"18"0,-5-1 4 0,-6 4 4 16,-1 0 14-16,-3 7 20 0,-8 4 16 16,-3 3 14-16,-11 9 10 0,-6 5 5 0,0 7 9 15,-16 13 7-15,-2 7 15 0,7 10 8 16,0 3 13-16,7 9 8 0,1 0-2 15,11 3-2-15,7-1-5 0,23-10-9 0,5 0 2 16,11 1-10-16,7-2-2 16,12 3-8-16,9-4-11 0,12-4-14 0,11-3-6 0,21 5-9 15,19-9-15-15,8-5-5 16,9-10-11-16,6-9-5 0,0-6-6 0,-13-11-13 16,22-6-1-16,-9-9-6 0,0-8-1 15,-9-5-3-15,-10-5-5 0,-8-8-2 0,-19 1-4 16,6-14-2-16,-18 5-2 0,-14-7-1 15,-4-8-5-15,-11-5-7 0,-8-4-4 0,-14-3-5 16,-9-18 0-16,-14 4-7 0,-7 8 0 16,-12 9 3-16,-7 10-19 0,-6 13-16 15,6 15-19-15,-6 10-30 0,-5 10-41 0,-8 5-57 16,1 10-80-16,-1 6-78 0,2 3-115 16,3 5-252-16,5 3 53 0,7 0 67 15,3 1-317-15,6-1-386 0</inkml:trace>
  <inkml:trace contextRef="#ctx0" brushRef="#br0" timeOffset="129174.35">6926 8050 2659 0,'0'0'78'0,"-9"-3"25"0,4 0 2 0,5 3 2 0,-9-4 35 0,9 4 29 0,-9-4 27 15,9 4 19-15,-7-1 5 0,7 1-1 0,0 0-12 16,-9-3-14-16,9 3-17 0,0 0-12 15,-11-3-15-15,11 3-12 0,0 0-4 16,0 0-13-16,0 0-10 0,0 0-12 0,-5-5-11 16,5 5-10-16,0 0-4 0,0 0-9 15,0 0-5-15,0 0-7 0,0 0-1 16,0 0-4-16,0 0 1 0,0 0-1 16,0 0-5-16,0 0 6 0,0 0 0 0,0 0-5 0,30 8-4 15,-30-8 0-15,10 0-7 16,-10 0 4-16,8 4-1 0,-8-4-11 0,9 4 2 15,-9-4-5-15,9 2-1 0,-9-2 1 16,0 0-4-16,12 3-9 0,-12-3 8 0,8 2-3 16,-8-2-2-16,0 0-2 0,0 0 5 15,9 3-5-15,-9-3-5 0,0 0 1 0,0 0 1 16,7 5 2-16,-7-5-8 0,0 0 4 16,0 0-4-16,0 0 3 0,0 0-2 15,0 0 2-15,0 0 0 0,9 2-3 0,-9-2 3 16,0 0 1-16,0 0 1 0,0 0 3 15,0 0 0-15,0 0-4 0,0 0-4 16,0 0 6-16,0 0-3 0,0 0 1 0,0 0 3 16,0 0-8-16,0 0 3 0,0 0 0 15,0 0-4-15,0 0-3 0,0 0 1 0,0 0 5 16,0 0-2-16,0 0-3 0,0 0-1 16,5 7-3-16,-5-7 7 0,9 14 6 15,-1-2 10-15,4 2-11 0,6 7 7 16,5 2-2-16,2 1-2 0,2-4 3 0,0 3-9 15,0-1 11-15,1-2-5 0,-5-1-3 0,2-2 1 16,-8-3 8-16,-2-3-11 16,1-1-1-16,-5-3-2 0,-2 2-1 0,1-4 4 15,-3 0-4-15,-1-1-9 0,0-1-16 16,0 1-20-16,-6-4-32 0,7 9-36 0,-3-7-49 16,-4-2-69-16,0 0-90 0,0 0-85 15,0 0-93-15,0 0-122 0,0 0-61 0,0 0 47 16,0 0-528-16,0 0-628 0</inkml:trace>
  <inkml:trace contextRef="#ctx0" brushRef="#br0" timeOffset="129524.12">7788 8245 3606 0,'0'0'187'0,"-10"-2"-20"0,10 2-18 0,-9-4-15 0,9 4 13 0,0 0 34 0,-16 14 26 0,11-3 15 0,-3 5 2 0,3 3-6 15,-1 3-18-15,0 13-11 0,2-1-33 0,0 1 1 0,3-3-15 16,1-4-12-16,0-3-15 15,0 0-9-15,-2 0-13 0,4 1-13 0,-6-3-6 16,4-4-19-16,-2-2-31 0,0-1-36 16,2-3-42-16,0-1-29 0,0-3-37 0,0-1-40 15,-2-3-61-15,2-5-67 0,0 0-65 16,0 0-55-16,0 0-65 0,0 0-114 0,-10-25-56 16,10 3 56-16,3-1-425 0,3-9-486 15</inkml:trace>
  <inkml:trace contextRef="#ctx0" brushRef="#br0" timeOffset="129707.56">7790 8303 2933 0,'0'0'151'0,"0"0"42"15,0-8 20-15,0 8 11 0,0 0 24 0,0 0 15 16,0 0 23-16,0 0 9 0,0 0-22 16,2-9-37-16,-2 9-6 0,9-6-18 0,1 0-27 15,0 0-25-15,5-1-30 0,-2 0-44 16,0 0-61-16,0 3-70 0,1-2-90 0,-3 1-104 15,1-1-111-15,-3 2-114 0,-1 0-159 16,-8 4-59-16,12-2 65 0,-12 2-467 0,0 0-556 16</inkml:trace>
  <inkml:trace contextRef="#ctx0" brushRef="#br0" timeOffset="129907.41">7731 8570 3349 0,'-8'10'217'0,"2"-4"20"0,1 0 4 0,1-1 7 16,4-5 20-16,-4 6 13 0,4-6 0 16,-5 6-2-16,5-6-23 0,0 0-18 0,0 0-29 15,15 2-33-15,-15-2-71 16,15 0-88-16,-15 0-93 0,21-2-109 0,-11 2-124 16,-10 0-136-16,18-2-157 0,-12 1-106 15,-6 1 66-15,12-5-526 0,-12 5-635 0</inkml:trace>
  <inkml:trace contextRef="#ctx0" brushRef="#br0" timeOffset="131224.04">21779 11608 3014 0,'-15'-2'95'0,"0"1"-49"0,5 0-12 0,1-2 3 0,9 3 18 0,-7-3 45 0,7 3 12 0,0 0 0 15,0 0-20-15,36-12 3 0,5 1-1 0,20 1-10 16,11-2-8-16,3 3-5 0,9 1-9 15,0 1-6-15,-2 1-15 0,-6 0-29 0,-7 3-13 16,-19-1-11-16,-7 1-20 0,-11 1-13 16,-12 1 6-16,-7 1 2 0,-11 0 2 15,-2 0 5-15,0 0 8 0,-61 10 30 16,14-5 21-16,-18 2 12 0,-6 0 14 0,-1-1 15 16,1-1 26-16,6-3 22 0,20 2 15 15,10-4 11-15,10 3-6 0,8-3-15 0,8 0-8 16,9 0-14-16,0 0-7 0,0 0-11 15,46-2-9-15,-3 1-25 0,18 6-55 0,8-2-68 16,2 3-96-16,-5 1-111 16,-1-1-150-16,-4 1-232 0,-16 1 39 0,0-6 64 15,-17 2-357-15,-5-1-399 0</inkml:trace>
  <inkml:trace contextRef="#ctx0" brushRef="#br0" timeOffset="138355.49">23136 10591 1429 0,'-11'6'789'0,"-3"0"-194"0,1 0-140 0,0-1-72 0,-2 0-33 0,4 0-23 0,-7-1-26 16,9 0-20-16,-1 0 3 0,1-2-10 16,1 0-16-16,8-2-17 0,-9 3-21 0,9-3-19 15,0 0-10-15,0 0-5 0,0 0-12 16,0 0-13-16,30 5-21 0,-6-9-13 15,3 3-12-15,14-3-13 0,-3-1-10 16,1-1-9-16,1 4-7 0,-3-3-10 0,-6 1-2 16,-7 2-10-16,-5 1-5 0,0-2-5 15,-6 2-1-15,1 0-7 0,-5-1-36 0,3 0 0 16,-12 2 0-16,13 0 0 0,-13 0 0 16,0 0 0-16,0 0 0 0,0 0 0 15,0 0 0-15,0 0 0 0,0 0 0 0,-48 2 0 16,23 1 0-16,-3 1 0 0,-10 3 0 15,-2-2 0-15,2 1 0 0,12-2 0 16,-1-1 0-16,5 2 0 0,6-3 0 0,0 2 0 16,3-2 0-16,5-1 0 0,8-1 0 15,-15 2 0-15,15-2 0 0,0 0 0 0,0 0 0 16,0 0 0-16,38-2 0 0,-13-1 0 16,11-3 0-16,5 1 0 0,0 0 0 0,1 1 0 15,-4 0 0-15,-10 1 0 0,-5 1 0 16,-5-2 0-16,-3 2 0 0,-3 1 0 0,-1 1 0 15,-6-3 0-15,-5 3 0 0,0 0 0 16,18 0 0-16,-18 0 0 0,0 0 0 0,0 0 0 16,0 0 0-16,0 0 0 0,0 0 0 15,-20 15 0-15,20-15 0 0,-9 4 0 16,9-4 0-16,-7 6 0 0,7-6 0 16,-7 4 0-16,7-4 0 0,-5 4 0 0,5-4 0 15,0 0 0-15,-6 4 0 0,6-4 0 16,0 0 0-16,0 0 0 0,0 0 0 0,-5 5 0 15,5-5 0-15,0 0 0 0,0 0 0 16,0 0 0-16,-12 2 0 0,12-2-234 0,0 0-768 16,0 0 82-16,-19-5 102 0,19 5-956 15,-7-7-1205-15</inkml:trace>
  <inkml:trace contextRef="#ctx0" brushRef="#br0" timeOffset="140255.94">19419 7611 4520 0,'0'0'-140'0,"-2"-8"59"0,2 8 25 0,0 0 44 0,-10-6 39 0,10 6 31 15,-11-3 36-15,3-1 25 0,8 4 20 16,-17-1 11-16,8-1-4 0,-4 0-2 0,2 0-10 16,-2 2-4-16,13 0-8 0,-21 2-3 15,14-2-12-15,7 0-9 0,-18 0-7 0,18 0-11 16,-11 2-5-16,11-2-7 0,0 0-7 16,0 0 1-16,0 0 0 0,0 0-8 0,0 0-6 15,0 0-7-15,42 0-1 0,-17-2-1 16,3-1-3-16,3 3-1 0,-3-3 2 0,-1 3-4 15,2-2-3-15,-2 0 1 16,-11 1 1-16,4-1 15 0,-7 0 17 0,-13 2 15 16,19 0 8-16,-19 0 9 0,0 0 2 15,4 2 4-15,-4-2 2 0,-31 5-1 0,-5 0 8 16,-8 2-3-16,-12 1 4 0,-5 1-13 16,0-1-3-16,5 1-8 0,10-1-64 0,4-4-24 15,4 4 0-15,7-6 0 0,11 3 0 16,0-3 0-16,7 2 0 0,1-3 0 15,1 2 0-15,2-3 0 0,9 0 0 0,-8 2 0 16,8-2 0-16,0 0 0 0,0 0 0 16,3 9 0-16,-3-9-20 0,0 0-329 15,11 10-98-15,-8-6-91 0,-1 2-105 0,4 0-188 16,-3 0 55-16,-1 0 89 0,-2-6-639 16,10 11-784-16</inkml:trace>
  <inkml:trace contextRef="#ctx0" brushRef="#br0" timeOffset="144821.45">20389 9501 3771 0,'0'0'28'0,"0"0"-6"0,0 0 8 0,0 0 14 0,0 0 19 15,-27 14 28-15,17-10 20 0,1 2 8 16,-2 2-8-16,-2-2-10 0,4-1-13 16,2 0-4-16,0 2-13 0,-4-1-9 15,6 1-35-15,-3-1-44 0,1 0-60 0,-3 1-72 16,1 2-78-16,-2 0-96 0,-2-1-104 15,-1 4-140-15,-6 1 40 0,-3 4-327 0,-2 3-337 16</inkml:trace>
  <inkml:trace contextRef="#ctx0" brushRef="#br0" timeOffset="145004.65">19887 10034 2624 0,'-4'6'140'0,"4"-6"1"0,-7 8 11 16,7-8 15-16,0 0 9 15,0 0 2-15,-5 3-15 0,5-3-17 0,0 0-13 16,-7 6-13-16,7-6-13 0,-4 12-46 16,3-6-62-16,-3 3-74 0,-4-1-83 0,1 4-81 15,-1 1-92-15,-3 0-130 0,-2 4-53 16,-5 7 31-16,-1-2-213 0,0 1-190 16</inkml:trace>
  <inkml:trace contextRef="#ctx0" brushRef="#br0" timeOffset="145337.45">19605 10451 2124 0,'0'0'135'0,"0"0"19"0,-3 6 9 15,3-6 18-15,0 0-3 0,0 0-3 0,0 0-14 16,-6 5-22-16,6-5-16 0,-3 6-15 16,3-6-21-16,-3 10-38 0,-3-5-53 0,2 5-44 15,1-1-35-15,-5 3-28 0,0 0-24 16,-1-2-10-16,0 3 0 0,-2-2 4 0,0 1 18 15,0 2 12-15,-1-3 24 0,1 1 29 16,0-2 35-16,1-3 31 0,1 5 29 16,-1-4 29-16,2 1 24 0,1-3 26 15,-1 1 32-15,3-1 9 0,-2-1 15 0,2 0 9 16,5-5 0-16,-8 8-2 0,5-4-6 16,3-4-8-16,-8 5-7 0,8-5-10 15,-3 5-19-15,3-5-13 0,0 0-11 0,-9 5-13 16,9-5-27-16,-2 6-40 0,2-6-52 15,-3 4-63-15,3-4-79 0,-6 4-80 0,6-4-95 16,0 0-117-16,-7 5-122 0,7-5 33 16,0 0-335-16,-9 2-367 0</inkml:trace>
  <inkml:trace contextRef="#ctx0" brushRef="#br0" timeOffset="148853.96">23995 8410 2294 0,'0'0'-29'0,"0"0"37"0,0 0 19 0,0 0 19 0,0 0 21 15,0 0 20-15,0 0 20 0,0 0 17 0,0 0 20 16,0 0 10-16,0 0 9 0,0 0 10 16,0 0 12-16,0 0 10 0,0 0 7 0,0 0 5 15,0 0 4-15,0 0-2 16,0 0-3-16,0 0-6 0,0 0-10 0,0 0-13 0,0 0-23 15,0 0-16-15,0 0-7 16,0 0-7-16,-23-2-17 0,10 15-2 0,-5 7-8 16,-3 6-12-16,-1 4-4 0,2 1-15 15,3 1 2-15,-1-2-7 0,5 0-3 0,2-1 0 16,5-4-8-16,4-4 6 0,2-2-16 16,4-2-14-16,0-2 14 0,5 2-9 0,2-1 3 15,3-4-3-15,3-2 5 0,0-5-3 16,5-3 3-16,-2 0-3 0,1-4 5 0,2-2 15 15,-1-1 4-15,3-1 4 0,2-6 11 16,-2-6 5-16,-4-1 1 0,-6-3-1 0,3-4-8 16,-7-3-3-16,-6-6-9 15,-1 2-12-15,-1 4 2 0,-8-6-7 0,2 8 1 16,-3 5-9-16,0 1-16 0,-1 6 0 16,-3-2-28-16,-3 5-11 0,-5 5-21 0,2 1-29 15,-4 5-21-15,-3 1-22 0,-1 1-21 16,-1 5-24-16,2-3-23 0,6 1-28 0,-2-1-29 15,5 0-54-15,1 1-44 0,4-3-46 16,3 0-43-16,6-1-67 0,0 0-131 0,0 0-15 16,0 0 66-16,0 0-441 0,0 0-491 15</inkml:trace>
  <inkml:trace contextRef="#ctx0" brushRef="#br0" timeOffset="149254.45">24845 8545 2897 0,'-11'-5'158'0,"-2"4"16"0,0-3 0 0,1 2 29 0,3 0 37 0,9 2 40 0,-17 0 20 0,17 0 8 0,-16-5-12 0,16 5-22 0,0 0-19 16,0 0-9-16,0 0-10 0,0 0-20 15,0 0-23-15,48-8-16 0,-10 5-16 0,4 2-20 16,5-3-29-16,0 0-24 0,-2 2-22 16,-3 0-17-16,-11-1-9 0,-4 1-6 0,-9 2 3 15,0-1-9-15,-3-1 1 0,-2 2-2 16,-13 0-4-16,21-1 5 0,-21 1-2 0,15 0-10 15,-15 0-5-15,0 0-8 0,15 0-19 16,-15 0-45-16,0 0-45 0,0 0-46 16,0 0-52-16,9 0-69 0,-9 0-76 15,0 0-87-15,0 0-107 0,0 0-195 0,0 0 51 0,0 0 78 16,11-4-538-16,-11 4-614 16</inkml:trace>
  <inkml:trace contextRef="#ctx0" brushRef="#br0" timeOffset="150520.53">25659 8290 2984 0,'0'0'-94'0,"0"0"28"0,0 0 36 0,0 0 38 0,0 0 32 15,0 0 39-15,0 0 37 0,0 0 28 16,0 0 20-16,0 0 11 0,0 0 13 15,0 0 12-15,0 0 9 0,0 0 11 16,0 0 2-16,0 0-6 0,0 0-7 0,0 0-15 16,-2-10 3-16,2 10-10 0,0 0-8 15,11-12-12-15,-8 6-6 0,-3 6-14 0,8-9-5 16,-5 3-12-16,-3 6-9 0,6-4-12 16,-6 4-9-16,4-8-4 0,-4 8-7 0,0 0-3 15,3-9-3-15,-3 9-17 0,0 0 12 16,5-4-4-16,-5 4-1 0,0 0-7 0,0 0-2 15,0 0-1-15,4-8 0 16,-4 8-4-16,0 0-3 0,0 0-8 0,0 0-3 16,0 0-9-16,0 0 0 0,0 0-1 15,0 0-14-15,0 0 11 0,0 0-8 0,0 0-2 16,0 0-1-16,0 0-5 0,2 26 0 16,-2-10-11-16,1 2-5 0,-1-2 0 0,0 9 0 15,2-2 0-15,2 0 0 0,-2 2 0 16,1-1 0-16,-1-1 0 0,2 1 0 0,-2-6 0 15,1 1 0-15,-1-2 0 0,-1-2 0 16,-1-4 0-16,0 1 0 0,0-1 0 16,2-1 0-16,-2-2 0 0,0 0 0 15,2 0 0-15,-2-8 0 0,-2 15 0 0,0-9 0 16,2-6 0-16,0 12 0 0,0-12 0 16,0 9 0-16,0-9 0 0,0 9 0 0,0-9 0 15,-1 7 0-15,1-7 0 0,0 0 0 16,-5 9 0-16,5-9 0 0,-9 4 0 0,9-4 0 15,-15 6 0-15,3-6 0 0,1 3 0 16,0-1 0-16,-3 0 0 0,5-2 0 0,9 0 0 16,-24 3 0-16,17-1 0 0,7-2 0 15,-12 2 0-15,12-2 0 0,-9 1 0 0,9-1 0 16,0 0 0-16,0 0 0 0,0 0 0 16,41 6 0-16,-16-6 0 0,8 0 0 0,7 0 0 15,2-2 0-15,-4 2 0 0,-6-2 0 16,-5 0 0-16,0 1 0 0,-8 1 0 15,1-2 0-15,-6 0 0 0,1 2 0 16,-15 0 0-16,19 0 0 0,-9 0 0 0,-10 0 0 16,12 0 0-16,-12 0 0 0,0 0 0 15,0 0 0-15,0 0 0 0,0 0 0 0,0 0 0 16,0 0-145-16,0 0-599 0,-29 14-177 16,13-9 52-16,0 0 98 0,-6 0-841 0,3 4-1053 15</inkml:trace>
  <inkml:trace contextRef="#ctx0" brushRef="#br0" timeOffset="150887.56">26527 8365 4781 0,'-9'-4'76'0,"0"4"33"0,9 0 48 0,-11-5 50 0,11 5 37 0,-5-6 8 0,5 6 4 0,0 0-11 0,0 0-13 0,0 0-18 16,22-8-22-16,-10 6-22 0,4 0-18 0,2 0-34 16,1-2-51-16,4 4-68 0,-4 0-72 15,0 0-85-15,4-2-89 0,-2 2-110 0,-2-2-104 16,2 2-105-16,-8 0-142 16,4 2 3-16,-9 0 67 0,0 2-572 0,-6 2-674 15</inkml:trace>
  <inkml:trace contextRef="#ctx0" brushRef="#br0" timeOffset="151070.48">26504 8499 3465 0,'-20'3'166'0,"7"-1"51"0,2 0 40 0,11-2 38 15,-17 2 42-15,17-2 4 0,-11 2 0 0,11-2-8 16,0 0-13-16,-14 0-34 0,14 0-29 16,0 0-26-16,0 0-23 0,0 0-38 0,39 1-63 15,-19-1-86-15,5-1-94 0,15-5-112 16,2-1-129-16,14-3-136 0,-2 0-144 15,1 0-183-15,-3-4 54 0,-12 5 88 0,-2 1-590 16,-10 3-687-16</inkml:trace>
  <inkml:trace contextRef="#ctx0" brushRef="#br0" timeOffset="151320.12">27598 8431 3826 0,'-22'-6'254'0,"8"3"16"16,1 2 30-16,1-3 30 0,2 2 33 15,10 2 10-15,-12-5-14 0,12 5-29 16,-7-3-28-16,7 3-26 0,0 0-31 0,0 0-26 16,0 0-40-16,42-2-73 0,-21 4-99 15,2-2-106-15,6 0-111 0,1-2-118 0,10 0-128 16,-8-1-135-16,9-1-200 0,-3 1 39 15,-8 0 76-15,-9 1-629 0,1 2-762 0</inkml:trace>
  <inkml:trace contextRef="#ctx0" brushRef="#br0" timeOffset="151770.1">28071 8303 3454 0,'0'-8'118'0,"-2"2"74"15,2 6 45-15,-2-15 47 0,2 15 52 0,-7-10 28 16,7 10 8-16,0-7-10 0,0 7-21 15,0 0-29-15,0-8-27 0,0 8-18 0,0 0-11 16,0 0-13-16,0 0-14 0,29 11-17 16,-21-7-20-16,3 6-57 0,1-1-135 0,-2 1 0 15,-1 3 0-15,2-1 0 0,-3 0 0 16,2 2 0-16,-3-1 0 0,-1-1 0 16,-3 0 0-16,4 2 0 0,-4-4 0 0,-1 0 0 15,0 0 0-15,0 1 0 0,0-1 0 16,-4 1 0-16,0-1 0 0,-2 4 0 0,-1-2 0 15,-5 1 0-15,-1 3 0 0,-3-1 0 16,-7 5 0-16,2-7 0 0,2 1 0 16,2-4 0-16,-2-1 0 0,5-1 0 0,3-1 0 15,1-2 0-15,0 0 0 0,3-1 0 16,5-4 0-16,-10 8 0 0,10-8 0 0,-2 5 0 16,2-5 0-16,0 0 0 0,0 0 0 15,19 5 0-15,-19-5 0 0,25 0 0 16,-9 0 0-16,-2 0 0 0,4 0 0 0,-3-1 0 15,0 1 0-15,4-2 0 0,-3 0 0 16,-2 2 0-16,-2-1 0 0,1-1 0 0,3 0 0 16,-9 0 0-16,4-1 0 0,0 0 0 15,-11 3 0-15,14-2 0 0,-8-1 0 16,-6 3-348-16,0 0-645 0,0 0 80 0,0 0 96 16,0 0-924-16,0 0-1174 0</inkml:trace>
  <inkml:trace contextRef="#ctx0" brushRef="#br0" timeOffset="152920.54">21904 8036 4318 0,'-31'-4'-254'0,"1"1"39"0,-13 0 27 0,0-3 26 0,-18 1 38 0,-4 1 33 0,-6 0 37 0,-3 3 24 0,-1 1 36 15,-6 3 18-15,-3 3 18 0,-4-1 10 16,-23 7 12-16,5 1 16 0,-1 3 7 0,-1 1 12 15,-3 3 1-15,3 1 2 0,5 1 3 16,6 5-5-16,1 2 0 0,7 0-7 16,1 7-7-16,6 5-8 0,2 5 1 15,6 5-8-15,3 6-7 0,5 2-5 0,7 5-4 16,5 0-1-16,11 2-5 0,6 5-6 16,15-12-3-16,2 4 1 0,9 5-8 0,8-3 0 15,10 1-3-15,4 1-3 0,6-6-1 16,10 1-3-16,17 4-3 0,4-4 1 0,10-8-2 15,7-9-3-15,6-3-2 0,6-8 0 16,7-7-2-16,8-3-7 0,-14-10-3 16,25-4-11-16,-15-4-8 0,5-6-8 15,29-8-10-15,2-2-1 0,1-5 7 0,13-4-1 16,5-5 6-16,-1-5 3 0,5-3-5 16,0-3 9-16,40-14 2 0,-48 8 4 0,0-5-6 15,31-20-1-15,-50 14-15 0,-7-8-19 16,-13 2-13-16,-8-6-2 0,-16 3-2 0,-13-4 11 15,-8-3 15-15,-16-4 9 0,-15 9 22 16,-9-2 17-16,-5-6 3 0,-9-6 13 0,-12-18 2 16,-12-8 3-16,-7 3-7 15,-14-1-7-15,-15 3-1 0,-12 6-2 0,-8 5-4 16,-15 15-3-16,-9 14 1 0,-13 18-17 0,-5 20-18 16,-15 17-32-16,-11 20-36 0,-6 16-43 15,-46 27-62-15,0 11-78 0,11 9-109 0,1 1-158 16,6 3 40-16,13-2-292 0,14-2-288 15</inkml:trace>
  <inkml:trace contextRef="#ctx0" brushRef="#br0" timeOffset="157521.01">20575 8719 2350 0,'-3'3'199'0,"3"-3"-114"0,-9 7-41 0,9-7-16 0,-1 3-7 0,1-3-8 15,0 0-1-15,0 0-5 0,0 0-16 0,0 0-34 16,0 7-31-16,0-7-35 0,0 0-56 16,1 11-78-16,-1-11-175 0,7 8-160 0,-7-3-78 15</inkml:trace>
  <inkml:trace contextRef="#ctx0" brushRef="#br0" timeOffset="157903.1">22734 10480 1927 0,'0'0'175'0,"-1"9"-20"0,1-9-24 15,0 0-26-15,-8 4-24 0,8-4-19 0,-2 7-17 0,2-7-19 16,-4 5-30-16,4-5-47 0,0 0-72 16,0 0-105-16,-4 5-205 0,4-5-203 15,0 0-132-15</inkml:trace>
  <inkml:trace contextRef="#ctx0" brushRef="#br0" timeOffset="159801.5">23550 6730 1687 0,'-2'5'3'0,"-1"-2"5"0,1 4 4 0,2-7 16 0,0 9 19 0,0-9 20 16,5 7 20-16,5-2 16 0,1-2 13 15,4 0-1-15,10 2-5 0,0-3-5 0,8 0-6 16,6 0-7-16,9 0-7 0,3-4-13 16,12 0-3-16,2-2-5 0,-3-2-4 0,2-1-10 15,-6 0-2-15,4-3-6 0,-3 1-6 16,-2-2 0-16,-2-2-7 0,1-1-6 0,-3 1 1 15,-4-3-2-15,3-1 9 0,-14 3 14 16,4-5 12-16,0-1 9 0,-12 3 12 16,1-2 0-16,-2 0 5 0,-5 1 3 15,0-3 3-15,-2 0-3 0,-3 1-3 16,1-3 5-16,-6 1-1 0,0 5-3 0,-3 0-4 16,0 0-6-16,1-3 0 0,-2 2-9 15,-1-3 4-15,-1 2-1 0,1-10-4 0,-1 7-3 16,-5 1-2-16,-1-4 0 0,2 2 1 15,-4 0-4-15,0-1-8 0,-2-2-4 0,-2 0 1 16,1-6-3-16,-5 4-7 0,1-1-5 16,-3 0-2-16,-1 1-6 0,0 1-1 15,-5 1-1-15,1 2 0 0,1 5-6 0,0-3 1 16,-10 1-5-16,3 0 1 0,-4 2-3 16,-3-3-4-16,-5 3 2 0,1 3-2 15,-10-3-3-15,6 3 3 0,0 5-2 0,-4-2 0 16,0 3-1-16,-3 2 1 0,2-1-3 15,-1 6 1-15,2-3 1 0,-4 5 0 0,5-1 1 16,-4 2-2-16,1 2 0 0,5 1 2 16,-2 1-1-16,-1 2-1 0,0 2-1 0,1-2 3 15,3 1-4-15,0 3 2 0,0 0 2 16,2-1-3-16,-2 3 0 0,-1 0 3 16,3 1-2-16,0 3-1 0,-2-1 2 0,2 3 0 15,1 1 0-15,-1 2-2 0,-3 6 2 16,9-7-1-16,-7 11 2 0,7 3-1 0,-5 2-1 15,5 4 1-15,2 1 3 16,-1 3-2-16,2 1 3 0,4 2-4 0,1 0 2 16,4 0 3-16,-4 1 0 0,9-1 0 15,0 2-2-15,5-8 2 0,2 2-3 0,2-2 1 16,6-2 0-16,4 2 0 0,9 3 5 16,8-5-4-16,5-1 5 0,12-4-3 0,10-4 3 15,7-5-3-15,5-5-1 0,8-3 3 16,2-3-1-16,-1-4-1 0,2-1 1 0,1-6 3 15,-10 0 2-15,-12-3-3 0,-4-3 6 16,-7 3 9-16,-2-3 13 0,-10-1 7 0,-9 1 10 16,-3 1 0-16,-1 0 4 15,-5-2-9-15,-2 0-1 0,1 3-7 0,-3-2-4 0,-9 3-7 16,16-6-11-16,-11 2-28 16,3 2-43-16,-8 2-52 0,11-5-69 0,-11 5-86 15,8-4-97-15,-8 4-118 0,7-8-210 16,-3 5 24-16,2-2 77 0,-1 0-431 0,5-2-488 15</inkml:trace>
  <inkml:trace contextRef="#ctx0" brushRef="#br0" timeOffset="160101.42">25585 6358 3053 0,'-12'-2'75'0,"-1"-1"-5"0,4 3 12 0,9 0 19 0,-17 7 15 0,6-1 26 0,0 7 5 0,0 0-6 0,0 4-9 15,-1 11-13-15,3-1-11 0,2-1-8 16,3-4-13-16,-3 2-6 0,6-1-37 15,-1-4-46-15,2-1-55 0,0 1-61 16,0-5-56-16,2-1-55 0,-1-1-67 0,-1-1-78 16,3-6-167-16,1 0 26 0,-4-5-265 0,4 4-268 15</inkml:trace>
  <inkml:trace contextRef="#ctx0" brushRef="#br0" timeOffset="160501.57">25523 6243 2047 0,'3'-6'-65'0,"-3"6"22"0,11-6 19 16,-2 4 21-16,0 0 22 0,0 0 17 0,7 2 10 15,-3 2 5-15,4 2 6 16,2-1 7-16,4 6 3 0,-4-1 13 0,0 2 5 0,-2 3 7 16,-4 3 23-16,-1-2 18 15,-4 1 14-15,-6 2 13 0,-4 1 2 0,-7 12 2 16,-5 0-11-16,-3-2-8 0,1-3-11 15,2-1 2-15,1-5-1 0,4-5-5 0,6-2-15 16,-3-3-7-16,1 1-8 0,4 0-9 16,-1 0-6-16,2 1-6 0,3 1-5 15,0 1-1-15,3 1-4 0,-3 1-8 16,5 3-6-16,-3 1-2 0,1 0-8 0,-1-2-2 16,-4 2 6-16,1-2 7 0,-2 0 2 15,-2 2 7-15,1-2 7 0,-6 1 4 16,-2-1 8-16,0 1-5 0,-5-3-2 0,-1-1-8 15,-3 0-7-15,4-3-10 0,-6 0-5 16,4-2 1-16,0-4-13 0,3-1-31 0,-1-2-40 16,5-2-49-16,9 0-51 0,-20-7-72 15,15-1-67-15,1-4-71 0,2-6-89 0,13-14-130 16,7-2-76-16,7-9 50 0,9 0-392 16,8 2-459-16</inkml:trace>
  <inkml:trace contextRef="#ctx0" brushRef="#br0" timeOffset="160734.67">26140 6336 2969 0,'3'-8'127'0,"3"1"34"0,-4 3 13 16,-2 4-1-16,3-6 30 0,-3 6 49 15,0 0 39-15,-11 23 20 0,4-4 5 16,-4 12-5-16,-3 5-17 0,-1 10-26 0,-2 0-25 16,0 1-23-16,1-2-21 0,5-7-18 15,1-1-20-15,1-3-17 0,2-2-31 0,-1-8-51 16,5-3-46-16,0-6-65 0,1-3-41 15,2-1-48-15,0-2-41 0,0-1-53 0,2-4-72 16,-2-4-68-16,10 3-62 0,-10-3-64 16,18-15-107-16,-2 0-47 0,2-10 45 0,2-6-423 15,-1-12-505-15</inkml:trace>
  <inkml:trace contextRef="#ctx0" brushRef="#br0" timeOffset="160884.84">26178 6336 2709 0,'-8'-6'3'0,"1"1"43"16,-1 1 38-16,4-2 43 0,-2 2 35 15,6 4 6-15,-5-7 8 0,5 7 1 0,0-5 0 16,0 5-5-16,0 0-14 0,9-7-19 16,1 6-11-16,5-4-19 0,4 3-19 15,3 2-47-15,0-2-63 0,5 4-88 0,-3 2-96 16,3-1-102-16,-2 1-126 0,-3 4-157 16,1 2 46-16,-5 1-296 0,-9-1-324 0</inkml:trace>
  <inkml:trace contextRef="#ctx0" brushRef="#br0" timeOffset="161051.18">26117 6656 2563 0,'-17'9'123'16,"5"-1"20"-16,3-2 26 0,1-1 27 15,3 2 20-15,-2-4 16 0,7-3-1 0,-3 8-9 16,3-8-20-16,0 0-21 0,12 9-19 16,1-7-47-16,2-1-71 0,6-1-89 0,5-1-108 15,1-1-109-15,7-3-133 16,-3-1-220-16,-6 2 38 0,-4-3 73 0,-4 3-261 15,-3 1-254-15</inkml:trace>
  <inkml:trace contextRef="#ctx0" brushRef="#br0" timeOffset="164067.54">18492 7850 2088 0,'-7'0'68'0,"7"0"13"0,-20 0 2 0,20 0 0 0,-11-2 3 0,11 2-6 0,-11 2 17 0,11-2 12 16,0 0 5-16,-14 0-1 0,14 0 8 15,0 0-16-15,0 0 8 0,0 0 6 16,0 0-8-16,0 0-13 0,0 0-7 16,48 6-14-16,-10-9-2 0,4 0-8 0,0-3-9 15,2 1-5-15,-6-1-10 0,-6 4-7 16,-7 0 5-16,-8-2-6 0,2 3-5 0,-5-2-5 15,-5 3 2-15,-9 0-8 0,12-1-1 16,-12 1 5-16,0 0 1 0,0 0 6 16,0 0 15-16,-48 11 10 0,25-9 9 0,-2 1 11 15,3 0 9-15,2-1 9 0,6 0 13 16,0-1 6-16,3 1-5 0,0-2-12 0,11 0-8 16,-14 0-10-16,14 0-15 0,0 0-23 15,-6-5-31-15,6 5-39 0,0 0-49 0,19-10-76 16,-9 6-89-16,-1 1-87 0,0-2-106 15,3 0-198-15,1-2 38 0,1 0 66 16,1-3-319-16,1-2-336 0</inkml:trace>
  <inkml:trace contextRef="#ctx0" brushRef="#br0" timeOffset="166534.09">18626 6805 2434 0,'0'7'68'0,"0"-7"15"0,0 0 6 0,0 0 16 0,-2 8 17 0,2-8 33 16,0 0 22-16,0 0 21 0,0 0 4 0,0 0-10 16,-3 9-11-16,3-9-19 0,0 0-12 15,0 0-19-15,0 0-16 0,0 0-23 16,0 0-38-16,0 0-49 0,0 0-66 0,0 0-85 16,0 0-89-16,0 0-99 0,5 5-167 15,-5-5-80-15,0 0 50 0,0 0-260 0,0 0-280 16</inkml:trace>
  <inkml:trace contextRef="#ctx0" brushRef="#br0" timeOffset="167816.85">22195 6839 2177 0,'0'0'30'0,"0"0"-5"0,-7 7-4 0,7-7-2 0,-6 3-3 15,6-3 0-15,0 0-2 0,0 0-5 16,0 0-22-16,-6 6-34 0,6-6-54 15,0 0-53-15,0 0-86 0,0 0-363 0,0 0-102 16</inkml:trace>
  <inkml:trace contextRef="#ctx0" brushRef="#br0" timeOffset="168250.23">20453 9405 1703 0,'0'0'-11'0,"0"0"-18"0,0 0-39 0,0 0-55 0,0 0-85 0,0 0-222 0,0 0 60 16</inkml:trace>
  <inkml:trace contextRef="#ctx0" brushRef="#br0" timeOffset="168517.31">22439 10089 1773 0,'-2'5'330'15,"2"-5"-24"-15,0 9-31 0,0-9-30 0,0 0-24 16,0 0-22-16,-4 7-19 0,4-7-18 16,0 0-17-16,0 0-41 0,0 0-50 0,0 0-60 15,0 0-72-15,0 0-72 0,0 0-91 16,0 0-114-16,0 0-161 0,8-24 28 0,-10 12-247 16,-2-1-226-16</inkml:trace>
  <inkml:trace contextRef="#ctx0" brushRef="#br0" timeOffset="169700.14">21930 5346 1975 0,'0'0'-18'15,"0"-9"24"-15,0 9 26 0,3-8 19 0,-3 8 16 0,1-7 16 0,-1 2 24 0,0 5 17 0,6-9 19 16,-6 9 5-16,4-6 5 0,-4 6-3 0,1-7-8 16,-1 7-15-16,0 0-18 0,0 0-10 15,0 0-14-15,0 0 11 0,0 0 5 16,0 0 0-16,-12 22-4 0,3-10-6 0,4 5-7 15,-5 3-11-15,2-1-2 0,1 3-8 16,-1-3-2-16,5 3-8 0,-3-3-3 16,4 0-9-16,0-1 0 0,1-3-1 15,1-1-8-15,0 0-3 0,0-2-2 0,0-4-1 16,0 1-1-16,0-1-2 0,0-1 0 16,0 0-5-16,0-7 4 0,1 9-10 0,-1-9-22 15,0 7-30-15,0-7-32 0,0 0-40 16,0 0-43-16,0 0-46 0,0 0-59 0,0 0-67 15,0 0-89-15,0 0-144 0,0 0 40 16,0 0-232-16,0 0-242 0</inkml:trace>
  <inkml:trace contextRef="#ctx0" brushRef="#br0" timeOffset="169933.27">22180 5488 1975 0,'0'0'51'0,"0"0"25"16,0 0 11-16,0 0 6 0,-16 16 15 16,16-16 11-16,0 0 19 0,0 0 17 0,0 0-6 15,16 4-20-15,-16-4-14 0,20-2-8 16,-4 2-11-16,1 0-8 0,0-2-11 0,6 0-21 16,-4 0-48-16,0 1-43 15,3-2-48-15,-6 3-52 0,4-4-57 0,-9 0-77 16,1 0-119-16,-5 4-103 0,0-5 32 15,-7 5-77-15,6-6-39 0</inkml:trace>
  <inkml:trace contextRef="#ctx0" brushRef="#br0" timeOffset="170465.92">22639 5343 1641 0,'-5'-6'70'0,"5"6"5"0,0 0-2 0,0-8-3 16,0 8-4-16,0 0 2 0,11-9-2 15,-11 9-2-15,15 0-5 0,-3 0-7 0,-12 0-3 16,23 7-3-16,-12-2-7 0,2 2-1 15,-3 0-1-15,-1 0-1 0,0 1 2 0,-2 1 2 16,-2 1 9-16,-5 1 6 0,2-1 1 16,-4 0 0-16,1 3 0 0,-6 1-2 15,0-2 3-15,-4 5-3 0,1-5-6 16,-2 3-5-16,5-3-8 0,0-1 4 0,-4 1-5 16,8-1 8-16,-1-1 2 0,0 0 6 15,4 1 7-15,0-1-2 0,6 2 4 16,-2-2-4-16,1 3-7 0,3-2 9 0,-2 1-15 15,-1-2 2-15,3 1-5 0,-2-3 3 16,-2 2 3-16,2-3 0 0,-5 0 0 0,1 0 9 16,2 1 14-16,-4-8 21 0,0 10 2 15,0-10 5-15,-4 9-4 0,4-9-1 0,-7 10-7 16,1-8-8-16,-4 2-8 16,5 0-3-16,5-4-9 0,-20 2-3 0,9 0-8 15,2-2-4-15,9 0-11 0,-19-2-19 16,7 0-41-16,12 2-45 0,-17-8-59 0,11 4-63 15,1-2-84-15,1-1-113 0,4-1-220 16,4-2 24-16,1-4 63 0,6-1-255 16,7-8-272-16</inkml:trace>
  <inkml:trace contextRef="#ctx0" brushRef="#br0" timeOffset="170649.24">23329 5395 2114 0,'0'0'22'0,"-30"9"19"0,30-9 22 0,0 0 21 0,0 0 8 0,-16-5-3 0,16 5-2 0,0 0-9 0,0 0-14 0,6-10-9 16,-6 10-26-16,12-7-37 0,-5 3-51 16,4 0-60-16,-1 0-72 0,5-3-123 0,3 2-130 15,-2 1-129-15,2 1-73 0</inkml:trace>
  <inkml:trace contextRef="#ctx0" brushRef="#br0" timeOffset="170833.29">23276 5471 1543 0,'-14'8'23'0,"7"-1"13"16,-1 1 25-16,5-6 13 0,-1 4 21 16,-3-2 16-16,7-4 20 0,-2 7 13 0,2-7 8 15,0 0-16-15,0 0-1 0,13 4-18 16,-2-2-9-16,1-4-14 0,6 2-45 15,7-1-42-15,2-2-59 0,11-2-58 0,0-4-76 16,-2 2-95-16,1-3-190 0,-1-1-181 16,-6-1-148-16</inkml:trace>
  <inkml:trace contextRef="#ctx0" brushRef="#br0" timeOffset="171116.54">23828 5225 1845 0,'-3'4'107'0,"3"-4"16"15,0 0 13-15,-2 6 1 0,2-6-4 16,0 0-11-16,0 0-6 0,0 0-9 15,0 0-6-15,0 0-9 0,16 2-14 16,-16-2-11-16,22 0-43 0,-7 0-63 0,-2 0-67 16,7-2-91-16,-4 0-114 0,2-2-178 15,0 0 34-15,0 2-86 0,-2-4-45 16</inkml:trace>
  <inkml:trace contextRef="#ctx0" brushRef="#br0" timeOffset="171400.31">24099 5118 1677 0,'-4'-6'83'0,"4"6"3"0,0 0-1 16,0 0 9-16,0 0 14 0,17-3 2 15,-7 3-2-15,-10 0 0 0,24 3-6 16,-8 5-6-16,-3 0 1 0,2 2 1 16,-3 1 3-16,-2 1-7 0,-3 2 23 0,-1-1 15 15,-5-1 19-15,-1 1 14 0,-3 2 12 16,-5 0 3-16,-2 1 9 0,-1-2 5 0,-2-1 2 15,5-3-26-15,-1 2-15 0,1-3-14 16,5-1-12-16,-1-1-10 0,4 0-5 0,0-7-14 16,5 17-9-16,1-12-13 0,5 2-21 15,3 0-36-15,3-2-44 0,-2-2-46 0,8 3-59 16,-1-4-63-16,2-2-82 0,-1-2-81 16,2 0-107-16,0-2-184 0,9-1 35 0,-7-3 72 15,-5 1-289-15,-3 0-313 16</inkml:trace>
  <inkml:trace contextRef="#ctx0" brushRef="#br0" timeOffset="172214.46">22473 4596 2132 0,'-9'-12'-120'0,"-4"-5"16"0,-10-3 9 0,-11-7 16 0,-9-1 13 0,-2 2 11 0,-5 1 24 15,-7 1 19-15,-8 3 13 0,-3 2 9 0,-4 2-1 16,-7 7 2-16,-24-2 1 0,14 8 4 15,-4 4-3-15,-24 5 3 0,3 11 9 16,1 3 2-16,5 10 10 0,1 5-1 16,8 11 6-16,5 3 7 0,10 6 4 0,10 4 1 15,5 2 7-15,8 1-5 0,12 2 1 16,5 5-1-16,19-12 1 0,6 1-3 0,7-1-5 16,12-8-2-16,11 8-2 0,9-6-2 15,12-1-4-15,22 9-3 0,19-10-1 16,15-7-3-16,12-6-4 0,20-10 1 15,12-6-3-15,5-7-7 0,7-7-12 0,5-6-5 16,5-11 3-16,1-2 0 0,2-9-3 16,-7-4-2-16,-6-6 0 0,-11-3 3 15,-15-10-5-15,-16-7 0 0,-16-5 7 0,-16-6 9 16,-14-6 3-16,-16-4 2 0,-19 7-3 16,-16-3 0-16,-8-6-4 0,-20-14 0 0,-17-2-6 15,-23 3-2-15,-19 9-2 0,-19 6-4 16,-13 10 0-16,-18 17 1 0,-11 11 0 0,-11 15-15 15,-11 11-14-15,-5 11-32 0,1 11-43 16,10 9-50-16,8 4-61 0,18 1-120 16,13 6-333-16,16-1-165 0</inkml:trace>
  <inkml:trace contextRef="#ctx0" brushRef="#br0" timeOffset="176917.07">22555 7541 1690 0,'0'0'447'0,"0"0"-140"0,0 0-70 0,0 0-5 0,0 0 26 0,0 0 0 0,0 0-8 16,0 0-10-16,0 0 5 0,0 0 9 15,0 0-7-15,0 0-5 0,0 0-14 16,0 0-7-16,0 0-4 0,0 0-14 16,0 0-7-16,0 0-8 0,0 0-20 0,0 0-2 15,-5-8-5-15,5 8-6 0,0 0-3 16,0 0 0-16,0 0-6 0,0 0-2 0,0 0-6 16,0 0-4-16,0 0-14 0,0 0-8 15,0 0-8-15,0 0-8 0,0 0-13 0,0 0-83 16,0 0 0-16,0 0 0 0,0 0 0 15,0 0 0-15,0 0 0 0,0 0 0 16,0 0 0-16,0 0 0 0,0 0 0 16,0 0 0-16,0 0 0 0,3 28 0 0,-3-17 0 15,2 0 0-15,2 0 0 0,0 1 0 16,-3 0 0-16,6 2 0 0,-3-1 0 0,-3 3 0 16,5-3 0-16,-2 2 0 0,-1-5 0 15,3 2 0-15,-2-3 0 0,0 0 0 0,4 0 0 16,-3-2 0-16,4 0 0 0,3-2 0 15,3-4 0-15,5-1 0 0,6-1 0 0,12-7 0 16,16-3 0-16,5-3 0 16,4-7 0-16,3 1 0 0,18-9 0 0,-13 6 0 15,13-6 0-15,-20 6 0 0,-1 2 0 16,-7 2 0-16,-7 0 0 0,-11 6 0 0,-3-2 0 16,-5 4 0-16,-7 3 0 0,-3 0 0 15,-2 1 0-15,-3 2 0 0,1 1 0 0,-5-1 0 16,-1 1 0-16,-3 0 0 0,2 0 0 15,-9 4 0-15,16-4 0 0,-16 4 0 0,11-4 0 16,-11 4 0-16,9-2 0 0,-9 2 0 16,0 0 0-16,12-2 0 0,-12 2 0 0,0 0 0 15,0 0 0-15,12-5 0 0,-12 5 0 16,0 0 0-16,3-3 0 0,-3 3 0 16,0 0 0-16,0 0 0 0,0 0 0 0,0 0 0 15,0 0 0-15,0 0-686 0,0 0-305 16,-40 3 98-16,17 4-1019 0,-14 3-1333 15</inkml:trace>
  <inkml:trace contextRef="#ctx0" brushRef="#br0" timeOffset="177798.29">19674 5674 4860 0,'-13'-4'-264'0,"3"0"49"0,0 1 52 16,-1 1 46-16,1-3 53 0,1 3 32 0,2-1 40 0,-4 1 21 0,11 2 2 15,-13-3-4-15,13 3 4 16,0 0 6-16,-17 3 19 0,11 2 24 0,1 1 12 16,-3 2 3-16,3 2 5 0,-2-1 4 15,6-1-1-15,-1 1 0 0,0 2 2 0,2-5 2 16,2 3 13-16,1-1 7 0,6-2 3 16,4 0 2-16,4-3-13 0,12-3-13 15,12-3 13-15,17-5-10 0,5-4-15 0,5-5-10 16,3-1-8-16,21-11-8 0,-6 0-5 15,-15 8-8-15,-10-2-1 0,-5 3-12 0,-11 1 5 16,-11 7-3-16,-11 1-1 16,-3 3-6-16,-7 1-3 0,1-1-5 0,-5 2-2 15,-4 0-6-15,3 2-5 0,-5 0 0 16,6 0-9-16,-9 4-27 0,5-5-40 0,-5 5-43 16,10-6-47-16,-10 6-56 0,0 0-69 15,13 0-58-15,-13 0-64 0,0 0-78 0,13 6-146 16,-9-3-57-16,2 1 61 0,-3 2-402 15,-3-6-495-15</inkml:trace>
  <inkml:trace contextRef="#ctx0" brushRef="#br0" timeOffset="178764.58">25103 7220 3059 0,'4'-9'113'0,"-2"2"37"16,0 5 19-16,-2 2 15 0,0 0 8 0,0 0-5 0,0 0 6 0,0 0 23 15,0 0 4-15,-4 18-5 0,-2 2-13 0,-3 12-21 16,-1 2-16-16,1 2-14 0,-1-1-15 15,0 0-13-15,3-2-12 0,1 0-9 0,1-9-16 16,-1-2-21-16,3-7-34 16,2 0-39-16,-1-1-35 0,0-3-39 0,0-1-33 15,-2-3-49-15,4-1-88 0,0-6-80 16,0 0-54-16,0 0-57 0,0 0-96 0,-5-20-72 16,5 8 49-16,4-5-361 0,-1-5-404 0</inkml:trace>
  <inkml:trace contextRef="#ctx0" brushRef="#br0" timeOffset="178930.61">25172 7115 2427 0,'7'-12'-24'0,"-2"-1"49"0,-4 4 43 16,1 0 36-16,2 5 24 0,-4 4 13 15,4-11 2-15,-4 11-5 0,2-8-14 0,-2 8-14 16,1-6-16-16,-1 6-9 0,0 0-20 16,0 0-49-16,11 0-54 0,-11 0-51 0,0 0-52 15,18 7-48-15,-11-3-43 0,4-2-31 16,-2-1-30-16,4 1-34 0,2 0-38 15,2-1-216-15,1 3-81 0</inkml:trace>
  <inkml:trace contextRef="#ctx0" brushRef="#br0" timeOffset="179231.32">25475 7103 1579 0,'1'7'12'15,"-1"-2"38"-15,-1 2 27 0,1-7 14 0,-6 16 16 16,2-8 15-16,-3 3 0 0,-1 1 3 16,-2 5-4-16,1-3-2 0,-1 3-6 0,3 0 4 15,1-1-7-15,2 1-10 0,4-1-1 16,0 0-11-16,4 1 18 0,3 2 7 15,7-2 13-15,3 5 4 0,4-3 7 16,-1-5 9-16,2 3 1 0,-3-3 12 0,-4-3 1 16,-3 1 4-16,-5-4 11 0,3 1 7 15,-6-3 11-15,2 2 27 0,-6 0 8 16,0-8 2-16,-6 15-14 0,0-6-17 0,-4-1-20 16,-1 1-17-16,-2-1-13 0,-2-1-21 15,-1 0-5-15,-1 0-15 0,0-2-14 0,0-1-6 16,2 0-32-16,0-2-37 0,-1-4-49 15,0 1-49-15,3-4-63 0,1-2-65 0,-2-2-82 16,6 1-96-16,3 0-94 0,5-5-127 16,2 1-118-16,5-1 49 0,2-4-574 15,14-4-711-15</inkml:trace>
  <inkml:trace contextRef="#ctx0" brushRef="#br0" timeOffset="179880.97">26326 7188 3636 0,'-1'-10'124'16,"1"10"48"-16,-2-7 39 0,2 7 34 16,0 0 16-16,0 0-12 0,-2-10-12 15,2 10-24-15,0 0-11 0,0 0 28 0,0 0-3 16,0 0-13-16,-4 27-17 0,2-13-14 16,2-1-17-16,-2 4-14 0,1 1-16 15,-1 0-12-15,-4 3-7 0,2-2-14 0,0 0-13 16,-2-4-5-16,4 0-9 0,-3-1-8 15,3-4-2-15,0-1-5 0,0-2 3 0,2-7 12 16,2 6-9-16,-2-6-9 0,0 0-4 16,17-18-27-16,2-5-27 0,3-4 0 15,8-6 0-15,1-4 0 0,-1 6 0 0,1 1 0 16,-8 8 0-16,-1 3 0 0,-5 8 0 16,0 0 0-16,-5 6 0 0,-1 1 0 0,2 4 0 15,-1 2 0-15,1 3 0 0,1 5 0 16,-3 0 0-16,-2 0 0 0,1 5 0 0,1-1 0 15,-1-1 0-15,-2 1 0 0,-3-1 0 16,5-3 0-16,-7 0 0 0,6-3 0 16,-6 0-64-16,5-1-47 0,-5-1-10 15,5-1-19-15,-8-4-21 0,17 0-15 0,-4-2-13 16,5-5-6-16,0-3 5 0,7-5 16 16,2-2 19-16,-2 0 17 0,-4 0 8 0,-4 1 23 15,-5 5 27-15,-1 3 25 0,-4 2 17 16,1 2 12-16,-4-1 11 0,-4 5 40 0,0 0 19 15,0 0 5-15,19 7 11 0,-15-3 4 16,-3 4 2-16,6-1-4 0,-3 1-2 16,-1 1-3-16,3-1-10 0,-2 0 7 15,8 1-1-15,-5-2 1 0,4-2 3 0,1 1-5 16,5-4-2-16,0 0-2 0,10-4-8 16,-9 1-1-16,9-4 1 0,7-5 2 0,-1-3 19 15,-5 2 10-15,1-7 26 0,-4 1 16 16,-6 4-1-16,-7-5-4 0,-1 1-7 0,2-9-11 15,-5 5-7-15,-4 0-10 0,-4 3-10 16,-2-4-8-16,0 5-11 0,-4 0-7 0,-6 2-36 16,-1 3-47-16,-1 0-47 0,-8 3-61 15,5 6-70-15,-2 0-89 0,0 3-99 0,-1 3-108 16,-2 0-152-16,5 1-120 16,2 1 61-16,3 1-677 0,6-2-861 0</inkml:trace>
  <inkml:trace contextRef="#ctx0" brushRef="#br0" timeOffset="180347.49">27535 7004 3727 0,'5'-2'10'0,"1"-3"90"0,-6 5 42 0,6-5 40 15,-6 5 26-15,0 0 11 0,0 0-5 16,0 0-3-16,0 0 21 0,0 0 12 0,0 0 8 16,0 0-12-16,-3 28-14 0,0-15-31 15,-1 3-12-15,0 1-24 0,3 0-14 0,-1 3-17 16,0-1-12-16,4 0-7 0,-2-1-14 15,3-3-13-15,-1 1-7 0,2-3-4 0,2-3-7 16,2 2-3-16,-3-6-8 16,5-3-5-16,2-1-4 0,-12-2-3 0,26-5-4 15,-9-1-1-15,2-4-6 0,6-5-2 16,-2-4-3-16,-6 5-5 0,0 2 4 0,-5 3 10 16,-3 2 3-16,-2 0-8 0,4 3-14 15,-8-2-15-15,-3 6 0 0,0 0 0 0,0 0 0 16,23 14 0-16,-17-5 0 0,-1 1 0 15,-1 0 0-15,4 3 0 0,2-1 0 0,-3 1 0 16,6 1 0-16,-3-4 0 0,3-1 0 16,1-1 0-16,1-3 0 0,2-4 0 15,-2 2 0-15,3-6 0 0,-2 2 0 16,4-2 0-16,-4-3 0 0,6 0 0 0,-5-4 0 16,2-1 0-16,0-7 0 0,0-3 0 0,0 0 0 15,-3-3 0-15,-4 1 0 0,4-6 0 16,-5 1 0-16,0 0 0 0,0 4 0 15,-6 6 0-15,1 4 0 0,-5 2-308 0,-1 3-110 16,0 1-104-16,-5 5-135 0,-1-1-179 16,6 4 48-16,-12-2 88 0,12 2-648 0,0 0-802 15</inkml:trace>
  <inkml:trace contextRef="#ctx0" brushRef="#br0" timeOffset="180980.33">29719 6580 3568 0,'2'-19'96'0,"-2"3"53"0,0 2 43 0,-2 5 27 0,2 1 10 0,0 8-3 0,-4-7 0 0,4 7 59 0,0 0 27 16,-21 22 11-16,4 6-16 0,-2 3-3 0,-4 10-17 15,-2 1-12-15,1 3-19 0,1 1-20 16,-2-1-19-16,3-3-22 0,2-1-17 0,4-7-67 15,2 0-111-15,0-5 0 0,6-5 0 16,1-3 0-16,1-6 0 0,0 0 0 16,0-5 0-16,5 1 0 0,-3-3 0 15,2 1 0-15,-2-2 0 0,4-7 0 0,0 0 0 16,-3 5 0-16,3-5 0 0,0 0 0 16,-12-17 0-16,6 7 0 0,-1-3 0 0,-5-2 0 15,-3 1 0-15,-5 3 0 0,-6-3 0 16,-7 5 0-16,-5 3 0 0,6 5 0 15,-9 2 0-15,-2 4 0 0,5 5 0 0,0 4 0 16,8 4 0-16,-1 3 0 0,6 3 0 16,6 1 0-16,4 0 0 0,10-3 0 15,3-1 0-15,6-5 0 0,8 11 0 16,12-5 0-16,2 0 0 0,7-6 0 0,1-3 0 16,2-3 0-16,2-3 0 0,2-1 0 15,2-6 0-15,1-2 0 0,-2-3-43 0,-1-7-163 16,0 1-5-16,8-7 8 0,-9 6 6 15,6-13 1-15,-6-2 5 0,-3-2 14 0,0-2 20 16,-4 2 14-16,-10 6 18 0,-3 1 21 16,-6 7 31-16,-1 3 20 0,-2 3 15 0,-5 1 5 15,-1 4 27-15,-4 4 35 0,0 0 18 16,0 0 14-16,0 0 10 0,0 0 4 0,-11 28 1 16,5-15-7-16,1 1 3 15,1 1-15-15,-3 2-2 0,6-3-5 0,-3-2-9 0,2 3-26 16,2-5-26-16,0 0-23 15,2-1-30-15,-2 3-24 0,4-7-40 0,-3 1-58 16,6-2-75-16,-7-4-71 0,13 3-56 16,-13-3-63-16,16-5-56 0,-3-3-69 0,-1-1-26 15,2-3-461-15,7-7-535 0</inkml:trace>
  <inkml:trace contextRef="#ctx0" brushRef="#br0" timeOffset="181381.16">29970 6973 2810 0,'7'-8'-57'0,"0"1"39"0,-5 2 38 0,1 1 32 0,-3 4 31 0,0 0 22 0,4-11 23 0,-4 11 8 0,0 0-5 16,6-5-14-16,-6 5-16 0,3-8-8 0,-3 8-25 16,12-5-24-16,-6 4-36 0,3-3-15 15,1 0-17-15,0 0-7 0,-1 4-4 0,-9 0 2 16,14-3 3-16,-14 3 3 0,0 0 15 16,0 0 36-16,0 0 35 0,13 9 32 15,-13-9 21-15,0 0 33 0,-15 20 22 0,5-11 15 16,0 2 16-16,1-1 3 0,1 2-2 15,-1 0 4-15,-1 4 22 0,5-3-12 0,-2 3-2 16,4-1-2-16,1 0 4 0,2 0 3 16,0-1 6-16,2 3 13 0,-1 1 10 0,5 2-11 15,-1-3-4-15,-2-2-9 16,3 2-7-16,-2-5-114 0,-3 1-100 0,3-1 0 16,-2-2 0-16,-2-2 0 0,0 2 0 15,2-2 0-15,-2-8 0 0,-4 14 0 0,0-7 0 16,-3-2 0-16,-2 0 0 0,-3-1 0 15,-1-1 0-15,-1-1 0 0,-3-2 0 0,-2 0 0 16,0 0 0-16,0-4 0 0,2 3 0 16,0-5 0-16,-1 1 0 0,7-2 0 0,-1-3 0 15,7-3-606-15,3-7-136 0,4-3-164 16,8-14 72-16,10-11 94 0,13 0-744 16,24-7-931-16</inkml:trace>
  <inkml:trace contextRef="#ctx0" brushRef="#br0" timeOffset="181630.63">30877 6395 3778 0,'9'-24'-55'0,"-2"3"78"0,-3 1 79 0,-4 3 56 16,0 3 56-16,0 1 42 0,-2-5 44 15,0 7 0-15,0 0-2 0,2 4-23 0,0 7-30 16,-5-8-6-16,5 8 28 0,0 0 15 16,-18 26-5-16,-1 3-9 0,-5 17-17 0,1 7-13 15,-16 21-15-15,3 1-25 0,-4-2-144 16,4 5-54-16,-3-2 0 0,1-3 0 0,2 0 0 15,8-17 0-15,-1-5 0 16,4-3 0-16,0-3 0 0,5-3 0 0,4-13-210 16,7-7-194-16,1-5-59 0,3-7-51 15,0-6-68-15,3-3-91 0,2-1-82 0,0 0 59 16,0 0-628-16,12-22-782 0</inkml:trace>
  <inkml:trace contextRef="#ctx0" brushRef="#br0" timeOffset="181766.53">30393 7052 3434 0,'-4'-20'-65'0,"3"2"69"0,-5 6 64 16,1 2 59-16,-4-3 46 15,5 5 41-15,-1 2 14 0,1-1 7 0,1 2-9 0,3 5-13 16,-6-11-27-16,6 11-12 16,-4-6-18-16,4 6-15 0,0 0-12 0,0 0-33 15,0 0-70-15,0 0-91 0,42 14-120 0,-19-6-144 16,9 1-174-16,4 2-192 0,0 2 55 16,12 5 75-16,-2 4-382 0,-2-4-425 15</inkml:trace>
  <inkml:trace contextRef="#ctx0" brushRef="#br0" timeOffset="182214.27">30750 7279 2934 0,'0'0'188'0,"-20"-1"23"16,20 1 19-16,0 0 9 0,-13-1 4 16,13 1-9-16,0 0-19 0,0 0-17 0,0 0-21 15,0 0-15-15,0 0-13 0,0 0-5 16,0 0-4-16,0 0-9 0,25-19-5 15,-14 9 6-15,-1-2 20 0,0-5-18 16,-1-2-5-16,-2-10 6 0,4-1-1 0,-4 6 3 16,-3 2 6-16,-2 5-2 0,-2 0-7 15,0 1-5-15,0 3-11 0,-4 1-14 0,-2 0-12 16,-2 3-10-16,1 2-3 0,-3 2-11 16,5 2-7-16,5 3-8 0,-14-6-7 15,14 6-5-15,-7-5-6 0,7 5 5 0,0 0-1 16,0 0 6-16,0 0-4 0,26-6-15 15,-2 6-26-15,4 0 0 0,3-2 0 16,-3 4 0-16,-2-1 0 0,1 2 0 16,-4 3 0-16,-2 2 0 0,-2 1 0 0,-5 1 0 15,-3 2 0-15,-4 5 0 0,-2-1 0 16,-3 1 0-16,-2-2 0 0,-2 4 0 0,-3 1 0 16,1 3 0-16,1-3 0 0,-5-1 0 15,5-1 0-15,-3-3 0 0,1-1 0 0,0-1 0 16,3-2 0-16,-4-1 0 0,6-3 0 15,-3 1 0-15,5-3 0 0,-2-5-140 0,1 6-437 16,-1-6-75-16,0 0-108 0,22-10-82 16,-9 5 73-16,2-6-745 0,4-2-959 0</inkml:trace>
  <inkml:trace contextRef="#ctx0" brushRef="#br0" timeOffset="182547.54">31192 7090 4077 0,'0'-11'-51'0,"0"3"58"0,0 1 63 0,0 7 43 0,-3-10 34 0,3 10 15 0,0 0 4 0,0 0-2 0,0 0 16 15,0 0 31-15,0 0 24 0,0 0 3 16,0 0-5-16,0 0-7 0,-9 31-17 0,7-19-18 16,2 1-12-16,2 1-20 0,2 1-14 15,0 3-13-15,2-2-11 0,2-3-13 0,3 3-12 16,2-3-6-16,0-1-7 0,3-1-7 16,-1-5-9-16,1-1-6 0,0-1-7 0,-2-3-1 15,1-2-5-15,1-3-5 0,-2 1-5 16,2-3-2-16,1-3-12 0,-2-3-24 15,0 0 0-15,5-11 0 0,-4 0 0 16,2-4 0-16,-1 1 0 0,-6 6 0 0,0 3 0 16,0 3 0-16,-4 2 0 0,-1 2 0 15,-5 2 0-15,3 2 0 0,-4 6 0 0,0-7 0 16,0 7 0-16,0 0 0 0,0 0 0 16,0 0-305-16,-25 11-87 0,18-5-88 0,1-2-94 15,3 1-124-15,3-5-117 0,-2 7 73 16,2-7-681-16,0 0-875 0</inkml:trace>
  <inkml:trace contextRef="#ctx0" brushRef="#br0" timeOffset="183330.27">31966 6536 3831 0,'17'-43'-76'0,"-6"12"62"16,-3 9 68-16,-3 5 70 0,-3 3 46 15,1 4 28-15,-1 2-2 0,-2 8-2 0,0 0 30 16,0 0 30-16,0 0 22 0,-27 18 8 15,9 8-2-15,0 6-1 0,-7 11-12 16,2 6-16-16,0-1-26 0,4 5-20 16,2-2-22-16,2-1-15 0,1-3-19 0,5-6-15 15,-1-2-19-15,-2-2-13 0,3-6-10 16,-1 0-94-16,3-9 0 0,3-3 0 16,-2-5 0-16,3-2 0 0,-1-2 0 0,2-2 0 15,-1-2 0-15,3-6 0 0,0 0 0 16,0 0 0-16,0 0 0 0,0 0 0 0,0 0 0 15,0 0 0-15,32-17 0 0,-27 13 0 16,3 1 0-16,-8 3 0 0,13-4 0 0,-13 4 0 16,0 0 0-16,19 9 0 0,-13 0 0 15,-3 0 0-15,1 2 0 0,1 0 0 0,-2 2 0 16,-3 1 0-16,0-1 0 0,0 1 0 16,-1 0 0-16,1 0 0 0,-2-3 0 15,0 1 0-15,2-3 0 0,-3 2 0 0,3-4 0 16,0 0 0-16,0-7 0 0,0 6 0 15,0-6 0-15,0 0 0 0,0 0 0 16,0 0 0-16,16-24-56 0,-7 7-378 0,5-13-27 16,8-11-14-16,5-8 3 0,5-2 19 15,12-23 29-15,10-6 44 0,1-1 56 0,4-3 54 16,-2 7 79-16,-5 7 81 0,-20 24 78 16,-7-2 71-16,-8 16 42 0,-4 3 59 0,-3 7 49 15,-3 4 51-15,-2 5 34 0,-2 3 8 16,1-2-13-16,-2 3-14 0,0 3-33 15,-2 6-6-15,0 0 23 0,0 0 5 0,0 0-2 16,-33 45 3-16,12-2-6 16,-2 7-1-16,-1 6-11 0,-3 4-26 0,-5 18-201 15,0-1 0-15,9-16 0 0,-2-3 0 16,1 2 0-16,4-4 0 0,-1-5 0 0,5-3 0 16,3-13 0-16,-1-5 0 0,7-6 0 15,0-6-41-15,3-5-247 0,2-1-3 0,2-4-20 16,2-5-22-16,-2-3-6 15,7 4 22-15,-7-4 34 0,0 0 41 0,23-15 44 0,-15 5 61 16,1-3 50-16,-1 3 44 16,-2 0 48-16,-1 0 49 0,-1 3 41 0,-2-1 34 15,0 0 23-15,2 2 8 0,-4 6 5 16,4-8 13-16,-4 8-20 0,4-7-10 0,-4 7-16 16,4-8-18-16,-4 8-6 0,11-3-19 15,-4 1-51-15,9 2-79 0,3 0-61 0,10 0-43 16,12 2-49-16,5-4-81 0,2 6-75 15,0-4-66-15,-5 0-60 0,-1-2-55 0,-5-1-34 16,-11 1 26-16,-7-2-608 0,-3 4-614 16</inkml:trace>
  <inkml:trace contextRef="#ctx0" brushRef="#br0" timeOffset="183914.2">32597 7066 2961 0,'5'-5'-66'0,"-3"1"59"0,-2 4 53 0,0 0 30 0,0 0 44 0,-2-10 31 0,2 10 28 16,0 0 24-16,0 0 7 0,0 0 6 0,-9-7-8 15,9 7-7-15,0 0-9 0,0 0-13 0,0 0-17 16,0 0-14-16,0 0-4 0,0 0-10 15,0 0-13-15,0 0-1 0,0 0-17 16,0 0-8-16,0 0-10 0,15 19-10 0,-15-19-2 16,13 0-7-16,-13 0-7 0,0 0-2 15,21-9-5-15,-18 2-2 0,-3 7-3 16,5-10 4-16,-5 10-5 0,0-6 0 0,0 6-6 16,0 0 25-16,-17-6 11 0,17 6 7 15,-29 6 18-15,9 2 4 0,-3 7 5 0,-2 5-5 16,0-2-7-16,1 2-14 0,6 1-5 15,0 2-4-15,7-2-12 0,1-4-8 16,5-4-30-16,3 3-42 0,2-4-45 16,2-1-54-16,3 0-44 0,5-1-39 0,1-3-35 15,9 1-30-15,0-7-25 0,7 2-1 16,0-3 1-16,12-5 6 0,6-2 10 0,2-9 29 16,5-4 24-16,-2-4 31 0,-3-8 40 15,3-1 41-15,-5-6 44 0,-1-1 37 16,-4 1 77-16,-4 3 65 0,-4 5 66 0,-9 7 58 15,-7 8 45-15,-5 3 28 0,-3 2 4 16,-4 3-7-16,-2 0 1 0,-2 8 9 0,0 0-7 16,0 0-2-16,-35 8-6 15,6 7-22-15,-3 3-24 0,-8 11-258 0,1 5 0 16,4 3 0-16,1 3 0 0,4 2 0 16,5 1 0-16,5 3 0 0,11-6 0 0,5-2 0 15,4 0 0-15,10 1 0 0,4-5 0 16,2-5 0-16,-1-4 0 0,-1-7 0 0,-5-4 0 15,3-6 0-15,-1 1 0 0,-4-3 0 16,4-1 0-16,-6-2 0 0,1-1 0 0,-6-2 0 16,0 0 0-16,0 0 0 0,0 0 0 15,0 0 0-15,0 0 0 0,0 0 0 0,0 0 0 16,-47 2 0-16,29-1-60 0,-5-1-399 16,-2 1-111-16,2 2-133 0,4-2-168 15,4-1 56-15,4 3 82 0,3-1-621 0,8-2-808 16</inkml:trace>
  <inkml:trace contextRef="#ctx0" brushRef="#br0" timeOffset="184146.66">32803 7695 4131 0,'-31'4'220'0,"-8"0"74"0,-22 2 61 0,-13 0 59 0,-17-1 33 0,-37-1 10 0,-7 1 26 16,-10 1-12-16,-12 1-27 0,-8-4-33 0,-5 1-347 15,-1-4-64-15,-3 0 0 0,6 0 0 16,3-3 0-16,0 2 0 0,16-2 0 16,13 3 0-16,18-2 0 0,36 2 0 15,13-2 0-15,17 0 0 0,15 4 0 0,4 2 0 16,10 0-111-16,7-1-873 0,5 3 54 16,0 0 99-16,8-3-983 0,3-3-1243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22:11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20699 8831 491 0,'-2'-9'181'0,"2"9"-67"0,-1-11-100 0,1 11-39 15,-6-9-4-15,1 6-51 0,5 3-39 16,-2-8-67-16,2 8 63 0</inkml:trace>
  <inkml:trace contextRef="#ctx0" brushRef="#br0" timeOffset="12287.58">23592 6740 757 0,'-19'2'198'0,"5"-4"23"15,3 0 25-15,11 2 16 0,-12-5-22 16,12 0-8-16,11-3-9 0,15-8 10 0,16-4-10 16,13-1-13-16,12 0-17 0,22-4-21 15,10 3-15-15,5 5-15 0,-4 0-12 0,1 5-19 16,-20 0-65-16,-6 4-85 16,4 1-107-16,-9 2-133 0,-3 0-219 0,-12-4-60 15,-12 1 74-15,-6-1-194 0,-12 2-172 16</inkml:trace>
  <inkml:trace contextRef="#ctx0" brushRef="#br0" timeOffset="20612.07">22066 11454 1702 0,'0'0'-60'15,"3"-6"29"-15,-3 6 15 0,6-6 13 16,-6 6 25-16,5-7 11 0,-5 7 10 0,11-7 14 16,-8 4 6-16,3 0 7 0,-6 3 5 15,7-8 10-15,-7 8 5 0,9-4 4 0,-9 4-3 16,3-6-2-16,-3 6-5 0,0 0-8 15,0 0 16-15,0 0 27 0,0 0 27 16,-19 21 11-16,-6 1 3 0,-11 5 13 0,-8 9 2 16,-4 2 5-16,-2 0 3 0,3 1 0 15,-17 9 5-15,14-11 1 0,0-4-7 16,3 0-8-16,4-2-13 0,9-2-13 0,7-8-17 16,5-1-13-16,5-6-8 0,4-1-14 15,1-4-11-15,2 0-6 0,3-1-9 0,0-1-13 16,0-1-20-16,3-3-24 0,-1 1-30 15,-1 0-25-15,6-4-34 0,-5 10-25 16,5-10-57-16,-9 0-68 0,9 0-57 0,0 0-56 16,0 0-60-16,0 0-78 0,0 0-116 15,0 0 39-15,-9-10-366 0,9 10-401 16</inkml:trace>
  <inkml:trace contextRef="#ctx0" brushRef="#br0" timeOffset="20995.52">21967 11454 2663 0,'0'0'58'0,"0"-11"4"0,0 11 1 0,2-7 7 0,-2 7 16 0,0 0 16 16,1-6 13-16,-1 6 13 0,0 0 17 0,13 0 1 16,-13 0-4-16,25 9-12 0,4 3-5 15,1 5-6-15,6 0-6 0,14 2-8 0,1 3-2 16,6 2 18-16,6-2 1 0,3 2-7 16,-3-3-4-16,1-1-16 0,-5-3-3 0,-1-1-10 15,-9-3-9-15,-10-3-6 0,-7 0-8 16,-6-5-4-16,-7-1-10 0,-3 0-20 15,-3-1-14-15,-2 0-17 0,-3-3-27 16,1 0-34-16,-9 0-43 0,0 0-39 0,11-3-50 16,-11 3-47-16,0 0-59 0,0 0-79 15,0 0-125-15,0 0-69 0,0 0 51 0,0 0-301 16,0 0-315-16</inkml:trace>
  <inkml:trace contextRef="#ctx0" brushRef="#br0" timeOffset="25444.64">21549 9145 2254 0,'-27'0'-63'0,"4"2"14"0,0 0 19 16,5-2 25-16,-4 0 19 0,4 0 18 0,0 0 24 16,-3 2 6-16,6-2 7 0,2 2 2 15,1 0 0-15,1-2-6 0,11 0 1 0,-14 0 1 16,14 0-1-16,0 0-1 0,0 0-1 15,0 0-4-15,43-10 1 0,-3 4-13 0,3-2-2 16,14-3-5-16,4-1-5 16,0 1-2-16,-3-4-4 0,-5 3-3 0,-13 4-4 15,-2-1-7-15,-10 2-4 0,-6 4-3 16,-7-1-6-16,-2 1-1 0,-2 1-4 0,-4 1 1 16,-7 1-2-16,0 0 0 0,0 0 3 15,0 0-1-15,-54 5-3 0,14 1 2 0,-15 6 0 16,-6 0 1-16,-6 1 3 0,-3 0-1 15,-1 1 0-15,3-2 4 0,9 0 10 0,14-4 2 16,9-1-2-16,10-3 0 0,6 2 4 16,9-3 2-16,7-2 2 0,4-1-5 0,0 0 1 15,40-6-3-15,6-4-2 0,15-1 0 16,6-5-4-16,5-1 8 0,-1 1-6 16,3-1-7-16,-1 2 5 0,-5 1-2 0,-5-1-1 15,-7 3 1-15,-19 5-1 16,0 0-2-16,-13 2 0 0,-6 0-4 0,-5 2-1 15,-6-1 2-15,-7 4-2 0,0 0 0 16,0 0 1-16,0 0-1 0,-72 5 1 0,24 1 2 16,-18 0-4-16,-8 3 1 0,-7-1 5 15,1 3-1-15,2-1 4 0,14 0 7 16,8 0 2-16,16-4 0 0,14 0-2 0,6-4 0 16,9 3 3-16,10-1-1 0,1-4-5 0,0 0 1 15,43 2-14-15,-3-6-23 0,4-3-38 16,1 1-44-16,14-2-63 0,-1-4-85 0,-5 4-141 15,-9 1-115-15,-5 2 47 16,-12 0-147-16,-4 1-109 0</inkml:trace>
  <inkml:trace contextRef="#ctx0" brushRef="#br0" timeOffset="30662.78">21508 9182 1599 0,'-9'4'-19'0,"9"-4"14"15,0 0 2-15,0 0 6 16,0 0 5-16,0 0 6 0,0 0 9 0,34-12 4 16,-12 7 6-16,12-3 1 0,-2 2-3 15,7-4-2-15,3 1-3 0,8-3-1 0,-13 4 1 16,-1 2-9-16,-1-2 2 0,-10 5-2 16,-6-2-5-16,-4 4-2 0,-6 1-5 0,-9 0 0 15,8 6 0-15,-8-6 1 0,-14 12 2 16,-12 3 3-16,-9-2 6 0,-1 1 7 0,-14 2 10 15,2-1 8-15,-2 0 12 0,14-5 6 16,1-1 6-16,10-2 2 0,8-2 4 16,4 0 1-16,4-3-2 0,2-1-8 15,7-1-6-15,0 0-4 0,0 0-10 0,0 0-1 0,48-10-8 16,-21 5-19-16,9-3-30 16,6 0-43-16,0 2-64 0,2-1-82 0,-2-1-149 15,0 6-85-15,-4-4-128 0,-12 4-68 16</inkml:trace>
  <inkml:trace contextRef="#ctx0" brushRef="#br0" timeOffset="48191.57">22550 6420 1538 0,'0'0'-32'0,"5"-6"14"0,-5 6 11 0,6-5 15 15,-6 5 10-15,2-7 11 0,-2 7 7 16,1-7 4-16,-1 7 3 0,0 0 0 0,0-6-7 16,0 6-1-16,0 0-6 0,-5-5-6 15,5 5 1-15,0 0-2 0,0 0 3 16,-19 1 9-16,19-1-1 0,0 0-1 0,-19 6 3 16,12-5 10-16,-4 1 6 0,11-2 2 15,-20 2-4-15,8 1-3 0,-1-2-1 0,-3 1-4 16,4 0 0-16,-4-2-2 0,-1 0 4 15,0 0 4-15,-4 2-4 0,4-2-4 0,-1 0-4 16,3 2-2-16,-2-2-2 0,2 1-3 16,-1 1-5-16,4 0-2 0,-2-1-5 15,1 1 3-15,2 0-2 0,-1 0 2 16,1 1-8-16,-1-1 2 0,2 1-1 16,1 0-1-16,0 1-3 0,-1 1 0 0,0-2 0 15,-1 4-1-15,1-1-1 0,1-1 3 16,0 3-7-16,-2-1 5 0,2 0-2 0,-2 1-1 15,1-1 1-15,3 2-2 0,-3-2 2 16,0 3 1-16,3 0-4 0,-2-1 2 0,-1 3 1 16,2-1-2-16,1 1 0 0,-1 0 4 15,3 1 6-15,-4-1-2 0,4 0 9 0,-3-1 1 16,5 1-5-16,-3 0 2 16,3-3-2-16,-2 2-3 0,-1-1 4 0,3 0-3 15,-1 1-1-15,0-3 1 0,2 3-2 0,-1-1-4 16,-4-2 4-16,5 3-4 15,-1-1 4-15,-1 0 3 0,0 2 0 0,-1 0 18 16,1-2 7-16,0 3-4 0,0-4 0 16,2 3-3-16,-4 0 0 0,5-3-4 0,-3 1-3 15,2 2-4-15,-2-1 5 0,3-1-4 16,-1 1-2-16,0-1-3 0,-3 0-5 0,3 0 0 16,2-1 5-16,-2-1-9 0,2 5 16 15,-1-1-2-15,-1 0 6 0,2 0-1 0,-2 0 2 16,0 1-1-16,0 1 3 15,2-1 1-15,0 1 2 0,0 0-2 0,0 1 6 16,0-1-4-16,0 2-5 0,0-2 4 16,2 1-1-16,0-1 10 0,0 2-5 0,0 0 10 15,-1 0-5-15,3-3 1 0,1 3 1 16,-1-3 2-16,-1 1-4 0,3 0 2 16,-3-2-6-16,1 2-9 0,4-1 7 0,-4-1-1 15,4 1 6-15,-1-2 3 0,-2-1 5 16,6 2 5-16,-4-1 5 0,0-3 3 0,5 2-5 15,-1 0-2-15,2-3-7 0,-1 2-2 16,3 0-6-16,3-1-3 0,-2 3 0 0,4-2-7 16,-1-1-2-16,0-1-4 0,0 2-1 15,2-3-3-15,-2 1-1 0,-3 0-1 16,-2-1-1-16,4-2-2 0,-3 1 0 0,-2-1-4 16,2-1-1-16,-1 1 2 0,-1-2-1 15,3-1 15-15,-1-1 6 0,0 2-2 16,6-2 1-16,0-2-5 0,4 1-2 0,0-3-1 15,-1 2 1-15,1 1 1 0,-2-3 4 16,-4 1 4-16,0-1 9 0,-4 3 8 0,-2-1 5 16,-1 1 8-16,-1-1 7 0,-11 2 8 15,18-4 12-15,-13 1-9 0,-5 3-6 16,15-7-6-16,-7 3-4 0,-8 4-8 0,14-10-7 16,-7 3-12-16,-2 1 2 0,4-1 0 15,0-4-11-15,-2 1-3 0,3-3-2 16,0 1-2-16,-1-1-2 0,2-3-3 15,-1 5-2-15,-1-5 4 0,4 0-2 0,-4 0-2 16,0-2-7-16,0 3 1 0,1 0-8 16,0-1 3-16,-1 2 2 0,-1-1 4 0,1-3-2 15,1 4-10-15,0 2 1 0,-3-2-3 16,2 2-6-16,-1-2 0 0,0 1 3 0,3-1 6 16,-2-2-2-16,4 1 0 0,-6-3 2 15,0 5-2-15,3-4-3 0,-4 1 6 16,0-3-6-16,-1 1-2 0,1-1 3 15,-5 2-3-15,6-1 1 0,-5 0 2 0,-2 1 1 16,0-2 2-16,2 0-6 0,-1-1 2 16,-2 3 2-16,1-3-2 0,-2 1 6 0,2-1-6 15,-2 1 4-15,-5-3 0 0,6 1-3 16,-3 1-2-16,-2 2 3 0,5 0 1 0,-5-1 2 16,0 2-3-16,0 1-3 0,-1 3-1 15,-3-5 1-15,3 3-4 0,-7-1 8 0,1 1-5 16,-1 1 6-16,-9-3-7 15,-1 0 1-15,-1 0 3 0,-2 1-2 0,1 1-1 16,-7 1 6-16,-1 2-4 0,0-1 2 16,-7-1-1-16,2 2-8 0,-1 2 10 0,-3-1 1 15,5 3 2-15,2 1-4 0,6 2 3 16,7 2-4-16,4-1-10 0,2 2-45 0,4 2-40 16,1 0-42-16,1 2-49 0,1 2-68 15,0 2-74-15,7 3-65 0,-3 3-82 16,4 3-196-16,2 6-16 0,0 6 79 0,-2 11-411 15,1 4-496-15</inkml:trace>
  <inkml:trace contextRef="#ctx0" brushRef="#br0" timeOffset="50073.03">20647 8659 2939 0,'0'0'10'0,"13"-7"18"0,-13 7 1 16,0 0 20-16,0 0 27 0,3-5 11 0,-3 5 14 15,0 0 7-15,0 0-3 0,0-7-5 16,0 7-12-16,0 0-14 0,0 0-3 0,0 0-9 16,0 0-8-16,0-8-4 0,0 8-27 15,0 0-25-15,0 0-40 0,0 0-47 0,0 0-45 16,0 0-47-16,0 0-55 0,0 0-80 15,0 0-185-15,-17 13-1 0,9-4 58 16,1 1-103-16,-3 4-49 0</inkml:trace>
  <inkml:trace contextRef="#ctx0" brushRef="#br0" timeOffset="50588.88">22225 10639 1709 0,'0'0'108'0,"-5"5"-3"16,5-5 7-16,-8 4 10 0,8-4 7 0,0 0 5 0,0 0 13 0,-10 4-3 15,10-4-7-15,0 0-16 0,0 0-15 16,0 0-11-16,0 0-30 0,0 0-48 0,0 0-71 15,0 0-91-15,-13-8-131 0,13 0-208 16,0-2 24-16,0-5-163 0,0-6-122 16</inkml:trace>
  <inkml:trace contextRef="#ctx0" brushRef="#br0" timeOffset="55587.71">23508 6769 1707 0,'-13'0'24'0,"5"-2"8"16,8 2 3-16,0 0 1 0,25-13 3 0,10 2-1 16,19-4-1-16,12 0 3 0,6-2-2 15,25-4-2-15,1 0 0 0,0 3-5 16,-1 2-3-16,-16 3 0 0,-5 1-5 0,-4-1-3 15,-7 5 0-15,-10-1-1 0,-15 5-4 16,-13-2-3-16,-10 2-2 0,-10 2-4 16,-7 2 6-16,0 0 9 0,0 0 15 0,-76 0 16 15,6 0 19-15,-8 0 16 0,-14 2 7 16,-24 2 8-16,-1 2 14 0,31-4 12 0,9 1-3 16,10 1-7-16,21 0-14 0,14-3-7 15,12 2 16-15,9-1-3 0,15 0-10 0,-4-2-5 16,56 2-13-16,6-4-6 0,13-2-27 15,8-2-70-15,24-3-90 0,4-3-109 16,-1 0-159-16,-3-1-197 0,-4-6 49 0,-24 3-243 16,-6 1-260-16</inkml:trace>
  <inkml:trace contextRef="#ctx0" brushRef="#br0" timeOffset="58927.18">29697 9051 1148 0,'0'0'111'0,"-1"-10"0"0,1 10-4 0,-2-8-1 16,2 8 4-16,-4-9 2 0,4 2 3 16,0 7-3-16,-4-10 7 0,3 5-2 0,1 5-2 15,-4-12 8-15,2 5-1 0,-2 0 4 16,0 0-3-16,-4-1 4 0,1-3-8 16,-2 3 8-16,-3 1-8 0,-1-1-4 0,-1 2-2 15,-3 0-5-15,-4 0 2 0,-2 3 1 16,1 0 1-16,-7 1-8 0,0 2 9 15,3 2 6-15,-19 4-7 0,4 4 5 16,-13 7 3-16,3 6-3 0,1 4 0 0,-1 4-5 16,7 8-7-16,4-1-6 0,5 4 1 15,9 6-2-15,4 0 4 0,6 1-5 0,7 1-8 16,10-9-4-16,7 1-7 0,6 5-10 16,6-2-7-16,5-7 0 0,0-3-9 0,-2-7-3 15,-3-6-4-15,2-1-6 0,-9-7 3 16,0-2 12-16,-2-3 10 0,0-5 27 0,-4 1 5 15,0-2-3-15,1-3 0 16,-8 0 1-16,15-4-10 0,-9 0-10 0,0 0-3 16,-3-4-7-16,4 3-10 0,-4 1-11 15,3-2 2-15,-2 0 0 0,-4 6-10 0,7-8 0 16,0 3-5-16,0 1-10 0,4-4-3 16,3 1 3-16,4-2-2 0,2 4-4 0,1-1 1 15,3 2 1-15,-5 2-4 0,4 1 1 16,4 2-2-16,-1 1 2 0,1 4 3 0,-2-2-5 15,-2 3 4-15,-4-2-4 0,2 4 2 16,-6-1 7-16,-2-3-2 0,-1 2 0 0,1 0-3 16,-4 3 2-16,2-4 0 0,-4 2-7 15,0-1 3-15,1 1-2 0,0 0-11 16,0-2-49-16,-3 1-60 0,2 1-62 0,0-3-61 16,0 0-70-16,1-1-88 0,-1-4-93 15,-7 0-109-15,18 0-171 0,-9-4 45 0,0-6 71 16,5-5-517-16,3-9-630 15</inkml:trace>
  <inkml:trace contextRef="#ctx0" brushRef="#br0" timeOffset="59304.03">29683 8539 3296 0,'-47'-23'1'0,"-1"6"46"0,-10 9 41 16,-5 8 34-16,-10 5 31 0,-2 13 23 0,-22 13 20 15,2 6 23-15,2 11 2 0,5 8 9 16,0 9 19-16,5 12 1 0,10 8-16 16,13-3-14-16,18 8-17 0,11 1-15 15,19 2-12-15,17-16-12 0,15 17-15 0,14-9-16 16,13-6-3-16,12-4-19 0,16-7-8 16,10-2-15-16,4-6-6 0,11-11-9 0,3-6-10 15,4-11-13-15,3-9 3 0,1-7-38 16,-20-14-14-16,22-8-23 0,-7-11-15 0,-5-9-5 15,-8-10 2-15,-9-7 3 0,-11-17 0 16,-10-10 6-16,-12-11-3 0,-12-8-1 16,-13-8 3-16,-11-5 1 0,-17 17-5 15,-13-26-15-15,-20 7-8 0,-14 10-3 0,-15 9-3 16,-13 10 1-16,-13 17-3 0,-7 15-16 16,-10 11-10-16,-6 13-39 0,-9 14-13 0,-2 12-20 15,4 10-68-15,9 10-86 0,8 7-101 16,14 9-148-16,8 3-120 0,15 7 53 0,22-14-461 15,8 3-565-15</inkml:trace>
  <inkml:trace contextRef="#ctx0" brushRef="#br0" timeOffset="59804.83">29122 10098 2913 0,'0'0'-47'0,"-6"-12"19"0,6 12 13 0,-13-4 24 0,1 4 37 0,-4 2 39 15,-16 8 32-15,-17 4 29 0,-4 8 20 16,-8 4 16-16,-19 13 8 0,0 2 4 0,0 4 0 15,-2 2-8-15,2 7-3 0,2-4-13 16,4-1-14-16,3-3-15 0,18-9-15 0,5-4-10 16,2-2-11-16,10-1-14 0,6-7-6 15,3-1-8-15,4-2-7 0,5-4-8 16,4-3-6-16,1-3-27 0,3-1-21 16,0-2-27-16,5 0-40 0,-3-3-79 0,8-4-107 15,0 0-100-15,0 0-108 0,-6-14-195 0,14-3 22 16,9-11 64-16,8-6-363 15,4-4-404-15</inkml:trace>
  <inkml:trace contextRef="#ctx0" brushRef="#br0" timeOffset="60087.36">29012 9985 2871 0,'2'-15'166'0,"-2"5"24"0,2 1-1 16,-2 5-15-16,2-2-16 0,-2 6-7 15,0 0 38-15,0 0 28 0,7 19 8 16,9 6-1-16,8 16-15 0,9 2-17 16,8 7-8-16,17 14-17 0,6 9-2 0,8-1 33 15,13 4 5-15,6-2-10 0,0-1-18 16,3-5-24-16,-5-5-12 0,-5-5-17 0,-10-5-6 16,-22-15-15-16,-10-8-11 0,-7-3-18 15,-11-10-34-15,-7-3-19 0,-6-5-13 16,-4-1-33-16,-5-5-47 0,-2-3-65 0,0 0-82 15,0 0-101-15,0 0-104 0,-29-18-121 16,13 6-188-16,0 0 10 0,-9-5 74 0,-6 5-515 16,-3 1-631-16</inkml:trace>
  <inkml:trace contextRef="#ctx0" brushRef="#br0" timeOffset="61072.1">28160 10522 3108 0,'-17'-6'-76'15,"-5"4"29"-15,4 0 27 0,-3 0 29 16,-6 2 31-16,-15 0 25 0,0 8 14 0,-2 0 16 16,-7 8 19-16,-2 6 4 0,-1 2 3 15,6 5 11-15,1 6-2 0,1 2 3 16,6 4-9-16,4 2-4 0,10 0-4 0,4 2-9 16,11-9 7-16,8 3-8 0,4-6-8 15,9 1-11-15,2-4-4 0,12-3-10 0,2-4-7 16,12 1-7-16,7-6-3 0,-2-8-7 15,3-3-6-15,3-6-5 0,10-8-3 16,0-1-5-16,-5-6-3 0,-4-4 0 16,-9-9-4-16,-3 0-3 0,-7-4 0 0,-10 1-8 15,-6-5 3-15,-7-6-2 0,-4-2-5 16,-6-5-5-16,-8-10-12 0,-5 1-12 0,-4 4-11 16,-6 4-8-16,1 7-12 0,-9 9-16 15,5 13-14-15,-5 7-31 0,-5 7-30 0,0 8-33 16,-14 10-41-16,-1 10-55 0,0 4-77 15,1 9-128-15,-2 4-100 0,-2 14 43 16,14-12-286-16,6 4-307 0</inkml:trace>
  <inkml:trace contextRef="#ctx0" brushRef="#br0" timeOffset="61370.16">27732 11265 2268 0,'3'-8'146'0,"-3"8"1"15,2-4-15-15,-2 4-1 0,0 0 45 16,19 9 33-16,-6 4 26 0,12 6 3 0,1 5-8 16,9 10-11-16,1 7-20 0,4 1 23 0,4 3 0 15,9 11 2-15,-9-12-26 16,2 1-18-16,-2 0-16 0,-4-3-21 0,-1-3-9 15,-2 2-13-15,-4-10-34 0,-11-3-50 16,-1-3-53-16,-1-5-50 0,-7-3-59 0,-4-5-67 16,-1-2-60-16,-1-4-64 0,-5-3-98 15,4-1-123-15,-6-2-106 0,0 0 47 0,0 0-392 16,0 0-465-16</inkml:trace>
  <inkml:trace contextRef="#ctx0" brushRef="#br0" timeOffset="61769.65">28408 11860 3023 0,'0'0'110'0,"-12"0"-5"0,12 0 34 0,-13 12 35 16,4 0 24-16,-2 5 14 0,6 4 6 15,-4 8-5-15,7 0-17 0,2 1-16 0,4 8-16 16,5 2-9-16,6 5-19 0,6-2-7 16,6-1-13-16,7-2-6 0,3-2-15 15,2-4-10-15,3-3-7 0,1-7-7 16,-9-5-28-16,2-7-33 0,-4-4-20 0,-3-3-15 16,-6-5-4-16,-7-3 4 0,4-1 1 15,-4-4 1-15,-5-6 6 0,-6-6-4 0,-3-5 6 16,-8-13 1-16,-6-15-2 0,-10-3 2 15,-3 1 0-15,-3-1-9 0,-5 3-6 16,1 2-16-16,-4 9-8 0,-5 6-11 0,3 8-16 16,-3 6-13-16,5 10-17 0,1 3-43 15,2 8-42-15,9 2-53 0,-1 3-60 0,2 3-82 16,4 1-163-16,1 1-19 0,2-1 56 16,5-1-260-16,0 0-265 0</inkml:trace>
  <inkml:trace contextRef="#ctx0" brushRef="#br0" timeOffset="62287.19">27085 10067 2264 0,'-74'39'24'0,"-6"14"23"0,-5 17 32 0,6 16 31 16,2 9 4-16,5 5-5 0,11 1-14 0,13 6-8 16,12-3-5-16,23 0-7 0,17-24-3 15,14 14-8-15,27-6-27 0,16-8-16 0,21-8-54 16,13-7-53-16,10-7-55 16,5-11-55-16,0-13-62 0,1-11-109 0,-29-13-73 0,-8-12-159 15,-5-9-97-15</inkml:trace>
  <inkml:trace contextRef="#ctx0" brushRef="#br0" timeOffset="62903.08">30266 10767 1786 0,'-29'13'38'0,"-1"0"4"0,1 4 3 0,4-1 12 0,5 3-1 0,6-3 1 0,6-3 8 0,5-2 7 0,3-2 4 0,7 2-4 16,9 1-8-16,6-5-6 15,15 1-5-15,3-4-3 0,-1-4-12 0,8-4-5 16,-6 2-4-16,-5-6-4 0,-4-3 0 15,-1-1-3-15,-13-1 2 0,-7-2 6 0,-8 1 1 16,-6-4 3-16,-12-11-3 0,-10-6 1 16,-15-1-4-16,-6 3-1 0,-8 1-7 0,0 8 0 15,-5 6-3-15,0 9 0 0,11 5-5 16,-2 9-9-16,-7 3-43 0,6 12-61 16,1 2-83-16,8 3-158 0,2 3-135 0,15-6-185 15,10-3-157-15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1T03:29:36.1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26477 6625 1476 0,'-9'-6'433'0,"-5"0"-165"16,3 4-60-16,-2 4-28 0,-7 4 16 15,-8 7-1-15,-5 5-4 0,-3 11-9 16,0 0 4-16,-1 6-1 0,7 3 1 0,4 3-6 16,5-2-15-16,9-5-10 0,4 0-12 15,8-7-17-15,6 6-12 0,6-1-10 16,5-4-11-16,6-6-8 0,7-2-14 0,4-4-32 16,2-6-31-16,5-3-25 0,-1-5-24 15,-1-2-21-15,2-6-11 0,1-4-3 0,-3-3 7 16,-2-3 16-16,-1-1 34 15,-5-4 39-15,-6-2 34 0,-3-3 21 0,-4-3 25 0,-7-3 9 16,-8-3 5-16,0-4 5 0,-7-5-2 16,-8-9-11-16,-2 4-10 0,-6 1-11 15,-1 12-11-15,-2 8-11 0,-1 9-8 16,-7 7-18-16,1 10-43 0,-11 9-51 0,-9 8-61 16,-4 10-94-16,0 6-115 0,-10 15-134 15,3 7-197-15,2 2 8 0,10-10 82 0,12 2-427 16,2-3-472-16</inkml:trace>
  <inkml:trace contextRef="#ctx0" brushRef="#br0" timeOffset="302.02">26328 7161 2870 0,'2'-4'103'0,"-2"4"26"0,0 0 28 0,0 0 41 15,0 0 39-15,-30 16 32 0,6 7 19 16,-17 12 6-16,-4 6 14 0,-20 15-16 0,-6 7-4 16,-9 3-11-16,2 1-7 0,-3-2-10 15,4 0-10-15,-2-1-14 0,11-8-16 0,1-1-18 16,5-3-16-16,15-15-17 0,11-4-16 16,0-4-10-16,11-6-21 0,6-4-13 0,2-3-12 15,2-7-33-15,5-1-64 16,1-2 0-16,4 0 0 0,-4-2 0 0,9-4 0 15,0 0 0-15,-11 2-105 0,11-2-105 16,0 0-52-16,-5-12-59 0,5 12-88 0,0-11-82 16,-2 5-97-16,4-3-175 0,-2 2 33 15,2-1 75-15,-1 3-589 0,-1 5-705 0</inkml:trace>
  <inkml:trace contextRef="#ctx0" brushRef="#br0" timeOffset="766.09">25014 8181 3396 0,'0'0'-23'0,"0"0"9"0,-22 0 31 16,22 0 41-16,-30 15 63 0,3 3 33 0,-9 7 32 16,0 4 12-16,0 4 0 0,-4 6-2 15,3 4-6-15,7-1-7 0,-1 3-10 0,11 0-9 16,1-3-10-16,9-9-14 16,7 0-7-16,5-6-4 0,5 2-5 0,9-3-7 15,9-5-2-15,10-4-16 0,3-4-9 16,20-6-3-16,-6-7-9 0,20-7-12 0,1-8-14 15,15-9-23-15,-6-7-14 0,-4-5-3 16,-24 6-1-16,-6-1 11 0,-9-3-5 0,-6-1 6 16,-10-4 11-16,-8 2 13 0,-12 1 10 15,-5-1-9-15,-7-2-20 0,-10-10 9 16,-8 5 1-16,-5 4-11 0,-8 6-2 0,-3 7-8 16,-4 11-31-16,8 6-22 0,-8 6-39 0,0 10-39 15,-10 7-46-15,0 6-61 0,-1 3-83 16,3 6-88-16,-2 4-113 0,2 2-186 0,5 5 7 15,4-2 79-15,5 3-506 16,5-3-581-16</inkml:trace>
  <inkml:trace contextRef="#ctx0" brushRef="#br0" timeOffset="1133.58">24657 8758 3424 0,'5'-10'194'0,"2"3"1"0,-5 2 14 0,-2 5 28 0,0 0 22 16,0 0 19-16,0 0-5 0,-54 24-10 0,16 1-8 15,-6 5-13-15,-5 8-26 0,-14 10-14 16,-4 12-4-16,-5 5-14 0,-7 3-5 0,0 7-1 15,-3 0-19-15,-3 3-8 0,4-1-14 16,-1 0-14-16,0-4-13 0,6-5-5 0,5-4-11 16,14-11-12-16,13-13-12 0,8-10-6 15,11-6-8-15,4-3-10 0,6-6-38 16,1-3-8-16,7-3-57 0,0-2-50 16,1-1-51-16,0 0-52 0,4-3-61 0,2-3-72 15,-4 5-79-15,4-5-87 0,0 0-94 16,0 0-166-16,0 0 68 0,0 0 76 0,0 0-537 15,0 0-628-15</inkml:trace>
  <inkml:trace contextRef="#ctx0" brushRef="#br0" timeOffset="1500.97">23445 9769 3614 0,'0'0'194'0,"-31"15"3"0,15-3 37 16,-11 5 44-16,0 3 45 0,-1 11-11 0,-3 2-7 16,4 1-21-16,2 3-24 0,3 2-22 15,6-6-24-15,5-1-28 0,-1-1-12 0,5-1-20 16,1-4-10-16,6-4-22 0,0-5-10 16,6 3-14-16,-1-3-12 0,8-1-6 15,-1-5-10-15,8-1-15 0,3-2-14 0,3-7-17 16,14-2-24-16,2-9-26 0,2 0 0 15,3-5-2-15,-10 1 7 0,-7 1 1 0,-5-7 8 16,-7 5 6-16,-11 0 10 0,-3-2-12 16,-6 1 0-16,-4-1 2 0,-6 0 1 15,-1 2 0-15,0 3-3 0,-4-1-5 0,-3 5-19 16,2 1-18-16,-5 1-27 0,3 4-29 16,2-2-37-16,0 4-34 0,5 0-44 15,-4 2-54-15,4 0-64 0,-5 3-55 0,5-2-72 16,3 2-79-16,1 0-138 0,2-1 48 15,1-1-545-15,6-3-644 0</inkml:trace>
  <inkml:trace contextRef="#ctx0" brushRef="#br0" timeOffset="2065.69">23384 9801 3155 0,'-19'3'-49'0,"4"-1"22"0,2 3 18 0,-3 2 36 16,-1 3 47-16,-6 6 49 0,-2 4 30 15,2 6 23-15,-4 10 0 0,5 6 4 16,-1-1 2-16,9 1-4 0,1-4 1 0,2-2-6 16,8 0-9-16,-4-2-11 0,7-3-8 15,5 1-15-15,2-1-10 0,6-3-4 16,5-2-4-16,0-6-8 0,7-2-11 0,4-5-7 16,7-4-11-16,4-8-4 0,6-6-11 15,7-4-11-15,6-4-17 0,-3-7-10 0,-5-1-3 16,-3-5-2-16,-7-3 2 0,-2-1-3 15,-8-3 4-15,-11 3 1 0,-6 1 4 0,-9-5 7 16,-5 5-2-16,-3-10-2 16,-11-7-6-16,-7 3-2 0,-5 4-1 0,-5 2-5 15,-3 4 4-15,-3 6-8 0,3 10 0 16,-2 3-2-16,-2 5-3 0,0 6 4 0,-3 3-7 16,0 7-2-16,-1 3 1 0,-8 9 2 15,4 3-5-15,3 6-3 0,3 3-1 0,3 4-1 16,5 2 0-16,6 0 2 0,5 3-14 15,7-9-25-15,5 4-23 0,3 0-33 0,4-8-36 16,4-3-58-16,2-2-77 0,3-2-97 16,3-4-123-16,7-3-202 0,0-4 60 0,6-2 62 15,2-4-440-15,1-3-486 0</inkml:trace>
  <inkml:trace contextRef="#ctx0" brushRef="#br0" timeOffset="3583.06">25937 7579 2945 0,'-13'-5'-16'0,"-1"-1"13"16,-2 3 20-16,-2-2 39 0,-4-1 28 0,-3 2 30 15,-9-1 14-15,-5-2 1 0,1 0-8 16,1 0-2-16,-7 0-11 0,0 0-1 0,0-3-3 16,-2 5-7-16,-13-2-3 15,12 1-10-15,-1 5-6 0,-2-2-11 0,-1 6-3 16,-10 0-9-16,0 3-7 0,-3 0-5 16,-8 5-3-16,0 1-4 0,-2-2-3 0,-22 10-8 15,1-1 1-15,-2 2-2 0,-2 1-2 16,1 0-2-16,0 2 0 0,-3 0-3 0,-3 1 0 15,0 1-4-15,0-1 5 0,-2 2 12 16,8 1-1-16,-1 3 8 0,1 1-7 16,1 1-1-16,2 6 8 0,1 3-1 0,6 4-3 15,6 0-4-15,5 2-1 0,-2 4-2 16,9 0-3-16,0 5-4 0,4 2-3 16,5 0 0-16,7 0-2 0,-2 0 0 0,8 1-3 15,3 3 0-15,9-14 0 0,4 3 1 16,-4 2-2-16,6 3 1 0,-10 14 1 15,13-11 1-15,-1-1 1 0,-1 0 6 0,2 3 2 16,3-2 2-16,-1 1-2 0,2-1 0 16,4 1 0-16,0-3-2 0,2-5-3 0,4 1 4 15,1-4-2-15,5-9-1 0,-3 0-2 16,8-3 1-16,1-1 0 0,2 0-4 0,3-1-2 16,4 3 1-16,4-1-3 0,2 4 3 15,8 0 0-15,3-2 0 0,0-2-3 0,11 1 5 16,0 2 2-16,3-1 7 0,9-2-4 15,1 3 2-15,16 6-6 0,2-1 2 16,2-1-2-16,1-4 0 0,-11-7-1 16,18-1-1-16,0 0-2 0,-10-12-2 0,6 1 2 15,3-7-2-15,4-3 1 0,6-5-1 16,22-2 2-16,-15-6-3 0,27-4-4 0,-1-7 2 16,3-2-3-16,0-5 3 15,1-3-1-15,3 1-1 0,-3-1-2 0,3-4 1 16,-8 0-1-16,-5-2 3 0,2-1-2 0,-4 0 0 15,-7-3-2-15,2-2 3 0,-8-3-4 16,-1 1 4-16,-3-3-3 0,-5-6 3 16,1-1-1-16,-4-3-2 0,-6-1 2 0,0-6 0 15,-7-5 0-15,-3-2 18 0,-7-7 12 16,-8-5 14-16,-6-7 14 0,-6-5 9 0,-11-6 8 16,-14-8-10-16,-2-7-2 0,-12-6-3 15,-10-14-10-15,-10-5-13 0,-9-1-7 0,-27-37-3 16,-2 47-22-16,-26-23-1 0,8 47-8 15,-10 18-13-15,-10 4-12 0,-10 21-20 16,-6 8-29-16,-3 15-37 0,-8 13-33 0,-4 13-32 16,-3 11-49-16,-1 15-45 0,4 9-56 15,-7 10-75-15,8 15-103 0,0 8-160 0,-28 22 55 16,33-13 70-16,-25 24-392 0,39-21-413 16</inkml:trace>
  <inkml:trace contextRef="#ctx0" brushRef="#br0" timeOffset="4166">23472 9681 2467 0,'5'-5'-11'0,"0"-1"29"0,-5 6 16 0,0 0 14 16,0 0 17-16,0 0 24 0,0 0 14 15,0 0 18-15,-33 15-1 0,16-3 8 16,-10 5 0-16,0 0-4 0,-1 1 5 16,-1 0-2-16,0 1-1 0,3-2 1 0,2-2-7 15,4-3-6-15,7-3-9 0,1-1-11 16,5-1-9-16,1-2-11 0,1-2-8 0,5-3-4 15,0 0-4-15,0 0-7 0,0 0-4 16,40-16-11-16,-12-2-12 0,5 0-14 0,-1-2-13 16,-2 2 0-16,-3 1-5 0,-6 6 5 15,-4 1-4-15,-6 4 9 0,-3 2 2 0,-6 4 2 16,-2 0 6-16,0 0 7 0,-23 16 11 16,-2 1 1-16,-3 3 7 0,-12 2-2 15,-2 2-3-15,0-1-5 0,0-3-3 0,12-3-5 16,-1 0-17-16,10-5-18 0,4-3-45 15,3-1-64-15,3-2-68 0,1-2-74 16,5-2-92-16,5-2-116 0,0 0-109 0,0 0 51 16,0 0-335-16,0 0-350 0</inkml:trace>
  <inkml:trace contextRef="#ctx0" brushRef="#br0" timeOffset="6931.98">4428 12085 2551 0,'-9'-7'22'0,"1"2"11"16,0 1-5-16,8 4-3 0,0 0 1 15,0 0 23-15,-11 11 21 0,11-1 3 16,0 4-1-16,4 3-2 0,0 3-5 16,9 8-6-16,4-3 8 0,6-3 12 0,8-3 14 15,1-7 13-15,8-5-2 0,4-5 3 16,5-6-2-16,10-7-2 0,2-5-9 0,-2-4-9 16,-5-4-11-16,-2-6-1 0,-7 0-7 15,-5-3-4-15,-6 2-10 0,-7 8-4 0,-4-3-5 16,-6 3-5-16,-4 4-4 0,-2 4-30 15,-4-1-40-15,-2 4-51 0,-1 2-62 16,0 2-70-16,-1 1-89 0,-3 7-108 0,0 0-166 16,0 0 46-16,0 0-228 0,-16 17-255 15</inkml:trace>
  <inkml:trace contextRef="#ctx0" brushRef="#br0" timeOffset="7166.04">4853 12580 2332 0,'-7'17'94'0,"2"-5"13"0,4-1 25 16,-3-6 21-16,4 0 40 0,0-5 31 16,0 0 44-16,0 0 11 0,0 0-2 0,34-15-10 15,-7-7-26-15,7-7-22 16,3-5-21-16,1 4-18 0,-2-3-21 0,-2 2-19 16,-2 2-7-16,-5 7-5 0,-6 3-13 0,-4 4-12 15,-3 4-12-15,-5 3-16 16,-2 2-31-16,0 2-35 0,-7 4-46 0,0 0-65 15,0 0-73-15,0 0-82 0,6 13-91 16,-12-1-129-16,1 4-213 0,-2 3 24 0,1 1 75 16,-3 0-368-16,-3 9-436 0</inkml:trace>
  <inkml:trace contextRef="#ctx0" brushRef="#br0" timeOffset="8515.75">28702 6867 4315 0,'-7'-15'127'0,"2"4"5"0,-1 2 21 15,1-1 19-15,-4 2 16 0,2 2-5 16,-2 3-15-16,-5 1-5 0,14 2-7 0,-38 12 3 16,7 9 26-16,-3 8-12 0,0 9-4 15,0 5-17-15,5 5-9 0,4 0-9 16,9 1-15-16,7-8-14 0,11 0-6 0,6-4-8 16,5-1-11-16,12 0-9 0,8-7-2 15,-1-9-6-15,6-8-10 0,0-1-3 0,6-5-3 16,-1-6-8-16,4-8-4 0,8-7-3 15,1-4 2-15,-8-5-5 0,2-3-4 0,-6-4-1 16,-6-3 7-16,-5-3 11 0,-7 0 5 16,-10 4-1-16,-5-5-2 0,-10-1-7 15,-2-2-30-15,-10-11-7 0,-7-1 0 16,-4 1 0-16,-7-1 0 0,-1 9 0 0,-4 3 0 0,-4 8 0 16,-1 13 0-16,1 8-86 15,-1 8-81-15,-1 10-58 0,1 7-75 0,-8 8-98 16,8 8-109-16,3 7-125 0,3 3-166 15,7 4 53-15,1 2 81 0,5 2-584 0,11 1-709 16</inkml:trace>
  <inkml:trace contextRef="#ctx0" brushRef="#br0" timeOffset="8865.25">28863 7314 3866 0,'-9'-8'215'0,"-1"-1"27"0,2 3 23 16,3 0 28-16,-1 3 14 0,6 3-8 15,0 0 13-15,0 0 28 0,0 0 9 0,19 26-12 16,6-2-32-16,11 14-26 0,6 4-30 16,13 15-23-16,-2 1-26 0,7 5-93 0,1 3-107 15,1-2 0-15,7 2 0 0,0 1 0 16,-2-2 0-16,-7-3 0 0,1-7 0 15,-23-12 0-15,-4-7 0 0,-9-7 0 16,-5-5 0-16,-4-2 0 0,-2-5 0 0,-4-5 0 16,-3-2 0-16,-2-1 0 0,0-3 0 15,1-2 0-15,-4 2 0 0,-2-6 0 0,3 4 0 16,-3-4 0-16,0 0 0 0,6 4 0 16,-6-4 0-16,0 0 0 0,0 0 0 0,0 0-424 15,0 0-393-15,0 0-103 0,0 0 92 16,0 0-941-16,0 0-1200 0</inkml:trace>
  <inkml:trace contextRef="#ctx0" brushRef="#br0" timeOffset="9250.75">29799 8465 4857 0,'-14'2'-24'0,"14"-2"24"0,-27 6 23 16,11 6 30-16,-9 2 37 0,0 7 27 16,4 4 16-16,0 0 10 0,2 4 2 0,4 2 3 15,7 0-6-15,6-6 12 0,6 1-27 16,8 5 13-16,2-4-7 0,8 0-22 0,8 4-7 16,1-8-14-16,-1-5-5 15,4-1-3-15,1-7-11 0,-1-3-10 0,-6-4-4 0,3-3-4 16,-4-3-7-16,12-6-5 15,-5-3-2-15,-6-2-4 0,1 1-4 0,-9-7 5 16,2 1 16-16,-11 0-3 0,-3-3 8 16,-3-2 4-16,-5-3-2 0,-5-12-4 0,-9-11-7 15,-4-1-7-15,-2-2-7 0,-7-1-1 16,1 6-14-16,-3 5-24 0,-3 4-42 0,1 7-58 16,2 16-68-16,3 8-81 0,-1 6-105 15,-9 8-112-15,-2 5-127 0,-6 9-198 16,4 6 64-16,2 3 83 0,4 5-590 0,3 7-700 15</inkml:trace>
  <inkml:trace contextRef="#ctx0" brushRef="#br0" timeOffset="9648.1">30000 8843 3578 0,'-3'-8'119'0,"-1"4"19"0,4-1 5 15,0 5 13-15,0 0 18 0,0 0 27 16,0 0 44-16,0 0 52 0,0 0 27 0,31 13 6 16,-6 5-9-16,5 3-17 0,10 8-23 15,-1 4-24-15,4 1-21 0,-3 4-23 0,0 3-9 16,4 5 34-16,-1-1 28 0,13 12-100 15,-12-11-166-15,-2-1 0 0,-1-2 0 0,-4-3 0 16,-5-4 0-16,-9-7 0 0,-4-4 0 16,-3-6 0-16,-5-4 0 0,-4-3 0 0,1 0 0 15,-2-3 0-15,0-2 0 0,-3-2 0 16,1 1 0-16,1 0 0 0,-5-6 0 16,4 8 0-16,-4-8 0 0,5 4 0 0,-5-4 0 15,0 0 0-15,0 0 0 0,0 0 0 16,0 0-727-16,0 0-235 0,0 0 85 15,0 0 96-15,0 0-866 0,0 0-1086 0</inkml:trace>
  <inkml:trace contextRef="#ctx0" brushRef="#br0" timeOffset="10031.33">30850 9552 4873 0,'-1'-10'63'16,"-5"5"7"-16,2-2 9 0,4 7 20 15,0 0 34-15,-21 5 33 0,10 4 28 0,-10 13-7 16,-1 5 12-16,0 9 4 0,1 7-13 16,-2 1-7-16,5 9-13 0,2-4-7 0,5 6-15 15,5-2-13-15,6-7-15 16,6-3-12-16,5 7-9 0,3-4-8 0,6-6-9 15,3-3-11-15,-3-13-3 0,0-5-6 0,-3-5-6 16,3-8-7-16,-2-4-2 0,5-4-7 16,0-6-2-16,10-6-33 0,-5-8-5 0,5-10 0 15,-5-8 0-15,-1-5 0 0,-3-5 0 16,-3-1 0-16,-5-7 0 0,-7-4 0 16,-7-3 0-16,-5 1 0 0,-9 3-16 15,-7 9-48-15,-6 8-23 0,-5 5 0 0,-6 8-45 16,-7 10-43-16,3 11-55 0,-5 2-55 15,-5 8-64-15,-9 8-82 0,-2 8-93 16,0-1-132-16,-2 5-82 0,8 3 70 0,-6 2-607 16,9 1-735-16</inkml:trace>
  <inkml:trace contextRef="#ctx0" brushRef="#br0" timeOffset="10614.53">30763 10507 3479 0,'-26'3'186'15,"1"-1"50"-15,4 2-6 0,3-1-6 0,3-3 18 16,2 3 31-16,5-3 44 0,8 0 2 15,0 0-8-15,-6-12-27 0,24 0-30 0,11-6-22 16,14-8-27-16,9 0-22 0,0-3-39 16,8 2-50-16,-5-5-63 0,0 2-63 0,-5-2-50 15,-4 5-35-15,-9 0-20 0,-10 13-1 16,-7 1 3-16,-7 6 12 0,-5 2 15 16,-8 5 14-16,0 0 17 0,0 0 21 15,-50 21 26-15,5-1 25 0,-5 3 20 0,-7-2 13 16,-6 10 15-16,-14 8 15 0,21-12 15 15,0 2 25-15,6-5 17 0,9 3-5 0,10-10-8 16,5-3-8-16,4-2-10 0,9-2-9 16,0-3-4-16,3 0-10 0,5-2 5 15,1-2-18-15,4-3-44 0,0 0-46 16,0 0-71-16,0 0-73 0,20 2-70 0,-20-2-88 16,27-8-81-16,-9 2-105 0,2-2-166 0,-1-1-3 15,1 1 79-15,-7 1-517 0,4-3-606 0</inkml:trace>
  <inkml:trace contextRef="#ctx0" brushRef="#br0" timeOffset="11948.44">4110 14338 772 0,'-15'9'66'0,"4"-3"32"16,2-2-7-16,2-2-22 0,7-2-21 0,0 0-11 15,7-21-6-15,13-6 0 16,16-16 8-16,21-21 6 0,15-3 6 0,9 1-2 16,1 3-10-16,-3 9-4 0,0 6 0 15,-26 17-2-15,-5 8-11 0,-18 7 3 16,-9 9-3-16,-10 7-6 0,-7 3 1 0,-4-3 0 16,-13 24-3-16,-10 3-2 0,-13 11-2 15,-6 3 0-15,-4-3-6 0,3-4 3 0,0-3 4 16,7-5 14-16,11-8 3 0,7-5 3 15,10-5-6-15,2-4-3 0,6-4 1 16,0 0-2-16,46-27 0 0,-1-1 5 0,11-6-9 16,22-6 1-16,0-1-20 15,2 6-42-15,-22 6-55 0,-1 7-73 0,-8 2-103 16,-15 9-209-16,-11 6 11 0</inkml:trace>
  <inkml:trace contextRef="#ctx0" brushRef="#br0" timeOffset="14848.3">5101 14771 1183 0,'0'0'-83'0,"7"6"0"0,-7-6 21 15,0 0 15-15,6 6 37 0,-6-6 26 0,0 0 30 16,0 0 18-16,0 0 1 0,0 0-1 16,0 0-3-16,0 0-4 0,0 0 11 15,0 0-2-15,0 0 9 0,0 0 3 0,0 0 5 16,8-17-3-16,-8 17-7 0,0 0-11 16,0 0-6-16,0 0-9 0,0 0-5 15,0 0-7-15,0 0-2 0,-39 14-3 0,30-4-5 16,-2 6-5-16,1-1 1 15,4-1-1-15,-1-2-3 0,3-1-3 0,2 1 1 16,1-2 2-16,1-3-1 0,-2 1-3 16,2-8 1-16,3 14 3 0,-3-14 10 0,4 4 8 15,-4-4 2-15,0 0 0 0,0 0 4 16,0 0 3-16,0 0 0 0,21-13-1 16,-21 13 6-16,2-9 0 0,-2 9-6 0,0 0-2 15,-3-11-6-15,3 11-2 16,-9-8-2-16,9 8-7 0,-9-2-4 0,9 2-7 15,0 0 2-15,0 0-5 0,-25 13-1 16,21-5 0-16,-1 1-1 0,3-2 2 0,-2 2-8 16,4-1 4-16,-2 1 0 0,2-9 0 15,2 14-10-15,0-6-18 0,-2-1-26 16,2 0-27-16,0 0-33 0,-2-7-45 0,5 12-46 16,-5-7-42-16,0-5-42 15,2 8-364-15,-2-8-144 0</inkml:trace>
  <inkml:trace contextRef="#ctx0" brushRef="#br0" timeOffset="17229.09">17118 16001 3208 0,'-14'-6'151'0,"3"2"-13"16,0 2-16-16,11 2 47 0,-14-3-10 16,14 3 13-16,-11-3-2 0,11 3-18 15,0 0-18-15,-9-4-10 0,9 4-9 16,0 0-13-16,0 0-7 0,0 0-12 16,0 0-7-16,26-9 1 0,1 8-8 0,19-5-6 15,15 1-8-15,9-1-5 0,14-4 0 16,27-5-5-16,6 0-7 0,10-1 1 0,4-1-8 15,9-3 0-15,2 2-6 0,1 0 1 16,-1 2-6-16,-9 3 2 0,-10 1-2 0,-4 0-4 16,-35 8 6-16,-9-3-9 15,-12 4-1-15,-17 0-4 0,-6 1 2 0,-11 0 0 16,-4-2-1-16,-9 3 0 0,0 1 5 16,-1-3 22-16,-3 3 20 0,-12 0 25 0,18-3 23 15,-6 3 18-15,-12 0 12 0,13-3-3 16,-13 3-11-16,16-3-6 0,-16 3-3 15,9-3-15-15,-9 3-6 0,11-2-6 0,-11 2-8 16,11-3-6-16,-11 3-11 0,0 0-3 16,9-4-9-16,-9 4-8 0,0 0-22 15,0 0-53-15,0 0-69 0,9-4-61 0,-9 4-69 16,0 0-76-16,0 0-87 0,0 0-90 16,0 0-154-16,0 0-133 0,0 0 62 0,-18 14-555 15,18-14-728-15</inkml:trace>
  <inkml:trace contextRef="#ctx0" brushRef="#br0" timeOffset="18946.63">22050 15855 3501 0,'-17'-2'-43'0,"5"2"16"0,12 0 4 0,-15-1 8 15,15 1 22-15,0 0 21 0,-15-2 39 16,15 2 28-16,0 0 6 0,0 0-6 16,0 0-5-16,40-12-4 0,6 4-14 0,25-4-2 15,26-4-8-15,7-2 3 0,13 4-16 16,5 0-8-16,7-1 4 0,3 3-9 0,1-1-2 16,-4 3-7-16,0 2 3 0,-12-1-10 15,-12 3 4-15,-22 0-5 0,-13-1 1 0,-20 3 2 16,-11 0-4-16,-8 0 1 0,-6 4 15 15,-7-4 12-15,0 4 0 0,-5-2 1 16,3 0-4-16,-16 2-4 0,16-2-10 16,-7 0-29-16,-9 2-55 0,9-4-70 15,-9 4-82-15,0 0-91 0,3-2-128 0,-3 2-187 16,0 0 38-16,0 0-316 0,0 0-374 16</inkml:trace>
  <inkml:trace contextRef="#ctx0" brushRef="#br0" timeOffset="32326.21">17868 6536 1530 0,'0'0'374'15,"1"-7"-80"-15,-1 7-16 0,0 0-8 16,0-12-2-16,0 12-13 0,0 0-17 16,0-9-10-16,0 9 7 0,0 0-1 0,-1-8-5 15,1 8-8-15,0 0-6 0,-7-7-18 16,7 7-10-16,0 0-22 0,0 0-4 16,-22 3-10-16,6 6 2 0,0 3 22 15,-11 5-11-15,-2 6 0 0,-1 6-11 0,-3-2-11 16,8 0-3-16,4 0-12 0,5 2-8 15,2-2-9-15,4-3 0 0,7-4-1 0,3 1-1 16,3-1 2-16,3 4 0 0,10 1-8 16,2-4-1-16,7 1-9 0,6-5-7 0,5-3-5 15,4-5-72-15,4-1-8 0,1-3 0 16,1-5 0-16,-1-4 0 0,2-3 0 0,-9-2 0 16,-1-4 0-16,-3 0 0 15,-8-4 0-15,-3-6 0 0,-6 1 0 0,-6-8 0 16,-3-2 0-16,-8 1 0 0,-6-3 0 0,-1 0 0 15,-6 3 0-15,-7 3 0 0,-5 6 0 16,-1 7 0-16,-9 2 0 0,-1 12 0 16,-6 5 0-16,-11 8 0 0,-2 5-271 0,-1 8-165 15,-3 3-80-15,2 1-97 0,6 5-145 16,1-1-53-16,6-1 94 0,4 0-667 16,8-3-837-16</inkml:trace>
  <inkml:trace contextRef="#ctx0" brushRef="#br0" timeOffset="32663.33">17581 7103 3526 0,'14'-10'-64'0,"-5"0"76"0,-1 4 62 0,-5 0 57 0,-1 1 40 0,-2 5 25 0,0 0 11 16,9-5 19-16,-9 5 40 0,0 0 36 15,0 0-15-15,-24 29 8 0,1-5 1 0,-7 8-9 16,-4 3-7-16,-6-1-5 0,-3 4-13 16,0 1-19-16,-1 1-21 0,-2-2-15 0,0-1-22 15,3 1-13-15,-2-5-39 16,8-1-133-16,1-4 0 0,9-6 0 0,4-3 0 16,2-6 0-16,9-2 0 0,1-3 0 15,2-1 0-15,3 0 0 0,-2-1 0 0,3-5 0 0,5-1 0 16,0 0 0-16,0 0 0 15,0 0 0-15,-18-9 0 0,18 9-291 0,3-7-220 16,-3 7-141-16,5-10-168 0,-1 6-20 16,-4 4 96-16,7-5-730 0,-7 5-921 0</inkml:trace>
  <inkml:trace contextRef="#ctx0" brushRef="#br0" timeOffset="33076.24">16800 7795 4374 0,'0'-7'95'15,"0"-2"46"-15,0 4 51 0,0 5 34 0,0 0 20 16,0 0-3-16,-13-5-4 0,13 5 2 16,-23 12-7-16,-1 7-12 0,1 1-9 0,-4 4-8 15,-6 11-8-15,1-3-25 0,3 6-8 16,-1-1-5-16,7 1-9 0,0-1-10 0,8-8-8 15,3 0-13-15,6-7-32 0,3-3-87 16,1-4 0-16,4 0 0 0,1-2 0 0,7-1 0 16,2-2 0-16,6-3 0 15,5-4 0-15,8-5 0 0,11-3 0 0,11-8 0 16,-3-3 0-16,-2-4 0 0,-7-6 0 16,-5 0 0-16,-9 1 0 0,-6-3 0 0,-6-2 0 15,-3-3 0-15,-6-1 0 0,-6 2 0 16,-6-2 0-16,-2 5 0 0,-3 1 0 0,-7 3 0 15,2 3 0-15,-7 3 0 0,1 5 0 16,4 5 0-16,-5 5 0 0,1 1 0 0,0 6 0 16,-3 1 0-16,-5 6-182 15,-1 3-243-15,6 3-95 0,0 0-103 0,11-5-165 0,4-1-20 16,4-5 88-16,4-1-683 16,2-4-855-16</inkml:trace>
  <inkml:trace contextRef="#ctx0" brushRef="#br0" timeOffset="33510.93">17520 7161 4080 0,'-5'-15'4'0,"-3"5"52"0,5 2 40 0,-4 2 38 0,3 1 37 16,3 0 22-16,1 5 11 0,-4-6 4 0,4 6 0 16,-4-7-16-16,4 7-11 0,0 0-6 15,0 0 34-15,0 0 8 0,13 15-1 16,7-1-10-16,8 7-5 0,16 8-13 0,7 4-9 16,24 6-21-16,6 3-13 0,2-1-15 15,1 0-12-15,-5-3-16 0,-4 2-6 0,-18-10-8 16,1-1-52-16,-8 1-36 0,-5-6 0 15,-15-6 0-15,-3 1 0 0,-5-7 0 0,-4-5 0 16,-5 0 0-16,-1-2 0 0,-3 2 0 16,0-2 0-16,0-1 0 0,-9-4 0 15,12 7 0-15,-8-6 0 0,-4-1 0 16,9 5 0-16,-9-5 0 0,11 6 0 0,-11-6 0 16,7 2 0-16,-7-2 0 0,5 4 0 15,-5-4 0-15,0 0 0 0,2 6 0 16,-2-6-557-16,2 5-292 0,-2-5-71 0,0 0 109 15,5 5-908-15,-5-5-1152 0</inkml:trace>
  <inkml:trace contextRef="#ctx0" brushRef="#br0" timeOffset="33877.67">18535 7662 5019 0,'0'0'12'0,"-18"4"51"0,11 1 52 16,-5 4 48-16,1 1 58 0,-5 3 27 16,5 4 15-16,-6 9 6 0,1 2-16 0,5 1-14 15,-1-1-15-15,7-3-10 0,1 0-14 16,4-4-29-16,4 0-11 0,1 1-9 0,9 5-16 16,5-6-64-16,0 1-71 0,6-8 0 15,-2-3 0-15,11-4 0 0,-3-7 0 16,-3 0 0-16,10-7 0 0,0-4 0 15,0 2 0-15,-3-8 0 0,-2 0 0 0,-8-1 0 16,-2-5 0-16,-5-1 0 0,-3-3 0 16,-7-6 0-16,-4-3 0 0,-8-3 0 0,-1 2 0 15,-7 3 0-15,-4 4 0 16,-6 5 0-16,-5 4 0 0,-5 5 0 0,-6 7 0 0,-7 6 0 16,0 6 0-16,-10 3 0 0,-4 5-51 15,-1 1-746-15,3-3-167 0,5 5 87 16,11-6 100-16,1 3-830 0,8-3-1047 0</inkml:trace>
  <inkml:trace contextRef="#ctx0" brushRef="#br0" timeOffset="34544.01">16459 8264 4121 0,'-6'-7'-123'0,"6"7"54"0,-2-3 38 0,2 3 43 16,0 0 55-16,0 0 51 0,-23 6 46 0,10 0 34 15,-15 11 23-15,-8 7 17 0,-9 4 23 16,-2 6 10-16,-16 12 5 0,0 2-1 0,-4 0 4 16,1 1-8-16,1-3-9 15,13-8-17-15,1-3-21 0,3 1-14 0,2-5-14 16,6-2-12-16,4-3-18 0,11-5-15 16,0-6-147-16,9-1-4 0,2-4 0 0,7-3 0 15,-3-1 0-15,3-2 0 0,2 2 0 16,-2-4 0-16,7-2 0 0,0 0 0 0,0 0 0 15,0 0-64-15,0 0-324 0,0 0-107 16,0 0-114-16,0 0-167 0,7-21-49 0,0 17 85 16,-2 0-720-16,-1 0-910 0</inkml:trace>
  <inkml:trace contextRef="#ctx0" brushRef="#br0" timeOffset="34961.08">15492 8824 4361 0,'0'0'88'15,"-16"4"28"-15,7 1 34 0,-11 6 33 0,-1 6 29 16,0 6 30-16,-2 2-13 0,0 6-11 16,-2 8-12-16,0 1-9 0,5 1-6 15,4-8-13-15,4-2-7 0,-1 2-10 16,6-12-20-16,3 2-7 0,3-5-13 0,1 1-16 15,1-3-7-15,3-1-5 0,5-1-12 16,2-4-8-16,1-1-1 0,4-4-11 0,4-4-6 16,4-1-3-16,13-4-13 0,-2-5-8 15,2-3-7-15,-7 0 0 0,2-7-1 16,-3 2-2-16,-7-3 6 0,-2-1-15 0,-5-4-11 16,-5 5-1-16,-7 2 0 0,-1-2 0 15,-4 3 0-15,-1 0 0 0,-7 0 0 0,-4 1 0 16,3 3-24-16,-6-1-18 0,-2 5-9 15,0 1-23-15,-2 3-28 0,2 2-20 0,-2 3-14 16,0 1-35-16,2 3-31 16,-4-1-46-16,4 4-41 0,2 0-64 0,1-2-48 15,4 0-57-15,-1 0-71 0,6-3-138 16,7-2-2-16,0 0 75 0,0 0-447 0,0 0-513 16</inkml:trace>
  <inkml:trace contextRef="#ctx0" brushRef="#br0" timeOffset="35342.89">16354 8330 3307 0,'-10'-17'227'0,"1"3"13"0,2 1 29 0,-3 3 43 0,2 4 43 16,2-3 26-16,3 2-1 15,-3 2-20-15,6 5-35 0,-5-10-38 0,5 10-30 16,-7-6-24-16,7 6-16 0,0 0-7 16,14 23-12-16,6-3-34 0,5 5-19 0,18 6-12 15,4 4-13-15,8 0-49 0,18 7-71 16,-1-1 0-16,0-4 0 0,-12-6 0 0,-5-2 0 16,-3-2 0-16,-9-1 0 15,-5-2 0-15,-9-7 0 0,-6 0 0 0,-6-3 0 0,-6-4 0 16,-1-3 0-16,-2 0 0 0,-1 0 0 15,-1-2 0-15,-1 0 0 0,-5-5 0 16,13 8 0-16,-12-8 0 0,-1 0 0 16,10 7 0-16,-10-7 0 0,5 4 0 0,-5-4 0 15,7 1-22-15,-7-1-427 0,0 0-113 16,0 0-143-16,0 0-168 0,0 0 91 16,0 0 69-16,0 0-676 0,0 0-843 0</inkml:trace>
  <inkml:trace contextRef="#ctx0" brushRef="#br0" timeOffset="35694.17">17122 8667 4201 0,'-19'7'143'0,"-2"2"29"16,-4 6 36-16,-1 4 34 0,1 3 35 0,2 2 22 15,0 2-1-15,8 1-15 0,4 2-24 16,3-5-16-16,8-1-16 0,6 0-15 0,3 6-32 16,10 0-17-16,4-5-16 15,3-2-11-15,5-2-18 0,1-3-13 0,0-5-6 16,6-5-12-16,-8-3-8 0,-1-4-66 16,7-7-13-16,-2-1 0 0,-4-3 0 0,1-1 0 15,-4-2 0-15,-9 1 0 0,-2-3 0 0,-5-1 0 16,-1-1 0-16,-4-5 0 0,-6-2 0 15,-6 2 0-15,-4-12 0 0,-5 6 0 16,-3 0 0-16,-4 7 0 0,-6 3 0 0,-7 7 0 16,-3 5-330-16,-6 4-105 0,0 3-97 15,-3 5-126-15,1 2-181 0,-10 3 61 0,7 4 88 16,9-4-646-16,-2 5-793 0</inkml:trace>
  <inkml:trace contextRef="#ctx0" brushRef="#br0" timeOffset="37593.05">15171 9199 3408 0,'0'0'-134'0,"4"-5"38"16,-4 5 25-16,0 0 26 0,0 0 28 0,0 0 26 15,0 0 22-15,5-5 5 0,-5 5 6 16,0 0-3-16,0 0-2 0,0 0-4 0,0 0-1 15,0 0-2-15,0 0 5 16,0 0 6-16,0 0 13 0,0 0 5 0,0 0 6 16,0 0 12-16,0 0 12 0,0 0 2 15,0 0 6-15,0 0 3 0,-13 14 3 0,10-8 2 16,3-6-2-16,-11 9-3 0,4-2 0 16,0 0-1-16,-2-1 0 0,0 0 0 0,0 4 1 15,0 0-5-15,-5 0 2 0,1 4 2 16,-3 0 0-16,-2 6 3 0,-4 6 1 15,-8 7 6-15,-2 2 9 0,-7 6 8 16,1 1 8-16,-4 3 3 0,0-1-3 0,-13 14 12 16,15-11-6-16,-4 0 1 0,3-1-2 0,0 0-10 15,3 3-5-15,2-8-1 0,4 1-5 16,1-1-8-16,4-6-6 0,-3-1-5 16,11-10-1-16,-3 1-1 0,8-2-3 15,-2-7-7-15,5 0-7 0,2-6-21 0,-2 0-59 16,6-1 0-16,-3-2 0 0,3 1 0 15,-1-3 0-15,6-5 0 0,-8 9 0 0,4-4 0 16,4-5 0-16,-5 6 0 0,5-6 0 16,0 0 0-16,-8 6 0 0,8-6 0 0,-1 3 0 15,1-3-208-15,0 0-169 0,0 0-84 16,0 0-77-16,0 0-107 0,0 0-165 16,0 0 58-16,0 0 83 0,0 0-600 0,0 0-729 15</inkml:trace>
  <inkml:trace contextRef="#ctx0" brushRef="#br0" timeOffset="38193.86">14096 10382 3321 0,'0'0'-72'0,"-2"-8"33"0,2 8 23 0,-2-7 26 0,2 7 26 0,0 0 21 16,-6-6 15-16,6 6-2 0,0 0 0 0,-13-1-1 15,13 1 7-15,-15 7-1 0,5 0 12 16,-2 1 10-16,-1 6 13 0,-6 7 3 16,1 2 10-16,-4 5-3 0,3-1 3 15,1 2 2-15,-2 2 2 0,3 0 2 0,4 0-3 16,-2-2 0-16,3 2 2 0,4 0-7 16,1-7-5-16,5-4-14 0,2-1-4 0,2 0-8 15,2-2-9-15,3 2-6 0,2-2-7 16,5-3-2-16,3-3-8 0,2 1-5 0,4-6-8 15,4-4-3-15,11-4-2 0,5-4-2 16,9-6-1-16,-4-3-8 0,-1-5 2 0,-2-3-2 16,-7 0-6-16,-2-4-2 15,-10 0 1-15,-1-7 10 0,-6 3 3 0,-5-1 8 16,-7-5-1-16,-3-2 0 0,-6 3-2 16,-6-1 4-16,-4 1-8 0,-10-4-7 15,-3 4-1-15,-3 1-4 0,-5 6-7 0,7 9 3 16,-5 1-19-16,1 5-14 0,-3 7-16 15,6 3-23-15,1 2-26 0,1 6-27 0,-8 3-35 16,1 5-40-16,2 0-48 0,1 2-57 16,5 3-49-16,5 0-56 0,1-1-74 0,9 0-122 15,1-4-63-15,5 0 72 0,-1-2-400 16,4 0-453-16</inkml:trace>
  <inkml:trace contextRef="#ctx0" brushRef="#br0" timeOffset="38875.82">12293 10568 2787 0,'2'-15'51'0,"-2"1"11"0,0 1 36 0,2 3 38 0,0-1 36 0,0 3 27 15,-1-2 18-15,-1 3-7 0,2 0-11 0,-2 7-21 16,0-9-18-16,0 9 15 0,0 0 10 16,0 0 5-16,10 41-9 0,-8-17-11 0,-2 15-9 15,0 0 0-15,-2 0-12 0,2 1-1 16,-1-4 9-16,-1-6 2 0,2-4-10 0,2 0-4 16,-2-8-6-16,1 2 1 0,1-1-4 15,2-4-2-15,1-1 2 0,3-5 2 16,0 1 1-16,3-4-8 0,2-2-13 15,3-2-8-15,2-2-15 0,5-2-7 0,1 0-13 16,-1 0-62-16,-5-2-13 0,2 2 0 16,-3 0 0-16,-4 0 0 0,0 0 0 15,1 0 0-15,-14 2 0 0,16-2 0 0,-5 0 0 16,-11 2-46-16,11 0-138 0,-11 0-40 16,7-3-51-16,-7 3-89 0,0 0-91 15,0 0-94-15,2-4-102 0,-2 4-121 16,0 0 72-16,-13-12-651 0,7 5-805 0</inkml:trace>
  <inkml:trace contextRef="#ctx0" brushRef="#br0" timeOffset="39193.05">12725 10403 3808 0,'6'-9'43'0,"1"2"24"0,-4 4 11 0,-3 3 17 15,6-2 61-15,-6 2 64 0,3 14 39 16,-1 1 20-16,0 6 1 0,-4 6-8 15,0 11-4-15,-3 1-4 0,-1 1-4 0,3-1-3 16,-4-2-5-16,2-5-12 0,1-5-11 16,2-6-10-16,0-4-14 0,0 1-11 0,2-5-5 15,2 0-132-15,0-4-57 16,4 1 0-16,-1-3 0 0,5 0 0 0,1-4 0 0,0-3 0 16,3 0 0-16,3 0 0 15,2-2 0-15,-1 2 0 0,0-1 0 0,-4-1 0 0,-1 2 0 16,3-2 0-16,-5 2 0 15,-11 0 0-15,19 0 0 0,-19 0 0 0,15 0 0 16,-15 0 0-16,11 0 0 0,-11 0 0 16,0 0-160-16,12 0-299 0,-12 0-92 0,0 0-118 15,0 0-201-15,0 0 79 0,0 0 96 16,0 0-664-16,0 0-814 0</inkml:trace>
  <inkml:trace contextRef="#ctx0" brushRef="#br0" timeOffset="40791.97">18924 7966 3452 0,'-9'-5'-128'0,"9"5"46"0,0 0 35 0,0 0 39 15,-5-4 45-15,5 4 33 0,0 0 44 16,0 0 16-16,0 0 31 0,-8-5 12 0,8 5 11 16,0 0 7-16,0 0 6 0,-1-5-1 15,1 5 1-15,0 0-5 0,0 0-2 16,0 0-6-16,0 0-10 0,0 0-12 0,0 0-3 15,0 0-9-15,0 0-15 0,0 0-4 16,0 0-12-16,-13-2-12 0,13 2-14 0,0 0-1 16,0 0-20-16,0 0-13 15,0 0 3-15,0 0-10 0,0 0-7 0,0 0-3 0,24 19 4 16,-10-6-5-16,15 5-1 16,10 7-2-16,2 4-8 0,4-4 5 0,-2 1 1 0,5-1 15 15,-1 3 13-15,1-2 9 0,1 1 0 16,-2-1 5-16,-4-2 2 0,-11-4-3 15,-1-3-6-15,-4-1-7 0,-6-4-4 16,-6-1 7-16,-2-3 3 0,-2-1-30 0,2 0-40 16,-4-3 0-16,-2 3 0 0,2-3 0 15,2 1 0-15,-6-1 0 0,-5-4 0 0,9 8 0 16,-3-4 0-16,-6-4 0 0,6 3 0 16,-6-3 0-16,10 5 0 0,-10-5 0 0,0 0 0 15,7 4 0-15,-7-4 0 0,0 0 0 16,5 3 0-16,-5-3 0 0,0 0-335 15,0 0-221-15,-7 10-148 0,2-4-184 16,-5 0 85-16,0 5 86 0,1-1-707 0,2 2-876 16</inkml:trace>
  <inkml:trace contextRef="#ctx0" brushRef="#br0" timeOffset="41277.19">19919 8405 3664 0,'-7'-7'-185'0,"0"2"35"0,-2 2 38 16,0 1 36-16,9 2 34 0,-16 0 33 15,2 2 38-15,-1 3 36 0,-6 3 43 0,-6 10 25 16,-2 4 16-16,-1 7 18 0,-1 3 7 16,4 3 9-16,7-6 7 0,3 6 4 0,4-3 7 15,2 0 1-15,6-4 8 0,5-4 1 16,4 0 4-16,5 6-14 0,7-2-4 16,5-1-8-16,6-4-19 0,-2-2-15 15,11-7-13-15,-2-1-15 0,2-5-16 0,2 0-5 0,-6-5-10 16,11-6-14-16,-4 1-7 15,-1-8-4-15,-2 1-1 0,-2-7-12 0,-3 1-9 16,-6-8 1-16,-4-2-6 0,-5-5-6 16,-9-9-9-16,-3 0-1 0,-10-7-3 0,-4-4-5 15,-5 0-4-15,-6 5-6 0,-6 4-1 16,-3 7-17-16,-10 8-14 0,-3 4-21 0,-7 8-23 16,4 9-26-16,-2 5-39 0,0 5-45 15,-5 6-57-15,-2 2-75 0,7 1-67 0,12 1-53 16,4-1-67-16,5 1-117 0,10-3-87 15,5 1 68-15,3-3-515 0,6-2-614 16</inkml:trace>
  <inkml:trace contextRef="#ctx0" brushRef="#br0" timeOffset="43025.02">20427 8204 3001 0,'-2'-10'-35'0,"2"10"37"0,0-7 42 16,0 7 41-16,2-10 50 0,-2 5 41 16,0 5 33-16,2-12 29 0,-1 8 20 0,-1 4 13 15,0-10 1-15,0 10-17 0,0 0-15 16,0 0-28-16,0 0 31 0,0 0 37 15,0 0 5-15,-5 24-10 0,-3-4-9 0,-4 15-5 16,1 1-13-16,-1 2-21 0,-1 8-12 16,2-5-8-16,3-3-9 0,1-1-75 15,-3-1-123-15,5-2 0 0,-2-8 0 0,5-7 0 16,-1 0 0-16,-1-3 0 0,0-2 0 16,3-3 0-16,-1 0 0 0,0-2 0 0,-2-4 0 15,4-5 0-15,-2 12 0 0,2-12 0 16,0 0 0-16,0 0 0 0,-3-23 0 15,5 5 0-15,-1-3 0 0,5-16 0 0,1-2 0 16,4-9 0-16,5-6 0 0,2 0 0 16,0 3 0-16,3 3 0 0,-2 3 0 0,4 6 0 15,-6 8 0-15,-2 4 0 0,5 4 0 16,-6 4 0-16,0 6 0 0,-1 1 0 0,3 2 0 16,-3 6 0-16,1 0 0 15,-1 1 0-15,-1 3 0 0,-12 0 0 0,22 8 0 16,-8 1 0-16,-5 2 0 0,-2 1 0 15,2 5 0-15,-7 0 0 0,-2 3 0 0,-13 9 0 16,1 2 0-16,-10 0 0 0,-1-4 0 16,-5 2 0-16,1-5 0 0,5-7 0 0,2 0 0 15,5-8 0-15,2-2 0 0,1-1 0 16,2-3 0-16,3 1 0 0,1-4 0 0,6 0 0 16,0 0 0-16,0 0 0 15,0 0 0-15,0 0 0 0,0 0 0 0,0 0 0 0,0 0 0 16,0 0 0-16,-7 8 0 15,7-8 0-15,15 17 0 0,-5-5 0 0,5 2 0 16,-1 1 0-16,2 6 0 0,4 1 0 16,-6-3 0-16,-2-3 0 0,-1-1 0 0,2 1 0 15,-2-5 0-15,-4-1 0 0,0 0 0 16,2-2 0-16,-6-1 0 0,5 0 0 0,-5-2 0 16,1-1 0-16,2 2 0 0,-3-2 0 15,-3-4 0-15,14 5 0 0,-6-5 0 0,-8 0 0 16,0 0 0-16,21-5 0 0,-16 1-134 15,3-2-443-15,-3 0-99 0,4 0-178 16,-4-2 18-16,1 2 93 0,-1-3-744 0,1 1-933 16</inkml:trace>
  <inkml:trace contextRef="#ctx0" brushRef="#br0" timeOffset="44808.54">20952 8115 3698 0,'0'0'-208'0,"0"0"54"0,0 0 40 15,0 0 43-15,0 0 33 0,2-5 30 16,-2 5 23-16,0 0 30 0,0 0 20 16,0 0 30-16,0 0 9 0,0 0 11 0,-2-10 12 15,2 10 10-15,0 0 9 0,0 0 9 0,0 0-2 16,0 0 7-16,0 0 1 0,0 0-2 15,0 0 2-15,0 0-8 0,0 0-6 16,0 0-4-16,0 0-16 0,0-10-4 0,0 10-4 16,0 0-7-16,0 0-16 0,0 0-3 15,0 0-14-15,0 0 1 0,0 0 47 16,0 0-5-16,0 0 17 0,-7 32 6 0,1-16 10 16,1 6 9-16,-5 8-4 0,0 5-3 15,-7 8-5-15,2 2-4 0,-1 0-7 16,4 0-9-16,0-7-11 0,0-2-3 0,3-2-83 15,2 0-35-15,0-9 0 0,4-5 0 16,-1-3 0-16,-2-1 0 0,5-1 0 16,-3-3 0-16,0-1 0 0,0-1 0 0,4-3 0 15,-1 0 0-15,-2 0 0 0,1-1 0 16,2-6 0-16,-2 10 0 0,2-10 0 0,-4 7 0 16,4-7 0-16,0 0 0 0,0 0 0 15,0 0 0-15,0 0 0 0,0 0 0 0,-5-29 0 16,5 8 0-16,4-14 0 0,-1-5 0 15,6-3 0-15,0-11 0 0,4-1 0 0,2 3 0 16,-2 1 0-16,1 2 0 0,3 3 0 16,-5 10 0-16,3 2 0 0,-1 3 0 15,-2 2 0-15,3 5 0 0,1 5 0 0,-5 2 0 16,-1 3 0-16,7 0 0 0,-3 3 0 16,-1 3 0-16,1-2 0 0,-2 7 0 15,-1-1 0-15,3 7 0 0,-3-1 0 0,3 6 0 16,-3 2 0-16,0 5 0 0,0 5 0 15,-6 0 0-15,-1 2 0 0,-2 2 0 0,-2 2 0 16,-8 8 0-16,-6-1 0 0,-2-1 0 16,-4-3 0-16,4 0 0 0,-5-4 0 15,1-3 0-15,4-5 0 0,4-3 0 16,2-4 0-16,3-1 0 0,0-3 0 0,-2 1 0 0,5-2 0 16,1 1 0-16,3-6 0 15,-8 7 0-15,8-7 0 0,-3 8 0 0,3-8 0 16,-2 9 0-16,2-9 0 0,0 12 0 15,2-2 0-15,1 0 0 0,5 6 0 0,-1 0 0 16,7 10 0-16,1 1 0 0,1-4 0 16,-4 5 0-16,4-2 0 0,-3-1 0 0,-2-4 0 15,-1-4 0-15,1-2 0 0,-3-1 0 16,0-2 0-16,0-2 0 0,-5 0 0 0,5-4 0 16,-7 0 0-16,3 1 0 0,3-1 0 15,-5-2 0-15,-2-4 0 0,5 8 0 0,-1-4 0 16,-4-4 0-16,3 4 0 0,-3-4 0 15,0 0 0-15,8 3 0 0,-8-3 0 16,0 0 0-16,0 0 0 0,0 0 0 16,0 0-567-16,0 0-365 0,0 0 33 0,0 0 90 15,0 0-886-15,-33-13-1130 0</inkml:trace>
  <inkml:trace contextRef="#ctx0" brushRef="#br0" timeOffset="54695.03">17271 9058 699 0,'0'0'231'16,"0"0"-43"-16,0 0-38 0,0 0-15 15,0 0-1-15,0 0-13 0,0-8-6 0,0 8-8 16,0 0 2-16,0 0 0 0,0 0-10 16,0 0-6-16,0 0-11 0,0 0-4 0,0 0-7 15,0-7-7-15,0 7-4 0,0 0 0 16,0 0-3-16,0 0-8 0,0 0-6 0,0 0 0 16,0 0-3-16,0 0-1 15,0 0-3-15,0 0 2 0,0 0-5 0,0 0-4 16,0 0 2-16,0 0-7 0,0 0-2 15,0 0-10-15,0 0-7 0,0 0-12 0,0 0-9 16,0 0-19-16,0 0-6 0,0 0-11 16,0 0-16-16,0 0-15 0,0 0-20 0,-23 13-26 15,17-7-40-15,2-3-44 0,1 4-103 16,-3-2-356-16,3 0-166 0</inkml:trace>
  <inkml:trace contextRef="#ctx0" brushRef="#br0" timeOffset="55606.14">17206 9153 1670 0,'0'0'-60'0,"0"0"27"0,0-8 23 15,0 8 15-15,0 0 23 0,0 0 13 0,0 0 12 16,0 0 22-16,0 0 12 0,0 0 8 16,0 0 5-16,0 0 2 0,0 0-2 15,0 0-5-15,0 0-5 0,0 0-5 0,0 0-5 16,0 0-11-16,0 0-7 0,0 0-6 15,0 0-5-15,0 0-5 0,0 0-5 0,0 0-5 16,0 0-4-16,0 0-3 0,0 0-4 16,0 0-2-16,0 0-2 0,0 0-4 0,0 0 1 15,0 0 0-15,0 0 10 0,0 0 12 16,0 0 9-16,0 0 6 0,0 0 7 0,0 0 6 16,0 0-2-16,0 0 17 0,0 0 8 15,0 0 4-15,0 0 1 0,0 0 6 0,0 0 1 16,0 0 6-16,0-8 3 15,0 8 0-15,0 0 2 0,0 0-3 0,0 0-9 16,0 0-10-16,0 0-8 0,0 0-7 16,0 0-13-16,0 0-3 0,-2-6-8 0,2 6-3 15,0 0-6-15,0 0-9 0,0 0-3 16,0 0-1-16,0 0-5 0,0 0-3 16,0 0 0-16,4-7-2 0,-4 7-3 0,0 0-3 15,0 0 1-15,0 0 0 0,0 0 5 16,0 0 3-16,0 0 7 0,0 0 5 15,0 0 7-15,0 0 7 0,0 0 2 16,0 0 9-16,0 0 8 0,0 0 1 0,0 0 9 16,0 0-1-16,0 0 6 0,0 0 5 15,0 0-4-15,0 0-3 0,0 0 5 0,0 0 4 16,0 0-4-16,0 0 1 0,0 0-8 16,0 0 2-16,0 0 0 0,0 0 5 0,0 0 5 15,0 0-3-15,0 0 15 0,0 0 1 16,0 0 3-16,0 0 6 0,0 0 19 0,0 0 5 15,0 0-1-15,0 0-130 0,27 19-7 16,-14-7 0-16,6 5 0 0,1 3 0 16,5 6 0-16,6 5 0 0,-3 5 0 15,7 1 0-15,0 6 0 0,3 2 0 0,0-2 0 0,-1 2 0 16,2-3 0-16,1 1 0 16,-2-5 0-16,-6-3 0 0,0-4 0 0,-7-7 0 15,-1-3 0-15,-3-2 0 0,-8-5 0 16,0-4 0-16,-3 1 0 0,-5-7 0 0,3 2 0 15,-3-1 0-15,2 0 0 0,-4-1 0 16,1 1 0-16,-4-5 0 0,8 6 0 0,-7-2 0 16,-1-4 0-16,8 5 0 0,-8-5 0 15,0 0 0-15,3 3 0 0,-3-3 0 0,0 0 0 16,0 0 0-16,0 0 0 16,0 0 0-16,0 0-6 0,0 0-1011 0,0 0 64 15,-32-5 105-15,32 5-977 0,-16 0-1253 16</inkml:trace>
  <inkml:trace contextRef="#ctx0" brushRef="#br0" timeOffset="55989.58">17846 9772 5257 0,'-9'-3'-63'0,"9"3"33"0,-19 6 45 0,6 3 43 0,-5 1 35 16,-7 11 36-16,2 1 31 0,5 3 20 0,-13 10-3 16,14-6-4-16,4 1-6 0,3 3-8 15,-1-2 1-15,11-3-6 0,1-4-4 0,3 0 1 16,3-2-4-16,7 4-8 0,-1-2-9 16,8-4-8-16,-3-6-5 0,0-4-12 0,4-1-6 15,1-6-12-15,4-1-10 0,-2-4-6 16,12-1-64-16,1-8-7 0,-3-2 0 15,-1-3 0-15,-6-3 0 0,-5-1 0 0,-4-5 0 16,-3-6 0-16,-9 1 0 0,-3-4 0 16,-6 5 0-16,-6-8 0 0,-3 3 0 15,-2 2 0-15,-6 4 0 0,-2 3 0 0,-4 6 0 16,-6 2 0-16,-3 6 0 0,0 7-206 16,4 4-90-16,-1 0-97 0,-7 8-88 0,-3 1-95 15,5 1-160-15,0 4-50 0,8-2 85 16,7-2-665-16,2-2-820 0</inkml:trace>
  <inkml:trace contextRef="#ctx0" brushRef="#br0" timeOffset="57171.96">16985 7565 3522 0,'-25'-9'-171'0,"0"1"39"0,2 1 31 0,-13-2 25 16,0 1 26-16,-3 1 30 0,2 1 21 0,-7 5 25 15,0 4 17-15,-13 5 19 0,-2 9 17 16,2 6 17-16,-2 8 7 0,-12 16 8 0,2 5 10 16,8 9 1-16,2 4 5 15,6 7 1-15,8-1-14 0,7 4-7 0,11-15-11 16,7 1-6-16,9-2-5 0,10 0-9 16,2-5-8-16,10-1-6 0,7-5-2 0,7-4-9 15,7-3-3-15,8-8-5 0,7-6-8 16,10-4 1-16,6-9-9 0,7-5-13 15,3-9-9-15,6-7-6 0,18-11-8 0,-2-7 10 16,-3-6-10-16,-7-7 10 0,-9-5 0 16,-5-3 1-16,-10-8-2 0,-12-3 1 0,-15 3 4 15,-9-4 6-15,-3-4-10 0,-11-1 8 16,-8-2-3-16,-10-2-2 0,-6-2-2 16,-15-10-4-16,-3 23 1 0,-9 6-7 15,-8 11 4-15,-3 8-4 0,-10 6-14 0,-4 16-24 0,-5 7-20 16,-5 9-34-16,-1 10-31 15,-14 10-39-15,6 4-38 0,22-4-45 0,2 3-68 16,12-1-101-16,3 4-142 0,7-2 46 16,8 4-227-16,10-4-235 0</inkml:trace>
  <inkml:trace contextRef="#ctx0" brushRef="#br0" timeOffset="58091.12">17814 9438 1990 0,'-21'-10'54'16,"-2"2"14"-16,1 2 6 0,-3 3 9 0,-4 2 11 15,-11 2 21-15,0 8 10 0,-8 7 17 16,0 5 30-16,3 8 6 0,-3 8 8 0,5 8 3 16,-13 13-8-16,8 5-5 0,8 8-11 15,4-1-9-15,13-7-15 0,8 0-8 0,5-4-15 16,10 5-9-16,10-4-10 0,5-2-10 15,10 1-11-15,15 11-8 0,12-7-5 0,9-5-8 16,3-8-6-16,8-8-7 0,-9-13-8 16,5-3-3-16,-4-6-2 0,3-8-5 0,1-8-3 15,-1-6-2-15,0-5-3 0,-4-9-1 16,0-9-3-16,-6-4 2 0,13-18 4 16,-9-3 6-16,-5-6 9 0,-7-8 23 15,-5-10 15-15,-6-5 11 0,-6-6-6 0,-7-6-1 16,-7-4-1-16,-13 15-9 0,-5-3-4 15,-10 8-5-15,-8-12-7 0,-7 25-11 16,-8 6-3-16,-9 9-5 0,-23-1-4 0,2 19-9 16,-3 8-31-16,-4 7-35 0,-3 10-39 15,-1 7-65-15,2 9-53 0,-3 8-67 16,-9 6-62-16,23 2-85 0,4-1-111 0,6 4-134 16,8-2 61-16,7-1-433 0,11-6-509 15</inkml:trace>
  <inkml:trace contextRef="#ctx0" brushRef="#br0" timeOffset="61721.35">4072 11884 2732 0,'0'-8'142'0,"-2"-1"-30"0,2 2-45 0,0 7-9 16,-4-7-8-16,4 7 17 15,0 0 58-15,0 0 31 0,0 0 13 0,0 0-10 16,2 40-16-16,-2-17 3 0,2 5 4 16,0 9-7-16,1 4 9 0,6-2-8 0,-4-3 1 15,6 0-7-15,-1-4 2 0,5-1-1 16,2-4 27-16,10-3 13 0,5-5 6 0,18-5-9 16,9-11-13-16,11-6-15 15,28-13-17-15,9-7-14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659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81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6294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2155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0778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3165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0691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1713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5948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5391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232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2.png"/><Relationship Id="rId18" Type="http://schemas.openxmlformats.org/officeDocument/2006/relationships/customXml" Target="../ink/ink11.xml"/><Relationship Id="rId3" Type="http://schemas.openxmlformats.org/officeDocument/2006/relationships/image" Target="../media/image4.jpeg"/><Relationship Id="rId7" Type="http://schemas.openxmlformats.org/officeDocument/2006/relationships/image" Target="../media/image9.png"/><Relationship Id="rId12" Type="http://schemas.openxmlformats.org/officeDocument/2006/relationships/customXml" Target="../ink/ink8.xm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customXml" Target="../ink/ink7.xml"/><Relationship Id="rId19" Type="http://schemas.openxmlformats.org/officeDocument/2006/relationships/image" Target="../media/image15.png"/><Relationship Id="rId4" Type="http://schemas.openxmlformats.org/officeDocument/2006/relationships/customXml" Target="../ink/ink4.xml"/><Relationship Id="rId9" Type="http://schemas.openxmlformats.org/officeDocument/2006/relationships/image" Target="../media/image10.png"/><Relationship Id="rId14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.xml"/><Relationship Id="rId5" Type="http://schemas.openxmlformats.org/officeDocument/2006/relationships/image" Target="../media/image17.png"/><Relationship Id="rId4" Type="http://schemas.openxmlformats.org/officeDocument/2006/relationships/customXml" Target="../ink/ink13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.xml"/><Relationship Id="rId117" Type="http://schemas.openxmlformats.org/officeDocument/2006/relationships/image" Target="../media/image76.png"/><Relationship Id="rId21" Type="http://schemas.openxmlformats.org/officeDocument/2006/relationships/image" Target="../media/image28.png"/><Relationship Id="rId42" Type="http://schemas.openxmlformats.org/officeDocument/2006/relationships/customXml" Target="../ink/ink35.xml"/><Relationship Id="rId47" Type="http://schemas.openxmlformats.org/officeDocument/2006/relationships/image" Target="../media/image41.png"/><Relationship Id="rId63" Type="http://schemas.openxmlformats.org/officeDocument/2006/relationships/image" Target="../media/image49.png"/><Relationship Id="rId68" Type="http://schemas.openxmlformats.org/officeDocument/2006/relationships/customXml" Target="../ink/ink48.xml"/><Relationship Id="rId84" Type="http://schemas.openxmlformats.org/officeDocument/2006/relationships/customXml" Target="../ink/ink56.xml"/><Relationship Id="rId89" Type="http://schemas.openxmlformats.org/officeDocument/2006/relationships/image" Target="../media/image62.png"/><Relationship Id="rId112" Type="http://schemas.openxmlformats.org/officeDocument/2006/relationships/customXml" Target="../ink/ink70.xml"/><Relationship Id="rId16" Type="http://schemas.openxmlformats.org/officeDocument/2006/relationships/customXml" Target="../ink/ink22.xml"/><Relationship Id="rId107" Type="http://schemas.openxmlformats.org/officeDocument/2006/relationships/image" Target="../media/image71.png"/><Relationship Id="rId11" Type="http://schemas.openxmlformats.org/officeDocument/2006/relationships/image" Target="../media/image23.png"/><Relationship Id="rId32" Type="http://schemas.openxmlformats.org/officeDocument/2006/relationships/customXml" Target="../ink/ink30.xml"/><Relationship Id="rId37" Type="http://schemas.openxmlformats.org/officeDocument/2006/relationships/image" Target="../media/image36.png"/><Relationship Id="rId53" Type="http://schemas.openxmlformats.org/officeDocument/2006/relationships/image" Target="../media/image44.png"/><Relationship Id="rId58" Type="http://schemas.openxmlformats.org/officeDocument/2006/relationships/customXml" Target="../ink/ink43.xml"/><Relationship Id="rId74" Type="http://schemas.openxmlformats.org/officeDocument/2006/relationships/customXml" Target="../ink/ink51.xml"/><Relationship Id="rId79" Type="http://schemas.openxmlformats.org/officeDocument/2006/relationships/image" Target="../media/image57.png"/><Relationship Id="rId102" Type="http://schemas.openxmlformats.org/officeDocument/2006/relationships/customXml" Target="../ink/ink65.xml"/><Relationship Id="rId123" Type="http://schemas.openxmlformats.org/officeDocument/2006/relationships/image" Target="../media/image79.png"/><Relationship Id="rId5" Type="http://schemas.openxmlformats.org/officeDocument/2006/relationships/image" Target="../media/image20.png"/><Relationship Id="rId90" Type="http://schemas.openxmlformats.org/officeDocument/2006/relationships/customXml" Target="../ink/ink59.xml"/><Relationship Id="rId95" Type="http://schemas.openxmlformats.org/officeDocument/2006/relationships/image" Target="../media/image65.png"/><Relationship Id="rId22" Type="http://schemas.openxmlformats.org/officeDocument/2006/relationships/customXml" Target="../ink/ink25.xml"/><Relationship Id="rId27" Type="http://schemas.openxmlformats.org/officeDocument/2006/relationships/image" Target="../media/image31.png"/><Relationship Id="rId43" Type="http://schemas.openxmlformats.org/officeDocument/2006/relationships/image" Target="../media/image39.png"/><Relationship Id="rId48" Type="http://schemas.openxmlformats.org/officeDocument/2006/relationships/customXml" Target="../ink/ink38.xml"/><Relationship Id="rId64" Type="http://schemas.openxmlformats.org/officeDocument/2006/relationships/customXml" Target="../ink/ink46.xml"/><Relationship Id="rId69" Type="http://schemas.openxmlformats.org/officeDocument/2006/relationships/image" Target="../media/image52.png"/><Relationship Id="rId113" Type="http://schemas.openxmlformats.org/officeDocument/2006/relationships/image" Target="../media/image74.png"/><Relationship Id="rId118" Type="http://schemas.openxmlformats.org/officeDocument/2006/relationships/customXml" Target="../ink/ink73.xml"/><Relationship Id="rId80" Type="http://schemas.openxmlformats.org/officeDocument/2006/relationships/customXml" Target="../ink/ink54.xml"/><Relationship Id="rId85" Type="http://schemas.openxmlformats.org/officeDocument/2006/relationships/image" Target="../media/image60.png"/><Relationship Id="rId12" Type="http://schemas.openxmlformats.org/officeDocument/2006/relationships/customXml" Target="../ink/ink20.xml"/><Relationship Id="rId17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customXml" Target="../ink/ink33.xml"/><Relationship Id="rId59" Type="http://schemas.openxmlformats.org/officeDocument/2006/relationships/image" Target="../media/image47.png"/><Relationship Id="rId103" Type="http://schemas.openxmlformats.org/officeDocument/2006/relationships/image" Target="../media/image69.png"/><Relationship Id="rId108" Type="http://schemas.openxmlformats.org/officeDocument/2006/relationships/customXml" Target="../ink/ink68.xml"/><Relationship Id="rId124" Type="http://schemas.openxmlformats.org/officeDocument/2006/relationships/customXml" Target="../ink/ink76.xml"/><Relationship Id="rId54" Type="http://schemas.openxmlformats.org/officeDocument/2006/relationships/customXml" Target="../ink/ink41.xml"/><Relationship Id="rId70" Type="http://schemas.openxmlformats.org/officeDocument/2006/relationships/customXml" Target="../ink/ink49.xml"/><Relationship Id="rId75" Type="http://schemas.openxmlformats.org/officeDocument/2006/relationships/image" Target="../media/image55.png"/><Relationship Id="rId91" Type="http://schemas.openxmlformats.org/officeDocument/2006/relationships/image" Target="../media/image63.png"/><Relationship Id="rId96" Type="http://schemas.openxmlformats.org/officeDocument/2006/relationships/customXml" Target="../ink/ink6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.xml"/><Relationship Id="rId23" Type="http://schemas.openxmlformats.org/officeDocument/2006/relationships/image" Target="../media/image29.png"/><Relationship Id="rId28" Type="http://schemas.openxmlformats.org/officeDocument/2006/relationships/customXml" Target="../ink/ink28.xml"/><Relationship Id="rId49" Type="http://schemas.openxmlformats.org/officeDocument/2006/relationships/image" Target="../media/image42.png"/><Relationship Id="rId114" Type="http://schemas.openxmlformats.org/officeDocument/2006/relationships/customXml" Target="../ink/ink71.xml"/><Relationship Id="rId119" Type="http://schemas.openxmlformats.org/officeDocument/2006/relationships/image" Target="../media/image77.png"/><Relationship Id="rId44" Type="http://schemas.openxmlformats.org/officeDocument/2006/relationships/customXml" Target="../ink/ink36.xml"/><Relationship Id="rId60" Type="http://schemas.openxmlformats.org/officeDocument/2006/relationships/customXml" Target="../ink/ink44.xml"/><Relationship Id="rId65" Type="http://schemas.openxmlformats.org/officeDocument/2006/relationships/image" Target="../media/image50.png"/><Relationship Id="rId81" Type="http://schemas.openxmlformats.org/officeDocument/2006/relationships/image" Target="../media/image58.png"/><Relationship Id="rId86" Type="http://schemas.openxmlformats.org/officeDocument/2006/relationships/customXml" Target="../ink/ink57.xml"/><Relationship Id="rId13" Type="http://schemas.openxmlformats.org/officeDocument/2006/relationships/image" Target="../media/image24.png"/><Relationship Id="rId18" Type="http://schemas.openxmlformats.org/officeDocument/2006/relationships/customXml" Target="../ink/ink23.xml"/><Relationship Id="rId39" Type="http://schemas.openxmlformats.org/officeDocument/2006/relationships/image" Target="../media/image37.png"/><Relationship Id="rId109" Type="http://schemas.openxmlformats.org/officeDocument/2006/relationships/image" Target="../media/image72.png"/><Relationship Id="rId34" Type="http://schemas.openxmlformats.org/officeDocument/2006/relationships/customXml" Target="../ink/ink31.xml"/><Relationship Id="rId50" Type="http://schemas.openxmlformats.org/officeDocument/2006/relationships/customXml" Target="../ink/ink39.xml"/><Relationship Id="rId55" Type="http://schemas.openxmlformats.org/officeDocument/2006/relationships/image" Target="../media/image45.png"/><Relationship Id="rId76" Type="http://schemas.openxmlformats.org/officeDocument/2006/relationships/customXml" Target="../ink/ink52.xml"/><Relationship Id="rId97" Type="http://schemas.openxmlformats.org/officeDocument/2006/relationships/image" Target="../media/image66.png"/><Relationship Id="rId104" Type="http://schemas.openxmlformats.org/officeDocument/2006/relationships/customXml" Target="../ink/ink66.xml"/><Relationship Id="rId120" Type="http://schemas.openxmlformats.org/officeDocument/2006/relationships/customXml" Target="../ink/ink74.xml"/><Relationship Id="rId125" Type="http://schemas.openxmlformats.org/officeDocument/2006/relationships/image" Target="../media/image80.png"/><Relationship Id="rId7" Type="http://schemas.openxmlformats.org/officeDocument/2006/relationships/image" Target="../media/image21.png"/><Relationship Id="rId71" Type="http://schemas.openxmlformats.org/officeDocument/2006/relationships/image" Target="../media/image53.png"/><Relationship Id="rId92" Type="http://schemas.openxmlformats.org/officeDocument/2006/relationships/customXml" Target="../ink/ink60.xml"/><Relationship Id="rId2" Type="http://schemas.openxmlformats.org/officeDocument/2006/relationships/customXml" Target="../ink/ink15.xml"/><Relationship Id="rId29" Type="http://schemas.openxmlformats.org/officeDocument/2006/relationships/image" Target="../media/image32.png"/><Relationship Id="rId24" Type="http://schemas.openxmlformats.org/officeDocument/2006/relationships/customXml" Target="../ink/ink26.xml"/><Relationship Id="rId40" Type="http://schemas.openxmlformats.org/officeDocument/2006/relationships/customXml" Target="../ink/ink34.xml"/><Relationship Id="rId45" Type="http://schemas.openxmlformats.org/officeDocument/2006/relationships/image" Target="../media/image40.png"/><Relationship Id="rId66" Type="http://schemas.openxmlformats.org/officeDocument/2006/relationships/customXml" Target="../ink/ink47.xml"/><Relationship Id="rId87" Type="http://schemas.openxmlformats.org/officeDocument/2006/relationships/image" Target="../media/image61.png"/><Relationship Id="rId110" Type="http://schemas.openxmlformats.org/officeDocument/2006/relationships/customXml" Target="../ink/ink69.xml"/><Relationship Id="rId115" Type="http://schemas.openxmlformats.org/officeDocument/2006/relationships/image" Target="../media/image75.png"/><Relationship Id="rId61" Type="http://schemas.openxmlformats.org/officeDocument/2006/relationships/image" Target="../media/image48.png"/><Relationship Id="rId82" Type="http://schemas.openxmlformats.org/officeDocument/2006/relationships/customXml" Target="../ink/ink55.xml"/><Relationship Id="rId19" Type="http://schemas.openxmlformats.org/officeDocument/2006/relationships/image" Target="../media/image27.png"/><Relationship Id="rId14" Type="http://schemas.openxmlformats.org/officeDocument/2006/relationships/customXml" Target="../ink/ink21.xml"/><Relationship Id="rId30" Type="http://schemas.openxmlformats.org/officeDocument/2006/relationships/customXml" Target="../ink/ink29.xml"/><Relationship Id="rId35" Type="http://schemas.openxmlformats.org/officeDocument/2006/relationships/image" Target="../media/image35.png"/><Relationship Id="rId56" Type="http://schemas.openxmlformats.org/officeDocument/2006/relationships/customXml" Target="../ink/ink42.xml"/><Relationship Id="rId77" Type="http://schemas.openxmlformats.org/officeDocument/2006/relationships/image" Target="../media/image56.png"/><Relationship Id="rId100" Type="http://schemas.openxmlformats.org/officeDocument/2006/relationships/customXml" Target="../ink/ink64.xml"/><Relationship Id="rId105" Type="http://schemas.openxmlformats.org/officeDocument/2006/relationships/image" Target="../media/image70.png"/><Relationship Id="rId8" Type="http://schemas.openxmlformats.org/officeDocument/2006/relationships/customXml" Target="../ink/ink18.xml"/><Relationship Id="rId51" Type="http://schemas.openxmlformats.org/officeDocument/2006/relationships/image" Target="../media/image43.png"/><Relationship Id="rId72" Type="http://schemas.openxmlformats.org/officeDocument/2006/relationships/customXml" Target="../ink/ink50.xml"/><Relationship Id="rId93" Type="http://schemas.openxmlformats.org/officeDocument/2006/relationships/image" Target="../media/image64.png"/><Relationship Id="rId98" Type="http://schemas.openxmlformats.org/officeDocument/2006/relationships/customXml" Target="../ink/ink63.xml"/><Relationship Id="rId121" Type="http://schemas.openxmlformats.org/officeDocument/2006/relationships/image" Target="../media/image78.png"/><Relationship Id="rId3" Type="http://schemas.openxmlformats.org/officeDocument/2006/relationships/image" Target="../media/image19.png"/><Relationship Id="rId25" Type="http://schemas.openxmlformats.org/officeDocument/2006/relationships/image" Target="../media/image30.png"/><Relationship Id="rId46" Type="http://schemas.openxmlformats.org/officeDocument/2006/relationships/customXml" Target="../ink/ink37.xml"/><Relationship Id="rId67" Type="http://schemas.openxmlformats.org/officeDocument/2006/relationships/image" Target="../media/image51.png"/><Relationship Id="rId116" Type="http://schemas.openxmlformats.org/officeDocument/2006/relationships/customXml" Target="../ink/ink72.xml"/><Relationship Id="rId20" Type="http://schemas.openxmlformats.org/officeDocument/2006/relationships/customXml" Target="../ink/ink24.xml"/><Relationship Id="rId41" Type="http://schemas.openxmlformats.org/officeDocument/2006/relationships/image" Target="../media/image38.png"/><Relationship Id="rId62" Type="http://schemas.openxmlformats.org/officeDocument/2006/relationships/customXml" Target="../ink/ink45.xml"/><Relationship Id="rId83" Type="http://schemas.openxmlformats.org/officeDocument/2006/relationships/image" Target="../media/image59.png"/><Relationship Id="rId88" Type="http://schemas.openxmlformats.org/officeDocument/2006/relationships/customXml" Target="../ink/ink58.xml"/><Relationship Id="rId111" Type="http://schemas.openxmlformats.org/officeDocument/2006/relationships/image" Target="../media/image73.png"/><Relationship Id="rId15" Type="http://schemas.openxmlformats.org/officeDocument/2006/relationships/image" Target="../media/image25.png"/><Relationship Id="rId36" Type="http://schemas.openxmlformats.org/officeDocument/2006/relationships/customXml" Target="../ink/ink32.xml"/><Relationship Id="rId57" Type="http://schemas.openxmlformats.org/officeDocument/2006/relationships/image" Target="../media/image46.png"/><Relationship Id="rId106" Type="http://schemas.openxmlformats.org/officeDocument/2006/relationships/customXml" Target="../ink/ink67.xml"/><Relationship Id="rId10" Type="http://schemas.openxmlformats.org/officeDocument/2006/relationships/customXml" Target="../ink/ink19.xml"/><Relationship Id="rId31" Type="http://schemas.openxmlformats.org/officeDocument/2006/relationships/image" Target="../media/image33.png"/><Relationship Id="rId52" Type="http://schemas.openxmlformats.org/officeDocument/2006/relationships/customXml" Target="../ink/ink40.xml"/><Relationship Id="rId73" Type="http://schemas.openxmlformats.org/officeDocument/2006/relationships/image" Target="../media/image54.png"/><Relationship Id="rId78" Type="http://schemas.openxmlformats.org/officeDocument/2006/relationships/customXml" Target="../ink/ink53.xml"/><Relationship Id="rId94" Type="http://schemas.openxmlformats.org/officeDocument/2006/relationships/customXml" Target="../ink/ink61.xml"/><Relationship Id="rId99" Type="http://schemas.openxmlformats.org/officeDocument/2006/relationships/image" Target="../media/image67.png"/><Relationship Id="rId101" Type="http://schemas.openxmlformats.org/officeDocument/2006/relationships/image" Target="../media/image68.png"/><Relationship Id="rId122" Type="http://schemas.openxmlformats.org/officeDocument/2006/relationships/customXml" Target="../ink/ink75.xml"/><Relationship Id="rId4" Type="http://schemas.openxmlformats.org/officeDocument/2006/relationships/customXml" Target="../ink/ink16.xml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8.png"/><Relationship Id="rId21" Type="http://schemas.openxmlformats.org/officeDocument/2006/relationships/image" Target="../media/image90.png"/><Relationship Id="rId42" Type="http://schemas.openxmlformats.org/officeDocument/2006/relationships/customXml" Target="../ink/ink97.xml"/><Relationship Id="rId63" Type="http://schemas.openxmlformats.org/officeDocument/2006/relationships/image" Target="../media/image111.png"/><Relationship Id="rId84" Type="http://schemas.openxmlformats.org/officeDocument/2006/relationships/customXml" Target="../ink/ink118.xml"/><Relationship Id="rId138" Type="http://schemas.openxmlformats.org/officeDocument/2006/relationships/customXml" Target="../ink/ink145.xml"/><Relationship Id="rId159" Type="http://schemas.openxmlformats.org/officeDocument/2006/relationships/image" Target="../media/image159.png"/><Relationship Id="rId170" Type="http://schemas.openxmlformats.org/officeDocument/2006/relationships/customXml" Target="../ink/ink161.xml"/><Relationship Id="rId191" Type="http://schemas.openxmlformats.org/officeDocument/2006/relationships/image" Target="../media/image175.png"/><Relationship Id="rId107" Type="http://schemas.openxmlformats.org/officeDocument/2006/relationships/image" Target="../media/image133.png"/><Relationship Id="rId11" Type="http://schemas.openxmlformats.org/officeDocument/2006/relationships/image" Target="../media/image85.png"/><Relationship Id="rId32" Type="http://schemas.openxmlformats.org/officeDocument/2006/relationships/customXml" Target="../ink/ink92.xml"/><Relationship Id="rId53" Type="http://schemas.openxmlformats.org/officeDocument/2006/relationships/image" Target="../media/image106.png"/><Relationship Id="rId74" Type="http://schemas.openxmlformats.org/officeDocument/2006/relationships/customXml" Target="../ink/ink113.xml"/><Relationship Id="rId128" Type="http://schemas.openxmlformats.org/officeDocument/2006/relationships/customXml" Target="../ink/ink140.xml"/><Relationship Id="rId149" Type="http://schemas.openxmlformats.org/officeDocument/2006/relationships/image" Target="../media/image154.png"/><Relationship Id="rId5" Type="http://schemas.openxmlformats.org/officeDocument/2006/relationships/image" Target="../media/image82.png"/><Relationship Id="rId95" Type="http://schemas.openxmlformats.org/officeDocument/2006/relationships/image" Target="../media/image127.png"/><Relationship Id="rId160" Type="http://schemas.openxmlformats.org/officeDocument/2006/relationships/customXml" Target="../ink/ink156.xml"/><Relationship Id="rId181" Type="http://schemas.openxmlformats.org/officeDocument/2006/relationships/image" Target="../media/image170.png"/><Relationship Id="rId22" Type="http://schemas.openxmlformats.org/officeDocument/2006/relationships/customXml" Target="../ink/ink87.xml"/><Relationship Id="rId43" Type="http://schemas.openxmlformats.org/officeDocument/2006/relationships/image" Target="../media/image101.png"/><Relationship Id="rId64" Type="http://schemas.openxmlformats.org/officeDocument/2006/relationships/customXml" Target="../ink/ink108.xml"/><Relationship Id="rId118" Type="http://schemas.openxmlformats.org/officeDocument/2006/relationships/customXml" Target="../ink/ink135.xml"/><Relationship Id="rId139" Type="http://schemas.openxmlformats.org/officeDocument/2006/relationships/image" Target="../media/image149.png"/><Relationship Id="rId85" Type="http://schemas.openxmlformats.org/officeDocument/2006/relationships/image" Target="../media/image122.png"/><Relationship Id="rId150" Type="http://schemas.openxmlformats.org/officeDocument/2006/relationships/customXml" Target="../ink/ink151.xml"/><Relationship Id="rId171" Type="http://schemas.openxmlformats.org/officeDocument/2006/relationships/image" Target="../media/image165.png"/><Relationship Id="rId192" Type="http://schemas.openxmlformats.org/officeDocument/2006/relationships/customXml" Target="../ink/ink172.xml"/><Relationship Id="rId12" Type="http://schemas.openxmlformats.org/officeDocument/2006/relationships/customXml" Target="../ink/ink82.xml"/><Relationship Id="rId33" Type="http://schemas.openxmlformats.org/officeDocument/2006/relationships/image" Target="../media/image96.png"/><Relationship Id="rId108" Type="http://schemas.openxmlformats.org/officeDocument/2006/relationships/customXml" Target="../ink/ink130.xml"/><Relationship Id="rId129" Type="http://schemas.openxmlformats.org/officeDocument/2006/relationships/image" Target="../media/image144.png"/><Relationship Id="rId54" Type="http://schemas.openxmlformats.org/officeDocument/2006/relationships/customXml" Target="../ink/ink103.xml"/><Relationship Id="rId75" Type="http://schemas.openxmlformats.org/officeDocument/2006/relationships/image" Target="../media/image117.png"/><Relationship Id="rId96" Type="http://schemas.openxmlformats.org/officeDocument/2006/relationships/customXml" Target="../ink/ink124.xml"/><Relationship Id="rId140" Type="http://schemas.openxmlformats.org/officeDocument/2006/relationships/customXml" Target="../ink/ink146.xml"/><Relationship Id="rId161" Type="http://schemas.openxmlformats.org/officeDocument/2006/relationships/image" Target="../media/image160.png"/><Relationship Id="rId182" Type="http://schemas.openxmlformats.org/officeDocument/2006/relationships/customXml" Target="../ink/ink167.xml"/><Relationship Id="rId6" Type="http://schemas.openxmlformats.org/officeDocument/2006/relationships/customXml" Target="../ink/ink79.xml"/><Relationship Id="rId23" Type="http://schemas.openxmlformats.org/officeDocument/2006/relationships/image" Target="../media/image91.png"/><Relationship Id="rId119" Type="http://schemas.openxmlformats.org/officeDocument/2006/relationships/image" Target="../media/image139.png"/><Relationship Id="rId44" Type="http://schemas.openxmlformats.org/officeDocument/2006/relationships/customXml" Target="../ink/ink98.xml"/><Relationship Id="rId65" Type="http://schemas.openxmlformats.org/officeDocument/2006/relationships/image" Target="../media/image112.png"/><Relationship Id="rId86" Type="http://schemas.openxmlformats.org/officeDocument/2006/relationships/customXml" Target="../ink/ink119.xml"/><Relationship Id="rId130" Type="http://schemas.openxmlformats.org/officeDocument/2006/relationships/customXml" Target="../ink/ink141.xml"/><Relationship Id="rId151" Type="http://schemas.openxmlformats.org/officeDocument/2006/relationships/image" Target="../media/image155.png"/><Relationship Id="rId172" Type="http://schemas.openxmlformats.org/officeDocument/2006/relationships/customXml" Target="../ink/ink162.xml"/><Relationship Id="rId193" Type="http://schemas.openxmlformats.org/officeDocument/2006/relationships/image" Target="../media/image176.png"/><Relationship Id="rId13" Type="http://schemas.openxmlformats.org/officeDocument/2006/relationships/image" Target="../media/image86.png"/><Relationship Id="rId109" Type="http://schemas.openxmlformats.org/officeDocument/2006/relationships/image" Target="../media/image134.png"/><Relationship Id="rId34" Type="http://schemas.openxmlformats.org/officeDocument/2006/relationships/customXml" Target="../ink/ink93.xml"/><Relationship Id="rId50" Type="http://schemas.openxmlformats.org/officeDocument/2006/relationships/customXml" Target="../ink/ink101.xml"/><Relationship Id="rId55" Type="http://schemas.openxmlformats.org/officeDocument/2006/relationships/image" Target="../media/image107.png"/><Relationship Id="rId76" Type="http://schemas.openxmlformats.org/officeDocument/2006/relationships/customXml" Target="../ink/ink114.xml"/><Relationship Id="rId97" Type="http://schemas.openxmlformats.org/officeDocument/2006/relationships/image" Target="../media/image128.png"/><Relationship Id="rId104" Type="http://schemas.openxmlformats.org/officeDocument/2006/relationships/customXml" Target="../ink/ink128.xml"/><Relationship Id="rId120" Type="http://schemas.openxmlformats.org/officeDocument/2006/relationships/customXml" Target="../ink/ink136.xml"/><Relationship Id="rId125" Type="http://schemas.openxmlformats.org/officeDocument/2006/relationships/image" Target="../media/image142.png"/><Relationship Id="rId141" Type="http://schemas.openxmlformats.org/officeDocument/2006/relationships/image" Target="../media/image150.png"/><Relationship Id="rId146" Type="http://schemas.openxmlformats.org/officeDocument/2006/relationships/customXml" Target="../ink/ink149.xml"/><Relationship Id="rId167" Type="http://schemas.openxmlformats.org/officeDocument/2006/relationships/image" Target="../media/image163.png"/><Relationship Id="rId188" Type="http://schemas.openxmlformats.org/officeDocument/2006/relationships/customXml" Target="../ink/ink170.xml"/><Relationship Id="rId7" Type="http://schemas.openxmlformats.org/officeDocument/2006/relationships/image" Target="../media/image83.png"/><Relationship Id="rId71" Type="http://schemas.openxmlformats.org/officeDocument/2006/relationships/image" Target="../media/image115.png"/><Relationship Id="rId92" Type="http://schemas.openxmlformats.org/officeDocument/2006/relationships/customXml" Target="../ink/ink122.xml"/><Relationship Id="rId162" Type="http://schemas.openxmlformats.org/officeDocument/2006/relationships/customXml" Target="../ink/ink157.xml"/><Relationship Id="rId183" Type="http://schemas.openxmlformats.org/officeDocument/2006/relationships/image" Target="../media/image171.png"/><Relationship Id="rId2" Type="http://schemas.openxmlformats.org/officeDocument/2006/relationships/customXml" Target="../ink/ink77.xml"/><Relationship Id="rId29" Type="http://schemas.openxmlformats.org/officeDocument/2006/relationships/image" Target="../media/image94.png"/><Relationship Id="rId24" Type="http://schemas.openxmlformats.org/officeDocument/2006/relationships/customXml" Target="../ink/ink88.xml"/><Relationship Id="rId40" Type="http://schemas.openxmlformats.org/officeDocument/2006/relationships/customXml" Target="../ink/ink96.xml"/><Relationship Id="rId45" Type="http://schemas.openxmlformats.org/officeDocument/2006/relationships/image" Target="../media/image102.png"/><Relationship Id="rId66" Type="http://schemas.openxmlformats.org/officeDocument/2006/relationships/customXml" Target="../ink/ink109.xml"/><Relationship Id="rId87" Type="http://schemas.openxmlformats.org/officeDocument/2006/relationships/image" Target="../media/image123.png"/><Relationship Id="rId110" Type="http://schemas.openxmlformats.org/officeDocument/2006/relationships/customXml" Target="../ink/ink131.xml"/><Relationship Id="rId115" Type="http://schemas.openxmlformats.org/officeDocument/2006/relationships/image" Target="../media/image137.png"/><Relationship Id="rId131" Type="http://schemas.openxmlformats.org/officeDocument/2006/relationships/image" Target="../media/image145.png"/><Relationship Id="rId136" Type="http://schemas.openxmlformats.org/officeDocument/2006/relationships/customXml" Target="../ink/ink144.xml"/><Relationship Id="rId157" Type="http://schemas.openxmlformats.org/officeDocument/2006/relationships/image" Target="../media/image158.png"/><Relationship Id="rId178" Type="http://schemas.openxmlformats.org/officeDocument/2006/relationships/customXml" Target="../ink/ink165.xml"/><Relationship Id="rId61" Type="http://schemas.openxmlformats.org/officeDocument/2006/relationships/image" Target="../media/image110.png"/><Relationship Id="rId82" Type="http://schemas.openxmlformats.org/officeDocument/2006/relationships/customXml" Target="../ink/ink117.xml"/><Relationship Id="rId152" Type="http://schemas.openxmlformats.org/officeDocument/2006/relationships/customXml" Target="../ink/ink152.xml"/><Relationship Id="rId173" Type="http://schemas.openxmlformats.org/officeDocument/2006/relationships/image" Target="../media/image166.png"/><Relationship Id="rId194" Type="http://schemas.openxmlformats.org/officeDocument/2006/relationships/customXml" Target="../ink/ink173.xml"/><Relationship Id="rId19" Type="http://schemas.openxmlformats.org/officeDocument/2006/relationships/image" Target="../media/image89.png"/><Relationship Id="rId14" Type="http://schemas.openxmlformats.org/officeDocument/2006/relationships/customXml" Target="../ink/ink83.xml"/><Relationship Id="rId30" Type="http://schemas.openxmlformats.org/officeDocument/2006/relationships/customXml" Target="../ink/ink91.xml"/><Relationship Id="rId35" Type="http://schemas.openxmlformats.org/officeDocument/2006/relationships/image" Target="../media/image97.png"/><Relationship Id="rId56" Type="http://schemas.openxmlformats.org/officeDocument/2006/relationships/customXml" Target="../ink/ink104.xml"/><Relationship Id="rId77" Type="http://schemas.openxmlformats.org/officeDocument/2006/relationships/image" Target="../media/image118.png"/><Relationship Id="rId100" Type="http://schemas.openxmlformats.org/officeDocument/2006/relationships/customXml" Target="../ink/ink126.xml"/><Relationship Id="rId105" Type="http://schemas.openxmlformats.org/officeDocument/2006/relationships/image" Target="../media/image132.png"/><Relationship Id="rId126" Type="http://schemas.openxmlformats.org/officeDocument/2006/relationships/customXml" Target="../ink/ink139.xml"/><Relationship Id="rId147" Type="http://schemas.openxmlformats.org/officeDocument/2006/relationships/image" Target="../media/image153.png"/><Relationship Id="rId168" Type="http://schemas.openxmlformats.org/officeDocument/2006/relationships/customXml" Target="../ink/ink160.xml"/><Relationship Id="rId8" Type="http://schemas.openxmlformats.org/officeDocument/2006/relationships/customXml" Target="../ink/ink80.xml"/><Relationship Id="rId51" Type="http://schemas.openxmlformats.org/officeDocument/2006/relationships/image" Target="../media/image105.png"/><Relationship Id="rId72" Type="http://schemas.openxmlformats.org/officeDocument/2006/relationships/customXml" Target="../ink/ink112.xml"/><Relationship Id="rId93" Type="http://schemas.openxmlformats.org/officeDocument/2006/relationships/image" Target="../media/image126.png"/><Relationship Id="rId98" Type="http://schemas.openxmlformats.org/officeDocument/2006/relationships/customXml" Target="../ink/ink125.xml"/><Relationship Id="rId121" Type="http://schemas.openxmlformats.org/officeDocument/2006/relationships/image" Target="../media/image140.png"/><Relationship Id="rId142" Type="http://schemas.openxmlformats.org/officeDocument/2006/relationships/customXml" Target="../ink/ink147.xml"/><Relationship Id="rId163" Type="http://schemas.openxmlformats.org/officeDocument/2006/relationships/image" Target="../media/image161.png"/><Relationship Id="rId184" Type="http://schemas.openxmlformats.org/officeDocument/2006/relationships/customXml" Target="../ink/ink168.xml"/><Relationship Id="rId189" Type="http://schemas.openxmlformats.org/officeDocument/2006/relationships/image" Target="../media/image174.png"/><Relationship Id="rId3" Type="http://schemas.openxmlformats.org/officeDocument/2006/relationships/image" Target="../media/image81.png"/><Relationship Id="rId25" Type="http://schemas.openxmlformats.org/officeDocument/2006/relationships/image" Target="../media/image92.png"/><Relationship Id="rId46" Type="http://schemas.openxmlformats.org/officeDocument/2006/relationships/customXml" Target="../ink/ink99.xml"/><Relationship Id="rId67" Type="http://schemas.openxmlformats.org/officeDocument/2006/relationships/image" Target="../media/image113.png"/><Relationship Id="rId116" Type="http://schemas.openxmlformats.org/officeDocument/2006/relationships/customXml" Target="../ink/ink134.xml"/><Relationship Id="rId137" Type="http://schemas.openxmlformats.org/officeDocument/2006/relationships/image" Target="../media/image148.png"/><Relationship Id="rId158" Type="http://schemas.openxmlformats.org/officeDocument/2006/relationships/customXml" Target="../ink/ink155.xml"/><Relationship Id="rId20" Type="http://schemas.openxmlformats.org/officeDocument/2006/relationships/customXml" Target="../ink/ink86.xml"/><Relationship Id="rId41" Type="http://schemas.openxmlformats.org/officeDocument/2006/relationships/image" Target="../media/image100.png"/><Relationship Id="rId62" Type="http://schemas.openxmlformats.org/officeDocument/2006/relationships/customXml" Target="../ink/ink107.xml"/><Relationship Id="rId83" Type="http://schemas.openxmlformats.org/officeDocument/2006/relationships/image" Target="../media/image121.png"/><Relationship Id="rId88" Type="http://schemas.openxmlformats.org/officeDocument/2006/relationships/customXml" Target="../ink/ink120.xml"/><Relationship Id="rId111" Type="http://schemas.openxmlformats.org/officeDocument/2006/relationships/image" Target="../media/image135.png"/><Relationship Id="rId132" Type="http://schemas.openxmlformats.org/officeDocument/2006/relationships/customXml" Target="../ink/ink142.xml"/><Relationship Id="rId153" Type="http://schemas.openxmlformats.org/officeDocument/2006/relationships/image" Target="../media/image156.png"/><Relationship Id="rId174" Type="http://schemas.openxmlformats.org/officeDocument/2006/relationships/customXml" Target="../ink/ink163.xml"/><Relationship Id="rId179" Type="http://schemas.openxmlformats.org/officeDocument/2006/relationships/image" Target="../media/image169.png"/><Relationship Id="rId195" Type="http://schemas.openxmlformats.org/officeDocument/2006/relationships/image" Target="../media/image5.png"/><Relationship Id="rId190" Type="http://schemas.openxmlformats.org/officeDocument/2006/relationships/customXml" Target="../ink/ink171.xml"/><Relationship Id="rId15" Type="http://schemas.openxmlformats.org/officeDocument/2006/relationships/image" Target="../media/image87.png"/><Relationship Id="rId36" Type="http://schemas.openxmlformats.org/officeDocument/2006/relationships/customXml" Target="../ink/ink94.xml"/><Relationship Id="rId57" Type="http://schemas.openxmlformats.org/officeDocument/2006/relationships/image" Target="../media/image108.png"/><Relationship Id="rId106" Type="http://schemas.openxmlformats.org/officeDocument/2006/relationships/customXml" Target="../ink/ink129.xml"/><Relationship Id="rId127" Type="http://schemas.openxmlformats.org/officeDocument/2006/relationships/image" Target="../media/image143.png"/><Relationship Id="rId10" Type="http://schemas.openxmlformats.org/officeDocument/2006/relationships/customXml" Target="../ink/ink81.xml"/><Relationship Id="rId31" Type="http://schemas.openxmlformats.org/officeDocument/2006/relationships/image" Target="../media/image95.png"/><Relationship Id="rId52" Type="http://schemas.openxmlformats.org/officeDocument/2006/relationships/customXml" Target="../ink/ink102.xml"/><Relationship Id="rId73" Type="http://schemas.openxmlformats.org/officeDocument/2006/relationships/image" Target="../media/image116.png"/><Relationship Id="rId78" Type="http://schemas.openxmlformats.org/officeDocument/2006/relationships/customXml" Target="../ink/ink115.xml"/><Relationship Id="rId94" Type="http://schemas.openxmlformats.org/officeDocument/2006/relationships/customXml" Target="../ink/ink123.xml"/><Relationship Id="rId99" Type="http://schemas.openxmlformats.org/officeDocument/2006/relationships/image" Target="../media/image129.png"/><Relationship Id="rId101" Type="http://schemas.openxmlformats.org/officeDocument/2006/relationships/image" Target="../media/image130.png"/><Relationship Id="rId122" Type="http://schemas.openxmlformats.org/officeDocument/2006/relationships/customXml" Target="../ink/ink137.xml"/><Relationship Id="rId143" Type="http://schemas.openxmlformats.org/officeDocument/2006/relationships/image" Target="../media/image151.png"/><Relationship Id="rId148" Type="http://schemas.openxmlformats.org/officeDocument/2006/relationships/customXml" Target="../ink/ink150.xml"/><Relationship Id="rId164" Type="http://schemas.openxmlformats.org/officeDocument/2006/relationships/customXml" Target="../ink/ink158.xml"/><Relationship Id="rId169" Type="http://schemas.openxmlformats.org/officeDocument/2006/relationships/image" Target="../media/image164.png"/><Relationship Id="rId185" Type="http://schemas.openxmlformats.org/officeDocument/2006/relationships/image" Target="../media/image172.png"/><Relationship Id="rId4" Type="http://schemas.openxmlformats.org/officeDocument/2006/relationships/customXml" Target="../ink/ink78.xml"/><Relationship Id="rId9" Type="http://schemas.openxmlformats.org/officeDocument/2006/relationships/image" Target="../media/image84.png"/><Relationship Id="rId180" Type="http://schemas.openxmlformats.org/officeDocument/2006/relationships/customXml" Target="../ink/ink166.xml"/><Relationship Id="rId26" Type="http://schemas.openxmlformats.org/officeDocument/2006/relationships/customXml" Target="../ink/ink89.xml"/><Relationship Id="rId47" Type="http://schemas.openxmlformats.org/officeDocument/2006/relationships/image" Target="../media/image103.png"/><Relationship Id="rId68" Type="http://schemas.openxmlformats.org/officeDocument/2006/relationships/customXml" Target="../ink/ink110.xml"/><Relationship Id="rId89" Type="http://schemas.openxmlformats.org/officeDocument/2006/relationships/image" Target="../media/image124.png"/><Relationship Id="rId112" Type="http://schemas.openxmlformats.org/officeDocument/2006/relationships/customXml" Target="../ink/ink132.xml"/><Relationship Id="rId133" Type="http://schemas.openxmlformats.org/officeDocument/2006/relationships/image" Target="../media/image146.png"/><Relationship Id="rId154" Type="http://schemas.openxmlformats.org/officeDocument/2006/relationships/customXml" Target="../ink/ink153.xml"/><Relationship Id="rId175" Type="http://schemas.openxmlformats.org/officeDocument/2006/relationships/image" Target="../media/image167.png"/><Relationship Id="rId16" Type="http://schemas.openxmlformats.org/officeDocument/2006/relationships/customXml" Target="../ink/ink84.xml"/><Relationship Id="rId37" Type="http://schemas.openxmlformats.org/officeDocument/2006/relationships/image" Target="../media/image98.png"/><Relationship Id="rId58" Type="http://schemas.openxmlformats.org/officeDocument/2006/relationships/customXml" Target="../ink/ink105.xml"/><Relationship Id="rId79" Type="http://schemas.openxmlformats.org/officeDocument/2006/relationships/image" Target="../media/image119.png"/><Relationship Id="rId102" Type="http://schemas.openxmlformats.org/officeDocument/2006/relationships/customXml" Target="../ink/ink127.xml"/><Relationship Id="rId123" Type="http://schemas.openxmlformats.org/officeDocument/2006/relationships/image" Target="../media/image141.png"/><Relationship Id="rId144" Type="http://schemas.openxmlformats.org/officeDocument/2006/relationships/customXml" Target="../ink/ink148.xml"/><Relationship Id="rId90" Type="http://schemas.openxmlformats.org/officeDocument/2006/relationships/customXml" Target="../ink/ink121.xml"/><Relationship Id="rId165" Type="http://schemas.openxmlformats.org/officeDocument/2006/relationships/image" Target="../media/image162.png"/><Relationship Id="rId186" Type="http://schemas.openxmlformats.org/officeDocument/2006/relationships/customXml" Target="../ink/ink169.xml"/><Relationship Id="rId27" Type="http://schemas.openxmlformats.org/officeDocument/2006/relationships/image" Target="../media/image93.png"/><Relationship Id="rId48" Type="http://schemas.openxmlformats.org/officeDocument/2006/relationships/customXml" Target="../ink/ink100.xml"/><Relationship Id="rId69" Type="http://schemas.openxmlformats.org/officeDocument/2006/relationships/image" Target="../media/image114.png"/><Relationship Id="rId113" Type="http://schemas.openxmlformats.org/officeDocument/2006/relationships/image" Target="../media/image136.png"/><Relationship Id="rId134" Type="http://schemas.openxmlformats.org/officeDocument/2006/relationships/customXml" Target="../ink/ink143.xml"/><Relationship Id="rId80" Type="http://schemas.openxmlformats.org/officeDocument/2006/relationships/customXml" Target="../ink/ink116.xml"/><Relationship Id="rId155" Type="http://schemas.openxmlformats.org/officeDocument/2006/relationships/image" Target="../media/image157.png"/><Relationship Id="rId176" Type="http://schemas.openxmlformats.org/officeDocument/2006/relationships/customXml" Target="../ink/ink164.xml"/><Relationship Id="rId17" Type="http://schemas.openxmlformats.org/officeDocument/2006/relationships/image" Target="../media/image88.png"/><Relationship Id="rId38" Type="http://schemas.openxmlformats.org/officeDocument/2006/relationships/customXml" Target="../ink/ink95.xml"/><Relationship Id="rId59" Type="http://schemas.openxmlformats.org/officeDocument/2006/relationships/image" Target="../media/image109.png"/><Relationship Id="rId103" Type="http://schemas.openxmlformats.org/officeDocument/2006/relationships/image" Target="../media/image131.png"/><Relationship Id="rId124" Type="http://schemas.openxmlformats.org/officeDocument/2006/relationships/customXml" Target="../ink/ink138.xml"/><Relationship Id="rId70" Type="http://schemas.openxmlformats.org/officeDocument/2006/relationships/customXml" Target="../ink/ink111.xml"/><Relationship Id="rId91" Type="http://schemas.openxmlformats.org/officeDocument/2006/relationships/image" Target="../media/image125.png"/><Relationship Id="rId145" Type="http://schemas.openxmlformats.org/officeDocument/2006/relationships/image" Target="../media/image152.png"/><Relationship Id="rId166" Type="http://schemas.openxmlformats.org/officeDocument/2006/relationships/customXml" Target="../ink/ink159.xml"/><Relationship Id="rId187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90.xml"/><Relationship Id="rId49" Type="http://schemas.openxmlformats.org/officeDocument/2006/relationships/image" Target="../media/image104.png"/><Relationship Id="rId114" Type="http://schemas.openxmlformats.org/officeDocument/2006/relationships/customXml" Target="../ink/ink133.xml"/><Relationship Id="rId60" Type="http://schemas.openxmlformats.org/officeDocument/2006/relationships/customXml" Target="../ink/ink106.xml"/><Relationship Id="rId81" Type="http://schemas.openxmlformats.org/officeDocument/2006/relationships/image" Target="../media/image120.png"/><Relationship Id="rId135" Type="http://schemas.openxmlformats.org/officeDocument/2006/relationships/image" Target="../media/image147.png"/><Relationship Id="rId156" Type="http://schemas.openxmlformats.org/officeDocument/2006/relationships/customXml" Target="../ink/ink154.xml"/><Relationship Id="rId177" Type="http://schemas.openxmlformats.org/officeDocument/2006/relationships/image" Target="../media/image168.png"/><Relationship Id="rId18" Type="http://schemas.openxmlformats.org/officeDocument/2006/relationships/customXml" Target="../ink/ink85.xml"/><Relationship Id="rId39" Type="http://schemas.openxmlformats.org/officeDocument/2006/relationships/image" Target="../media/image9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customXml" Target="../ink/ink17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7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6.xml"/><Relationship Id="rId5" Type="http://schemas.openxmlformats.org/officeDocument/2006/relationships/image" Target="../media/image7.png"/><Relationship Id="rId4" Type="http://schemas.openxmlformats.org/officeDocument/2006/relationships/customXml" Target="../ink/ink17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customXml" Target="../ink/ink17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customXml" Target="../ink/ink17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1.xml"/><Relationship Id="rId13" Type="http://schemas.openxmlformats.org/officeDocument/2006/relationships/image" Target="../media/image186.png"/><Relationship Id="rId18" Type="http://schemas.openxmlformats.org/officeDocument/2006/relationships/customXml" Target="../ink/ink186.xml"/><Relationship Id="rId26" Type="http://schemas.openxmlformats.org/officeDocument/2006/relationships/customXml" Target="../ink/ink190.xml"/><Relationship Id="rId3" Type="http://schemas.openxmlformats.org/officeDocument/2006/relationships/image" Target="../media/image182.jpeg"/><Relationship Id="rId21" Type="http://schemas.openxmlformats.org/officeDocument/2006/relationships/image" Target="../media/image190.png"/><Relationship Id="rId7" Type="http://schemas.openxmlformats.org/officeDocument/2006/relationships/image" Target="../media/image183.png"/><Relationship Id="rId12" Type="http://schemas.openxmlformats.org/officeDocument/2006/relationships/customXml" Target="../ink/ink183.xml"/><Relationship Id="rId17" Type="http://schemas.openxmlformats.org/officeDocument/2006/relationships/image" Target="../media/image188.png"/><Relationship Id="rId25" Type="http://schemas.openxmlformats.org/officeDocument/2006/relationships/image" Target="../media/image192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185.xml"/><Relationship Id="rId20" Type="http://schemas.openxmlformats.org/officeDocument/2006/relationships/customXml" Target="../ink/ink187.xml"/><Relationship Id="rId29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0.xml"/><Relationship Id="rId11" Type="http://schemas.openxmlformats.org/officeDocument/2006/relationships/image" Target="../media/image185.png"/><Relationship Id="rId24" Type="http://schemas.openxmlformats.org/officeDocument/2006/relationships/customXml" Target="../ink/ink189.xml"/><Relationship Id="rId5" Type="http://schemas.openxmlformats.org/officeDocument/2006/relationships/image" Target="../media/image182.png"/><Relationship Id="rId15" Type="http://schemas.openxmlformats.org/officeDocument/2006/relationships/image" Target="../media/image187.png"/><Relationship Id="rId23" Type="http://schemas.openxmlformats.org/officeDocument/2006/relationships/image" Target="../media/image191.png"/><Relationship Id="rId28" Type="http://schemas.openxmlformats.org/officeDocument/2006/relationships/customXml" Target="../ink/ink191.xml"/><Relationship Id="rId10" Type="http://schemas.openxmlformats.org/officeDocument/2006/relationships/customXml" Target="../ink/ink182.xml"/><Relationship Id="rId19" Type="http://schemas.openxmlformats.org/officeDocument/2006/relationships/image" Target="../media/image189.png"/><Relationship Id="rId31" Type="http://schemas.openxmlformats.org/officeDocument/2006/relationships/image" Target="../media/image195.png"/><Relationship Id="rId4" Type="http://schemas.openxmlformats.org/officeDocument/2006/relationships/customXml" Target="../ink/ink179.xml"/><Relationship Id="rId9" Type="http://schemas.openxmlformats.org/officeDocument/2006/relationships/image" Target="../media/image184.png"/><Relationship Id="rId14" Type="http://schemas.openxmlformats.org/officeDocument/2006/relationships/customXml" Target="../ink/ink184.xml"/><Relationship Id="rId22" Type="http://schemas.openxmlformats.org/officeDocument/2006/relationships/customXml" Target="../ink/ink188.xml"/><Relationship Id="rId27" Type="http://schemas.openxmlformats.org/officeDocument/2006/relationships/image" Target="../media/image193.png"/><Relationship Id="rId30" Type="http://schemas.openxmlformats.org/officeDocument/2006/relationships/customXml" Target="../ink/ink19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7" Type="http://schemas.openxmlformats.org/officeDocument/2006/relationships/image" Target="../media/image198.png"/><Relationship Id="rId2" Type="http://schemas.openxmlformats.org/officeDocument/2006/relationships/customXml" Target="../ink/ink19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5.xml"/><Relationship Id="rId5" Type="http://schemas.openxmlformats.org/officeDocument/2006/relationships/image" Target="../media/image197.png"/><Relationship Id="rId4" Type="http://schemas.openxmlformats.org/officeDocument/2006/relationships/customXml" Target="../ink/ink19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customXml" Target="../ink/ink19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0.xml"/><Relationship Id="rId13" Type="http://schemas.openxmlformats.org/officeDocument/2006/relationships/image" Target="../media/image205.png"/><Relationship Id="rId18" Type="http://schemas.openxmlformats.org/officeDocument/2006/relationships/customXml" Target="../ink/ink205.xml"/><Relationship Id="rId3" Type="http://schemas.openxmlformats.org/officeDocument/2006/relationships/image" Target="../media/image200.png"/><Relationship Id="rId7" Type="http://schemas.openxmlformats.org/officeDocument/2006/relationships/image" Target="../media/image202.png"/><Relationship Id="rId12" Type="http://schemas.openxmlformats.org/officeDocument/2006/relationships/customXml" Target="../ink/ink202.xml"/><Relationship Id="rId17" Type="http://schemas.openxmlformats.org/officeDocument/2006/relationships/image" Target="../media/image207.png"/><Relationship Id="rId2" Type="http://schemas.openxmlformats.org/officeDocument/2006/relationships/customXml" Target="../ink/ink197.xml"/><Relationship Id="rId16" Type="http://schemas.openxmlformats.org/officeDocument/2006/relationships/customXml" Target="../ink/ink20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9.xml"/><Relationship Id="rId11" Type="http://schemas.openxmlformats.org/officeDocument/2006/relationships/image" Target="../media/image204.png"/><Relationship Id="rId5" Type="http://schemas.openxmlformats.org/officeDocument/2006/relationships/image" Target="../media/image201.png"/><Relationship Id="rId15" Type="http://schemas.openxmlformats.org/officeDocument/2006/relationships/image" Target="../media/image206.png"/><Relationship Id="rId10" Type="http://schemas.openxmlformats.org/officeDocument/2006/relationships/customXml" Target="../ink/ink201.xml"/><Relationship Id="rId19" Type="http://schemas.openxmlformats.org/officeDocument/2006/relationships/image" Target="../media/image208.png"/><Relationship Id="rId4" Type="http://schemas.openxmlformats.org/officeDocument/2006/relationships/customXml" Target="../ink/ink198.xml"/><Relationship Id="rId9" Type="http://schemas.openxmlformats.org/officeDocument/2006/relationships/image" Target="../media/image203.png"/><Relationship Id="rId14" Type="http://schemas.openxmlformats.org/officeDocument/2006/relationships/customXml" Target="../ink/ink20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customXml" Target="../ink/ink20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customXml" Target="../ink/ink20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3.png"/><Relationship Id="rId4" Type="http://schemas.openxmlformats.org/officeDocument/2006/relationships/customXml" Target="../ink/ink20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customXml" Target="../ink/ink20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jpeg"/><Relationship Id="rId7" Type="http://schemas.openxmlformats.org/officeDocument/2006/relationships/image" Target="../media/image2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1.xml"/><Relationship Id="rId5" Type="http://schemas.openxmlformats.org/officeDocument/2006/relationships/image" Target="../media/image216.png"/><Relationship Id="rId4" Type="http://schemas.openxmlformats.org/officeDocument/2006/relationships/customXml" Target="../ink/ink2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9.png"/><Relationship Id="rId4" Type="http://schemas.openxmlformats.org/officeDocument/2006/relationships/customXml" Target="../ink/ink2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Lecture 14</a:t>
            </a:r>
          </a:p>
        </p:txBody>
      </p:sp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66976" y="214685"/>
            <a:ext cx="11783833" cy="63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9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5"/>
          <a:stretch/>
        </p:blipFill>
        <p:spPr>
          <a:xfrm rot="16200000">
            <a:off x="3161640" y="-2189729"/>
            <a:ext cx="5864272" cy="112278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821A92-1B12-533E-59A8-1D2E840AE042}"/>
                  </a:ext>
                </a:extLst>
              </p14:cNvPr>
              <p14:cNvContentPartPr/>
              <p14:nvPr/>
            </p14:nvContentPartPr>
            <p14:xfrm>
              <a:off x="707760" y="2197440"/>
              <a:ext cx="8051040" cy="894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821A92-1B12-533E-59A8-1D2E840AE0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8400" y="2188080"/>
                <a:ext cx="8069760" cy="91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3560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858C4-A3F1-6362-5D51-FB32F3F7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059745-6AA3-4290-35D2-CFE8CEF7B187}"/>
                  </a:ext>
                </a:extLst>
              </p14:cNvPr>
              <p14:cNvContentPartPr/>
              <p14:nvPr/>
            </p14:nvContentPartPr>
            <p14:xfrm>
              <a:off x="1009440" y="386280"/>
              <a:ext cx="10828440" cy="540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059745-6AA3-4290-35D2-CFE8CEF7B1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0080" y="376920"/>
                <a:ext cx="10847160" cy="54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8610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6" t="1445" b="2105"/>
          <a:stretch/>
        </p:blipFill>
        <p:spPr>
          <a:xfrm rot="16200000">
            <a:off x="2988641" y="-2098610"/>
            <a:ext cx="6342626" cy="110789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002750-3BF4-E12E-FC4D-7363B4779BA9}"/>
                  </a:ext>
                </a:extLst>
              </p14:cNvPr>
              <p14:cNvContentPartPr/>
              <p14:nvPr/>
            </p14:nvContentPartPr>
            <p14:xfrm>
              <a:off x="1865160" y="1684440"/>
              <a:ext cx="9362880" cy="3198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002750-3BF4-E12E-FC4D-7363B4779B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5800" y="1675080"/>
                <a:ext cx="9381600" cy="321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6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2"/>
          <a:stretch/>
        </p:blipFill>
        <p:spPr>
          <a:xfrm rot="16200000">
            <a:off x="2919646" y="-2235732"/>
            <a:ext cx="6173156" cy="115006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D1570B5-8C88-8148-3902-C3517EB4D318}"/>
                  </a:ext>
                </a:extLst>
              </p14:cNvPr>
              <p14:cNvContentPartPr/>
              <p14:nvPr/>
            </p14:nvContentPartPr>
            <p14:xfrm>
              <a:off x="2361187" y="2388848"/>
              <a:ext cx="594720" cy="471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D1570B5-8C88-8148-3902-C3517EB4D3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5067" y="2382728"/>
                <a:ext cx="60696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F73F0BA-6D12-1EF7-FE4F-79BEE1FAC4D0}"/>
                  </a:ext>
                </a:extLst>
              </p14:cNvPr>
              <p14:cNvContentPartPr/>
              <p14:nvPr/>
            </p14:nvContentPartPr>
            <p14:xfrm>
              <a:off x="2895787" y="3060248"/>
              <a:ext cx="556200" cy="403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F73F0BA-6D12-1EF7-FE4F-79BEE1FAC4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89663" y="3054128"/>
                <a:ext cx="568448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651E4E0-80C1-0E5F-F5E2-D099FFECED18}"/>
                  </a:ext>
                </a:extLst>
              </p14:cNvPr>
              <p14:cNvContentPartPr/>
              <p14:nvPr/>
            </p14:nvContentPartPr>
            <p14:xfrm>
              <a:off x="2305747" y="3732368"/>
              <a:ext cx="555480" cy="435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651E4E0-80C1-0E5F-F5E2-D099FFECED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99627" y="3726248"/>
                <a:ext cx="56772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FBC914D-1424-3753-82B1-BF23AF97693C}"/>
                  </a:ext>
                </a:extLst>
              </p14:cNvPr>
              <p14:cNvContentPartPr/>
              <p14:nvPr/>
            </p14:nvContentPartPr>
            <p14:xfrm>
              <a:off x="2838547" y="4122248"/>
              <a:ext cx="1010160" cy="391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FBC914D-1424-3753-82B1-BF23AF97693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32425" y="4116134"/>
                <a:ext cx="1022404" cy="403909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B830972B-DFC7-DDFA-41BC-60ACE6939928}"/>
              </a:ext>
            </a:extLst>
          </p:cNvPr>
          <p:cNvGrpSpPr/>
          <p:nvPr/>
        </p:nvGrpSpPr>
        <p:grpSpPr>
          <a:xfrm>
            <a:off x="3630187" y="1558328"/>
            <a:ext cx="500040" cy="343440"/>
            <a:chOff x="3630187" y="1558328"/>
            <a:chExt cx="50004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2B49DC2-C934-2D51-8970-EF9F0C7743D6}"/>
                    </a:ext>
                  </a:extLst>
                </p14:cNvPr>
                <p14:cNvContentPartPr/>
                <p14:nvPr/>
              </p14:nvContentPartPr>
              <p14:xfrm>
                <a:off x="3630187" y="1558328"/>
                <a:ext cx="204840" cy="308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2B49DC2-C934-2D51-8970-EF9F0C7743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24067" y="1552215"/>
                  <a:ext cx="217080" cy="3211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24BEBA2-8A41-BEE6-DF93-4C21C9D67D2B}"/>
                    </a:ext>
                  </a:extLst>
                </p14:cNvPr>
                <p14:cNvContentPartPr/>
                <p14:nvPr/>
              </p14:nvContentPartPr>
              <p14:xfrm>
                <a:off x="3647827" y="1733648"/>
                <a:ext cx="232200" cy="168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24BEBA2-8A41-BEE6-DF93-4C21C9D67D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41707" y="1727528"/>
                  <a:ext cx="244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FDD37E7-23B4-BB7F-33D4-CAA1A7258EEF}"/>
                    </a:ext>
                  </a:extLst>
                </p14:cNvPr>
                <p14:cNvContentPartPr/>
                <p14:nvPr/>
              </p14:nvContentPartPr>
              <p14:xfrm>
                <a:off x="4067227" y="1635008"/>
                <a:ext cx="63000" cy="56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FDD37E7-23B4-BB7F-33D4-CAA1A7258E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61107" y="1628927"/>
                  <a:ext cx="75240" cy="6832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0B8954-98C5-758F-3FB1-09E581EA57F3}"/>
                  </a:ext>
                </a:extLst>
              </p14:cNvPr>
              <p14:cNvContentPartPr/>
              <p14:nvPr/>
            </p14:nvContentPartPr>
            <p14:xfrm>
              <a:off x="7901640" y="851760"/>
              <a:ext cx="3825000" cy="3756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0B8954-98C5-758F-3FB1-09E581EA57F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92280" y="842400"/>
                <a:ext cx="3843720" cy="377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926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B7A1E4-99DC-7A21-6E7F-24CB5234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622B5F-78DE-A98E-3E0D-B6464D46F9FE}"/>
                  </a:ext>
                </a:extLst>
              </p14:cNvPr>
              <p14:cNvContentPartPr/>
              <p14:nvPr/>
            </p14:nvContentPartPr>
            <p14:xfrm>
              <a:off x="336600" y="378360"/>
              <a:ext cx="9300600" cy="4582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622B5F-78DE-A98E-3E0D-B6464D46F9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7240" y="369000"/>
                <a:ext cx="9319320" cy="46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B12CBA-F567-C090-8117-214F71F1E493}"/>
                  </a:ext>
                </a:extLst>
              </p14:cNvPr>
              <p14:cNvContentPartPr/>
              <p14:nvPr/>
            </p14:nvContentPartPr>
            <p14:xfrm>
              <a:off x="5839324" y="418568"/>
              <a:ext cx="731520" cy="712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B12CBA-F567-C090-8117-214F71F1E4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5004" y="414248"/>
                <a:ext cx="740160" cy="72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01FE78C-AD70-50B4-01EB-E4FAB73D0DA2}"/>
                  </a:ext>
                </a:extLst>
              </p14:cNvPr>
              <p14:cNvContentPartPr/>
              <p14:nvPr/>
            </p14:nvContentPartPr>
            <p14:xfrm>
              <a:off x="1229040" y="265320"/>
              <a:ext cx="8948520" cy="5604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01FE78C-AD70-50B4-01EB-E4FAB73D0D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9680" y="255960"/>
                <a:ext cx="8967240" cy="562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0629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1EE91-070A-7CED-9A37-41259518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F481B4D-D204-E4CA-853D-C578F3EC48FE}"/>
              </a:ext>
            </a:extLst>
          </p:cNvPr>
          <p:cNvGrpSpPr/>
          <p:nvPr/>
        </p:nvGrpSpPr>
        <p:grpSpPr>
          <a:xfrm>
            <a:off x="1144204" y="642128"/>
            <a:ext cx="2642040" cy="720000"/>
            <a:chOff x="1144204" y="642128"/>
            <a:chExt cx="2642040" cy="72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88AE952-2544-7EBA-B532-6899C7D47FAD}"/>
                    </a:ext>
                  </a:extLst>
                </p14:cNvPr>
                <p14:cNvContentPartPr/>
                <p14:nvPr/>
              </p14:nvContentPartPr>
              <p14:xfrm>
                <a:off x="1327804" y="972608"/>
                <a:ext cx="59400" cy="273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88AE952-2544-7EBA-B532-6899C7D47F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23484" y="968288"/>
                  <a:ext cx="68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35E60E-BE8F-4FB6-F9AE-81E199062FCC}"/>
                    </a:ext>
                  </a:extLst>
                </p14:cNvPr>
                <p14:cNvContentPartPr/>
                <p14:nvPr/>
              </p14:nvContentPartPr>
              <p14:xfrm>
                <a:off x="1259404" y="867488"/>
                <a:ext cx="289440" cy="38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35E60E-BE8F-4FB6-F9AE-81E199062FC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5084" y="863168"/>
                  <a:ext cx="2980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C473AA-6EFC-C5B8-7686-3D781D6DFA44}"/>
                    </a:ext>
                  </a:extLst>
                </p14:cNvPr>
                <p14:cNvContentPartPr/>
                <p14:nvPr/>
              </p14:nvContentPartPr>
              <p14:xfrm>
                <a:off x="1144204" y="1291928"/>
                <a:ext cx="308880" cy="41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C473AA-6EFC-C5B8-7686-3D781D6DFA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9889" y="1287608"/>
                  <a:ext cx="31751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EDF8045-3DE1-63DA-8B65-0FBB69808894}"/>
                    </a:ext>
                  </a:extLst>
                </p14:cNvPr>
                <p14:cNvContentPartPr/>
                <p14:nvPr/>
              </p14:nvContentPartPr>
              <p14:xfrm>
                <a:off x="1528684" y="1138568"/>
                <a:ext cx="249120" cy="188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EDF8045-3DE1-63DA-8B65-0FBB698088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24364" y="1134248"/>
                  <a:ext cx="257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8B804E-1DF0-D013-709B-C6F1F8AE04C9}"/>
                    </a:ext>
                  </a:extLst>
                </p14:cNvPr>
                <p14:cNvContentPartPr/>
                <p14:nvPr/>
              </p14:nvContentPartPr>
              <p14:xfrm>
                <a:off x="1865644" y="1087088"/>
                <a:ext cx="148320" cy="267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8B804E-1DF0-D013-709B-C6F1F8AE04C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61313" y="1082768"/>
                  <a:ext cx="156981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9024D0-8F52-5EC1-8B80-0600ED75A27B}"/>
                    </a:ext>
                  </a:extLst>
                </p14:cNvPr>
                <p14:cNvContentPartPr/>
                <p14:nvPr/>
              </p14:nvContentPartPr>
              <p14:xfrm>
                <a:off x="2152204" y="1151168"/>
                <a:ext cx="383400" cy="20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9024D0-8F52-5EC1-8B80-0600ED75A27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47884" y="1146856"/>
                  <a:ext cx="392040" cy="214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68CAB83-B5C7-07CE-8094-43076C064233}"/>
                    </a:ext>
                  </a:extLst>
                </p14:cNvPr>
                <p14:cNvContentPartPr/>
                <p14:nvPr/>
              </p14:nvContentPartPr>
              <p14:xfrm>
                <a:off x="2753044" y="642128"/>
                <a:ext cx="317880" cy="69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68CAB83-B5C7-07CE-8094-43076C0642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48724" y="637808"/>
                  <a:ext cx="32652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7CE71F-7AD6-7929-B7AB-96BB2845B118}"/>
                    </a:ext>
                  </a:extLst>
                </p14:cNvPr>
                <p14:cNvContentPartPr/>
                <p14:nvPr/>
              </p14:nvContentPartPr>
              <p14:xfrm>
                <a:off x="3122044" y="1000688"/>
                <a:ext cx="28440" cy="60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7CE71F-7AD6-7929-B7AB-96BB2845B1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17778" y="996368"/>
                  <a:ext cx="36972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F0340C7-F71B-283D-ECC9-47F09030F75B}"/>
                    </a:ext>
                  </a:extLst>
                </p14:cNvPr>
                <p14:cNvContentPartPr/>
                <p14:nvPr/>
              </p14:nvContentPartPr>
              <p14:xfrm>
                <a:off x="3209164" y="1178528"/>
                <a:ext cx="577080" cy="183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F0340C7-F71B-283D-ECC9-47F09030F75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4844" y="1174208"/>
                  <a:ext cx="58572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47FA5EF-4BBF-6AA9-0A67-1A117ECBD525}"/>
              </a:ext>
            </a:extLst>
          </p:cNvPr>
          <p:cNvGrpSpPr/>
          <p:nvPr/>
        </p:nvGrpSpPr>
        <p:grpSpPr>
          <a:xfrm>
            <a:off x="4259644" y="1101488"/>
            <a:ext cx="287640" cy="316080"/>
            <a:chOff x="4259644" y="1101488"/>
            <a:chExt cx="28764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56BC87-CA81-91AC-1FE5-14D242C4DB55}"/>
                    </a:ext>
                  </a:extLst>
                </p14:cNvPr>
                <p14:cNvContentPartPr/>
                <p14:nvPr/>
              </p14:nvContentPartPr>
              <p14:xfrm>
                <a:off x="4259644" y="1245128"/>
                <a:ext cx="57240" cy="172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56BC87-CA81-91AC-1FE5-14D242C4DB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55324" y="1240817"/>
                  <a:ext cx="65880" cy="181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743D1D7-F9A6-E21A-F1C7-513212ADAB86}"/>
                    </a:ext>
                  </a:extLst>
                </p14:cNvPr>
                <p14:cNvContentPartPr/>
                <p14:nvPr/>
              </p14:nvContentPartPr>
              <p14:xfrm>
                <a:off x="4352164" y="1101488"/>
                <a:ext cx="36360" cy="51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743D1D7-F9A6-E21A-F1C7-513212ADAB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47844" y="1097168"/>
                  <a:ext cx="45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1A1C7A-55D9-DD7A-F142-3830E56A131D}"/>
                    </a:ext>
                  </a:extLst>
                </p14:cNvPr>
                <p14:cNvContentPartPr/>
                <p14:nvPr/>
              </p14:nvContentPartPr>
              <p14:xfrm>
                <a:off x="4382404" y="1109048"/>
                <a:ext cx="164880" cy="267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1A1C7A-55D9-DD7A-F142-3830E56A13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78093" y="1104728"/>
                  <a:ext cx="173501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F74E7E7-6B0D-9400-4FEC-FD3B6DFD514E}"/>
              </a:ext>
            </a:extLst>
          </p:cNvPr>
          <p:cNvGrpSpPr/>
          <p:nvPr/>
        </p:nvGrpSpPr>
        <p:grpSpPr>
          <a:xfrm>
            <a:off x="5272324" y="872168"/>
            <a:ext cx="1492920" cy="747720"/>
            <a:chOff x="5272324" y="872168"/>
            <a:chExt cx="1492920" cy="74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747CF59-2F5F-3B49-53F1-DB2AE926C420}"/>
                    </a:ext>
                  </a:extLst>
                </p14:cNvPr>
                <p14:cNvContentPartPr/>
                <p14:nvPr/>
              </p14:nvContentPartPr>
              <p14:xfrm>
                <a:off x="5272324" y="1204448"/>
                <a:ext cx="225000" cy="415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747CF59-2F5F-3B49-53F1-DB2AE926C42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68004" y="1200128"/>
                  <a:ext cx="2336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EB8441D-889C-A274-ED78-8D8C00B9FB5D}"/>
                    </a:ext>
                  </a:extLst>
                </p14:cNvPr>
                <p14:cNvContentPartPr/>
                <p14:nvPr/>
              </p14:nvContentPartPr>
              <p14:xfrm>
                <a:off x="5675884" y="1246928"/>
                <a:ext cx="244440" cy="230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EB8441D-889C-A274-ED78-8D8C00B9FB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71564" y="1242608"/>
                  <a:ext cx="2530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F356DB7-2644-F4F8-9B01-BE746F84BF8D}"/>
                    </a:ext>
                  </a:extLst>
                </p14:cNvPr>
                <p14:cNvContentPartPr/>
                <p14:nvPr/>
              </p14:nvContentPartPr>
              <p14:xfrm>
                <a:off x="5985484" y="1264928"/>
                <a:ext cx="129240" cy="240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F356DB7-2644-F4F8-9B01-BE746F84BF8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81164" y="1260608"/>
                  <a:ext cx="137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51FEA29-9FF3-8C00-4B4D-F9251659733C}"/>
                    </a:ext>
                  </a:extLst>
                </p14:cNvPr>
                <p14:cNvContentPartPr/>
                <p14:nvPr/>
              </p14:nvContentPartPr>
              <p14:xfrm>
                <a:off x="6144244" y="1295888"/>
                <a:ext cx="418320" cy="162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51FEA29-9FF3-8C00-4B4D-F925165973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39924" y="1291568"/>
                  <a:ext cx="426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8F0A6B-FCC7-4AE3-C437-9843CC43407D}"/>
                    </a:ext>
                  </a:extLst>
                </p14:cNvPr>
                <p14:cNvContentPartPr/>
                <p14:nvPr/>
              </p14:nvContentPartPr>
              <p14:xfrm>
                <a:off x="6507124" y="872168"/>
                <a:ext cx="258120" cy="645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8F0A6B-FCC7-4AE3-C437-9843CC4340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02804" y="867850"/>
                  <a:ext cx="266760" cy="6537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71603F7-D5EC-05D7-60E6-49EAAF8C9157}"/>
              </a:ext>
            </a:extLst>
          </p:cNvPr>
          <p:cNvGrpSpPr/>
          <p:nvPr/>
        </p:nvGrpSpPr>
        <p:grpSpPr>
          <a:xfrm>
            <a:off x="7183204" y="386168"/>
            <a:ext cx="786960" cy="1159560"/>
            <a:chOff x="7183204" y="386168"/>
            <a:chExt cx="786960" cy="11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54E70F-AA59-FDB0-9B36-CCDE9261D757}"/>
                    </a:ext>
                  </a:extLst>
                </p14:cNvPr>
                <p14:cNvContentPartPr/>
                <p14:nvPr/>
              </p14:nvContentPartPr>
              <p14:xfrm>
                <a:off x="7183204" y="386168"/>
                <a:ext cx="69840" cy="1159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54E70F-AA59-FDB0-9B36-CCDE9261D7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78884" y="381847"/>
                  <a:ext cx="78480" cy="11682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2F510A6-5C24-B5EC-E942-DD2CF3F857A7}"/>
                    </a:ext>
                  </a:extLst>
                </p14:cNvPr>
                <p14:cNvContentPartPr/>
                <p14:nvPr/>
              </p14:nvContentPartPr>
              <p14:xfrm>
                <a:off x="7212004" y="1014368"/>
                <a:ext cx="134280" cy="244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2F510A6-5C24-B5EC-E942-DD2CF3F857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07684" y="1010054"/>
                  <a:ext cx="142920" cy="2534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AC50233-D122-15EC-C578-34779940E64A}"/>
                    </a:ext>
                  </a:extLst>
                </p14:cNvPr>
                <p14:cNvContentPartPr/>
                <p14:nvPr/>
              </p14:nvContentPartPr>
              <p14:xfrm>
                <a:off x="7526284" y="547808"/>
                <a:ext cx="134280" cy="666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AC50233-D122-15EC-C578-34779940E6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21976" y="543488"/>
                  <a:ext cx="142897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3CD0F8-9BD7-F2D7-B875-287D513B8590}"/>
                    </a:ext>
                  </a:extLst>
                </p14:cNvPr>
                <p14:cNvContentPartPr/>
                <p14:nvPr/>
              </p14:nvContentPartPr>
              <p14:xfrm>
                <a:off x="7704844" y="998528"/>
                <a:ext cx="198360" cy="144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3CD0F8-9BD7-F2D7-B875-287D513B859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00524" y="994208"/>
                  <a:ext cx="207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A85F7F0-6302-A581-6F0C-D29D15803D4E}"/>
                    </a:ext>
                  </a:extLst>
                </p14:cNvPr>
                <p14:cNvContentPartPr/>
                <p14:nvPr/>
              </p14:nvContentPartPr>
              <p14:xfrm>
                <a:off x="7816444" y="861368"/>
                <a:ext cx="153720" cy="459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A85F7F0-6302-A581-6F0C-D29D15803D4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12124" y="857048"/>
                  <a:ext cx="162360" cy="46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FAC22A3-68BA-1EBC-973E-9942B563FC7D}"/>
                  </a:ext>
                </a:extLst>
              </p14:cNvPr>
              <p14:cNvContentPartPr/>
              <p14:nvPr/>
            </p14:nvContentPartPr>
            <p14:xfrm>
              <a:off x="8220724" y="949928"/>
              <a:ext cx="165240" cy="244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FAC22A3-68BA-1EBC-973E-9942B563FC7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16404" y="945608"/>
                <a:ext cx="173880" cy="2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713346A-3E7F-8F6D-3A2F-76C97E9D3D5A}"/>
              </a:ext>
            </a:extLst>
          </p:cNvPr>
          <p:cNvGrpSpPr/>
          <p:nvPr/>
        </p:nvGrpSpPr>
        <p:grpSpPr>
          <a:xfrm>
            <a:off x="9045124" y="462488"/>
            <a:ext cx="1625400" cy="1027440"/>
            <a:chOff x="9045124" y="462488"/>
            <a:chExt cx="1625400" cy="102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F9AE881-AB29-2FC0-3490-42C08EC3DE25}"/>
                    </a:ext>
                  </a:extLst>
                </p14:cNvPr>
                <p14:cNvContentPartPr/>
                <p14:nvPr/>
              </p14:nvContentPartPr>
              <p14:xfrm>
                <a:off x="9045124" y="767408"/>
                <a:ext cx="293040" cy="508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F9AE881-AB29-2FC0-3490-42C08EC3DE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40799" y="763091"/>
                  <a:ext cx="301691" cy="516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BC7DE7-C944-7C2C-3ADA-71170631A12C}"/>
                    </a:ext>
                  </a:extLst>
                </p14:cNvPr>
                <p14:cNvContentPartPr/>
                <p14:nvPr/>
              </p14:nvContentPartPr>
              <p14:xfrm>
                <a:off x="9386044" y="956048"/>
                <a:ext cx="173160" cy="272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BC7DE7-C944-7C2C-3ADA-71170631A1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81724" y="951734"/>
                  <a:ext cx="181800" cy="2811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F9E1D4-29D4-5E1A-8B33-0B13AF0093D5}"/>
                    </a:ext>
                  </a:extLst>
                </p14:cNvPr>
                <p14:cNvContentPartPr/>
                <p14:nvPr/>
              </p14:nvContentPartPr>
              <p14:xfrm>
                <a:off x="9580804" y="987008"/>
                <a:ext cx="113400" cy="105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F9E1D4-29D4-5E1A-8B33-0B13AF0093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76484" y="982688"/>
                  <a:ext cx="1220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39654B5-9CB6-997E-101A-D25446A2559B}"/>
                    </a:ext>
                  </a:extLst>
                </p14:cNvPr>
                <p14:cNvContentPartPr/>
                <p14:nvPr/>
              </p14:nvContentPartPr>
              <p14:xfrm>
                <a:off x="9699244" y="962528"/>
                <a:ext cx="158400" cy="227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39654B5-9CB6-997E-101A-D25446A255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94924" y="958208"/>
                  <a:ext cx="167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70898DC-6334-1844-3A57-6AD0856B20B8}"/>
                    </a:ext>
                  </a:extLst>
                </p14:cNvPr>
                <p14:cNvContentPartPr/>
                <p14:nvPr/>
              </p14:nvContentPartPr>
              <p14:xfrm>
                <a:off x="10013524" y="462488"/>
                <a:ext cx="307800" cy="680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70898DC-6334-1844-3A57-6AD0856B20B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09204" y="458168"/>
                  <a:ext cx="31644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953688D-361A-B08D-5837-3B17DA2AB795}"/>
                    </a:ext>
                  </a:extLst>
                </p14:cNvPr>
                <p14:cNvContentPartPr/>
                <p14:nvPr/>
              </p14:nvContentPartPr>
              <p14:xfrm>
                <a:off x="10375684" y="994568"/>
                <a:ext cx="50760" cy="204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953688D-361A-B08D-5837-3B17DA2AB79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71364" y="990248"/>
                  <a:ext cx="594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6EE2E2E-43B2-A032-C56B-6BAD027903D2}"/>
                    </a:ext>
                  </a:extLst>
                </p14:cNvPr>
                <p14:cNvContentPartPr/>
                <p14:nvPr/>
              </p14:nvContentPartPr>
              <p14:xfrm>
                <a:off x="10465324" y="841208"/>
                <a:ext cx="41760" cy="23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6EE2E2E-43B2-A032-C56B-6BAD027903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61004" y="836954"/>
                  <a:ext cx="50400" cy="31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B7175DB-1D34-E22E-9E56-A4EF434DDC9F}"/>
                    </a:ext>
                  </a:extLst>
                </p14:cNvPr>
                <p14:cNvContentPartPr/>
                <p14:nvPr/>
              </p14:nvContentPartPr>
              <p14:xfrm>
                <a:off x="10293604" y="965768"/>
                <a:ext cx="376920" cy="524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B7175DB-1D34-E22E-9E56-A4EF434DDC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89284" y="961448"/>
                  <a:ext cx="385560" cy="53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29B4F3C-B73C-024A-5112-3E1AF5EE4EBF}"/>
              </a:ext>
            </a:extLst>
          </p:cNvPr>
          <p:cNvGrpSpPr/>
          <p:nvPr/>
        </p:nvGrpSpPr>
        <p:grpSpPr>
          <a:xfrm>
            <a:off x="1116844" y="2162408"/>
            <a:ext cx="407160" cy="670680"/>
            <a:chOff x="1116844" y="2162408"/>
            <a:chExt cx="407160" cy="67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796BD78-E5C5-03E8-4831-E0C495AA5E63}"/>
                    </a:ext>
                  </a:extLst>
                </p14:cNvPr>
                <p14:cNvContentPartPr/>
                <p14:nvPr/>
              </p14:nvContentPartPr>
              <p14:xfrm>
                <a:off x="1116844" y="2162408"/>
                <a:ext cx="169200" cy="476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796BD78-E5C5-03E8-4831-E0C495AA5E6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2524" y="2158091"/>
                  <a:ext cx="177840" cy="4849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586D651-368F-F51C-0A77-CC862192577E}"/>
                    </a:ext>
                  </a:extLst>
                </p14:cNvPr>
                <p14:cNvContentPartPr/>
                <p14:nvPr/>
              </p14:nvContentPartPr>
              <p14:xfrm>
                <a:off x="1357324" y="2500088"/>
                <a:ext cx="166680" cy="333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586D651-368F-F51C-0A77-CC862192577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53004" y="2495768"/>
                  <a:ext cx="17532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50BFB45-2886-C1D1-5548-86D8CCEFF395}"/>
              </a:ext>
            </a:extLst>
          </p:cNvPr>
          <p:cNvGrpSpPr/>
          <p:nvPr/>
        </p:nvGrpSpPr>
        <p:grpSpPr>
          <a:xfrm>
            <a:off x="1914604" y="1986728"/>
            <a:ext cx="1180440" cy="799200"/>
            <a:chOff x="1914604" y="1986728"/>
            <a:chExt cx="1180440" cy="79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9FC97DD-AAE5-162A-CDE3-B5E477C96071}"/>
                    </a:ext>
                  </a:extLst>
                </p14:cNvPr>
                <p14:cNvContentPartPr/>
                <p14:nvPr/>
              </p14:nvContentPartPr>
              <p14:xfrm>
                <a:off x="1914604" y="2424848"/>
                <a:ext cx="83160" cy="361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9FC97DD-AAE5-162A-CDE3-B5E477C960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10303" y="2420528"/>
                  <a:ext cx="91763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877B948-139A-9203-89DB-057ADE2EB649}"/>
                    </a:ext>
                  </a:extLst>
                </p14:cNvPr>
                <p14:cNvContentPartPr/>
                <p14:nvPr/>
              </p14:nvContentPartPr>
              <p14:xfrm>
                <a:off x="1973284" y="2350328"/>
                <a:ext cx="155880" cy="54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877B948-139A-9203-89DB-057ADE2EB64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68964" y="2346008"/>
                  <a:ext cx="164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D21EBEE-15EA-9AC8-2A7C-C34AEB99126C}"/>
                    </a:ext>
                  </a:extLst>
                </p14:cNvPr>
                <p14:cNvContentPartPr/>
                <p14:nvPr/>
              </p14:nvContentPartPr>
              <p14:xfrm>
                <a:off x="1935124" y="2549768"/>
                <a:ext cx="289800" cy="210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D21EBEE-15EA-9AC8-2A7C-C34AEB99126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30799" y="2545448"/>
                  <a:ext cx="298451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67A0D9-3412-44B5-DE4E-BF6D574D6DA2}"/>
                    </a:ext>
                  </a:extLst>
                </p14:cNvPr>
                <p14:cNvContentPartPr/>
                <p14:nvPr/>
              </p14:nvContentPartPr>
              <p14:xfrm>
                <a:off x="2259844" y="2438888"/>
                <a:ext cx="28080" cy="41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67A0D9-3412-44B5-DE4E-BF6D574D6DA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55524" y="2434568"/>
                  <a:ext cx="36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7082E4A-C6BD-A426-9E91-7A77BA128BA7}"/>
                    </a:ext>
                  </a:extLst>
                </p14:cNvPr>
                <p14:cNvContentPartPr/>
                <p14:nvPr/>
              </p14:nvContentPartPr>
              <p14:xfrm>
                <a:off x="2311324" y="2529608"/>
                <a:ext cx="293400" cy="23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7082E4A-C6BD-A426-9E91-7A77BA128B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07004" y="2525288"/>
                  <a:ext cx="3020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CBA53D0-2A1C-3A20-814A-1447DB3580DE}"/>
                    </a:ext>
                  </a:extLst>
                </p14:cNvPr>
                <p14:cNvContentPartPr/>
                <p14:nvPr/>
              </p14:nvContentPartPr>
              <p14:xfrm>
                <a:off x="2710204" y="2426648"/>
                <a:ext cx="106200" cy="29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CBA53D0-2A1C-3A20-814A-1447DB3580D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05884" y="2422328"/>
                  <a:ext cx="1148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88B4CE-8C90-4AEF-7315-ECE911DDC0C2}"/>
                    </a:ext>
                  </a:extLst>
                </p14:cNvPr>
                <p14:cNvContentPartPr/>
                <p14:nvPr/>
              </p14:nvContentPartPr>
              <p14:xfrm>
                <a:off x="2903884" y="1986728"/>
                <a:ext cx="78120" cy="749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88B4CE-8C90-4AEF-7315-ECE911DDC0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99564" y="1982408"/>
                  <a:ext cx="8676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E9B100E-ED67-5BDC-B0DA-A1F1877D9040}"/>
                    </a:ext>
                  </a:extLst>
                </p14:cNvPr>
                <p14:cNvContentPartPr/>
                <p14:nvPr/>
              </p14:nvContentPartPr>
              <p14:xfrm>
                <a:off x="2867884" y="2493248"/>
                <a:ext cx="227160" cy="64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E9B100E-ED67-5BDC-B0DA-A1F1877D904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63564" y="2488904"/>
                  <a:ext cx="235800" cy="7312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27FE2FB-350A-12E7-5B7A-1B949068A8C8}"/>
              </a:ext>
            </a:extLst>
          </p:cNvPr>
          <p:cNvGrpSpPr/>
          <p:nvPr/>
        </p:nvGrpSpPr>
        <p:grpSpPr>
          <a:xfrm>
            <a:off x="3576004" y="2033168"/>
            <a:ext cx="1638720" cy="741960"/>
            <a:chOff x="3576004" y="2033168"/>
            <a:chExt cx="1638720" cy="74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7C7A084-44E4-BC74-3C70-9C98D1E592E3}"/>
                    </a:ext>
                  </a:extLst>
                </p14:cNvPr>
                <p14:cNvContentPartPr/>
                <p14:nvPr/>
              </p14:nvContentPartPr>
              <p14:xfrm>
                <a:off x="3576004" y="2369768"/>
                <a:ext cx="194760" cy="405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7C7A084-44E4-BC74-3C70-9C98D1E592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71684" y="2365448"/>
                  <a:ext cx="2034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77494E5-1445-94CE-8256-302950288459}"/>
                    </a:ext>
                  </a:extLst>
                </p14:cNvPr>
                <p14:cNvContentPartPr/>
                <p14:nvPr/>
              </p14:nvContentPartPr>
              <p14:xfrm>
                <a:off x="3898924" y="2467328"/>
                <a:ext cx="240840" cy="214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77494E5-1445-94CE-8256-3029502884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94610" y="2463008"/>
                  <a:ext cx="249467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2F66952-93AC-44FB-B42A-470A79350EFD}"/>
                    </a:ext>
                  </a:extLst>
                </p14:cNvPr>
                <p14:cNvContentPartPr/>
                <p14:nvPr/>
              </p14:nvContentPartPr>
              <p14:xfrm>
                <a:off x="4204924" y="2474888"/>
                <a:ext cx="157680" cy="137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2F66952-93AC-44FB-B42A-470A79350EF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00594" y="2470568"/>
                  <a:ext cx="1663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BE4E0B2-EF84-2338-01D7-7F4196DFED82}"/>
                    </a:ext>
                  </a:extLst>
                </p14:cNvPr>
                <p14:cNvContentPartPr/>
                <p14:nvPr/>
              </p14:nvContentPartPr>
              <p14:xfrm>
                <a:off x="4413364" y="2369048"/>
                <a:ext cx="199440" cy="247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BE4E0B2-EF84-2338-01D7-7F4196DFED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09044" y="2364728"/>
                  <a:ext cx="208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ABB8B0-5D6D-32BA-CAC5-A95EC3E1018F}"/>
                    </a:ext>
                  </a:extLst>
                </p14:cNvPr>
                <p14:cNvContentPartPr/>
                <p14:nvPr/>
              </p14:nvContentPartPr>
              <p14:xfrm>
                <a:off x="4725484" y="2033168"/>
                <a:ext cx="489240" cy="625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ABB8B0-5D6D-32BA-CAC5-A95EC3E101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21161" y="2028848"/>
                  <a:ext cx="497886" cy="63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65770E6-F468-7946-6402-7C6692B36864}"/>
                  </a:ext>
                </a:extLst>
              </p14:cNvPr>
              <p14:cNvContentPartPr/>
              <p14:nvPr/>
            </p14:nvContentPartPr>
            <p14:xfrm>
              <a:off x="5615044" y="2138648"/>
              <a:ext cx="431640" cy="9871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65770E6-F468-7946-6402-7C6692B3686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610724" y="2134330"/>
                <a:ext cx="440280" cy="995757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3C76F302-69AA-4CC0-365C-7510292AA92C}"/>
              </a:ext>
            </a:extLst>
          </p:cNvPr>
          <p:cNvGrpSpPr/>
          <p:nvPr/>
        </p:nvGrpSpPr>
        <p:grpSpPr>
          <a:xfrm>
            <a:off x="6421444" y="2054768"/>
            <a:ext cx="773640" cy="641880"/>
            <a:chOff x="6421444" y="2054768"/>
            <a:chExt cx="77364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F0427A3-5D99-DFDD-40CD-FB4D64AAF63E}"/>
                    </a:ext>
                  </a:extLst>
                </p14:cNvPr>
                <p14:cNvContentPartPr/>
                <p14:nvPr/>
              </p14:nvContentPartPr>
              <p14:xfrm>
                <a:off x="6421444" y="2418368"/>
                <a:ext cx="458280" cy="278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F0427A3-5D99-DFDD-40CD-FB4D64AAF6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17124" y="2414048"/>
                  <a:ext cx="4669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DAAF11A-9C31-40B5-3EFB-6C0294D21872}"/>
                    </a:ext>
                  </a:extLst>
                </p14:cNvPr>
                <p14:cNvContentPartPr/>
                <p14:nvPr/>
              </p14:nvContentPartPr>
              <p14:xfrm>
                <a:off x="6905644" y="2348528"/>
                <a:ext cx="34560" cy="283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DAAF11A-9C31-40B5-3EFB-6C0294D2187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01369" y="2344208"/>
                  <a:ext cx="43111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61E5FB5-D522-A255-CD0E-0E94D67ED847}"/>
                    </a:ext>
                  </a:extLst>
                </p14:cNvPr>
                <p14:cNvContentPartPr/>
                <p14:nvPr/>
              </p14:nvContentPartPr>
              <p14:xfrm>
                <a:off x="6958204" y="2184368"/>
                <a:ext cx="16920" cy="61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61E5FB5-D522-A255-CD0E-0E94D67ED84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53790" y="2180048"/>
                  <a:ext cx="25748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BB9E7ED-31BC-9B6A-26D6-ABE33A7A1457}"/>
                    </a:ext>
                  </a:extLst>
                </p14:cNvPr>
                <p14:cNvContentPartPr/>
                <p14:nvPr/>
              </p14:nvContentPartPr>
              <p14:xfrm>
                <a:off x="6996004" y="2222888"/>
                <a:ext cx="29880" cy="451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BB9E7ED-31BC-9B6A-26D6-ABE33A7A145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91684" y="2218568"/>
                  <a:ext cx="385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6730E60-08FC-4FE2-6737-2E016BE9D860}"/>
                    </a:ext>
                  </a:extLst>
                </p14:cNvPr>
                <p14:cNvContentPartPr/>
                <p14:nvPr/>
              </p14:nvContentPartPr>
              <p14:xfrm>
                <a:off x="7170244" y="2054768"/>
                <a:ext cx="24840" cy="555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6730E60-08FC-4FE2-6737-2E016BE9D86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65924" y="2050448"/>
                  <a:ext cx="33480" cy="56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3D77E09-D9CF-84FB-3E11-C32B9F71F5DC}"/>
              </a:ext>
            </a:extLst>
          </p:cNvPr>
          <p:cNvGrpSpPr/>
          <p:nvPr/>
        </p:nvGrpSpPr>
        <p:grpSpPr>
          <a:xfrm>
            <a:off x="7600804" y="1970528"/>
            <a:ext cx="414000" cy="646920"/>
            <a:chOff x="7600804" y="1970528"/>
            <a:chExt cx="414000" cy="64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9E51B4C-9037-476D-1B99-3F7CB98080C7}"/>
                    </a:ext>
                  </a:extLst>
                </p14:cNvPr>
                <p14:cNvContentPartPr/>
                <p14:nvPr/>
              </p14:nvContentPartPr>
              <p14:xfrm>
                <a:off x="7600804" y="1970528"/>
                <a:ext cx="164160" cy="646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9E51B4C-9037-476D-1B99-3F7CB98080C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96484" y="1966208"/>
                  <a:ext cx="17280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2627DFE-255E-2FFB-DE90-5C4555600625}"/>
                    </a:ext>
                  </a:extLst>
                </p14:cNvPr>
                <p14:cNvContentPartPr/>
                <p14:nvPr/>
              </p14:nvContentPartPr>
              <p14:xfrm>
                <a:off x="7825444" y="2314688"/>
                <a:ext cx="189360" cy="225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2627DFE-255E-2FFB-DE90-5C45556006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21124" y="2310368"/>
                  <a:ext cx="19800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2A2229A-D729-D06F-34BF-E527C312861F}"/>
              </a:ext>
            </a:extLst>
          </p:cNvPr>
          <p:cNvGrpSpPr/>
          <p:nvPr/>
        </p:nvGrpSpPr>
        <p:grpSpPr>
          <a:xfrm>
            <a:off x="8725084" y="1684688"/>
            <a:ext cx="1903320" cy="954000"/>
            <a:chOff x="8725084" y="1684688"/>
            <a:chExt cx="1903320" cy="95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4A5296A-692D-3E83-5860-25BCCBDF4AB6}"/>
                    </a:ext>
                  </a:extLst>
                </p14:cNvPr>
                <p14:cNvContentPartPr/>
                <p14:nvPr/>
              </p14:nvContentPartPr>
              <p14:xfrm>
                <a:off x="8725084" y="2304248"/>
                <a:ext cx="19800" cy="299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4A5296A-692D-3E83-5860-25BCCBDF4A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20841" y="2299928"/>
                  <a:ext cx="28286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7DAE904-D010-39E2-F548-4174CCAB3D10}"/>
                    </a:ext>
                  </a:extLst>
                </p14:cNvPr>
                <p14:cNvContentPartPr/>
                <p14:nvPr/>
              </p14:nvContentPartPr>
              <p14:xfrm>
                <a:off x="8749204" y="2075288"/>
                <a:ext cx="47520" cy="78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7DAE904-D010-39E2-F548-4174CCAB3D1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44884" y="2070968"/>
                  <a:ext cx="56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687A085-E2D2-0445-0529-FDA4F67B1401}"/>
                    </a:ext>
                  </a:extLst>
                </p14:cNvPr>
                <p14:cNvContentPartPr/>
                <p14:nvPr/>
              </p14:nvContentPartPr>
              <p14:xfrm>
                <a:off x="8850724" y="2331608"/>
                <a:ext cx="281520" cy="119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687A085-E2D2-0445-0529-FDA4F67B140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46404" y="2327288"/>
                  <a:ext cx="290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DB1DFE5-A137-F8B1-FEB8-3A321CD8668E}"/>
                    </a:ext>
                  </a:extLst>
                </p14:cNvPr>
                <p14:cNvContentPartPr/>
                <p14:nvPr/>
              </p14:nvContentPartPr>
              <p14:xfrm>
                <a:off x="9148804" y="2205968"/>
                <a:ext cx="128160" cy="432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DB1DFE5-A137-F8B1-FEB8-3A321CD866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44484" y="2201648"/>
                  <a:ext cx="136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6A15DF2-1FCE-1053-D553-4618051461B9}"/>
                    </a:ext>
                  </a:extLst>
                </p14:cNvPr>
                <p14:cNvContentPartPr/>
                <p14:nvPr/>
              </p14:nvContentPartPr>
              <p14:xfrm>
                <a:off x="9447604" y="2209928"/>
                <a:ext cx="301680" cy="261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6A15DF2-1FCE-1053-D553-4618051461B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43289" y="2205608"/>
                  <a:ext cx="31031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F995469-10F9-FE72-B467-EACB991EE1C1}"/>
                    </a:ext>
                  </a:extLst>
                </p14:cNvPr>
                <p14:cNvContentPartPr/>
                <p14:nvPr/>
              </p14:nvContentPartPr>
              <p14:xfrm>
                <a:off x="9924964" y="1684688"/>
                <a:ext cx="248040" cy="761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F995469-10F9-FE72-B467-EACB991EE1C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20644" y="1680368"/>
                  <a:ext cx="256680" cy="7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A9AF010-CD1E-4C63-794E-6D1F29D75887}"/>
                    </a:ext>
                  </a:extLst>
                </p14:cNvPr>
                <p14:cNvContentPartPr/>
                <p14:nvPr/>
              </p14:nvContentPartPr>
              <p14:xfrm>
                <a:off x="10226644" y="2118848"/>
                <a:ext cx="17640" cy="29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A9AF010-CD1E-4C63-794E-6D1F29D758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22324" y="2114475"/>
                  <a:ext cx="26280" cy="38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E3B51E6-0504-077D-9455-95692AC451D9}"/>
                    </a:ext>
                  </a:extLst>
                </p14:cNvPr>
                <p14:cNvContentPartPr/>
                <p14:nvPr/>
              </p14:nvContentPartPr>
              <p14:xfrm>
                <a:off x="10319524" y="2268248"/>
                <a:ext cx="308880" cy="93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E3B51E6-0504-077D-9455-95692AC451D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15204" y="2263928"/>
                  <a:ext cx="317520" cy="10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2577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63C93-786B-E634-F4FF-1F7781CA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3E7C61A-B6D4-DF72-D978-7BB115BF10D9}"/>
              </a:ext>
            </a:extLst>
          </p:cNvPr>
          <p:cNvGrpSpPr/>
          <p:nvPr/>
        </p:nvGrpSpPr>
        <p:grpSpPr>
          <a:xfrm>
            <a:off x="348964" y="314888"/>
            <a:ext cx="4905360" cy="6524280"/>
            <a:chOff x="348964" y="314888"/>
            <a:chExt cx="4905360" cy="65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166E9E-184C-48DE-2765-958D66D22A4F}"/>
                    </a:ext>
                  </a:extLst>
                </p14:cNvPr>
                <p14:cNvContentPartPr/>
                <p14:nvPr/>
              </p14:nvContentPartPr>
              <p14:xfrm>
                <a:off x="2244724" y="809168"/>
                <a:ext cx="210960" cy="432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166E9E-184C-48DE-2765-958D66D22A4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40404" y="804848"/>
                  <a:ext cx="2196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61A7B4B-FC67-DC39-B967-69680153BB69}"/>
                    </a:ext>
                  </a:extLst>
                </p14:cNvPr>
                <p14:cNvContentPartPr/>
                <p14:nvPr/>
              </p14:nvContentPartPr>
              <p14:xfrm>
                <a:off x="2644684" y="855608"/>
                <a:ext cx="141120" cy="228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61A7B4B-FC67-DC39-B967-69680153BB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40364" y="851281"/>
                  <a:ext cx="149760" cy="237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3233FE1-ED49-D492-0DD9-16B33336D78E}"/>
                    </a:ext>
                  </a:extLst>
                </p14:cNvPr>
                <p14:cNvContentPartPr/>
                <p14:nvPr/>
              </p14:nvContentPartPr>
              <p14:xfrm>
                <a:off x="1773484" y="536288"/>
                <a:ext cx="1290960" cy="951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3233FE1-ED49-D492-0DD9-16B33336D7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69164" y="531968"/>
                  <a:ext cx="1299600" cy="9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B67A079-F643-BCFE-F9DF-43E764ED7305}"/>
                    </a:ext>
                  </a:extLst>
                </p14:cNvPr>
                <p14:cNvContentPartPr/>
                <p14:nvPr/>
              </p14:nvContentPartPr>
              <p14:xfrm>
                <a:off x="1665844" y="1558688"/>
                <a:ext cx="613440" cy="551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B67A079-F643-BCFE-F9DF-43E764ED73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1527" y="1554368"/>
                  <a:ext cx="622075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98A8735-F9AD-02F1-B9EA-8B4058333EF8}"/>
                    </a:ext>
                  </a:extLst>
                </p14:cNvPr>
                <p14:cNvContentPartPr/>
                <p14:nvPr/>
              </p14:nvContentPartPr>
              <p14:xfrm>
                <a:off x="1354084" y="2278328"/>
                <a:ext cx="45000" cy="294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98A8735-F9AD-02F1-B9EA-8B4058333E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49764" y="2274008"/>
                  <a:ext cx="536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881E7C-588C-C760-B3AC-5E6D83BCE080}"/>
                    </a:ext>
                  </a:extLst>
                </p14:cNvPr>
                <p14:cNvContentPartPr/>
                <p14:nvPr/>
              </p14:nvContentPartPr>
              <p14:xfrm>
                <a:off x="1575484" y="2313248"/>
                <a:ext cx="193320" cy="251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8881E7C-588C-C760-B3AC-5E6D83BCE08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71164" y="2308928"/>
                  <a:ext cx="201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3088AA-DC20-D4E0-3A3B-95537AFAF0B3}"/>
                    </a:ext>
                  </a:extLst>
                </p14:cNvPr>
                <p14:cNvContentPartPr/>
                <p14:nvPr/>
              </p14:nvContentPartPr>
              <p14:xfrm>
                <a:off x="1171204" y="2058728"/>
                <a:ext cx="770040" cy="837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3088AA-DC20-D4E0-3A3B-95537AFAF0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66884" y="2054408"/>
                  <a:ext cx="77868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41356C-FEFF-A7E5-D3A7-110347270226}"/>
                    </a:ext>
                  </a:extLst>
                </p14:cNvPr>
                <p14:cNvContentPartPr/>
                <p14:nvPr/>
              </p14:nvContentPartPr>
              <p14:xfrm>
                <a:off x="2377564" y="1604768"/>
                <a:ext cx="542880" cy="703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41356C-FEFF-A7E5-D3A7-11034727022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73244" y="1600448"/>
                  <a:ext cx="55152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0F6D63-04B8-AB6D-48BF-F9E5FE588D02}"/>
                    </a:ext>
                  </a:extLst>
                </p14:cNvPr>
                <p14:cNvContentPartPr/>
                <p14:nvPr/>
              </p14:nvContentPartPr>
              <p14:xfrm>
                <a:off x="2795884" y="2468048"/>
                <a:ext cx="217800" cy="298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0F6D63-04B8-AB6D-48BF-F9E5FE588D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91564" y="2463728"/>
                  <a:ext cx="2264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8F727EE-A058-3096-3F59-5730044A78B0}"/>
                    </a:ext>
                  </a:extLst>
                </p14:cNvPr>
                <p14:cNvContentPartPr/>
                <p14:nvPr/>
              </p14:nvContentPartPr>
              <p14:xfrm>
                <a:off x="2969404" y="2553728"/>
                <a:ext cx="239760" cy="225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8F727EE-A058-3096-3F59-5730044A78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5090" y="2549408"/>
                  <a:ext cx="248387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39AE92-56EA-0C2E-F241-BA4E87E2D548}"/>
                    </a:ext>
                  </a:extLst>
                </p14:cNvPr>
                <p14:cNvContentPartPr/>
                <p14:nvPr/>
              </p14:nvContentPartPr>
              <p14:xfrm>
                <a:off x="2564404" y="2236568"/>
                <a:ext cx="904320" cy="830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39AE92-56EA-0C2E-F241-BA4E87E2D5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60086" y="2232248"/>
                  <a:ext cx="912957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1135C7-7DCE-229E-BE92-B735F43F92E2}"/>
                    </a:ext>
                  </a:extLst>
                </p14:cNvPr>
                <p14:cNvContentPartPr/>
                <p14:nvPr/>
              </p14:nvContentPartPr>
              <p14:xfrm>
                <a:off x="872404" y="2866928"/>
                <a:ext cx="531360" cy="584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1135C7-7DCE-229E-BE92-B735F43F92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8084" y="2862611"/>
                  <a:ext cx="540000" cy="5929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E38383-92E9-BCB2-36C1-D707F4FDAD5A}"/>
                    </a:ext>
                  </a:extLst>
                </p14:cNvPr>
                <p14:cNvContentPartPr/>
                <p14:nvPr/>
              </p14:nvContentPartPr>
              <p14:xfrm>
                <a:off x="599164" y="3783488"/>
                <a:ext cx="291600" cy="311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E38383-92E9-BCB2-36C1-D707F4FDAD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4844" y="3779168"/>
                  <a:ext cx="3002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6C6F194-8BCD-5030-05B2-E5EE5890E4A0}"/>
                    </a:ext>
                  </a:extLst>
                </p14:cNvPr>
                <p14:cNvContentPartPr/>
                <p14:nvPr/>
              </p14:nvContentPartPr>
              <p14:xfrm>
                <a:off x="348964" y="3608888"/>
                <a:ext cx="698040" cy="64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C6F194-8BCD-5030-05B2-E5EE5890E4A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4644" y="3604568"/>
                  <a:ext cx="70668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6FA4665-A9C4-0044-CF8B-E7E9687D7596}"/>
                    </a:ext>
                  </a:extLst>
                </p14:cNvPr>
                <p14:cNvContentPartPr/>
                <p14:nvPr/>
              </p14:nvContentPartPr>
              <p14:xfrm>
                <a:off x="1312324" y="3030728"/>
                <a:ext cx="559080" cy="67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6FA4665-A9C4-0044-CF8B-E7E9687D75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08004" y="3026408"/>
                  <a:ext cx="56772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41C4F0E-289E-AFD2-58EB-6BA3E5FD5CE2}"/>
                    </a:ext>
                  </a:extLst>
                </p14:cNvPr>
                <p14:cNvContentPartPr/>
                <p14:nvPr/>
              </p14:nvContentPartPr>
              <p14:xfrm>
                <a:off x="1687804" y="3995888"/>
                <a:ext cx="270720" cy="327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41C4F0E-289E-AFD2-58EB-6BA3E5FD5CE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83484" y="3991568"/>
                  <a:ext cx="2793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0A469ED-AB7E-A4DB-72CC-B4E1BAAC73D2}"/>
                    </a:ext>
                  </a:extLst>
                </p14:cNvPr>
                <p14:cNvContentPartPr/>
                <p14:nvPr/>
              </p14:nvContentPartPr>
              <p14:xfrm>
                <a:off x="2006764" y="3958088"/>
                <a:ext cx="171360" cy="324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0A469ED-AB7E-A4DB-72CC-B4E1BAAC73D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02444" y="3953763"/>
                  <a:ext cx="180000" cy="3333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5ED2F55-FECA-84C5-BE93-51B70F672992}"/>
                    </a:ext>
                  </a:extLst>
                </p14:cNvPr>
                <p14:cNvContentPartPr/>
                <p14:nvPr/>
              </p14:nvContentPartPr>
              <p14:xfrm>
                <a:off x="1420324" y="3711128"/>
                <a:ext cx="889920" cy="780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5ED2F55-FECA-84C5-BE93-51B70F67299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16004" y="3706806"/>
                  <a:ext cx="898560" cy="7887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53A51F-3DDF-32AA-6705-B64371DC377F}"/>
                    </a:ext>
                  </a:extLst>
                </p14:cNvPr>
                <p14:cNvContentPartPr/>
                <p14:nvPr/>
              </p14:nvContentPartPr>
              <p14:xfrm>
                <a:off x="2880844" y="3092288"/>
                <a:ext cx="345960" cy="441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53A51F-3DDF-32AA-6705-B64371DC377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76524" y="3087968"/>
                  <a:ext cx="35460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5288850-F5EC-6D98-60EF-D964F3FBB9FD}"/>
                    </a:ext>
                  </a:extLst>
                </p14:cNvPr>
                <p14:cNvContentPartPr/>
                <p14:nvPr/>
              </p14:nvContentPartPr>
              <p14:xfrm>
                <a:off x="2784364" y="3673328"/>
                <a:ext cx="269280" cy="273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5288850-F5EC-6D98-60EF-D964F3FBB9F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80044" y="3669014"/>
                  <a:ext cx="277920" cy="2822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D8EDCB7-9FC6-EF4D-F6E9-A881E670F6B9}"/>
                    </a:ext>
                  </a:extLst>
                </p14:cNvPr>
                <p14:cNvContentPartPr/>
                <p14:nvPr/>
              </p14:nvContentPartPr>
              <p14:xfrm>
                <a:off x="3066244" y="3716888"/>
                <a:ext cx="250200" cy="313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D8EDCB7-9FC6-EF4D-F6E9-A881E670F6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61924" y="3712568"/>
                  <a:ext cx="2588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96940F5-EEBF-C2E9-19F1-CC6257A34F67}"/>
                    </a:ext>
                  </a:extLst>
                </p14:cNvPr>
                <p14:cNvContentPartPr/>
                <p14:nvPr/>
              </p14:nvContentPartPr>
              <p14:xfrm>
                <a:off x="2487004" y="3476768"/>
                <a:ext cx="974880" cy="834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96940F5-EEBF-C2E9-19F1-CC6257A34F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82682" y="3472448"/>
                  <a:ext cx="983523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E5E221-461A-0626-892F-8725F7DE97AB}"/>
                    </a:ext>
                  </a:extLst>
                </p14:cNvPr>
                <p14:cNvContentPartPr/>
                <p14:nvPr/>
              </p14:nvContentPartPr>
              <p14:xfrm>
                <a:off x="3293044" y="2969528"/>
                <a:ext cx="1194120" cy="583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E5E221-461A-0626-892F-8725F7DE97A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88724" y="2965205"/>
                  <a:ext cx="1202760" cy="5925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C25B0B3-950C-4226-82F1-616B023702B5}"/>
                    </a:ext>
                  </a:extLst>
                </p14:cNvPr>
                <p14:cNvContentPartPr/>
                <p14:nvPr/>
              </p14:nvContentPartPr>
              <p14:xfrm>
                <a:off x="4195564" y="3838568"/>
                <a:ext cx="286920" cy="328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C25B0B3-950C-4226-82F1-616B023702B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91244" y="3834243"/>
                  <a:ext cx="295560" cy="336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D692F82-3C46-0EDF-6E9D-658374CB7E4A}"/>
                    </a:ext>
                  </a:extLst>
                </p14:cNvPr>
                <p14:cNvContentPartPr/>
                <p14:nvPr/>
              </p14:nvContentPartPr>
              <p14:xfrm>
                <a:off x="4658884" y="3778088"/>
                <a:ext cx="315720" cy="291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D692F82-3C46-0EDF-6E9D-658374CB7E4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54569" y="3773763"/>
                  <a:ext cx="324350" cy="300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E9DECC9-2E20-9C8D-8872-03CE3FCBF8A2}"/>
                    </a:ext>
                  </a:extLst>
                </p14:cNvPr>
                <p14:cNvContentPartPr/>
                <p14:nvPr/>
              </p14:nvContentPartPr>
              <p14:xfrm>
                <a:off x="3923044" y="3455528"/>
                <a:ext cx="1129320" cy="990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E9DECC9-2E20-9C8D-8872-03CE3FCBF8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18723" y="3451208"/>
                  <a:ext cx="1137963" cy="9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15B939E-73C0-8C14-2F16-B84078AA7B7B}"/>
                    </a:ext>
                  </a:extLst>
                </p14:cNvPr>
                <p14:cNvContentPartPr/>
                <p14:nvPr/>
              </p14:nvContentPartPr>
              <p14:xfrm>
                <a:off x="776644" y="4250408"/>
                <a:ext cx="121320" cy="425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15B939E-73C0-8C14-2F16-B84078AA7B7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2311" y="4246092"/>
                  <a:ext cx="129986" cy="433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23E1B9-34BC-69DC-F3AD-5D821EECED1B}"/>
                    </a:ext>
                  </a:extLst>
                </p14:cNvPr>
                <p14:cNvContentPartPr/>
                <p14:nvPr/>
              </p14:nvContentPartPr>
              <p14:xfrm>
                <a:off x="737764" y="4704368"/>
                <a:ext cx="6120" cy="28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23E1B9-34BC-69DC-F3AD-5D821EECED1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3444" y="4700048"/>
                  <a:ext cx="14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690498-DF22-7637-2710-A5319FDEF554}"/>
                    </a:ext>
                  </a:extLst>
                </p14:cNvPr>
                <p14:cNvContentPartPr/>
                <p14:nvPr/>
              </p14:nvContentPartPr>
              <p14:xfrm>
                <a:off x="748924" y="4761248"/>
                <a:ext cx="18720" cy="156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A690498-DF22-7637-2710-A5319FDEF55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4604" y="4756928"/>
                  <a:ext cx="27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8A8D00-358F-395E-255F-9B460B340D7E}"/>
                    </a:ext>
                  </a:extLst>
                </p14:cNvPr>
                <p14:cNvContentPartPr/>
                <p14:nvPr/>
              </p14:nvContentPartPr>
              <p14:xfrm>
                <a:off x="873844" y="4750448"/>
                <a:ext cx="51840" cy="18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8A8D00-358F-395E-255F-9B460B340D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9524" y="4746128"/>
                  <a:ext cx="60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F4C9BA-81FC-619F-3A7F-A136529C61A8}"/>
                    </a:ext>
                  </a:extLst>
                </p14:cNvPr>
                <p14:cNvContentPartPr/>
                <p14:nvPr/>
              </p14:nvContentPartPr>
              <p14:xfrm>
                <a:off x="408004" y="4538768"/>
                <a:ext cx="689760" cy="606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F4C9BA-81FC-619F-3A7F-A136529C61A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3682" y="4534448"/>
                  <a:ext cx="698405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03D0534-FF1A-6C72-027F-3825755E962A}"/>
                    </a:ext>
                  </a:extLst>
                </p14:cNvPr>
                <p14:cNvContentPartPr/>
                <p14:nvPr/>
              </p14:nvContentPartPr>
              <p14:xfrm>
                <a:off x="1425004" y="4522928"/>
                <a:ext cx="504360" cy="49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03D0534-FF1A-6C72-027F-3825755E96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20684" y="4518608"/>
                  <a:ext cx="51300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F64885-8265-97E8-D346-EC3E48B0175D}"/>
                    </a:ext>
                  </a:extLst>
                </p14:cNvPr>
                <p14:cNvContentPartPr/>
                <p14:nvPr/>
              </p14:nvContentPartPr>
              <p14:xfrm>
                <a:off x="1187044" y="5181728"/>
                <a:ext cx="148680" cy="342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F64885-8265-97E8-D346-EC3E48B0175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82724" y="5177408"/>
                  <a:ext cx="1573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44CB4DF-3D0A-B7EF-48C3-6261093EB9E9}"/>
                    </a:ext>
                  </a:extLst>
                </p14:cNvPr>
                <p14:cNvContentPartPr/>
                <p14:nvPr/>
              </p14:nvContentPartPr>
              <p14:xfrm>
                <a:off x="1399804" y="5195408"/>
                <a:ext cx="251280" cy="268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44CB4DF-3D0A-B7EF-48C3-6261093EB9E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95484" y="5191088"/>
                  <a:ext cx="2599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646FCB-E6ED-6718-724D-E93BCA377D90}"/>
                    </a:ext>
                  </a:extLst>
                </p14:cNvPr>
                <p14:cNvContentPartPr/>
                <p14:nvPr/>
              </p14:nvContentPartPr>
              <p14:xfrm>
                <a:off x="1026124" y="5000648"/>
                <a:ext cx="810360" cy="727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646FCB-E6ED-6718-724D-E93BCA377D9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1806" y="4996328"/>
                  <a:ext cx="818996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9834B6-4C2D-82AF-06F5-D831D99396A2}"/>
                    </a:ext>
                  </a:extLst>
                </p14:cNvPr>
                <p14:cNvContentPartPr/>
                <p14:nvPr/>
              </p14:nvContentPartPr>
              <p14:xfrm>
                <a:off x="1911724" y="4506008"/>
                <a:ext cx="516960" cy="787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9834B6-4C2D-82AF-06F5-D831D99396A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07404" y="4501688"/>
                  <a:ext cx="525600" cy="79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DB4B7DE-F429-55E9-F15D-BA7478067EC9}"/>
                    </a:ext>
                  </a:extLst>
                </p14:cNvPr>
                <p14:cNvContentPartPr/>
                <p14:nvPr/>
              </p14:nvContentPartPr>
              <p14:xfrm>
                <a:off x="2208364" y="5403848"/>
                <a:ext cx="155880" cy="421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DB4B7DE-F429-55E9-F15D-BA7478067EC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04044" y="5399528"/>
                  <a:ext cx="16452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A95D45F-DD0D-8346-7C4D-38EFA661A78F}"/>
                    </a:ext>
                  </a:extLst>
                </p14:cNvPr>
                <p14:cNvContentPartPr/>
                <p14:nvPr/>
              </p14:nvContentPartPr>
              <p14:xfrm>
                <a:off x="2416804" y="5453888"/>
                <a:ext cx="192600" cy="399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A95D45F-DD0D-8346-7C4D-38EFA661A7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12484" y="5449568"/>
                  <a:ext cx="20124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4D5A71F-5AB2-D2F8-07C6-9D1A0723EDA3}"/>
                    </a:ext>
                  </a:extLst>
                </p14:cNvPr>
                <p14:cNvContentPartPr/>
                <p14:nvPr/>
              </p14:nvContentPartPr>
              <p14:xfrm>
                <a:off x="2070484" y="5178488"/>
                <a:ext cx="776160" cy="742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4D5A71F-5AB2-D2F8-07C6-9D1A0723ED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66164" y="5174168"/>
                  <a:ext cx="78480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294F03B-BE24-41D5-1C82-32723A5699C5}"/>
                    </a:ext>
                  </a:extLst>
                </p14:cNvPr>
                <p14:cNvContentPartPr/>
                <p14:nvPr/>
              </p14:nvContentPartPr>
              <p14:xfrm>
                <a:off x="1455604" y="5723528"/>
                <a:ext cx="94320" cy="461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294F03B-BE24-41D5-1C82-32723A5699C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51284" y="5719208"/>
                  <a:ext cx="1029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CC56262-E5DB-0755-AAF5-B13F7D008C2E}"/>
                    </a:ext>
                  </a:extLst>
                </p14:cNvPr>
                <p14:cNvContentPartPr/>
                <p14:nvPr/>
              </p14:nvContentPartPr>
              <p14:xfrm>
                <a:off x="1321324" y="6247328"/>
                <a:ext cx="298800" cy="170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CC56262-E5DB-0755-AAF5-B13F7D008C2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16999" y="6243008"/>
                  <a:ext cx="30745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85E6C20-1A60-F4E8-719D-E49359EC8F46}"/>
                    </a:ext>
                  </a:extLst>
                </p14:cNvPr>
                <p14:cNvContentPartPr/>
                <p14:nvPr/>
              </p14:nvContentPartPr>
              <p14:xfrm>
                <a:off x="1532284" y="6202688"/>
                <a:ext cx="237960" cy="146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85E6C20-1A60-F4E8-719D-E49359EC8F4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27964" y="6198368"/>
                  <a:ext cx="246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75F0E38-6A46-D125-2FBB-07161B1B83A2}"/>
                    </a:ext>
                  </a:extLst>
                </p14:cNvPr>
                <p14:cNvContentPartPr/>
                <p14:nvPr/>
              </p14:nvContentPartPr>
              <p14:xfrm>
                <a:off x="1042684" y="5962208"/>
                <a:ext cx="787320" cy="692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75F0E38-6A46-D125-2FBB-07161B1B83A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8364" y="5957888"/>
                  <a:ext cx="79596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9FDC7FB-8C0D-7B52-2FBF-36C251488CE8}"/>
                    </a:ext>
                  </a:extLst>
                </p14:cNvPr>
                <p14:cNvContentPartPr/>
                <p14:nvPr/>
              </p14:nvContentPartPr>
              <p14:xfrm>
                <a:off x="2949964" y="4257608"/>
                <a:ext cx="397800" cy="573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9FDC7FB-8C0D-7B52-2FBF-36C251488CE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45644" y="4253288"/>
                  <a:ext cx="40644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01BD8FA-7202-0853-3421-D86854D4294B}"/>
                    </a:ext>
                  </a:extLst>
                </p14:cNvPr>
                <p14:cNvContentPartPr/>
                <p14:nvPr/>
              </p14:nvContentPartPr>
              <p14:xfrm>
                <a:off x="3342364" y="4332128"/>
                <a:ext cx="360720" cy="692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01BD8FA-7202-0853-3421-D86854D4294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38044" y="4327808"/>
                  <a:ext cx="36936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238BA0D-E4E8-CF02-597D-2662C6A17F7E}"/>
                    </a:ext>
                  </a:extLst>
                </p14:cNvPr>
                <p14:cNvContentPartPr/>
                <p14:nvPr/>
              </p14:nvContentPartPr>
              <p14:xfrm>
                <a:off x="2715964" y="4901288"/>
                <a:ext cx="190440" cy="218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238BA0D-E4E8-CF02-597D-2662C6A17F7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11644" y="4896968"/>
                  <a:ext cx="1990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36049AD-4293-0867-C831-8B6F6888FDBF}"/>
                    </a:ext>
                  </a:extLst>
                </p14:cNvPr>
                <p14:cNvContentPartPr/>
                <p14:nvPr/>
              </p14:nvContentPartPr>
              <p14:xfrm>
                <a:off x="2918644" y="4960328"/>
                <a:ext cx="262800" cy="186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36049AD-4293-0867-C831-8B6F6888FD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14318" y="4956008"/>
                  <a:ext cx="271452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7F8E8B-07EF-B759-0A61-89ADC5387034}"/>
                    </a:ext>
                  </a:extLst>
                </p14:cNvPr>
                <p14:cNvContentPartPr/>
                <p14:nvPr/>
              </p14:nvContentPartPr>
              <p14:xfrm>
                <a:off x="2514364" y="4763408"/>
                <a:ext cx="810720" cy="564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7F8E8B-07EF-B759-0A61-89ADC538703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10044" y="4759088"/>
                  <a:ext cx="81936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A3783D8-3243-FC2E-64E6-11A5EA97F02C}"/>
                    </a:ext>
                  </a:extLst>
                </p14:cNvPr>
                <p14:cNvContentPartPr/>
                <p14:nvPr/>
              </p14:nvContentPartPr>
              <p14:xfrm>
                <a:off x="3603004" y="5026208"/>
                <a:ext cx="212760" cy="298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A3783D8-3243-FC2E-64E6-11A5EA97F0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98684" y="5021893"/>
                  <a:ext cx="221400" cy="307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F40E11A-29DA-7A88-47D1-1D0B983EDA56}"/>
                    </a:ext>
                  </a:extLst>
                </p14:cNvPr>
                <p14:cNvContentPartPr/>
                <p14:nvPr/>
              </p14:nvContentPartPr>
              <p14:xfrm>
                <a:off x="3805324" y="5119448"/>
                <a:ext cx="282240" cy="155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F40E11A-29DA-7A88-47D1-1D0B983EDA5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01004" y="5115128"/>
                  <a:ext cx="290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67919CC-B12A-78F2-8B90-79429C7DFD06}"/>
                    </a:ext>
                  </a:extLst>
                </p14:cNvPr>
                <p14:cNvContentPartPr/>
                <p14:nvPr/>
              </p14:nvContentPartPr>
              <p14:xfrm>
                <a:off x="3406084" y="4897688"/>
                <a:ext cx="833400" cy="557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67919CC-B12A-78F2-8B90-79429C7DFD0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01764" y="4893368"/>
                  <a:ext cx="84204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DA36BA3-648A-3F8A-3306-77E2A3418442}"/>
                    </a:ext>
                  </a:extLst>
                </p14:cNvPr>
                <p14:cNvContentPartPr/>
                <p14:nvPr/>
              </p14:nvContentPartPr>
              <p14:xfrm>
                <a:off x="4652044" y="4302248"/>
                <a:ext cx="216720" cy="73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DA36BA3-648A-3F8A-3306-77E2A341844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47724" y="4297930"/>
                  <a:ext cx="225360" cy="746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0BE9068-8D17-0561-5B56-2636071BD064}"/>
                    </a:ext>
                  </a:extLst>
                </p14:cNvPr>
                <p14:cNvContentPartPr/>
                <p14:nvPr/>
              </p14:nvContentPartPr>
              <p14:xfrm>
                <a:off x="4553044" y="5134568"/>
                <a:ext cx="165960" cy="280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0BE9068-8D17-0561-5B56-2636071BD0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48733" y="5130248"/>
                  <a:ext cx="174581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56954B-44A7-D1BF-D0F8-159A32D27DE8}"/>
                    </a:ext>
                  </a:extLst>
                </p14:cNvPr>
                <p14:cNvContentPartPr/>
                <p14:nvPr/>
              </p14:nvContentPartPr>
              <p14:xfrm>
                <a:off x="4708204" y="5116928"/>
                <a:ext cx="330480" cy="231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56954B-44A7-D1BF-D0F8-159A32D27D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03884" y="5112608"/>
                  <a:ext cx="339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23EA9DD-DD79-353E-2C09-5673FB62E1E7}"/>
                    </a:ext>
                  </a:extLst>
                </p14:cNvPr>
                <p14:cNvContentPartPr/>
                <p14:nvPr/>
              </p14:nvContentPartPr>
              <p14:xfrm>
                <a:off x="4456564" y="4875368"/>
                <a:ext cx="797760" cy="678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23EA9DD-DD79-353E-2C09-5673FB62E1E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52244" y="4871048"/>
                  <a:ext cx="80640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BD76C9C-1C27-70C9-E901-044BB1B2E06C}"/>
                    </a:ext>
                  </a:extLst>
                </p14:cNvPr>
                <p14:cNvContentPartPr/>
                <p14:nvPr/>
              </p14:nvContentPartPr>
              <p14:xfrm>
                <a:off x="4397884" y="5605808"/>
                <a:ext cx="332640" cy="388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BD76C9C-1C27-70C9-E901-044BB1B2E06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93569" y="5601492"/>
                  <a:ext cx="341271" cy="3974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E5F47C3-4C3C-779B-17B4-07FB922E8652}"/>
                    </a:ext>
                  </a:extLst>
                </p14:cNvPr>
                <p14:cNvContentPartPr/>
                <p14:nvPr/>
              </p14:nvContentPartPr>
              <p14:xfrm>
                <a:off x="4210684" y="6010448"/>
                <a:ext cx="179640" cy="210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E5F47C3-4C3C-779B-17B4-07FB922E865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06355" y="6006128"/>
                  <a:ext cx="188297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018D328-7CD2-E27F-EE6E-F59244490F17}"/>
                    </a:ext>
                  </a:extLst>
                </p14:cNvPr>
                <p14:cNvContentPartPr/>
                <p14:nvPr/>
              </p14:nvContentPartPr>
              <p14:xfrm>
                <a:off x="4383484" y="6088568"/>
                <a:ext cx="250920" cy="119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018D328-7CD2-E27F-EE6E-F59244490F1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79158" y="6084248"/>
                  <a:ext cx="259572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E06630E-9724-01B6-3229-AA7BE1087D1F}"/>
                    </a:ext>
                  </a:extLst>
                </p14:cNvPr>
                <p14:cNvContentPartPr/>
                <p14:nvPr/>
              </p14:nvContentPartPr>
              <p14:xfrm>
                <a:off x="3998644" y="5690768"/>
                <a:ext cx="887040" cy="852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E06630E-9724-01B6-3229-AA7BE1087D1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94324" y="5686448"/>
                  <a:ext cx="895680" cy="86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03E9901-9177-AEF4-A163-06987B82B109}"/>
                    </a:ext>
                  </a:extLst>
                </p14:cNvPr>
                <p14:cNvContentPartPr/>
                <p14:nvPr/>
              </p14:nvContentPartPr>
              <p14:xfrm>
                <a:off x="3775444" y="5492768"/>
                <a:ext cx="153360" cy="240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03E9901-9177-AEF4-A163-06987B82B1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71124" y="5488442"/>
                  <a:ext cx="162000" cy="2494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A3A9CE2-756E-4844-F31F-7D85749C5D63}"/>
                    </a:ext>
                  </a:extLst>
                </p14:cNvPr>
                <p14:cNvContentPartPr/>
                <p14:nvPr/>
              </p14:nvContentPartPr>
              <p14:xfrm>
                <a:off x="3721444" y="5789408"/>
                <a:ext cx="99360" cy="150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A3A9CE2-756E-4844-F31F-7D85749C5D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717124" y="5785088"/>
                  <a:ext cx="108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62F19E4-E7A9-5DEE-3BCA-C860DA290310}"/>
                    </a:ext>
                  </a:extLst>
                </p14:cNvPr>
                <p14:cNvContentPartPr/>
                <p14:nvPr/>
              </p14:nvContentPartPr>
              <p14:xfrm>
                <a:off x="3789484" y="5767448"/>
                <a:ext cx="192600" cy="170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62F19E4-E7A9-5DEE-3BCA-C860DA29031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85164" y="5763119"/>
                  <a:ext cx="201240" cy="1789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CB9146A-C6A2-A1E6-5317-DDC6A26A1751}"/>
                    </a:ext>
                  </a:extLst>
                </p14:cNvPr>
                <p14:cNvContentPartPr/>
                <p14:nvPr/>
              </p14:nvContentPartPr>
              <p14:xfrm>
                <a:off x="3430204" y="5517608"/>
                <a:ext cx="678960" cy="494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CB9146A-C6A2-A1E6-5317-DDC6A26A175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25884" y="5513288"/>
                  <a:ext cx="68760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1D0833F-5FD4-A8CA-06C3-F415C2490137}"/>
                    </a:ext>
                  </a:extLst>
                </p14:cNvPr>
                <p14:cNvContentPartPr/>
                <p14:nvPr/>
              </p14:nvContentPartPr>
              <p14:xfrm>
                <a:off x="3233644" y="538088"/>
                <a:ext cx="205200" cy="240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1D0833F-5FD4-A8CA-06C3-F415C24901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229324" y="533768"/>
                  <a:ext cx="2138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E13BDBA-1C65-0732-6865-0E2B3AA05E11}"/>
                    </a:ext>
                  </a:extLst>
                </p14:cNvPr>
                <p14:cNvContentPartPr/>
                <p14:nvPr/>
              </p14:nvContentPartPr>
              <p14:xfrm>
                <a:off x="3699844" y="505328"/>
                <a:ext cx="115200" cy="305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E13BDBA-1C65-0732-6865-0E2B3AA05E1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695524" y="501008"/>
                  <a:ext cx="1238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E39E543-7FA6-0152-DDF0-C3F85905F2EE}"/>
                    </a:ext>
                  </a:extLst>
                </p14:cNvPr>
                <p14:cNvContentPartPr/>
                <p14:nvPr/>
              </p14:nvContentPartPr>
              <p14:xfrm>
                <a:off x="3738004" y="670208"/>
                <a:ext cx="237240" cy="72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E39E543-7FA6-0152-DDF0-C3F85905F2E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733684" y="665888"/>
                  <a:ext cx="245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328CA6-E03E-5447-B442-615057C2C533}"/>
                    </a:ext>
                  </a:extLst>
                </p14:cNvPr>
                <p14:cNvContentPartPr/>
                <p14:nvPr/>
              </p14:nvContentPartPr>
              <p14:xfrm>
                <a:off x="2975524" y="314888"/>
                <a:ext cx="1094400" cy="835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328CA6-E03E-5447-B442-615057C2C53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71203" y="310570"/>
                  <a:ext cx="1103043" cy="8445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3A53DC5-73C0-E3D0-93C6-75259592DDCF}"/>
                    </a:ext>
                  </a:extLst>
                </p14:cNvPr>
                <p14:cNvContentPartPr/>
                <p14:nvPr/>
              </p14:nvContentPartPr>
              <p14:xfrm>
                <a:off x="3785884" y="6404288"/>
                <a:ext cx="250200" cy="180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3A53DC5-73C0-E3D0-93C6-75259592DDC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81570" y="6399977"/>
                  <a:ext cx="258828" cy="188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F3DF8D-AAC9-D147-9D05-6FBE3F73602A}"/>
                    </a:ext>
                  </a:extLst>
                </p14:cNvPr>
                <p14:cNvContentPartPr/>
                <p14:nvPr/>
              </p14:nvContentPartPr>
              <p14:xfrm>
                <a:off x="3399604" y="6577808"/>
                <a:ext cx="170640" cy="207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F3DF8D-AAC9-D147-9D05-6FBE3F7360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95284" y="6573480"/>
                  <a:ext cx="179280" cy="2160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9425580-E077-3320-8616-3FA9D89A3459}"/>
                    </a:ext>
                  </a:extLst>
                </p14:cNvPr>
                <p14:cNvContentPartPr/>
                <p14:nvPr/>
              </p14:nvContentPartPr>
              <p14:xfrm>
                <a:off x="3619924" y="6652328"/>
                <a:ext cx="63720" cy="140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9425580-E077-3320-8616-3FA9D89A345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615604" y="6647997"/>
                  <a:ext cx="72360" cy="149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51E0329-A8C5-BF28-3970-1DBB6E57382F}"/>
                    </a:ext>
                  </a:extLst>
                </p14:cNvPr>
                <p14:cNvContentPartPr/>
                <p14:nvPr/>
              </p14:nvContentPartPr>
              <p14:xfrm>
                <a:off x="3648724" y="6635048"/>
                <a:ext cx="173160" cy="84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51E0329-A8C5-BF28-3970-1DBB6E57382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44404" y="6630746"/>
                  <a:ext cx="181800" cy="935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FAA4E37-5E95-D4F8-EFA6-51D18888BFC9}"/>
                    </a:ext>
                  </a:extLst>
                </p14:cNvPr>
                <p14:cNvContentPartPr/>
                <p14:nvPr/>
              </p14:nvContentPartPr>
              <p14:xfrm>
                <a:off x="3095044" y="6299888"/>
                <a:ext cx="764280" cy="539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FAA4E37-5E95-D4F8-EFA6-51D18888BFC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90726" y="6295568"/>
                  <a:ext cx="772916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9D43D6C-5CBE-3632-42C6-ECD9348AF4BC}"/>
                    </a:ext>
                  </a:extLst>
                </p14:cNvPr>
                <p14:cNvContentPartPr/>
                <p14:nvPr/>
              </p14:nvContentPartPr>
              <p14:xfrm>
                <a:off x="3315004" y="414968"/>
                <a:ext cx="625320" cy="648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9D43D6C-5CBE-3632-42C6-ECD9348AF4B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10684" y="410646"/>
                  <a:ext cx="633960" cy="65736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66EA504-4635-2930-3969-1CAD6744CE00}"/>
              </a:ext>
            </a:extLst>
          </p:cNvPr>
          <p:cNvGrpSpPr/>
          <p:nvPr/>
        </p:nvGrpSpPr>
        <p:grpSpPr>
          <a:xfrm>
            <a:off x="5578684" y="35168"/>
            <a:ext cx="5586480" cy="1468440"/>
            <a:chOff x="5578684" y="35168"/>
            <a:chExt cx="5586480" cy="146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F88D7EE-B3E7-1CD3-107D-DE9C990E7DFF}"/>
                    </a:ext>
                  </a:extLst>
                </p14:cNvPr>
                <p14:cNvContentPartPr/>
                <p14:nvPr/>
              </p14:nvContentPartPr>
              <p14:xfrm>
                <a:off x="5761924" y="881528"/>
                <a:ext cx="62640" cy="293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F88D7EE-B3E7-1CD3-107D-DE9C990E7DF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57604" y="877208"/>
                  <a:ext cx="712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612A23E-2E6A-9280-3ADD-390FB7CA00B0}"/>
                    </a:ext>
                  </a:extLst>
                </p14:cNvPr>
                <p14:cNvContentPartPr/>
                <p14:nvPr/>
              </p14:nvContentPartPr>
              <p14:xfrm>
                <a:off x="5694604" y="756968"/>
                <a:ext cx="287640" cy="93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612A23E-2E6A-9280-3ADD-390FB7CA00B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90284" y="752648"/>
                  <a:ext cx="296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2881A2-08B1-E647-793A-639E37EF8825}"/>
                    </a:ext>
                  </a:extLst>
                </p14:cNvPr>
                <p14:cNvContentPartPr/>
                <p14:nvPr/>
              </p14:nvContentPartPr>
              <p14:xfrm>
                <a:off x="5578684" y="1106528"/>
                <a:ext cx="365760" cy="151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2881A2-08B1-E647-793A-639E37EF882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574364" y="1102218"/>
                  <a:ext cx="374400" cy="159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4D30933-DD7D-3491-7308-1DFCAFDBFC1E}"/>
                    </a:ext>
                  </a:extLst>
                </p14:cNvPr>
                <p14:cNvContentPartPr/>
                <p14:nvPr/>
              </p14:nvContentPartPr>
              <p14:xfrm>
                <a:off x="6004924" y="1018328"/>
                <a:ext cx="242280" cy="190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4D30933-DD7D-3491-7308-1DFCAFDBFC1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000598" y="1014008"/>
                  <a:ext cx="250933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93B6144-CA7B-1EB7-51F4-B097DB1201CD}"/>
                    </a:ext>
                  </a:extLst>
                </p14:cNvPr>
                <p14:cNvContentPartPr/>
                <p14:nvPr/>
              </p14:nvContentPartPr>
              <p14:xfrm>
                <a:off x="6300844" y="907088"/>
                <a:ext cx="187920" cy="300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93B6144-CA7B-1EB7-51F4-B097DB1201C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96524" y="902768"/>
                  <a:ext cx="1965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56ADECA-1A5A-C73B-3B78-CE3427D4ABA0}"/>
                    </a:ext>
                  </a:extLst>
                </p14:cNvPr>
                <p14:cNvContentPartPr/>
                <p14:nvPr/>
              </p14:nvContentPartPr>
              <p14:xfrm>
                <a:off x="6618724" y="1003928"/>
                <a:ext cx="316080" cy="242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56ADECA-1A5A-C73B-3B78-CE3427D4ABA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14399" y="999608"/>
                  <a:ext cx="32473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24BB4A3-BA11-8DAD-F507-DA94A3FEE4CC}"/>
                    </a:ext>
                  </a:extLst>
                </p14:cNvPr>
                <p14:cNvContentPartPr/>
                <p14:nvPr/>
              </p14:nvContentPartPr>
              <p14:xfrm>
                <a:off x="7004644" y="653648"/>
                <a:ext cx="69120" cy="571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24BB4A3-BA11-8DAD-F507-DA94A3FEE4C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00324" y="649328"/>
                  <a:ext cx="7776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120996B-893C-147B-EB35-6F515B4306AF}"/>
                    </a:ext>
                  </a:extLst>
                </p14:cNvPr>
                <p14:cNvContentPartPr/>
                <p14:nvPr/>
              </p14:nvContentPartPr>
              <p14:xfrm>
                <a:off x="6955324" y="1041008"/>
                <a:ext cx="206640" cy="60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120996B-893C-147B-EB35-6F515B4306A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50996" y="1036688"/>
                  <a:ext cx="215295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F41D855-DC13-1EA4-3326-D02DCE100B2F}"/>
                    </a:ext>
                  </a:extLst>
                </p14:cNvPr>
                <p14:cNvContentPartPr/>
                <p14:nvPr/>
              </p14:nvContentPartPr>
              <p14:xfrm>
                <a:off x="7880884" y="843368"/>
                <a:ext cx="251280" cy="330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F41D855-DC13-1EA4-3326-D02DCE100B2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76564" y="839048"/>
                  <a:ext cx="259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E39B79C-FB80-2B0D-5823-B70421BAEF0B}"/>
                    </a:ext>
                  </a:extLst>
                </p14:cNvPr>
                <p14:cNvContentPartPr/>
                <p14:nvPr/>
              </p14:nvContentPartPr>
              <p14:xfrm>
                <a:off x="8487844" y="35168"/>
                <a:ext cx="376920" cy="1402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E39B79C-FB80-2B0D-5823-B70421BAEF0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83524" y="30848"/>
                  <a:ext cx="385560" cy="14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F4F0774-011D-85D3-BBEC-1AC45EE2E457}"/>
                    </a:ext>
                  </a:extLst>
                </p14:cNvPr>
                <p14:cNvContentPartPr/>
                <p14:nvPr/>
              </p14:nvContentPartPr>
              <p14:xfrm>
                <a:off x="8966644" y="789368"/>
                <a:ext cx="55800" cy="420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F4F0774-011D-85D3-BBEC-1AC45EE2E45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62324" y="785044"/>
                  <a:ext cx="64440" cy="429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E68E005-8E86-4737-F439-272061A12052}"/>
                    </a:ext>
                  </a:extLst>
                </p14:cNvPr>
                <p14:cNvContentPartPr/>
                <p14:nvPr/>
              </p14:nvContentPartPr>
              <p14:xfrm>
                <a:off x="9111004" y="849848"/>
                <a:ext cx="299520" cy="309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E68E005-8E86-4737-F439-272061A1205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106684" y="845528"/>
                  <a:ext cx="3081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F85D93F-85E0-DE3E-4126-198752BC3CDD}"/>
                    </a:ext>
                  </a:extLst>
                </p14:cNvPr>
                <p14:cNvContentPartPr/>
                <p14:nvPr/>
              </p14:nvContentPartPr>
              <p14:xfrm>
                <a:off x="9499444" y="777128"/>
                <a:ext cx="208800" cy="387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F85D93F-85E0-DE3E-4126-198752BC3CD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495124" y="772804"/>
                  <a:ext cx="217440" cy="3956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192A09F-F00C-6BDE-6D25-416454576345}"/>
                    </a:ext>
                  </a:extLst>
                </p14:cNvPr>
                <p14:cNvContentPartPr/>
                <p14:nvPr/>
              </p14:nvContentPartPr>
              <p14:xfrm>
                <a:off x="9809764" y="508568"/>
                <a:ext cx="132840" cy="789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192A09F-F00C-6BDE-6D25-41645457634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805444" y="504248"/>
                  <a:ext cx="141480" cy="79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FCBA92D-2C74-FFDC-61C4-AF2210B4C211}"/>
                    </a:ext>
                  </a:extLst>
                </p14:cNvPr>
                <p14:cNvContentPartPr/>
                <p14:nvPr/>
              </p14:nvContentPartPr>
              <p14:xfrm>
                <a:off x="10211884" y="876488"/>
                <a:ext cx="36000" cy="283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FCBA92D-2C74-FFDC-61C4-AF2210B4C21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07520" y="872168"/>
                  <a:ext cx="44727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111BB8B-195C-B812-B120-3F721AEFA469}"/>
                    </a:ext>
                  </a:extLst>
                </p14:cNvPr>
                <p14:cNvContentPartPr/>
                <p14:nvPr/>
              </p14:nvContentPartPr>
              <p14:xfrm>
                <a:off x="10453444" y="937688"/>
                <a:ext cx="277920" cy="210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111BB8B-195C-B812-B120-3F721AEFA46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49130" y="933368"/>
                  <a:ext cx="286549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DCF00D7-A846-8694-E10E-65C57A421408}"/>
                    </a:ext>
                  </a:extLst>
                </p14:cNvPr>
                <p14:cNvContentPartPr/>
                <p14:nvPr/>
              </p14:nvContentPartPr>
              <p14:xfrm>
                <a:off x="10951684" y="910688"/>
                <a:ext cx="213480" cy="290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DCF00D7-A846-8694-E10E-65C57A42140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47364" y="906368"/>
                  <a:ext cx="222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DD584C1-C5BC-FAEB-138C-C4B54E6DB69E}"/>
                    </a:ext>
                  </a:extLst>
                </p14:cNvPr>
                <p14:cNvContentPartPr/>
                <p14:nvPr/>
              </p14:nvContentPartPr>
              <p14:xfrm>
                <a:off x="10124044" y="1334408"/>
                <a:ext cx="1025640" cy="65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DD584C1-C5BC-FAEB-138C-C4B54E6DB69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19724" y="1330064"/>
                  <a:ext cx="1034280" cy="742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7475DC3-B329-601F-3823-CB6350B47A75}"/>
                    </a:ext>
                  </a:extLst>
                </p14:cNvPr>
                <p14:cNvContentPartPr/>
                <p14:nvPr/>
              </p14:nvContentPartPr>
              <p14:xfrm>
                <a:off x="8814724" y="1392368"/>
                <a:ext cx="779400" cy="45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7475DC3-B329-601F-3823-CB6350B47A7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10404" y="1388048"/>
                  <a:ext cx="788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E1781BF-D32A-6B3A-ACFA-6E8878686E49}"/>
                    </a:ext>
                  </a:extLst>
                </p14:cNvPr>
                <p14:cNvContentPartPr/>
                <p14:nvPr/>
              </p14:nvContentPartPr>
              <p14:xfrm>
                <a:off x="7474444" y="1442048"/>
                <a:ext cx="655200" cy="61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E1781BF-D32A-6B3A-ACFA-6E8878686E4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470124" y="1437728"/>
                  <a:ext cx="663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EDCBEC2-7AA9-E6BF-F30B-358182075354}"/>
                    </a:ext>
                  </a:extLst>
                </p14:cNvPr>
                <p14:cNvContentPartPr/>
                <p14:nvPr/>
              </p14:nvContentPartPr>
              <p14:xfrm>
                <a:off x="7526284" y="1360328"/>
                <a:ext cx="706320" cy="92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EDCBEC2-7AA9-E6BF-F30B-35818207535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521964" y="1355991"/>
                  <a:ext cx="714960" cy="1011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183ED02-1ECF-F23E-F0D8-CFFCEF0A4D1D}"/>
                    </a:ext>
                  </a:extLst>
                </p14:cNvPr>
                <p14:cNvContentPartPr/>
                <p14:nvPr/>
              </p14:nvContentPartPr>
              <p14:xfrm>
                <a:off x="8875204" y="1380128"/>
                <a:ext cx="619200" cy="63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183ED02-1ECF-F23E-F0D8-CFFCEF0A4D1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70884" y="1375808"/>
                  <a:ext cx="627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6A6F8EB-F105-16E5-5699-1C74BDF1EAD3}"/>
                    </a:ext>
                  </a:extLst>
                </p14:cNvPr>
                <p14:cNvContentPartPr/>
                <p14:nvPr/>
              </p14:nvContentPartPr>
              <p14:xfrm>
                <a:off x="10112884" y="1402808"/>
                <a:ext cx="630000" cy="21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6A6F8EB-F105-16E5-5699-1C74BDF1EAD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08564" y="1398415"/>
                  <a:ext cx="638640" cy="3038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0AD56DA-2CD2-C874-C8BB-DBB6268F88E3}"/>
                  </a:ext>
                </a:extLst>
              </p14:cNvPr>
              <p14:cNvContentPartPr/>
              <p14:nvPr/>
            </p14:nvContentPartPr>
            <p14:xfrm>
              <a:off x="3179160" y="1682640"/>
              <a:ext cx="8195760" cy="4762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0AD56DA-2CD2-C874-C8BB-DBB6268F88E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169800" y="1673280"/>
                <a:ext cx="8214480" cy="478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9667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415D2-660F-8033-309A-755201B8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B7A039-90DE-0024-1E1C-F918756CB2F2}"/>
                  </a:ext>
                </a:extLst>
              </p14:cNvPr>
              <p14:cNvContentPartPr/>
              <p14:nvPr/>
            </p14:nvContentPartPr>
            <p14:xfrm>
              <a:off x="416880" y="287640"/>
              <a:ext cx="10252440" cy="5748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B7A039-90DE-0024-1E1C-F918756CB2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7520" y="278280"/>
                <a:ext cx="10271160" cy="576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5312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0" b="2580"/>
          <a:stretch/>
        </p:blipFill>
        <p:spPr>
          <a:xfrm rot="16200000">
            <a:off x="2708178" y="-2133227"/>
            <a:ext cx="6345658" cy="111143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F50F45-BD2C-FF8B-A173-58D79FEF3CEF}"/>
                  </a:ext>
                </a:extLst>
              </p14:cNvPr>
              <p14:cNvContentPartPr/>
              <p14:nvPr/>
            </p14:nvContentPartPr>
            <p14:xfrm>
              <a:off x="813960" y="3952440"/>
              <a:ext cx="6286320" cy="650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F50F45-BD2C-FF8B-A173-58D79FEF3C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4600" y="3943080"/>
                <a:ext cx="6305040" cy="6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7BDB11-6A0A-2C6C-B15A-C5CD25E72AA8}"/>
                  </a:ext>
                </a:extLst>
              </p14:cNvPr>
              <p14:cNvContentPartPr/>
              <p14:nvPr/>
            </p14:nvContentPartPr>
            <p14:xfrm>
              <a:off x="9887760" y="2103480"/>
              <a:ext cx="1882440" cy="81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7BDB11-6A0A-2C6C-B15A-C5CD25E72A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78400" y="2094120"/>
                <a:ext cx="1901160" cy="83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4151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4" t="1579"/>
          <a:stretch/>
        </p:blipFill>
        <p:spPr>
          <a:xfrm rot="16200000">
            <a:off x="2889286" y="-2188887"/>
            <a:ext cx="6288243" cy="1128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37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DD5B5-687C-94E2-2883-B92E398E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204A9E-15CB-09D8-DF5C-3C3B782AD1DD}"/>
                  </a:ext>
                </a:extLst>
              </p14:cNvPr>
              <p14:cNvContentPartPr/>
              <p14:nvPr/>
            </p14:nvContentPartPr>
            <p14:xfrm>
              <a:off x="542520" y="480240"/>
              <a:ext cx="10393920" cy="5184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204A9E-15CB-09D8-DF5C-3C3B782AD1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160" y="470880"/>
                <a:ext cx="10412640" cy="520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8471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DA67A-DD40-8079-BBFB-2213E732E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80A663-79FA-A035-D8D1-1434CA3C1D63}"/>
                  </a:ext>
                </a:extLst>
              </p14:cNvPr>
              <p14:cNvContentPartPr/>
              <p14:nvPr/>
            </p14:nvContentPartPr>
            <p14:xfrm>
              <a:off x="1513080" y="906480"/>
              <a:ext cx="10418760" cy="448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80A663-79FA-A035-D8D1-1434CA3C1D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3720" y="897120"/>
                <a:ext cx="10437480" cy="45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1638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5"/>
          <a:stretch/>
        </p:blipFill>
        <p:spPr>
          <a:xfrm rot="16200000">
            <a:off x="2816485" y="-2282414"/>
            <a:ext cx="6486094" cy="115083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7DD600-0C4B-88EB-C8D9-015FF5E01B7D}"/>
                  </a:ext>
                </a:extLst>
              </p14:cNvPr>
              <p14:cNvContentPartPr/>
              <p14:nvPr/>
            </p14:nvContentPartPr>
            <p14:xfrm>
              <a:off x="55440" y="416520"/>
              <a:ext cx="9959040" cy="6208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7DD600-0C4B-88EB-C8D9-015FF5E01B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80" y="407160"/>
                <a:ext cx="9977760" cy="622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EA3FCBD-C69B-BA01-4725-1551285C99B9}"/>
                  </a:ext>
                </a:extLst>
              </p14:cNvPr>
              <p14:cNvContentPartPr/>
              <p14:nvPr/>
            </p14:nvContentPartPr>
            <p14:xfrm>
              <a:off x="3807484" y="2027768"/>
              <a:ext cx="581040" cy="306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EA3FCBD-C69B-BA01-4725-1551285C99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03164" y="2023448"/>
                <a:ext cx="589680" cy="31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F3CA16C-180B-57FB-23D5-FEBA9D90F909}"/>
              </a:ext>
            </a:extLst>
          </p:cNvPr>
          <p:cNvGrpSpPr/>
          <p:nvPr/>
        </p:nvGrpSpPr>
        <p:grpSpPr>
          <a:xfrm>
            <a:off x="4554484" y="2072408"/>
            <a:ext cx="1125000" cy="282960"/>
            <a:chOff x="4554484" y="2072408"/>
            <a:chExt cx="112500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62EC73-4C44-7B45-076C-6F64907A8D36}"/>
                    </a:ext>
                  </a:extLst>
                </p14:cNvPr>
                <p14:cNvContentPartPr/>
                <p14:nvPr/>
              </p14:nvContentPartPr>
              <p14:xfrm>
                <a:off x="4554484" y="2078528"/>
                <a:ext cx="490680" cy="276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62EC73-4C44-7B45-076C-6F64907A8D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50164" y="2074208"/>
                  <a:ext cx="4993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F13E69-FF0B-0CB8-E249-A79AC2B42B8B}"/>
                    </a:ext>
                  </a:extLst>
                </p14:cNvPr>
                <p14:cNvContentPartPr/>
                <p14:nvPr/>
              </p14:nvContentPartPr>
              <p14:xfrm>
                <a:off x="5355484" y="2072408"/>
                <a:ext cx="324000" cy="215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F13E69-FF0B-0CB8-E249-A79AC2B42B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51164" y="2068088"/>
                  <a:ext cx="33264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0C2496-5DEC-4541-2EE9-2913255871CC}"/>
              </a:ext>
            </a:extLst>
          </p:cNvPr>
          <p:cNvGrpSpPr/>
          <p:nvPr/>
        </p:nvGrpSpPr>
        <p:grpSpPr>
          <a:xfrm>
            <a:off x="2419324" y="489848"/>
            <a:ext cx="3258720" cy="1164600"/>
            <a:chOff x="2419324" y="489848"/>
            <a:chExt cx="3258720" cy="11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884E83B-13A9-3CF5-EA75-1AF2BA05F60C}"/>
                    </a:ext>
                  </a:extLst>
                </p14:cNvPr>
                <p14:cNvContentPartPr/>
                <p14:nvPr/>
              </p14:nvContentPartPr>
              <p14:xfrm>
                <a:off x="2419324" y="489848"/>
                <a:ext cx="817200" cy="646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884E83B-13A9-3CF5-EA75-1AF2BA05F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15004" y="485530"/>
                  <a:ext cx="825840" cy="655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31105C-44FA-D9DB-5563-FAFA8553E870}"/>
                    </a:ext>
                  </a:extLst>
                </p14:cNvPr>
                <p14:cNvContentPartPr/>
                <p14:nvPr/>
              </p14:nvContentPartPr>
              <p14:xfrm>
                <a:off x="3496804" y="1162688"/>
                <a:ext cx="244440" cy="84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31105C-44FA-D9DB-5563-FAFA8553E8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92484" y="1158368"/>
                  <a:ext cx="253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98AE362-5F3D-DC8B-FE70-856944E7BE56}"/>
                    </a:ext>
                  </a:extLst>
                </p14:cNvPr>
                <p14:cNvContentPartPr/>
                <p14:nvPr/>
              </p14:nvContentPartPr>
              <p14:xfrm>
                <a:off x="3862204" y="1150448"/>
                <a:ext cx="537840" cy="315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98AE362-5F3D-DC8B-FE70-856944E7BE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57887" y="1146128"/>
                  <a:ext cx="546474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089051D-C64C-BFFB-8034-0F0E2C02E967}"/>
                    </a:ext>
                  </a:extLst>
                </p14:cNvPr>
                <p14:cNvContentPartPr/>
                <p14:nvPr/>
              </p14:nvContentPartPr>
              <p14:xfrm>
                <a:off x="4627564" y="1196528"/>
                <a:ext cx="415440" cy="259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089051D-C64C-BFFB-8034-0F0E2C02E96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23240" y="1192202"/>
                  <a:ext cx="424087" cy="2682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F29940-CFB0-D305-C992-6D0AC0E43863}"/>
                    </a:ext>
                  </a:extLst>
                </p14:cNvPr>
                <p14:cNvContentPartPr/>
                <p14:nvPr/>
              </p14:nvContentPartPr>
              <p14:xfrm>
                <a:off x="5297524" y="1187168"/>
                <a:ext cx="380520" cy="256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F29940-CFB0-D305-C992-6D0AC0E438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93200" y="1182848"/>
                  <a:ext cx="389168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040FE0-722E-CCFF-8844-14B278525563}"/>
                    </a:ext>
                  </a:extLst>
                </p14:cNvPr>
                <p14:cNvContentPartPr/>
                <p14:nvPr/>
              </p14:nvContentPartPr>
              <p14:xfrm>
                <a:off x="3928084" y="1399928"/>
                <a:ext cx="425520" cy="254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040FE0-722E-CCFF-8844-14B27852556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23764" y="1395608"/>
                  <a:ext cx="43416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50B6AFD-A14C-8B74-BD88-3A75393CEE7D}"/>
              </a:ext>
            </a:extLst>
          </p:cNvPr>
          <p:cNvGrpSpPr/>
          <p:nvPr/>
        </p:nvGrpSpPr>
        <p:grpSpPr>
          <a:xfrm>
            <a:off x="2541004" y="1989968"/>
            <a:ext cx="702360" cy="349920"/>
            <a:chOff x="2541004" y="1989968"/>
            <a:chExt cx="70236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384370-FB09-7C05-1E8C-4406AD4D452C}"/>
                    </a:ext>
                  </a:extLst>
                </p14:cNvPr>
                <p14:cNvContentPartPr/>
                <p14:nvPr/>
              </p14:nvContentPartPr>
              <p14:xfrm>
                <a:off x="2588884" y="1989968"/>
                <a:ext cx="214560" cy="145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384370-FB09-7C05-1E8C-4406AD4D45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84564" y="1985637"/>
                  <a:ext cx="223200" cy="153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3368649-2864-AD3F-71EB-2C78B90818B9}"/>
                    </a:ext>
                  </a:extLst>
                </p14:cNvPr>
                <p14:cNvContentPartPr/>
                <p14:nvPr/>
              </p14:nvContentPartPr>
              <p14:xfrm>
                <a:off x="2867164" y="2017328"/>
                <a:ext cx="376200" cy="91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3368649-2864-AD3F-71EB-2C78B90818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62844" y="2013025"/>
                  <a:ext cx="384840" cy="1000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28B370F-0556-A982-3971-A0BB2382E408}"/>
                    </a:ext>
                  </a:extLst>
                </p14:cNvPr>
                <p14:cNvContentPartPr/>
                <p14:nvPr/>
              </p14:nvContentPartPr>
              <p14:xfrm>
                <a:off x="2541004" y="2262848"/>
                <a:ext cx="567000" cy="77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28B370F-0556-A982-3971-A0BB2382E4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36684" y="2258528"/>
                  <a:ext cx="57564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2320A6E-2639-1227-1813-32BBB12D936E}"/>
                  </a:ext>
                </a:extLst>
              </p14:cNvPr>
              <p14:cNvContentPartPr/>
              <p14:nvPr/>
            </p14:nvContentPartPr>
            <p14:xfrm>
              <a:off x="3918364" y="1980968"/>
              <a:ext cx="34920" cy="30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2320A6E-2639-1227-1813-32BBB12D936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14044" y="1976648"/>
                <a:ext cx="43560" cy="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6333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8663CF-46D6-3754-FF86-5F1750B8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B4BB12-F25E-F9DC-AB3E-0F27769E2F27}"/>
                  </a:ext>
                </a:extLst>
              </p14:cNvPr>
              <p14:cNvContentPartPr/>
              <p14:nvPr/>
            </p14:nvContentPartPr>
            <p14:xfrm>
              <a:off x="2045644" y="2382008"/>
              <a:ext cx="828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B4BB12-F25E-F9DC-AB3E-0F27769E2F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9524" y="2375888"/>
                <a:ext cx="205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564A42C-7C81-259D-6D52-17CC71738157}"/>
                  </a:ext>
                </a:extLst>
              </p14:cNvPr>
              <p14:cNvContentPartPr/>
              <p14:nvPr/>
            </p14:nvContentPartPr>
            <p14:xfrm>
              <a:off x="704284" y="3409088"/>
              <a:ext cx="12600" cy="121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564A42C-7C81-259D-6D52-17CC717381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8164" y="3402968"/>
                <a:ext cx="248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7B6282-3180-4D9D-68FC-BA713EEC3FCA}"/>
                  </a:ext>
                </a:extLst>
              </p14:cNvPr>
              <p14:cNvContentPartPr/>
              <p14:nvPr/>
            </p14:nvContentPartPr>
            <p14:xfrm>
              <a:off x="78480" y="634680"/>
              <a:ext cx="11559240" cy="5574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7B6282-3180-4D9D-68FC-BA713EEC3F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120" y="625320"/>
                <a:ext cx="11577960" cy="55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6887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6A8CB4-919C-3892-E7E9-A143E6664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B6669C-080D-4B6D-1FC5-3EC14371F869}"/>
                  </a:ext>
                </a:extLst>
              </p14:cNvPr>
              <p14:cNvContentPartPr/>
              <p14:nvPr/>
            </p14:nvContentPartPr>
            <p14:xfrm>
              <a:off x="504720" y="354600"/>
              <a:ext cx="11473200" cy="6221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B6669C-080D-4B6D-1FC5-3EC14371F8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5360" y="345240"/>
                <a:ext cx="11491920" cy="623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6181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A0CC4E-3CAE-C8F6-6EE7-74F68658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B41608-335C-6F23-038C-B696C079954F}"/>
              </a:ext>
            </a:extLst>
          </p:cNvPr>
          <p:cNvGrpSpPr/>
          <p:nvPr/>
        </p:nvGrpSpPr>
        <p:grpSpPr>
          <a:xfrm>
            <a:off x="785284" y="691808"/>
            <a:ext cx="2279880" cy="2005200"/>
            <a:chOff x="785284" y="691808"/>
            <a:chExt cx="2279880" cy="20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EC74293-758E-BF9A-AEF7-6D3D0153D396}"/>
                    </a:ext>
                  </a:extLst>
                </p14:cNvPr>
                <p14:cNvContentPartPr/>
                <p14:nvPr/>
              </p14:nvContentPartPr>
              <p14:xfrm>
                <a:off x="1864564" y="1022288"/>
                <a:ext cx="245880" cy="265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EC74293-758E-BF9A-AEF7-6D3D0153D3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60244" y="1017968"/>
                  <a:ext cx="254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083249F-C37F-4173-1018-9BC93B86563D}"/>
                    </a:ext>
                  </a:extLst>
                </p14:cNvPr>
                <p14:cNvContentPartPr/>
                <p14:nvPr/>
              </p14:nvContentPartPr>
              <p14:xfrm>
                <a:off x="2188924" y="1009328"/>
                <a:ext cx="225720" cy="259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083249F-C37F-4173-1018-9BC93B8656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84604" y="1005008"/>
                  <a:ext cx="2343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39F41FE-5D43-53FB-1BE1-23CF87812FA2}"/>
                    </a:ext>
                  </a:extLst>
                </p14:cNvPr>
                <p14:cNvContentPartPr/>
                <p14:nvPr/>
              </p14:nvContentPartPr>
              <p14:xfrm>
                <a:off x="1511764" y="691808"/>
                <a:ext cx="1107720" cy="941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39F41FE-5D43-53FB-1BE1-23CF87812F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07444" y="687488"/>
                  <a:ext cx="1116360" cy="9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FEF6AB-6A39-AD71-7452-3E55454E70EB}"/>
                    </a:ext>
                  </a:extLst>
                </p14:cNvPr>
                <p14:cNvContentPartPr/>
                <p14:nvPr/>
              </p14:nvContentPartPr>
              <p14:xfrm>
                <a:off x="1497724" y="1558328"/>
                <a:ext cx="460440" cy="438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9FEF6AB-6A39-AD71-7452-3E55454E70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3404" y="1554008"/>
                  <a:ext cx="46908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9626FB-9400-FECE-5639-19CA9445C3B7}"/>
                    </a:ext>
                  </a:extLst>
                </p14:cNvPr>
                <p14:cNvContentPartPr/>
                <p14:nvPr/>
              </p14:nvContentPartPr>
              <p14:xfrm>
                <a:off x="1117564" y="2150528"/>
                <a:ext cx="273600" cy="287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9626FB-9400-FECE-5639-19CA9445C3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3244" y="2146208"/>
                  <a:ext cx="2822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515A6DD-5233-60DB-4EA6-F9962C9438F2}"/>
                    </a:ext>
                  </a:extLst>
                </p14:cNvPr>
                <p14:cNvContentPartPr/>
                <p14:nvPr/>
              </p14:nvContentPartPr>
              <p14:xfrm>
                <a:off x="1419244" y="2131088"/>
                <a:ext cx="149400" cy="271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515A6DD-5233-60DB-4EA6-F9962C9438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14924" y="2126768"/>
                  <a:ext cx="1580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A8182EA-BE96-51B6-B9CF-A24084AA29C3}"/>
                    </a:ext>
                  </a:extLst>
                </p14:cNvPr>
                <p14:cNvContentPartPr/>
                <p14:nvPr/>
              </p14:nvContentPartPr>
              <p14:xfrm>
                <a:off x="785284" y="1918328"/>
                <a:ext cx="1019880" cy="778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A8182EA-BE96-51B6-B9CF-A24084AA29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0964" y="1914008"/>
                  <a:ext cx="102852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E551A3-3DA8-DE85-70D4-149428B9798C}"/>
                    </a:ext>
                  </a:extLst>
                </p14:cNvPr>
                <p14:cNvContentPartPr/>
                <p14:nvPr/>
              </p14:nvContentPartPr>
              <p14:xfrm>
                <a:off x="1974724" y="1621688"/>
                <a:ext cx="1090440" cy="435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E551A3-3DA8-DE85-70D4-149428B979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0404" y="1617368"/>
                  <a:ext cx="1099080" cy="44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68CE742-99D9-8092-C4BB-517051CAAE04}"/>
                  </a:ext>
                </a:extLst>
              </p14:cNvPr>
              <p14:cNvContentPartPr/>
              <p14:nvPr/>
            </p14:nvContentPartPr>
            <p14:xfrm>
              <a:off x="400680" y="500400"/>
              <a:ext cx="10931760" cy="5869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68CE742-99D9-8092-C4BB-517051CAAE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1320" y="491040"/>
                <a:ext cx="10950480" cy="588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2891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7DAFF4-8EAA-5A6E-622C-D29038BB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360748-8AE9-C51C-29C5-97A6D36B1B01}"/>
                  </a:ext>
                </a:extLst>
              </p14:cNvPr>
              <p14:cNvContentPartPr/>
              <p14:nvPr/>
            </p14:nvContentPartPr>
            <p14:xfrm>
              <a:off x="223200" y="929520"/>
              <a:ext cx="11304720" cy="5206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360748-8AE9-C51C-29C5-97A6D36B1B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840" y="920160"/>
                <a:ext cx="11323440" cy="522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554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b="7034"/>
          <a:stretch/>
        </p:blipFill>
        <p:spPr>
          <a:xfrm rot="16200000">
            <a:off x="2689871" y="-2123068"/>
            <a:ext cx="6671412" cy="111190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C17277-C128-4205-3547-CBD39291BD41}"/>
                  </a:ext>
                </a:extLst>
              </p14:cNvPr>
              <p14:cNvContentPartPr/>
              <p14:nvPr/>
            </p14:nvContentPartPr>
            <p14:xfrm>
              <a:off x="552960" y="799920"/>
              <a:ext cx="11281680" cy="5511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C17277-C128-4205-3547-CBD39291BD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3600" y="790560"/>
                <a:ext cx="11300400" cy="552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5213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72919" y="-2259406"/>
            <a:ext cx="6610216" cy="1135154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54093" y="4441371"/>
            <a:ext cx="440872" cy="181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229850" y="5076957"/>
            <a:ext cx="1153886" cy="16445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6910AA-A969-E2FB-772E-D580462A90FD}"/>
                  </a:ext>
                </a:extLst>
              </p14:cNvPr>
              <p14:cNvContentPartPr/>
              <p14:nvPr/>
            </p14:nvContentPartPr>
            <p14:xfrm>
              <a:off x="2040840" y="3551760"/>
              <a:ext cx="6721560" cy="1351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6910AA-A969-E2FB-772E-D580462A90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31480" y="3542400"/>
                <a:ext cx="6740280" cy="137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5406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22D25F-C616-9C46-311B-039290AE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FAF194-4CFC-1AC2-2032-976DAA895D6A}"/>
                  </a:ext>
                </a:extLst>
              </p14:cNvPr>
              <p14:cNvContentPartPr/>
              <p14:nvPr/>
            </p14:nvContentPartPr>
            <p14:xfrm>
              <a:off x="545760" y="559800"/>
              <a:ext cx="10895040" cy="5995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FAF194-4CFC-1AC2-2032-976DAA895D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400" y="550440"/>
                <a:ext cx="10913760" cy="601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281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22615" y="-2420461"/>
            <a:ext cx="6060482" cy="11493137"/>
          </a:xfrm>
          <a:prstGeom prst="rect">
            <a:avLst/>
          </a:prstGeom>
        </p:spPr>
      </p:pic>
      <p:sp>
        <p:nvSpPr>
          <p:cNvPr id="4" name="L-Shape 3"/>
          <p:cNvSpPr/>
          <p:nvPr/>
        </p:nvSpPr>
        <p:spPr>
          <a:xfrm rot="10800000">
            <a:off x="10799993" y="253732"/>
            <a:ext cx="899432" cy="1109704"/>
          </a:xfrm>
          <a:prstGeom prst="corne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12FBBFE-6E89-BE50-6446-C9C66DD78C7B}"/>
                  </a:ext>
                </a:extLst>
              </p14:cNvPr>
              <p14:cNvContentPartPr/>
              <p14:nvPr/>
            </p14:nvContentPartPr>
            <p14:xfrm>
              <a:off x="1244880" y="420840"/>
              <a:ext cx="10689840" cy="5757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12FBBFE-6E89-BE50-6446-C9C66DD78C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5520" y="411480"/>
                <a:ext cx="10708560" cy="57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8DBF05-4B43-8984-4AFB-B22FBD039BBC}"/>
                  </a:ext>
                </a:extLst>
              </p14:cNvPr>
              <p14:cNvContentPartPr/>
              <p14:nvPr/>
            </p14:nvContentPartPr>
            <p14:xfrm>
              <a:off x="7423560" y="2283840"/>
              <a:ext cx="3552480" cy="2190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8DBF05-4B43-8984-4AFB-B22FBD039B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4200" y="2274480"/>
                <a:ext cx="3571200" cy="220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947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l="9345" b="2222"/>
          <a:stretch/>
        </p:blipFill>
        <p:spPr>
          <a:xfrm rot="-5400000">
            <a:off x="2956538" y="-2215925"/>
            <a:ext cx="6139174" cy="1148619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187D6E-476D-A454-CB42-BC1950E83757}"/>
                  </a:ext>
                </a:extLst>
              </p14:cNvPr>
              <p14:cNvContentPartPr/>
              <p14:nvPr/>
            </p14:nvContentPartPr>
            <p14:xfrm>
              <a:off x="1463760" y="2337480"/>
              <a:ext cx="9767160" cy="3423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187D6E-476D-A454-CB42-BC1950E837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400" y="2328120"/>
                <a:ext cx="9785880" cy="344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930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</Words>
  <Application>Microsoft Office PowerPoint</Application>
  <PresentationFormat>Widescreen</PresentationFormat>
  <Paragraphs>27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Calibri</vt:lpstr>
      <vt:lpstr>Arial</vt:lpstr>
      <vt:lpstr>Aptos Display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</cp:revision>
  <dcterms:created xsi:type="dcterms:W3CDTF">2023-01-02T04:30:03Z</dcterms:created>
  <dcterms:modified xsi:type="dcterms:W3CDTF">2025-10-11T03:31:05Z</dcterms:modified>
</cp:coreProperties>
</file>