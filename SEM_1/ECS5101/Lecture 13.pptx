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1.xml" ContentType="application/inkml+xml"/>
  <Override PartName="/ppt/notesSlides/notesSlide4.xml" ContentType="application/vnd.openxmlformats-officedocument.presentationml.notesSlide+xml"/>
  <Override PartName="/ppt/ink/ink22.xml" ContentType="application/inkml+xml"/>
  <Override PartName="/ppt/notesSlides/notesSlide5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6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7.xml" ContentType="application/vnd.openxmlformats-officedocument.presentationml.notesSlide+xml"/>
  <Override PartName="/ppt/ink/ink27.xml" ContentType="application/inkml+xml"/>
  <Override PartName="/ppt/notesSlides/notesSlide8.xml" ContentType="application/vnd.openxmlformats-officedocument.presentationml.notesSlide+xml"/>
  <Override PartName="/ppt/ink/ink28.xml" ContentType="application/inkml+xml"/>
  <Override PartName="/ppt/notesSlides/notesSlide9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notesSlides/notesSlide10.xml" ContentType="application/vnd.openxmlformats-officedocument.presentationml.notesSlide+xml"/>
  <Override PartName="/ppt/ink/ink60.xml" ContentType="application/inkml+xml"/>
  <Override PartName="/ppt/notesSlides/notesSlide11.xml" ContentType="application/vnd.openxmlformats-officedocument.presentationml.notesSlide+xml"/>
  <Override PartName="/ppt/ink/ink61.xml" ContentType="application/inkml+xml"/>
  <Override PartName="/ppt/notesSlides/notesSlide12.xml" ContentType="application/vnd.openxmlformats-officedocument.presentationml.notesSlide+xml"/>
  <Override PartName="/ppt/ink/ink62.xml" ContentType="application/inkml+xml"/>
  <Override PartName="/ppt/notesSlides/notesSlide13.xml" ContentType="application/vnd.openxmlformats-officedocument.presentationml.notesSlide+xml"/>
  <Override PartName="/ppt/ink/ink63.xml" ContentType="application/inkml+xml"/>
  <Override PartName="/ppt/ink/ink64.xml" ContentType="application/inkml+xml"/>
  <Override PartName="/ppt/notesSlides/notesSlide14.xml" ContentType="application/vnd.openxmlformats-officedocument.presentationml.notesSlide+xml"/>
  <Override PartName="/ppt/ink/ink65.xml" ContentType="application/inkml+xml"/>
  <Override PartName="/ppt/notesSlides/notesSlide15.xml" ContentType="application/vnd.openxmlformats-officedocument.presentationml.notesSlide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5"/>
  </p:notesMasterIdLst>
  <p:sldIdLst>
    <p:sldId id="405" r:id="rId2"/>
    <p:sldId id="697" r:id="rId3"/>
    <p:sldId id="698" r:id="rId4"/>
    <p:sldId id="699" r:id="rId5"/>
    <p:sldId id="700" r:id="rId6"/>
    <p:sldId id="701" r:id="rId7"/>
    <p:sldId id="744" r:id="rId8"/>
    <p:sldId id="702" r:id="rId9"/>
    <p:sldId id="735" r:id="rId10"/>
    <p:sldId id="736" r:id="rId11"/>
    <p:sldId id="737" r:id="rId12"/>
    <p:sldId id="738" r:id="rId13"/>
    <p:sldId id="739" r:id="rId14"/>
    <p:sldId id="740" r:id="rId15"/>
    <p:sldId id="741" r:id="rId16"/>
    <p:sldId id="742" r:id="rId17"/>
    <p:sldId id="743" r:id="rId18"/>
    <p:sldId id="745" r:id="rId19"/>
    <p:sldId id="746" r:id="rId20"/>
    <p:sldId id="747" r:id="rId21"/>
    <p:sldId id="748" r:id="rId22"/>
    <p:sldId id="749" r:id="rId23"/>
    <p:sldId id="7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71CAA9-8C97-42A0-AB7F-73B4D715C491}" v="939" dt="2025-10-05T03:19:41.542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3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27E8AFEA-2CA6-4796-A7A5-277EADAA4BCD}"/>
    <pc:docChg chg="delSld">
      <pc:chgData name="Rahul Mishra" userId="57c6469e-ac64-4888-811b-35f0aabddbad" providerId="ADAL" clId="{27E8AFEA-2CA6-4796-A7A5-277EADAA4BCD}" dt="2024-09-28T05:09:21.893" v="29" actId="47"/>
      <pc:docMkLst>
        <pc:docMk/>
      </pc:docMkLst>
      <pc:sldChg chg="del">
        <pc:chgData name="Rahul Mishra" userId="57c6469e-ac64-4888-811b-35f0aabddbad" providerId="ADAL" clId="{27E8AFEA-2CA6-4796-A7A5-277EADAA4BCD}" dt="2024-09-28T05:09:21.893" v="29" actId="47"/>
        <pc:sldMkLst>
          <pc:docMk/>
          <pc:sldMk cId="27069804" sldId="704"/>
        </pc:sldMkLst>
      </pc:sldChg>
      <pc:sldChg chg="del">
        <pc:chgData name="Rahul Mishra" userId="57c6469e-ac64-4888-811b-35f0aabddbad" providerId="ADAL" clId="{27E8AFEA-2CA6-4796-A7A5-277EADAA4BCD}" dt="2024-09-28T05:09:20.764" v="28" actId="47"/>
        <pc:sldMkLst>
          <pc:docMk/>
          <pc:sldMk cId="2419265415" sldId="705"/>
        </pc:sldMkLst>
      </pc:sldChg>
      <pc:sldChg chg="del">
        <pc:chgData name="Rahul Mishra" userId="57c6469e-ac64-4888-811b-35f0aabddbad" providerId="ADAL" clId="{27E8AFEA-2CA6-4796-A7A5-277EADAA4BCD}" dt="2024-09-28T05:09:20.083" v="27" actId="47"/>
        <pc:sldMkLst>
          <pc:docMk/>
          <pc:sldMk cId="1614151050" sldId="706"/>
        </pc:sldMkLst>
      </pc:sldChg>
      <pc:sldChg chg="del">
        <pc:chgData name="Rahul Mishra" userId="57c6469e-ac64-4888-811b-35f0aabddbad" providerId="ADAL" clId="{27E8AFEA-2CA6-4796-A7A5-277EADAA4BCD}" dt="2024-09-28T05:09:19.537" v="26" actId="47"/>
        <pc:sldMkLst>
          <pc:docMk/>
          <pc:sldMk cId="1968437856" sldId="707"/>
        </pc:sldMkLst>
      </pc:sldChg>
      <pc:sldChg chg="del">
        <pc:chgData name="Rahul Mishra" userId="57c6469e-ac64-4888-811b-35f0aabddbad" providerId="ADAL" clId="{27E8AFEA-2CA6-4796-A7A5-277EADAA4BCD}" dt="2024-09-28T05:09:18.954" v="25" actId="47"/>
        <pc:sldMkLst>
          <pc:docMk/>
          <pc:sldMk cId="2456333741" sldId="708"/>
        </pc:sldMkLst>
      </pc:sldChg>
      <pc:sldChg chg="del">
        <pc:chgData name="Rahul Mishra" userId="57c6469e-ac64-4888-811b-35f0aabddbad" providerId="ADAL" clId="{27E8AFEA-2CA6-4796-A7A5-277EADAA4BCD}" dt="2024-09-28T05:09:18.385" v="24" actId="47"/>
        <pc:sldMkLst>
          <pc:docMk/>
          <pc:sldMk cId="3045213416" sldId="709"/>
        </pc:sldMkLst>
      </pc:sldChg>
      <pc:sldChg chg="del">
        <pc:chgData name="Rahul Mishra" userId="57c6469e-ac64-4888-811b-35f0aabddbad" providerId="ADAL" clId="{27E8AFEA-2CA6-4796-A7A5-277EADAA4BCD}" dt="2024-09-28T05:09:17.838" v="23" actId="47"/>
        <pc:sldMkLst>
          <pc:docMk/>
          <pc:sldMk cId="2075406528" sldId="710"/>
        </pc:sldMkLst>
      </pc:sldChg>
      <pc:sldChg chg="del">
        <pc:chgData name="Rahul Mishra" userId="57c6469e-ac64-4888-811b-35f0aabddbad" providerId="ADAL" clId="{27E8AFEA-2CA6-4796-A7A5-277EADAA4BCD}" dt="2024-09-28T05:09:16.928" v="22" actId="47"/>
        <pc:sldMkLst>
          <pc:docMk/>
          <pc:sldMk cId="3924947299" sldId="711"/>
        </pc:sldMkLst>
      </pc:sldChg>
      <pc:sldChg chg="del">
        <pc:chgData name="Rahul Mishra" userId="57c6469e-ac64-4888-811b-35f0aabddbad" providerId="ADAL" clId="{27E8AFEA-2CA6-4796-A7A5-277EADAA4BCD}" dt="2024-09-28T05:09:15.779" v="21" actId="47"/>
        <pc:sldMkLst>
          <pc:docMk/>
          <pc:sldMk cId="1979303573" sldId="712"/>
        </pc:sldMkLst>
      </pc:sldChg>
      <pc:sldChg chg="del">
        <pc:chgData name="Rahul Mishra" userId="57c6469e-ac64-4888-811b-35f0aabddbad" providerId="ADAL" clId="{27E8AFEA-2CA6-4796-A7A5-277EADAA4BCD}" dt="2024-09-28T05:09:14.725" v="20" actId="47"/>
        <pc:sldMkLst>
          <pc:docMk/>
          <pc:sldMk cId="3160602644" sldId="713"/>
        </pc:sldMkLst>
      </pc:sldChg>
      <pc:sldChg chg="del">
        <pc:chgData name="Rahul Mishra" userId="57c6469e-ac64-4888-811b-35f0aabddbad" providerId="ADAL" clId="{27E8AFEA-2CA6-4796-A7A5-277EADAA4BCD}" dt="2024-09-28T05:09:13.611" v="19" actId="47"/>
        <pc:sldMkLst>
          <pc:docMk/>
          <pc:sldMk cId="2459852433" sldId="714"/>
        </pc:sldMkLst>
      </pc:sldChg>
      <pc:sldChg chg="del">
        <pc:chgData name="Rahul Mishra" userId="57c6469e-ac64-4888-811b-35f0aabddbad" providerId="ADAL" clId="{27E8AFEA-2CA6-4796-A7A5-277EADAA4BCD}" dt="2024-09-28T05:09:12.542" v="18" actId="47"/>
        <pc:sldMkLst>
          <pc:docMk/>
          <pc:sldMk cId="29153037" sldId="715"/>
        </pc:sldMkLst>
      </pc:sldChg>
      <pc:sldChg chg="del">
        <pc:chgData name="Rahul Mishra" userId="57c6469e-ac64-4888-811b-35f0aabddbad" providerId="ADAL" clId="{27E8AFEA-2CA6-4796-A7A5-277EADAA4BCD}" dt="2024-09-28T05:09:11.085" v="17" actId="47"/>
        <pc:sldMkLst>
          <pc:docMk/>
          <pc:sldMk cId="33564639" sldId="716"/>
        </pc:sldMkLst>
      </pc:sldChg>
      <pc:sldChg chg="del">
        <pc:chgData name="Rahul Mishra" userId="57c6469e-ac64-4888-811b-35f0aabddbad" providerId="ADAL" clId="{27E8AFEA-2CA6-4796-A7A5-277EADAA4BCD}" dt="2024-09-28T05:09:10.502" v="16" actId="47"/>
        <pc:sldMkLst>
          <pc:docMk/>
          <pc:sldMk cId="1318773504" sldId="717"/>
        </pc:sldMkLst>
      </pc:sldChg>
      <pc:sldChg chg="del">
        <pc:chgData name="Rahul Mishra" userId="57c6469e-ac64-4888-811b-35f0aabddbad" providerId="ADAL" clId="{27E8AFEA-2CA6-4796-A7A5-277EADAA4BCD}" dt="2024-09-28T05:09:09.653" v="15" actId="47"/>
        <pc:sldMkLst>
          <pc:docMk/>
          <pc:sldMk cId="2113216562" sldId="719"/>
        </pc:sldMkLst>
      </pc:sldChg>
      <pc:sldChg chg="del">
        <pc:chgData name="Rahul Mishra" userId="57c6469e-ac64-4888-811b-35f0aabddbad" providerId="ADAL" clId="{27E8AFEA-2CA6-4796-A7A5-277EADAA4BCD}" dt="2024-09-28T05:09:09.126" v="14" actId="47"/>
        <pc:sldMkLst>
          <pc:docMk/>
          <pc:sldMk cId="848781093" sldId="720"/>
        </pc:sldMkLst>
      </pc:sldChg>
      <pc:sldChg chg="del">
        <pc:chgData name="Rahul Mishra" userId="57c6469e-ac64-4888-811b-35f0aabddbad" providerId="ADAL" clId="{27E8AFEA-2CA6-4796-A7A5-277EADAA4BCD}" dt="2024-09-28T05:09:08.178" v="13" actId="47"/>
        <pc:sldMkLst>
          <pc:docMk/>
          <pc:sldMk cId="3230534890" sldId="721"/>
        </pc:sldMkLst>
      </pc:sldChg>
      <pc:sldChg chg="del">
        <pc:chgData name="Rahul Mishra" userId="57c6469e-ac64-4888-811b-35f0aabddbad" providerId="ADAL" clId="{27E8AFEA-2CA6-4796-A7A5-277EADAA4BCD}" dt="2024-09-28T05:09:07.393" v="12" actId="47"/>
        <pc:sldMkLst>
          <pc:docMk/>
          <pc:sldMk cId="2302197020" sldId="722"/>
        </pc:sldMkLst>
      </pc:sldChg>
      <pc:sldChg chg="del">
        <pc:chgData name="Rahul Mishra" userId="57c6469e-ac64-4888-811b-35f0aabddbad" providerId="ADAL" clId="{27E8AFEA-2CA6-4796-A7A5-277EADAA4BCD}" dt="2024-09-28T05:09:06.606" v="11" actId="47"/>
        <pc:sldMkLst>
          <pc:docMk/>
          <pc:sldMk cId="1504041049" sldId="723"/>
        </pc:sldMkLst>
      </pc:sldChg>
      <pc:sldChg chg="del">
        <pc:chgData name="Rahul Mishra" userId="57c6469e-ac64-4888-811b-35f0aabddbad" providerId="ADAL" clId="{27E8AFEA-2CA6-4796-A7A5-277EADAA4BCD}" dt="2024-09-28T05:09:05.979" v="10" actId="47"/>
        <pc:sldMkLst>
          <pc:docMk/>
          <pc:sldMk cId="1425846408" sldId="724"/>
        </pc:sldMkLst>
      </pc:sldChg>
      <pc:sldChg chg="del">
        <pc:chgData name="Rahul Mishra" userId="57c6469e-ac64-4888-811b-35f0aabddbad" providerId="ADAL" clId="{27E8AFEA-2CA6-4796-A7A5-277EADAA4BCD}" dt="2024-09-28T05:09:04.691" v="9" actId="47"/>
        <pc:sldMkLst>
          <pc:docMk/>
          <pc:sldMk cId="3225865518" sldId="725"/>
        </pc:sldMkLst>
      </pc:sldChg>
      <pc:sldChg chg="del">
        <pc:chgData name="Rahul Mishra" userId="57c6469e-ac64-4888-811b-35f0aabddbad" providerId="ADAL" clId="{27E8AFEA-2CA6-4796-A7A5-277EADAA4BCD}" dt="2024-09-28T05:09:04.047" v="8" actId="47"/>
        <pc:sldMkLst>
          <pc:docMk/>
          <pc:sldMk cId="3904702079" sldId="726"/>
        </pc:sldMkLst>
      </pc:sldChg>
      <pc:sldChg chg="del">
        <pc:chgData name="Rahul Mishra" userId="57c6469e-ac64-4888-811b-35f0aabddbad" providerId="ADAL" clId="{27E8AFEA-2CA6-4796-A7A5-277EADAA4BCD}" dt="2024-09-28T05:09:03.434" v="7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27E8AFEA-2CA6-4796-A7A5-277EADAA4BCD}" dt="2024-09-28T05:09:02.604" v="6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27E8AFEA-2CA6-4796-A7A5-277EADAA4BCD}" dt="2024-09-28T05:09:01.455" v="5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27E8AFEA-2CA6-4796-A7A5-277EADAA4BCD}" dt="2024-09-28T05:09:00.652" v="4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27E8AFEA-2CA6-4796-A7A5-277EADAA4BCD}" dt="2024-09-28T05:08:59.488" v="3" actId="47"/>
        <pc:sldMkLst>
          <pc:docMk/>
          <pc:sldMk cId="1392852137" sldId="731"/>
        </pc:sldMkLst>
      </pc:sldChg>
      <pc:sldChg chg="del">
        <pc:chgData name="Rahul Mishra" userId="57c6469e-ac64-4888-811b-35f0aabddbad" providerId="ADAL" clId="{27E8AFEA-2CA6-4796-A7A5-277EADAA4BCD}" dt="2024-09-28T05:08:59.046" v="2" actId="47"/>
        <pc:sldMkLst>
          <pc:docMk/>
          <pc:sldMk cId="1442237601" sldId="732"/>
        </pc:sldMkLst>
      </pc:sldChg>
      <pc:sldChg chg="del">
        <pc:chgData name="Rahul Mishra" userId="57c6469e-ac64-4888-811b-35f0aabddbad" providerId="ADAL" clId="{27E8AFEA-2CA6-4796-A7A5-277EADAA4BCD}" dt="2024-09-28T05:08:58.579" v="1" actId="47"/>
        <pc:sldMkLst>
          <pc:docMk/>
          <pc:sldMk cId="386311936" sldId="733"/>
        </pc:sldMkLst>
      </pc:sldChg>
      <pc:sldChg chg="del">
        <pc:chgData name="Rahul Mishra" userId="57c6469e-ac64-4888-811b-35f0aabddbad" providerId="ADAL" clId="{27E8AFEA-2CA6-4796-A7A5-277EADAA4BCD}" dt="2024-09-28T05:08:58.060" v="0" actId="47"/>
        <pc:sldMkLst>
          <pc:docMk/>
          <pc:sldMk cId="568568229" sldId="734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A75082FB-98B9-4BA7-8709-2CFCDBA17582}"/>
    <pc:docChg chg="custSel addSld modSld">
      <pc:chgData name="Rahul Mishra" userId="57c6469e-ac64-4888-811b-35f0aabddbad" providerId="ADAL" clId="{A75082FB-98B9-4BA7-8709-2CFCDBA17582}" dt="2025-03-30T05:23:24.701" v="55"/>
      <pc:docMkLst>
        <pc:docMk/>
      </pc:docMkLst>
      <pc:sldChg chg="addSp">
        <pc:chgData name="Rahul Mishra" userId="57c6469e-ac64-4888-811b-35f0aabddbad" providerId="ADAL" clId="{A75082FB-98B9-4BA7-8709-2CFCDBA17582}" dt="2025-03-30T04:16:20.557" v="0"/>
        <pc:sldMkLst>
          <pc:docMk/>
          <pc:sldMk cId="1152963467" sldId="699"/>
        </pc:sldMkLst>
      </pc:sldChg>
      <pc:sldChg chg="addSp">
        <pc:chgData name="Rahul Mishra" userId="57c6469e-ac64-4888-811b-35f0aabddbad" providerId="ADAL" clId="{A75082FB-98B9-4BA7-8709-2CFCDBA17582}" dt="2025-03-30T04:21:25.520" v="1"/>
        <pc:sldMkLst>
          <pc:docMk/>
          <pc:sldMk cId="313190125" sldId="700"/>
        </pc:sldMkLst>
      </pc:sldChg>
      <pc:sldChg chg="addSp">
        <pc:chgData name="Rahul Mishra" userId="57c6469e-ac64-4888-811b-35f0aabddbad" providerId="ADAL" clId="{A75082FB-98B9-4BA7-8709-2CFCDBA17582}" dt="2025-03-30T04:21:25.520" v="1"/>
        <pc:sldMkLst>
          <pc:docMk/>
          <pc:sldMk cId="3326140477" sldId="701"/>
        </pc:sldMkLst>
      </pc:sldChg>
      <pc:sldChg chg="addSp">
        <pc:chgData name="Rahul Mishra" userId="57c6469e-ac64-4888-811b-35f0aabddbad" providerId="ADAL" clId="{A75082FB-98B9-4BA7-8709-2CFCDBA17582}" dt="2025-03-30T04:40:42.412" v="6"/>
        <pc:sldMkLst>
          <pc:docMk/>
          <pc:sldMk cId="2458468115" sldId="702"/>
        </pc:sldMkLst>
      </pc:sldChg>
      <pc:sldChg chg="addSp">
        <pc:chgData name="Rahul Mishra" userId="57c6469e-ac64-4888-811b-35f0aabddbad" providerId="ADAL" clId="{A75082FB-98B9-4BA7-8709-2CFCDBA17582}" dt="2025-03-30T04:47:25.199" v="8"/>
        <pc:sldMkLst>
          <pc:docMk/>
          <pc:sldMk cId="2165929233" sldId="735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3906929727" sldId="736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2602044277" sldId="737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2204806360" sldId="738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1280433935" sldId="739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770549930" sldId="740"/>
        </pc:sldMkLst>
      </pc:sldChg>
      <pc:sldChg chg="addSp">
        <pc:chgData name="Rahul Mishra" userId="57c6469e-ac64-4888-811b-35f0aabddbad" providerId="ADAL" clId="{A75082FB-98B9-4BA7-8709-2CFCDBA17582}" dt="2025-03-30T04:55:35.452" v="9"/>
        <pc:sldMkLst>
          <pc:docMk/>
          <pc:sldMk cId="1864723585" sldId="741"/>
        </pc:sldMkLst>
      </pc:sldChg>
      <pc:sldChg chg="addSp">
        <pc:chgData name="Rahul Mishra" userId="57c6469e-ac64-4888-811b-35f0aabddbad" providerId="ADAL" clId="{A75082FB-98B9-4BA7-8709-2CFCDBA17582}" dt="2025-03-30T05:23:24.701" v="55"/>
        <pc:sldMkLst>
          <pc:docMk/>
          <pc:sldMk cId="960421760" sldId="742"/>
        </pc:sldMkLst>
      </pc:sldChg>
      <pc:sldChg chg="addSp">
        <pc:chgData name="Rahul Mishra" userId="57c6469e-ac64-4888-811b-35f0aabddbad" providerId="ADAL" clId="{A75082FB-98B9-4BA7-8709-2CFCDBA17582}" dt="2025-03-30T04:40:42.412" v="6"/>
        <pc:sldMkLst>
          <pc:docMk/>
          <pc:sldMk cId="2708096834" sldId="743"/>
        </pc:sldMkLst>
      </pc:sldChg>
      <pc:sldChg chg="addSp new">
        <pc:chgData name="Rahul Mishra" userId="57c6469e-ac64-4888-811b-35f0aabddbad" providerId="ADAL" clId="{A75082FB-98B9-4BA7-8709-2CFCDBA17582}" dt="2025-03-30T04:24:55.488" v="3"/>
        <pc:sldMkLst>
          <pc:docMk/>
          <pc:sldMk cId="799651936" sldId="744"/>
        </pc:sldMkLst>
      </pc:sldChg>
      <pc:sldChg chg="addSp modSp new mod">
        <pc:chgData name="Rahul Mishra" userId="57c6469e-ac64-4888-811b-35f0aabddbad" providerId="ADAL" clId="{A75082FB-98B9-4BA7-8709-2CFCDBA17582}" dt="2025-03-30T04:59:45.765" v="21"/>
        <pc:sldMkLst>
          <pc:docMk/>
          <pc:sldMk cId="2276585744" sldId="745"/>
        </pc:sldMkLst>
      </pc:sldChg>
      <pc:sldChg chg="addSp add">
        <pc:chgData name="Rahul Mishra" userId="57c6469e-ac64-4888-811b-35f0aabddbad" providerId="ADAL" clId="{A75082FB-98B9-4BA7-8709-2CFCDBA17582}" dt="2025-03-30T05:03:24.462" v="22"/>
        <pc:sldMkLst>
          <pc:docMk/>
          <pc:sldMk cId="1151165262" sldId="746"/>
        </pc:sldMkLst>
      </pc:sldChg>
      <pc:sldChg chg="addSp delSp modSp add mod">
        <pc:chgData name="Rahul Mishra" userId="57c6469e-ac64-4888-811b-35f0aabddbad" providerId="ADAL" clId="{A75082FB-98B9-4BA7-8709-2CFCDBA17582}" dt="2025-03-30T05:13:09.161" v="52"/>
        <pc:sldMkLst>
          <pc:docMk/>
          <pc:sldMk cId="571510152" sldId="747"/>
        </pc:sldMkLst>
      </pc:sldChg>
      <pc:sldChg chg="addSp add">
        <pc:chgData name="Rahul Mishra" userId="57c6469e-ac64-4888-811b-35f0aabddbad" providerId="ADAL" clId="{A75082FB-98B9-4BA7-8709-2CFCDBA17582}" dt="2025-03-30T05:17:52.145" v="53"/>
        <pc:sldMkLst>
          <pc:docMk/>
          <pc:sldMk cId="49569206" sldId="748"/>
        </pc:sldMkLst>
      </pc:sldChg>
      <pc:sldChg chg="add">
        <pc:chgData name="Rahul Mishra" userId="57c6469e-ac64-4888-811b-35f0aabddbad" providerId="ADAL" clId="{A75082FB-98B9-4BA7-8709-2CFCDBA17582}" dt="2025-03-30T04:55:45.158" v="14"/>
        <pc:sldMkLst>
          <pc:docMk/>
          <pc:sldMk cId="1682079579" sldId="749"/>
        </pc:sldMkLst>
      </pc:sld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03T16:36:16.688" v="41" actId="478"/>
      <pc:docMkLst>
        <pc:docMk/>
      </pc:docMkLst>
      <pc:sldChg chg="delSp mod">
        <pc:chgData name="Rahul Mishra" userId="57c6469e-ac64-4888-811b-35f0aabddbad" providerId="ADAL" clId="{77054C20-5B73-411C-AF9F-27685B677E1A}" dt="2025-10-03T16:33:19.569" v="0" actId="478"/>
        <pc:sldMkLst>
          <pc:docMk/>
          <pc:sldMk cId="1152963467" sldId="699"/>
        </pc:sldMkLst>
      </pc:sldChg>
      <pc:sldChg chg="delSp mod">
        <pc:chgData name="Rahul Mishra" userId="57c6469e-ac64-4888-811b-35f0aabddbad" providerId="ADAL" clId="{77054C20-5B73-411C-AF9F-27685B677E1A}" dt="2025-10-03T16:33:25.074" v="2" actId="478"/>
        <pc:sldMkLst>
          <pc:docMk/>
          <pc:sldMk cId="313190125" sldId="700"/>
        </pc:sldMkLst>
      </pc:sldChg>
      <pc:sldChg chg="delSp mod">
        <pc:chgData name="Rahul Mishra" userId="57c6469e-ac64-4888-811b-35f0aabddbad" providerId="ADAL" clId="{77054C20-5B73-411C-AF9F-27685B677E1A}" dt="2025-10-03T16:33:47.639" v="10" actId="478"/>
        <pc:sldMkLst>
          <pc:docMk/>
          <pc:sldMk cId="3326140477" sldId="701"/>
        </pc:sldMkLst>
      </pc:sldChg>
      <pc:sldChg chg="delSp mod">
        <pc:chgData name="Rahul Mishra" userId="57c6469e-ac64-4888-811b-35f0aabddbad" providerId="ADAL" clId="{77054C20-5B73-411C-AF9F-27685B677E1A}" dt="2025-10-03T16:34:00.222" v="13" actId="478"/>
        <pc:sldMkLst>
          <pc:docMk/>
          <pc:sldMk cId="2458468115" sldId="702"/>
        </pc:sldMkLst>
      </pc:sldChg>
      <pc:sldChg chg="delSp mod">
        <pc:chgData name="Rahul Mishra" userId="57c6469e-ac64-4888-811b-35f0aabddbad" providerId="ADAL" clId="{77054C20-5B73-411C-AF9F-27685B677E1A}" dt="2025-10-03T16:34:05.779" v="16" actId="478"/>
        <pc:sldMkLst>
          <pc:docMk/>
          <pc:sldMk cId="2165929233" sldId="735"/>
        </pc:sldMkLst>
      </pc:sldChg>
      <pc:sldChg chg="delSp mod">
        <pc:chgData name="Rahul Mishra" userId="57c6469e-ac64-4888-811b-35f0aabddbad" providerId="ADAL" clId="{77054C20-5B73-411C-AF9F-27685B677E1A}" dt="2025-10-03T16:34:11.442" v="19" actId="478"/>
        <pc:sldMkLst>
          <pc:docMk/>
          <pc:sldMk cId="3906929727" sldId="736"/>
        </pc:sldMkLst>
      </pc:sldChg>
      <pc:sldChg chg="delSp mod">
        <pc:chgData name="Rahul Mishra" userId="57c6469e-ac64-4888-811b-35f0aabddbad" providerId="ADAL" clId="{77054C20-5B73-411C-AF9F-27685B677E1A}" dt="2025-10-03T16:34:29.145" v="22" actId="478"/>
        <pc:sldMkLst>
          <pc:docMk/>
          <pc:sldMk cId="2602044277" sldId="737"/>
        </pc:sldMkLst>
      </pc:sldChg>
      <pc:sldChg chg="delSp mod">
        <pc:chgData name="Rahul Mishra" userId="57c6469e-ac64-4888-811b-35f0aabddbad" providerId="ADAL" clId="{77054C20-5B73-411C-AF9F-27685B677E1A}" dt="2025-10-03T16:34:33.467" v="25" actId="478"/>
        <pc:sldMkLst>
          <pc:docMk/>
          <pc:sldMk cId="2204806360" sldId="738"/>
        </pc:sldMkLst>
      </pc:sldChg>
      <pc:sldChg chg="delSp mod">
        <pc:chgData name="Rahul Mishra" userId="57c6469e-ac64-4888-811b-35f0aabddbad" providerId="ADAL" clId="{77054C20-5B73-411C-AF9F-27685B677E1A}" dt="2025-10-03T16:34:38.226" v="28" actId="478"/>
        <pc:sldMkLst>
          <pc:docMk/>
          <pc:sldMk cId="1280433935" sldId="739"/>
        </pc:sldMkLst>
      </pc:sldChg>
      <pc:sldChg chg="addSp delSp modSp mod">
        <pc:chgData name="Rahul Mishra" userId="57c6469e-ac64-4888-811b-35f0aabddbad" providerId="ADAL" clId="{77054C20-5B73-411C-AF9F-27685B677E1A}" dt="2025-10-03T16:35:05.480" v="33" actId="13822"/>
        <pc:sldMkLst>
          <pc:docMk/>
          <pc:sldMk cId="770549930" sldId="740"/>
        </pc:sldMkLst>
        <pc:cxnChg chg="add mod">
          <ac:chgData name="Rahul Mishra" userId="57c6469e-ac64-4888-811b-35f0aabddbad" providerId="ADAL" clId="{77054C20-5B73-411C-AF9F-27685B677E1A}" dt="2025-10-03T16:35:05.480" v="33" actId="13822"/>
          <ac:cxnSpMkLst>
            <pc:docMk/>
            <pc:sldMk cId="770549930" sldId="740"/>
            <ac:cxnSpMk id="7" creationId="{7B218354-9A21-0824-2119-2CC22B77786D}"/>
          </ac:cxnSpMkLst>
        </pc:cxnChg>
      </pc:sldChg>
      <pc:sldChg chg="delSp mod">
        <pc:chgData name="Rahul Mishra" userId="57c6469e-ac64-4888-811b-35f0aabddbad" providerId="ADAL" clId="{77054C20-5B73-411C-AF9F-27685B677E1A}" dt="2025-10-03T16:35:15.144" v="35" actId="478"/>
        <pc:sldMkLst>
          <pc:docMk/>
          <pc:sldMk cId="1864723585" sldId="741"/>
        </pc:sldMkLst>
      </pc:sldChg>
      <pc:sldChg chg="delSp mod">
        <pc:chgData name="Rahul Mishra" userId="57c6469e-ac64-4888-811b-35f0aabddbad" providerId="ADAL" clId="{77054C20-5B73-411C-AF9F-27685B677E1A}" dt="2025-10-03T16:35:18.165" v="36" actId="478"/>
        <pc:sldMkLst>
          <pc:docMk/>
          <pc:sldMk cId="960421760" sldId="742"/>
        </pc:sldMkLst>
      </pc:sldChg>
      <pc:sldChg chg="delSp mod">
        <pc:chgData name="Rahul Mishra" userId="57c6469e-ac64-4888-811b-35f0aabddbad" providerId="ADAL" clId="{77054C20-5B73-411C-AF9F-27685B677E1A}" dt="2025-10-03T16:36:08.355" v="37" actId="478"/>
        <pc:sldMkLst>
          <pc:docMk/>
          <pc:sldMk cId="2708096834" sldId="743"/>
        </pc:sldMkLst>
      </pc:sldChg>
      <pc:sldChg chg="delSp mod">
        <pc:chgData name="Rahul Mishra" userId="57c6469e-ac64-4888-811b-35f0aabddbad" providerId="ADAL" clId="{77054C20-5B73-411C-AF9F-27685B677E1A}" dt="2025-10-03T16:33:54.909" v="11" actId="478"/>
        <pc:sldMkLst>
          <pc:docMk/>
          <pc:sldMk cId="799651936" sldId="744"/>
        </pc:sldMkLst>
      </pc:sldChg>
      <pc:sldChg chg="delSp mod">
        <pc:chgData name="Rahul Mishra" userId="57c6469e-ac64-4888-811b-35f0aabddbad" providerId="ADAL" clId="{77054C20-5B73-411C-AF9F-27685B677E1A}" dt="2025-10-03T16:36:13.821" v="40" actId="478"/>
        <pc:sldMkLst>
          <pc:docMk/>
          <pc:sldMk cId="2276585744" sldId="745"/>
        </pc:sldMkLst>
      </pc:sldChg>
      <pc:sldChg chg="delSp mod">
        <pc:chgData name="Rahul Mishra" userId="57c6469e-ac64-4888-811b-35f0aabddbad" providerId="ADAL" clId="{77054C20-5B73-411C-AF9F-27685B677E1A}" dt="2025-10-03T16:36:16.688" v="41" actId="478"/>
        <pc:sldMkLst>
          <pc:docMk/>
          <pc:sldMk cId="1151165262" sldId="746"/>
        </pc:sldMkLst>
      </pc:sldChg>
      <pc:sldChg chg="delSp mod">
        <pc:chgData name="Rahul Mishra" userId="57c6469e-ac64-4888-811b-35f0aabddbad" providerId="ADAL" clId="{77054C20-5B73-411C-AF9F-27685B677E1A}" dt="2025-10-03T16:33:40.651" v="9" actId="478"/>
        <pc:sldMkLst>
          <pc:docMk/>
          <pc:sldMk cId="571510152" sldId="747"/>
        </pc:sldMkLst>
      </pc:sldChg>
      <pc:sldChg chg="delSp mod">
        <pc:chgData name="Rahul Mishra" userId="57c6469e-ac64-4888-811b-35f0aabddbad" providerId="ADAL" clId="{77054C20-5B73-411C-AF9F-27685B677E1A}" dt="2025-10-03T16:33:30.482" v="3" actId="478"/>
        <pc:sldMkLst>
          <pc:docMk/>
          <pc:sldMk cId="49569206" sldId="748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2587B58E-4F3B-47AB-B3EB-62407C9160B0}"/>
    <pc:docChg chg="modSld">
      <pc:chgData name="Rahul Mishra" userId="57c6469e-ac64-4888-811b-35f0aabddbad" providerId="ADAL" clId="{2587B58E-4F3B-47AB-B3EB-62407C9160B0}" dt="2025-10-05T03:19:41.542" v="987"/>
      <pc:docMkLst>
        <pc:docMk/>
      </pc:docMkLst>
      <pc:sldChg chg="addSp modSp mod">
        <pc:chgData name="Rahul Mishra" userId="57c6469e-ac64-4888-811b-35f0aabddbad" providerId="ADAL" clId="{2587B58E-4F3B-47AB-B3EB-62407C9160B0}" dt="2025-10-05T02:54:24.167" v="57"/>
        <pc:sldMkLst>
          <pc:docMk/>
          <pc:sldMk cId="545609971" sldId="405"/>
        </pc:sldMkLst>
        <pc:grpChg chg="mod">
          <ac:chgData name="Rahul Mishra" userId="57c6469e-ac64-4888-811b-35f0aabddbad" providerId="ADAL" clId="{2587B58E-4F3B-47AB-B3EB-62407C9160B0}" dt="2025-10-05T02:36:31.592" v="40"/>
          <ac:grpSpMkLst>
            <pc:docMk/>
            <pc:sldMk cId="545609971" sldId="405"/>
            <ac:grpSpMk id="9" creationId="{FFF58D4C-66DE-ADCC-EA3E-B39E51659718}"/>
          </ac:grpSpMkLst>
        </pc:grpChg>
        <pc:grpChg chg="mod">
          <ac:chgData name="Rahul Mishra" userId="57c6469e-ac64-4888-811b-35f0aabddbad" providerId="ADAL" clId="{2587B58E-4F3B-47AB-B3EB-62407C9160B0}" dt="2025-10-05T02:36:38.719" v="56"/>
          <ac:grpSpMkLst>
            <pc:docMk/>
            <pc:sldMk cId="545609971" sldId="405"/>
            <ac:grpSpMk id="25" creationId="{9260F627-0CD3-EB60-7523-A5BDB129236E}"/>
          </ac:grpSpMkLst>
        </pc:grpChg>
        <pc:grpChg chg="mod">
          <ac:chgData name="Rahul Mishra" userId="57c6469e-ac64-4888-811b-35f0aabddbad" providerId="ADAL" clId="{2587B58E-4F3B-47AB-B3EB-62407C9160B0}" dt="2025-10-05T02:36:38.719" v="56"/>
          <ac:grpSpMkLst>
            <pc:docMk/>
            <pc:sldMk cId="545609971" sldId="405"/>
            <ac:grpSpMk id="26" creationId="{4646CD1E-6B52-8E34-8999-41C65B772DB5}"/>
          </ac:grpSpMkLst>
        </pc:grpChg>
        <pc:inkChg chg="add mod">
          <ac:chgData name="Rahul Mishra" userId="57c6469e-ac64-4888-811b-35f0aabddbad" providerId="ADAL" clId="{2587B58E-4F3B-47AB-B3EB-62407C9160B0}" dt="2025-10-05T02:36:31.592" v="40"/>
          <ac:inkMkLst>
            <pc:docMk/>
            <pc:sldMk cId="545609971" sldId="405"/>
            <ac:inkMk id="4" creationId="{951E3942-AE23-86FC-0062-42071527C946}"/>
          </ac:inkMkLst>
        </pc:inkChg>
        <pc:inkChg chg="add mod">
          <ac:chgData name="Rahul Mishra" userId="57c6469e-ac64-4888-811b-35f0aabddbad" providerId="ADAL" clId="{2587B58E-4F3B-47AB-B3EB-62407C9160B0}" dt="2025-10-05T02:36:31.592" v="40"/>
          <ac:inkMkLst>
            <pc:docMk/>
            <pc:sldMk cId="545609971" sldId="405"/>
            <ac:inkMk id="6" creationId="{595006A3-30A7-B496-F29C-81CDEEEA4381}"/>
          </ac:inkMkLst>
        </pc:inkChg>
        <pc:inkChg chg="add mod">
          <ac:chgData name="Rahul Mishra" userId="57c6469e-ac64-4888-811b-35f0aabddbad" providerId="ADAL" clId="{2587B58E-4F3B-47AB-B3EB-62407C9160B0}" dt="2025-10-05T02:36:31.592" v="40"/>
          <ac:inkMkLst>
            <pc:docMk/>
            <pc:sldMk cId="545609971" sldId="405"/>
            <ac:inkMk id="7" creationId="{0E5E9ECB-6FBB-2E31-9901-D0C30A851696}"/>
          </ac:inkMkLst>
        </pc:inkChg>
        <pc:inkChg chg="add mod">
          <ac:chgData name="Rahul Mishra" userId="57c6469e-ac64-4888-811b-35f0aabddbad" providerId="ADAL" clId="{2587B58E-4F3B-47AB-B3EB-62407C9160B0}" dt="2025-10-05T02:36:31.592" v="40"/>
          <ac:inkMkLst>
            <pc:docMk/>
            <pc:sldMk cId="545609971" sldId="405"/>
            <ac:inkMk id="8" creationId="{74E256A7-60F3-371A-1B8B-A95DA48DC91B}"/>
          </ac:inkMkLst>
        </pc:inkChg>
        <pc:inkChg chg="add">
          <ac:chgData name="Rahul Mishra" userId="57c6469e-ac64-4888-811b-35f0aabddbad" providerId="ADAL" clId="{2587B58E-4F3B-47AB-B3EB-62407C9160B0}" dt="2025-10-05T02:36:32.065" v="41" actId="9405"/>
          <ac:inkMkLst>
            <pc:docMk/>
            <pc:sldMk cId="545609971" sldId="405"/>
            <ac:inkMk id="10" creationId="{08CC9365-7FB3-9047-17FB-7BF5990E1D9F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1" creationId="{B9FE468A-E372-E287-B57D-119897A5A1BE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2" creationId="{9E7C122A-8AFC-BC32-DC81-44B1B383FD1D}"/>
          </ac:inkMkLst>
        </pc:inkChg>
        <pc:inkChg chg="add">
          <ac:chgData name="Rahul Mishra" userId="57c6469e-ac64-4888-811b-35f0aabddbad" providerId="ADAL" clId="{2587B58E-4F3B-47AB-B3EB-62407C9160B0}" dt="2025-10-05T02:36:33.285" v="44" actId="9405"/>
          <ac:inkMkLst>
            <pc:docMk/>
            <pc:sldMk cId="545609971" sldId="405"/>
            <ac:inkMk id="13" creationId="{389BEF68-EC9D-FD57-48C2-3326297CC371}"/>
          </ac:inkMkLst>
        </pc:inkChg>
        <pc:inkChg chg="add">
          <ac:chgData name="Rahul Mishra" userId="57c6469e-ac64-4888-811b-35f0aabddbad" providerId="ADAL" clId="{2587B58E-4F3B-47AB-B3EB-62407C9160B0}" dt="2025-10-05T02:36:33.440" v="45" actId="9405"/>
          <ac:inkMkLst>
            <pc:docMk/>
            <pc:sldMk cId="545609971" sldId="405"/>
            <ac:inkMk id="14" creationId="{6CF1FEC3-1216-5618-01A0-00545769126F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5" creationId="{5B0AB898-1363-540C-3E58-E508CA8C364B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6" creationId="{49376A36-4AB7-E5D3-61AF-6BF8598F2487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7" creationId="{17102C10-28AE-5CAD-7DBC-CBFD88DDDAB7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18" creationId="{350F89BC-9D79-652E-BB79-B8ADDFAC695D}"/>
          </ac:inkMkLst>
        </pc:inkChg>
        <pc:inkChg chg="add">
          <ac:chgData name="Rahul Mishra" userId="57c6469e-ac64-4888-811b-35f0aabddbad" providerId="ADAL" clId="{2587B58E-4F3B-47AB-B3EB-62407C9160B0}" dt="2025-10-05T02:36:35.731" v="50" actId="9405"/>
          <ac:inkMkLst>
            <pc:docMk/>
            <pc:sldMk cId="545609971" sldId="405"/>
            <ac:inkMk id="19" creationId="{9B3AA02A-CC1A-1065-3966-0C3A19C29695}"/>
          </ac:inkMkLst>
        </pc:inkChg>
        <pc:inkChg chg="add">
          <ac:chgData name="Rahul Mishra" userId="57c6469e-ac64-4888-811b-35f0aabddbad" providerId="ADAL" clId="{2587B58E-4F3B-47AB-B3EB-62407C9160B0}" dt="2025-10-05T02:36:36.085" v="51" actId="9405"/>
          <ac:inkMkLst>
            <pc:docMk/>
            <pc:sldMk cId="545609971" sldId="405"/>
            <ac:inkMk id="20" creationId="{16F52CE5-16EB-621D-B85C-BB718BD6DBFD}"/>
          </ac:inkMkLst>
        </pc:inkChg>
        <pc:inkChg chg="add">
          <ac:chgData name="Rahul Mishra" userId="57c6469e-ac64-4888-811b-35f0aabddbad" providerId="ADAL" clId="{2587B58E-4F3B-47AB-B3EB-62407C9160B0}" dt="2025-10-05T02:36:36.349" v="52" actId="9405"/>
          <ac:inkMkLst>
            <pc:docMk/>
            <pc:sldMk cId="545609971" sldId="405"/>
            <ac:inkMk id="21" creationId="{25082950-0919-2D51-55DC-9085403C91E5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22" creationId="{1FD4F3BE-0786-529D-A731-A9D4D7B9EB27}"/>
          </ac:inkMkLst>
        </pc:inkChg>
        <pc:inkChg chg="add">
          <ac:chgData name="Rahul Mishra" userId="57c6469e-ac64-4888-811b-35f0aabddbad" providerId="ADAL" clId="{2587B58E-4F3B-47AB-B3EB-62407C9160B0}" dt="2025-10-05T02:36:37.395" v="54" actId="9405"/>
          <ac:inkMkLst>
            <pc:docMk/>
            <pc:sldMk cId="545609971" sldId="405"/>
            <ac:inkMk id="23" creationId="{92B20CCF-8C41-3AA5-3786-0A1F0A47D960}"/>
          </ac:inkMkLst>
        </pc:inkChg>
        <pc:inkChg chg="add mod">
          <ac:chgData name="Rahul Mishra" userId="57c6469e-ac64-4888-811b-35f0aabddbad" providerId="ADAL" clId="{2587B58E-4F3B-47AB-B3EB-62407C9160B0}" dt="2025-10-05T02:36:38.719" v="56"/>
          <ac:inkMkLst>
            <pc:docMk/>
            <pc:sldMk cId="545609971" sldId="405"/>
            <ac:inkMk id="24" creationId="{70780918-6773-1EA5-3A81-6CD39E650813}"/>
          </ac:inkMkLst>
        </pc:inkChg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545609971" sldId="405"/>
            <ac:inkMk id="27" creationId="{A11F6716-43B2-F7EF-DE96-320616F53151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1152963467" sldId="699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1152963467" sldId="699"/>
            <ac:inkMk id="2" creationId="{3E7EE48A-3F22-2489-C758-F8BFA126A3A8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313190125" sldId="700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313190125" sldId="700"/>
            <ac:inkMk id="2" creationId="{B7AFFDA5-0B27-D075-8096-01BC84A4AD5F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3326140477" sldId="701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3326140477" sldId="701"/>
            <ac:inkMk id="2" creationId="{A0BBE4AD-528E-BFF4-D49F-6DA06928CEBF}"/>
          </ac:inkMkLst>
        </pc:inkChg>
        <pc:inkChg chg="add">
          <ac:chgData name="Rahul Mishra" userId="57c6469e-ac64-4888-811b-35f0aabddbad" providerId="ADAL" clId="{2587B58E-4F3B-47AB-B3EB-62407C9160B0}" dt="2025-10-04T03:55:45.046" v="0"/>
          <ac:inkMkLst>
            <pc:docMk/>
            <pc:sldMk cId="3326140477" sldId="701"/>
            <ac:inkMk id="3" creationId="{22980B16-055F-8CCD-727E-986B62950174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2458468115" sldId="702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2458468115" sldId="702"/>
            <ac:inkMk id="2" creationId="{B17FC81F-A95A-BAFC-40AF-0F55982386D6}"/>
          </ac:inkMkLst>
        </pc:inkChg>
        <pc:inkChg chg="add">
          <ac:chgData name="Rahul Mishra" userId="57c6469e-ac64-4888-811b-35f0aabddbad" providerId="ADAL" clId="{2587B58E-4F3B-47AB-B3EB-62407C9160B0}" dt="2025-10-04T03:55:45.046" v="0"/>
          <ac:inkMkLst>
            <pc:docMk/>
            <pc:sldMk cId="2458468115" sldId="702"/>
            <ac:inkMk id="4" creationId="{3936B792-C0FB-8601-111E-D5C7D1B919F5}"/>
          </ac:inkMkLst>
        </pc:inkChg>
      </pc:sldChg>
      <pc:sldChg chg="addSp">
        <pc:chgData name="Rahul Mishra" userId="57c6469e-ac64-4888-811b-35f0aabddbad" providerId="ADAL" clId="{2587B58E-4F3B-47AB-B3EB-62407C9160B0}" dt="2025-10-04T03:55:45.046" v="0"/>
        <pc:sldMkLst>
          <pc:docMk/>
          <pc:sldMk cId="2165929233" sldId="735"/>
        </pc:sldMkLst>
        <pc:inkChg chg="add">
          <ac:chgData name="Rahul Mishra" userId="57c6469e-ac64-4888-811b-35f0aabddbad" providerId="ADAL" clId="{2587B58E-4F3B-47AB-B3EB-62407C9160B0}" dt="2025-10-04T03:55:45.046" v="0"/>
          <ac:inkMkLst>
            <pc:docMk/>
            <pc:sldMk cId="2165929233" sldId="735"/>
            <ac:inkMk id="6" creationId="{CF965CCE-16BE-2A0C-BC95-3D02863D34DE}"/>
          </ac:inkMkLst>
        </pc:inkChg>
      </pc:sldChg>
      <pc:sldChg chg="addSp">
        <pc:chgData name="Rahul Mishra" userId="57c6469e-ac64-4888-811b-35f0aabddbad" providerId="ADAL" clId="{2587B58E-4F3B-47AB-B3EB-62407C9160B0}" dt="2025-10-04T03:55:45.046" v="0"/>
        <pc:sldMkLst>
          <pc:docMk/>
          <pc:sldMk cId="3906929727" sldId="736"/>
        </pc:sldMkLst>
        <pc:inkChg chg="add">
          <ac:chgData name="Rahul Mishra" userId="57c6469e-ac64-4888-811b-35f0aabddbad" providerId="ADAL" clId="{2587B58E-4F3B-47AB-B3EB-62407C9160B0}" dt="2025-10-04T03:55:45.046" v="0"/>
          <ac:inkMkLst>
            <pc:docMk/>
            <pc:sldMk cId="3906929727" sldId="736"/>
            <ac:inkMk id="9" creationId="{CE57438F-E8A2-FE01-FD68-961447B0BB19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2:54:24.167" v="57"/>
        <pc:sldMkLst>
          <pc:docMk/>
          <pc:sldMk cId="2602044277" sldId="737"/>
        </pc:sldMkLst>
        <pc:grpChg chg="mod">
          <ac:chgData name="Rahul Mishra" userId="57c6469e-ac64-4888-811b-35f0aabddbad" providerId="ADAL" clId="{2587B58E-4F3B-47AB-B3EB-62407C9160B0}" dt="2025-10-04T03:58:39.122" v="7"/>
          <ac:grpSpMkLst>
            <pc:docMk/>
            <pc:sldMk cId="2602044277" sldId="737"/>
            <ac:grpSpMk id="12" creationId="{5D3D7F15-6F3E-16B0-FA62-6DBF0636E630}"/>
          </ac:grpSpMkLst>
        </pc:grpChg>
        <pc:grpChg chg="mod">
          <ac:chgData name="Rahul Mishra" userId="57c6469e-ac64-4888-811b-35f0aabddbad" providerId="ADAL" clId="{2587B58E-4F3B-47AB-B3EB-62407C9160B0}" dt="2025-10-04T03:58:39.122" v="7"/>
          <ac:grpSpMkLst>
            <pc:docMk/>
            <pc:sldMk cId="2602044277" sldId="737"/>
            <ac:grpSpMk id="13" creationId="{F78B82BF-3B2E-9759-7B0C-2432FA7C6FEC}"/>
          </ac:grpSpMkLst>
        </pc:grpChg>
        <pc:grpChg chg="del mod">
          <ac:chgData name="Rahul Mishra" userId="57c6469e-ac64-4888-811b-35f0aabddbad" providerId="ADAL" clId="{2587B58E-4F3B-47AB-B3EB-62407C9160B0}" dt="2025-10-04T03:58:49.538" v="21"/>
          <ac:grpSpMkLst>
            <pc:docMk/>
            <pc:sldMk cId="2602044277" sldId="737"/>
            <ac:grpSpMk id="22" creationId="{DAE91057-9426-27E8-DEB8-EE47D32E9C0D}"/>
          </ac:grpSpMkLst>
        </pc:grpChg>
        <pc:grpChg chg="del mod">
          <ac:chgData name="Rahul Mishra" userId="57c6469e-ac64-4888-811b-35f0aabddbad" providerId="ADAL" clId="{2587B58E-4F3B-47AB-B3EB-62407C9160B0}" dt="2025-10-04T03:59:01.518" v="35"/>
          <ac:grpSpMkLst>
            <pc:docMk/>
            <pc:sldMk cId="2602044277" sldId="737"/>
            <ac:grpSpMk id="27" creationId="{B0570CD5-FD2E-97D8-586C-B8EF781C68AD}"/>
          </ac:grpSpMkLst>
        </pc:grpChg>
        <pc:grpChg chg="mod">
          <ac:chgData name="Rahul Mishra" userId="57c6469e-ac64-4888-811b-35f0aabddbad" providerId="ADAL" clId="{2587B58E-4F3B-47AB-B3EB-62407C9160B0}" dt="2025-10-04T03:59:01.518" v="35"/>
          <ac:grpSpMkLst>
            <pc:docMk/>
            <pc:sldMk cId="2602044277" sldId="737"/>
            <ac:grpSpMk id="41" creationId="{145810FF-0A0A-6BB2-DB38-25AC6C006E12}"/>
          </ac:grpSpMkLst>
        </pc:grpChg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2602044277" sldId="737"/>
            <ac:inkMk id="3" creationId="{A0DD225D-A4D0-7E96-3A32-F1BEEBC88B02}"/>
          </ac:inkMkLst>
        </pc:inkChg>
        <pc:inkChg chg="add mod">
          <ac:chgData name="Rahul Mishra" userId="57c6469e-ac64-4888-811b-35f0aabddbad" providerId="ADAL" clId="{2587B58E-4F3B-47AB-B3EB-62407C9160B0}" dt="2025-10-04T03:58:39.122" v="7"/>
          <ac:inkMkLst>
            <pc:docMk/>
            <pc:sldMk cId="2602044277" sldId="737"/>
            <ac:inkMk id="7" creationId="{9134F1B1-EAC7-2E2A-3231-E8005CE69E1D}"/>
          </ac:inkMkLst>
        </pc:inkChg>
        <pc:inkChg chg="add mod">
          <ac:chgData name="Rahul Mishra" userId="57c6469e-ac64-4888-811b-35f0aabddbad" providerId="ADAL" clId="{2587B58E-4F3B-47AB-B3EB-62407C9160B0}" dt="2025-10-04T03:58:39.122" v="7"/>
          <ac:inkMkLst>
            <pc:docMk/>
            <pc:sldMk cId="2602044277" sldId="737"/>
            <ac:inkMk id="8" creationId="{51055DFC-CF90-0029-3D41-870CD49D4FED}"/>
          </ac:inkMkLst>
        </pc:inkChg>
        <pc:inkChg chg="add mod">
          <ac:chgData name="Rahul Mishra" userId="57c6469e-ac64-4888-811b-35f0aabddbad" providerId="ADAL" clId="{2587B58E-4F3B-47AB-B3EB-62407C9160B0}" dt="2025-10-04T03:58:39.122" v="7"/>
          <ac:inkMkLst>
            <pc:docMk/>
            <pc:sldMk cId="2602044277" sldId="737"/>
            <ac:inkMk id="9" creationId="{73D2D0B7-1F49-F562-D932-4DB24D66E2E1}"/>
          </ac:inkMkLst>
        </pc:inkChg>
        <pc:inkChg chg="add mod">
          <ac:chgData name="Rahul Mishra" userId="57c6469e-ac64-4888-811b-35f0aabddbad" providerId="ADAL" clId="{2587B58E-4F3B-47AB-B3EB-62407C9160B0}" dt="2025-10-04T03:58:39.122" v="7"/>
          <ac:inkMkLst>
            <pc:docMk/>
            <pc:sldMk cId="2602044277" sldId="737"/>
            <ac:inkMk id="10" creationId="{9FE1AACE-0247-1E87-F52D-B100637C2726}"/>
          </ac:inkMkLst>
        </pc:inkChg>
        <pc:inkChg chg="add mod">
          <ac:chgData name="Rahul Mishra" userId="57c6469e-ac64-4888-811b-35f0aabddbad" providerId="ADAL" clId="{2587B58E-4F3B-47AB-B3EB-62407C9160B0}" dt="2025-10-04T03:58:39.122" v="7"/>
          <ac:inkMkLst>
            <pc:docMk/>
            <pc:sldMk cId="2602044277" sldId="737"/>
            <ac:inkMk id="11" creationId="{B114BD2F-AC43-5824-380E-C44F5672B3A2}"/>
          </ac:inkMkLst>
        </pc:inkChg>
        <pc:inkChg chg="add mod">
          <ac:chgData name="Rahul Mishra" userId="57c6469e-ac64-4888-811b-35f0aabddbad" providerId="ADAL" clId="{2587B58E-4F3B-47AB-B3EB-62407C9160B0}" dt="2025-10-04T03:58:49.538" v="21"/>
          <ac:inkMkLst>
            <pc:docMk/>
            <pc:sldMk cId="2602044277" sldId="737"/>
            <ac:inkMk id="14" creationId="{7B36CB5A-C8F2-348A-5A5D-A6A7FA0A67A6}"/>
          </ac:inkMkLst>
        </pc:inkChg>
        <pc:inkChg chg="add mod">
          <ac:chgData name="Rahul Mishra" userId="57c6469e-ac64-4888-811b-35f0aabddbad" providerId="ADAL" clId="{2587B58E-4F3B-47AB-B3EB-62407C9160B0}" dt="2025-10-04T03:58:46.800" v="16"/>
          <ac:inkMkLst>
            <pc:docMk/>
            <pc:sldMk cId="2602044277" sldId="737"/>
            <ac:inkMk id="15" creationId="{C3FF8516-C41D-B48D-44D2-AFFE139D0EBD}"/>
          </ac:inkMkLst>
        </pc:inkChg>
        <pc:inkChg chg="add mod">
          <ac:chgData name="Rahul Mishra" userId="57c6469e-ac64-4888-811b-35f0aabddbad" providerId="ADAL" clId="{2587B58E-4F3B-47AB-B3EB-62407C9160B0}" dt="2025-10-04T03:58:46.800" v="16"/>
          <ac:inkMkLst>
            <pc:docMk/>
            <pc:sldMk cId="2602044277" sldId="737"/>
            <ac:inkMk id="16" creationId="{2FF27B84-FB0E-5AA0-E4AE-3DF61D17F6AA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17" creationId="{F1889EEE-C478-98AF-8161-4D8EA6050AE4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18" creationId="{02FAFF01-229C-C77E-AB08-5F9EA26B8A5E}"/>
          </ac:inkMkLst>
        </pc:inkChg>
        <pc:inkChg chg="add mod">
          <ac:chgData name="Rahul Mishra" userId="57c6469e-ac64-4888-811b-35f0aabddbad" providerId="ADAL" clId="{2587B58E-4F3B-47AB-B3EB-62407C9160B0}" dt="2025-10-04T03:58:46.800" v="16"/>
          <ac:inkMkLst>
            <pc:docMk/>
            <pc:sldMk cId="2602044277" sldId="737"/>
            <ac:inkMk id="19" creationId="{6FB05A98-350D-3C7B-159C-DF14DA336156}"/>
          </ac:inkMkLst>
        </pc:inkChg>
        <pc:inkChg chg="add mod">
          <ac:chgData name="Rahul Mishra" userId="57c6469e-ac64-4888-811b-35f0aabddbad" providerId="ADAL" clId="{2587B58E-4F3B-47AB-B3EB-62407C9160B0}" dt="2025-10-04T03:58:49.538" v="21"/>
          <ac:inkMkLst>
            <pc:docMk/>
            <pc:sldMk cId="2602044277" sldId="737"/>
            <ac:inkMk id="20" creationId="{B723C3DA-F2F3-4C5F-FE96-1160B08BE85C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21" creationId="{82B2C150-F0F3-8D08-A558-21B8C9A5E940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23" creationId="{AFF99562-2065-D06A-36DE-336A6B93CA1B}"/>
          </ac:inkMkLst>
        </pc:inkChg>
        <pc:inkChg chg="add mod">
          <ac:chgData name="Rahul Mishra" userId="57c6469e-ac64-4888-811b-35f0aabddbad" providerId="ADAL" clId="{2587B58E-4F3B-47AB-B3EB-62407C9160B0}" dt="2025-10-04T03:58:49.538" v="21"/>
          <ac:inkMkLst>
            <pc:docMk/>
            <pc:sldMk cId="2602044277" sldId="737"/>
            <ac:inkMk id="24" creationId="{A10C2A86-73E1-261F-5360-F7EA5F635D33}"/>
          </ac:inkMkLst>
        </pc:inkChg>
        <pc:inkChg chg="add mod">
          <ac:chgData name="Rahul Mishra" userId="57c6469e-ac64-4888-811b-35f0aabddbad" providerId="ADAL" clId="{2587B58E-4F3B-47AB-B3EB-62407C9160B0}" dt="2025-10-04T03:58:49.538" v="21"/>
          <ac:inkMkLst>
            <pc:docMk/>
            <pc:sldMk cId="2602044277" sldId="737"/>
            <ac:inkMk id="25" creationId="{76994542-0BD3-7C8A-6B55-0CE02DF4CE0E}"/>
          </ac:inkMkLst>
        </pc:inkChg>
        <pc:inkChg chg="add mod">
          <ac:chgData name="Rahul Mishra" userId="57c6469e-ac64-4888-811b-35f0aabddbad" providerId="ADAL" clId="{2587B58E-4F3B-47AB-B3EB-62407C9160B0}" dt="2025-10-04T03:58:49.538" v="21"/>
          <ac:inkMkLst>
            <pc:docMk/>
            <pc:sldMk cId="2602044277" sldId="737"/>
            <ac:inkMk id="26" creationId="{73441CA4-F004-1620-2E4C-23035F29B22D}"/>
          </ac:inkMkLst>
        </pc:inkChg>
        <pc:inkChg chg="add">
          <ac:chgData name="Rahul Mishra" userId="57c6469e-ac64-4888-811b-35f0aabddbad" providerId="ADAL" clId="{2587B58E-4F3B-47AB-B3EB-62407C9160B0}" dt="2025-10-04T03:58:55.878" v="22" actId="9405"/>
          <ac:inkMkLst>
            <pc:docMk/>
            <pc:sldMk cId="2602044277" sldId="737"/>
            <ac:inkMk id="28" creationId="{402B3862-479B-FBD4-2AE0-0893D91F5DC2}"/>
          </ac:inkMkLst>
        </pc:inkChg>
        <pc:inkChg chg="add">
          <ac:chgData name="Rahul Mishra" userId="57c6469e-ac64-4888-811b-35f0aabddbad" providerId="ADAL" clId="{2587B58E-4F3B-47AB-B3EB-62407C9160B0}" dt="2025-10-04T03:58:57.177" v="23" actId="9405"/>
          <ac:inkMkLst>
            <pc:docMk/>
            <pc:sldMk cId="2602044277" sldId="737"/>
            <ac:inkMk id="29" creationId="{28DE9436-93DA-BF3F-CCAF-540672EE4E99}"/>
          </ac:inkMkLst>
        </pc:inkChg>
        <pc:inkChg chg="add">
          <ac:chgData name="Rahul Mishra" userId="57c6469e-ac64-4888-811b-35f0aabddbad" providerId="ADAL" clId="{2587B58E-4F3B-47AB-B3EB-62407C9160B0}" dt="2025-10-04T03:58:58.069" v="24" actId="9405"/>
          <ac:inkMkLst>
            <pc:docMk/>
            <pc:sldMk cId="2602044277" sldId="737"/>
            <ac:inkMk id="30" creationId="{153C942D-5F64-3C5F-A7F8-87A4112C79D1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31" creationId="{63CA2B50-86F9-1D34-829E-64AA434A15A8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32" creationId="{6F15706A-0E8A-AF24-1622-796BB39647B1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33" creationId="{985B0BB8-E329-D2A3-1D05-AC883E41E344}"/>
          </ac:inkMkLst>
        </pc:inkChg>
        <pc:inkChg chg="add">
          <ac:chgData name="Rahul Mishra" userId="57c6469e-ac64-4888-811b-35f0aabddbad" providerId="ADAL" clId="{2587B58E-4F3B-47AB-B3EB-62407C9160B0}" dt="2025-10-04T03:58:59.136" v="28" actId="9405"/>
          <ac:inkMkLst>
            <pc:docMk/>
            <pc:sldMk cId="2602044277" sldId="737"/>
            <ac:inkMk id="34" creationId="{C74697F3-98E8-6228-634D-325A0410ED95}"/>
          </ac:inkMkLst>
        </pc:inkChg>
        <pc:inkChg chg="add">
          <ac:chgData name="Rahul Mishra" userId="57c6469e-ac64-4888-811b-35f0aabddbad" providerId="ADAL" clId="{2587B58E-4F3B-47AB-B3EB-62407C9160B0}" dt="2025-10-04T03:58:59.336" v="29" actId="9405"/>
          <ac:inkMkLst>
            <pc:docMk/>
            <pc:sldMk cId="2602044277" sldId="737"/>
            <ac:inkMk id="35" creationId="{913E877B-2CCC-04AC-D190-7C1A759A4B86}"/>
          </ac:inkMkLst>
        </pc:inkChg>
        <pc:inkChg chg="add mod">
          <ac:chgData name="Rahul Mishra" userId="57c6469e-ac64-4888-811b-35f0aabddbad" providerId="ADAL" clId="{2587B58E-4F3B-47AB-B3EB-62407C9160B0}" dt="2025-10-04T03:59:01.518" v="35"/>
          <ac:inkMkLst>
            <pc:docMk/>
            <pc:sldMk cId="2602044277" sldId="737"/>
            <ac:inkMk id="36" creationId="{E502C89C-01CC-8EF2-8CAF-2567511D6579}"/>
          </ac:inkMkLst>
        </pc:inkChg>
        <pc:inkChg chg="add">
          <ac:chgData name="Rahul Mishra" userId="57c6469e-ac64-4888-811b-35f0aabddbad" providerId="ADAL" clId="{2587B58E-4F3B-47AB-B3EB-62407C9160B0}" dt="2025-10-04T03:58:59.952" v="31" actId="9405"/>
          <ac:inkMkLst>
            <pc:docMk/>
            <pc:sldMk cId="2602044277" sldId="737"/>
            <ac:inkMk id="37" creationId="{748BDB9A-6B6A-7E02-B83C-C2E690AE8250}"/>
          </ac:inkMkLst>
        </pc:inkChg>
        <pc:inkChg chg="add">
          <ac:chgData name="Rahul Mishra" userId="57c6469e-ac64-4888-811b-35f0aabddbad" providerId="ADAL" clId="{2587B58E-4F3B-47AB-B3EB-62407C9160B0}" dt="2025-10-04T03:59:00.280" v="32" actId="9405"/>
          <ac:inkMkLst>
            <pc:docMk/>
            <pc:sldMk cId="2602044277" sldId="737"/>
            <ac:inkMk id="38" creationId="{DBD71916-0E99-D44C-CE55-77DF7948892E}"/>
          </ac:inkMkLst>
        </pc:inkChg>
        <pc:inkChg chg="add">
          <ac:chgData name="Rahul Mishra" userId="57c6469e-ac64-4888-811b-35f0aabddbad" providerId="ADAL" clId="{2587B58E-4F3B-47AB-B3EB-62407C9160B0}" dt="2025-10-04T03:59:00.418" v="33" actId="9405"/>
          <ac:inkMkLst>
            <pc:docMk/>
            <pc:sldMk cId="2602044277" sldId="737"/>
            <ac:inkMk id="39" creationId="{083A0A70-8B5E-5CF0-96BE-1AAF4B72740D}"/>
          </ac:inkMkLst>
        </pc:inkChg>
        <pc:inkChg chg="add">
          <ac:chgData name="Rahul Mishra" userId="57c6469e-ac64-4888-811b-35f0aabddbad" providerId="ADAL" clId="{2587B58E-4F3B-47AB-B3EB-62407C9160B0}" dt="2025-10-04T03:59:00.683" v="34" actId="9405"/>
          <ac:inkMkLst>
            <pc:docMk/>
            <pc:sldMk cId="2602044277" sldId="737"/>
            <ac:inkMk id="40" creationId="{78BA83D0-049C-1E70-1F48-DC714B253B19}"/>
          </ac:inkMkLst>
        </pc:inkChg>
      </pc:sldChg>
      <pc:sldChg chg="addSp">
        <pc:chgData name="Rahul Mishra" userId="57c6469e-ac64-4888-811b-35f0aabddbad" providerId="ADAL" clId="{2587B58E-4F3B-47AB-B3EB-62407C9160B0}" dt="2025-10-04T03:57:34.836" v="1"/>
        <pc:sldMkLst>
          <pc:docMk/>
          <pc:sldMk cId="2204806360" sldId="738"/>
        </pc:sldMkLst>
        <pc:inkChg chg="add">
          <ac:chgData name="Rahul Mishra" userId="57c6469e-ac64-4888-811b-35f0aabddbad" providerId="ADAL" clId="{2587B58E-4F3B-47AB-B3EB-62407C9160B0}" dt="2025-10-04T03:57:34.836" v="1"/>
          <ac:inkMkLst>
            <pc:docMk/>
            <pc:sldMk cId="2204806360" sldId="738"/>
            <ac:inkMk id="6" creationId="{58021525-BE23-89F1-004A-0463CE94E317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1280433935" sldId="739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1280433935" sldId="739"/>
            <ac:inkMk id="2" creationId="{B3F86DAC-61E0-D45E-D341-F7D8260D2FE2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770549930" sldId="740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770549930" sldId="740"/>
            <ac:inkMk id="2" creationId="{64B7E59A-8DAB-6BCE-F10C-44F35A78E186}"/>
          </ac:inkMkLst>
        </pc:inkChg>
      </pc:sldChg>
      <pc:sldChg chg="addSp">
        <pc:chgData name="Rahul Mishra" userId="57c6469e-ac64-4888-811b-35f0aabddbad" providerId="ADAL" clId="{2587B58E-4F3B-47AB-B3EB-62407C9160B0}" dt="2025-10-05T02:54:24.167" v="57"/>
        <pc:sldMkLst>
          <pc:docMk/>
          <pc:sldMk cId="1864723585" sldId="741"/>
        </pc:sldMkLst>
        <pc:inkChg chg="add">
          <ac:chgData name="Rahul Mishra" userId="57c6469e-ac64-4888-811b-35f0aabddbad" providerId="ADAL" clId="{2587B58E-4F3B-47AB-B3EB-62407C9160B0}" dt="2025-10-05T02:54:24.167" v="57"/>
          <ac:inkMkLst>
            <pc:docMk/>
            <pc:sldMk cId="1864723585" sldId="741"/>
            <ac:inkMk id="3" creationId="{2B931619-BF3D-3AED-C58D-EA8A70226206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01:39.323" v="268" actId="9405"/>
        <pc:sldMkLst>
          <pc:docMk/>
          <pc:sldMk cId="2276585744" sldId="745"/>
        </pc:sldMkLst>
        <pc:grpChg chg="del mod">
          <ac:chgData name="Rahul Mishra" userId="57c6469e-ac64-4888-811b-35f0aabddbad" providerId="ADAL" clId="{2587B58E-4F3B-47AB-B3EB-62407C9160B0}" dt="2025-10-05T02:57:39.897" v="62"/>
          <ac:grpSpMkLst>
            <pc:docMk/>
            <pc:sldMk cId="2276585744" sldId="745"/>
            <ac:grpSpMk id="5" creationId="{56BFF96B-87A8-B1E8-D8C3-6097E9B708AC}"/>
          </ac:grpSpMkLst>
        </pc:grpChg>
        <pc:grpChg chg="del mod">
          <ac:chgData name="Rahul Mishra" userId="57c6469e-ac64-4888-811b-35f0aabddbad" providerId="ADAL" clId="{2587B58E-4F3B-47AB-B3EB-62407C9160B0}" dt="2025-10-05T02:57:43.120" v="67"/>
          <ac:grpSpMkLst>
            <pc:docMk/>
            <pc:sldMk cId="2276585744" sldId="745"/>
            <ac:grpSpMk id="7" creationId="{421A776C-3B29-7A11-4FFC-A12263BD058F}"/>
          </ac:grpSpMkLst>
        </pc:grpChg>
        <pc:grpChg chg="del mod">
          <ac:chgData name="Rahul Mishra" userId="57c6469e-ac64-4888-811b-35f0aabddbad" providerId="ADAL" clId="{2587B58E-4F3B-47AB-B3EB-62407C9160B0}" dt="2025-10-05T02:57:46.649" v="72"/>
          <ac:grpSpMkLst>
            <pc:docMk/>
            <pc:sldMk cId="2276585744" sldId="745"/>
            <ac:grpSpMk id="12" creationId="{45E81823-F402-A7A1-17C7-7441A07E0999}"/>
          </ac:grpSpMkLst>
        </pc:grpChg>
        <pc:grpChg chg="del mod">
          <ac:chgData name="Rahul Mishra" userId="57c6469e-ac64-4888-811b-35f0aabddbad" providerId="ADAL" clId="{2587B58E-4F3B-47AB-B3EB-62407C9160B0}" dt="2025-10-05T02:57:52.103" v="77"/>
          <ac:grpSpMkLst>
            <pc:docMk/>
            <pc:sldMk cId="2276585744" sldId="745"/>
            <ac:grpSpMk id="17" creationId="{8F551CF3-4C1C-814C-FBC6-B58667052AFF}"/>
          </ac:grpSpMkLst>
        </pc:grpChg>
        <pc:grpChg chg="del mod">
          <ac:chgData name="Rahul Mishra" userId="57c6469e-ac64-4888-811b-35f0aabddbad" providerId="ADAL" clId="{2587B58E-4F3B-47AB-B3EB-62407C9160B0}" dt="2025-10-05T02:57:55.108" v="82"/>
          <ac:grpSpMkLst>
            <pc:docMk/>
            <pc:sldMk cId="2276585744" sldId="745"/>
            <ac:grpSpMk id="22" creationId="{85974277-B8B0-19D4-BC63-4C1599841FC0}"/>
          </ac:grpSpMkLst>
        </pc:grpChg>
        <pc:grpChg chg="del mod">
          <ac:chgData name="Rahul Mishra" userId="57c6469e-ac64-4888-811b-35f0aabddbad" providerId="ADAL" clId="{2587B58E-4F3B-47AB-B3EB-62407C9160B0}" dt="2025-10-05T02:57:59.593" v="91"/>
          <ac:grpSpMkLst>
            <pc:docMk/>
            <pc:sldMk cId="2276585744" sldId="745"/>
            <ac:grpSpMk id="27" creationId="{2786CE03-40D8-EA85-6F2C-18AC57E4064B}"/>
          </ac:grpSpMkLst>
        </pc:grpChg>
        <pc:grpChg chg="del mod">
          <ac:chgData name="Rahul Mishra" userId="57c6469e-ac64-4888-811b-35f0aabddbad" providerId="ADAL" clId="{2587B58E-4F3B-47AB-B3EB-62407C9160B0}" dt="2025-10-05T02:58:04.690" v="96"/>
          <ac:grpSpMkLst>
            <pc:docMk/>
            <pc:sldMk cId="2276585744" sldId="745"/>
            <ac:grpSpMk id="36" creationId="{1790F0E7-C65B-B761-D207-056824DBA1C8}"/>
          </ac:grpSpMkLst>
        </pc:grpChg>
        <pc:grpChg chg="del mod">
          <ac:chgData name="Rahul Mishra" userId="57c6469e-ac64-4888-811b-35f0aabddbad" providerId="ADAL" clId="{2587B58E-4F3B-47AB-B3EB-62407C9160B0}" dt="2025-10-05T02:58:07.372" v="101"/>
          <ac:grpSpMkLst>
            <pc:docMk/>
            <pc:sldMk cId="2276585744" sldId="745"/>
            <ac:grpSpMk id="41" creationId="{80E3F058-F865-3D37-11FA-1965D53144FB}"/>
          </ac:grpSpMkLst>
        </pc:grpChg>
        <pc:grpChg chg="mod">
          <ac:chgData name="Rahul Mishra" userId="57c6469e-ac64-4888-811b-35f0aabddbad" providerId="ADAL" clId="{2587B58E-4F3B-47AB-B3EB-62407C9160B0}" dt="2025-10-05T02:58:07.372" v="101"/>
          <ac:grpSpMkLst>
            <pc:docMk/>
            <pc:sldMk cId="2276585744" sldId="745"/>
            <ac:grpSpMk id="46" creationId="{0C20561B-FED6-4C97-19E4-F811E0289A3A}"/>
          </ac:grpSpMkLst>
        </pc:grpChg>
        <pc:grpChg chg="mod">
          <ac:chgData name="Rahul Mishra" userId="57c6469e-ac64-4888-811b-35f0aabddbad" providerId="ADAL" clId="{2587B58E-4F3B-47AB-B3EB-62407C9160B0}" dt="2025-10-05T02:58:18.206" v="112"/>
          <ac:grpSpMkLst>
            <pc:docMk/>
            <pc:sldMk cId="2276585744" sldId="745"/>
            <ac:grpSpMk id="57" creationId="{8C395D9F-D981-7D49-1831-85455092DE20}"/>
          </ac:grpSpMkLst>
        </pc:grpChg>
        <pc:grpChg chg="del mod">
          <ac:chgData name="Rahul Mishra" userId="57c6469e-ac64-4888-811b-35f0aabddbad" providerId="ADAL" clId="{2587B58E-4F3B-47AB-B3EB-62407C9160B0}" dt="2025-10-05T02:58:22.259" v="118"/>
          <ac:grpSpMkLst>
            <pc:docMk/>
            <pc:sldMk cId="2276585744" sldId="745"/>
            <ac:grpSpMk id="63" creationId="{7530A3E2-BE89-B574-797F-87DE141217B2}"/>
          </ac:grpSpMkLst>
        </pc:grpChg>
        <pc:grpChg chg="mod">
          <ac:chgData name="Rahul Mishra" userId="57c6469e-ac64-4888-811b-35f0aabddbad" providerId="ADAL" clId="{2587B58E-4F3B-47AB-B3EB-62407C9160B0}" dt="2025-10-05T02:58:22.259" v="118"/>
          <ac:grpSpMkLst>
            <pc:docMk/>
            <pc:sldMk cId="2276585744" sldId="745"/>
            <ac:grpSpMk id="64" creationId="{480A38C7-E307-0152-B202-996FFC27D109}"/>
          </ac:grpSpMkLst>
        </pc:grpChg>
        <pc:grpChg chg="del mod">
          <ac:chgData name="Rahul Mishra" userId="57c6469e-ac64-4888-811b-35f0aabddbad" providerId="ADAL" clId="{2587B58E-4F3B-47AB-B3EB-62407C9160B0}" dt="2025-10-05T02:58:32.658" v="128"/>
          <ac:grpSpMkLst>
            <pc:docMk/>
            <pc:sldMk cId="2276585744" sldId="745"/>
            <ac:grpSpMk id="71" creationId="{2B88B251-777C-878D-8BA9-6AA9C9CF883A}"/>
          </ac:grpSpMkLst>
        </pc:grpChg>
        <pc:grpChg chg="mod">
          <ac:chgData name="Rahul Mishra" userId="57c6469e-ac64-4888-811b-35f0aabddbad" providerId="ADAL" clId="{2587B58E-4F3B-47AB-B3EB-62407C9160B0}" dt="2025-10-05T02:58:28.185" v="125"/>
          <ac:grpSpMkLst>
            <pc:docMk/>
            <pc:sldMk cId="2276585744" sldId="745"/>
            <ac:grpSpMk id="72" creationId="{C9E3B8AA-73D3-902A-7F29-69D5869F25A1}"/>
          </ac:grpSpMkLst>
        </pc:grpChg>
        <pc:grpChg chg="mod">
          <ac:chgData name="Rahul Mishra" userId="57c6469e-ac64-4888-811b-35f0aabddbad" providerId="ADAL" clId="{2587B58E-4F3B-47AB-B3EB-62407C9160B0}" dt="2025-10-05T02:58:32.658" v="128"/>
          <ac:grpSpMkLst>
            <pc:docMk/>
            <pc:sldMk cId="2276585744" sldId="745"/>
            <ac:grpSpMk id="75" creationId="{E4B0B4CC-8489-4296-186D-6762E5FB4A22}"/>
          </ac:grpSpMkLst>
        </pc:grpChg>
        <pc:grpChg chg="mod">
          <ac:chgData name="Rahul Mishra" userId="57c6469e-ac64-4888-811b-35f0aabddbad" providerId="ADAL" clId="{2587B58E-4F3B-47AB-B3EB-62407C9160B0}" dt="2025-10-05T02:58:35.821" v="131"/>
          <ac:grpSpMkLst>
            <pc:docMk/>
            <pc:sldMk cId="2276585744" sldId="745"/>
            <ac:grpSpMk id="78" creationId="{8D009692-B282-52CA-E586-14EDCD5B216B}"/>
          </ac:grpSpMkLst>
        </pc:grpChg>
        <pc:grpChg chg="mod">
          <ac:chgData name="Rahul Mishra" userId="57c6469e-ac64-4888-811b-35f0aabddbad" providerId="ADAL" clId="{2587B58E-4F3B-47AB-B3EB-62407C9160B0}" dt="2025-10-05T02:58:43.121" v="134"/>
          <ac:grpSpMkLst>
            <pc:docMk/>
            <pc:sldMk cId="2276585744" sldId="745"/>
            <ac:grpSpMk id="81" creationId="{4BF6C71D-E380-EA24-F366-9FC02CEFBBDD}"/>
          </ac:grpSpMkLst>
        </pc:grpChg>
        <pc:grpChg chg="mod">
          <ac:chgData name="Rahul Mishra" userId="57c6469e-ac64-4888-811b-35f0aabddbad" providerId="ADAL" clId="{2587B58E-4F3B-47AB-B3EB-62407C9160B0}" dt="2025-10-05T02:58:58.290" v="140"/>
          <ac:grpSpMkLst>
            <pc:docMk/>
            <pc:sldMk cId="2276585744" sldId="745"/>
            <ac:grpSpMk id="87" creationId="{E4008E09-A648-31CB-691B-CB705765EA8F}"/>
          </ac:grpSpMkLst>
        </pc:grpChg>
        <pc:grpChg chg="del mod">
          <ac:chgData name="Rahul Mishra" userId="57c6469e-ac64-4888-811b-35f0aabddbad" providerId="ADAL" clId="{2587B58E-4F3B-47AB-B3EB-62407C9160B0}" dt="2025-10-05T02:59:10.756" v="148"/>
          <ac:grpSpMkLst>
            <pc:docMk/>
            <pc:sldMk cId="2276585744" sldId="745"/>
            <ac:grpSpMk id="90" creationId="{E367F4C9-715B-F614-F01A-6BD86F74D272}"/>
          </ac:grpSpMkLst>
        </pc:grpChg>
        <pc:grpChg chg="mod">
          <ac:chgData name="Rahul Mishra" userId="57c6469e-ac64-4888-811b-35f0aabddbad" providerId="ADAL" clId="{2587B58E-4F3B-47AB-B3EB-62407C9160B0}" dt="2025-10-05T02:59:10.756" v="148"/>
          <ac:grpSpMkLst>
            <pc:docMk/>
            <pc:sldMk cId="2276585744" sldId="745"/>
            <ac:grpSpMk id="95" creationId="{90F35FA7-7C0A-24BE-FA44-F7B20D6AB635}"/>
          </ac:grpSpMkLst>
        </pc:grpChg>
        <pc:grpChg chg="del mod">
          <ac:chgData name="Rahul Mishra" userId="57c6469e-ac64-4888-811b-35f0aabddbad" providerId="ADAL" clId="{2587B58E-4F3B-47AB-B3EB-62407C9160B0}" dt="2025-10-05T02:59:21.002" v="159"/>
          <ac:grpSpMkLst>
            <pc:docMk/>
            <pc:sldMk cId="2276585744" sldId="745"/>
            <ac:grpSpMk id="103" creationId="{72C0F0B3-2A9D-486F-66D7-E2A1A40F6180}"/>
          </ac:grpSpMkLst>
        </pc:grpChg>
        <pc:grpChg chg="del mod">
          <ac:chgData name="Rahul Mishra" userId="57c6469e-ac64-4888-811b-35f0aabddbad" providerId="ADAL" clId="{2587B58E-4F3B-47AB-B3EB-62407C9160B0}" dt="2025-10-05T02:59:22.410" v="162"/>
          <ac:grpSpMkLst>
            <pc:docMk/>
            <pc:sldMk cId="2276585744" sldId="745"/>
            <ac:grpSpMk id="106" creationId="{E4561974-9DA2-149A-65D3-4C24BB5CE5D6}"/>
          </ac:grpSpMkLst>
        </pc:grpChg>
        <pc:grpChg chg="mod">
          <ac:chgData name="Rahul Mishra" userId="57c6469e-ac64-4888-811b-35f0aabddbad" providerId="ADAL" clId="{2587B58E-4F3B-47AB-B3EB-62407C9160B0}" dt="2025-10-05T02:59:22.410" v="162"/>
          <ac:grpSpMkLst>
            <pc:docMk/>
            <pc:sldMk cId="2276585744" sldId="745"/>
            <ac:grpSpMk id="109" creationId="{E551DD81-4EA2-E4E6-9A65-AACE57760111}"/>
          </ac:grpSpMkLst>
        </pc:grpChg>
        <pc:grpChg chg="mod">
          <ac:chgData name="Rahul Mishra" userId="57c6469e-ac64-4888-811b-35f0aabddbad" providerId="ADAL" clId="{2587B58E-4F3B-47AB-B3EB-62407C9160B0}" dt="2025-10-05T02:59:27.651" v="165"/>
          <ac:grpSpMkLst>
            <pc:docMk/>
            <pc:sldMk cId="2276585744" sldId="745"/>
            <ac:grpSpMk id="112" creationId="{CF77EE09-1F44-CFAF-A819-1AA4FA17A5AD}"/>
          </ac:grpSpMkLst>
        </pc:grpChg>
        <pc:grpChg chg="del mod">
          <ac:chgData name="Rahul Mishra" userId="57c6469e-ac64-4888-811b-35f0aabddbad" providerId="ADAL" clId="{2587B58E-4F3B-47AB-B3EB-62407C9160B0}" dt="2025-10-05T02:59:36.301" v="171"/>
          <ac:grpSpMkLst>
            <pc:docMk/>
            <pc:sldMk cId="2276585744" sldId="745"/>
            <ac:grpSpMk id="115" creationId="{4EA7B7AE-EFB1-48B2-5230-F961594A1257}"/>
          </ac:grpSpMkLst>
        </pc:grpChg>
        <pc:grpChg chg="del mod">
          <ac:chgData name="Rahul Mishra" userId="57c6469e-ac64-4888-811b-35f0aabddbad" providerId="ADAL" clId="{2587B58E-4F3B-47AB-B3EB-62407C9160B0}" dt="2025-10-05T02:59:38.662" v="174"/>
          <ac:grpSpMkLst>
            <pc:docMk/>
            <pc:sldMk cId="2276585744" sldId="745"/>
            <ac:grpSpMk id="118" creationId="{4F55F707-BDC2-AF58-F662-2A0A17BE1D3D}"/>
          </ac:grpSpMkLst>
        </pc:grpChg>
        <pc:grpChg chg="del mod">
          <ac:chgData name="Rahul Mishra" userId="57c6469e-ac64-4888-811b-35f0aabddbad" providerId="ADAL" clId="{2587B58E-4F3B-47AB-B3EB-62407C9160B0}" dt="2025-10-05T02:59:46.456" v="185"/>
          <ac:grpSpMkLst>
            <pc:docMk/>
            <pc:sldMk cId="2276585744" sldId="745"/>
            <ac:grpSpMk id="121" creationId="{19C1F1DE-F461-8460-0416-9E31DF004036}"/>
          </ac:grpSpMkLst>
        </pc:grpChg>
        <pc:grpChg chg="mod">
          <ac:chgData name="Rahul Mishra" userId="57c6469e-ac64-4888-811b-35f0aabddbad" providerId="ADAL" clId="{2587B58E-4F3B-47AB-B3EB-62407C9160B0}" dt="2025-10-05T02:59:46.456" v="185"/>
          <ac:grpSpMkLst>
            <pc:docMk/>
            <pc:sldMk cId="2276585744" sldId="745"/>
            <ac:grpSpMk id="132" creationId="{7AA7FB44-FA96-2D47-A6FE-7DDB2FA9AAC4}"/>
          </ac:grpSpMkLst>
        </pc:grpChg>
        <pc:grpChg chg="mod">
          <ac:chgData name="Rahul Mishra" userId="57c6469e-ac64-4888-811b-35f0aabddbad" providerId="ADAL" clId="{2587B58E-4F3B-47AB-B3EB-62407C9160B0}" dt="2025-10-05T02:59:46.456" v="185"/>
          <ac:grpSpMkLst>
            <pc:docMk/>
            <pc:sldMk cId="2276585744" sldId="745"/>
            <ac:grpSpMk id="133" creationId="{5BEC95B6-88BD-3FA1-5646-3A25F4DDC38C}"/>
          </ac:grpSpMkLst>
        </pc:grpChg>
        <pc:grpChg chg="mod">
          <ac:chgData name="Rahul Mishra" userId="57c6469e-ac64-4888-811b-35f0aabddbad" providerId="ADAL" clId="{2587B58E-4F3B-47AB-B3EB-62407C9160B0}" dt="2025-10-05T02:59:46.456" v="185"/>
          <ac:grpSpMkLst>
            <pc:docMk/>
            <pc:sldMk cId="2276585744" sldId="745"/>
            <ac:grpSpMk id="134" creationId="{1DD82286-463B-DBE3-5500-3590632804EB}"/>
          </ac:grpSpMkLst>
        </pc:grpChg>
        <pc:grpChg chg="mod">
          <ac:chgData name="Rahul Mishra" userId="57c6469e-ac64-4888-811b-35f0aabddbad" providerId="ADAL" clId="{2587B58E-4F3B-47AB-B3EB-62407C9160B0}" dt="2025-10-05T02:59:46.456" v="185"/>
          <ac:grpSpMkLst>
            <pc:docMk/>
            <pc:sldMk cId="2276585744" sldId="745"/>
            <ac:grpSpMk id="135" creationId="{05668D11-7CCE-B5DC-C20E-94F27F88218C}"/>
          </ac:grpSpMkLst>
        </pc:grpChg>
        <pc:grpChg chg="del mod">
          <ac:chgData name="Rahul Mishra" userId="57c6469e-ac64-4888-811b-35f0aabddbad" providerId="ADAL" clId="{2587B58E-4F3B-47AB-B3EB-62407C9160B0}" dt="2025-10-05T02:59:56.606" v="200"/>
          <ac:grpSpMkLst>
            <pc:docMk/>
            <pc:sldMk cId="2276585744" sldId="745"/>
            <ac:grpSpMk id="145" creationId="{1C54883C-3E8D-373A-AAFF-F5E147001647}"/>
          </ac:grpSpMkLst>
        </pc:grpChg>
        <pc:grpChg chg="mod">
          <ac:chgData name="Rahul Mishra" userId="57c6469e-ac64-4888-811b-35f0aabddbad" providerId="ADAL" clId="{2587B58E-4F3B-47AB-B3EB-62407C9160B0}" dt="2025-10-05T02:59:56.606" v="200"/>
          <ac:grpSpMkLst>
            <pc:docMk/>
            <pc:sldMk cId="2276585744" sldId="745"/>
            <ac:grpSpMk id="150" creationId="{C6D4F803-9998-6977-56CF-85D4A814BD36}"/>
          </ac:grpSpMkLst>
        </pc:grpChg>
        <pc:grpChg chg="mod">
          <ac:chgData name="Rahul Mishra" userId="57c6469e-ac64-4888-811b-35f0aabddbad" providerId="ADAL" clId="{2587B58E-4F3B-47AB-B3EB-62407C9160B0}" dt="2025-10-05T02:59:56.606" v="200"/>
          <ac:grpSpMkLst>
            <pc:docMk/>
            <pc:sldMk cId="2276585744" sldId="745"/>
            <ac:grpSpMk id="151" creationId="{2EFE8E07-B32F-2354-8AD1-87DA94ADB2C7}"/>
          </ac:grpSpMkLst>
        </pc:grpChg>
        <pc:grpChg chg="del mod">
          <ac:chgData name="Rahul Mishra" userId="57c6469e-ac64-4888-811b-35f0aabddbad" providerId="ADAL" clId="{2587B58E-4F3B-47AB-B3EB-62407C9160B0}" dt="2025-10-05T03:00:14.983" v="210"/>
          <ac:grpSpMkLst>
            <pc:docMk/>
            <pc:sldMk cId="2276585744" sldId="745"/>
            <ac:grpSpMk id="158" creationId="{C920088B-C01B-D688-560A-9526B6AB7279}"/>
          </ac:grpSpMkLst>
        </pc:grpChg>
        <pc:grpChg chg="mod">
          <ac:chgData name="Rahul Mishra" userId="57c6469e-ac64-4888-811b-35f0aabddbad" providerId="ADAL" clId="{2587B58E-4F3B-47AB-B3EB-62407C9160B0}" dt="2025-10-05T03:00:14.983" v="210"/>
          <ac:grpSpMkLst>
            <pc:docMk/>
            <pc:sldMk cId="2276585744" sldId="745"/>
            <ac:grpSpMk id="161" creationId="{921CDE52-DB78-74EC-0151-6E932F6E048A}"/>
          </ac:grpSpMkLst>
        </pc:grpChg>
        <pc:grpChg chg="mod">
          <ac:chgData name="Rahul Mishra" userId="57c6469e-ac64-4888-811b-35f0aabddbad" providerId="ADAL" clId="{2587B58E-4F3B-47AB-B3EB-62407C9160B0}" dt="2025-10-05T03:00:26.229" v="214"/>
          <ac:grpSpMkLst>
            <pc:docMk/>
            <pc:sldMk cId="2276585744" sldId="745"/>
            <ac:grpSpMk id="165" creationId="{F96A33CF-456D-1724-386F-5E31215270EE}"/>
          </ac:grpSpMkLst>
        </pc:grpChg>
        <pc:grpChg chg="del mod">
          <ac:chgData name="Rahul Mishra" userId="57c6469e-ac64-4888-811b-35f0aabddbad" providerId="ADAL" clId="{2587B58E-4F3B-47AB-B3EB-62407C9160B0}" dt="2025-10-05T03:00:34.203" v="223"/>
          <ac:grpSpMkLst>
            <pc:docMk/>
            <pc:sldMk cId="2276585744" sldId="745"/>
            <ac:grpSpMk id="174" creationId="{89F8898C-A6E1-4D6F-522B-AF861AB1EE6F}"/>
          </ac:grpSpMkLst>
        </pc:grpChg>
        <pc:grpChg chg="mod">
          <ac:chgData name="Rahul Mishra" userId="57c6469e-ac64-4888-811b-35f0aabddbad" providerId="ADAL" clId="{2587B58E-4F3B-47AB-B3EB-62407C9160B0}" dt="2025-10-05T03:00:34.203" v="223"/>
          <ac:grpSpMkLst>
            <pc:docMk/>
            <pc:sldMk cId="2276585744" sldId="745"/>
            <ac:grpSpMk id="175" creationId="{C04C1604-507C-F452-D84A-0C31341F7D23}"/>
          </ac:grpSpMkLst>
        </pc:grpChg>
        <pc:grpChg chg="del mod">
          <ac:chgData name="Rahul Mishra" userId="57c6469e-ac64-4888-811b-35f0aabddbad" providerId="ADAL" clId="{2587B58E-4F3B-47AB-B3EB-62407C9160B0}" dt="2025-10-05T03:00:53.711" v="232"/>
          <ac:grpSpMkLst>
            <pc:docMk/>
            <pc:sldMk cId="2276585744" sldId="745"/>
            <ac:grpSpMk id="184" creationId="{EFC72C89-749D-C488-53B3-74B45AB52BCD}"/>
          </ac:grpSpMkLst>
        </pc:grpChg>
        <pc:grpChg chg="del mod">
          <ac:chgData name="Rahul Mishra" userId="57c6469e-ac64-4888-811b-35f0aabddbad" providerId="ADAL" clId="{2587B58E-4F3B-47AB-B3EB-62407C9160B0}" dt="2025-10-05T03:01:04.094" v="247"/>
          <ac:grpSpMkLst>
            <pc:docMk/>
            <pc:sldMk cId="2276585744" sldId="745"/>
            <ac:grpSpMk id="185" creationId="{A02ED7C4-DE87-D94E-7414-BA43DD1F3794}"/>
          </ac:grpSpMkLst>
        </pc:grpChg>
        <pc:grpChg chg="del mod">
          <ac:chgData name="Rahul Mishra" userId="57c6469e-ac64-4888-811b-35f0aabddbad" providerId="ADAL" clId="{2587B58E-4F3B-47AB-B3EB-62407C9160B0}" dt="2025-10-05T03:01:04.094" v="247"/>
          <ac:grpSpMkLst>
            <pc:docMk/>
            <pc:sldMk cId="2276585744" sldId="745"/>
            <ac:grpSpMk id="188" creationId="{5F6813EC-3FFB-F259-CA27-67F2213B0E49}"/>
          </ac:grpSpMkLst>
        </pc:grpChg>
        <pc:grpChg chg="del mod">
          <ac:chgData name="Rahul Mishra" userId="57c6469e-ac64-4888-811b-35f0aabddbad" providerId="ADAL" clId="{2587B58E-4F3B-47AB-B3EB-62407C9160B0}" dt="2025-10-05T03:00:59.685" v="245"/>
          <ac:grpSpMkLst>
            <pc:docMk/>
            <pc:sldMk cId="2276585744" sldId="745"/>
            <ac:grpSpMk id="194" creationId="{FB1F8E6F-8E08-4307-50EF-8CEAA57CCFB2}"/>
          </ac:grpSpMkLst>
        </pc:grpChg>
        <pc:grpChg chg="del mod">
          <ac:chgData name="Rahul Mishra" userId="57c6469e-ac64-4888-811b-35f0aabddbad" providerId="ADAL" clId="{2587B58E-4F3B-47AB-B3EB-62407C9160B0}" dt="2025-10-05T03:00:59.685" v="245"/>
          <ac:grpSpMkLst>
            <pc:docMk/>
            <pc:sldMk cId="2276585744" sldId="745"/>
            <ac:grpSpMk id="195" creationId="{4A498017-ECF5-35B4-B6C1-C0AFFF5C5399}"/>
          </ac:grpSpMkLst>
        </pc:grpChg>
        <pc:grpChg chg="del mod">
          <ac:chgData name="Rahul Mishra" userId="57c6469e-ac64-4888-811b-35f0aabddbad" providerId="ADAL" clId="{2587B58E-4F3B-47AB-B3EB-62407C9160B0}" dt="2025-10-05T03:01:08.297" v="250"/>
          <ac:grpSpMkLst>
            <pc:docMk/>
            <pc:sldMk cId="2276585744" sldId="745"/>
            <ac:grpSpMk id="199" creationId="{C7F21D1E-4A9A-FC40-10C3-B7589378C5F7}"/>
          </ac:grpSpMkLst>
        </pc:grpChg>
        <pc:grpChg chg="del mod">
          <ac:chgData name="Rahul Mishra" userId="57c6469e-ac64-4888-811b-35f0aabddbad" providerId="ADAL" clId="{2587B58E-4F3B-47AB-B3EB-62407C9160B0}" dt="2025-10-05T03:01:36.084" v="267"/>
          <ac:grpSpMkLst>
            <pc:docMk/>
            <pc:sldMk cId="2276585744" sldId="745"/>
            <ac:grpSpMk id="201" creationId="{EEE4D8F5-1090-509E-0566-4368718773EA}"/>
          </ac:grpSpMkLst>
        </pc:grpChg>
        <pc:grpChg chg="mod">
          <ac:chgData name="Rahul Mishra" userId="57c6469e-ac64-4888-811b-35f0aabddbad" providerId="ADAL" clId="{2587B58E-4F3B-47AB-B3EB-62407C9160B0}" dt="2025-10-05T03:01:08.297" v="250"/>
          <ac:grpSpMkLst>
            <pc:docMk/>
            <pc:sldMk cId="2276585744" sldId="745"/>
            <ac:grpSpMk id="204" creationId="{CB6635D6-EE78-55DD-F326-5777EDEC4F46}"/>
          </ac:grpSpMkLst>
        </pc:grpChg>
        <pc:grpChg chg="mod">
          <ac:chgData name="Rahul Mishra" userId="57c6469e-ac64-4888-811b-35f0aabddbad" providerId="ADAL" clId="{2587B58E-4F3B-47AB-B3EB-62407C9160B0}" dt="2025-10-05T03:01:14.565" v="254"/>
          <ac:grpSpMkLst>
            <pc:docMk/>
            <pc:sldMk cId="2276585744" sldId="745"/>
            <ac:grpSpMk id="208" creationId="{BD45D317-B1DD-A1A9-6226-0474127F5266}"/>
          </ac:grpSpMkLst>
        </pc:grpChg>
        <pc:grpChg chg="del mod">
          <ac:chgData name="Rahul Mishra" userId="57c6469e-ac64-4888-811b-35f0aabddbad" providerId="ADAL" clId="{2587B58E-4F3B-47AB-B3EB-62407C9160B0}" dt="2025-10-05T03:01:33.871" v="265"/>
          <ac:grpSpMkLst>
            <pc:docMk/>
            <pc:sldMk cId="2276585744" sldId="745"/>
            <ac:grpSpMk id="212" creationId="{D8985093-3D46-202E-5448-B211CE118FFF}"/>
          </ac:grpSpMkLst>
        </pc:grpChg>
        <pc:grpChg chg="mod">
          <ac:chgData name="Rahul Mishra" userId="57c6469e-ac64-4888-811b-35f0aabddbad" providerId="ADAL" clId="{2587B58E-4F3B-47AB-B3EB-62407C9160B0}" dt="2025-10-05T03:01:30.145" v="261"/>
          <ac:grpSpMkLst>
            <pc:docMk/>
            <pc:sldMk cId="2276585744" sldId="745"/>
            <ac:grpSpMk id="215" creationId="{0CDF7570-DF3F-9C73-EDDF-5B58B5FDBB9A}"/>
          </ac:grpSpMkLst>
        </pc:grpChg>
        <pc:grpChg chg="mod">
          <ac:chgData name="Rahul Mishra" userId="57c6469e-ac64-4888-811b-35f0aabddbad" providerId="ADAL" clId="{2587B58E-4F3B-47AB-B3EB-62407C9160B0}" dt="2025-10-05T03:01:33.871" v="265"/>
          <ac:grpSpMkLst>
            <pc:docMk/>
            <pc:sldMk cId="2276585744" sldId="745"/>
            <ac:grpSpMk id="219" creationId="{7FAEA430-95BB-8EA8-11B0-81E51CEDC70A}"/>
          </ac:grpSpMkLst>
        </pc:grpChg>
        <pc:grpChg chg="mod">
          <ac:chgData name="Rahul Mishra" userId="57c6469e-ac64-4888-811b-35f0aabddbad" providerId="ADAL" clId="{2587B58E-4F3B-47AB-B3EB-62407C9160B0}" dt="2025-10-05T03:01:36.084" v="267"/>
          <ac:grpSpMkLst>
            <pc:docMk/>
            <pc:sldMk cId="2276585744" sldId="745"/>
            <ac:grpSpMk id="221" creationId="{633F4088-687D-B63E-D5B6-32557028F736}"/>
          </ac:grpSpMkLst>
        </pc:grp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3" creationId="{1CF46D6E-CDD5-FFA2-A173-BC062611243A}"/>
          </ac:inkMkLst>
        </pc:inkChg>
        <pc:inkChg chg="add mod">
          <ac:chgData name="Rahul Mishra" userId="57c6469e-ac64-4888-811b-35f0aabddbad" providerId="ADAL" clId="{2587B58E-4F3B-47AB-B3EB-62407C9160B0}" dt="2025-10-05T02:57:46.649" v="72"/>
          <ac:inkMkLst>
            <pc:docMk/>
            <pc:sldMk cId="2276585744" sldId="745"/>
            <ac:inkMk id="4" creationId="{D4ED4BC9-9612-4BCB-C13A-FB59E4F5B807}"/>
          </ac:inkMkLst>
        </pc:inkChg>
        <pc:inkChg chg="add mod">
          <ac:chgData name="Rahul Mishra" userId="57c6469e-ac64-4888-811b-35f0aabddbad" providerId="ADAL" clId="{2587B58E-4F3B-47AB-B3EB-62407C9160B0}" dt="2025-10-05T02:57:43.120" v="67"/>
          <ac:inkMkLst>
            <pc:docMk/>
            <pc:sldMk cId="2276585744" sldId="745"/>
            <ac:inkMk id="6" creationId="{D2826FD9-19D1-D771-F787-C69B385BCFA2}"/>
          </ac:inkMkLst>
        </pc:inkChg>
        <pc:inkChg chg="add mod">
          <ac:chgData name="Rahul Mishra" userId="57c6469e-ac64-4888-811b-35f0aabddbad" providerId="ADAL" clId="{2587B58E-4F3B-47AB-B3EB-62407C9160B0}" dt="2025-10-05T02:57:46.649" v="72"/>
          <ac:inkMkLst>
            <pc:docMk/>
            <pc:sldMk cId="2276585744" sldId="745"/>
            <ac:inkMk id="8" creationId="{3AF91613-8137-9B68-EAFB-F8EADC7D92E2}"/>
          </ac:inkMkLst>
        </pc:inkChg>
        <pc:inkChg chg="add mod">
          <ac:chgData name="Rahul Mishra" userId="57c6469e-ac64-4888-811b-35f0aabddbad" providerId="ADAL" clId="{2587B58E-4F3B-47AB-B3EB-62407C9160B0}" dt="2025-10-05T02:58:04.690" v="96"/>
          <ac:inkMkLst>
            <pc:docMk/>
            <pc:sldMk cId="2276585744" sldId="745"/>
            <ac:inkMk id="9" creationId="{E797C8D1-D986-29E4-F6E5-A9354383883E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10" creationId="{62B20D15-2077-93FC-4ED9-ED20CC15A59B}"/>
          </ac:inkMkLst>
        </pc:inkChg>
        <pc:inkChg chg="add mod">
          <ac:chgData name="Rahul Mishra" userId="57c6469e-ac64-4888-811b-35f0aabddbad" providerId="ADAL" clId="{2587B58E-4F3B-47AB-B3EB-62407C9160B0}" dt="2025-10-05T02:57:55.108" v="82"/>
          <ac:inkMkLst>
            <pc:docMk/>
            <pc:sldMk cId="2276585744" sldId="745"/>
            <ac:inkMk id="11" creationId="{11F10BBF-A15D-DC74-70E5-CE98B597694C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13" creationId="{8BC80E7F-FA62-52ED-9BC0-B26FA71E5A8E}"/>
          </ac:inkMkLst>
        </pc:inkChg>
        <pc:inkChg chg="add mod">
          <ac:chgData name="Rahul Mishra" userId="57c6469e-ac64-4888-811b-35f0aabddbad" providerId="ADAL" clId="{2587B58E-4F3B-47AB-B3EB-62407C9160B0}" dt="2025-10-05T02:57:55.108" v="82"/>
          <ac:inkMkLst>
            <pc:docMk/>
            <pc:sldMk cId="2276585744" sldId="745"/>
            <ac:inkMk id="14" creationId="{D6F7C0F3-FA23-F72E-A66A-C914E99954B6}"/>
          </ac:inkMkLst>
        </pc:inkChg>
        <pc:inkChg chg="add mod">
          <ac:chgData name="Rahul Mishra" userId="57c6469e-ac64-4888-811b-35f0aabddbad" providerId="ADAL" clId="{2587B58E-4F3B-47AB-B3EB-62407C9160B0}" dt="2025-10-05T02:57:52.103" v="77"/>
          <ac:inkMkLst>
            <pc:docMk/>
            <pc:sldMk cId="2276585744" sldId="745"/>
            <ac:inkMk id="15" creationId="{1C372C71-AA9C-3F76-ACD4-15459A2CE186}"/>
          </ac:inkMkLst>
        </pc:inkChg>
        <pc:inkChg chg="add">
          <ac:chgData name="Rahul Mishra" userId="57c6469e-ac64-4888-811b-35f0aabddbad" providerId="ADAL" clId="{2587B58E-4F3B-47AB-B3EB-62407C9160B0}" dt="2025-10-05T02:57:46.060" v="71" actId="9405"/>
          <ac:inkMkLst>
            <pc:docMk/>
            <pc:sldMk cId="2276585744" sldId="745"/>
            <ac:inkMk id="16" creationId="{D8FCBC84-83C1-4989-CFEF-77140DE80A1C}"/>
          </ac:inkMkLst>
        </pc:inkChg>
        <pc:inkChg chg="add mod">
          <ac:chgData name="Rahul Mishra" userId="57c6469e-ac64-4888-811b-35f0aabddbad" providerId="ADAL" clId="{2587B58E-4F3B-47AB-B3EB-62407C9160B0}" dt="2025-10-05T02:57:52.103" v="77"/>
          <ac:inkMkLst>
            <pc:docMk/>
            <pc:sldMk cId="2276585744" sldId="745"/>
            <ac:inkMk id="18" creationId="{40509918-D06E-D169-D041-50B3CD4DC8D6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19" creationId="{0BB8D1CC-56E0-972D-1EE7-E4358C842CDB}"/>
          </ac:inkMkLst>
        </pc:inkChg>
        <pc:inkChg chg="add mod">
          <ac:chgData name="Rahul Mishra" userId="57c6469e-ac64-4888-811b-35f0aabddbad" providerId="ADAL" clId="{2587B58E-4F3B-47AB-B3EB-62407C9160B0}" dt="2025-10-05T02:57:52.103" v="77"/>
          <ac:inkMkLst>
            <pc:docMk/>
            <pc:sldMk cId="2276585744" sldId="745"/>
            <ac:inkMk id="20" creationId="{18BEFCE0-AB06-F738-45F8-457E51F33B15}"/>
          </ac:inkMkLst>
        </pc:inkChg>
        <pc:inkChg chg="add">
          <ac:chgData name="Rahul Mishra" userId="57c6469e-ac64-4888-811b-35f0aabddbad" providerId="ADAL" clId="{2587B58E-4F3B-47AB-B3EB-62407C9160B0}" dt="2025-10-05T02:57:51.374" v="76" actId="9405"/>
          <ac:inkMkLst>
            <pc:docMk/>
            <pc:sldMk cId="2276585744" sldId="745"/>
            <ac:inkMk id="21" creationId="{F3A9F6B2-0338-9A8C-995C-6F4DA708CE7F}"/>
          </ac:inkMkLst>
        </pc:inkChg>
        <pc:inkChg chg="add">
          <ac:chgData name="Rahul Mishra" userId="57c6469e-ac64-4888-811b-35f0aabddbad" providerId="ADAL" clId="{2587B58E-4F3B-47AB-B3EB-62407C9160B0}" dt="2025-10-05T02:57:53.082" v="78" actId="9405"/>
          <ac:inkMkLst>
            <pc:docMk/>
            <pc:sldMk cId="2276585744" sldId="745"/>
            <ac:inkMk id="23" creationId="{11FDB208-5ED7-AA4D-5ABF-BC516E02CF05}"/>
          </ac:inkMkLst>
        </pc:inkChg>
        <pc:inkChg chg="add">
          <ac:chgData name="Rahul Mishra" userId="57c6469e-ac64-4888-811b-35f0aabddbad" providerId="ADAL" clId="{2587B58E-4F3B-47AB-B3EB-62407C9160B0}" dt="2025-10-05T02:57:53.437" v="79" actId="9405"/>
          <ac:inkMkLst>
            <pc:docMk/>
            <pc:sldMk cId="2276585744" sldId="745"/>
            <ac:inkMk id="24" creationId="{32BB4BF3-F526-956A-78D3-286D9BFF0AEE}"/>
          </ac:inkMkLst>
        </pc:inkChg>
        <pc:inkChg chg="add mod">
          <ac:chgData name="Rahul Mishra" userId="57c6469e-ac64-4888-811b-35f0aabddbad" providerId="ADAL" clId="{2587B58E-4F3B-47AB-B3EB-62407C9160B0}" dt="2025-10-05T02:57:55.108" v="82"/>
          <ac:inkMkLst>
            <pc:docMk/>
            <pc:sldMk cId="2276585744" sldId="745"/>
            <ac:inkMk id="25" creationId="{0C3198A5-494B-CA5F-4E80-A80CBF43DFC5}"/>
          </ac:inkMkLst>
        </pc:inkChg>
        <pc:inkChg chg="add">
          <ac:chgData name="Rahul Mishra" userId="57c6469e-ac64-4888-811b-35f0aabddbad" providerId="ADAL" clId="{2587B58E-4F3B-47AB-B3EB-62407C9160B0}" dt="2025-10-05T02:57:54.166" v="81" actId="9405"/>
          <ac:inkMkLst>
            <pc:docMk/>
            <pc:sldMk cId="2276585744" sldId="745"/>
            <ac:inkMk id="26" creationId="{874E3BC4-129C-9D2A-1DB0-7D603E371378}"/>
          </ac:inkMkLst>
        </pc:inkChg>
        <pc:inkChg chg="add">
          <ac:chgData name="Rahul Mishra" userId="57c6469e-ac64-4888-811b-35f0aabddbad" providerId="ADAL" clId="{2587B58E-4F3B-47AB-B3EB-62407C9160B0}" dt="2025-10-05T02:57:55.637" v="83" actId="9405"/>
          <ac:inkMkLst>
            <pc:docMk/>
            <pc:sldMk cId="2276585744" sldId="745"/>
            <ac:inkMk id="28" creationId="{0CD5961F-59A2-686B-CCE9-C06A79F6CC31}"/>
          </ac:inkMkLst>
        </pc:inkChg>
        <pc:inkChg chg="add">
          <ac:chgData name="Rahul Mishra" userId="57c6469e-ac64-4888-811b-35f0aabddbad" providerId="ADAL" clId="{2587B58E-4F3B-47AB-B3EB-62407C9160B0}" dt="2025-10-05T02:57:56.131" v="84" actId="9405"/>
          <ac:inkMkLst>
            <pc:docMk/>
            <pc:sldMk cId="2276585744" sldId="745"/>
            <ac:inkMk id="29" creationId="{C3962C0A-E0A1-895C-52DA-EFE315B0613F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30" creationId="{1BD1FCCA-DED9-A7D8-B75F-06BCCD89F588}"/>
          </ac:inkMkLst>
        </pc:inkChg>
        <pc:inkChg chg="add">
          <ac:chgData name="Rahul Mishra" userId="57c6469e-ac64-4888-811b-35f0aabddbad" providerId="ADAL" clId="{2587B58E-4F3B-47AB-B3EB-62407C9160B0}" dt="2025-10-05T02:57:56.908" v="86" actId="9405"/>
          <ac:inkMkLst>
            <pc:docMk/>
            <pc:sldMk cId="2276585744" sldId="745"/>
            <ac:inkMk id="31" creationId="{253B85A6-8BEE-7FC5-B3CC-FE029F7E7AF9}"/>
          </ac:inkMkLst>
        </pc:inkChg>
        <pc:inkChg chg="add">
          <ac:chgData name="Rahul Mishra" userId="57c6469e-ac64-4888-811b-35f0aabddbad" providerId="ADAL" clId="{2587B58E-4F3B-47AB-B3EB-62407C9160B0}" dt="2025-10-05T02:57:57.573" v="87" actId="9405"/>
          <ac:inkMkLst>
            <pc:docMk/>
            <pc:sldMk cId="2276585744" sldId="745"/>
            <ac:inkMk id="32" creationId="{558AFB09-680B-13A9-B941-C2E58709AF54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33" creationId="{97B4674A-EF5E-FCA6-7CEC-EDF7153BA6EB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34" creationId="{DC3B5845-056C-4CFB-D001-E76D60CAABA3}"/>
          </ac:inkMkLst>
        </pc:inkChg>
        <pc:inkChg chg="add">
          <ac:chgData name="Rahul Mishra" userId="57c6469e-ac64-4888-811b-35f0aabddbad" providerId="ADAL" clId="{2587B58E-4F3B-47AB-B3EB-62407C9160B0}" dt="2025-10-05T02:57:58.983" v="90" actId="9405"/>
          <ac:inkMkLst>
            <pc:docMk/>
            <pc:sldMk cId="2276585744" sldId="745"/>
            <ac:inkMk id="35" creationId="{B8D0F8DB-E703-99C8-CD7D-0733AAE3B7A7}"/>
          </ac:inkMkLst>
        </pc:inkChg>
        <pc:inkChg chg="add">
          <ac:chgData name="Rahul Mishra" userId="57c6469e-ac64-4888-811b-35f0aabddbad" providerId="ADAL" clId="{2587B58E-4F3B-47AB-B3EB-62407C9160B0}" dt="2025-10-05T02:58:02.576" v="92" actId="9405"/>
          <ac:inkMkLst>
            <pc:docMk/>
            <pc:sldMk cId="2276585744" sldId="745"/>
            <ac:inkMk id="37" creationId="{1133A98C-3721-DD90-6A69-7233C59EB9C7}"/>
          </ac:inkMkLst>
        </pc:inkChg>
        <pc:inkChg chg="add">
          <ac:chgData name="Rahul Mishra" userId="57c6469e-ac64-4888-811b-35f0aabddbad" providerId="ADAL" clId="{2587B58E-4F3B-47AB-B3EB-62407C9160B0}" dt="2025-10-05T02:58:02.971" v="93" actId="9405"/>
          <ac:inkMkLst>
            <pc:docMk/>
            <pc:sldMk cId="2276585744" sldId="745"/>
            <ac:inkMk id="38" creationId="{141D79C6-D48C-BF8A-DE83-2117A8B9D125}"/>
          </ac:inkMkLst>
        </pc:inkChg>
        <pc:inkChg chg="add">
          <ac:chgData name="Rahul Mishra" userId="57c6469e-ac64-4888-811b-35f0aabddbad" providerId="ADAL" clId="{2587B58E-4F3B-47AB-B3EB-62407C9160B0}" dt="2025-10-05T02:58:03.401" v="94" actId="9405"/>
          <ac:inkMkLst>
            <pc:docMk/>
            <pc:sldMk cId="2276585744" sldId="745"/>
            <ac:inkMk id="39" creationId="{7CAE15DF-DF1E-E0C4-25E1-6C627989BD81}"/>
          </ac:inkMkLst>
        </pc:inkChg>
        <pc:inkChg chg="add">
          <ac:chgData name="Rahul Mishra" userId="57c6469e-ac64-4888-811b-35f0aabddbad" providerId="ADAL" clId="{2587B58E-4F3B-47AB-B3EB-62407C9160B0}" dt="2025-10-05T02:58:03.845" v="95" actId="9405"/>
          <ac:inkMkLst>
            <pc:docMk/>
            <pc:sldMk cId="2276585744" sldId="745"/>
            <ac:inkMk id="40" creationId="{027E8046-F271-746E-E8EA-3BA03B0FA73D}"/>
          </ac:inkMkLst>
        </pc:inkChg>
        <pc:inkChg chg="add mod">
          <ac:chgData name="Rahul Mishra" userId="57c6469e-ac64-4888-811b-35f0aabddbad" providerId="ADAL" clId="{2587B58E-4F3B-47AB-B3EB-62407C9160B0}" dt="2025-10-05T02:58:07.372" v="101"/>
          <ac:inkMkLst>
            <pc:docMk/>
            <pc:sldMk cId="2276585744" sldId="745"/>
            <ac:inkMk id="42" creationId="{3F86BE91-75A8-68F8-CDF6-D84480EC5A63}"/>
          </ac:inkMkLst>
        </pc:inkChg>
        <pc:inkChg chg="add">
          <ac:chgData name="Rahul Mishra" userId="57c6469e-ac64-4888-811b-35f0aabddbad" providerId="ADAL" clId="{2587B58E-4F3B-47AB-B3EB-62407C9160B0}" dt="2025-10-05T02:58:05.789" v="98" actId="9405"/>
          <ac:inkMkLst>
            <pc:docMk/>
            <pc:sldMk cId="2276585744" sldId="745"/>
            <ac:inkMk id="43" creationId="{6B8274CB-D4D4-7528-1EF3-706280172805}"/>
          </ac:inkMkLst>
        </pc:inkChg>
        <pc:inkChg chg="add">
          <ac:chgData name="Rahul Mishra" userId="57c6469e-ac64-4888-811b-35f0aabddbad" providerId="ADAL" clId="{2587B58E-4F3B-47AB-B3EB-62407C9160B0}" dt="2025-10-05T02:58:06.222" v="99" actId="9405"/>
          <ac:inkMkLst>
            <pc:docMk/>
            <pc:sldMk cId="2276585744" sldId="745"/>
            <ac:inkMk id="44" creationId="{86CFCC9B-9EEC-CF3A-8B03-190934EFE3EE}"/>
          </ac:inkMkLst>
        </pc:inkChg>
        <pc:inkChg chg="add">
          <ac:chgData name="Rahul Mishra" userId="57c6469e-ac64-4888-811b-35f0aabddbad" providerId="ADAL" clId="{2587B58E-4F3B-47AB-B3EB-62407C9160B0}" dt="2025-10-05T02:58:06.761" v="100" actId="9405"/>
          <ac:inkMkLst>
            <pc:docMk/>
            <pc:sldMk cId="2276585744" sldId="745"/>
            <ac:inkMk id="45" creationId="{853BAC0A-C41D-8F34-B3C7-65BB53D4079E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47" creationId="{4B809C03-2E28-8BF3-DE74-A50586C41846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48" creationId="{88310B7E-D073-8556-C2B1-B92CF151A13E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49" creationId="{468C896C-0C21-96D5-DC5E-A92DEB63F78A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0" creationId="{48B9F04F-3F78-835D-C518-CA9FBE1AB47D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1" creationId="{01F9A1AF-BA88-C92A-FCE8-B6B2F6CF91F7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2" creationId="{D1989046-0151-C962-DEF4-87C244C31753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3" creationId="{0D969465-D6C3-F7EE-6A3A-1883D47EF059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4" creationId="{F9A8E315-7994-34DF-EEF1-230F053F0DDB}"/>
          </ac:inkMkLst>
        </pc:inkChg>
        <pc:inkChg chg="add mod">
          <ac:chgData name="Rahul Mishra" userId="57c6469e-ac64-4888-811b-35f0aabddbad" providerId="ADAL" clId="{2587B58E-4F3B-47AB-B3EB-62407C9160B0}" dt="2025-10-05T02:58:18.206" v="112"/>
          <ac:inkMkLst>
            <pc:docMk/>
            <pc:sldMk cId="2276585744" sldId="745"/>
            <ac:inkMk id="55" creationId="{FCCD174B-6BC5-AFBE-5EF5-C07A33EA2515}"/>
          </ac:inkMkLst>
        </pc:inkChg>
        <pc:inkChg chg="add">
          <ac:chgData name="Rahul Mishra" userId="57c6469e-ac64-4888-811b-35f0aabddbad" providerId="ADAL" clId="{2587B58E-4F3B-47AB-B3EB-62407C9160B0}" dt="2025-10-05T02:58:17.582" v="111" actId="9405"/>
          <ac:inkMkLst>
            <pc:docMk/>
            <pc:sldMk cId="2276585744" sldId="745"/>
            <ac:inkMk id="56" creationId="{85EF7EF6-933F-7390-89D8-67F70E2F3E77}"/>
          </ac:inkMkLst>
        </pc:inkChg>
        <pc:inkChg chg="add mod">
          <ac:chgData name="Rahul Mishra" userId="57c6469e-ac64-4888-811b-35f0aabddbad" providerId="ADAL" clId="{2587B58E-4F3B-47AB-B3EB-62407C9160B0}" dt="2025-10-05T02:58:22.259" v="118"/>
          <ac:inkMkLst>
            <pc:docMk/>
            <pc:sldMk cId="2276585744" sldId="745"/>
            <ac:inkMk id="58" creationId="{E3525ADF-6B8A-54AB-B157-6EAD4A1DF96C}"/>
          </ac:inkMkLst>
        </pc:inkChg>
        <pc:inkChg chg="add mod">
          <ac:chgData name="Rahul Mishra" userId="57c6469e-ac64-4888-811b-35f0aabddbad" providerId="ADAL" clId="{2587B58E-4F3B-47AB-B3EB-62407C9160B0}" dt="2025-10-05T02:58:22.259" v="118"/>
          <ac:inkMkLst>
            <pc:docMk/>
            <pc:sldMk cId="2276585744" sldId="745"/>
            <ac:inkMk id="59" creationId="{88D81112-F0AC-8659-0AA7-D2D06985DEB1}"/>
          </ac:inkMkLst>
        </pc:inkChg>
        <pc:inkChg chg="add mod">
          <ac:chgData name="Rahul Mishra" userId="57c6469e-ac64-4888-811b-35f0aabddbad" providerId="ADAL" clId="{2587B58E-4F3B-47AB-B3EB-62407C9160B0}" dt="2025-10-05T02:58:22.259" v="118"/>
          <ac:inkMkLst>
            <pc:docMk/>
            <pc:sldMk cId="2276585744" sldId="745"/>
            <ac:inkMk id="60" creationId="{90B9EEA6-66B5-0860-AF1E-A68F6041BFAF}"/>
          </ac:inkMkLst>
        </pc:inkChg>
        <pc:inkChg chg="add mod">
          <ac:chgData name="Rahul Mishra" userId="57c6469e-ac64-4888-811b-35f0aabddbad" providerId="ADAL" clId="{2587B58E-4F3B-47AB-B3EB-62407C9160B0}" dt="2025-10-05T02:58:22.259" v="118"/>
          <ac:inkMkLst>
            <pc:docMk/>
            <pc:sldMk cId="2276585744" sldId="745"/>
            <ac:inkMk id="61" creationId="{9A6C8F18-85EF-EE6C-6D46-93011B5B578F}"/>
          </ac:inkMkLst>
        </pc:inkChg>
        <pc:inkChg chg="add mod">
          <ac:chgData name="Rahul Mishra" userId="57c6469e-ac64-4888-811b-35f0aabddbad" providerId="ADAL" clId="{2587B58E-4F3B-47AB-B3EB-62407C9160B0}" dt="2025-10-05T02:58:22.259" v="118"/>
          <ac:inkMkLst>
            <pc:docMk/>
            <pc:sldMk cId="2276585744" sldId="745"/>
            <ac:inkMk id="62" creationId="{3E183439-049F-9A7F-C1E4-C41274E8D487}"/>
          </ac:inkMkLst>
        </pc:inkChg>
        <pc:inkChg chg="add">
          <ac:chgData name="Rahul Mishra" userId="57c6469e-ac64-4888-811b-35f0aabddbad" providerId="ADAL" clId="{2587B58E-4F3B-47AB-B3EB-62407C9160B0}" dt="2025-10-05T02:58:23.734" v="119" actId="9405"/>
          <ac:inkMkLst>
            <pc:docMk/>
            <pc:sldMk cId="2276585744" sldId="745"/>
            <ac:inkMk id="65" creationId="{F48E8AF4-037D-337A-46E9-382E81335D2B}"/>
          </ac:inkMkLst>
        </pc:inkChg>
        <pc:inkChg chg="add mod">
          <ac:chgData name="Rahul Mishra" userId="57c6469e-ac64-4888-811b-35f0aabddbad" providerId="ADAL" clId="{2587B58E-4F3B-47AB-B3EB-62407C9160B0}" dt="2025-10-05T02:58:28.185" v="125"/>
          <ac:inkMkLst>
            <pc:docMk/>
            <pc:sldMk cId="2276585744" sldId="745"/>
            <ac:inkMk id="66" creationId="{A4C8E746-7A2C-CC04-C624-7D23A24CCC2A}"/>
          </ac:inkMkLst>
        </pc:inkChg>
        <pc:inkChg chg="add mod">
          <ac:chgData name="Rahul Mishra" userId="57c6469e-ac64-4888-811b-35f0aabddbad" providerId="ADAL" clId="{2587B58E-4F3B-47AB-B3EB-62407C9160B0}" dt="2025-10-05T02:58:28.185" v="125"/>
          <ac:inkMkLst>
            <pc:docMk/>
            <pc:sldMk cId="2276585744" sldId="745"/>
            <ac:inkMk id="67" creationId="{815C0CAB-E7CF-298A-A481-C8CA11D82596}"/>
          </ac:inkMkLst>
        </pc:inkChg>
        <pc:inkChg chg="add mod">
          <ac:chgData name="Rahul Mishra" userId="57c6469e-ac64-4888-811b-35f0aabddbad" providerId="ADAL" clId="{2587B58E-4F3B-47AB-B3EB-62407C9160B0}" dt="2025-10-05T02:58:32.658" v="128"/>
          <ac:inkMkLst>
            <pc:docMk/>
            <pc:sldMk cId="2276585744" sldId="745"/>
            <ac:inkMk id="68" creationId="{9ADC5ED5-9537-6406-46C1-FF392522F150}"/>
          </ac:inkMkLst>
        </pc:inkChg>
        <pc:inkChg chg="add mod">
          <ac:chgData name="Rahul Mishra" userId="57c6469e-ac64-4888-811b-35f0aabddbad" providerId="ADAL" clId="{2587B58E-4F3B-47AB-B3EB-62407C9160B0}" dt="2025-10-05T02:58:32.658" v="128"/>
          <ac:inkMkLst>
            <pc:docMk/>
            <pc:sldMk cId="2276585744" sldId="745"/>
            <ac:inkMk id="69" creationId="{4489504F-4C8C-A305-E4B9-A85B9D667A50}"/>
          </ac:inkMkLst>
        </pc:inkChg>
        <pc:inkChg chg="add mod">
          <ac:chgData name="Rahul Mishra" userId="57c6469e-ac64-4888-811b-35f0aabddbad" providerId="ADAL" clId="{2587B58E-4F3B-47AB-B3EB-62407C9160B0}" dt="2025-10-05T02:58:32.658" v="128"/>
          <ac:inkMkLst>
            <pc:docMk/>
            <pc:sldMk cId="2276585744" sldId="745"/>
            <ac:inkMk id="70" creationId="{9B5635AB-77EC-A1C3-8CA7-E4D1A2F1A451}"/>
          </ac:inkMkLst>
        </pc:inkChg>
        <pc:inkChg chg="add mod">
          <ac:chgData name="Rahul Mishra" userId="57c6469e-ac64-4888-811b-35f0aabddbad" providerId="ADAL" clId="{2587B58E-4F3B-47AB-B3EB-62407C9160B0}" dt="2025-10-05T02:58:32.658" v="128"/>
          <ac:inkMkLst>
            <pc:docMk/>
            <pc:sldMk cId="2276585744" sldId="745"/>
            <ac:inkMk id="73" creationId="{F27333AC-B96D-E1C3-2F3A-1E23AD9B05AA}"/>
          </ac:inkMkLst>
        </pc:inkChg>
        <pc:inkChg chg="add mod">
          <ac:chgData name="Rahul Mishra" userId="57c6469e-ac64-4888-811b-35f0aabddbad" providerId="ADAL" clId="{2587B58E-4F3B-47AB-B3EB-62407C9160B0}" dt="2025-10-05T02:58:32.658" v="128"/>
          <ac:inkMkLst>
            <pc:docMk/>
            <pc:sldMk cId="2276585744" sldId="745"/>
            <ac:inkMk id="74" creationId="{F1813971-B624-56C8-F864-3DD4F2E39BE6}"/>
          </ac:inkMkLst>
        </pc:inkChg>
        <pc:inkChg chg="add mod">
          <ac:chgData name="Rahul Mishra" userId="57c6469e-ac64-4888-811b-35f0aabddbad" providerId="ADAL" clId="{2587B58E-4F3B-47AB-B3EB-62407C9160B0}" dt="2025-10-05T02:58:35.821" v="131"/>
          <ac:inkMkLst>
            <pc:docMk/>
            <pc:sldMk cId="2276585744" sldId="745"/>
            <ac:inkMk id="76" creationId="{9F99A2E3-E6BC-2A60-8832-0E90A7CC6AD5}"/>
          </ac:inkMkLst>
        </pc:inkChg>
        <pc:inkChg chg="add mod">
          <ac:chgData name="Rahul Mishra" userId="57c6469e-ac64-4888-811b-35f0aabddbad" providerId="ADAL" clId="{2587B58E-4F3B-47AB-B3EB-62407C9160B0}" dt="2025-10-05T02:58:35.821" v="131"/>
          <ac:inkMkLst>
            <pc:docMk/>
            <pc:sldMk cId="2276585744" sldId="745"/>
            <ac:inkMk id="77" creationId="{2556CAA5-1461-2737-CE3F-4DB4A4C86298}"/>
          </ac:inkMkLst>
        </pc:inkChg>
        <pc:inkChg chg="add mod">
          <ac:chgData name="Rahul Mishra" userId="57c6469e-ac64-4888-811b-35f0aabddbad" providerId="ADAL" clId="{2587B58E-4F3B-47AB-B3EB-62407C9160B0}" dt="2025-10-05T02:58:43.121" v="134"/>
          <ac:inkMkLst>
            <pc:docMk/>
            <pc:sldMk cId="2276585744" sldId="745"/>
            <ac:inkMk id="79" creationId="{53DF4FF3-EB49-C244-F989-FD72F4C5343A}"/>
          </ac:inkMkLst>
        </pc:inkChg>
        <pc:inkChg chg="add mod">
          <ac:chgData name="Rahul Mishra" userId="57c6469e-ac64-4888-811b-35f0aabddbad" providerId="ADAL" clId="{2587B58E-4F3B-47AB-B3EB-62407C9160B0}" dt="2025-10-05T02:58:43.121" v="134"/>
          <ac:inkMkLst>
            <pc:docMk/>
            <pc:sldMk cId="2276585744" sldId="745"/>
            <ac:inkMk id="80" creationId="{3920D91D-1FF2-399F-1F53-E915AA7EDDC7}"/>
          </ac:inkMkLst>
        </pc:inkChg>
        <pc:inkChg chg="add mod">
          <ac:chgData name="Rahul Mishra" userId="57c6469e-ac64-4888-811b-35f0aabddbad" providerId="ADAL" clId="{2587B58E-4F3B-47AB-B3EB-62407C9160B0}" dt="2025-10-05T02:58:58.290" v="140"/>
          <ac:inkMkLst>
            <pc:docMk/>
            <pc:sldMk cId="2276585744" sldId="745"/>
            <ac:inkMk id="82" creationId="{5D571538-5883-8DE4-A14F-309AC17CEB06}"/>
          </ac:inkMkLst>
        </pc:inkChg>
        <pc:inkChg chg="add mod">
          <ac:chgData name="Rahul Mishra" userId="57c6469e-ac64-4888-811b-35f0aabddbad" providerId="ADAL" clId="{2587B58E-4F3B-47AB-B3EB-62407C9160B0}" dt="2025-10-05T02:58:58.290" v="140"/>
          <ac:inkMkLst>
            <pc:docMk/>
            <pc:sldMk cId="2276585744" sldId="745"/>
            <ac:inkMk id="83" creationId="{406C0216-013F-6313-1E8F-64D7C15B03E7}"/>
          </ac:inkMkLst>
        </pc:inkChg>
        <pc:inkChg chg="add mod">
          <ac:chgData name="Rahul Mishra" userId="57c6469e-ac64-4888-811b-35f0aabddbad" providerId="ADAL" clId="{2587B58E-4F3B-47AB-B3EB-62407C9160B0}" dt="2025-10-05T02:58:58.290" v="140"/>
          <ac:inkMkLst>
            <pc:docMk/>
            <pc:sldMk cId="2276585744" sldId="745"/>
            <ac:inkMk id="84" creationId="{A612B8C3-F096-A0CF-8545-2EB07F12DE58}"/>
          </ac:inkMkLst>
        </pc:inkChg>
        <pc:inkChg chg="add mod">
          <ac:chgData name="Rahul Mishra" userId="57c6469e-ac64-4888-811b-35f0aabddbad" providerId="ADAL" clId="{2587B58E-4F3B-47AB-B3EB-62407C9160B0}" dt="2025-10-05T02:58:58.290" v="140"/>
          <ac:inkMkLst>
            <pc:docMk/>
            <pc:sldMk cId="2276585744" sldId="745"/>
            <ac:inkMk id="85" creationId="{FB7B9997-49ED-3104-13E8-0769EEB9624F}"/>
          </ac:inkMkLst>
        </pc:inkChg>
        <pc:inkChg chg="add mod">
          <ac:chgData name="Rahul Mishra" userId="57c6469e-ac64-4888-811b-35f0aabddbad" providerId="ADAL" clId="{2587B58E-4F3B-47AB-B3EB-62407C9160B0}" dt="2025-10-05T02:58:58.290" v="140"/>
          <ac:inkMkLst>
            <pc:docMk/>
            <pc:sldMk cId="2276585744" sldId="745"/>
            <ac:inkMk id="86" creationId="{CA3EBD97-F285-6EEF-B5A5-446824C93915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88" creationId="{96C65610-F7F5-BBC2-9516-4C7B4E27840B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89" creationId="{BEB48324-71AC-BD60-4ECB-36B766A2481C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91" creationId="{7A8F319B-A4F8-520E-0074-772907E08D8A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92" creationId="{BFBE5EA9-ABE2-03D9-26A3-AAECDA3E4744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93" creationId="{6B1EF5B6-53FA-A454-63D4-B8B8B3E01B9C}"/>
          </ac:inkMkLst>
        </pc:inkChg>
        <pc:inkChg chg="add mod">
          <ac:chgData name="Rahul Mishra" userId="57c6469e-ac64-4888-811b-35f0aabddbad" providerId="ADAL" clId="{2587B58E-4F3B-47AB-B3EB-62407C9160B0}" dt="2025-10-05T02:59:10.756" v="148"/>
          <ac:inkMkLst>
            <pc:docMk/>
            <pc:sldMk cId="2276585744" sldId="745"/>
            <ac:inkMk id="94" creationId="{EEBF597E-3576-C5C8-4749-7861EFF1B8DB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96" creationId="{0DB9CAE9-8434-BB98-045A-09E149327C0A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97" creationId="{FDE3AB27-0F6A-2777-A81A-1146156679EC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98" creationId="{4B4A5F5A-8981-EA42-4F56-178A8A784969}"/>
          </ac:inkMkLst>
        </pc:inkChg>
        <pc:inkChg chg="add mod">
          <ac:chgData name="Rahul Mishra" userId="57c6469e-ac64-4888-811b-35f0aabddbad" providerId="ADAL" clId="{2587B58E-4F3B-47AB-B3EB-62407C9160B0}" dt="2025-10-05T02:59:21.002" v="159"/>
          <ac:inkMkLst>
            <pc:docMk/>
            <pc:sldMk cId="2276585744" sldId="745"/>
            <ac:inkMk id="99" creationId="{5D684D37-1986-0F0E-0DC0-2F40B3B86326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100" creationId="{24F84095-449B-B010-97D5-91BB6F968E0E}"/>
          </ac:inkMkLst>
        </pc:inkChg>
        <pc:inkChg chg="add mod">
          <ac:chgData name="Rahul Mishra" userId="57c6469e-ac64-4888-811b-35f0aabddbad" providerId="ADAL" clId="{2587B58E-4F3B-47AB-B3EB-62407C9160B0}" dt="2025-10-05T02:59:21.002" v="159"/>
          <ac:inkMkLst>
            <pc:docMk/>
            <pc:sldMk cId="2276585744" sldId="745"/>
            <ac:inkMk id="101" creationId="{D56F8D5D-818D-167D-5AF9-D293D18C61A0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102" creationId="{62C19FA7-FBE0-3F15-566E-32D354B14D18}"/>
          </ac:inkMkLst>
        </pc:inkChg>
        <pc:inkChg chg="add">
          <ac:chgData name="Rahul Mishra" userId="57c6469e-ac64-4888-811b-35f0aabddbad" providerId="ADAL" clId="{2587B58E-4F3B-47AB-B3EB-62407C9160B0}" dt="2025-10-05T02:59:20.036" v="157" actId="9405"/>
          <ac:inkMkLst>
            <pc:docMk/>
            <pc:sldMk cId="2276585744" sldId="745"/>
            <ac:inkMk id="104" creationId="{32DD4ECA-341E-5620-7ECE-59261E52EF9A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105" creationId="{7B1A4140-1722-54DA-4854-B4801B70EEBB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107" creationId="{E356D7E2-EEFD-ACEA-2CA5-5C4E36509C2B}"/>
          </ac:inkMkLst>
        </pc:inkChg>
        <pc:inkChg chg="add mod">
          <ac:chgData name="Rahul Mishra" userId="57c6469e-ac64-4888-811b-35f0aabddbad" providerId="ADAL" clId="{2587B58E-4F3B-47AB-B3EB-62407C9160B0}" dt="2025-10-05T02:59:22.410" v="162"/>
          <ac:inkMkLst>
            <pc:docMk/>
            <pc:sldMk cId="2276585744" sldId="745"/>
            <ac:inkMk id="108" creationId="{AE6D7335-A738-C392-E43F-FAD24D026372}"/>
          </ac:inkMkLst>
        </pc:inkChg>
        <pc:inkChg chg="add mod">
          <ac:chgData name="Rahul Mishra" userId="57c6469e-ac64-4888-811b-35f0aabddbad" providerId="ADAL" clId="{2587B58E-4F3B-47AB-B3EB-62407C9160B0}" dt="2025-10-05T02:59:27.651" v="165"/>
          <ac:inkMkLst>
            <pc:docMk/>
            <pc:sldMk cId="2276585744" sldId="745"/>
            <ac:inkMk id="110" creationId="{56499B64-ABD5-E51C-696A-09D1A6062152}"/>
          </ac:inkMkLst>
        </pc:inkChg>
        <pc:inkChg chg="add mod">
          <ac:chgData name="Rahul Mishra" userId="57c6469e-ac64-4888-811b-35f0aabddbad" providerId="ADAL" clId="{2587B58E-4F3B-47AB-B3EB-62407C9160B0}" dt="2025-10-05T02:59:27.651" v="165"/>
          <ac:inkMkLst>
            <pc:docMk/>
            <pc:sldMk cId="2276585744" sldId="745"/>
            <ac:inkMk id="111" creationId="{BF5E39F7-CCAB-73A2-BE67-C436651B686C}"/>
          </ac:inkMkLst>
        </pc:inkChg>
        <pc:inkChg chg="add mod">
          <ac:chgData name="Rahul Mishra" userId="57c6469e-ac64-4888-811b-35f0aabddbad" providerId="ADAL" clId="{2587B58E-4F3B-47AB-B3EB-62407C9160B0}" dt="2025-10-05T02:59:38.662" v="174"/>
          <ac:inkMkLst>
            <pc:docMk/>
            <pc:sldMk cId="2276585744" sldId="745"/>
            <ac:inkMk id="113" creationId="{5B2A372C-ACDD-E35F-42CC-AC7389AFC9BC}"/>
          </ac:inkMkLst>
        </pc:inkChg>
        <pc:inkChg chg="add mod">
          <ac:chgData name="Rahul Mishra" userId="57c6469e-ac64-4888-811b-35f0aabddbad" providerId="ADAL" clId="{2587B58E-4F3B-47AB-B3EB-62407C9160B0}" dt="2025-10-05T02:59:38.662" v="174"/>
          <ac:inkMkLst>
            <pc:docMk/>
            <pc:sldMk cId="2276585744" sldId="745"/>
            <ac:inkMk id="114" creationId="{B58900D6-8B87-F51F-6A1D-CD91D2D3CB71}"/>
          </ac:inkMkLst>
        </pc:inkChg>
        <pc:inkChg chg="add mod">
          <ac:chgData name="Rahul Mishra" userId="57c6469e-ac64-4888-811b-35f0aabddbad" providerId="ADAL" clId="{2587B58E-4F3B-47AB-B3EB-62407C9160B0}" dt="2025-10-05T02:59:46.456" v="185"/>
          <ac:inkMkLst>
            <pc:docMk/>
            <pc:sldMk cId="2276585744" sldId="745"/>
            <ac:inkMk id="116" creationId="{EB9CB980-789C-B578-3F0B-11E4D25AF5B7}"/>
          </ac:inkMkLst>
        </pc:inkChg>
        <pc:inkChg chg="add mod">
          <ac:chgData name="Rahul Mishra" userId="57c6469e-ac64-4888-811b-35f0aabddbad" providerId="ADAL" clId="{2587B58E-4F3B-47AB-B3EB-62407C9160B0}" dt="2025-10-05T02:59:46.456" v="185"/>
          <ac:inkMkLst>
            <pc:docMk/>
            <pc:sldMk cId="2276585744" sldId="745"/>
            <ac:inkMk id="117" creationId="{55FC648E-0A6B-77FD-3D34-A0FEA3D4AD88}"/>
          </ac:inkMkLst>
        </pc:inkChg>
        <pc:inkChg chg="add mod">
          <ac:chgData name="Rahul Mishra" userId="57c6469e-ac64-4888-811b-35f0aabddbad" providerId="ADAL" clId="{2587B58E-4F3B-47AB-B3EB-62407C9160B0}" dt="2025-10-05T02:59:46.456" v="185"/>
          <ac:inkMkLst>
            <pc:docMk/>
            <pc:sldMk cId="2276585744" sldId="745"/>
            <ac:inkMk id="119" creationId="{571E3FBF-23B6-3E74-A6B9-11ACB38ECF75}"/>
          </ac:inkMkLst>
        </pc:inkChg>
        <pc:inkChg chg="add mod">
          <ac:chgData name="Rahul Mishra" userId="57c6469e-ac64-4888-811b-35f0aabddbad" providerId="ADAL" clId="{2587B58E-4F3B-47AB-B3EB-62407C9160B0}" dt="2025-10-05T02:59:46.456" v="185"/>
          <ac:inkMkLst>
            <pc:docMk/>
            <pc:sldMk cId="2276585744" sldId="745"/>
            <ac:inkMk id="120" creationId="{10D628E4-D0E7-BAAE-E87E-97530275B33F}"/>
          </ac:inkMkLst>
        </pc:inkChg>
        <pc:inkChg chg="add">
          <ac:chgData name="Rahul Mishra" userId="57c6469e-ac64-4888-811b-35f0aabddbad" providerId="ADAL" clId="{2587B58E-4F3B-47AB-B3EB-62407C9160B0}" dt="2025-10-05T02:59:39.913" v="175" actId="9405"/>
          <ac:inkMkLst>
            <pc:docMk/>
            <pc:sldMk cId="2276585744" sldId="745"/>
            <ac:inkMk id="122" creationId="{577D106E-D83B-12A2-C810-846925DC8F06}"/>
          </ac:inkMkLst>
        </pc:inkChg>
        <pc:inkChg chg="add">
          <ac:chgData name="Rahul Mishra" userId="57c6469e-ac64-4888-811b-35f0aabddbad" providerId="ADAL" clId="{2587B58E-4F3B-47AB-B3EB-62407C9160B0}" dt="2025-10-05T02:59:40.347" v="176" actId="9405"/>
          <ac:inkMkLst>
            <pc:docMk/>
            <pc:sldMk cId="2276585744" sldId="745"/>
            <ac:inkMk id="123" creationId="{30EA36D3-1629-55EF-284E-F4E265552BDA}"/>
          </ac:inkMkLst>
        </pc:inkChg>
        <pc:inkChg chg="add">
          <ac:chgData name="Rahul Mishra" userId="57c6469e-ac64-4888-811b-35f0aabddbad" providerId="ADAL" clId="{2587B58E-4F3B-47AB-B3EB-62407C9160B0}" dt="2025-10-05T02:59:41.028" v="177" actId="9405"/>
          <ac:inkMkLst>
            <pc:docMk/>
            <pc:sldMk cId="2276585744" sldId="745"/>
            <ac:inkMk id="124" creationId="{ABBDECAD-302C-746D-D3C0-EFD44C38E33C}"/>
          </ac:inkMkLst>
        </pc:inkChg>
        <pc:inkChg chg="add">
          <ac:chgData name="Rahul Mishra" userId="57c6469e-ac64-4888-811b-35f0aabddbad" providerId="ADAL" clId="{2587B58E-4F3B-47AB-B3EB-62407C9160B0}" dt="2025-10-05T02:59:41.400" v="178" actId="9405"/>
          <ac:inkMkLst>
            <pc:docMk/>
            <pc:sldMk cId="2276585744" sldId="745"/>
            <ac:inkMk id="125" creationId="{3F0BF476-BD1E-76EE-57B4-D7EC7BDEE045}"/>
          </ac:inkMkLst>
        </pc:inkChg>
        <pc:inkChg chg="add">
          <ac:chgData name="Rahul Mishra" userId="57c6469e-ac64-4888-811b-35f0aabddbad" providerId="ADAL" clId="{2587B58E-4F3B-47AB-B3EB-62407C9160B0}" dt="2025-10-05T02:59:42.069" v="179" actId="9405"/>
          <ac:inkMkLst>
            <pc:docMk/>
            <pc:sldMk cId="2276585744" sldId="745"/>
            <ac:inkMk id="126" creationId="{0FEED280-8C51-EC2F-AC5A-6F8A692198FE}"/>
          </ac:inkMkLst>
        </pc:inkChg>
        <pc:inkChg chg="add">
          <ac:chgData name="Rahul Mishra" userId="57c6469e-ac64-4888-811b-35f0aabddbad" providerId="ADAL" clId="{2587B58E-4F3B-47AB-B3EB-62407C9160B0}" dt="2025-10-05T02:59:42.809" v="180" actId="9405"/>
          <ac:inkMkLst>
            <pc:docMk/>
            <pc:sldMk cId="2276585744" sldId="745"/>
            <ac:inkMk id="127" creationId="{A6E22DDD-6EFD-6C54-202A-FBD9AD8A02F2}"/>
          </ac:inkMkLst>
        </pc:inkChg>
        <pc:inkChg chg="add">
          <ac:chgData name="Rahul Mishra" userId="57c6469e-ac64-4888-811b-35f0aabddbad" providerId="ADAL" clId="{2587B58E-4F3B-47AB-B3EB-62407C9160B0}" dt="2025-10-05T02:59:43.669" v="181" actId="9405"/>
          <ac:inkMkLst>
            <pc:docMk/>
            <pc:sldMk cId="2276585744" sldId="745"/>
            <ac:inkMk id="128" creationId="{B5DECDFD-ECD8-EAB0-FC4A-2AE801572239}"/>
          </ac:inkMkLst>
        </pc:inkChg>
        <pc:inkChg chg="add">
          <ac:chgData name="Rahul Mishra" userId="57c6469e-ac64-4888-811b-35f0aabddbad" providerId="ADAL" clId="{2587B58E-4F3B-47AB-B3EB-62407C9160B0}" dt="2025-10-05T02:59:44.412" v="182" actId="9405"/>
          <ac:inkMkLst>
            <pc:docMk/>
            <pc:sldMk cId="2276585744" sldId="745"/>
            <ac:inkMk id="129" creationId="{34A0C6B2-5E54-5DE8-2E2E-3A88560BE030}"/>
          </ac:inkMkLst>
        </pc:inkChg>
        <pc:inkChg chg="add">
          <ac:chgData name="Rahul Mishra" userId="57c6469e-ac64-4888-811b-35f0aabddbad" providerId="ADAL" clId="{2587B58E-4F3B-47AB-B3EB-62407C9160B0}" dt="2025-10-05T02:59:45.265" v="183" actId="9405"/>
          <ac:inkMkLst>
            <pc:docMk/>
            <pc:sldMk cId="2276585744" sldId="745"/>
            <ac:inkMk id="130" creationId="{3D3A5EC0-2530-5B38-84A2-AAACEFBDBCCC}"/>
          </ac:inkMkLst>
        </pc:inkChg>
        <pc:inkChg chg="add mod">
          <ac:chgData name="Rahul Mishra" userId="57c6469e-ac64-4888-811b-35f0aabddbad" providerId="ADAL" clId="{2587B58E-4F3B-47AB-B3EB-62407C9160B0}" dt="2025-10-05T02:59:46.456" v="185"/>
          <ac:inkMkLst>
            <pc:docMk/>
            <pc:sldMk cId="2276585744" sldId="745"/>
            <ac:inkMk id="131" creationId="{5E01D8C6-2CD9-44FD-BFFA-8F827A295EA6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36" creationId="{3280E870-A91E-4E63-E630-5EF4241A0552}"/>
          </ac:inkMkLst>
        </pc:inkChg>
        <pc:inkChg chg="add mod">
          <ac:chgData name="Rahul Mishra" userId="57c6469e-ac64-4888-811b-35f0aabddbad" providerId="ADAL" clId="{2587B58E-4F3B-47AB-B3EB-62407C9160B0}" dt="2025-10-05T02:59:54.132" v="195"/>
          <ac:inkMkLst>
            <pc:docMk/>
            <pc:sldMk cId="2276585744" sldId="745"/>
            <ac:inkMk id="137" creationId="{4D73A172-6FE9-D85D-37C0-F01DC0D40DA8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38" creationId="{E3AACB3E-12E1-A736-703E-E0213EFD99E6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39" creationId="{37AF7A01-CB00-72CD-E206-3C92B77EFA32}"/>
          </ac:inkMkLst>
        </pc:inkChg>
        <pc:inkChg chg="add mod">
          <ac:chgData name="Rahul Mishra" userId="57c6469e-ac64-4888-811b-35f0aabddbad" providerId="ADAL" clId="{2587B58E-4F3B-47AB-B3EB-62407C9160B0}" dt="2025-10-05T02:59:54.132" v="195"/>
          <ac:inkMkLst>
            <pc:docMk/>
            <pc:sldMk cId="2276585744" sldId="745"/>
            <ac:inkMk id="140" creationId="{C7889683-C48D-21F3-F987-1043B43FAAA1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41" creationId="{A18CD725-FC73-06E0-EBC3-5C979AF7BD0C}"/>
          </ac:inkMkLst>
        </pc:inkChg>
        <pc:inkChg chg="add mod">
          <ac:chgData name="Rahul Mishra" userId="57c6469e-ac64-4888-811b-35f0aabddbad" providerId="ADAL" clId="{2587B58E-4F3B-47AB-B3EB-62407C9160B0}" dt="2025-10-05T02:59:54.132" v="195"/>
          <ac:inkMkLst>
            <pc:docMk/>
            <pc:sldMk cId="2276585744" sldId="745"/>
            <ac:inkMk id="142" creationId="{BDDD2B15-B0CD-6AD6-7E2E-2CB46E1028EE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43" creationId="{EFB8CEAD-DA19-B660-5621-76100C16A42E}"/>
          </ac:inkMkLst>
        </pc:inkChg>
        <pc:inkChg chg="add mod">
          <ac:chgData name="Rahul Mishra" userId="57c6469e-ac64-4888-811b-35f0aabddbad" providerId="ADAL" clId="{2587B58E-4F3B-47AB-B3EB-62407C9160B0}" dt="2025-10-05T02:59:54.132" v="195"/>
          <ac:inkMkLst>
            <pc:docMk/>
            <pc:sldMk cId="2276585744" sldId="745"/>
            <ac:inkMk id="144" creationId="{9A7393DB-FD18-D6F9-16DC-4D0D5CB6F288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46" creationId="{1E134974-DDE1-6417-E555-4FBABD3FA399}"/>
          </ac:inkMkLst>
        </pc:inkChg>
        <pc:inkChg chg="add">
          <ac:chgData name="Rahul Mishra" userId="57c6469e-ac64-4888-811b-35f0aabddbad" providerId="ADAL" clId="{2587B58E-4F3B-47AB-B3EB-62407C9160B0}" dt="2025-10-05T02:59:54.629" v="197" actId="9405"/>
          <ac:inkMkLst>
            <pc:docMk/>
            <pc:sldMk cId="2276585744" sldId="745"/>
            <ac:inkMk id="147" creationId="{AEE7883B-7DD3-39BD-F8FC-0C894D98A1D3}"/>
          </ac:inkMkLst>
        </pc:inkChg>
        <pc:inkChg chg="add">
          <ac:chgData name="Rahul Mishra" userId="57c6469e-ac64-4888-811b-35f0aabddbad" providerId="ADAL" clId="{2587B58E-4F3B-47AB-B3EB-62407C9160B0}" dt="2025-10-05T02:59:55.657" v="198" actId="9405"/>
          <ac:inkMkLst>
            <pc:docMk/>
            <pc:sldMk cId="2276585744" sldId="745"/>
            <ac:inkMk id="148" creationId="{7C019771-9440-4A74-F1CB-E7B81AC4C193}"/>
          </ac:inkMkLst>
        </pc:inkChg>
        <pc:inkChg chg="add mod">
          <ac:chgData name="Rahul Mishra" userId="57c6469e-ac64-4888-811b-35f0aabddbad" providerId="ADAL" clId="{2587B58E-4F3B-47AB-B3EB-62407C9160B0}" dt="2025-10-05T02:59:56.606" v="200"/>
          <ac:inkMkLst>
            <pc:docMk/>
            <pc:sldMk cId="2276585744" sldId="745"/>
            <ac:inkMk id="149" creationId="{03EBE653-2C37-979D-6F9D-2B42CF58EDBB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2" creationId="{C56ADDB2-2234-C9DC-A1E2-2ABBAFE47099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3" creationId="{36EA145A-753C-1ECD-D898-A05AE0C5CD59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4" creationId="{71F48F41-6E25-EAA3-B70B-561E7DD7A663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5" creationId="{6863FDB5-5675-4820-108B-E0B746D029F0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6" creationId="{4009C6FC-E3DF-31DE-1A3B-DE704675B9F5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7" creationId="{12E44FA1-E679-2683-EAB8-22DC58DD79E9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59" creationId="{215B120D-C781-7A8C-76C3-12F4C7F2D453}"/>
          </ac:inkMkLst>
        </pc:inkChg>
        <pc:inkChg chg="add mod">
          <ac:chgData name="Rahul Mishra" userId="57c6469e-ac64-4888-811b-35f0aabddbad" providerId="ADAL" clId="{2587B58E-4F3B-47AB-B3EB-62407C9160B0}" dt="2025-10-05T03:00:14.983" v="210"/>
          <ac:inkMkLst>
            <pc:docMk/>
            <pc:sldMk cId="2276585744" sldId="745"/>
            <ac:inkMk id="160" creationId="{96E429C9-4A85-95EE-C5F4-5EEB6C53AD50}"/>
          </ac:inkMkLst>
        </pc:inkChg>
        <pc:inkChg chg="add">
          <ac:chgData name="Rahul Mishra" userId="57c6469e-ac64-4888-811b-35f0aabddbad" providerId="ADAL" clId="{2587B58E-4F3B-47AB-B3EB-62407C9160B0}" dt="2025-10-05T03:00:17.222" v="211" actId="9405"/>
          <ac:inkMkLst>
            <pc:docMk/>
            <pc:sldMk cId="2276585744" sldId="745"/>
            <ac:inkMk id="162" creationId="{259832B4-93C3-2E28-D4AD-51A153864727}"/>
          </ac:inkMkLst>
        </pc:inkChg>
        <pc:inkChg chg="add mod">
          <ac:chgData name="Rahul Mishra" userId="57c6469e-ac64-4888-811b-35f0aabddbad" providerId="ADAL" clId="{2587B58E-4F3B-47AB-B3EB-62407C9160B0}" dt="2025-10-05T03:00:26.229" v="214"/>
          <ac:inkMkLst>
            <pc:docMk/>
            <pc:sldMk cId="2276585744" sldId="745"/>
            <ac:inkMk id="163" creationId="{8E7A6C29-BBAF-2887-156A-548CD2CDE3CB}"/>
          </ac:inkMkLst>
        </pc:inkChg>
        <pc:inkChg chg="add mod">
          <ac:chgData name="Rahul Mishra" userId="57c6469e-ac64-4888-811b-35f0aabddbad" providerId="ADAL" clId="{2587B58E-4F3B-47AB-B3EB-62407C9160B0}" dt="2025-10-05T03:00:26.229" v="214"/>
          <ac:inkMkLst>
            <pc:docMk/>
            <pc:sldMk cId="2276585744" sldId="745"/>
            <ac:inkMk id="164" creationId="{7C8EDD8B-40F5-3284-45C9-F4DF0D2552A8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66" creationId="{B7BBE182-5194-245E-279D-4401BFE9A3B5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67" creationId="{158B00F9-24B2-A8E8-A5D3-9ADDADDB98E5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68" creationId="{515F2412-DE35-B6E8-3926-3E78F85A79E7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69" creationId="{450FB528-06DE-970F-F4AF-6EDB4639A98F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70" creationId="{9181EE9B-38D1-3B8A-00E3-3EAEDE6B88C6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71" creationId="{B0CDF311-D230-2B69-FCE3-CFC02151A0B7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72" creationId="{18E05BFF-DDD4-8FA2-DD4B-73E694200CDE}"/>
          </ac:inkMkLst>
        </pc:inkChg>
        <pc:inkChg chg="add mod">
          <ac:chgData name="Rahul Mishra" userId="57c6469e-ac64-4888-811b-35f0aabddbad" providerId="ADAL" clId="{2587B58E-4F3B-47AB-B3EB-62407C9160B0}" dt="2025-10-05T03:00:34.203" v="223"/>
          <ac:inkMkLst>
            <pc:docMk/>
            <pc:sldMk cId="2276585744" sldId="745"/>
            <ac:inkMk id="173" creationId="{0A6B6616-A18F-6A8A-9419-1379E686211D}"/>
          </ac:inkMkLst>
        </pc:inkChg>
        <pc:inkChg chg="add">
          <ac:chgData name="Rahul Mishra" userId="57c6469e-ac64-4888-811b-35f0aabddbad" providerId="ADAL" clId="{2587B58E-4F3B-47AB-B3EB-62407C9160B0}" dt="2025-10-05T03:00:42.811" v="224" actId="9405"/>
          <ac:inkMkLst>
            <pc:docMk/>
            <pc:sldMk cId="2276585744" sldId="745"/>
            <ac:inkMk id="176" creationId="{24EF2F41-7A31-020D-EBBE-8FF814078F65}"/>
          </ac:inkMkLst>
        </pc:inkChg>
        <pc:inkChg chg="add">
          <ac:chgData name="Rahul Mishra" userId="57c6469e-ac64-4888-811b-35f0aabddbad" providerId="ADAL" clId="{2587B58E-4F3B-47AB-B3EB-62407C9160B0}" dt="2025-10-05T03:00:47.249" v="225" actId="9405"/>
          <ac:inkMkLst>
            <pc:docMk/>
            <pc:sldMk cId="2276585744" sldId="745"/>
            <ac:inkMk id="177" creationId="{A88632E8-A3DD-AB7D-C8A1-EB958B33CDEE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78" creationId="{FEFC2CB5-75DF-279E-80F6-701AA81F47BC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79" creationId="{91285CB2-5AFB-FE3F-CE44-936491FE8840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80" creationId="{FDA7AB8B-C950-04EB-4E27-07A5AAAC39CE}"/>
          </ac:inkMkLst>
        </pc:inkChg>
        <pc:inkChg chg="add mod">
          <ac:chgData name="Rahul Mishra" userId="57c6469e-ac64-4888-811b-35f0aabddbad" providerId="ADAL" clId="{2587B58E-4F3B-47AB-B3EB-62407C9160B0}" dt="2025-10-05T03:00:53.711" v="232"/>
          <ac:inkMkLst>
            <pc:docMk/>
            <pc:sldMk cId="2276585744" sldId="745"/>
            <ac:inkMk id="181" creationId="{C6541CCD-C3A6-2F1A-2A49-AA56543C2BB2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82" creationId="{DFDEA571-BAF7-B5BA-6C53-CA4AF48374AC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83" creationId="{2A3E2F20-AFB7-1FE1-1F1E-35E1C3AA880F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86" creationId="{5DDE6C0D-A5F2-7612-BFCE-46D148748288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187" creationId="{BB1DEC94-3967-1C4C-1945-5202BF7D3B5A}"/>
          </ac:inkMkLst>
        </pc:inkChg>
        <pc:inkChg chg="add mod">
          <ac:chgData name="Rahul Mishra" userId="57c6469e-ac64-4888-811b-35f0aabddbad" providerId="ADAL" clId="{2587B58E-4F3B-47AB-B3EB-62407C9160B0}" dt="2025-10-05T03:00:59.685" v="245"/>
          <ac:inkMkLst>
            <pc:docMk/>
            <pc:sldMk cId="2276585744" sldId="745"/>
            <ac:inkMk id="189" creationId="{619C0DF3-710C-2CA4-D137-6DE23D6E21AD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0" creationId="{EBF1BD29-324A-A727-BE04-FAB4EC4C84D5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1" creationId="{A9E3068F-908F-02BC-0464-35D5FBB283C3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2" creationId="{8F8848A8-3126-6C28-C05B-736CDA90354A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3" creationId="{2BCE64AE-143B-9FEE-8635-48D54F13931B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6" creationId="{68806027-C105-BF2C-A5B1-4F4D7E0C7CFB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7" creationId="{7C27E46A-97E7-5EED-09DC-D3CF99E1C33E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198" creationId="{932C0DFE-FF4B-4728-1C76-DF09C9749BD3}"/>
          </ac:inkMkLst>
        </pc:inkChg>
        <pc:inkChg chg="add">
          <ac:chgData name="Rahul Mishra" userId="57c6469e-ac64-4888-811b-35f0aabddbad" providerId="ADAL" clId="{2587B58E-4F3B-47AB-B3EB-62407C9160B0}" dt="2025-10-05T03:01:03.567" v="246" actId="9405"/>
          <ac:inkMkLst>
            <pc:docMk/>
            <pc:sldMk cId="2276585744" sldId="745"/>
            <ac:inkMk id="200" creationId="{3B6F83B0-A850-91BF-BAB6-F54F7DE75959}"/>
          </ac:inkMkLst>
        </pc:inkChg>
        <pc:inkChg chg="add mod">
          <ac:chgData name="Rahul Mishra" userId="57c6469e-ac64-4888-811b-35f0aabddbad" providerId="ADAL" clId="{2587B58E-4F3B-47AB-B3EB-62407C9160B0}" dt="2025-10-05T03:01:08.297" v="250"/>
          <ac:inkMkLst>
            <pc:docMk/>
            <pc:sldMk cId="2276585744" sldId="745"/>
            <ac:inkMk id="202" creationId="{9C87C6DF-9ED0-0CD4-D79F-3B8B2C39AD66}"/>
          </ac:inkMkLst>
        </pc:inkChg>
        <pc:inkChg chg="add">
          <ac:chgData name="Rahul Mishra" userId="57c6469e-ac64-4888-811b-35f0aabddbad" providerId="ADAL" clId="{2587B58E-4F3B-47AB-B3EB-62407C9160B0}" dt="2025-10-05T03:01:07.334" v="249" actId="9405"/>
          <ac:inkMkLst>
            <pc:docMk/>
            <pc:sldMk cId="2276585744" sldId="745"/>
            <ac:inkMk id="203" creationId="{C060F272-8F47-E529-6BAF-0D561D545AEC}"/>
          </ac:inkMkLst>
        </pc:inkChg>
        <pc:inkChg chg="add mod">
          <ac:chgData name="Rahul Mishra" userId="57c6469e-ac64-4888-811b-35f0aabddbad" providerId="ADAL" clId="{2587B58E-4F3B-47AB-B3EB-62407C9160B0}" dt="2025-10-05T03:01:14.565" v="254"/>
          <ac:inkMkLst>
            <pc:docMk/>
            <pc:sldMk cId="2276585744" sldId="745"/>
            <ac:inkMk id="205" creationId="{B7D49961-CDCD-C212-6C16-4CE81401A079}"/>
          </ac:inkMkLst>
        </pc:inkChg>
        <pc:inkChg chg="add mod">
          <ac:chgData name="Rahul Mishra" userId="57c6469e-ac64-4888-811b-35f0aabddbad" providerId="ADAL" clId="{2587B58E-4F3B-47AB-B3EB-62407C9160B0}" dt="2025-10-05T03:01:14.565" v="254"/>
          <ac:inkMkLst>
            <pc:docMk/>
            <pc:sldMk cId="2276585744" sldId="745"/>
            <ac:inkMk id="206" creationId="{8D6BF9DF-2F7A-F5A5-1BBE-5B51033B8287}"/>
          </ac:inkMkLst>
        </pc:inkChg>
        <pc:inkChg chg="add">
          <ac:chgData name="Rahul Mishra" userId="57c6469e-ac64-4888-811b-35f0aabddbad" providerId="ADAL" clId="{2587B58E-4F3B-47AB-B3EB-62407C9160B0}" dt="2025-10-05T03:01:14.039" v="253" actId="9405"/>
          <ac:inkMkLst>
            <pc:docMk/>
            <pc:sldMk cId="2276585744" sldId="745"/>
            <ac:inkMk id="207" creationId="{966EBD2D-2F90-D499-EE64-5B68BDA03ED8}"/>
          </ac:inkMkLst>
        </pc:inkChg>
        <pc:inkChg chg="add">
          <ac:chgData name="Rahul Mishra" userId="57c6469e-ac64-4888-811b-35f0aabddbad" providerId="ADAL" clId="{2587B58E-4F3B-47AB-B3EB-62407C9160B0}" dt="2025-10-05T03:01:19.876" v="255" actId="9405"/>
          <ac:inkMkLst>
            <pc:docMk/>
            <pc:sldMk cId="2276585744" sldId="745"/>
            <ac:inkMk id="209" creationId="{200207A1-868F-AF34-B95F-431716FF0380}"/>
          </ac:inkMkLst>
        </pc:inkChg>
        <pc:inkChg chg="add mod">
          <ac:chgData name="Rahul Mishra" userId="57c6469e-ac64-4888-811b-35f0aabddbad" providerId="ADAL" clId="{2587B58E-4F3B-47AB-B3EB-62407C9160B0}" dt="2025-10-05T03:01:33.871" v="265"/>
          <ac:inkMkLst>
            <pc:docMk/>
            <pc:sldMk cId="2276585744" sldId="745"/>
            <ac:inkMk id="210" creationId="{9549B196-8883-D106-2C49-F79CCE98EE8F}"/>
          </ac:inkMkLst>
        </pc:inkChg>
        <pc:inkChg chg="add mod">
          <ac:chgData name="Rahul Mishra" userId="57c6469e-ac64-4888-811b-35f0aabddbad" providerId="ADAL" clId="{2587B58E-4F3B-47AB-B3EB-62407C9160B0}" dt="2025-10-05T03:01:33.871" v="265"/>
          <ac:inkMkLst>
            <pc:docMk/>
            <pc:sldMk cId="2276585744" sldId="745"/>
            <ac:inkMk id="211" creationId="{7BC67834-296F-D5BE-5612-BCF77D2BF1B7}"/>
          </ac:inkMkLst>
        </pc:inkChg>
        <pc:inkChg chg="add mod">
          <ac:chgData name="Rahul Mishra" userId="57c6469e-ac64-4888-811b-35f0aabddbad" providerId="ADAL" clId="{2587B58E-4F3B-47AB-B3EB-62407C9160B0}" dt="2025-10-05T03:01:30.145" v="261"/>
          <ac:inkMkLst>
            <pc:docMk/>
            <pc:sldMk cId="2276585744" sldId="745"/>
            <ac:inkMk id="213" creationId="{B9F897C6-31B5-E099-542B-A2411C7A065C}"/>
          </ac:inkMkLst>
        </pc:inkChg>
        <pc:inkChg chg="add mod">
          <ac:chgData name="Rahul Mishra" userId="57c6469e-ac64-4888-811b-35f0aabddbad" providerId="ADAL" clId="{2587B58E-4F3B-47AB-B3EB-62407C9160B0}" dt="2025-10-05T03:01:30.145" v="261"/>
          <ac:inkMkLst>
            <pc:docMk/>
            <pc:sldMk cId="2276585744" sldId="745"/>
            <ac:inkMk id="214" creationId="{D5D19388-4E8C-CDC6-D4BD-02CEC0928D7C}"/>
          </ac:inkMkLst>
        </pc:inkChg>
        <pc:inkChg chg="add mod">
          <ac:chgData name="Rahul Mishra" userId="57c6469e-ac64-4888-811b-35f0aabddbad" providerId="ADAL" clId="{2587B58E-4F3B-47AB-B3EB-62407C9160B0}" dt="2025-10-05T03:01:33.871" v="265"/>
          <ac:inkMkLst>
            <pc:docMk/>
            <pc:sldMk cId="2276585744" sldId="745"/>
            <ac:inkMk id="216" creationId="{83C70EF6-F2CF-35DD-2EA6-0E9CB733EF82}"/>
          </ac:inkMkLst>
        </pc:inkChg>
        <pc:inkChg chg="add">
          <ac:chgData name="Rahul Mishra" userId="57c6469e-ac64-4888-811b-35f0aabddbad" providerId="ADAL" clId="{2587B58E-4F3B-47AB-B3EB-62407C9160B0}" dt="2025-10-05T03:01:32.381" v="263" actId="9405"/>
          <ac:inkMkLst>
            <pc:docMk/>
            <pc:sldMk cId="2276585744" sldId="745"/>
            <ac:inkMk id="217" creationId="{5075AFBE-D283-7803-330E-F950C232A100}"/>
          </ac:inkMkLst>
        </pc:inkChg>
        <pc:inkChg chg="add mod">
          <ac:chgData name="Rahul Mishra" userId="57c6469e-ac64-4888-811b-35f0aabddbad" providerId="ADAL" clId="{2587B58E-4F3B-47AB-B3EB-62407C9160B0}" dt="2025-10-05T03:01:33.871" v="265"/>
          <ac:inkMkLst>
            <pc:docMk/>
            <pc:sldMk cId="2276585744" sldId="745"/>
            <ac:inkMk id="218" creationId="{54690F4F-F5EE-7BCE-909D-5175C606D89B}"/>
          </ac:inkMkLst>
        </pc:inkChg>
        <pc:inkChg chg="add mod">
          <ac:chgData name="Rahul Mishra" userId="57c6469e-ac64-4888-811b-35f0aabddbad" providerId="ADAL" clId="{2587B58E-4F3B-47AB-B3EB-62407C9160B0}" dt="2025-10-05T03:01:36.084" v="267"/>
          <ac:inkMkLst>
            <pc:docMk/>
            <pc:sldMk cId="2276585744" sldId="745"/>
            <ac:inkMk id="220" creationId="{0E3E8813-CB86-E967-DA77-141A46E24D7F}"/>
          </ac:inkMkLst>
        </pc:inkChg>
        <pc:inkChg chg="add">
          <ac:chgData name="Rahul Mishra" userId="57c6469e-ac64-4888-811b-35f0aabddbad" providerId="ADAL" clId="{2587B58E-4F3B-47AB-B3EB-62407C9160B0}" dt="2025-10-05T03:01:39.323" v="268" actId="9405"/>
          <ac:inkMkLst>
            <pc:docMk/>
            <pc:sldMk cId="2276585744" sldId="745"/>
            <ac:inkMk id="222" creationId="{72462162-500C-3752-60B3-0A3C752F60A9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10:37.462" v="716"/>
        <pc:sldMkLst>
          <pc:docMk/>
          <pc:sldMk cId="1151165262" sldId="746"/>
        </pc:sldMkLst>
        <pc:grpChg chg="mod">
          <ac:chgData name="Rahul Mishra" userId="57c6469e-ac64-4888-811b-35f0aabddbad" providerId="ADAL" clId="{2587B58E-4F3B-47AB-B3EB-62407C9160B0}" dt="2025-10-05T03:01:55.810" v="300"/>
          <ac:grpSpMkLst>
            <pc:docMk/>
            <pc:sldMk cId="1151165262" sldId="746"/>
            <ac:grpSpMk id="34" creationId="{80ABBB68-AC71-4449-71FF-877D8589C4BC}"/>
          </ac:grpSpMkLst>
        </pc:grpChg>
        <pc:grpChg chg="mod">
          <ac:chgData name="Rahul Mishra" userId="57c6469e-ac64-4888-811b-35f0aabddbad" providerId="ADAL" clId="{2587B58E-4F3B-47AB-B3EB-62407C9160B0}" dt="2025-10-05T03:01:55.810" v="300"/>
          <ac:grpSpMkLst>
            <pc:docMk/>
            <pc:sldMk cId="1151165262" sldId="746"/>
            <ac:grpSpMk id="35" creationId="{1B1BB881-2294-B9BC-567E-74821730C7BC}"/>
          </ac:grpSpMkLst>
        </pc:grpChg>
        <pc:grpChg chg="mod">
          <ac:chgData name="Rahul Mishra" userId="57c6469e-ac64-4888-811b-35f0aabddbad" providerId="ADAL" clId="{2587B58E-4F3B-47AB-B3EB-62407C9160B0}" dt="2025-10-05T03:01:55.810" v="300"/>
          <ac:grpSpMkLst>
            <pc:docMk/>
            <pc:sldMk cId="1151165262" sldId="746"/>
            <ac:grpSpMk id="36" creationId="{51686D31-3FC1-0578-9003-C39650EA698C}"/>
          </ac:grpSpMkLst>
        </pc:grpChg>
        <pc:grpChg chg="mod">
          <ac:chgData name="Rahul Mishra" userId="57c6469e-ac64-4888-811b-35f0aabddbad" providerId="ADAL" clId="{2587B58E-4F3B-47AB-B3EB-62407C9160B0}" dt="2025-10-05T03:01:55.810" v="300"/>
          <ac:grpSpMkLst>
            <pc:docMk/>
            <pc:sldMk cId="1151165262" sldId="746"/>
            <ac:grpSpMk id="37" creationId="{5BEED7F1-50EC-61F8-1CCA-89B11A200E02}"/>
          </ac:grpSpMkLst>
        </pc:grpChg>
        <pc:grpChg chg="mod">
          <ac:chgData name="Rahul Mishra" userId="57c6469e-ac64-4888-811b-35f0aabddbad" providerId="ADAL" clId="{2587B58E-4F3B-47AB-B3EB-62407C9160B0}" dt="2025-10-05T03:01:55.810" v="300"/>
          <ac:grpSpMkLst>
            <pc:docMk/>
            <pc:sldMk cId="1151165262" sldId="746"/>
            <ac:grpSpMk id="38" creationId="{ED9F9926-BEE8-009B-99CD-ACA4A7560355}"/>
          </ac:grpSpMkLst>
        </pc:grpChg>
        <pc:grpChg chg="mod">
          <ac:chgData name="Rahul Mishra" userId="57c6469e-ac64-4888-811b-35f0aabddbad" providerId="ADAL" clId="{2587B58E-4F3B-47AB-B3EB-62407C9160B0}" dt="2025-10-05T03:01:57.077" v="303"/>
          <ac:grpSpMkLst>
            <pc:docMk/>
            <pc:sldMk cId="1151165262" sldId="746"/>
            <ac:grpSpMk id="41" creationId="{1B0B7290-C4FB-3088-42B3-18D03FD1E3FA}"/>
          </ac:grpSpMkLst>
        </pc:grpChg>
        <pc:grpChg chg="mod">
          <ac:chgData name="Rahul Mishra" userId="57c6469e-ac64-4888-811b-35f0aabddbad" providerId="ADAL" clId="{2587B58E-4F3B-47AB-B3EB-62407C9160B0}" dt="2025-10-05T03:02:01.502" v="316"/>
          <ac:grpSpMkLst>
            <pc:docMk/>
            <pc:sldMk cId="1151165262" sldId="746"/>
            <ac:grpSpMk id="54" creationId="{3CC069A5-EE9F-82F8-CDFC-E2264696CFD7}"/>
          </ac:grpSpMkLst>
        </pc:grpChg>
        <pc:grpChg chg="mod">
          <ac:chgData name="Rahul Mishra" userId="57c6469e-ac64-4888-811b-35f0aabddbad" providerId="ADAL" clId="{2587B58E-4F3B-47AB-B3EB-62407C9160B0}" dt="2025-10-05T03:02:01.502" v="316"/>
          <ac:grpSpMkLst>
            <pc:docMk/>
            <pc:sldMk cId="1151165262" sldId="746"/>
            <ac:grpSpMk id="55" creationId="{E3F793EF-9682-61A4-B945-CA543FAFC8A7}"/>
          </ac:grpSpMkLst>
        </pc:grpChg>
        <pc:grpChg chg="del mod">
          <ac:chgData name="Rahul Mishra" userId="57c6469e-ac64-4888-811b-35f0aabddbad" providerId="ADAL" clId="{2587B58E-4F3B-47AB-B3EB-62407C9160B0}" dt="2025-10-05T03:02:22.111" v="328"/>
          <ac:grpSpMkLst>
            <pc:docMk/>
            <pc:sldMk cId="1151165262" sldId="746"/>
            <ac:grpSpMk id="62" creationId="{3CA4E8D2-58FB-ED5A-F560-197308E08F8C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67" creationId="{874AEF30-B0E9-52B4-C845-BEC3E058A3C5}"/>
          </ac:grpSpMkLst>
        </pc:grpChg>
        <pc:grpChg chg="del mod">
          <ac:chgData name="Rahul Mishra" userId="57c6469e-ac64-4888-811b-35f0aabddbad" providerId="ADAL" clId="{2587B58E-4F3B-47AB-B3EB-62407C9160B0}" dt="2025-10-05T03:02:27.711" v="338"/>
          <ac:grpSpMkLst>
            <pc:docMk/>
            <pc:sldMk cId="1151165262" sldId="746"/>
            <ac:grpSpMk id="72" creationId="{7CB0C621-944B-BA60-DF15-F7C64856ECE5}"/>
          </ac:grpSpMkLst>
        </pc:grpChg>
        <pc:grpChg chg="del mod">
          <ac:chgData name="Rahul Mishra" userId="57c6469e-ac64-4888-811b-35f0aabddbad" providerId="ADAL" clId="{2587B58E-4F3B-47AB-B3EB-62407C9160B0}" dt="2025-10-05T03:02:29.870" v="341"/>
          <ac:grpSpMkLst>
            <pc:docMk/>
            <pc:sldMk cId="1151165262" sldId="746"/>
            <ac:grpSpMk id="77" creationId="{4CE31EB2-F3A8-CD53-DD24-9E2D6FD60EA3}"/>
          </ac:grpSpMkLst>
        </pc:grpChg>
        <pc:grpChg chg="del mod">
          <ac:chgData name="Rahul Mishra" userId="57c6469e-ac64-4888-811b-35f0aabddbad" providerId="ADAL" clId="{2587B58E-4F3B-47AB-B3EB-62407C9160B0}" dt="2025-10-05T03:02:32.463" v="346"/>
          <ac:grpSpMkLst>
            <pc:docMk/>
            <pc:sldMk cId="1151165262" sldId="746"/>
            <ac:grpSpMk id="80" creationId="{7148468F-FE67-477B-B6B1-C1385B1932C1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85" creationId="{51AB121B-5E33-7F6E-60FE-958EF81167B3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91" creationId="{BEA5AF47-4B72-8B5E-5911-16842C965708}"/>
          </ac:grpSpMkLst>
        </pc:grpChg>
        <pc:grpChg chg="del mod">
          <ac:chgData name="Rahul Mishra" userId="57c6469e-ac64-4888-811b-35f0aabddbad" providerId="ADAL" clId="{2587B58E-4F3B-47AB-B3EB-62407C9160B0}" dt="2025-10-05T03:02:41.504" v="364"/>
          <ac:grpSpMkLst>
            <pc:docMk/>
            <pc:sldMk cId="1151165262" sldId="746"/>
            <ac:grpSpMk id="100" creationId="{338F7F64-AFBF-651B-0A1E-8C3FA90C1BDB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01" creationId="{FA54A6B8-6755-4977-1D5D-7B1FFABCBB60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02" creationId="{5DAA2358-320E-DBFD-5A49-9DAB00CE082A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05" creationId="{6D46785F-145A-1601-C196-801E3B8C54D8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14" creationId="{A85522E7-D548-DFDA-D66E-0EEE64DF5196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15" creationId="{C3A0E6B1-C1C2-46FF-20B9-18F0221A0B75}"/>
          </ac:grpSpMkLst>
        </pc:grpChg>
        <pc:grpChg chg="del mod">
          <ac:chgData name="Rahul Mishra" userId="57c6469e-ac64-4888-811b-35f0aabddbad" providerId="ADAL" clId="{2587B58E-4F3B-47AB-B3EB-62407C9160B0}" dt="2025-10-05T03:03:26.939" v="414"/>
          <ac:grpSpMkLst>
            <pc:docMk/>
            <pc:sldMk cId="1151165262" sldId="746"/>
            <ac:grpSpMk id="116" creationId="{90335FEC-0691-2187-C911-B7566705C5B8}"/>
          </ac:grpSpMkLst>
        </pc:grpChg>
        <pc:grpChg chg="mod">
          <ac:chgData name="Rahul Mishra" userId="57c6469e-ac64-4888-811b-35f0aabddbad" providerId="ADAL" clId="{2587B58E-4F3B-47AB-B3EB-62407C9160B0}" dt="2025-10-05T03:02:56.187" v="378"/>
          <ac:grpSpMkLst>
            <pc:docMk/>
            <pc:sldMk cId="1151165262" sldId="746"/>
            <ac:grpSpMk id="121" creationId="{BF6F1E61-A9FE-45DB-E2CE-94A8F1C4289F}"/>
          </ac:grpSpMkLst>
        </pc:grpChg>
        <pc:grpChg chg="del mod">
          <ac:chgData name="Rahul Mishra" userId="57c6469e-ac64-4888-811b-35f0aabddbad" providerId="ADAL" clId="{2587B58E-4F3B-47AB-B3EB-62407C9160B0}" dt="2025-10-05T03:03:37.580" v="418"/>
          <ac:grpSpMkLst>
            <pc:docMk/>
            <pc:sldMk cId="1151165262" sldId="746"/>
            <ac:grpSpMk id="127" creationId="{B78DB1C6-C1FB-6239-6BB6-A296B6DC5789}"/>
          </ac:grpSpMkLst>
        </pc:grpChg>
        <pc:grpChg chg="mod">
          <ac:chgData name="Rahul Mishra" userId="57c6469e-ac64-4888-811b-35f0aabddbad" providerId="ADAL" clId="{2587B58E-4F3B-47AB-B3EB-62407C9160B0}" dt="2025-10-05T03:03:05.442" v="387"/>
          <ac:grpSpMkLst>
            <pc:docMk/>
            <pc:sldMk cId="1151165262" sldId="746"/>
            <ac:grpSpMk id="130" creationId="{80BE8B61-43B5-2157-E76C-A990409C14BE}"/>
          </ac:grpSpMkLst>
        </pc:grpChg>
        <pc:grpChg chg="mod">
          <ac:chgData name="Rahul Mishra" userId="57c6469e-ac64-4888-811b-35f0aabddbad" providerId="ADAL" clId="{2587B58E-4F3B-47AB-B3EB-62407C9160B0}" dt="2025-10-05T03:03:07.188" v="390"/>
          <ac:grpSpMkLst>
            <pc:docMk/>
            <pc:sldMk cId="1151165262" sldId="746"/>
            <ac:grpSpMk id="133" creationId="{F6F381DA-1C31-E93B-F1BD-5F5D279D570C}"/>
          </ac:grpSpMkLst>
        </pc:grpChg>
        <pc:grpChg chg="del mod">
          <ac:chgData name="Rahul Mishra" userId="57c6469e-ac64-4888-811b-35f0aabddbad" providerId="ADAL" clId="{2587B58E-4F3B-47AB-B3EB-62407C9160B0}" dt="2025-10-05T03:03:16.494" v="403"/>
          <ac:grpSpMkLst>
            <pc:docMk/>
            <pc:sldMk cId="1151165262" sldId="746"/>
            <ac:grpSpMk id="137" creationId="{DA6BC22A-6FCA-F236-0213-0FF0BDA1D816}"/>
          </ac:grpSpMkLst>
        </pc:grpChg>
        <pc:grpChg chg="mod">
          <ac:chgData name="Rahul Mishra" userId="57c6469e-ac64-4888-811b-35f0aabddbad" providerId="ADAL" clId="{2587B58E-4F3B-47AB-B3EB-62407C9160B0}" dt="2025-10-05T03:03:16.494" v="403"/>
          <ac:grpSpMkLst>
            <pc:docMk/>
            <pc:sldMk cId="1151165262" sldId="746"/>
            <ac:grpSpMk id="146" creationId="{5FC95719-3B6A-F635-D53B-158DA6BE2C77}"/>
          </ac:grpSpMkLst>
        </pc:grpChg>
        <pc:grpChg chg="del mod">
          <ac:chgData name="Rahul Mishra" userId="57c6469e-ac64-4888-811b-35f0aabddbad" providerId="ADAL" clId="{2587B58E-4F3B-47AB-B3EB-62407C9160B0}" dt="2025-10-05T03:03:22.182" v="412"/>
          <ac:grpSpMkLst>
            <pc:docMk/>
            <pc:sldMk cId="1151165262" sldId="746"/>
            <ac:grpSpMk id="150" creationId="{0AC3B390-B140-6066-4DA6-4228C919F9D8}"/>
          </ac:grpSpMkLst>
        </pc:grpChg>
        <pc:grpChg chg="mod">
          <ac:chgData name="Rahul Mishra" userId="57c6469e-ac64-4888-811b-35f0aabddbad" providerId="ADAL" clId="{2587B58E-4F3B-47AB-B3EB-62407C9160B0}" dt="2025-10-05T03:03:22.182" v="412"/>
          <ac:grpSpMkLst>
            <pc:docMk/>
            <pc:sldMk cId="1151165262" sldId="746"/>
            <ac:grpSpMk id="155" creationId="{19B587F4-4DAC-C47C-3F25-F989EAACD858}"/>
          </ac:grpSpMkLst>
        </pc:grpChg>
        <pc:grpChg chg="del mod">
          <ac:chgData name="Rahul Mishra" userId="57c6469e-ac64-4888-811b-35f0aabddbad" providerId="ADAL" clId="{2587B58E-4F3B-47AB-B3EB-62407C9160B0}" dt="2025-10-05T03:10:11.412" v="710"/>
          <ac:grpSpMkLst>
            <pc:docMk/>
            <pc:sldMk cId="1151165262" sldId="746"/>
            <ac:grpSpMk id="157" creationId="{4258AB17-67C5-10F1-40F7-DF5F086896ED}"/>
          </ac:grpSpMkLst>
        </pc:grpChg>
        <pc:grpChg chg="del mod">
          <ac:chgData name="Rahul Mishra" userId="57c6469e-ac64-4888-811b-35f0aabddbad" providerId="ADAL" clId="{2587B58E-4F3B-47AB-B3EB-62407C9160B0}" dt="2025-10-05T03:04:31.581" v="479"/>
          <ac:grpSpMkLst>
            <pc:docMk/>
            <pc:sldMk cId="1151165262" sldId="746"/>
            <ac:grpSpMk id="161" creationId="{B77F9631-A804-6FCA-3B27-490031521DF8}"/>
          </ac:grpSpMkLst>
        </pc:grpChg>
        <pc:grpChg chg="del mod">
          <ac:chgData name="Rahul Mishra" userId="57c6469e-ac64-4888-811b-35f0aabddbad" providerId="ADAL" clId="{2587B58E-4F3B-47AB-B3EB-62407C9160B0}" dt="2025-10-05T03:03:44.791" v="427"/>
          <ac:grpSpMkLst>
            <pc:docMk/>
            <pc:sldMk cId="1151165262" sldId="746"/>
            <ac:grpSpMk id="166" creationId="{65855917-2BCB-9155-C0FC-4BAD2A9E20D6}"/>
          </ac:grpSpMkLst>
        </pc:grpChg>
        <pc:grpChg chg="del mod">
          <ac:chgData name="Rahul Mishra" userId="57c6469e-ac64-4888-811b-35f0aabddbad" providerId="ADAL" clId="{2587B58E-4F3B-47AB-B3EB-62407C9160B0}" dt="2025-10-05T03:03:49.599" v="436"/>
          <ac:grpSpMkLst>
            <pc:docMk/>
            <pc:sldMk cId="1151165262" sldId="746"/>
            <ac:grpSpMk id="170" creationId="{DB0D9805-5754-369D-42AE-2D3C17023381}"/>
          </ac:grpSpMkLst>
        </pc:grpChg>
        <pc:grpChg chg="del mod">
          <ac:chgData name="Rahul Mishra" userId="57c6469e-ac64-4888-811b-35f0aabddbad" providerId="ADAL" clId="{2587B58E-4F3B-47AB-B3EB-62407C9160B0}" dt="2025-10-05T03:03:53.548" v="443"/>
          <ac:grpSpMkLst>
            <pc:docMk/>
            <pc:sldMk cId="1151165262" sldId="746"/>
            <ac:grpSpMk id="179" creationId="{4F217E1D-D901-D290-F370-81DA4FD3F1C5}"/>
          </ac:grpSpMkLst>
        </pc:grpChg>
        <pc:grpChg chg="del mod">
          <ac:chgData name="Rahul Mishra" userId="57c6469e-ac64-4888-811b-35f0aabddbad" providerId="ADAL" clId="{2587B58E-4F3B-47AB-B3EB-62407C9160B0}" dt="2025-10-05T03:03:56.354" v="447"/>
          <ac:grpSpMkLst>
            <pc:docMk/>
            <pc:sldMk cId="1151165262" sldId="746"/>
            <ac:grpSpMk id="186" creationId="{4FCCCF90-367E-C8EE-E893-F78041FF7DB7}"/>
          </ac:grpSpMkLst>
        </pc:grpChg>
        <pc:grpChg chg="del mod">
          <ac:chgData name="Rahul Mishra" userId="57c6469e-ac64-4888-811b-35f0aabddbad" providerId="ADAL" clId="{2587B58E-4F3B-47AB-B3EB-62407C9160B0}" dt="2025-10-05T03:04:02.920" v="456"/>
          <ac:grpSpMkLst>
            <pc:docMk/>
            <pc:sldMk cId="1151165262" sldId="746"/>
            <ac:grpSpMk id="190" creationId="{B90200DF-9819-340E-80B0-FADE0D0EB855}"/>
          </ac:grpSpMkLst>
        </pc:grpChg>
        <pc:grpChg chg="del mod">
          <ac:chgData name="Rahul Mishra" userId="57c6469e-ac64-4888-811b-35f0aabddbad" providerId="ADAL" clId="{2587B58E-4F3B-47AB-B3EB-62407C9160B0}" dt="2025-10-05T03:04:26.346" v="473"/>
          <ac:grpSpMkLst>
            <pc:docMk/>
            <pc:sldMk cId="1151165262" sldId="746"/>
            <ac:grpSpMk id="199" creationId="{7E646E67-9CAD-741E-705D-612DC069B5D5}"/>
          </ac:grpSpMkLst>
        </pc:grpChg>
        <pc:grpChg chg="del mod">
          <ac:chgData name="Rahul Mishra" userId="57c6469e-ac64-4888-811b-35f0aabddbad" providerId="ADAL" clId="{2587B58E-4F3B-47AB-B3EB-62407C9160B0}" dt="2025-10-05T03:04:31.581" v="479"/>
          <ac:grpSpMkLst>
            <pc:docMk/>
            <pc:sldMk cId="1151165262" sldId="746"/>
            <ac:grpSpMk id="202" creationId="{5281C28E-55B7-E923-5492-7C27F4C3F0E1}"/>
          </ac:grpSpMkLst>
        </pc:grpChg>
        <pc:grpChg chg="del mod">
          <ac:chgData name="Rahul Mishra" userId="57c6469e-ac64-4888-811b-35f0aabddbad" providerId="ADAL" clId="{2587B58E-4F3B-47AB-B3EB-62407C9160B0}" dt="2025-10-05T03:04:56.670" v="492"/>
          <ac:grpSpMkLst>
            <pc:docMk/>
            <pc:sldMk cId="1151165262" sldId="746"/>
            <ac:grpSpMk id="216" creationId="{A72BA431-01A2-EBA5-D642-A8EF993F142E}"/>
          </ac:grpSpMkLst>
        </pc:grpChg>
        <pc:grpChg chg="del mod">
          <ac:chgData name="Rahul Mishra" userId="57c6469e-ac64-4888-811b-35f0aabddbad" providerId="ADAL" clId="{2587B58E-4F3B-47AB-B3EB-62407C9160B0}" dt="2025-10-05T03:04:42.855" v="482"/>
          <ac:grpSpMkLst>
            <pc:docMk/>
            <pc:sldMk cId="1151165262" sldId="746"/>
            <ac:grpSpMk id="222" creationId="{AEFFE791-0A81-C091-6C79-82370A9F6E5B}"/>
          </ac:grpSpMkLst>
        </pc:grpChg>
        <pc:grpChg chg="del mod">
          <ac:chgData name="Rahul Mishra" userId="57c6469e-ac64-4888-811b-35f0aabddbad" providerId="ADAL" clId="{2587B58E-4F3B-47AB-B3EB-62407C9160B0}" dt="2025-10-05T03:04:43.832" v="484"/>
          <ac:grpSpMkLst>
            <pc:docMk/>
            <pc:sldMk cId="1151165262" sldId="746"/>
            <ac:grpSpMk id="225" creationId="{C9DA0196-8D38-6322-8F11-1B92AAA76374}"/>
          </ac:grpSpMkLst>
        </pc:grpChg>
        <pc:grpChg chg="del mod">
          <ac:chgData name="Rahul Mishra" userId="57c6469e-ac64-4888-811b-35f0aabddbad" providerId="ADAL" clId="{2587B58E-4F3B-47AB-B3EB-62407C9160B0}" dt="2025-10-05T03:05:05.479" v="498"/>
          <ac:grpSpMkLst>
            <pc:docMk/>
            <pc:sldMk cId="1151165262" sldId="746"/>
            <ac:grpSpMk id="227" creationId="{90747115-50DF-4DC6-C6A6-89609E24296B}"/>
          </ac:grpSpMkLst>
        </pc:grpChg>
        <pc:grpChg chg="del mod">
          <ac:chgData name="Rahul Mishra" userId="57c6469e-ac64-4888-811b-35f0aabddbad" providerId="ADAL" clId="{2587B58E-4F3B-47AB-B3EB-62407C9160B0}" dt="2025-10-05T03:05:18.824" v="504"/>
          <ac:grpSpMkLst>
            <pc:docMk/>
            <pc:sldMk cId="1151165262" sldId="746"/>
            <ac:grpSpMk id="235" creationId="{F03973E6-7EF2-80F1-1A06-86B88C694452}"/>
          </ac:grpSpMkLst>
        </pc:grpChg>
        <pc:grpChg chg="del mod">
          <ac:chgData name="Rahul Mishra" userId="57c6469e-ac64-4888-811b-35f0aabddbad" providerId="ADAL" clId="{2587B58E-4F3B-47AB-B3EB-62407C9160B0}" dt="2025-10-05T03:05:05.479" v="498"/>
          <ac:grpSpMkLst>
            <pc:docMk/>
            <pc:sldMk cId="1151165262" sldId="746"/>
            <ac:grpSpMk id="238" creationId="{8FA29527-3EEF-F7AC-1705-4E24AAA49EBE}"/>
          </ac:grpSpMkLst>
        </pc:grpChg>
        <pc:grpChg chg="del mod">
          <ac:chgData name="Rahul Mishra" userId="57c6469e-ac64-4888-811b-35f0aabddbad" providerId="ADAL" clId="{2587B58E-4F3B-47AB-B3EB-62407C9160B0}" dt="2025-10-05T03:05:22.089" v="507"/>
          <ac:grpSpMkLst>
            <pc:docMk/>
            <pc:sldMk cId="1151165262" sldId="746"/>
            <ac:grpSpMk id="241" creationId="{E1BDA478-9AF4-A247-042A-90DF30084B50}"/>
          </ac:grpSpMkLst>
        </pc:grpChg>
        <pc:grpChg chg="del mod">
          <ac:chgData name="Rahul Mishra" userId="57c6469e-ac64-4888-811b-35f0aabddbad" providerId="ADAL" clId="{2587B58E-4F3B-47AB-B3EB-62407C9160B0}" dt="2025-10-05T03:05:26.423" v="516"/>
          <ac:grpSpMkLst>
            <pc:docMk/>
            <pc:sldMk cId="1151165262" sldId="746"/>
            <ac:grpSpMk id="247" creationId="{850B432B-412C-DF29-FDBD-53D6C95C1205}"/>
          </ac:grpSpMkLst>
        </pc:grpChg>
        <pc:grpChg chg="del mod">
          <ac:chgData name="Rahul Mishra" userId="57c6469e-ac64-4888-811b-35f0aabddbad" providerId="ADAL" clId="{2587B58E-4F3B-47AB-B3EB-62407C9160B0}" dt="2025-10-05T03:05:35.603" v="522"/>
          <ac:grpSpMkLst>
            <pc:docMk/>
            <pc:sldMk cId="1151165262" sldId="746"/>
            <ac:grpSpMk id="250" creationId="{8C598691-3280-118C-85CF-BA00A6CD55CA}"/>
          </ac:grpSpMkLst>
        </pc:grpChg>
        <pc:grpChg chg="del mod">
          <ac:chgData name="Rahul Mishra" userId="57c6469e-ac64-4888-811b-35f0aabddbad" providerId="ADAL" clId="{2587B58E-4F3B-47AB-B3EB-62407C9160B0}" dt="2025-10-05T03:05:45.234" v="528"/>
          <ac:grpSpMkLst>
            <pc:docMk/>
            <pc:sldMk cId="1151165262" sldId="746"/>
            <ac:grpSpMk id="259" creationId="{4425A508-3324-BB13-FF9B-D3E956358A98}"/>
          </ac:grpSpMkLst>
        </pc:grpChg>
        <pc:grpChg chg="del mod">
          <ac:chgData name="Rahul Mishra" userId="57c6469e-ac64-4888-811b-35f0aabddbad" providerId="ADAL" clId="{2587B58E-4F3B-47AB-B3EB-62407C9160B0}" dt="2025-10-05T03:05:37.857" v="526"/>
          <ac:grpSpMkLst>
            <pc:docMk/>
            <pc:sldMk cId="1151165262" sldId="746"/>
            <ac:grpSpMk id="265" creationId="{5B9710AC-9ADD-CEDE-97FB-784335B15DEF}"/>
          </ac:grpSpMkLst>
        </pc:grpChg>
        <pc:grpChg chg="mod">
          <ac:chgData name="Rahul Mishra" userId="57c6469e-ac64-4888-811b-35f0aabddbad" providerId="ADAL" clId="{2587B58E-4F3B-47AB-B3EB-62407C9160B0}" dt="2025-10-05T03:05:37.857" v="526"/>
          <ac:grpSpMkLst>
            <pc:docMk/>
            <pc:sldMk cId="1151165262" sldId="746"/>
            <ac:grpSpMk id="269" creationId="{22019DDD-17FA-E077-908A-D137F9880E83}"/>
          </ac:grpSpMkLst>
        </pc:grpChg>
        <pc:grpChg chg="mod">
          <ac:chgData name="Rahul Mishra" userId="57c6469e-ac64-4888-811b-35f0aabddbad" providerId="ADAL" clId="{2587B58E-4F3B-47AB-B3EB-62407C9160B0}" dt="2025-10-05T03:05:45.234" v="528"/>
          <ac:grpSpMkLst>
            <pc:docMk/>
            <pc:sldMk cId="1151165262" sldId="746"/>
            <ac:grpSpMk id="271" creationId="{995B7D42-BD40-2967-17A5-BFF7ED32BC46}"/>
          </ac:grpSpMkLst>
        </pc:grpChg>
        <pc:grpChg chg="del mod">
          <ac:chgData name="Rahul Mishra" userId="57c6469e-ac64-4888-811b-35f0aabddbad" providerId="ADAL" clId="{2587B58E-4F3B-47AB-B3EB-62407C9160B0}" dt="2025-10-05T03:10:22.671" v="713"/>
          <ac:grpSpMkLst>
            <pc:docMk/>
            <pc:sldMk cId="1151165262" sldId="746"/>
            <ac:grpSpMk id="273" creationId="{7BDE71E5-3173-166F-C303-C1149A1AE55D}"/>
          </ac:grpSpMkLst>
        </pc:grpChg>
        <pc:grpChg chg="mod">
          <ac:chgData name="Rahul Mishra" userId="57c6469e-ac64-4888-811b-35f0aabddbad" providerId="ADAL" clId="{2587B58E-4F3B-47AB-B3EB-62407C9160B0}" dt="2025-10-05T03:10:22.671" v="713"/>
          <ac:grpSpMkLst>
            <pc:docMk/>
            <pc:sldMk cId="1151165262" sldId="746"/>
            <ac:grpSpMk id="276" creationId="{C4CDF32F-695F-D891-EC2A-81FE203AD04A}"/>
          </ac:grpSpMkLst>
        </pc:grpChg>
        <pc:grpChg chg="mod">
          <ac:chgData name="Rahul Mishra" userId="57c6469e-ac64-4888-811b-35f0aabddbad" providerId="ADAL" clId="{2587B58E-4F3B-47AB-B3EB-62407C9160B0}" dt="2025-10-05T03:10:37.462" v="716"/>
          <ac:grpSpMkLst>
            <pc:docMk/>
            <pc:sldMk cId="1151165262" sldId="746"/>
            <ac:grpSpMk id="279" creationId="{4D954878-EEAF-D812-B752-C7BDFD0F5F1C}"/>
          </ac:grpSpMkLst>
        </pc:grpChg>
        <pc:inkChg chg="add">
          <ac:chgData name="Rahul Mishra" userId="57c6469e-ac64-4888-811b-35f0aabddbad" providerId="ADAL" clId="{2587B58E-4F3B-47AB-B3EB-62407C9160B0}" dt="2025-10-05T03:01:44.178" v="269" actId="9405"/>
          <ac:inkMkLst>
            <pc:docMk/>
            <pc:sldMk cId="1151165262" sldId="746"/>
            <ac:inkMk id="3" creationId="{60E789B0-5913-1922-E75D-32EA7DDA2DAA}"/>
          </ac:inkMkLst>
        </pc:inkChg>
        <pc:inkChg chg="add">
          <ac:chgData name="Rahul Mishra" userId="57c6469e-ac64-4888-811b-35f0aabddbad" providerId="ADAL" clId="{2587B58E-4F3B-47AB-B3EB-62407C9160B0}" dt="2025-10-05T03:01:44.413" v="270" actId="9405"/>
          <ac:inkMkLst>
            <pc:docMk/>
            <pc:sldMk cId="1151165262" sldId="746"/>
            <ac:inkMk id="4" creationId="{FC3AE43A-BAB1-E0F1-AD15-B52F65D47B03}"/>
          </ac:inkMkLst>
        </pc:inkChg>
        <pc:inkChg chg="add">
          <ac:chgData name="Rahul Mishra" userId="57c6469e-ac64-4888-811b-35f0aabddbad" providerId="ADAL" clId="{2587B58E-4F3B-47AB-B3EB-62407C9160B0}" dt="2025-10-05T03:01:44.613" v="271" actId="9405"/>
          <ac:inkMkLst>
            <pc:docMk/>
            <pc:sldMk cId="1151165262" sldId="746"/>
            <ac:inkMk id="5" creationId="{C69FE3D5-604A-D50B-0FB0-C50AC3A39411}"/>
          </ac:inkMkLst>
        </pc:inkChg>
        <pc:inkChg chg="add">
          <ac:chgData name="Rahul Mishra" userId="57c6469e-ac64-4888-811b-35f0aabddbad" providerId="ADAL" clId="{2587B58E-4F3B-47AB-B3EB-62407C9160B0}" dt="2025-10-05T03:01:44.985" v="272" actId="9405"/>
          <ac:inkMkLst>
            <pc:docMk/>
            <pc:sldMk cId="1151165262" sldId="746"/>
            <ac:inkMk id="6" creationId="{4BA01145-0A6B-671C-06B3-5D35116767E8}"/>
          </ac:inkMkLst>
        </pc:inkChg>
        <pc:inkChg chg="add mod">
          <ac:chgData name="Rahul Mishra" userId="57c6469e-ac64-4888-811b-35f0aabddbad" providerId="ADAL" clId="{2587B58E-4F3B-47AB-B3EB-62407C9160B0}" dt="2025-10-05T03:01:55.810" v="300"/>
          <ac:inkMkLst>
            <pc:docMk/>
            <pc:sldMk cId="1151165262" sldId="746"/>
            <ac:inkMk id="7" creationId="{EEAB2F90-4CDF-2E2B-D86F-C80054188013}"/>
          </ac:inkMkLst>
        </pc:inkChg>
        <pc:inkChg chg="add">
          <ac:chgData name="Rahul Mishra" userId="57c6469e-ac64-4888-811b-35f0aabddbad" providerId="ADAL" clId="{2587B58E-4F3B-47AB-B3EB-62407C9160B0}" dt="2025-10-05T03:01:46.274" v="274" actId="9405"/>
          <ac:inkMkLst>
            <pc:docMk/>
            <pc:sldMk cId="1151165262" sldId="746"/>
            <ac:inkMk id="8" creationId="{61B84552-79AA-E5DB-E078-893F991565D3}"/>
          </ac:inkMkLst>
        </pc:inkChg>
        <pc:inkChg chg="add mod">
          <ac:chgData name="Rahul Mishra" userId="57c6469e-ac64-4888-811b-35f0aabddbad" providerId="ADAL" clId="{2587B58E-4F3B-47AB-B3EB-62407C9160B0}" dt="2025-10-05T03:01:55.810" v="300"/>
          <ac:inkMkLst>
            <pc:docMk/>
            <pc:sldMk cId="1151165262" sldId="746"/>
            <ac:inkMk id="9" creationId="{FE387941-9647-0D7A-6851-F4FD942B262E}"/>
          </ac:inkMkLst>
        </pc:inkChg>
        <pc:inkChg chg="add mod">
          <ac:chgData name="Rahul Mishra" userId="57c6469e-ac64-4888-811b-35f0aabddbad" providerId="ADAL" clId="{2587B58E-4F3B-47AB-B3EB-62407C9160B0}" dt="2025-10-05T03:01:55.810" v="300"/>
          <ac:inkMkLst>
            <pc:docMk/>
            <pc:sldMk cId="1151165262" sldId="746"/>
            <ac:inkMk id="10" creationId="{372E355E-51FA-FC1C-FB88-9F29D76DA6A1}"/>
          </ac:inkMkLst>
        </pc:inkChg>
        <pc:inkChg chg="add">
          <ac:chgData name="Rahul Mishra" userId="57c6469e-ac64-4888-811b-35f0aabddbad" providerId="ADAL" clId="{2587B58E-4F3B-47AB-B3EB-62407C9160B0}" dt="2025-10-05T03:01:47.249" v="277" actId="9405"/>
          <ac:inkMkLst>
            <pc:docMk/>
            <pc:sldMk cId="1151165262" sldId="746"/>
            <ac:inkMk id="11" creationId="{C5FA3057-1E28-888C-5AA3-AFB394C3C315}"/>
          </ac:inkMkLst>
        </pc:inkChg>
        <pc:inkChg chg="add mod">
          <ac:chgData name="Rahul Mishra" userId="57c6469e-ac64-4888-811b-35f0aabddbad" providerId="ADAL" clId="{2587B58E-4F3B-47AB-B3EB-62407C9160B0}" dt="2025-10-05T03:01:55.810" v="300"/>
          <ac:inkMkLst>
            <pc:docMk/>
            <pc:sldMk cId="1151165262" sldId="746"/>
            <ac:inkMk id="12" creationId="{E8C9A8A6-AFE9-C6F4-0E19-C1F3818CF926}"/>
          </ac:inkMkLst>
        </pc:inkChg>
        <pc:inkChg chg="add">
          <ac:chgData name="Rahul Mishra" userId="57c6469e-ac64-4888-811b-35f0aabddbad" providerId="ADAL" clId="{2587B58E-4F3B-47AB-B3EB-62407C9160B0}" dt="2025-10-05T03:01:48.057" v="279" actId="9405"/>
          <ac:inkMkLst>
            <pc:docMk/>
            <pc:sldMk cId="1151165262" sldId="746"/>
            <ac:inkMk id="13" creationId="{0C301EFC-CC4E-DE13-10FC-E944D06704B1}"/>
          </ac:inkMkLst>
        </pc:inkChg>
        <pc:inkChg chg="add">
          <ac:chgData name="Rahul Mishra" userId="57c6469e-ac64-4888-811b-35f0aabddbad" providerId="ADAL" clId="{2587B58E-4F3B-47AB-B3EB-62407C9160B0}" dt="2025-10-05T03:01:48.339" v="280" actId="9405"/>
          <ac:inkMkLst>
            <pc:docMk/>
            <pc:sldMk cId="1151165262" sldId="746"/>
            <ac:inkMk id="14" creationId="{096FD421-EB6A-EEE6-7A37-1856D402FEBA}"/>
          </ac:inkMkLst>
        </pc:inkChg>
        <pc:inkChg chg="add">
          <ac:chgData name="Rahul Mishra" userId="57c6469e-ac64-4888-811b-35f0aabddbad" providerId="ADAL" clId="{2587B58E-4F3B-47AB-B3EB-62407C9160B0}" dt="2025-10-05T03:01:48.513" v="281" actId="9405"/>
          <ac:inkMkLst>
            <pc:docMk/>
            <pc:sldMk cId="1151165262" sldId="746"/>
            <ac:inkMk id="15" creationId="{C0C77A33-6EC4-4933-8906-FE83D0C78DF7}"/>
          </ac:inkMkLst>
        </pc:inkChg>
        <pc:inkChg chg="add">
          <ac:chgData name="Rahul Mishra" userId="57c6469e-ac64-4888-811b-35f0aabddbad" providerId="ADAL" clId="{2587B58E-4F3B-47AB-B3EB-62407C9160B0}" dt="2025-10-05T03:01:49.013" v="282" actId="9405"/>
          <ac:inkMkLst>
            <pc:docMk/>
            <pc:sldMk cId="1151165262" sldId="746"/>
            <ac:inkMk id="16" creationId="{97AF33E7-4537-180A-5386-8D739234BA65}"/>
          </ac:inkMkLst>
        </pc:inkChg>
        <pc:inkChg chg="add">
          <ac:chgData name="Rahul Mishra" userId="57c6469e-ac64-4888-811b-35f0aabddbad" providerId="ADAL" clId="{2587B58E-4F3B-47AB-B3EB-62407C9160B0}" dt="2025-10-05T03:01:49.323" v="283" actId="9405"/>
          <ac:inkMkLst>
            <pc:docMk/>
            <pc:sldMk cId="1151165262" sldId="746"/>
            <ac:inkMk id="17" creationId="{FF6E1B7E-5CEC-6617-96FF-9A410DF5BF50}"/>
          </ac:inkMkLst>
        </pc:inkChg>
        <pc:inkChg chg="add">
          <ac:chgData name="Rahul Mishra" userId="57c6469e-ac64-4888-811b-35f0aabddbad" providerId="ADAL" clId="{2587B58E-4F3B-47AB-B3EB-62407C9160B0}" dt="2025-10-05T03:01:49.572" v="284" actId="9405"/>
          <ac:inkMkLst>
            <pc:docMk/>
            <pc:sldMk cId="1151165262" sldId="746"/>
            <ac:inkMk id="18" creationId="{73831D5F-BE92-8575-1BBA-69623EB36874}"/>
          </ac:inkMkLst>
        </pc:inkChg>
        <pc:inkChg chg="add">
          <ac:chgData name="Rahul Mishra" userId="57c6469e-ac64-4888-811b-35f0aabddbad" providerId="ADAL" clId="{2587B58E-4F3B-47AB-B3EB-62407C9160B0}" dt="2025-10-05T03:01:50.112" v="285" actId="9405"/>
          <ac:inkMkLst>
            <pc:docMk/>
            <pc:sldMk cId="1151165262" sldId="746"/>
            <ac:inkMk id="19" creationId="{A9ACA318-470C-E25B-A566-F2AEE6EF38B7}"/>
          </ac:inkMkLst>
        </pc:inkChg>
        <pc:inkChg chg="add">
          <ac:chgData name="Rahul Mishra" userId="57c6469e-ac64-4888-811b-35f0aabddbad" providerId="ADAL" clId="{2587B58E-4F3B-47AB-B3EB-62407C9160B0}" dt="2025-10-05T03:01:50.283" v="286" actId="9405"/>
          <ac:inkMkLst>
            <pc:docMk/>
            <pc:sldMk cId="1151165262" sldId="746"/>
            <ac:inkMk id="20" creationId="{CA1DC8A9-2DE6-4716-FB23-E6511D7F0CEA}"/>
          </ac:inkMkLst>
        </pc:inkChg>
        <pc:inkChg chg="add">
          <ac:chgData name="Rahul Mishra" userId="57c6469e-ac64-4888-811b-35f0aabddbad" providerId="ADAL" clId="{2587B58E-4F3B-47AB-B3EB-62407C9160B0}" dt="2025-10-05T03:01:51.061" v="287" actId="9405"/>
          <ac:inkMkLst>
            <pc:docMk/>
            <pc:sldMk cId="1151165262" sldId="746"/>
            <ac:inkMk id="21" creationId="{F42E8302-610D-750D-5173-774D3FDF1F4D}"/>
          </ac:inkMkLst>
        </pc:inkChg>
        <pc:inkChg chg="add">
          <ac:chgData name="Rahul Mishra" userId="57c6469e-ac64-4888-811b-35f0aabddbad" providerId="ADAL" clId="{2587B58E-4F3B-47AB-B3EB-62407C9160B0}" dt="2025-10-05T03:01:51.587" v="288" actId="9405"/>
          <ac:inkMkLst>
            <pc:docMk/>
            <pc:sldMk cId="1151165262" sldId="746"/>
            <ac:inkMk id="22" creationId="{1ACBA9B2-3D84-CD9F-BB1B-FA9550256D18}"/>
          </ac:inkMkLst>
        </pc:inkChg>
        <pc:inkChg chg="add">
          <ac:chgData name="Rahul Mishra" userId="57c6469e-ac64-4888-811b-35f0aabddbad" providerId="ADAL" clId="{2587B58E-4F3B-47AB-B3EB-62407C9160B0}" dt="2025-10-05T03:01:51.834" v="289" actId="9405"/>
          <ac:inkMkLst>
            <pc:docMk/>
            <pc:sldMk cId="1151165262" sldId="746"/>
            <ac:inkMk id="23" creationId="{74282501-355D-61E9-9E04-FA8E77FF74B1}"/>
          </ac:inkMkLst>
        </pc:inkChg>
        <pc:inkChg chg="add">
          <ac:chgData name="Rahul Mishra" userId="57c6469e-ac64-4888-811b-35f0aabddbad" providerId="ADAL" clId="{2587B58E-4F3B-47AB-B3EB-62407C9160B0}" dt="2025-10-05T03:01:52.589" v="290" actId="9405"/>
          <ac:inkMkLst>
            <pc:docMk/>
            <pc:sldMk cId="1151165262" sldId="746"/>
            <ac:inkMk id="24" creationId="{624C1B95-FA05-E12F-30CE-306C12AC3577}"/>
          </ac:inkMkLst>
        </pc:inkChg>
        <pc:inkChg chg="add">
          <ac:chgData name="Rahul Mishra" userId="57c6469e-ac64-4888-811b-35f0aabddbad" providerId="ADAL" clId="{2587B58E-4F3B-47AB-B3EB-62407C9160B0}" dt="2025-10-05T03:01:52.837" v="291" actId="9405"/>
          <ac:inkMkLst>
            <pc:docMk/>
            <pc:sldMk cId="1151165262" sldId="746"/>
            <ac:inkMk id="25" creationId="{FCB37669-5160-DBDA-65FA-BBEF27139C10}"/>
          </ac:inkMkLst>
        </pc:inkChg>
        <pc:inkChg chg="add">
          <ac:chgData name="Rahul Mishra" userId="57c6469e-ac64-4888-811b-35f0aabddbad" providerId="ADAL" clId="{2587B58E-4F3B-47AB-B3EB-62407C9160B0}" dt="2025-10-05T03:01:53.322" v="292" actId="9405"/>
          <ac:inkMkLst>
            <pc:docMk/>
            <pc:sldMk cId="1151165262" sldId="746"/>
            <ac:inkMk id="26" creationId="{485E5382-2453-AAA8-3BFB-A3EE11B3C7C4}"/>
          </ac:inkMkLst>
        </pc:inkChg>
        <pc:inkChg chg="add">
          <ac:chgData name="Rahul Mishra" userId="57c6469e-ac64-4888-811b-35f0aabddbad" providerId="ADAL" clId="{2587B58E-4F3B-47AB-B3EB-62407C9160B0}" dt="2025-10-05T03:01:53.711" v="293" actId="9405"/>
          <ac:inkMkLst>
            <pc:docMk/>
            <pc:sldMk cId="1151165262" sldId="746"/>
            <ac:inkMk id="27" creationId="{7E6081E8-95F6-00A0-9862-803890FF32E8}"/>
          </ac:inkMkLst>
        </pc:inkChg>
        <pc:inkChg chg="add">
          <ac:chgData name="Rahul Mishra" userId="57c6469e-ac64-4888-811b-35f0aabddbad" providerId="ADAL" clId="{2587B58E-4F3B-47AB-B3EB-62407C9160B0}" dt="2025-10-05T03:01:53.929" v="294" actId="9405"/>
          <ac:inkMkLst>
            <pc:docMk/>
            <pc:sldMk cId="1151165262" sldId="746"/>
            <ac:inkMk id="28" creationId="{CD6752CD-E7B6-4E72-2F13-3B8CE1F7207D}"/>
          </ac:inkMkLst>
        </pc:inkChg>
        <pc:inkChg chg="add">
          <ac:chgData name="Rahul Mishra" userId="57c6469e-ac64-4888-811b-35f0aabddbad" providerId="ADAL" clId="{2587B58E-4F3B-47AB-B3EB-62407C9160B0}" dt="2025-10-05T03:01:54.144" v="295" actId="9405"/>
          <ac:inkMkLst>
            <pc:docMk/>
            <pc:sldMk cId="1151165262" sldId="746"/>
            <ac:inkMk id="29" creationId="{AAA923CF-C199-BECF-420A-56C2B92A921C}"/>
          </ac:inkMkLst>
        </pc:inkChg>
        <pc:inkChg chg="add">
          <ac:chgData name="Rahul Mishra" userId="57c6469e-ac64-4888-811b-35f0aabddbad" providerId="ADAL" clId="{2587B58E-4F3B-47AB-B3EB-62407C9160B0}" dt="2025-10-05T03:01:54.410" v="296" actId="9405"/>
          <ac:inkMkLst>
            <pc:docMk/>
            <pc:sldMk cId="1151165262" sldId="746"/>
            <ac:inkMk id="30" creationId="{07B6D924-E63F-4A1E-3034-106F80DB7C98}"/>
          </ac:inkMkLst>
        </pc:inkChg>
        <pc:inkChg chg="add mod">
          <ac:chgData name="Rahul Mishra" userId="57c6469e-ac64-4888-811b-35f0aabddbad" providerId="ADAL" clId="{2587B58E-4F3B-47AB-B3EB-62407C9160B0}" dt="2025-10-05T03:01:55.810" v="300"/>
          <ac:inkMkLst>
            <pc:docMk/>
            <pc:sldMk cId="1151165262" sldId="746"/>
            <ac:inkMk id="31" creationId="{E65096D0-209B-5172-4CBE-E970F6A74052}"/>
          </ac:inkMkLst>
        </pc:inkChg>
        <pc:inkChg chg="add">
          <ac:chgData name="Rahul Mishra" userId="57c6469e-ac64-4888-811b-35f0aabddbad" providerId="ADAL" clId="{2587B58E-4F3B-47AB-B3EB-62407C9160B0}" dt="2025-10-05T03:01:54.815" v="298" actId="9405"/>
          <ac:inkMkLst>
            <pc:docMk/>
            <pc:sldMk cId="1151165262" sldId="746"/>
            <ac:inkMk id="32" creationId="{B5BD967F-1955-7F71-792B-1546424DE08C}"/>
          </ac:inkMkLst>
        </pc:inkChg>
        <pc:inkChg chg="add">
          <ac:chgData name="Rahul Mishra" userId="57c6469e-ac64-4888-811b-35f0aabddbad" providerId="ADAL" clId="{2587B58E-4F3B-47AB-B3EB-62407C9160B0}" dt="2025-10-05T03:01:55.242" v="299" actId="9405"/>
          <ac:inkMkLst>
            <pc:docMk/>
            <pc:sldMk cId="1151165262" sldId="746"/>
            <ac:inkMk id="33" creationId="{9F8D91DF-262E-3C8C-2A8D-C42B31D43EB6}"/>
          </ac:inkMkLst>
        </pc:inkChg>
        <pc:inkChg chg="add mod">
          <ac:chgData name="Rahul Mishra" userId="57c6469e-ac64-4888-811b-35f0aabddbad" providerId="ADAL" clId="{2587B58E-4F3B-47AB-B3EB-62407C9160B0}" dt="2025-10-05T03:01:57.077" v="303"/>
          <ac:inkMkLst>
            <pc:docMk/>
            <pc:sldMk cId="1151165262" sldId="746"/>
            <ac:inkMk id="39" creationId="{5BE59F57-B898-AC9A-7CBA-CC9078757A93}"/>
          </ac:inkMkLst>
        </pc:inkChg>
        <pc:inkChg chg="add mod">
          <ac:chgData name="Rahul Mishra" userId="57c6469e-ac64-4888-811b-35f0aabddbad" providerId="ADAL" clId="{2587B58E-4F3B-47AB-B3EB-62407C9160B0}" dt="2025-10-05T03:01:57.077" v="303"/>
          <ac:inkMkLst>
            <pc:docMk/>
            <pc:sldMk cId="1151165262" sldId="746"/>
            <ac:inkMk id="40" creationId="{F48210C5-2D46-438A-1FD7-3BA7773F71EA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2" creationId="{DC9E387F-D291-3FFC-7B93-53CC92D24773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3" creationId="{14964CCC-4669-FCD0-5BA9-1AAB69A7EF3A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4" creationId="{B2B77140-3E28-6331-D355-008BC2046961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5" creationId="{45BB3342-A76D-ECBB-B5D4-B392C4524443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6" creationId="{097E69B9-AC5A-B393-FDF1-D1650E34D9C3}"/>
          </ac:inkMkLst>
        </pc:inkChg>
        <pc:inkChg chg="add">
          <ac:chgData name="Rahul Mishra" userId="57c6469e-ac64-4888-811b-35f0aabddbad" providerId="ADAL" clId="{2587B58E-4F3B-47AB-B3EB-62407C9160B0}" dt="2025-10-05T03:01:59.287" v="309" actId="9405"/>
          <ac:inkMkLst>
            <pc:docMk/>
            <pc:sldMk cId="1151165262" sldId="746"/>
            <ac:inkMk id="47" creationId="{27568884-AE75-830B-FFC2-BB6FC8DF24F9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48" creationId="{3A44BD1C-13E8-594C-B865-B5496B9C16A9}"/>
          </ac:inkMkLst>
        </pc:inkChg>
        <pc:inkChg chg="add">
          <ac:chgData name="Rahul Mishra" userId="57c6469e-ac64-4888-811b-35f0aabddbad" providerId="ADAL" clId="{2587B58E-4F3B-47AB-B3EB-62407C9160B0}" dt="2025-10-05T03:01:59.736" v="311" actId="9405"/>
          <ac:inkMkLst>
            <pc:docMk/>
            <pc:sldMk cId="1151165262" sldId="746"/>
            <ac:inkMk id="49" creationId="{ADEE0C5A-0149-6D53-CB1C-6FBA82135D7F}"/>
          </ac:inkMkLst>
        </pc:inkChg>
        <pc:inkChg chg="add">
          <ac:chgData name="Rahul Mishra" userId="57c6469e-ac64-4888-811b-35f0aabddbad" providerId="ADAL" clId="{2587B58E-4F3B-47AB-B3EB-62407C9160B0}" dt="2025-10-05T03:01:59.951" v="312" actId="9405"/>
          <ac:inkMkLst>
            <pc:docMk/>
            <pc:sldMk cId="1151165262" sldId="746"/>
            <ac:inkMk id="50" creationId="{606078DC-C8FC-F8B0-B475-E89E140A7D22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51" creationId="{992252A3-75E9-8FD3-4D60-D72997C611A6}"/>
          </ac:inkMkLst>
        </pc:inkChg>
        <pc:inkChg chg="add">
          <ac:chgData name="Rahul Mishra" userId="57c6469e-ac64-4888-811b-35f0aabddbad" providerId="ADAL" clId="{2587B58E-4F3B-47AB-B3EB-62407C9160B0}" dt="2025-10-05T03:02:00.306" v="314" actId="9405"/>
          <ac:inkMkLst>
            <pc:docMk/>
            <pc:sldMk cId="1151165262" sldId="746"/>
            <ac:inkMk id="52" creationId="{1E394948-B393-51DD-2E6B-A7E3EF5FB8AF}"/>
          </ac:inkMkLst>
        </pc:inkChg>
        <pc:inkChg chg="add mod">
          <ac:chgData name="Rahul Mishra" userId="57c6469e-ac64-4888-811b-35f0aabddbad" providerId="ADAL" clId="{2587B58E-4F3B-47AB-B3EB-62407C9160B0}" dt="2025-10-05T03:02:01.502" v="316"/>
          <ac:inkMkLst>
            <pc:docMk/>
            <pc:sldMk cId="1151165262" sldId="746"/>
            <ac:inkMk id="53" creationId="{E40EFE89-6CD8-ECE7-D7EC-AAC52D55F825}"/>
          </ac:inkMkLst>
        </pc:inkChg>
        <pc:inkChg chg="add">
          <ac:chgData name="Rahul Mishra" userId="57c6469e-ac64-4888-811b-35f0aabddbad" providerId="ADAL" clId="{2587B58E-4F3B-47AB-B3EB-62407C9160B0}" dt="2025-10-05T03:02:06.525" v="317" actId="9405"/>
          <ac:inkMkLst>
            <pc:docMk/>
            <pc:sldMk cId="1151165262" sldId="746"/>
            <ac:inkMk id="56" creationId="{757E714F-2F64-3BB7-E080-84F550FE5D7B}"/>
          </ac:inkMkLst>
        </pc:inkChg>
        <pc:inkChg chg="add">
          <ac:chgData name="Rahul Mishra" userId="57c6469e-ac64-4888-811b-35f0aabddbad" providerId="ADAL" clId="{2587B58E-4F3B-47AB-B3EB-62407C9160B0}" dt="2025-10-05T03:02:11.270" v="318" actId="9405"/>
          <ac:inkMkLst>
            <pc:docMk/>
            <pc:sldMk cId="1151165262" sldId="746"/>
            <ac:inkMk id="57" creationId="{6302C940-9D74-B191-168E-3857700172DA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58" creationId="{4A48B5C1-5B6A-33CF-714B-8F39A86E5F21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59" creationId="{872C178F-8048-C9FE-D1C3-39368235CFEF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0" creationId="{EF3C3CF1-7301-A19E-70CA-BD82D937BD6C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1" creationId="{35DE8C31-CFE7-28FC-85BF-8AEAF5234303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3" creationId="{4380A505-AAE8-E1E1-F302-848367AB185A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4" creationId="{4F3C6787-EE2C-09E7-307F-0C258FB83812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5" creationId="{085F1553-01CC-3547-740C-D2C27345950D}"/>
          </ac:inkMkLst>
        </pc:inkChg>
        <pc:inkChg chg="add mod">
          <ac:chgData name="Rahul Mishra" userId="57c6469e-ac64-4888-811b-35f0aabddbad" providerId="ADAL" clId="{2587B58E-4F3B-47AB-B3EB-62407C9160B0}" dt="2025-10-05T03:02:22.111" v="328"/>
          <ac:inkMkLst>
            <pc:docMk/>
            <pc:sldMk cId="1151165262" sldId="746"/>
            <ac:inkMk id="66" creationId="{7823F5BE-BC29-56C1-743A-0EE838EA5C8D}"/>
          </ac:inkMkLst>
        </pc:inkChg>
        <pc:inkChg chg="add mod">
          <ac:chgData name="Rahul Mishra" userId="57c6469e-ac64-4888-811b-35f0aabddbad" providerId="ADAL" clId="{2587B58E-4F3B-47AB-B3EB-62407C9160B0}" dt="2025-10-05T03:02:29.870" v="341"/>
          <ac:inkMkLst>
            <pc:docMk/>
            <pc:sldMk cId="1151165262" sldId="746"/>
            <ac:inkMk id="68" creationId="{762DF307-4B76-9FA1-1D69-282540E35C0F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69" creationId="{98D54037-557F-06EB-3E14-997C7E51A3DE}"/>
          </ac:inkMkLst>
        </pc:inkChg>
        <pc:inkChg chg="add mod">
          <ac:chgData name="Rahul Mishra" userId="57c6469e-ac64-4888-811b-35f0aabddbad" providerId="ADAL" clId="{2587B58E-4F3B-47AB-B3EB-62407C9160B0}" dt="2025-10-05T03:02:32.463" v="346"/>
          <ac:inkMkLst>
            <pc:docMk/>
            <pc:sldMk cId="1151165262" sldId="746"/>
            <ac:inkMk id="70" creationId="{D5A66785-8D57-0AB6-D1F8-376D3400B3EF}"/>
          </ac:inkMkLst>
        </pc:inkChg>
        <pc:inkChg chg="add mod">
          <ac:chgData name="Rahul Mishra" userId="57c6469e-ac64-4888-811b-35f0aabddbad" providerId="ADAL" clId="{2587B58E-4F3B-47AB-B3EB-62407C9160B0}" dt="2025-10-05T03:02:27.711" v="338"/>
          <ac:inkMkLst>
            <pc:docMk/>
            <pc:sldMk cId="1151165262" sldId="746"/>
            <ac:inkMk id="71" creationId="{847EA7BE-32D8-2517-FFBB-3F8A0CF790E1}"/>
          </ac:inkMkLst>
        </pc:inkChg>
        <pc:inkChg chg="add mod">
          <ac:chgData name="Rahul Mishra" userId="57c6469e-ac64-4888-811b-35f0aabddbad" providerId="ADAL" clId="{2587B58E-4F3B-47AB-B3EB-62407C9160B0}" dt="2025-10-05T03:02:32.463" v="346"/>
          <ac:inkMkLst>
            <pc:docMk/>
            <pc:sldMk cId="1151165262" sldId="746"/>
            <ac:inkMk id="73" creationId="{F856E37B-9722-602B-9346-21CC214A0A19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74" creationId="{63AE758B-7C7E-2DDB-C1EE-1D6867732B46}"/>
          </ac:inkMkLst>
        </pc:inkChg>
        <pc:inkChg chg="add mod">
          <ac:chgData name="Rahul Mishra" userId="57c6469e-ac64-4888-811b-35f0aabddbad" providerId="ADAL" clId="{2587B58E-4F3B-47AB-B3EB-62407C9160B0}" dt="2025-10-05T03:02:29.870" v="341"/>
          <ac:inkMkLst>
            <pc:docMk/>
            <pc:sldMk cId="1151165262" sldId="746"/>
            <ac:inkMk id="75" creationId="{7D7445B8-57CA-CD5C-EB00-78C426F7E121}"/>
          </ac:inkMkLst>
        </pc:inkChg>
        <pc:inkChg chg="add mod">
          <ac:chgData name="Rahul Mishra" userId="57c6469e-ac64-4888-811b-35f0aabddbad" providerId="ADAL" clId="{2587B58E-4F3B-47AB-B3EB-62407C9160B0}" dt="2025-10-05T03:02:32.463" v="346"/>
          <ac:inkMkLst>
            <pc:docMk/>
            <pc:sldMk cId="1151165262" sldId="746"/>
            <ac:inkMk id="76" creationId="{7923D1EC-1A9D-AEB3-BD71-7B31DD867A21}"/>
          </ac:inkMkLst>
        </pc:inkChg>
        <pc:inkChg chg="add mod">
          <ac:chgData name="Rahul Mishra" userId="57c6469e-ac64-4888-811b-35f0aabddbad" providerId="ADAL" clId="{2587B58E-4F3B-47AB-B3EB-62407C9160B0}" dt="2025-10-05T03:02:32.463" v="346"/>
          <ac:inkMkLst>
            <pc:docMk/>
            <pc:sldMk cId="1151165262" sldId="746"/>
            <ac:inkMk id="78" creationId="{C2471536-B9B4-C830-30F3-34867CD64710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79" creationId="{6A414DD3-966C-40B9-A576-861ECA9E9987}"/>
          </ac:inkMkLst>
        </pc:inkChg>
        <pc:inkChg chg="add">
          <ac:chgData name="Rahul Mishra" userId="57c6469e-ac64-4888-811b-35f0aabddbad" providerId="ADAL" clId="{2587B58E-4F3B-47AB-B3EB-62407C9160B0}" dt="2025-10-05T03:02:30.504" v="342" actId="9405"/>
          <ac:inkMkLst>
            <pc:docMk/>
            <pc:sldMk cId="1151165262" sldId="746"/>
            <ac:inkMk id="81" creationId="{8B399EA0-90B8-5D9E-0BCB-2F316E20ABD7}"/>
          </ac:inkMkLst>
        </pc:inkChg>
        <pc:inkChg chg="add">
          <ac:chgData name="Rahul Mishra" userId="57c6469e-ac64-4888-811b-35f0aabddbad" providerId="ADAL" clId="{2587B58E-4F3B-47AB-B3EB-62407C9160B0}" dt="2025-10-05T03:02:30.907" v="343" actId="9405"/>
          <ac:inkMkLst>
            <pc:docMk/>
            <pc:sldMk cId="1151165262" sldId="746"/>
            <ac:inkMk id="82" creationId="{CC36CD8F-0AA9-6AC7-B2BF-87C5FBD7C523}"/>
          </ac:inkMkLst>
        </pc:inkChg>
        <pc:inkChg chg="add mod">
          <ac:chgData name="Rahul Mishra" userId="57c6469e-ac64-4888-811b-35f0aabddbad" providerId="ADAL" clId="{2587B58E-4F3B-47AB-B3EB-62407C9160B0}" dt="2025-10-05T03:02:32.463" v="346"/>
          <ac:inkMkLst>
            <pc:docMk/>
            <pc:sldMk cId="1151165262" sldId="746"/>
            <ac:inkMk id="83" creationId="{21C959FB-7790-EC1E-0B55-72E4CBD5C39F}"/>
          </ac:inkMkLst>
        </pc:inkChg>
        <pc:inkChg chg="add">
          <ac:chgData name="Rahul Mishra" userId="57c6469e-ac64-4888-811b-35f0aabddbad" providerId="ADAL" clId="{2587B58E-4F3B-47AB-B3EB-62407C9160B0}" dt="2025-10-05T03:02:31.792" v="345" actId="9405"/>
          <ac:inkMkLst>
            <pc:docMk/>
            <pc:sldMk cId="1151165262" sldId="746"/>
            <ac:inkMk id="84" creationId="{EE11E2CC-8063-71AA-362B-E6298EC7B429}"/>
          </ac:inkMkLst>
        </pc:inkChg>
        <pc:inkChg chg="add mod">
          <ac:chgData name="Rahul Mishra" userId="57c6469e-ac64-4888-811b-35f0aabddbad" providerId="ADAL" clId="{2587B58E-4F3B-47AB-B3EB-62407C9160B0}" dt="2025-10-05T03:02:34.945" v="352"/>
          <ac:inkMkLst>
            <pc:docMk/>
            <pc:sldMk cId="1151165262" sldId="746"/>
            <ac:inkMk id="86" creationId="{7B057026-C366-988F-5E10-6D2C73DE9333}"/>
          </ac:inkMkLst>
        </pc:inkChg>
        <pc:inkChg chg="add mod">
          <ac:chgData name="Rahul Mishra" userId="57c6469e-ac64-4888-811b-35f0aabddbad" providerId="ADAL" clId="{2587B58E-4F3B-47AB-B3EB-62407C9160B0}" dt="2025-10-05T03:02:34.945" v="352"/>
          <ac:inkMkLst>
            <pc:docMk/>
            <pc:sldMk cId="1151165262" sldId="746"/>
            <ac:inkMk id="87" creationId="{2E1F4CE1-4EED-8A38-444C-48DF3A01600C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88" creationId="{110D9BF8-84C3-738E-C7DF-06DA6B85BD81}"/>
          </ac:inkMkLst>
        </pc:inkChg>
        <pc:inkChg chg="add mod">
          <ac:chgData name="Rahul Mishra" userId="57c6469e-ac64-4888-811b-35f0aabddbad" providerId="ADAL" clId="{2587B58E-4F3B-47AB-B3EB-62407C9160B0}" dt="2025-10-05T03:02:34.945" v="352"/>
          <ac:inkMkLst>
            <pc:docMk/>
            <pc:sldMk cId="1151165262" sldId="746"/>
            <ac:inkMk id="89" creationId="{A956FA6B-49EF-34C8-C73B-88257525712F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90" creationId="{380CC907-6A27-57CE-7D1F-B5B40184FEB3}"/>
          </ac:inkMkLst>
        </pc:inkChg>
        <pc:inkChg chg="add mod">
          <ac:chgData name="Rahul Mishra" userId="57c6469e-ac64-4888-811b-35f0aabddbad" providerId="ADAL" clId="{2587B58E-4F3B-47AB-B3EB-62407C9160B0}" dt="2025-10-05T03:02:40.010" v="361"/>
          <ac:inkMkLst>
            <pc:docMk/>
            <pc:sldMk cId="1151165262" sldId="746"/>
            <ac:inkMk id="92" creationId="{EE3660DF-A322-9B14-5930-7997B86AB203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93" creationId="{D93A3A10-214F-E112-C1D4-90736D070EBD}"/>
          </ac:inkMkLst>
        </pc:inkChg>
        <pc:inkChg chg="add mod">
          <ac:chgData name="Rahul Mishra" userId="57c6469e-ac64-4888-811b-35f0aabddbad" providerId="ADAL" clId="{2587B58E-4F3B-47AB-B3EB-62407C9160B0}" dt="2025-10-05T03:02:40.010" v="361"/>
          <ac:inkMkLst>
            <pc:docMk/>
            <pc:sldMk cId="1151165262" sldId="746"/>
            <ac:inkMk id="94" creationId="{06DD8151-8DDE-8815-A01D-A8658D0F56AB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95" creationId="{DE81378F-3494-3491-2E0E-440A02CEF38D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96" creationId="{BB390EA8-F87F-FF45-F6E5-33CA8AEC720E}"/>
          </ac:inkMkLst>
        </pc:inkChg>
        <pc:inkChg chg="add mod">
          <ac:chgData name="Rahul Mishra" userId="57c6469e-ac64-4888-811b-35f0aabddbad" providerId="ADAL" clId="{2587B58E-4F3B-47AB-B3EB-62407C9160B0}" dt="2025-10-05T03:02:41.504" v="364"/>
          <ac:inkMkLst>
            <pc:docMk/>
            <pc:sldMk cId="1151165262" sldId="746"/>
            <ac:inkMk id="97" creationId="{9AEF5BF7-611A-1DF5-AB98-24BAE947983A}"/>
          </ac:inkMkLst>
        </pc:inkChg>
        <pc:inkChg chg="add mod">
          <ac:chgData name="Rahul Mishra" userId="57c6469e-ac64-4888-811b-35f0aabddbad" providerId="ADAL" clId="{2587B58E-4F3B-47AB-B3EB-62407C9160B0}" dt="2025-10-05T03:02:41.504" v="364"/>
          <ac:inkMkLst>
            <pc:docMk/>
            <pc:sldMk cId="1151165262" sldId="746"/>
            <ac:inkMk id="98" creationId="{C4DE7F30-4F04-5B60-DBBF-4283651FBB9B}"/>
          </ac:inkMkLst>
        </pc:inkChg>
        <pc:inkChg chg="add mod">
          <ac:chgData name="Rahul Mishra" userId="57c6469e-ac64-4888-811b-35f0aabddbad" providerId="ADAL" clId="{2587B58E-4F3B-47AB-B3EB-62407C9160B0}" dt="2025-10-05T03:02:41.504" v="364"/>
          <ac:inkMkLst>
            <pc:docMk/>
            <pc:sldMk cId="1151165262" sldId="746"/>
            <ac:inkMk id="99" creationId="{28B30AEA-9184-3904-DD34-A3AC4C1D0517}"/>
          </ac:inkMkLst>
        </pc:inkChg>
        <pc:inkChg chg="add mod">
          <ac:chgData name="Rahul Mishra" userId="57c6469e-ac64-4888-811b-35f0aabddbad" providerId="ADAL" clId="{2587B58E-4F3B-47AB-B3EB-62407C9160B0}" dt="2025-10-05T03:02:41.504" v="364"/>
          <ac:inkMkLst>
            <pc:docMk/>
            <pc:sldMk cId="1151165262" sldId="746"/>
            <ac:inkMk id="103" creationId="{FB5C504F-356A-3542-1488-3BA38D5341FE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104" creationId="{396575F2-F85A-FA73-84A6-31043C816649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106" creationId="{EDA57CAB-8D0F-FF5C-5028-31390413C372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107" creationId="{27E091FA-7738-D97D-6B3E-8D922D41607C}"/>
          </ac:inkMkLst>
        </pc:inkChg>
        <pc:inkChg chg="add">
          <ac:chgData name="Rahul Mishra" userId="57c6469e-ac64-4888-811b-35f0aabddbad" providerId="ADAL" clId="{2587B58E-4F3B-47AB-B3EB-62407C9160B0}" dt="2025-10-05T03:02:42.978" v="367" actId="9405"/>
          <ac:inkMkLst>
            <pc:docMk/>
            <pc:sldMk cId="1151165262" sldId="746"/>
            <ac:inkMk id="108" creationId="{1ED28B51-AB08-6FA1-D71E-31E33B876308}"/>
          </ac:inkMkLst>
        </pc:inkChg>
        <pc:inkChg chg="add mod">
          <ac:chgData name="Rahul Mishra" userId="57c6469e-ac64-4888-811b-35f0aabddbad" providerId="ADAL" clId="{2587B58E-4F3B-47AB-B3EB-62407C9160B0}" dt="2025-10-05T03:02:46.717" v="373"/>
          <ac:inkMkLst>
            <pc:docMk/>
            <pc:sldMk cId="1151165262" sldId="746"/>
            <ac:inkMk id="109" creationId="{749BB911-4465-6A73-383B-7D6667CD16A3}"/>
          </ac:inkMkLst>
        </pc:inkChg>
        <pc:inkChg chg="add mod">
          <ac:chgData name="Rahul Mishra" userId="57c6469e-ac64-4888-811b-35f0aabddbad" providerId="ADAL" clId="{2587B58E-4F3B-47AB-B3EB-62407C9160B0}" dt="2025-10-05T03:02:46.717" v="373"/>
          <ac:inkMkLst>
            <pc:docMk/>
            <pc:sldMk cId="1151165262" sldId="746"/>
            <ac:inkMk id="110" creationId="{A5DE70C3-5CC8-C7DD-7CCC-CACD96A2F812}"/>
          </ac:inkMkLst>
        </pc:inkChg>
        <pc:inkChg chg="add mod">
          <ac:chgData name="Rahul Mishra" userId="57c6469e-ac64-4888-811b-35f0aabddbad" providerId="ADAL" clId="{2587B58E-4F3B-47AB-B3EB-62407C9160B0}" dt="2025-10-05T03:02:46.717" v="373"/>
          <ac:inkMkLst>
            <pc:docMk/>
            <pc:sldMk cId="1151165262" sldId="746"/>
            <ac:inkMk id="111" creationId="{39A28F2C-34DA-BD08-D841-AAEFC753D51B}"/>
          </ac:inkMkLst>
        </pc:inkChg>
        <pc:inkChg chg="add mod">
          <ac:chgData name="Rahul Mishra" userId="57c6469e-ac64-4888-811b-35f0aabddbad" providerId="ADAL" clId="{2587B58E-4F3B-47AB-B3EB-62407C9160B0}" dt="2025-10-05T03:10:22.671" v="713"/>
          <ac:inkMkLst>
            <pc:docMk/>
            <pc:sldMk cId="1151165262" sldId="746"/>
            <ac:inkMk id="112" creationId="{E16F6979-0261-CAD8-B643-9A45AA35AE43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113" creationId="{E6799EA1-C085-0BFE-CF33-E0BD76A114BB}"/>
          </ac:inkMkLst>
        </pc:inkChg>
        <pc:inkChg chg="add">
          <ac:chgData name="Rahul Mishra" userId="57c6469e-ac64-4888-811b-35f0aabddbad" providerId="ADAL" clId="{2587B58E-4F3B-47AB-B3EB-62407C9160B0}" dt="2025-10-05T03:02:52.583" v="374" actId="9405"/>
          <ac:inkMkLst>
            <pc:docMk/>
            <pc:sldMk cId="1151165262" sldId="746"/>
            <ac:inkMk id="117" creationId="{B80A8B3A-0A05-F4CA-8129-EBA86304130C}"/>
          </ac:inkMkLst>
        </pc:inkChg>
        <pc:inkChg chg="add mod">
          <ac:chgData name="Rahul Mishra" userId="57c6469e-ac64-4888-811b-35f0aabddbad" providerId="ADAL" clId="{2587B58E-4F3B-47AB-B3EB-62407C9160B0}" dt="2025-10-05T03:02:56.187" v="378"/>
          <ac:inkMkLst>
            <pc:docMk/>
            <pc:sldMk cId="1151165262" sldId="746"/>
            <ac:inkMk id="118" creationId="{5A8E6015-C910-DE20-EE18-55F9B140C971}"/>
          </ac:inkMkLst>
        </pc:inkChg>
        <pc:inkChg chg="add mod">
          <ac:chgData name="Rahul Mishra" userId="57c6469e-ac64-4888-811b-35f0aabddbad" providerId="ADAL" clId="{2587B58E-4F3B-47AB-B3EB-62407C9160B0}" dt="2025-10-05T03:02:56.187" v="378"/>
          <ac:inkMkLst>
            <pc:docMk/>
            <pc:sldMk cId="1151165262" sldId="746"/>
            <ac:inkMk id="119" creationId="{4246757D-5FBE-4FE7-B63B-163DE2B6B0FB}"/>
          </ac:inkMkLst>
        </pc:inkChg>
        <pc:inkChg chg="add mod">
          <ac:chgData name="Rahul Mishra" userId="57c6469e-ac64-4888-811b-35f0aabddbad" providerId="ADAL" clId="{2587B58E-4F3B-47AB-B3EB-62407C9160B0}" dt="2025-10-05T03:02:56.187" v="378"/>
          <ac:inkMkLst>
            <pc:docMk/>
            <pc:sldMk cId="1151165262" sldId="746"/>
            <ac:inkMk id="120" creationId="{EEC6E29E-CF73-FEE3-77FA-3A947BD89A8F}"/>
          </ac:inkMkLst>
        </pc:inkChg>
        <pc:inkChg chg="add mod">
          <ac:chgData name="Rahul Mishra" userId="57c6469e-ac64-4888-811b-35f0aabddbad" providerId="ADAL" clId="{2587B58E-4F3B-47AB-B3EB-62407C9160B0}" dt="2025-10-05T03:04:42.855" v="482"/>
          <ac:inkMkLst>
            <pc:docMk/>
            <pc:sldMk cId="1151165262" sldId="746"/>
            <ac:inkMk id="122" creationId="{B6C0A5EA-BC37-B857-81C9-3408ACCB9C01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123" creationId="{789FDE3F-6A8A-BBC0-4605-5424F9EDC91F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124" creationId="{F7202051-6C17-DB63-E1F6-90647E1AAED0}"/>
          </ac:inkMkLst>
        </pc:inkChg>
        <pc:inkChg chg="add mod">
          <ac:chgData name="Rahul Mishra" userId="57c6469e-ac64-4888-811b-35f0aabddbad" providerId="ADAL" clId="{2587B58E-4F3B-47AB-B3EB-62407C9160B0}" dt="2025-10-05T03:05:22.089" v="507"/>
          <ac:inkMkLst>
            <pc:docMk/>
            <pc:sldMk cId="1151165262" sldId="746"/>
            <ac:inkMk id="125" creationId="{FFF1C328-DD1D-746E-CC58-8DA1043AABA7}"/>
          </ac:inkMkLst>
        </pc:inkChg>
        <pc:inkChg chg="add mod">
          <ac:chgData name="Rahul Mishra" userId="57c6469e-ac64-4888-811b-35f0aabddbad" providerId="ADAL" clId="{2587B58E-4F3B-47AB-B3EB-62407C9160B0}" dt="2025-10-05T03:04:42.855" v="482"/>
          <ac:inkMkLst>
            <pc:docMk/>
            <pc:sldMk cId="1151165262" sldId="746"/>
            <ac:inkMk id="126" creationId="{97827EB3-E701-DE6A-8581-779CCC842FD7}"/>
          </ac:inkMkLst>
        </pc:inkChg>
        <pc:inkChg chg="add mod">
          <ac:chgData name="Rahul Mishra" userId="57c6469e-ac64-4888-811b-35f0aabddbad" providerId="ADAL" clId="{2587B58E-4F3B-47AB-B3EB-62407C9160B0}" dt="2025-10-05T03:03:05.442" v="387"/>
          <ac:inkMkLst>
            <pc:docMk/>
            <pc:sldMk cId="1151165262" sldId="746"/>
            <ac:inkMk id="128" creationId="{55EBD8C7-857C-BDBF-2D8E-DE83C6CE4309}"/>
          </ac:inkMkLst>
        </pc:inkChg>
        <pc:inkChg chg="add mod">
          <ac:chgData name="Rahul Mishra" userId="57c6469e-ac64-4888-811b-35f0aabddbad" providerId="ADAL" clId="{2587B58E-4F3B-47AB-B3EB-62407C9160B0}" dt="2025-10-05T03:03:05.442" v="387"/>
          <ac:inkMkLst>
            <pc:docMk/>
            <pc:sldMk cId="1151165262" sldId="746"/>
            <ac:inkMk id="129" creationId="{B5534991-14F4-4466-F2B0-8F5DCB89D930}"/>
          </ac:inkMkLst>
        </pc:inkChg>
        <pc:inkChg chg="add mod">
          <ac:chgData name="Rahul Mishra" userId="57c6469e-ac64-4888-811b-35f0aabddbad" providerId="ADAL" clId="{2587B58E-4F3B-47AB-B3EB-62407C9160B0}" dt="2025-10-05T03:03:07.188" v="390"/>
          <ac:inkMkLst>
            <pc:docMk/>
            <pc:sldMk cId="1151165262" sldId="746"/>
            <ac:inkMk id="131" creationId="{ADBD0D70-CC88-E10D-8BB8-F3E3ED861D9B}"/>
          </ac:inkMkLst>
        </pc:inkChg>
        <pc:inkChg chg="add mod">
          <ac:chgData name="Rahul Mishra" userId="57c6469e-ac64-4888-811b-35f0aabddbad" providerId="ADAL" clId="{2587B58E-4F3B-47AB-B3EB-62407C9160B0}" dt="2025-10-05T03:03:07.188" v="390"/>
          <ac:inkMkLst>
            <pc:docMk/>
            <pc:sldMk cId="1151165262" sldId="746"/>
            <ac:inkMk id="132" creationId="{557C6A54-4CF7-19B5-EFAF-523B85C0F360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34" creationId="{0A70B3AC-718E-8D29-94F8-7E2B3AFE0F1C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35" creationId="{FAADAFEF-F3AE-24AC-0FE0-EFDF52529C98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36" creationId="{0CAEBC92-40D6-4B5F-DBF7-880618431E1B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38" creationId="{95FAB587-DA9C-2840-85C2-2E9CDDB762E9}"/>
          </ac:inkMkLst>
        </pc:inkChg>
        <pc:inkChg chg="add">
          <ac:chgData name="Rahul Mishra" userId="57c6469e-ac64-4888-811b-35f0aabddbad" providerId="ADAL" clId="{2587B58E-4F3B-47AB-B3EB-62407C9160B0}" dt="2025-10-05T03:03:11.885" v="396" actId="9405"/>
          <ac:inkMkLst>
            <pc:docMk/>
            <pc:sldMk cId="1151165262" sldId="746"/>
            <ac:inkMk id="139" creationId="{A6D3D6AC-2C16-C7DC-1CBA-7DC24A7ED733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40" creationId="{568356F4-5600-70F4-7A4D-1CDF14CFEDE5}"/>
          </ac:inkMkLst>
        </pc:inkChg>
        <pc:inkChg chg="add">
          <ac:chgData name="Rahul Mishra" userId="57c6469e-ac64-4888-811b-35f0aabddbad" providerId="ADAL" clId="{2587B58E-4F3B-47AB-B3EB-62407C9160B0}" dt="2025-10-05T03:03:12.815" v="398" actId="9405"/>
          <ac:inkMkLst>
            <pc:docMk/>
            <pc:sldMk cId="1151165262" sldId="746"/>
            <ac:inkMk id="141" creationId="{7E92773E-06B4-6B9A-65E6-F27132E0BE9B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42" creationId="{3885565B-A5F6-3FBC-30F4-2DA89CCF210E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43" creationId="{5B75852E-9090-BF6B-1AF2-0DB36EBF7664}"/>
          </ac:inkMkLst>
        </pc:inkChg>
        <pc:inkChg chg="add">
          <ac:chgData name="Rahul Mishra" userId="57c6469e-ac64-4888-811b-35f0aabddbad" providerId="ADAL" clId="{2587B58E-4F3B-47AB-B3EB-62407C9160B0}" dt="2025-10-05T03:03:14.151" v="401" actId="9405"/>
          <ac:inkMkLst>
            <pc:docMk/>
            <pc:sldMk cId="1151165262" sldId="746"/>
            <ac:inkMk id="144" creationId="{89589486-BD3A-A1F5-2786-3D3CB12AF0D9}"/>
          </ac:inkMkLst>
        </pc:inkChg>
        <pc:inkChg chg="add mod">
          <ac:chgData name="Rahul Mishra" userId="57c6469e-ac64-4888-811b-35f0aabddbad" providerId="ADAL" clId="{2587B58E-4F3B-47AB-B3EB-62407C9160B0}" dt="2025-10-05T03:03:16.494" v="403"/>
          <ac:inkMkLst>
            <pc:docMk/>
            <pc:sldMk cId="1151165262" sldId="746"/>
            <ac:inkMk id="145" creationId="{CA78EB43-B6A3-5EB3-C7A3-72896F33E870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47" creationId="{C7442853-4655-3403-467A-3B5ED51FF756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48" creationId="{0332BE94-E498-CAC2-CFBB-2BC607D9690D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49" creationId="{BFE62F49-47A3-FB88-FBF4-7AEB9FD1B8AB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51" creationId="{67100C68-F168-A535-B62C-EE1FB39DC632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52" creationId="{6DC55A2F-368C-EF8C-C2A0-6EF429CD0779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53" creationId="{F5B43726-4214-CB1B-5A16-23C6C72DE565}"/>
          </ac:inkMkLst>
        </pc:inkChg>
        <pc:inkChg chg="add mod">
          <ac:chgData name="Rahul Mishra" userId="57c6469e-ac64-4888-811b-35f0aabddbad" providerId="ADAL" clId="{2587B58E-4F3B-47AB-B3EB-62407C9160B0}" dt="2025-10-05T03:03:22.182" v="412"/>
          <ac:inkMkLst>
            <pc:docMk/>
            <pc:sldMk cId="1151165262" sldId="746"/>
            <ac:inkMk id="154" creationId="{6C7DDA06-CC7E-3687-EA93-D229686F7F4C}"/>
          </ac:inkMkLst>
        </pc:inkChg>
        <pc:inkChg chg="add">
          <ac:chgData name="Rahul Mishra" userId="57c6469e-ac64-4888-811b-35f0aabddbad" providerId="ADAL" clId="{2587B58E-4F3B-47AB-B3EB-62407C9160B0}" dt="2025-10-05T03:03:26.408" v="413" actId="9405"/>
          <ac:inkMkLst>
            <pc:docMk/>
            <pc:sldMk cId="1151165262" sldId="746"/>
            <ac:inkMk id="156" creationId="{EECBDF29-9107-3FFF-1C4D-4D3919486CB2}"/>
          </ac:inkMkLst>
        </pc:inkChg>
        <pc:inkChg chg="add mod">
          <ac:chgData name="Rahul Mishra" userId="57c6469e-ac64-4888-811b-35f0aabddbad" providerId="ADAL" clId="{2587B58E-4F3B-47AB-B3EB-62407C9160B0}" dt="2025-10-05T03:04:43.832" v="484"/>
          <ac:inkMkLst>
            <pc:docMk/>
            <pc:sldMk cId="1151165262" sldId="746"/>
            <ac:inkMk id="158" creationId="{519C69AA-8530-C784-2428-66C5A48D3730}"/>
          </ac:inkMkLst>
        </pc:inkChg>
        <pc:inkChg chg="add mod">
          <ac:chgData name="Rahul Mishra" userId="57c6469e-ac64-4888-811b-35f0aabddbad" providerId="ADAL" clId="{2587B58E-4F3B-47AB-B3EB-62407C9160B0}" dt="2025-10-05T03:05:22.089" v="507"/>
          <ac:inkMkLst>
            <pc:docMk/>
            <pc:sldMk cId="1151165262" sldId="746"/>
            <ac:inkMk id="159" creationId="{58A6DA58-20B1-8F11-5006-0B4356A1F003}"/>
          </ac:inkMkLst>
        </pc:inkChg>
        <pc:inkChg chg="add mod">
          <ac:chgData name="Rahul Mishra" userId="57c6469e-ac64-4888-811b-35f0aabddbad" providerId="ADAL" clId="{2587B58E-4F3B-47AB-B3EB-62407C9160B0}" dt="2025-10-05T03:04:42.855" v="482"/>
          <ac:inkMkLst>
            <pc:docMk/>
            <pc:sldMk cId="1151165262" sldId="746"/>
            <ac:inkMk id="160" creationId="{2293C08B-57FE-B20D-5612-E9047DBC4133}"/>
          </ac:inkMkLst>
        </pc:inkChg>
        <pc:inkChg chg="add mod">
          <ac:chgData name="Rahul Mishra" userId="57c6469e-ac64-4888-811b-35f0aabddbad" providerId="ADAL" clId="{2587B58E-4F3B-47AB-B3EB-62407C9160B0}" dt="2025-10-05T03:03:44.791" v="427"/>
          <ac:inkMkLst>
            <pc:docMk/>
            <pc:sldMk cId="1151165262" sldId="746"/>
            <ac:inkMk id="162" creationId="{3113A634-E523-7CDD-A64F-70BAAC91B508}"/>
          </ac:inkMkLst>
        </pc:inkChg>
        <pc:inkChg chg="add mod">
          <ac:chgData name="Rahul Mishra" userId="57c6469e-ac64-4888-811b-35f0aabddbad" providerId="ADAL" clId="{2587B58E-4F3B-47AB-B3EB-62407C9160B0}" dt="2025-10-05T03:03:49.599" v="436"/>
          <ac:inkMkLst>
            <pc:docMk/>
            <pc:sldMk cId="1151165262" sldId="746"/>
            <ac:inkMk id="163" creationId="{ADEA6727-396C-0B26-82D7-76BD3413C448}"/>
          </ac:inkMkLst>
        </pc:inkChg>
        <pc:inkChg chg="add mod">
          <ac:chgData name="Rahul Mishra" userId="57c6469e-ac64-4888-811b-35f0aabddbad" providerId="ADAL" clId="{2587B58E-4F3B-47AB-B3EB-62407C9160B0}" dt="2025-10-05T03:03:49.599" v="436"/>
          <ac:inkMkLst>
            <pc:docMk/>
            <pc:sldMk cId="1151165262" sldId="746"/>
            <ac:inkMk id="164" creationId="{3D745E65-8CF7-8360-E0E7-DF7142CE191F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65" creationId="{179E7C6F-C919-3E10-0008-D89534013836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67" creationId="{2EC988D2-F202-8B66-12D3-1062FD6879CF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68" creationId="{5BAA37B8-CCE7-1976-79E1-C9A99E0EEA26}"/>
          </ac:inkMkLst>
        </pc:inkChg>
        <pc:inkChg chg="add mod">
          <ac:chgData name="Rahul Mishra" userId="57c6469e-ac64-4888-811b-35f0aabddbad" providerId="ADAL" clId="{2587B58E-4F3B-47AB-B3EB-62407C9160B0}" dt="2025-10-05T03:03:56.354" v="447"/>
          <ac:inkMkLst>
            <pc:docMk/>
            <pc:sldMk cId="1151165262" sldId="746"/>
            <ac:inkMk id="169" creationId="{DF9A1514-F3FD-6818-6E00-35131CF5CDCA}"/>
          </ac:inkMkLst>
        </pc:inkChg>
        <pc:inkChg chg="add">
          <ac:chgData name="Rahul Mishra" userId="57c6469e-ac64-4888-811b-35f0aabddbad" providerId="ADAL" clId="{2587B58E-4F3B-47AB-B3EB-62407C9160B0}" dt="2025-10-05T03:03:45.623" v="428" actId="9405"/>
          <ac:inkMkLst>
            <pc:docMk/>
            <pc:sldMk cId="1151165262" sldId="746"/>
            <ac:inkMk id="171" creationId="{40E3845B-9982-7F6C-2EAC-E4A4DEB279CA}"/>
          </ac:inkMkLst>
        </pc:inkChg>
        <pc:inkChg chg="add mod">
          <ac:chgData name="Rahul Mishra" userId="57c6469e-ac64-4888-811b-35f0aabddbad" providerId="ADAL" clId="{2587B58E-4F3B-47AB-B3EB-62407C9160B0}" dt="2025-10-05T03:03:56.354" v="447"/>
          <ac:inkMkLst>
            <pc:docMk/>
            <pc:sldMk cId="1151165262" sldId="746"/>
            <ac:inkMk id="172" creationId="{06A6813D-2B4C-37EE-8BBB-A28C1CC1037B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73" creationId="{F3E92243-D0D3-4E84-CB08-DCB0938164B0}"/>
          </ac:inkMkLst>
        </pc:inkChg>
        <pc:inkChg chg="add mod">
          <ac:chgData name="Rahul Mishra" userId="57c6469e-ac64-4888-811b-35f0aabddbad" providerId="ADAL" clId="{2587B58E-4F3B-47AB-B3EB-62407C9160B0}" dt="2025-10-05T03:03:49.599" v="436"/>
          <ac:inkMkLst>
            <pc:docMk/>
            <pc:sldMk cId="1151165262" sldId="746"/>
            <ac:inkMk id="174" creationId="{E14D72F3-D26D-B3B1-065E-7D9FE7E81926}"/>
          </ac:inkMkLst>
        </pc:inkChg>
        <pc:inkChg chg="add mod">
          <ac:chgData name="Rahul Mishra" userId="57c6469e-ac64-4888-811b-35f0aabddbad" providerId="ADAL" clId="{2587B58E-4F3B-47AB-B3EB-62407C9160B0}" dt="2025-10-05T03:03:49.599" v="436"/>
          <ac:inkMkLst>
            <pc:docMk/>
            <pc:sldMk cId="1151165262" sldId="746"/>
            <ac:inkMk id="175" creationId="{6DC91A05-E8DC-1A5B-16B7-ECA59CE4A502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76" creationId="{31FB461E-8217-70E8-1194-DB9D3005CDFC}"/>
          </ac:inkMkLst>
        </pc:inkChg>
        <pc:inkChg chg="add">
          <ac:chgData name="Rahul Mishra" userId="57c6469e-ac64-4888-811b-35f0aabddbad" providerId="ADAL" clId="{2587B58E-4F3B-47AB-B3EB-62407C9160B0}" dt="2025-10-05T03:03:48.190" v="434" actId="9405"/>
          <ac:inkMkLst>
            <pc:docMk/>
            <pc:sldMk cId="1151165262" sldId="746"/>
            <ac:inkMk id="177" creationId="{9D8FCDB9-1DA0-5289-3CAF-269DC5CD3911}"/>
          </ac:inkMkLst>
        </pc:inkChg>
        <pc:inkChg chg="add mod">
          <ac:chgData name="Rahul Mishra" userId="57c6469e-ac64-4888-811b-35f0aabddbad" providerId="ADAL" clId="{2587B58E-4F3B-47AB-B3EB-62407C9160B0}" dt="2025-10-05T03:03:49.599" v="436"/>
          <ac:inkMkLst>
            <pc:docMk/>
            <pc:sldMk cId="1151165262" sldId="746"/>
            <ac:inkMk id="178" creationId="{11A93203-A47D-64F2-A879-AF941A344529}"/>
          </ac:inkMkLst>
        </pc:inkChg>
        <pc:inkChg chg="add mod">
          <ac:chgData name="Rahul Mishra" userId="57c6469e-ac64-4888-811b-35f0aabddbad" providerId="ADAL" clId="{2587B58E-4F3B-47AB-B3EB-62407C9160B0}" dt="2025-10-05T03:03:53.548" v="443"/>
          <ac:inkMkLst>
            <pc:docMk/>
            <pc:sldMk cId="1151165262" sldId="746"/>
            <ac:inkMk id="180" creationId="{53AA0260-E847-F802-B86B-B13264CAB382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81" creationId="{91DE2467-A57A-1E00-48B3-5112A4F3F8E3}"/>
          </ac:inkMkLst>
        </pc:inkChg>
        <pc:inkChg chg="add">
          <ac:chgData name="Rahul Mishra" userId="57c6469e-ac64-4888-811b-35f0aabddbad" providerId="ADAL" clId="{2587B58E-4F3B-47AB-B3EB-62407C9160B0}" dt="2025-10-05T03:03:51.781" v="439" actId="9405"/>
          <ac:inkMkLst>
            <pc:docMk/>
            <pc:sldMk cId="1151165262" sldId="746"/>
            <ac:inkMk id="182" creationId="{A38616D1-95BA-7CA7-86CF-32E46EC87A3F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83" creationId="{8D78B6C7-D813-02E0-B20D-6B3A99B9FB25}"/>
          </ac:inkMkLst>
        </pc:inkChg>
        <pc:inkChg chg="add">
          <ac:chgData name="Rahul Mishra" userId="57c6469e-ac64-4888-811b-35f0aabddbad" providerId="ADAL" clId="{2587B58E-4F3B-47AB-B3EB-62407C9160B0}" dt="2025-10-05T03:03:52.365" v="441" actId="9405"/>
          <ac:inkMkLst>
            <pc:docMk/>
            <pc:sldMk cId="1151165262" sldId="746"/>
            <ac:inkMk id="184" creationId="{0EF98D9B-2E73-C382-E08C-0188AB2FDEAD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85" creationId="{4AC1539B-DEC2-FA51-26FD-E87908976B41}"/>
          </ac:inkMkLst>
        </pc:inkChg>
        <pc:inkChg chg="add">
          <ac:chgData name="Rahul Mishra" userId="57c6469e-ac64-4888-811b-35f0aabddbad" providerId="ADAL" clId="{2587B58E-4F3B-47AB-B3EB-62407C9160B0}" dt="2025-10-05T03:03:54.278" v="444" actId="9405"/>
          <ac:inkMkLst>
            <pc:docMk/>
            <pc:sldMk cId="1151165262" sldId="746"/>
            <ac:inkMk id="187" creationId="{4F4CED8C-3D7A-0623-2582-B07BD3C93524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88" creationId="{EF99CF00-3F3B-B7C0-656F-EE2EC41CFA2F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189" creationId="{2C9214A3-6C3F-331F-5D5B-E098F6FEA01F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91" creationId="{F2C23084-3381-69A6-3FF0-00224BE5351F}"/>
          </ac:inkMkLst>
        </pc:inkChg>
        <pc:inkChg chg="add">
          <ac:chgData name="Rahul Mishra" userId="57c6469e-ac64-4888-811b-35f0aabddbad" providerId="ADAL" clId="{2587B58E-4F3B-47AB-B3EB-62407C9160B0}" dt="2025-10-05T03:03:58.450" v="449" actId="9405"/>
          <ac:inkMkLst>
            <pc:docMk/>
            <pc:sldMk cId="1151165262" sldId="746"/>
            <ac:inkMk id="192" creationId="{1D42C587-FDDF-966C-5428-992B56555C6D}"/>
          </ac:inkMkLst>
        </pc:inkChg>
        <pc:inkChg chg="add mod">
          <ac:chgData name="Rahul Mishra" userId="57c6469e-ac64-4888-811b-35f0aabddbad" providerId="ADAL" clId="{2587B58E-4F3B-47AB-B3EB-62407C9160B0}" dt="2025-10-05T03:04:02.920" v="456"/>
          <ac:inkMkLst>
            <pc:docMk/>
            <pc:sldMk cId="1151165262" sldId="746"/>
            <ac:inkMk id="193" creationId="{158F557A-E947-040D-4D65-006BAAEECFF8}"/>
          </ac:inkMkLst>
        </pc:inkChg>
        <pc:inkChg chg="add">
          <ac:chgData name="Rahul Mishra" userId="57c6469e-ac64-4888-811b-35f0aabddbad" providerId="ADAL" clId="{2587B58E-4F3B-47AB-B3EB-62407C9160B0}" dt="2025-10-05T03:03:59.576" v="451" actId="9405"/>
          <ac:inkMkLst>
            <pc:docMk/>
            <pc:sldMk cId="1151165262" sldId="746"/>
            <ac:inkMk id="194" creationId="{59DC9C6A-DAE0-A642-3FA4-B211D0E3D53C}"/>
          </ac:inkMkLst>
        </pc:inkChg>
        <pc:inkChg chg="add">
          <ac:chgData name="Rahul Mishra" userId="57c6469e-ac64-4888-811b-35f0aabddbad" providerId="ADAL" clId="{2587B58E-4F3B-47AB-B3EB-62407C9160B0}" dt="2025-10-05T03:04:00.695" v="452" actId="9405"/>
          <ac:inkMkLst>
            <pc:docMk/>
            <pc:sldMk cId="1151165262" sldId="746"/>
            <ac:inkMk id="195" creationId="{A9AC43ED-1BFF-4DBA-AA78-E84EF052BCE1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196" creationId="{BA88D0A4-D1E1-F43F-F262-A36C19DF2A18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197" creationId="{84B4C492-F9B9-0D6F-5C9B-E866A51E58B2}"/>
          </ac:inkMkLst>
        </pc:inkChg>
        <pc:inkChg chg="add">
          <ac:chgData name="Rahul Mishra" userId="57c6469e-ac64-4888-811b-35f0aabddbad" providerId="ADAL" clId="{2587B58E-4F3B-47AB-B3EB-62407C9160B0}" dt="2025-10-05T03:04:02.299" v="455" actId="9405"/>
          <ac:inkMkLst>
            <pc:docMk/>
            <pc:sldMk cId="1151165262" sldId="746"/>
            <ac:inkMk id="198" creationId="{89E5B00F-5A1B-9083-870C-53C6A8918FE0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00" creationId="{E7B1CF5A-26B8-696B-3200-2F6D3F2B2D3E}"/>
          </ac:inkMkLst>
        </pc:inkChg>
        <pc:inkChg chg="add mod">
          <ac:chgData name="Rahul Mishra" userId="57c6469e-ac64-4888-811b-35f0aabddbad" providerId="ADAL" clId="{2587B58E-4F3B-47AB-B3EB-62407C9160B0}" dt="2025-10-05T03:04:08.962" v="459"/>
          <ac:inkMkLst>
            <pc:docMk/>
            <pc:sldMk cId="1151165262" sldId="746"/>
            <ac:inkMk id="201" creationId="{06F06925-B1A4-C2D9-5AAA-C61CC764FE17}"/>
          </ac:inkMkLst>
        </pc:inkChg>
        <pc:inkChg chg="add">
          <ac:chgData name="Rahul Mishra" userId="57c6469e-ac64-4888-811b-35f0aabddbad" providerId="ADAL" clId="{2587B58E-4F3B-47AB-B3EB-62407C9160B0}" dt="2025-10-05T03:04:16.892" v="460" actId="9405"/>
          <ac:inkMkLst>
            <pc:docMk/>
            <pc:sldMk cId="1151165262" sldId="746"/>
            <ac:inkMk id="203" creationId="{0AA21521-DA41-D83B-F975-3473334A2E9F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204" creationId="{2125DAEA-C0C4-D113-5935-5672413FC466}"/>
          </ac:inkMkLst>
        </pc:inkChg>
        <pc:inkChg chg="add">
          <ac:chgData name="Rahul Mishra" userId="57c6469e-ac64-4888-811b-35f0aabddbad" providerId="ADAL" clId="{2587B58E-4F3B-47AB-B3EB-62407C9160B0}" dt="2025-10-05T03:04:19.217" v="462" actId="9405"/>
          <ac:inkMkLst>
            <pc:docMk/>
            <pc:sldMk cId="1151165262" sldId="746"/>
            <ac:inkMk id="205" creationId="{F24766F6-E394-7761-4105-2EE9BFE109ED}"/>
          </ac:inkMkLst>
        </pc:inkChg>
        <pc:inkChg chg="add">
          <ac:chgData name="Rahul Mishra" userId="57c6469e-ac64-4888-811b-35f0aabddbad" providerId="ADAL" clId="{2587B58E-4F3B-47AB-B3EB-62407C9160B0}" dt="2025-10-05T03:04:20.089" v="463" actId="9405"/>
          <ac:inkMkLst>
            <pc:docMk/>
            <pc:sldMk cId="1151165262" sldId="746"/>
            <ac:inkMk id="206" creationId="{5F0574FB-F145-1321-0B2A-06ACB940AC6F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207" creationId="{1ED389B2-53F7-E385-0B6A-0801DE564295}"/>
          </ac:inkMkLst>
        </pc:inkChg>
        <pc:inkChg chg="add">
          <ac:chgData name="Rahul Mishra" userId="57c6469e-ac64-4888-811b-35f0aabddbad" providerId="ADAL" clId="{2587B58E-4F3B-47AB-B3EB-62407C9160B0}" dt="2025-10-05T03:04:20.867" v="465" actId="9405"/>
          <ac:inkMkLst>
            <pc:docMk/>
            <pc:sldMk cId="1151165262" sldId="746"/>
            <ac:inkMk id="208" creationId="{53279CD9-0173-EC9D-95C3-02F1A15DFC8C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209" creationId="{B1DFD68C-EFCB-90D5-ED9F-BC86D3B010D7}"/>
          </ac:inkMkLst>
        </pc:inkChg>
        <pc:inkChg chg="add">
          <ac:chgData name="Rahul Mishra" userId="57c6469e-ac64-4888-811b-35f0aabddbad" providerId="ADAL" clId="{2587B58E-4F3B-47AB-B3EB-62407C9160B0}" dt="2025-10-05T03:04:23.300" v="467" actId="9405"/>
          <ac:inkMkLst>
            <pc:docMk/>
            <pc:sldMk cId="1151165262" sldId="746"/>
            <ac:inkMk id="210" creationId="{0DAE5815-5477-4AF6-7AE1-CCD3712D60FC}"/>
          </ac:inkMkLst>
        </pc:inkChg>
        <pc:inkChg chg="add mod">
          <ac:chgData name="Rahul Mishra" userId="57c6469e-ac64-4888-811b-35f0aabddbad" providerId="ADAL" clId="{2587B58E-4F3B-47AB-B3EB-62407C9160B0}" dt="2025-10-05T03:05:45.234" v="528"/>
          <ac:inkMkLst>
            <pc:docMk/>
            <pc:sldMk cId="1151165262" sldId="746"/>
            <ac:inkMk id="211" creationId="{34CD563D-F239-18C3-0B09-5F1D4EB81285}"/>
          </ac:inkMkLst>
        </pc:inkChg>
        <pc:inkChg chg="add">
          <ac:chgData name="Rahul Mishra" userId="57c6469e-ac64-4888-811b-35f0aabddbad" providerId="ADAL" clId="{2587B58E-4F3B-47AB-B3EB-62407C9160B0}" dt="2025-10-05T03:04:24.050" v="469" actId="9405"/>
          <ac:inkMkLst>
            <pc:docMk/>
            <pc:sldMk cId="1151165262" sldId="746"/>
            <ac:inkMk id="212" creationId="{311C19E7-7C2C-7631-DFE9-DE1B882F6A9B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213" creationId="{1D2484A6-8F64-FF5A-DE89-2D5C00CEFE90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214" creationId="{54BF5369-5870-B74F-F2EA-D4D71158385D}"/>
          </ac:inkMkLst>
        </pc:inkChg>
        <pc:inkChg chg="add">
          <ac:chgData name="Rahul Mishra" userId="57c6469e-ac64-4888-811b-35f0aabddbad" providerId="ADAL" clId="{2587B58E-4F3B-47AB-B3EB-62407C9160B0}" dt="2025-10-05T03:04:25.398" v="472" actId="9405"/>
          <ac:inkMkLst>
            <pc:docMk/>
            <pc:sldMk cId="1151165262" sldId="746"/>
            <ac:inkMk id="215" creationId="{1A509EEE-B598-249C-2EA8-37FFD3D520F7}"/>
          </ac:inkMkLst>
        </pc:inkChg>
        <pc:inkChg chg="add">
          <ac:chgData name="Rahul Mishra" userId="57c6469e-ac64-4888-811b-35f0aabddbad" providerId="ADAL" clId="{2587B58E-4F3B-47AB-B3EB-62407C9160B0}" dt="2025-10-05T03:04:27.286" v="474" actId="9405"/>
          <ac:inkMkLst>
            <pc:docMk/>
            <pc:sldMk cId="1151165262" sldId="746"/>
            <ac:inkMk id="217" creationId="{02CE9BE7-2673-FBE5-0787-FD930070CE69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18" creationId="{850342F5-D287-DD1E-FCF2-6418E2B555DA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19" creationId="{CABAFF67-ADB2-0A0A-C64F-223335CEC6D2}"/>
          </ac:inkMkLst>
        </pc:inkChg>
        <pc:inkChg chg="add">
          <ac:chgData name="Rahul Mishra" userId="57c6469e-ac64-4888-811b-35f0aabddbad" providerId="ADAL" clId="{2587B58E-4F3B-47AB-B3EB-62407C9160B0}" dt="2025-10-05T03:04:30.176" v="477" actId="9405"/>
          <ac:inkMkLst>
            <pc:docMk/>
            <pc:sldMk cId="1151165262" sldId="746"/>
            <ac:inkMk id="220" creationId="{620727A4-0BA8-8C69-A6DB-78A55247A4FA}"/>
          </ac:inkMkLst>
        </pc:inkChg>
        <pc:inkChg chg="add">
          <ac:chgData name="Rahul Mishra" userId="57c6469e-ac64-4888-811b-35f0aabddbad" providerId="ADAL" clId="{2587B58E-4F3B-47AB-B3EB-62407C9160B0}" dt="2025-10-05T03:04:30.643" v="478" actId="9405"/>
          <ac:inkMkLst>
            <pc:docMk/>
            <pc:sldMk cId="1151165262" sldId="746"/>
            <ac:inkMk id="221" creationId="{964FC08B-84FA-7B7D-22F7-74D0BB382398}"/>
          </ac:inkMkLst>
        </pc:inkChg>
        <pc:inkChg chg="add">
          <ac:chgData name="Rahul Mishra" userId="57c6469e-ac64-4888-811b-35f0aabddbad" providerId="ADAL" clId="{2587B58E-4F3B-47AB-B3EB-62407C9160B0}" dt="2025-10-05T03:04:34.334" v="480" actId="9405"/>
          <ac:inkMkLst>
            <pc:docMk/>
            <pc:sldMk cId="1151165262" sldId="746"/>
            <ac:inkMk id="223" creationId="{367C4F24-9FD3-6CC5-0333-574A32B03820}"/>
          </ac:inkMkLst>
        </pc:inkChg>
        <pc:inkChg chg="add mod">
          <ac:chgData name="Rahul Mishra" userId="57c6469e-ac64-4888-811b-35f0aabddbad" providerId="ADAL" clId="{2587B58E-4F3B-47AB-B3EB-62407C9160B0}" dt="2025-10-05T03:04:42.855" v="482"/>
          <ac:inkMkLst>
            <pc:docMk/>
            <pc:sldMk cId="1151165262" sldId="746"/>
            <ac:inkMk id="224" creationId="{3943E095-6AFC-47CF-B105-9773EA1AB9C3}"/>
          </ac:inkMkLst>
        </pc:inkChg>
        <pc:inkChg chg="add">
          <ac:chgData name="Rahul Mishra" userId="57c6469e-ac64-4888-811b-35f0aabddbad" providerId="ADAL" clId="{2587B58E-4F3B-47AB-B3EB-62407C9160B0}" dt="2025-10-05T03:04:42.877" v="483" actId="9405"/>
          <ac:inkMkLst>
            <pc:docMk/>
            <pc:sldMk cId="1151165262" sldId="746"/>
            <ac:inkMk id="226" creationId="{C59AEB53-3524-ED13-B2F6-E9A87A7D59C9}"/>
          </ac:inkMkLst>
        </pc:inkChg>
        <pc:inkChg chg="add">
          <ac:chgData name="Rahul Mishra" userId="57c6469e-ac64-4888-811b-35f0aabddbad" providerId="ADAL" clId="{2587B58E-4F3B-47AB-B3EB-62407C9160B0}" dt="2025-10-05T03:04:45.317" v="485" actId="9405"/>
          <ac:inkMkLst>
            <pc:docMk/>
            <pc:sldMk cId="1151165262" sldId="746"/>
            <ac:inkMk id="228" creationId="{41F908CF-673A-C44C-FD84-8FA966C11217}"/>
          </ac:inkMkLst>
        </pc:inkChg>
        <pc:inkChg chg="add">
          <ac:chgData name="Rahul Mishra" userId="57c6469e-ac64-4888-811b-35f0aabddbad" providerId="ADAL" clId="{2587B58E-4F3B-47AB-B3EB-62407C9160B0}" dt="2025-10-05T03:04:52.030" v="486" actId="9405"/>
          <ac:inkMkLst>
            <pc:docMk/>
            <pc:sldMk cId="1151165262" sldId="746"/>
            <ac:inkMk id="229" creationId="{837C2FF0-A79D-FA9B-6730-85496CD5C2D7}"/>
          </ac:inkMkLst>
        </pc:inkChg>
        <pc:inkChg chg="add mod">
          <ac:chgData name="Rahul Mishra" userId="57c6469e-ac64-4888-811b-35f0aabddbad" providerId="ADAL" clId="{2587B58E-4F3B-47AB-B3EB-62407C9160B0}" dt="2025-10-05T03:04:56.670" v="492"/>
          <ac:inkMkLst>
            <pc:docMk/>
            <pc:sldMk cId="1151165262" sldId="746"/>
            <ac:inkMk id="230" creationId="{0D6382C0-A4DA-5C88-E69A-EDBAE79C12A7}"/>
          </ac:inkMkLst>
        </pc:inkChg>
        <pc:inkChg chg="add">
          <ac:chgData name="Rahul Mishra" userId="57c6469e-ac64-4888-811b-35f0aabddbad" providerId="ADAL" clId="{2587B58E-4F3B-47AB-B3EB-62407C9160B0}" dt="2025-10-05T03:04:53.754" v="488" actId="9405"/>
          <ac:inkMkLst>
            <pc:docMk/>
            <pc:sldMk cId="1151165262" sldId="746"/>
            <ac:inkMk id="231" creationId="{6640CF9C-895F-D6A1-471D-81C6D47D9E58}"/>
          </ac:inkMkLst>
        </pc:inkChg>
        <pc:inkChg chg="add">
          <ac:chgData name="Rahul Mishra" userId="57c6469e-ac64-4888-811b-35f0aabddbad" providerId="ADAL" clId="{2587B58E-4F3B-47AB-B3EB-62407C9160B0}" dt="2025-10-05T03:04:54.653" v="489" actId="9405"/>
          <ac:inkMkLst>
            <pc:docMk/>
            <pc:sldMk cId="1151165262" sldId="746"/>
            <ac:inkMk id="232" creationId="{DFF388A8-8964-BABF-E100-EDB1678C8C85}"/>
          </ac:inkMkLst>
        </pc:inkChg>
        <pc:inkChg chg="add">
          <ac:chgData name="Rahul Mishra" userId="57c6469e-ac64-4888-811b-35f0aabddbad" providerId="ADAL" clId="{2587B58E-4F3B-47AB-B3EB-62407C9160B0}" dt="2025-10-05T03:04:55.243" v="490" actId="9405"/>
          <ac:inkMkLst>
            <pc:docMk/>
            <pc:sldMk cId="1151165262" sldId="746"/>
            <ac:inkMk id="233" creationId="{B11FEE14-3D54-9992-9B08-A0F56314B0F3}"/>
          </ac:inkMkLst>
        </pc:inkChg>
        <pc:inkChg chg="add">
          <ac:chgData name="Rahul Mishra" userId="57c6469e-ac64-4888-811b-35f0aabddbad" providerId="ADAL" clId="{2587B58E-4F3B-47AB-B3EB-62407C9160B0}" dt="2025-10-05T03:04:55.726" v="491" actId="9405"/>
          <ac:inkMkLst>
            <pc:docMk/>
            <pc:sldMk cId="1151165262" sldId="746"/>
            <ac:inkMk id="234" creationId="{B88D9C1C-E9C9-E8C3-E935-854BC1C61C92}"/>
          </ac:inkMkLst>
        </pc:inkChg>
        <pc:inkChg chg="add mod">
          <ac:chgData name="Rahul Mishra" userId="57c6469e-ac64-4888-811b-35f0aabddbad" providerId="ADAL" clId="{2587B58E-4F3B-47AB-B3EB-62407C9160B0}" dt="2025-10-05T03:05:02.776" v="495"/>
          <ac:inkMkLst>
            <pc:docMk/>
            <pc:sldMk cId="1151165262" sldId="746"/>
            <ac:inkMk id="236" creationId="{421CA651-4BA4-C1B2-DD90-9DE02CBFCC0D}"/>
          </ac:inkMkLst>
        </pc:inkChg>
        <pc:inkChg chg="add mod">
          <ac:chgData name="Rahul Mishra" userId="57c6469e-ac64-4888-811b-35f0aabddbad" providerId="ADAL" clId="{2587B58E-4F3B-47AB-B3EB-62407C9160B0}" dt="2025-10-05T03:05:02.776" v="495"/>
          <ac:inkMkLst>
            <pc:docMk/>
            <pc:sldMk cId="1151165262" sldId="746"/>
            <ac:inkMk id="237" creationId="{4031E49F-48B5-D5C8-901B-327357AD2CE3}"/>
          </ac:inkMkLst>
        </pc:inkChg>
        <pc:inkChg chg="add">
          <ac:chgData name="Rahul Mishra" userId="57c6469e-ac64-4888-811b-35f0aabddbad" providerId="ADAL" clId="{2587B58E-4F3B-47AB-B3EB-62407C9160B0}" dt="2025-10-05T03:05:03.961" v="496" actId="9405"/>
          <ac:inkMkLst>
            <pc:docMk/>
            <pc:sldMk cId="1151165262" sldId="746"/>
            <ac:inkMk id="239" creationId="{65D4B063-2C6B-AA95-5371-4C09FC755E83}"/>
          </ac:inkMkLst>
        </pc:inkChg>
        <pc:inkChg chg="add">
          <ac:chgData name="Rahul Mishra" userId="57c6469e-ac64-4888-811b-35f0aabddbad" providerId="ADAL" clId="{2587B58E-4F3B-47AB-B3EB-62407C9160B0}" dt="2025-10-05T03:05:04.551" v="497" actId="9405"/>
          <ac:inkMkLst>
            <pc:docMk/>
            <pc:sldMk cId="1151165262" sldId="746"/>
            <ac:inkMk id="240" creationId="{6D7DAC88-253F-B984-F222-1838AEACDE9F}"/>
          </ac:inkMkLst>
        </pc:inkChg>
        <pc:inkChg chg="add">
          <ac:chgData name="Rahul Mishra" userId="57c6469e-ac64-4888-811b-35f0aabddbad" providerId="ADAL" clId="{2587B58E-4F3B-47AB-B3EB-62407C9160B0}" dt="2025-10-05T03:05:11.301" v="499" actId="9405"/>
          <ac:inkMkLst>
            <pc:docMk/>
            <pc:sldMk cId="1151165262" sldId="746"/>
            <ac:inkMk id="242" creationId="{C994EBE5-4170-AA37-C643-3FB14605DE26}"/>
          </ac:inkMkLst>
        </pc:inkChg>
        <pc:inkChg chg="add">
          <ac:chgData name="Rahul Mishra" userId="57c6469e-ac64-4888-811b-35f0aabddbad" providerId="ADAL" clId="{2587B58E-4F3B-47AB-B3EB-62407C9160B0}" dt="2025-10-05T03:05:16.337" v="500" actId="9405"/>
          <ac:inkMkLst>
            <pc:docMk/>
            <pc:sldMk cId="1151165262" sldId="746"/>
            <ac:inkMk id="243" creationId="{7AEE24D5-22AA-464F-979C-94E192BEF903}"/>
          </ac:inkMkLst>
        </pc:inkChg>
        <pc:inkChg chg="add">
          <ac:chgData name="Rahul Mishra" userId="57c6469e-ac64-4888-811b-35f0aabddbad" providerId="ADAL" clId="{2587B58E-4F3B-47AB-B3EB-62407C9160B0}" dt="2025-10-05T03:05:16.946" v="501" actId="9405"/>
          <ac:inkMkLst>
            <pc:docMk/>
            <pc:sldMk cId="1151165262" sldId="746"/>
            <ac:inkMk id="244" creationId="{655C6455-DD45-201A-7F8F-06F31D264528}"/>
          </ac:inkMkLst>
        </pc:inkChg>
        <pc:inkChg chg="add">
          <ac:chgData name="Rahul Mishra" userId="57c6469e-ac64-4888-811b-35f0aabddbad" providerId="ADAL" clId="{2587B58E-4F3B-47AB-B3EB-62407C9160B0}" dt="2025-10-05T03:05:17.642" v="502" actId="9405"/>
          <ac:inkMkLst>
            <pc:docMk/>
            <pc:sldMk cId="1151165262" sldId="746"/>
            <ac:inkMk id="245" creationId="{8D2E85B1-12D4-C878-BA8D-0F015CEC7AAE}"/>
          </ac:inkMkLst>
        </pc:inkChg>
        <pc:inkChg chg="add">
          <ac:chgData name="Rahul Mishra" userId="57c6469e-ac64-4888-811b-35f0aabddbad" providerId="ADAL" clId="{2587B58E-4F3B-47AB-B3EB-62407C9160B0}" dt="2025-10-05T03:05:18.171" v="503" actId="9405"/>
          <ac:inkMkLst>
            <pc:docMk/>
            <pc:sldMk cId="1151165262" sldId="746"/>
            <ac:inkMk id="246" creationId="{CE8B4622-D164-AC33-B06C-CA58C4D51BE0}"/>
          </ac:inkMkLst>
        </pc:inkChg>
        <pc:inkChg chg="add">
          <ac:chgData name="Rahul Mishra" userId="57c6469e-ac64-4888-811b-35f0aabddbad" providerId="ADAL" clId="{2587B58E-4F3B-47AB-B3EB-62407C9160B0}" dt="2025-10-05T03:05:20.633" v="505" actId="9405"/>
          <ac:inkMkLst>
            <pc:docMk/>
            <pc:sldMk cId="1151165262" sldId="746"/>
            <ac:inkMk id="248" creationId="{D3DE2CDD-BA0D-9EE4-8F00-0CBA1E4DF51A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49" creationId="{F4A4C260-4E50-9CA4-5CA9-CB71FF1C1F05}"/>
          </ac:inkMkLst>
        </pc:inkChg>
        <pc:inkChg chg="add">
          <ac:chgData name="Rahul Mishra" userId="57c6469e-ac64-4888-811b-35f0aabddbad" providerId="ADAL" clId="{2587B58E-4F3B-47AB-B3EB-62407C9160B0}" dt="2025-10-05T03:05:22.373" v="508" actId="9405"/>
          <ac:inkMkLst>
            <pc:docMk/>
            <pc:sldMk cId="1151165262" sldId="746"/>
            <ac:inkMk id="251" creationId="{E7EE0A1D-7455-AEBD-DC24-C55036F062A1}"/>
          </ac:inkMkLst>
        </pc:inkChg>
        <pc:inkChg chg="add">
          <ac:chgData name="Rahul Mishra" userId="57c6469e-ac64-4888-811b-35f0aabddbad" providerId="ADAL" clId="{2587B58E-4F3B-47AB-B3EB-62407C9160B0}" dt="2025-10-05T03:05:22.913" v="509" actId="9405"/>
          <ac:inkMkLst>
            <pc:docMk/>
            <pc:sldMk cId="1151165262" sldId="746"/>
            <ac:inkMk id="252" creationId="{F72A6D5D-D482-9C96-77DD-B0FF3B27E985}"/>
          </ac:inkMkLst>
        </pc:inkChg>
        <pc:inkChg chg="add">
          <ac:chgData name="Rahul Mishra" userId="57c6469e-ac64-4888-811b-35f0aabddbad" providerId="ADAL" clId="{2587B58E-4F3B-47AB-B3EB-62407C9160B0}" dt="2025-10-05T03:05:23.377" v="510" actId="9405"/>
          <ac:inkMkLst>
            <pc:docMk/>
            <pc:sldMk cId="1151165262" sldId="746"/>
            <ac:inkMk id="253" creationId="{5640D935-309B-95F4-0E93-710B396A9507}"/>
          </ac:inkMkLst>
        </pc:inkChg>
        <pc:inkChg chg="add">
          <ac:chgData name="Rahul Mishra" userId="57c6469e-ac64-4888-811b-35f0aabddbad" providerId="ADAL" clId="{2587B58E-4F3B-47AB-B3EB-62407C9160B0}" dt="2025-10-05T03:05:23.999" v="511" actId="9405"/>
          <ac:inkMkLst>
            <pc:docMk/>
            <pc:sldMk cId="1151165262" sldId="746"/>
            <ac:inkMk id="254" creationId="{1E98BBB0-95B8-F1FA-B9CF-92F50A1C92E5}"/>
          </ac:inkMkLst>
        </pc:inkChg>
        <pc:inkChg chg="add">
          <ac:chgData name="Rahul Mishra" userId="57c6469e-ac64-4888-811b-35f0aabddbad" providerId="ADAL" clId="{2587B58E-4F3B-47AB-B3EB-62407C9160B0}" dt="2025-10-05T03:05:24.602" v="512" actId="9405"/>
          <ac:inkMkLst>
            <pc:docMk/>
            <pc:sldMk cId="1151165262" sldId="746"/>
            <ac:inkMk id="255" creationId="{A490F1A6-C3A9-1030-72D5-2CC0E84EE47A}"/>
          </ac:inkMkLst>
        </pc:inkChg>
        <pc:inkChg chg="add">
          <ac:chgData name="Rahul Mishra" userId="57c6469e-ac64-4888-811b-35f0aabddbad" providerId="ADAL" clId="{2587B58E-4F3B-47AB-B3EB-62407C9160B0}" dt="2025-10-05T03:05:25.057" v="513" actId="9405"/>
          <ac:inkMkLst>
            <pc:docMk/>
            <pc:sldMk cId="1151165262" sldId="746"/>
            <ac:inkMk id="256" creationId="{965335B3-BD55-169F-2066-87B4D45FEB7E}"/>
          </ac:inkMkLst>
        </pc:inkChg>
        <pc:inkChg chg="add">
          <ac:chgData name="Rahul Mishra" userId="57c6469e-ac64-4888-811b-35f0aabddbad" providerId="ADAL" clId="{2587B58E-4F3B-47AB-B3EB-62407C9160B0}" dt="2025-10-05T03:05:25.381" v="514" actId="9405"/>
          <ac:inkMkLst>
            <pc:docMk/>
            <pc:sldMk cId="1151165262" sldId="746"/>
            <ac:inkMk id="257" creationId="{F63C75E7-3A74-CD6A-E5BD-EF3FAA941C3D}"/>
          </ac:inkMkLst>
        </pc:inkChg>
        <pc:inkChg chg="add">
          <ac:chgData name="Rahul Mishra" userId="57c6469e-ac64-4888-811b-35f0aabddbad" providerId="ADAL" clId="{2587B58E-4F3B-47AB-B3EB-62407C9160B0}" dt="2025-10-05T03:05:25.851" v="515" actId="9405"/>
          <ac:inkMkLst>
            <pc:docMk/>
            <pc:sldMk cId="1151165262" sldId="746"/>
            <ac:inkMk id="258" creationId="{AA9E3E69-A06E-6440-DF74-360049D8C4EF}"/>
          </ac:inkMkLst>
        </pc:inkChg>
        <pc:inkChg chg="add">
          <ac:chgData name="Rahul Mishra" userId="57c6469e-ac64-4888-811b-35f0aabddbad" providerId="ADAL" clId="{2587B58E-4F3B-47AB-B3EB-62407C9160B0}" dt="2025-10-05T03:05:27.541" v="517" actId="9405"/>
          <ac:inkMkLst>
            <pc:docMk/>
            <pc:sldMk cId="1151165262" sldId="746"/>
            <ac:inkMk id="260" creationId="{9A802753-1E4D-B6A0-FCB0-7F574E3E6AA4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61" creationId="{1271FF4D-DABD-7A9D-ED7E-FBFD3F9B61C1}"/>
          </ac:inkMkLst>
        </pc:inkChg>
        <pc:inkChg chg="add">
          <ac:chgData name="Rahul Mishra" userId="57c6469e-ac64-4888-811b-35f0aabddbad" providerId="ADAL" clId="{2587B58E-4F3B-47AB-B3EB-62407C9160B0}" dt="2025-10-05T03:05:34.194" v="519" actId="9405"/>
          <ac:inkMkLst>
            <pc:docMk/>
            <pc:sldMk cId="1151165262" sldId="746"/>
            <ac:inkMk id="262" creationId="{CE36E091-F1DD-7452-0A0B-17E85F2E3184}"/>
          </ac:inkMkLst>
        </pc:inkChg>
        <pc:inkChg chg="add mod">
          <ac:chgData name="Rahul Mishra" userId="57c6469e-ac64-4888-811b-35f0aabddbad" providerId="ADAL" clId="{2587B58E-4F3B-47AB-B3EB-62407C9160B0}" dt="2025-10-05T03:05:37.857" v="526"/>
          <ac:inkMkLst>
            <pc:docMk/>
            <pc:sldMk cId="1151165262" sldId="746"/>
            <ac:inkMk id="263" creationId="{03CA4066-BEC2-D6FB-249A-359F0197A383}"/>
          </ac:inkMkLst>
        </pc:inkChg>
        <pc:inkChg chg="add">
          <ac:chgData name="Rahul Mishra" userId="57c6469e-ac64-4888-811b-35f0aabddbad" providerId="ADAL" clId="{2587B58E-4F3B-47AB-B3EB-62407C9160B0}" dt="2025-10-05T03:05:35.037" v="521" actId="9405"/>
          <ac:inkMkLst>
            <pc:docMk/>
            <pc:sldMk cId="1151165262" sldId="746"/>
            <ac:inkMk id="264" creationId="{45DF04DD-79EA-ABC3-4B9C-EE26184044C0}"/>
          </ac:inkMkLst>
        </pc:inkChg>
        <pc:inkChg chg="add">
          <ac:chgData name="Rahul Mishra" userId="57c6469e-ac64-4888-811b-35f0aabddbad" providerId="ADAL" clId="{2587B58E-4F3B-47AB-B3EB-62407C9160B0}" dt="2025-10-05T03:05:36.390" v="523" actId="9405"/>
          <ac:inkMkLst>
            <pc:docMk/>
            <pc:sldMk cId="1151165262" sldId="746"/>
            <ac:inkMk id="266" creationId="{101ED9F1-CDF8-9E51-400C-7816D389121E}"/>
          </ac:inkMkLst>
        </pc:inkChg>
        <pc:inkChg chg="add">
          <ac:chgData name="Rahul Mishra" userId="57c6469e-ac64-4888-811b-35f0aabddbad" providerId="ADAL" clId="{2587B58E-4F3B-47AB-B3EB-62407C9160B0}" dt="2025-10-05T03:05:36.966" v="524" actId="9405"/>
          <ac:inkMkLst>
            <pc:docMk/>
            <pc:sldMk cId="1151165262" sldId="746"/>
            <ac:inkMk id="267" creationId="{49EE91F4-C70F-D0D1-6561-5B7DBD57EF40}"/>
          </ac:inkMkLst>
        </pc:inkChg>
        <pc:inkChg chg="add">
          <ac:chgData name="Rahul Mishra" userId="57c6469e-ac64-4888-811b-35f0aabddbad" providerId="ADAL" clId="{2587B58E-4F3B-47AB-B3EB-62407C9160B0}" dt="2025-10-05T03:05:37.137" v="525" actId="9405"/>
          <ac:inkMkLst>
            <pc:docMk/>
            <pc:sldMk cId="1151165262" sldId="746"/>
            <ac:inkMk id="268" creationId="{B9CDA746-C10C-8F0A-9C1C-BE226BCF336E}"/>
          </ac:inkMkLst>
        </pc:inkChg>
        <pc:inkChg chg="add">
          <ac:chgData name="Rahul Mishra" userId="57c6469e-ac64-4888-811b-35f0aabddbad" providerId="ADAL" clId="{2587B58E-4F3B-47AB-B3EB-62407C9160B0}" dt="2025-10-05T03:05:44.076" v="527" actId="9405"/>
          <ac:inkMkLst>
            <pc:docMk/>
            <pc:sldMk cId="1151165262" sldId="746"/>
            <ac:inkMk id="270" creationId="{E9522B81-0C1C-2CC9-EAAF-087D6674BA85}"/>
          </ac:inkMkLst>
        </pc:inkChg>
        <pc:inkChg chg="add mod">
          <ac:chgData name="Rahul Mishra" userId="57c6469e-ac64-4888-811b-35f0aabddbad" providerId="ADAL" clId="{2587B58E-4F3B-47AB-B3EB-62407C9160B0}" dt="2025-10-05T03:10:11.412" v="710"/>
          <ac:inkMkLst>
            <pc:docMk/>
            <pc:sldMk cId="1151165262" sldId="746"/>
            <ac:inkMk id="272" creationId="{8FF9AAE3-A0FF-E252-FC05-52F2E5519297}"/>
          </ac:inkMkLst>
        </pc:inkChg>
        <pc:inkChg chg="add">
          <ac:chgData name="Rahul Mishra" userId="57c6469e-ac64-4888-811b-35f0aabddbad" providerId="ADAL" clId="{2587B58E-4F3B-47AB-B3EB-62407C9160B0}" dt="2025-10-05T03:10:20.570" v="711" actId="9405"/>
          <ac:inkMkLst>
            <pc:docMk/>
            <pc:sldMk cId="1151165262" sldId="746"/>
            <ac:inkMk id="274" creationId="{D97CD87F-2A92-6C04-9325-3F54B72EA6DB}"/>
          </ac:inkMkLst>
        </pc:inkChg>
        <pc:inkChg chg="add">
          <ac:chgData name="Rahul Mishra" userId="57c6469e-ac64-4888-811b-35f0aabddbad" providerId="ADAL" clId="{2587B58E-4F3B-47AB-B3EB-62407C9160B0}" dt="2025-10-05T03:10:21.769" v="712" actId="9405"/>
          <ac:inkMkLst>
            <pc:docMk/>
            <pc:sldMk cId="1151165262" sldId="746"/>
            <ac:inkMk id="275" creationId="{46EB86F6-F9D9-D2A1-8D8B-773A79C3857A}"/>
          </ac:inkMkLst>
        </pc:inkChg>
        <pc:inkChg chg="add mod">
          <ac:chgData name="Rahul Mishra" userId="57c6469e-ac64-4888-811b-35f0aabddbad" providerId="ADAL" clId="{2587B58E-4F3B-47AB-B3EB-62407C9160B0}" dt="2025-10-05T03:10:37.462" v="716"/>
          <ac:inkMkLst>
            <pc:docMk/>
            <pc:sldMk cId="1151165262" sldId="746"/>
            <ac:inkMk id="277" creationId="{8B68451F-7D73-F542-057A-F0A10B45ECB6}"/>
          </ac:inkMkLst>
        </pc:inkChg>
        <pc:inkChg chg="add mod">
          <ac:chgData name="Rahul Mishra" userId="57c6469e-ac64-4888-811b-35f0aabddbad" providerId="ADAL" clId="{2587B58E-4F3B-47AB-B3EB-62407C9160B0}" dt="2025-10-05T03:10:37.462" v="716"/>
          <ac:inkMkLst>
            <pc:docMk/>
            <pc:sldMk cId="1151165262" sldId="746"/>
            <ac:inkMk id="278" creationId="{2755465B-29C6-979F-56B0-7F771CF797B1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10:49.890" v="722"/>
        <pc:sldMkLst>
          <pc:docMk/>
          <pc:sldMk cId="571510152" sldId="747"/>
        </pc:sldMkLst>
        <pc:grpChg chg="mod">
          <ac:chgData name="Rahul Mishra" userId="57c6469e-ac64-4888-811b-35f0aabddbad" providerId="ADAL" clId="{2587B58E-4F3B-47AB-B3EB-62407C9160B0}" dt="2025-10-05T03:06:29.077" v="537"/>
          <ac:grpSpMkLst>
            <pc:docMk/>
            <pc:sldMk cId="571510152" sldId="747"/>
            <ac:grpSpMk id="11" creationId="{886A68FE-D1B4-FF11-3706-8482488A5F07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12" creationId="{BC1A6F1B-1FCE-B925-0543-D657DB3BAF97}"/>
          </ac:grpSpMkLst>
        </pc:grpChg>
        <pc:grpChg chg="mod">
          <ac:chgData name="Rahul Mishra" userId="57c6469e-ac64-4888-811b-35f0aabddbad" providerId="ADAL" clId="{2587B58E-4F3B-47AB-B3EB-62407C9160B0}" dt="2025-10-05T03:06:32.177" v="542"/>
          <ac:grpSpMkLst>
            <pc:docMk/>
            <pc:sldMk cId="571510152" sldId="747"/>
            <ac:grpSpMk id="17" creationId="{8F36B366-EB80-1C40-AA46-C3B78366E655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18" creationId="{E803B430-7930-8EA0-4213-3EB0E7CADFD1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25" creationId="{B069F456-62E0-0AAD-45B8-C0547C2A5F94}"/>
          </ac:grpSpMkLst>
        </pc:grpChg>
        <pc:grpChg chg="mod">
          <ac:chgData name="Rahul Mishra" userId="57c6469e-ac64-4888-811b-35f0aabddbad" providerId="ADAL" clId="{2587B58E-4F3B-47AB-B3EB-62407C9160B0}" dt="2025-10-05T03:06:35.997" v="549"/>
          <ac:grpSpMkLst>
            <pc:docMk/>
            <pc:sldMk cId="571510152" sldId="747"/>
            <ac:grpSpMk id="26" creationId="{963AA25F-56BF-AF26-8A8F-063DECF566E0}"/>
          </ac:grpSpMkLst>
        </pc:grpChg>
        <pc:grpChg chg="mod">
          <ac:chgData name="Rahul Mishra" userId="57c6469e-ac64-4888-811b-35f0aabddbad" providerId="ADAL" clId="{2587B58E-4F3B-47AB-B3EB-62407C9160B0}" dt="2025-10-05T03:06:37.812" v="552"/>
          <ac:grpSpMkLst>
            <pc:docMk/>
            <pc:sldMk cId="571510152" sldId="747"/>
            <ac:grpSpMk id="29" creationId="{1917DF60-7F6F-6748-4A65-F56F7DF1F147}"/>
          </ac:grpSpMkLst>
        </pc:grpChg>
        <pc:grpChg chg="del mod">
          <ac:chgData name="Rahul Mishra" userId="57c6469e-ac64-4888-811b-35f0aabddbad" providerId="ADAL" clId="{2587B58E-4F3B-47AB-B3EB-62407C9160B0}" dt="2025-10-05T03:07:02.061" v="590"/>
          <ac:grpSpMkLst>
            <pc:docMk/>
            <pc:sldMk cId="571510152" sldId="747"/>
            <ac:grpSpMk id="36" creationId="{BD7E303A-2FAC-C522-0B23-D20D002D4EA9}"/>
          </ac:grpSpMkLst>
        </pc:grpChg>
        <pc:grpChg chg="del mod">
          <ac:chgData name="Rahul Mishra" userId="57c6469e-ac64-4888-811b-35f0aabddbad" providerId="ADAL" clId="{2587B58E-4F3B-47AB-B3EB-62407C9160B0}" dt="2025-10-05T03:07:02.061" v="590"/>
          <ac:grpSpMkLst>
            <pc:docMk/>
            <pc:sldMk cId="571510152" sldId="747"/>
            <ac:grpSpMk id="37" creationId="{5EFE826F-CD63-FC36-789E-AE539E4C8874}"/>
          </ac:grpSpMkLst>
        </pc:grpChg>
        <pc:grpChg chg="del mod">
          <ac:chgData name="Rahul Mishra" userId="57c6469e-ac64-4888-811b-35f0aabddbad" providerId="ADAL" clId="{2587B58E-4F3B-47AB-B3EB-62407C9160B0}" dt="2025-10-05T03:07:25.309" v="623"/>
          <ac:grpSpMkLst>
            <pc:docMk/>
            <pc:sldMk cId="571510152" sldId="747"/>
            <ac:grpSpMk id="38" creationId="{6B5659B6-C3AB-B4A3-6B00-F65F50B74DE1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45" creationId="{9594CFB3-D62F-2B9B-1696-6187BA95EE08}"/>
          </ac:grpSpMkLst>
        </pc:grpChg>
        <pc:grpChg chg="mod">
          <ac:chgData name="Rahul Mishra" userId="57c6469e-ac64-4888-811b-35f0aabddbad" providerId="ADAL" clId="{2587B58E-4F3B-47AB-B3EB-62407C9160B0}" dt="2025-10-05T03:06:44.503" v="566"/>
          <ac:grpSpMkLst>
            <pc:docMk/>
            <pc:sldMk cId="571510152" sldId="747"/>
            <ac:grpSpMk id="46" creationId="{E5732D93-363A-30D2-F080-E93F35E6B224}"/>
          </ac:grpSpMkLst>
        </pc:grpChg>
        <pc:grpChg chg="mod">
          <ac:chgData name="Rahul Mishra" userId="57c6469e-ac64-4888-811b-35f0aabddbad" providerId="ADAL" clId="{2587B58E-4F3B-47AB-B3EB-62407C9160B0}" dt="2025-10-05T03:06:50.538" v="578"/>
          <ac:grpSpMkLst>
            <pc:docMk/>
            <pc:sldMk cId="571510152" sldId="747"/>
            <ac:grpSpMk id="58" creationId="{839C95B9-F41C-52AC-7932-599755F0461D}"/>
          </ac:grpSpMkLst>
        </pc:grpChg>
        <pc:grpChg chg="mod">
          <ac:chgData name="Rahul Mishra" userId="57c6469e-ac64-4888-811b-35f0aabddbad" providerId="ADAL" clId="{2587B58E-4F3B-47AB-B3EB-62407C9160B0}" dt="2025-10-05T03:06:50.538" v="578"/>
          <ac:grpSpMkLst>
            <pc:docMk/>
            <pc:sldMk cId="571510152" sldId="747"/>
            <ac:grpSpMk id="59" creationId="{5D65C3A8-C759-7C87-F99E-4DAFC38E3098}"/>
          </ac:grpSpMkLst>
        </pc:grpChg>
        <pc:grpChg chg="mod">
          <ac:chgData name="Rahul Mishra" userId="57c6469e-ac64-4888-811b-35f0aabddbad" providerId="ADAL" clId="{2587B58E-4F3B-47AB-B3EB-62407C9160B0}" dt="2025-10-05T03:06:50.538" v="578"/>
          <ac:grpSpMkLst>
            <pc:docMk/>
            <pc:sldMk cId="571510152" sldId="747"/>
            <ac:grpSpMk id="60" creationId="{D9275DC9-0AE4-C691-8E2A-CB080ADD77B9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61" creationId="{9E943A31-4595-99E8-014E-117BDC7B1441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62" creationId="{7E1902B4-A6DD-C730-5E2D-348D803F297D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65" creationId="{BDD6CAFE-5118-FC22-27F1-4212C352C18B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72" creationId="{8A5685B3-E6EE-D6A1-9565-D429CF9ACB54}"/>
          </ac:grpSpMkLst>
        </pc:grpChg>
        <pc:grpChg chg="mod">
          <ac:chgData name="Rahul Mishra" userId="57c6469e-ac64-4888-811b-35f0aabddbad" providerId="ADAL" clId="{2587B58E-4F3B-47AB-B3EB-62407C9160B0}" dt="2025-10-05T03:06:56.663" v="588"/>
          <ac:grpSpMkLst>
            <pc:docMk/>
            <pc:sldMk cId="571510152" sldId="747"/>
            <ac:grpSpMk id="73" creationId="{37C6B296-A2D9-3849-9DE6-686E6FE7BCE2}"/>
          </ac:grpSpMkLst>
        </pc:grpChg>
        <pc:grpChg chg="del mod">
          <ac:chgData name="Rahul Mishra" userId="57c6469e-ac64-4888-811b-35f0aabddbad" providerId="ADAL" clId="{2587B58E-4F3B-47AB-B3EB-62407C9160B0}" dt="2025-10-05T03:07:25.309" v="623"/>
          <ac:grpSpMkLst>
            <pc:docMk/>
            <pc:sldMk cId="571510152" sldId="747"/>
            <ac:grpSpMk id="75" creationId="{F637318B-EBA1-5E15-D793-F8F0FC9BFCCE}"/>
          </ac:grpSpMkLst>
        </pc:grpChg>
        <pc:grpChg chg="del mod">
          <ac:chgData name="Rahul Mishra" userId="57c6469e-ac64-4888-811b-35f0aabddbad" providerId="ADAL" clId="{2587B58E-4F3B-47AB-B3EB-62407C9160B0}" dt="2025-10-05T03:07:07.173" v="598"/>
          <ac:grpSpMkLst>
            <pc:docMk/>
            <pc:sldMk cId="571510152" sldId="747"/>
            <ac:grpSpMk id="79" creationId="{168315E0-4796-E4E1-ECC8-7F9A6AB7F02D}"/>
          </ac:grpSpMkLst>
        </pc:grpChg>
        <pc:grpChg chg="del mod">
          <ac:chgData name="Rahul Mishra" userId="57c6469e-ac64-4888-811b-35f0aabddbad" providerId="ADAL" clId="{2587B58E-4F3B-47AB-B3EB-62407C9160B0}" dt="2025-10-05T03:07:12.859" v="607"/>
          <ac:grpSpMkLst>
            <pc:docMk/>
            <pc:sldMk cId="571510152" sldId="747"/>
            <ac:grpSpMk id="83" creationId="{63FCEE49-93DF-F2BD-361E-BA7A65A3646D}"/>
          </ac:grpSpMkLst>
        </pc:grpChg>
        <pc:grpChg chg="del mod">
          <ac:chgData name="Rahul Mishra" userId="57c6469e-ac64-4888-811b-35f0aabddbad" providerId="ADAL" clId="{2587B58E-4F3B-47AB-B3EB-62407C9160B0}" dt="2025-10-05T03:07:12.859" v="607"/>
          <ac:grpSpMkLst>
            <pc:docMk/>
            <pc:sldMk cId="571510152" sldId="747"/>
            <ac:grpSpMk id="84" creationId="{60441000-325E-CD97-3164-0905CA5311B2}"/>
          </ac:grpSpMkLst>
        </pc:grpChg>
        <pc:grpChg chg="del mod">
          <ac:chgData name="Rahul Mishra" userId="57c6469e-ac64-4888-811b-35f0aabddbad" providerId="ADAL" clId="{2587B58E-4F3B-47AB-B3EB-62407C9160B0}" dt="2025-10-05T03:07:16.118" v="611"/>
          <ac:grpSpMkLst>
            <pc:docMk/>
            <pc:sldMk cId="571510152" sldId="747"/>
            <ac:grpSpMk id="93" creationId="{16416E0C-B31A-1F40-D9BD-E6287205DEBB}"/>
          </ac:grpSpMkLst>
        </pc:grpChg>
        <pc:grpChg chg="del mod">
          <ac:chgData name="Rahul Mishra" userId="57c6469e-ac64-4888-811b-35f0aabddbad" providerId="ADAL" clId="{2587B58E-4F3B-47AB-B3EB-62407C9160B0}" dt="2025-10-05T03:07:16.118" v="611"/>
          <ac:grpSpMkLst>
            <pc:docMk/>
            <pc:sldMk cId="571510152" sldId="747"/>
            <ac:grpSpMk id="97" creationId="{EE2AD952-CDE7-F542-3EF7-F58F2AE15CD8}"/>
          </ac:grpSpMkLst>
        </pc:grpChg>
        <pc:grpChg chg="del mod">
          <ac:chgData name="Rahul Mishra" userId="57c6469e-ac64-4888-811b-35f0aabddbad" providerId="ADAL" clId="{2587B58E-4F3B-47AB-B3EB-62407C9160B0}" dt="2025-10-05T03:07:19.550" v="617"/>
          <ac:grpSpMkLst>
            <pc:docMk/>
            <pc:sldMk cId="571510152" sldId="747"/>
            <ac:grpSpMk id="98" creationId="{416BFB57-A977-D898-6DBE-28F1B0705B0B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104" creationId="{C200DA38-C3C0-7EB7-5E45-4C7ACE01F4B5}"/>
          </ac:grpSpMkLst>
        </pc:grpChg>
        <pc:grpChg chg="del mod">
          <ac:chgData name="Rahul Mishra" userId="57c6469e-ac64-4888-811b-35f0aabddbad" providerId="ADAL" clId="{2587B58E-4F3B-47AB-B3EB-62407C9160B0}" dt="2025-10-05T03:07:32.973" v="626"/>
          <ac:grpSpMkLst>
            <pc:docMk/>
            <pc:sldMk cId="571510152" sldId="747"/>
            <ac:grpSpMk id="108" creationId="{CC54918A-8CB2-CEE6-D3CF-142730446A66}"/>
          </ac:grpSpMkLst>
        </pc:grpChg>
        <pc:grpChg chg="mod">
          <ac:chgData name="Rahul Mishra" userId="57c6469e-ac64-4888-811b-35f0aabddbad" providerId="ADAL" clId="{2587B58E-4F3B-47AB-B3EB-62407C9160B0}" dt="2025-10-05T03:07:25.309" v="623"/>
          <ac:grpSpMkLst>
            <pc:docMk/>
            <pc:sldMk cId="571510152" sldId="747"/>
            <ac:grpSpMk id="110" creationId="{730F7830-BF7D-5BEF-02BF-DD21D3F78B28}"/>
          </ac:grpSpMkLst>
        </pc:grpChg>
        <pc:grpChg chg="del">
          <ac:chgData name="Rahul Mishra" userId="57c6469e-ac64-4888-811b-35f0aabddbad" providerId="ADAL" clId="{2587B58E-4F3B-47AB-B3EB-62407C9160B0}" dt="2025-10-05T03:07:35.298" v="629"/>
          <ac:grpSpMkLst>
            <pc:docMk/>
            <pc:sldMk cId="571510152" sldId="747"/>
            <ac:grpSpMk id="113" creationId="{9B521951-A292-7136-0D2A-D20256F1BD90}"/>
          </ac:grpSpMkLst>
        </pc:grpChg>
        <pc:grpChg chg="del mod">
          <ac:chgData name="Rahul Mishra" userId="57c6469e-ac64-4888-811b-35f0aabddbad" providerId="ADAL" clId="{2587B58E-4F3B-47AB-B3EB-62407C9160B0}" dt="2025-10-05T03:07:48.605" v="648"/>
          <ac:grpSpMkLst>
            <pc:docMk/>
            <pc:sldMk cId="571510152" sldId="747"/>
            <ac:grpSpMk id="116" creationId="{324EB452-DDE7-B1E0-E81B-95857A1251F2}"/>
          </ac:grpSpMkLst>
        </pc:grpChg>
        <pc:grpChg chg="del mod">
          <ac:chgData name="Rahul Mishra" userId="57c6469e-ac64-4888-811b-35f0aabddbad" providerId="ADAL" clId="{2587B58E-4F3B-47AB-B3EB-62407C9160B0}" dt="2025-10-05T03:07:45.457" v="646"/>
          <ac:grpSpMkLst>
            <pc:docMk/>
            <pc:sldMk cId="571510152" sldId="747"/>
            <ac:grpSpMk id="121" creationId="{8B8B386C-AEAA-DD24-BFA7-A272DD701D91}"/>
          </ac:grpSpMkLst>
        </pc:grpChg>
        <pc:grpChg chg="del mod">
          <ac:chgData name="Rahul Mishra" userId="57c6469e-ac64-4888-811b-35f0aabddbad" providerId="ADAL" clId="{2587B58E-4F3B-47AB-B3EB-62407C9160B0}" dt="2025-10-05T03:07:48.605" v="648"/>
          <ac:grpSpMkLst>
            <pc:docMk/>
            <pc:sldMk cId="571510152" sldId="747"/>
            <ac:grpSpMk id="133" creationId="{A7BE3C9F-62E6-E763-6973-DBBBFE2D4098}"/>
          </ac:grpSpMkLst>
        </pc:grpChg>
        <pc:grpChg chg="del mod">
          <ac:chgData name="Rahul Mishra" userId="57c6469e-ac64-4888-811b-35f0aabddbad" providerId="ADAL" clId="{2587B58E-4F3B-47AB-B3EB-62407C9160B0}" dt="2025-10-05T03:07:50.381" v="650"/>
          <ac:grpSpMkLst>
            <pc:docMk/>
            <pc:sldMk cId="571510152" sldId="747"/>
            <ac:grpSpMk id="135" creationId="{4B932B02-6AE6-69CF-DDE3-F5F13016FA11}"/>
          </ac:grpSpMkLst>
        </pc:grpChg>
        <pc:grpChg chg="del mod">
          <ac:chgData name="Rahul Mishra" userId="57c6469e-ac64-4888-811b-35f0aabddbad" providerId="ADAL" clId="{2587B58E-4F3B-47AB-B3EB-62407C9160B0}" dt="2025-10-05T03:07:55.655" v="653"/>
          <ac:grpSpMkLst>
            <pc:docMk/>
            <pc:sldMk cId="571510152" sldId="747"/>
            <ac:grpSpMk id="137" creationId="{101CF336-2F94-27F5-AD63-4F5C1C84C758}"/>
          </ac:grpSpMkLst>
        </pc:grpChg>
        <pc:grpChg chg="del mod">
          <ac:chgData name="Rahul Mishra" userId="57c6469e-ac64-4888-811b-35f0aabddbad" providerId="ADAL" clId="{2587B58E-4F3B-47AB-B3EB-62407C9160B0}" dt="2025-10-05T03:08:19.762" v="673"/>
          <ac:grpSpMkLst>
            <pc:docMk/>
            <pc:sldMk cId="571510152" sldId="747"/>
            <ac:grpSpMk id="140" creationId="{F5220E60-FB8A-D92D-A6C5-18426B51186D}"/>
          </ac:grpSpMkLst>
        </pc:grpChg>
        <pc:grpChg chg="del mod">
          <ac:chgData name="Rahul Mishra" userId="57c6469e-ac64-4888-811b-35f0aabddbad" providerId="ADAL" clId="{2587B58E-4F3B-47AB-B3EB-62407C9160B0}" dt="2025-10-05T03:08:19.762" v="673"/>
          <ac:grpSpMkLst>
            <pc:docMk/>
            <pc:sldMk cId="571510152" sldId="747"/>
            <ac:grpSpMk id="143" creationId="{84CEBCEF-8692-DFCF-B2C8-C872B2275A3C}"/>
          </ac:grpSpMkLst>
        </pc:grpChg>
        <pc:grpChg chg="mod">
          <ac:chgData name="Rahul Mishra" userId="57c6469e-ac64-4888-811b-35f0aabddbad" providerId="ADAL" clId="{2587B58E-4F3B-47AB-B3EB-62407C9160B0}" dt="2025-10-05T03:08:13.786" v="666"/>
          <ac:grpSpMkLst>
            <pc:docMk/>
            <pc:sldMk cId="571510152" sldId="747"/>
            <ac:grpSpMk id="153" creationId="{3BC6C241-54D7-8AAD-8664-11B73E7E43F1}"/>
          </ac:grpSpMkLst>
        </pc:grpChg>
        <pc:grpChg chg="del mod">
          <ac:chgData name="Rahul Mishra" userId="57c6469e-ac64-4888-811b-35f0aabddbad" providerId="ADAL" clId="{2587B58E-4F3B-47AB-B3EB-62407C9160B0}" dt="2025-10-05T03:08:33.723" v="679"/>
          <ac:grpSpMkLst>
            <pc:docMk/>
            <pc:sldMk cId="571510152" sldId="747"/>
            <ac:grpSpMk id="160" creationId="{C3EB8816-15F7-8C99-A71F-6980CC28F10A}"/>
          </ac:grpSpMkLst>
        </pc:grpChg>
        <pc:grpChg chg="del mod">
          <ac:chgData name="Rahul Mishra" userId="57c6469e-ac64-4888-811b-35f0aabddbad" providerId="ADAL" clId="{2587B58E-4F3B-47AB-B3EB-62407C9160B0}" dt="2025-10-05T03:08:33.723" v="679"/>
          <ac:grpSpMkLst>
            <pc:docMk/>
            <pc:sldMk cId="571510152" sldId="747"/>
            <ac:grpSpMk id="163" creationId="{76C44376-E724-FD40-0597-07BF3D2E7689}"/>
          </ac:grpSpMkLst>
        </pc:grpChg>
        <pc:grpChg chg="del mod">
          <ac:chgData name="Rahul Mishra" userId="57c6469e-ac64-4888-811b-35f0aabddbad" providerId="ADAL" clId="{2587B58E-4F3B-47AB-B3EB-62407C9160B0}" dt="2025-10-05T03:08:35.534" v="681"/>
          <ac:grpSpMkLst>
            <pc:docMk/>
            <pc:sldMk cId="571510152" sldId="747"/>
            <ac:grpSpMk id="166" creationId="{1B264E74-19B9-6F48-B748-F277087E4A82}"/>
          </ac:grpSpMkLst>
        </pc:grpChg>
        <pc:grpChg chg="del mod">
          <ac:chgData name="Rahul Mishra" userId="57c6469e-ac64-4888-811b-35f0aabddbad" providerId="ADAL" clId="{2587B58E-4F3B-47AB-B3EB-62407C9160B0}" dt="2025-10-05T03:08:44.157" v="687"/>
          <ac:grpSpMkLst>
            <pc:docMk/>
            <pc:sldMk cId="571510152" sldId="747"/>
            <ac:grpSpMk id="168" creationId="{B46FBF8D-E3FB-263C-6F6B-91084AC75CF6}"/>
          </ac:grpSpMkLst>
        </pc:grpChg>
        <pc:grpChg chg="del mod">
          <ac:chgData name="Rahul Mishra" userId="57c6469e-ac64-4888-811b-35f0aabddbad" providerId="ADAL" clId="{2587B58E-4F3B-47AB-B3EB-62407C9160B0}" dt="2025-10-05T03:08:48.992" v="692"/>
          <ac:grpSpMkLst>
            <pc:docMk/>
            <pc:sldMk cId="571510152" sldId="747"/>
            <ac:grpSpMk id="174" creationId="{FC5D8BA2-A97E-AB09-16BD-B8240E83C87A}"/>
          </ac:grpSpMkLst>
        </pc:grpChg>
        <pc:grpChg chg="del mod">
          <ac:chgData name="Rahul Mishra" userId="57c6469e-ac64-4888-811b-35f0aabddbad" providerId="ADAL" clId="{2587B58E-4F3B-47AB-B3EB-62407C9160B0}" dt="2025-10-05T03:08:59.632" v="699"/>
          <ac:grpSpMkLst>
            <pc:docMk/>
            <pc:sldMk cId="571510152" sldId="747"/>
            <ac:grpSpMk id="179" creationId="{93248F9D-6B1F-77F0-DFCB-363B003A3D83}"/>
          </ac:grpSpMkLst>
        </pc:grpChg>
        <pc:grpChg chg="del mod">
          <ac:chgData name="Rahul Mishra" userId="57c6469e-ac64-4888-811b-35f0aabddbad" providerId="ADAL" clId="{2587B58E-4F3B-47AB-B3EB-62407C9160B0}" dt="2025-10-05T03:09:04.560" v="705"/>
          <ac:grpSpMkLst>
            <pc:docMk/>
            <pc:sldMk cId="571510152" sldId="747"/>
            <ac:grpSpMk id="186" creationId="{D31C3629-7321-84A2-A8EF-34EF651B10F0}"/>
          </ac:grpSpMkLst>
        </pc:grpChg>
        <pc:grpChg chg="del mod">
          <ac:chgData name="Rahul Mishra" userId="57c6469e-ac64-4888-811b-35f0aabddbad" providerId="ADAL" clId="{2587B58E-4F3B-47AB-B3EB-62407C9160B0}" dt="2025-10-05T03:09:06.118" v="707"/>
          <ac:grpSpMkLst>
            <pc:docMk/>
            <pc:sldMk cId="571510152" sldId="747"/>
            <ac:grpSpMk id="192" creationId="{29B6C850-E2A8-9CE2-1E32-4D133820A541}"/>
          </ac:grpSpMkLst>
        </pc:grpChg>
        <pc:grpChg chg="del mod">
          <ac:chgData name="Rahul Mishra" userId="57c6469e-ac64-4888-811b-35f0aabddbad" providerId="ADAL" clId="{2587B58E-4F3B-47AB-B3EB-62407C9160B0}" dt="2025-10-05T03:10:49.890" v="722"/>
          <ac:grpSpMkLst>
            <pc:docMk/>
            <pc:sldMk cId="571510152" sldId="747"/>
            <ac:grpSpMk id="194" creationId="{C187F388-2D68-B0A2-9E8F-8FAE3975654F}"/>
          </ac:grpSpMkLst>
        </pc:grpChg>
        <pc:grpChg chg="mod">
          <ac:chgData name="Rahul Mishra" userId="57c6469e-ac64-4888-811b-35f0aabddbad" providerId="ADAL" clId="{2587B58E-4F3B-47AB-B3EB-62407C9160B0}" dt="2025-10-05T03:10:49.890" v="722"/>
          <ac:grpSpMkLst>
            <pc:docMk/>
            <pc:sldMk cId="571510152" sldId="747"/>
            <ac:grpSpMk id="201" creationId="{FB2215CA-8127-C59D-2712-8874A097E574}"/>
          </ac:grpSpMkLst>
        </pc:grp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3" creationId="{676F347C-7828-A104-E85F-7FB51804EBF7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4" creationId="{8A288EE1-F467-FE8A-0589-65367535C049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5" creationId="{A5820705-AF27-AEC0-BB7B-EB117A371637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6" creationId="{A508AE32-C312-C1C4-12CE-6D580B6EE30C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7" creationId="{60CE1C95-346F-4148-8C7C-ED78309B0F85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8" creationId="{4F07C6D0-7236-F546-BD56-12787F29F2D2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9" creationId="{AFB4F234-F84C-C3BD-6588-86651C76E014}"/>
          </ac:inkMkLst>
        </pc:inkChg>
        <pc:inkChg chg="add mod">
          <ac:chgData name="Rahul Mishra" userId="57c6469e-ac64-4888-811b-35f0aabddbad" providerId="ADAL" clId="{2587B58E-4F3B-47AB-B3EB-62407C9160B0}" dt="2025-10-05T03:06:29.077" v="537"/>
          <ac:inkMkLst>
            <pc:docMk/>
            <pc:sldMk cId="571510152" sldId="747"/>
            <ac:inkMk id="10" creationId="{A36E9265-7F50-0145-9D4E-25DE06BC6381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13" creationId="{4A41D9D1-2FB9-2B88-0E0A-341E650EA667}"/>
          </ac:inkMkLst>
        </pc:inkChg>
        <pc:inkChg chg="add mod">
          <ac:chgData name="Rahul Mishra" userId="57c6469e-ac64-4888-811b-35f0aabddbad" providerId="ADAL" clId="{2587B58E-4F3B-47AB-B3EB-62407C9160B0}" dt="2025-10-05T03:06:32.177" v="542"/>
          <ac:inkMkLst>
            <pc:docMk/>
            <pc:sldMk cId="571510152" sldId="747"/>
            <ac:inkMk id="14" creationId="{7B6A1B6F-C668-1B86-3F94-7B8ABE82DAA2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15" creationId="{662B8D25-C6AB-0AAF-266E-49BB58B9B080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16" creationId="{75E583BA-DEAC-DFF0-9D4F-D7190F75C680}"/>
          </ac:inkMkLst>
        </pc:inkChg>
        <pc:inkChg chg="add mod">
          <ac:chgData name="Rahul Mishra" userId="57c6469e-ac64-4888-811b-35f0aabddbad" providerId="ADAL" clId="{2587B58E-4F3B-47AB-B3EB-62407C9160B0}" dt="2025-10-05T03:06:35.997" v="549"/>
          <ac:inkMkLst>
            <pc:docMk/>
            <pc:sldMk cId="571510152" sldId="747"/>
            <ac:inkMk id="19" creationId="{B97D0E2B-3FE7-79B7-F19F-171C52F1841F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20" creationId="{02E13E72-DFE2-E156-59B7-D5118A2BD6D8}"/>
          </ac:inkMkLst>
        </pc:inkChg>
        <pc:inkChg chg="add mod">
          <ac:chgData name="Rahul Mishra" userId="57c6469e-ac64-4888-811b-35f0aabddbad" providerId="ADAL" clId="{2587B58E-4F3B-47AB-B3EB-62407C9160B0}" dt="2025-10-05T03:06:35.997" v="549"/>
          <ac:inkMkLst>
            <pc:docMk/>
            <pc:sldMk cId="571510152" sldId="747"/>
            <ac:inkMk id="21" creationId="{645453F7-D8DA-E61B-6225-966E58D19468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22" creationId="{1D580D36-3C0F-4E9C-3E99-24624C595459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23" creationId="{C9A92F27-01BD-0078-E683-1BDF6A65D086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24" creationId="{8C141669-BE8C-3741-1A55-04A1E4C13A8E}"/>
          </ac:inkMkLst>
        </pc:inkChg>
        <pc:inkChg chg="add mod">
          <ac:chgData name="Rahul Mishra" userId="57c6469e-ac64-4888-811b-35f0aabddbad" providerId="ADAL" clId="{2587B58E-4F3B-47AB-B3EB-62407C9160B0}" dt="2025-10-05T03:06:37.812" v="552"/>
          <ac:inkMkLst>
            <pc:docMk/>
            <pc:sldMk cId="571510152" sldId="747"/>
            <ac:inkMk id="27" creationId="{23A2B10D-66FB-B7A8-7123-829F6A8798FC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28" creationId="{994C2886-501C-4CBD-C284-73CDD54A3030}"/>
          </ac:inkMkLst>
        </pc:inkChg>
        <pc:inkChg chg="add mod">
          <ac:chgData name="Rahul Mishra" userId="57c6469e-ac64-4888-811b-35f0aabddbad" providerId="ADAL" clId="{2587B58E-4F3B-47AB-B3EB-62407C9160B0}" dt="2025-10-05T03:06:41.910" v="559"/>
          <ac:inkMkLst>
            <pc:docMk/>
            <pc:sldMk cId="571510152" sldId="747"/>
            <ac:inkMk id="30" creationId="{6EA1CEA4-8626-B26B-B8E8-961CCE6ECAA0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31" creationId="{E14290D0-CEB7-D463-8E11-3550DCA17461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32" creationId="{6EDBB42C-B0DB-D524-4BD2-AE747BA209FE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33" creationId="{E673FA38-65D1-7DE1-F86E-85F2267B1F01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34" creationId="{76B3994E-FA32-20A4-11BC-E6BC68F75445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35" creationId="{A67C7814-C2C9-F388-A234-C7728A20BA51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39" creationId="{97D51EA4-7662-5A61-DFDB-86CEAAEF08AB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40" creationId="{79588E36-2AB1-536B-BE1D-4C88EE0B275A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41" creationId="{FBF2F422-0911-CF7B-3430-61EF03C7C78A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42" creationId="{7E313B0A-8458-182D-63AA-CB91AD02E7FF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43" creationId="{43943F3D-2400-02A9-0CB9-6CA556636425}"/>
          </ac:inkMkLst>
        </pc:inkChg>
        <pc:inkChg chg="add mod">
          <ac:chgData name="Rahul Mishra" userId="57c6469e-ac64-4888-811b-35f0aabddbad" providerId="ADAL" clId="{2587B58E-4F3B-47AB-B3EB-62407C9160B0}" dt="2025-10-05T03:06:44.503" v="566"/>
          <ac:inkMkLst>
            <pc:docMk/>
            <pc:sldMk cId="571510152" sldId="747"/>
            <ac:inkMk id="44" creationId="{052CC7F7-64FC-9979-3CDF-CCC291AB44C8}"/>
          </ac:inkMkLst>
        </pc:inkChg>
        <pc:inkChg chg="add">
          <ac:chgData name="Rahul Mishra" userId="57c6469e-ac64-4888-811b-35f0aabddbad" providerId="ADAL" clId="{2587B58E-4F3B-47AB-B3EB-62407C9160B0}" dt="2025-10-05T03:06:45.062" v="567" actId="9405"/>
          <ac:inkMkLst>
            <pc:docMk/>
            <pc:sldMk cId="571510152" sldId="747"/>
            <ac:inkMk id="47" creationId="{E6A4A555-04E9-26D2-A12C-56E7C85BCE62}"/>
          </ac:inkMkLst>
        </pc:inkChg>
        <pc:inkChg chg="add mod">
          <ac:chgData name="Rahul Mishra" userId="57c6469e-ac64-4888-811b-35f0aabddbad" providerId="ADAL" clId="{2587B58E-4F3B-47AB-B3EB-62407C9160B0}" dt="2025-10-05T03:08:44.157" v="687"/>
          <ac:inkMkLst>
            <pc:docMk/>
            <pc:sldMk cId="571510152" sldId="747"/>
            <ac:inkMk id="48" creationId="{D5A78C25-0D22-8271-4400-6A102D96F7AB}"/>
          </ac:inkMkLst>
        </pc:inkChg>
        <pc:inkChg chg="add mod">
          <ac:chgData name="Rahul Mishra" userId="57c6469e-ac64-4888-811b-35f0aabddbad" providerId="ADAL" clId="{2587B58E-4F3B-47AB-B3EB-62407C9160B0}" dt="2025-10-05T03:07:35.298" v="629"/>
          <ac:inkMkLst>
            <pc:docMk/>
            <pc:sldMk cId="571510152" sldId="747"/>
            <ac:inkMk id="49" creationId="{4C1D3294-0676-B0F4-67A8-3B0DEAC7D0C6}"/>
          </ac:inkMkLst>
        </pc:inkChg>
        <pc:inkChg chg="add">
          <ac:chgData name="Rahul Mishra" userId="57c6469e-ac64-4888-811b-35f0aabddbad" providerId="ADAL" clId="{2587B58E-4F3B-47AB-B3EB-62407C9160B0}" dt="2025-10-05T03:06:46.122" v="570" actId="9405"/>
          <ac:inkMkLst>
            <pc:docMk/>
            <pc:sldMk cId="571510152" sldId="747"/>
            <ac:inkMk id="50" creationId="{B9A1ABE0-6ADB-C759-E9FA-CBAAFFF59B6C}"/>
          </ac:inkMkLst>
        </pc:inkChg>
        <pc:inkChg chg="add mod">
          <ac:chgData name="Rahul Mishra" userId="57c6469e-ac64-4888-811b-35f0aabddbad" providerId="ADAL" clId="{2587B58E-4F3B-47AB-B3EB-62407C9160B0}" dt="2025-10-05T03:07:35.298" v="629"/>
          <ac:inkMkLst>
            <pc:docMk/>
            <pc:sldMk cId="571510152" sldId="747"/>
            <ac:inkMk id="51" creationId="{27962CC6-4C84-1B57-0AEE-8EF1C3FB17A5}"/>
          </ac:inkMkLst>
        </pc:inkChg>
        <pc:inkChg chg="add mod">
          <ac:chgData name="Rahul Mishra" userId="57c6469e-ac64-4888-811b-35f0aabddbad" providerId="ADAL" clId="{2587B58E-4F3B-47AB-B3EB-62407C9160B0}" dt="2025-10-05T03:06:50.538" v="578"/>
          <ac:inkMkLst>
            <pc:docMk/>
            <pc:sldMk cId="571510152" sldId="747"/>
            <ac:inkMk id="52" creationId="{3149A906-DEFC-EB13-70BC-51B45F6D2676}"/>
          </ac:inkMkLst>
        </pc:inkChg>
        <pc:inkChg chg="add mod">
          <ac:chgData name="Rahul Mishra" userId="57c6469e-ac64-4888-811b-35f0aabddbad" providerId="ADAL" clId="{2587B58E-4F3B-47AB-B3EB-62407C9160B0}" dt="2025-10-05T03:08:44.157" v="687"/>
          <ac:inkMkLst>
            <pc:docMk/>
            <pc:sldMk cId="571510152" sldId="747"/>
            <ac:inkMk id="53" creationId="{6B1D8764-FFA1-E8F3-4A83-B2CB139FE87D}"/>
          </ac:inkMkLst>
        </pc:inkChg>
        <pc:inkChg chg="add mod">
          <ac:chgData name="Rahul Mishra" userId="57c6469e-ac64-4888-811b-35f0aabddbad" providerId="ADAL" clId="{2587B58E-4F3B-47AB-B3EB-62407C9160B0}" dt="2025-10-05T03:07:35.298" v="629"/>
          <ac:inkMkLst>
            <pc:docMk/>
            <pc:sldMk cId="571510152" sldId="747"/>
            <ac:inkMk id="54" creationId="{7874C4F7-04F7-F466-34D2-514E489F869F}"/>
          </ac:inkMkLst>
        </pc:inkChg>
        <pc:inkChg chg="add mod">
          <ac:chgData name="Rahul Mishra" userId="57c6469e-ac64-4888-811b-35f0aabddbad" providerId="ADAL" clId="{2587B58E-4F3B-47AB-B3EB-62407C9160B0}" dt="2025-10-05T03:06:50.538" v="578"/>
          <ac:inkMkLst>
            <pc:docMk/>
            <pc:sldMk cId="571510152" sldId="747"/>
            <ac:inkMk id="55" creationId="{C71A973E-D829-1CCC-1109-CEF8617520A7}"/>
          </ac:inkMkLst>
        </pc:inkChg>
        <pc:inkChg chg="add">
          <ac:chgData name="Rahul Mishra" userId="57c6469e-ac64-4888-811b-35f0aabddbad" providerId="ADAL" clId="{2587B58E-4F3B-47AB-B3EB-62407C9160B0}" dt="2025-10-05T03:06:49.470" v="576" actId="9405"/>
          <ac:inkMkLst>
            <pc:docMk/>
            <pc:sldMk cId="571510152" sldId="747"/>
            <ac:inkMk id="56" creationId="{F26FC48C-E1BA-D085-5CC2-0701344A825D}"/>
          </ac:inkMkLst>
        </pc:inkChg>
        <pc:inkChg chg="add mod">
          <ac:chgData name="Rahul Mishra" userId="57c6469e-ac64-4888-811b-35f0aabddbad" providerId="ADAL" clId="{2587B58E-4F3B-47AB-B3EB-62407C9160B0}" dt="2025-10-05T03:06:52.269" v="581"/>
          <ac:inkMkLst>
            <pc:docMk/>
            <pc:sldMk cId="571510152" sldId="747"/>
            <ac:inkMk id="57" creationId="{74F0C05A-E00A-9E4C-F4F9-8CFF3ADC68F2}"/>
          </ac:inkMkLst>
        </pc:inkChg>
        <pc:inkChg chg="add mod">
          <ac:chgData name="Rahul Mishra" userId="57c6469e-ac64-4888-811b-35f0aabddbad" providerId="ADAL" clId="{2587B58E-4F3B-47AB-B3EB-62407C9160B0}" dt="2025-10-05T03:06:52.269" v="581"/>
          <ac:inkMkLst>
            <pc:docMk/>
            <pc:sldMk cId="571510152" sldId="747"/>
            <ac:inkMk id="63" creationId="{90738E28-678B-5BC9-7EDA-A709BB9BD086}"/>
          </ac:inkMkLst>
        </pc:inkChg>
        <pc:inkChg chg="add mod">
          <ac:chgData name="Rahul Mishra" userId="57c6469e-ac64-4888-811b-35f0aabddbad" providerId="ADAL" clId="{2587B58E-4F3B-47AB-B3EB-62407C9160B0}" dt="2025-10-05T03:06:52.269" v="581"/>
          <ac:inkMkLst>
            <pc:docMk/>
            <pc:sldMk cId="571510152" sldId="747"/>
            <ac:inkMk id="64" creationId="{0F33BCEF-FC20-215E-0C0A-6770D3EB3B3D}"/>
          </ac:inkMkLst>
        </pc:inkChg>
        <pc:inkChg chg="add mod">
          <ac:chgData name="Rahul Mishra" userId="57c6469e-ac64-4888-811b-35f0aabddbad" providerId="ADAL" clId="{2587B58E-4F3B-47AB-B3EB-62407C9160B0}" dt="2025-10-05T03:06:56.663" v="588"/>
          <ac:inkMkLst>
            <pc:docMk/>
            <pc:sldMk cId="571510152" sldId="747"/>
            <ac:inkMk id="66" creationId="{05A50591-122C-ADAB-3A0B-55B9879C42F5}"/>
          </ac:inkMkLst>
        </pc:inkChg>
        <pc:inkChg chg="add mod">
          <ac:chgData name="Rahul Mishra" userId="57c6469e-ac64-4888-811b-35f0aabddbad" providerId="ADAL" clId="{2587B58E-4F3B-47AB-B3EB-62407C9160B0}" dt="2025-10-05T03:06:56.663" v="588"/>
          <ac:inkMkLst>
            <pc:docMk/>
            <pc:sldMk cId="571510152" sldId="747"/>
            <ac:inkMk id="67" creationId="{A2C51B8F-30CB-1B85-8A60-0DCEE6FD3F63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68" creationId="{B0131882-C5F1-F823-5DBD-2C71876B4EE8}"/>
          </ac:inkMkLst>
        </pc:inkChg>
        <pc:inkChg chg="add mod">
          <ac:chgData name="Rahul Mishra" userId="57c6469e-ac64-4888-811b-35f0aabddbad" providerId="ADAL" clId="{2587B58E-4F3B-47AB-B3EB-62407C9160B0}" dt="2025-10-05T03:07:35.298" v="629"/>
          <ac:inkMkLst>
            <pc:docMk/>
            <pc:sldMk cId="571510152" sldId="747"/>
            <ac:inkMk id="69" creationId="{BD62A62A-4E0B-0163-FF06-138346924729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70" creationId="{36A07374-9FD8-79F6-0C65-A0CF5305D2AE}"/>
          </ac:inkMkLst>
        </pc:inkChg>
        <pc:inkChg chg="add mod">
          <ac:chgData name="Rahul Mishra" userId="57c6469e-ac64-4888-811b-35f0aabddbad" providerId="ADAL" clId="{2587B58E-4F3B-47AB-B3EB-62407C9160B0}" dt="2025-10-05T03:06:56.663" v="588"/>
          <ac:inkMkLst>
            <pc:docMk/>
            <pc:sldMk cId="571510152" sldId="747"/>
            <ac:inkMk id="71" creationId="{FCCFE015-9945-2C24-F48B-35BEEEEE552F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74" creationId="{1E41E571-ECF0-6789-11B1-8585A42B86AF}"/>
          </ac:inkMkLst>
        </pc:inkChg>
        <pc:inkChg chg="add mod">
          <ac:chgData name="Rahul Mishra" userId="57c6469e-ac64-4888-811b-35f0aabddbad" providerId="ADAL" clId="{2587B58E-4F3B-47AB-B3EB-62407C9160B0}" dt="2025-10-05T03:07:07.173" v="598"/>
          <ac:inkMkLst>
            <pc:docMk/>
            <pc:sldMk cId="571510152" sldId="747"/>
            <ac:inkMk id="76" creationId="{E58B8899-3950-5C50-662A-B2A9416E2647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77" creationId="{D5FA93CF-C3BD-8CD4-CBE0-D3BEACABFE59}"/>
          </ac:inkMkLst>
        </pc:inkChg>
        <pc:inkChg chg="add mod">
          <ac:chgData name="Rahul Mishra" userId="57c6469e-ac64-4888-811b-35f0aabddbad" providerId="ADAL" clId="{2587B58E-4F3B-47AB-B3EB-62407C9160B0}" dt="2025-10-05T03:07:07.173" v="598"/>
          <ac:inkMkLst>
            <pc:docMk/>
            <pc:sldMk cId="571510152" sldId="747"/>
            <ac:inkMk id="78" creationId="{63CC37C4-4AD9-4DBB-EAE5-3C0DFD46A843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80" creationId="{2FCCF983-E3FC-EE25-A2A5-F0AB46108DF0}"/>
          </ac:inkMkLst>
        </pc:inkChg>
        <pc:inkChg chg="add mod">
          <ac:chgData name="Rahul Mishra" userId="57c6469e-ac64-4888-811b-35f0aabddbad" providerId="ADAL" clId="{2587B58E-4F3B-47AB-B3EB-62407C9160B0}" dt="2025-10-05T03:07:07.173" v="598"/>
          <ac:inkMkLst>
            <pc:docMk/>
            <pc:sldMk cId="571510152" sldId="747"/>
            <ac:inkMk id="81" creationId="{A200339D-06E4-9DAE-56FF-4B5EF91C477D}"/>
          </ac:inkMkLst>
        </pc:inkChg>
        <pc:inkChg chg="add mod">
          <ac:chgData name="Rahul Mishra" userId="57c6469e-ac64-4888-811b-35f0aabddbad" providerId="ADAL" clId="{2587B58E-4F3B-47AB-B3EB-62407C9160B0}" dt="2025-10-05T03:07:12.859" v="607"/>
          <ac:inkMkLst>
            <pc:docMk/>
            <pc:sldMk cId="571510152" sldId="747"/>
            <ac:inkMk id="82" creationId="{D0FFBCD1-BC43-30F9-B20F-AB178EE529CD}"/>
          </ac:inkMkLst>
        </pc:inkChg>
        <pc:inkChg chg="add mod">
          <ac:chgData name="Rahul Mishra" userId="57c6469e-ac64-4888-811b-35f0aabddbad" providerId="ADAL" clId="{2587B58E-4F3B-47AB-B3EB-62407C9160B0}" dt="2025-10-05T03:07:12.859" v="607"/>
          <ac:inkMkLst>
            <pc:docMk/>
            <pc:sldMk cId="571510152" sldId="747"/>
            <ac:inkMk id="85" creationId="{79E28807-5FBB-C765-242C-1743787A48D7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86" creationId="{AA391BA7-4488-3B7D-5120-544A9AB309C6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87" creationId="{6A32C40F-4F1C-FD67-6F5D-4E377B303F67}"/>
          </ac:inkMkLst>
        </pc:inkChg>
        <pc:inkChg chg="add">
          <ac:chgData name="Rahul Mishra" userId="57c6469e-ac64-4888-811b-35f0aabddbad" providerId="ADAL" clId="{2587B58E-4F3B-47AB-B3EB-62407C9160B0}" dt="2025-10-05T03:07:08.796" v="602" actId="9405"/>
          <ac:inkMkLst>
            <pc:docMk/>
            <pc:sldMk cId="571510152" sldId="747"/>
            <ac:inkMk id="88" creationId="{DE50FFD8-30E5-3CE2-12D5-3C17F8D23779}"/>
          </ac:inkMkLst>
        </pc:inkChg>
        <pc:inkChg chg="add mod">
          <ac:chgData name="Rahul Mishra" userId="57c6469e-ac64-4888-811b-35f0aabddbad" providerId="ADAL" clId="{2587B58E-4F3B-47AB-B3EB-62407C9160B0}" dt="2025-10-05T03:07:12.859" v="607"/>
          <ac:inkMkLst>
            <pc:docMk/>
            <pc:sldMk cId="571510152" sldId="747"/>
            <ac:inkMk id="89" creationId="{97426728-C7DA-EAA4-5531-039B83CF3930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90" creationId="{B60DCB9F-BD66-6DC9-34EC-D96E6D4F507E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91" creationId="{C11A242B-3464-0743-B7D3-A456B2E61CD3}"/>
          </ac:inkMkLst>
        </pc:inkChg>
        <pc:inkChg chg="add mod">
          <ac:chgData name="Rahul Mishra" userId="57c6469e-ac64-4888-811b-35f0aabddbad" providerId="ADAL" clId="{2587B58E-4F3B-47AB-B3EB-62407C9160B0}" dt="2025-10-05T03:07:12.859" v="607"/>
          <ac:inkMkLst>
            <pc:docMk/>
            <pc:sldMk cId="571510152" sldId="747"/>
            <ac:inkMk id="92" creationId="{852A255D-87C4-CF4A-181B-42DBA8390AC9}"/>
          </ac:inkMkLst>
        </pc:inkChg>
        <pc:inkChg chg="add">
          <ac:chgData name="Rahul Mishra" userId="57c6469e-ac64-4888-811b-35f0aabddbad" providerId="ADAL" clId="{2587B58E-4F3B-47AB-B3EB-62407C9160B0}" dt="2025-10-05T03:07:14.156" v="608" actId="9405"/>
          <ac:inkMkLst>
            <pc:docMk/>
            <pc:sldMk cId="571510152" sldId="747"/>
            <ac:inkMk id="94" creationId="{3B32473D-66A5-7099-3C30-480CB5DEB09B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95" creationId="{C1E4C07B-94B4-8CF0-CDCE-C99B42D02CB9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96" creationId="{3014FBBD-FE03-8E75-0B7C-6B02A532B619}"/>
          </ac:inkMkLst>
        </pc:inkChg>
        <pc:inkChg chg="add">
          <ac:chgData name="Rahul Mishra" userId="57c6469e-ac64-4888-811b-35f0aabddbad" providerId="ADAL" clId="{2587B58E-4F3B-47AB-B3EB-62407C9160B0}" dt="2025-10-05T03:07:16.591" v="612" actId="9405"/>
          <ac:inkMkLst>
            <pc:docMk/>
            <pc:sldMk cId="571510152" sldId="747"/>
            <ac:inkMk id="99" creationId="{6AA668BB-379F-D24A-89F1-FC4A97CB9DBA}"/>
          </ac:inkMkLst>
        </pc:inkChg>
        <pc:inkChg chg="add">
          <ac:chgData name="Rahul Mishra" userId="57c6469e-ac64-4888-811b-35f0aabddbad" providerId="ADAL" clId="{2587B58E-4F3B-47AB-B3EB-62407C9160B0}" dt="2025-10-05T03:07:17.239" v="613" actId="9405"/>
          <ac:inkMkLst>
            <pc:docMk/>
            <pc:sldMk cId="571510152" sldId="747"/>
            <ac:inkMk id="100" creationId="{B05CFE61-0628-E55A-5B15-75F9B46A3C8D}"/>
          </ac:inkMkLst>
        </pc:inkChg>
        <pc:inkChg chg="add mod">
          <ac:chgData name="Rahul Mishra" userId="57c6469e-ac64-4888-811b-35f0aabddbad" providerId="ADAL" clId="{2587B58E-4F3B-47AB-B3EB-62407C9160B0}" dt="2025-10-05T03:07:19.550" v="617"/>
          <ac:inkMkLst>
            <pc:docMk/>
            <pc:sldMk cId="571510152" sldId="747"/>
            <ac:inkMk id="101" creationId="{5E211A19-86C9-431E-B328-6426408DB954}"/>
          </ac:inkMkLst>
        </pc:inkChg>
        <pc:inkChg chg="add">
          <ac:chgData name="Rahul Mishra" userId="57c6469e-ac64-4888-811b-35f0aabddbad" providerId="ADAL" clId="{2587B58E-4F3B-47AB-B3EB-62407C9160B0}" dt="2025-10-05T03:07:17.924" v="615" actId="9405"/>
          <ac:inkMkLst>
            <pc:docMk/>
            <pc:sldMk cId="571510152" sldId="747"/>
            <ac:inkMk id="102" creationId="{171D8FB2-E453-855D-9E59-69ED001E2927}"/>
          </ac:inkMkLst>
        </pc:inkChg>
        <pc:inkChg chg="add">
          <ac:chgData name="Rahul Mishra" userId="57c6469e-ac64-4888-811b-35f0aabddbad" providerId="ADAL" clId="{2587B58E-4F3B-47AB-B3EB-62407C9160B0}" dt="2025-10-05T03:07:19.025" v="616" actId="9405"/>
          <ac:inkMkLst>
            <pc:docMk/>
            <pc:sldMk cId="571510152" sldId="747"/>
            <ac:inkMk id="103" creationId="{E4031A23-4D4B-487D-5198-FFE6D77C8910}"/>
          </ac:inkMkLst>
        </pc:inkChg>
        <pc:inkChg chg="add mod">
          <ac:chgData name="Rahul Mishra" userId="57c6469e-ac64-4888-811b-35f0aabddbad" providerId="ADAL" clId="{2587B58E-4F3B-47AB-B3EB-62407C9160B0}" dt="2025-10-05T03:07:20.960" v="621"/>
          <ac:inkMkLst>
            <pc:docMk/>
            <pc:sldMk cId="571510152" sldId="747"/>
            <ac:inkMk id="105" creationId="{4F1BEFDC-E175-E1C2-BBA6-89190EDC9843}"/>
          </ac:inkMkLst>
        </pc:inkChg>
        <pc:inkChg chg="add mod">
          <ac:chgData name="Rahul Mishra" userId="57c6469e-ac64-4888-811b-35f0aabddbad" providerId="ADAL" clId="{2587B58E-4F3B-47AB-B3EB-62407C9160B0}" dt="2025-10-05T03:07:20.960" v="621"/>
          <ac:inkMkLst>
            <pc:docMk/>
            <pc:sldMk cId="571510152" sldId="747"/>
            <ac:inkMk id="106" creationId="{6957B557-B10E-C0D2-CDE6-95DA61999CC4}"/>
          </ac:inkMkLst>
        </pc:inkChg>
        <pc:inkChg chg="add mod">
          <ac:chgData name="Rahul Mishra" userId="57c6469e-ac64-4888-811b-35f0aabddbad" providerId="ADAL" clId="{2587B58E-4F3B-47AB-B3EB-62407C9160B0}" dt="2025-10-05T03:07:35.298" v="629"/>
          <ac:inkMkLst>
            <pc:docMk/>
            <pc:sldMk cId="571510152" sldId="747"/>
            <ac:inkMk id="107" creationId="{39A1109D-0CC3-3A7B-6333-4FEAFFBC19D6}"/>
          </ac:inkMkLst>
        </pc:inkChg>
        <pc:inkChg chg="add mod">
          <ac:chgData name="Rahul Mishra" userId="57c6469e-ac64-4888-811b-35f0aabddbad" providerId="ADAL" clId="{2587B58E-4F3B-47AB-B3EB-62407C9160B0}" dt="2025-10-05T03:07:25.309" v="623"/>
          <ac:inkMkLst>
            <pc:docMk/>
            <pc:sldMk cId="571510152" sldId="747"/>
            <ac:inkMk id="109" creationId="{0289DBF4-2209-1666-9C01-A424B2085723}"/>
          </ac:inkMkLst>
        </pc:inkChg>
        <pc:inkChg chg="add">
          <ac:chgData name="Rahul Mishra" userId="57c6469e-ac64-4888-811b-35f0aabddbad" providerId="ADAL" clId="{2587B58E-4F3B-47AB-B3EB-62407C9160B0}" dt="2025-10-05T03:07:30.488" v="624" actId="9405"/>
          <ac:inkMkLst>
            <pc:docMk/>
            <pc:sldMk cId="571510152" sldId="747"/>
            <ac:inkMk id="111" creationId="{EC060113-8CDB-9F87-BD16-7A857F9E4A9F}"/>
          </ac:inkMkLst>
        </pc:inkChg>
        <pc:inkChg chg="add">
          <ac:chgData name="Rahul Mishra" userId="57c6469e-ac64-4888-811b-35f0aabddbad" providerId="ADAL" clId="{2587B58E-4F3B-47AB-B3EB-62407C9160B0}" dt="2025-10-05T03:07:32.280" v="625" actId="9405"/>
          <ac:inkMkLst>
            <pc:docMk/>
            <pc:sldMk cId="571510152" sldId="747"/>
            <ac:inkMk id="112" creationId="{3328A09E-69E2-74E3-EC46-56984928524A}"/>
          </ac:inkMkLst>
        </pc:inkChg>
        <pc:inkChg chg="add">
          <ac:chgData name="Rahul Mishra" userId="57c6469e-ac64-4888-811b-35f0aabddbad" providerId="ADAL" clId="{2587B58E-4F3B-47AB-B3EB-62407C9160B0}" dt="2025-10-05T03:07:33.670" v="627" actId="9405"/>
          <ac:inkMkLst>
            <pc:docMk/>
            <pc:sldMk cId="571510152" sldId="747"/>
            <ac:inkMk id="114" creationId="{7A419A8D-9447-F404-7C22-3FFCC3377A82}"/>
          </ac:inkMkLst>
        </pc:inkChg>
        <pc:inkChg chg="add">
          <ac:chgData name="Rahul Mishra" userId="57c6469e-ac64-4888-811b-35f0aabddbad" providerId="ADAL" clId="{2587B58E-4F3B-47AB-B3EB-62407C9160B0}" dt="2025-10-05T03:07:34.407" v="628" actId="9405"/>
          <ac:inkMkLst>
            <pc:docMk/>
            <pc:sldMk cId="571510152" sldId="747"/>
            <ac:inkMk id="115" creationId="{3D9735F5-F012-210B-4507-66BC4E7A305C}"/>
          </ac:inkMkLst>
        </pc:inkChg>
        <pc:inkChg chg="add mod">
          <ac:chgData name="Rahul Mishra" userId="57c6469e-ac64-4888-811b-35f0aabddbad" providerId="ADAL" clId="{2587B58E-4F3B-47AB-B3EB-62407C9160B0}" dt="2025-10-05T03:07:38.158" v="634"/>
          <ac:inkMkLst>
            <pc:docMk/>
            <pc:sldMk cId="571510152" sldId="747"/>
            <ac:inkMk id="117" creationId="{CA534C0C-349B-4342-4663-36E4402BDFE3}"/>
          </ac:inkMkLst>
        </pc:inkChg>
        <pc:inkChg chg="add mod">
          <ac:chgData name="Rahul Mishra" userId="57c6469e-ac64-4888-811b-35f0aabddbad" providerId="ADAL" clId="{2587B58E-4F3B-47AB-B3EB-62407C9160B0}" dt="2025-10-05T03:07:38.158" v="634"/>
          <ac:inkMkLst>
            <pc:docMk/>
            <pc:sldMk cId="571510152" sldId="747"/>
            <ac:inkMk id="118" creationId="{FB3D1FDE-2A4D-D546-F689-F845D5C7FF35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19" creationId="{A570A0C4-55D8-F641-492F-9F8ABF744D09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20" creationId="{25115A8A-3CE8-1760-7B6F-A102D8E8FC1B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22" creationId="{A43AA48F-19C9-F4AF-CBA5-FE64F217C5A0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23" creationId="{0A43A84B-2A7D-4069-D5B6-CA470B40D39C}"/>
          </ac:inkMkLst>
        </pc:inkChg>
        <pc:inkChg chg="add mod">
          <ac:chgData name="Rahul Mishra" userId="57c6469e-ac64-4888-811b-35f0aabddbad" providerId="ADAL" clId="{2587B58E-4F3B-47AB-B3EB-62407C9160B0}" dt="2025-10-05T03:08:59.632" v="699"/>
          <ac:inkMkLst>
            <pc:docMk/>
            <pc:sldMk cId="571510152" sldId="747"/>
            <ac:inkMk id="124" creationId="{6D150F4A-EA5F-15BD-9071-B2AF8FB4659D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25" creationId="{3CFB0E95-82FC-CA7B-91D3-38865D717C82}"/>
          </ac:inkMkLst>
        </pc:inkChg>
        <pc:inkChg chg="add">
          <ac:chgData name="Rahul Mishra" userId="57c6469e-ac64-4888-811b-35f0aabddbad" providerId="ADAL" clId="{2587B58E-4F3B-47AB-B3EB-62407C9160B0}" dt="2025-10-05T03:07:41.811" v="639" actId="9405"/>
          <ac:inkMkLst>
            <pc:docMk/>
            <pc:sldMk cId="571510152" sldId="747"/>
            <ac:inkMk id="126" creationId="{0876F35E-1D62-B67F-B79F-87D509121C1E}"/>
          </ac:inkMkLst>
        </pc:inkChg>
        <pc:inkChg chg="add">
          <ac:chgData name="Rahul Mishra" userId="57c6469e-ac64-4888-811b-35f0aabddbad" providerId="ADAL" clId="{2587B58E-4F3B-47AB-B3EB-62407C9160B0}" dt="2025-10-05T03:07:42.258" v="640" actId="9405"/>
          <ac:inkMkLst>
            <pc:docMk/>
            <pc:sldMk cId="571510152" sldId="747"/>
            <ac:inkMk id="127" creationId="{F8955910-7B1C-FC67-37A0-38A4E3BAB171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28" creationId="{BC22E8FF-F5AD-EF51-ACCD-7E2736553760}"/>
          </ac:inkMkLst>
        </pc:inkChg>
        <pc:inkChg chg="add">
          <ac:chgData name="Rahul Mishra" userId="57c6469e-ac64-4888-811b-35f0aabddbad" providerId="ADAL" clId="{2587B58E-4F3B-47AB-B3EB-62407C9160B0}" dt="2025-10-05T03:07:43.159" v="642" actId="9405"/>
          <ac:inkMkLst>
            <pc:docMk/>
            <pc:sldMk cId="571510152" sldId="747"/>
            <ac:inkMk id="129" creationId="{54416C28-2230-B536-3FA9-D85AC2B5A83B}"/>
          </ac:inkMkLst>
        </pc:inkChg>
        <pc:inkChg chg="add">
          <ac:chgData name="Rahul Mishra" userId="57c6469e-ac64-4888-811b-35f0aabddbad" providerId="ADAL" clId="{2587B58E-4F3B-47AB-B3EB-62407C9160B0}" dt="2025-10-05T03:07:43.777" v="643" actId="9405"/>
          <ac:inkMkLst>
            <pc:docMk/>
            <pc:sldMk cId="571510152" sldId="747"/>
            <ac:inkMk id="130" creationId="{7BD5EE87-A6F1-161A-B05F-709B3D2BEFA7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31" creationId="{C0EA9AC5-D89A-E721-4351-E6CB94A69FC7}"/>
          </ac:inkMkLst>
        </pc:inkChg>
        <pc:inkChg chg="add mod">
          <ac:chgData name="Rahul Mishra" userId="57c6469e-ac64-4888-811b-35f0aabddbad" providerId="ADAL" clId="{2587B58E-4F3B-47AB-B3EB-62407C9160B0}" dt="2025-10-05T03:07:45.457" v="646"/>
          <ac:inkMkLst>
            <pc:docMk/>
            <pc:sldMk cId="571510152" sldId="747"/>
            <ac:inkMk id="132" creationId="{5C8F826B-EB90-234B-16A8-32328D1D3FE2}"/>
          </ac:inkMkLst>
        </pc:inkChg>
        <pc:inkChg chg="add">
          <ac:chgData name="Rahul Mishra" userId="57c6469e-ac64-4888-811b-35f0aabddbad" providerId="ADAL" clId="{2587B58E-4F3B-47AB-B3EB-62407C9160B0}" dt="2025-10-05T03:07:47.649" v="647" actId="9405"/>
          <ac:inkMkLst>
            <pc:docMk/>
            <pc:sldMk cId="571510152" sldId="747"/>
            <ac:inkMk id="134" creationId="{39DA8A2A-743C-F533-1877-5504F64FDF59}"/>
          </ac:inkMkLst>
        </pc:inkChg>
        <pc:inkChg chg="add">
          <ac:chgData name="Rahul Mishra" userId="57c6469e-ac64-4888-811b-35f0aabddbad" providerId="ADAL" clId="{2587B58E-4F3B-47AB-B3EB-62407C9160B0}" dt="2025-10-05T03:07:49.852" v="649" actId="9405"/>
          <ac:inkMkLst>
            <pc:docMk/>
            <pc:sldMk cId="571510152" sldId="747"/>
            <ac:inkMk id="136" creationId="{600DC98B-59A3-0CE5-868C-7AC76FDEBB92}"/>
          </ac:inkMkLst>
        </pc:inkChg>
        <pc:inkChg chg="add">
          <ac:chgData name="Rahul Mishra" userId="57c6469e-ac64-4888-811b-35f0aabddbad" providerId="ADAL" clId="{2587B58E-4F3B-47AB-B3EB-62407C9160B0}" dt="2025-10-05T03:07:53.146" v="651" actId="9405"/>
          <ac:inkMkLst>
            <pc:docMk/>
            <pc:sldMk cId="571510152" sldId="747"/>
            <ac:inkMk id="138" creationId="{CB6B0E77-851D-24FD-AF99-16C6EF68A967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139" creationId="{961FA0D0-CDA2-0013-8FC7-C61F14A51B60}"/>
          </ac:inkMkLst>
        </pc:inkChg>
        <pc:inkChg chg="add mod">
          <ac:chgData name="Rahul Mishra" userId="57c6469e-ac64-4888-811b-35f0aabddbad" providerId="ADAL" clId="{2587B58E-4F3B-47AB-B3EB-62407C9160B0}" dt="2025-10-05T03:08:01.266" v="656"/>
          <ac:inkMkLst>
            <pc:docMk/>
            <pc:sldMk cId="571510152" sldId="747"/>
            <ac:inkMk id="141" creationId="{A6CB3EA3-1682-A202-7028-0DAA9B2FA8C2}"/>
          </ac:inkMkLst>
        </pc:inkChg>
        <pc:inkChg chg="add mod">
          <ac:chgData name="Rahul Mishra" userId="57c6469e-ac64-4888-811b-35f0aabddbad" providerId="ADAL" clId="{2587B58E-4F3B-47AB-B3EB-62407C9160B0}" dt="2025-10-05T03:08:01.266" v="656"/>
          <ac:inkMkLst>
            <pc:docMk/>
            <pc:sldMk cId="571510152" sldId="747"/>
            <ac:inkMk id="142" creationId="{D6B8A5D9-5214-9F03-0F4A-9D5C0A42CEEF}"/>
          </ac:inkMkLst>
        </pc:inkChg>
        <pc:inkChg chg="add">
          <ac:chgData name="Rahul Mishra" userId="57c6469e-ac64-4888-811b-35f0aabddbad" providerId="ADAL" clId="{2587B58E-4F3B-47AB-B3EB-62407C9160B0}" dt="2025-10-05T03:08:06.612" v="657" actId="9405"/>
          <ac:inkMkLst>
            <pc:docMk/>
            <pc:sldMk cId="571510152" sldId="747"/>
            <ac:inkMk id="144" creationId="{2F19A531-584F-B39A-AE24-DE779EBC3108}"/>
          </ac:inkMkLst>
        </pc:inkChg>
        <pc:inkChg chg="add">
          <ac:chgData name="Rahul Mishra" userId="57c6469e-ac64-4888-811b-35f0aabddbad" providerId="ADAL" clId="{2587B58E-4F3B-47AB-B3EB-62407C9160B0}" dt="2025-10-05T03:08:07.574" v="658" actId="9405"/>
          <ac:inkMkLst>
            <pc:docMk/>
            <pc:sldMk cId="571510152" sldId="747"/>
            <ac:inkMk id="145" creationId="{8100457D-10F6-8EA1-A279-1AD09F9F0945}"/>
          </ac:inkMkLst>
        </pc:inkChg>
        <pc:inkChg chg="add">
          <ac:chgData name="Rahul Mishra" userId="57c6469e-ac64-4888-811b-35f0aabddbad" providerId="ADAL" clId="{2587B58E-4F3B-47AB-B3EB-62407C9160B0}" dt="2025-10-05T03:08:08.372" v="659" actId="9405"/>
          <ac:inkMkLst>
            <pc:docMk/>
            <pc:sldMk cId="571510152" sldId="747"/>
            <ac:inkMk id="146" creationId="{C7CF97D0-5FF7-2063-0CB5-A4CDB60220E0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47" creationId="{9772501E-9904-72FB-C2EE-3B77149CD07F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48" creationId="{A05729AB-C861-4031-9959-A2CF5423DC02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49" creationId="{4371AE7C-5D25-F72C-813B-143FF1DA2368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50" creationId="{9CBAC1DE-0D81-DEC3-C4CF-74A3D3E0F3A6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51" creationId="{45E9F4B7-B1E8-EB87-15D4-2C1A0BD1E822}"/>
          </ac:inkMkLst>
        </pc:inkChg>
        <pc:inkChg chg="add mod">
          <ac:chgData name="Rahul Mishra" userId="57c6469e-ac64-4888-811b-35f0aabddbad" providerId="ADAL" clId="{2587B58E-4F3B-47AB-B3EB-62407C9160B0}" dt="2025-10-05T03:08:13.786" v="666"/>
          <ac:inkMkLst>
            <pc:docMk/>
            <pc:sldMk cId="571510152" sldId="747"/>
            <ac:inkMk id="152" creationId="{787232D1-7385-370E-1DF7-0154024BAA89}"/>
          </ac:inkMkLst>
        </pc:inkChg>
        <pc:inkChg chg="add">
          <ac:chgData name="Rahul Mishra" userId="57c6469e-ac64-4888-811b-35f0aabddbad" providerId="ADAL" clId="{2587B58E-4F3B-47AB-B3EB-62407C9160B0}" dt="2025-10-05T03:08:15.786" v="667" actId="9405"/>
          <ac:inkMkLst>
            <pc:docMk/>
            <pc:sldMk cId="571510152" sldId="747"/>
            <ac:inkMk id="154" creationId="{D24F1425-85BB-F11B-6A6F-06980C4C6144}"/>
          </ac:inkMkLst>
        </pc:inkChg>
        <pc:inkChg chg="add">
          <ac:chgData name="Rahul Mishra" userId="57c6469e-ac64-4888-811b-35f0aabddbad" providerId="ADAL" clId="{2587B58E-4F3B-47AB-B3EB-62407C9160B0}" dt="2025-10-05T03:08:16.706" v="668" actId="9405"/>
          <ac:inkMkLst>
            <pc:docMk/>
            <pc:sldMk cId="571510152" sldId="747"/>
            <ac:inkMk id="155" creationId="{BB898C85-6EB1-F770-19E7-A9696B23154C}"/>
          </ac:inkMkLst>
        </pc:inkChg>
        <pc:inkChg chg="add">
          <ac:chgData name="Rahul Mishra" userId="57c6469e-ac64-4888-811b-35f0aabddbad" providerId="ADAL" clId="{2587B58E-4F3B-47AB-B3EB-62407C9160B0}" dt="2025-10-05T03:08:17.124" v="669" actId="9405"/>
          <ac:inkMkLst>
            <pc:docMk/>
            <pc:sldMk cId="571510152" sldId="747"/>
            <ac:inkMk id="156" creationId="{2AA37669-751F-4127-C76A-54F277EEFAFE}"/>
          </ac:inkMkLst>
        </pc:inkChg>
        <pc:inkChg chg="add">
          <ac:chgData name="Rahul Mishra" userId="57c6469e-ac64-4888-811b-35f0aabddbad" providerId="ADAL" clId="{2587B58E-4F3B-47AB-B3EB-62407C9160B0}" dt="2025-10-05T03:08:17.776" v="670" actId="9405"/>
          <ac:inkMkLst>
            <pc:docMk/>
            <pc:sldMk cId="571510152" sldId="747"/>
            <ac:inkMk id="157" creationId="{1FC77DFB-90B2-0611-6B8C-C163A7E955D4}"/>
          </ac:inkMkLst>
        </pc:inkChg>
        <pc:inkChg chg="add">
          <ac:chgData name="Rahul Mishra" userId="57c6469e-ac64-4888-811b-35f0aabddbad" providerId="ADAL" clId="{2587B58E-4F3B-47AB-B3EB-62407C9160B0}" dt="2025-10-05T03:08:18.100" v="671" actId="9405"/>
          <ac:inkMkLst>
            <pc:docMk/>
            <pc:sldMk cId="571510152" sldId="747"/>
            <ac:inkMk id="158" creationId="{F93D01C2-CB83-99F6-35F7-6B159AE9ECCF}"/>
          </ac:inkMkLst>
        </pc:inkChg>
        <pc:inkChg chg="add">
          <ac:chgData name="Rahul Mishra" userId="57c6469e-ac64-4888-811b-35f0aabddbad" providerId="ADAL" clId="{2587B58E-4F3B-47AB-B3EB-62407C9160B0}" dt="2025-10-05T03:08:19.105" v="672" actId="9405"/>
          <ac:inkMkLst>
            <pc:docMk/>
            <pc:sldMk cId="571510152" sldId="747"/>
            <ac:inkMk id="159" creationId="{EC2C15B3-B458-CF89-5539-56511588E22D}"/>
          </ac:inkMkLst>
        </pc:inkChg>
        <pc:inkChg chg="add mod">
          <ac:chgData name="Rahul Mishra" userId="57c6469e-ac64-4888-811b-35f0aabddbad" providerId="ADAL" clId="{2587B58E-4F3B-47AB-B3EB-62407C9160B0}" dt="2025-10-05T03:08:23.669" v="676"/>
          <ac:inkMkLst>
            <pc:docMk/>
            <pc:sldMk cId="571510152" sldId="747"/>
            <ac:inkMk id="161" creationId="{64B14F7F-FD5C-592E-F2C0-20869B70945A}"/>
          </ac:inkMkLst>
        </pc:inkChg>
        <pc:inkChg chg="add">
          <ac:chgData name="Rahul Mishra" userId="57c6469e-ac64-4888-811b-35f0aabddbad" providerId="ADAL" clId="{2587B58E-4F3B-47AB-B3EB-62407C9160B0}" dt="2025-10-05T03:08:22.766" v="675" actId="9405"/>
          <ac:inkMkLst>
            <pc:docMk/>
            <pc:sldMk cId="571510152" sldId="747"/>
            <ac:inkMk id="162" creationId="{B51C38A0-FE9E-8702-0229-47AB6E18EBB9}"/>
          </ac:inkMkLst>
        </pc:inkChg>
        <pc:inkChg chg="add">
          <ac:chgData name="Rahul Mishra" userId="57c6469e-ac64-4888-811b-35f0aabddbad" providerId="ADAL" clId="{2587B58E-4F3B-47AB-B3EB-62407C9160B0}" dt="2025-10-05T03:08:32.251" v="677" actId="9405"/>
          <ac:inkMkLst>
            <pc:docMk/>
            <pc:sldMk cId="571510152" sldId="747"/>
            <ac:inkMk id="164" creationId="{23BD8D61-56FE-147D-1E8B-A93E332DFDBE}"/>
          </ac:inkMkLst>
        </pc:inkChg>
        <pc:inkChg chg="add">
          <ac:chgData name="Rahul Mishra" userId="57c6469e-ac64-4888-811b-35f0aabddbad" providerId="ADAL" clId="{2587B58E-4F3B-47AB-B3EB-62407C9160B0}" dt="2025-10-05T03:08:33.009" v="678" actId="9405"/>
          <ac:inkMkLst>
            <pc:docMk/>
            <pc:sldMk cId="571510152" sldId="747"/>
            <ac:inkMk id="165" creationId="{7C2D9572-C75A-9124-1601-88816B3CBFC9}"/>
          </ac:inkMkLst>
        </pc:inkChg>
        <pc:inkChg chg="add">
          <ac:chgData name="Rahul Mishra" userId="57c6469e-ac64-4888-811b-35f0aabddbad" providerId="ADAL" clId="{2587B58E-4F3B-47AB-B3EB-62407C9160B0}" dt="2025-10-05T03:08:34.392" v="680" actId="9405"/>
          <ac:inkMkLst>
            <pc:docMk/>
            <pc:sldMk cId="571510152" sldId="747"/>
            <ac:inkMk id="167" creationId="{308724D5-7DD9-CAB1-2F94-810D6711C023}"/>
          </ac:inkMkLst>
        </pc:inkChg>
        <pc:inkChg chg="add">
          <ac:chgData name="Rahul Mishra" userId="57c6469e-ac64-4888-811b-35f0aabddbad" providerId="ADAL" clId="{2587B58E-4F3B-47AB-B3EB-62407C9160B0}" dt="2025-10-05T03:08:41.039" v="682" actId="9405"/>
          <ac:inkMkLst>
            <pc:docMk/>
            <pc:sldMk cId="571510152" sldId="747"/>
            <ac:inkMk id="169" creationId="{421A76A5-9DE5-34A8-5E9F-C0BC87FF70E5}"/>
          </ac:inkMkLst>
        </pc:inkChg>
        <pc:inkChg chg="add">
          <ac:chgData name="Rahul Mishra" userId="57c6469e-ac64-4888-811b-35f0aabddbad" providerId="ADAL" clId="{2587B58E-4F3B-47AB-B3EB-62407C9160B0}" dt="2025-10-05T03:08:41.807" v="683" actId="9405"/>
          <ac:inkMkLst>
            <pc:docMk/>
            <pc:sldMk cId="571510152" sldId="747"/>
            <ac:inkMk id="170" creationId="{530D6A7D-5B47-77FB-54B1-9DC29BD04DE7}"/>
          </ac:inkMkLst>
        </pc:inkChg>
        <pc:inkChg chg="add">
          <ac:chgData name="Rahul Mishra" userId="57c6469e-ac64-4888-811b-35f0aabddbad" providerId="ADAL" clId="{2587B58E-4F3B-47AB-B3EB-62407C9160B0}" dt="2025-10-05T03:08:42.372" v="684" actId="9405"/>
          <ac:inkMkLst>
            <pc:docMk/>
            <pc:sldMk cId="571510152" sldId="747"/>
            <ac:inkMk id="171" creationId="{FC36E9E0-F1BF-43F2-C521-645D67CB496B}"/>
          </ac:inkMkLst>
        </pc:inkChg>
        <pc:inkChg chg="add">
          <ac:chgData name="Rahul Mishra" userId="57c6469e-ac64-4888-811b-35f0aabddbad" providerId="ADAL" clId="{2587B58E-4F3B-47AB-B3EB-62407C9160B0}" dt="2025-10-05T03:08:42.804" v="685" actId="9405"/>
          <ac:inkMkLst>
            <pc:docMk/>
            <pc:sldMk cId="571510152" sldId="747"/>
            <ac:inkMk id="172" creationId="{55843C20-6A47-101C-4075-7FF96EFD9269}"/>
          </ac:inkMkLst>
        </pc:inkChg>
        <pc:inkChg chg="add">
          <ac:chgData name="Rahul Mishra" userId="57c6469e-ac64-4888-811b-35f0aabddbad" providerId="ADAL" clId="{2587B58E-4F3B-47AB-B3EB-62407C9160B0}" dt="2025-10-05T03:08:43.251" v="686" actId="9405"/>
          <ac:inkMkLst>
            <pc:docMk/>
            <pc:sldMk cId="571510152" sldId="747"/>
            <ac:inkMk id="173" creationId="{38F44E88-1F10-29FB-FE90-C0DEDAA6C8D8}"/>
          </ac:inkMkLst>
        </pc:inkChg>
        <pc:inkChg chg="add">
          <ac:chgData name="Rahul Mishra" userId="57c6469e-ac64-4888-811b-35f0aabddbad" providerId="ADAL" clId="{2587B58E-4F3B-47AB-B3EB-62407C9160B0}" dt="2025-10-05T03:08:46.022" v="688" actId="9405"/>
          <ac:inkMkLst>
            <pc:docMk/>
            <pc:sldMk cId="571510152" sldId="747"/>
            <ac:inkMk id="175" creationId="{329BA192-7339-AF30-70FC-9F5A756BCA7D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176" creationId="{7636558F-483F-DEE5-6E63-5EB7F7C959BF}"/>
          </ac:inkMkLst>
        </pc:inkChg>
        <pc:inkChg chg="add">
          <ac:chgData name="Rahul Mishra" userId="57c6469e-ac64-4888-811b-35f0aabddbad" providerId="ADAL" clId="{2587B58E-4F3B-47AB-B3EB-62407C9160B0}" dt="2025-10-05T03:08:48.033" v="690" actId="9405"/>
          <ac:inkMkLst>
            <pc:docMk/>
            <pc:sldMk cId="571510152" sldId="747"/>
            <ac:inkMk id="177" creationId="{203294DC-8FE4-195A-24B1-7B28841266ED}"/>
          </ac:inkMkLst>
        </pc:inkChg>
        <pc:inkChg chg="add">
          <ac:chgData name="Rahul Mishra" userId="57c6469e-ac64-4888-811b-35f0aabddbad" providerId="ADAL" clId="{2587B58E-4F3B-47AB-B3EB-62407C9160B0}" dt="2025-10-05T03:08:48.401" v="691" actId="9405"/>
          <ac:inkMkLst>
            <pc:docMk/>
            <pc:sldMk cId="571510152" sldId="747"/>
            <ac:inkMk id="178" creationId="{0336A443-6321-B79B-ABFD-71D7248688ED}"/>
          </ac:inkMkLst>
        </pc:inkChg>
        <pc:inkChg chg="add">
          <ac:chgData name="Rahul Mishra" userId="57c6469e-ac64-4888-811b-35f0aabddbad" providerId="ADAL" clId="{2587B58E-4F3B-47AB-B3EB-62407C9160B0}" dt="2025-10-05T03:08:52.690" v="693" actId="9405"/>
          <ac:inkMkLst>
            <pc:docMk/>
            <pc:sldMk cId="571510152" sldId="747"/>
            <ac:inkMk id="180" creationId="{DD5C000F-B83D-F837-3EC1-670CB291D336}"/>
          </ac:inkMkLst>
        </pc:inkChg>
        <pc:inkChg chg="add">
          <ac:chgData name="Rahul Mishra" userId="57c6469e-ac64-4888-811b-35f0aabddbad" providerId="ADAL" clId="{2587B58E-4F3B-47AB-B3EB-62407C9160B0}" dt="2025-10-05T03:08:57.144" v="694" actId="9405"/>
          <ac:inkMkLst>
            <pc:docMk/>
            <pc:sldMk cId="571510152" sldId="747"/>
            <ac:inkMk id="181" creationId="{887103B5-67E8-2198-4300-95368F540DD0}"/>
          </ac:inkMkLst>
        </pc:inkChg>
        <pc:inkChg chg="add">
          <ac:chgData name="Rahul Mishra" userId="57c6469e-ac64-4888-811b-35f0aabddbad" providerId="ADAL" clId="{2587B58E-4F3B-47AB-B3EB-62407C9160B0}" dt="2025-10-05T03:08:57.467" v="695" actId="9405"/>
          <ac:inkMkLst>
            <pc:docMk/>
            <pc:sldMk cId="571510152" sldId="747"/>
            <ac:inkMk id="182" creationId="{C773CF21-468E-9189-CEFF-95031412C06E}"/>
          </ac:inkMkLst>
        </pc:inkChg>
        <pc:inkChg chg="add">
          <ac:chgData name="Rahul Mishra" userId="57c6469e-ac64-4888-811b-35f0aabddbad" providerId="ADAL" clId="{2587B58E-4F3B-47AB-B3EB-62407C9160B0}" dt="2025-10-05T03:08:57.796" v="696" actId="9405"/>
          <ac:inkMkLst>
            <pc:docMk/>
            <pc:sldMk cId="571510152" sldId="747"/>
            <ac:inkMk id="183" creationId="{B0D0D9A7-4889-6E1B-3322-5E50E44FBF67}"/>
          </ac:inkMkLst>
        </pc:inkChg>
        <pc:inkChg chg="add">
          <ac:chgData name="Rahul Mishra" userId="57c6469e-ac64-4888-811b-35f0aabddbad" providerId="ADAL" clId="{2587B58E-4F3B-47AB-B3EB-62407C9160B0}" dt="2025-10-05T03:08:58.196" v="697" actId="9405"/>
          <ac:inkMkLst>
            <pc:docMk/>
            <pc:sldMk cId="571510152" sldId="747"/>
            <ac:inkMk id="184" creationId="{BD08976C-D1CD-B403-5FD1-CE70F36DC1EE}"/>
          </ac:inkMkLst>
        </pc:inkChg>
        <pc:inkChg chg="add">
          <ac:chgData name="Rahul Mishra" userId="57c6469e-ac64-4888-811b-35f0aabddbad" providerId="ADAL" clId="{2587B58E-4F3B-47AB-B3EB-62407C9160B0}" dt="2025-10-05T03:08:58.915" v="698" actId="9405"/>
          <ac:inkMkLst>
            <pc:docMk/>
            <pc:sldMk cId="571510152" sldId="747"/>
            <ac:inkMk id="185" creationId="{B5C6E801-2030-9688-5AD5-DEDB06C848C4}"/>
          </ac:inkMkLst>
        </pc:inkChg>
        <pc:inkChg chg="add mod">
          <ac:chgData name="Rahul Mishra" userId="57c6469e-ac64-4888-811b-35f0aabddbad" providerId="ADAL" clId="{2587B58E-4F3B-47AB-B3EB-62407C9160B0}" dt="2025-10-05T03:10:49.890" v="722"/>
          <ac:inkMkLst>
            <pc:docMk/>
            <pc:sldMk cId="571510152" sldId="747"/>
            <ac:inkMk id="187" creationId="{93661EE5-9B2B-C4A7-4E5A-965AE0E96F7F}"/>
          </ac:inkMkLst>
        </pc:inkChg>
        <pc:inkChg chg="add">
          <ac:chgData name="Rahul Mishra" userId="57c6469e-ac64-4888-811b-35f0aabddbad" providerId="ADAL" clId="{2587B58E-4F3B-47AB-B3EB-62407C9160B0}" dt="2025-10-05T03:09:01.057" v="701" actId="9405"/>
          <ac:inkMkLst>
            <pc:docMk/>
            <pc:sldMk cId="571510152" sldId="747"/>
            <ac:inkMk id="188" creationId="{00611B2F-53B6-C1EB-F210-6C865E38BFFF}"/>
          </ac:inkMkLst>
        </pc:inkChg>
        <pc:inkChg chg="add">
          <ac:chgData name="Rahul Mishra" userId="57c6469e-ac64-4888-811b-35f0aabddbad" providerId="ADAL" clId="{2587B58E-4F3B-47AB-B3EB-62407C9160B0}" dt="2025-10-05T03:09:01.629" v="702" actId="9405"/>
          <ac:inkMkLst>
            <pc:docMk/>
            <pc:sldMk cId="571510152" sldId="747"/>
            <ac:inkMk id="189" creationId="{302DB52D-F71A-80D7-4A81-3A4A12234D41}"/>
          </ac:inkMkLst>
        </pc:inkChg>
        <pc:inkChg chg="add">
          <ac:chgData name="Rahul Mishra" userId="57c6469e-ac64-4888-811b-35f0aabddbad" providerId="ADAL" clId="{2587B58E-4F3B-47AB-B3EB-62407C9160B0}" dt="2025-10-05T03:09:02.758" v="703" actId="9405"/>
          <ac:inkMkLst>
            <pc:docMk/>
            <pc:sldMk cId="571510152" sldId="747"/>
            <ac:inkMk id="190" creationId="{958C4CD8-72D2-5BDD-7E56-E8361A0FD2DD}"/>
          </ac:inkMkLst>
        </pc:inkChg>
        <pc:inkChg chg="add">
          <ac:chgData name="Rahul Mishra" userId="57c6469e-ac64-4888-811b-35f0aabddbad" providerId="ADAL" clId="{2587B58E-4F3B-47AB-B3EB-62407C9160B0}" dt="2025-10-05T03:09:03.961" v="704" actId="9405"/>
          <ac:inkMkLst>
            <pc:docMk/>
            <pc:sldMk cId="571510152" sldId="747"/>
            <ac:inkMk id="191" creationId="{DEB9992C-1488-F9CF-957F-C82182CC0F79}"/>
          </ac:inkMkLst>
        </pc:inkChg>
        <pc:inkChg chg="add">
          <ac:chgData name="Rahul Mishra" userId="57c6469e-ac64-4888-811b-35f0aabddbad" providerId="ADAL" clId="{2587B58E-4F3B-47AB-B3EB-62407C9160B0}" dt="2025-10-05T03:09:05.003" v="706" actId="9405"/>
          <ac:inkMkLst>
            <pc:docMk/>
            <pc:sldMk cId="571510152" sldId="747"/>
            <ac:inkMk id="193" creationId="{06C4ABB3-C6DA-7365-DEFD-A2581F0DD529}"/>
          </ac:inkMkLst>
        </pc:inkChg>
        <pc:inkChg chg="add">
          <ac:chgData name="Rahul Mishra" userId="57c6469e-ac64-4888-811b-35f0aabddbad" providerId="ADAL" clId="{2587B58E-4F3B-47AB-B3EB-62407C9160B0}" dt="2025-10-05T03:09:06.519" v="708" actId="9405"/>
          <ac:inkMkLst>
            <pc:docMk/>
            <pc:sldMk cId="571510152" sldId="747"/>
            <ac:inkMk id="195" creationId="{194D7488-9BAC-7FC5-51F9-77BE4D2981E4}"/>
          </ac:inkMkLst>
        </pc:inkChg>
        <pc:inkChg chg="add">
          <ac:chgData name="Rahul Mishra" userId="57c6469e-ac64-4888-811b-35f0aabddbad" providerId="ADAL" clId="{2587B58E-4F3B-47AB-B3EB-62407C9160B0}" dt="2025-10-05T03:10:42.532" v="717" actId="9405"/>
          <ac:inkMkLst>
            <pc:docMk/>
            <pc:sldMk cId="571510152" sldId="747"/>
            <ac:inkMk id="196" creationId="{814D290F-0CF9-27C7-BCA7-257ABAF4FFFC}"/>
          </ac:inkMkLst>
        </pc:inkChg>
        <pc:inkChg chg="add">
          <ac:chgData name="Rahul Mishra" userId="57c6469e-ac64-4888-811b-35f0aabddbad" providerId="ADAL" clId="{2587B58E-4F3B-47AB-B3EB-62407C9160B0}" dt="2025-10-05T03:10:45.206" v="718" actId="9405"/>
          <ac:inkMkLst>
            <pc:docMk/>
            <pc:sldMk cId="571510152" sldId="747"/>
            <ac:inkMk id="197" creationId="{EF1C4FBD-BFAD-CA38-38C8-748A8273B8FD}"/>
          </ac:inkMkLst>
        </pc:inkChg>
        <pc:inkChg chg="add">
          <ac:chgData name="Rahul Mishra" userId="57c6469e-ac64-4888-811b-35f0aabddbad" providerId="ADAL" clId="{2587B58E-4F3B-47AB-B3EB-62407C9160B0}" dt="2025-10-05T03:10:47.258" v="719" actId="9405"/>
          <ac:inkMkLst>
            <pc:docMk/>
            <pc:sldMk cId="571510152" sldId="747"/>
            <ac:inkMk id="198" creationId="{03F74259-D368-0321-193C-643099B1313B}"/>
          </ac:inkMkLst>
        </pc:inkChg>
        <pc:inkChg chg="add">
          <ac:chgData name="Rahul Mishra" userId="57c6469e-ac64-4888-811b-35f0aabddbad" providerId="ADAL" clId="{2587B58E-4F3B-47AB-B3EB-62407C9160B0}" dt="2025-10-05T03:10:48.109" v="720" actId="9405"/>
          <ac:inkMkLst>
            <pc:docMk/>
            <pc:sldMk cId="571510152" sldId="747"/>
            <ac:inkMk id="199" creationId="{015CC251-807C-F901-6597-046425B362AA}"/>
          </ac:inkMkLst>
        </pc:inkChg>
        <pc:inkChg chg="add">
          <ac:chgData name="Rahul Mishra" userId="57c6469e-ac64-4888-811b-35f0aabddbad" providerId="ADAL" clId="{2587B58E-4F3B-47AB-B3EB-62407C9160B0}" dt="2025-10-05T03:10:48.959" v="721" actId="9405"/>
          <ac:inkMkLst>
            <pc:docMk/>
            <pc:sldMk cId="571510152" sldId="747"/>
            <ac:inkMk id="200" creationId="{70D06D24-BF8F-5895-E666-569894AD0718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13:49.056" v="876"/>
        <pc:sldMkLst>
          <pc:docMk/>
          <pc:sldMk cId="49569206" sldId="748"/>
        </pc:sldMkLst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15" creationId="{F7BD315C-3F30-1766-B40B-13DDB0AD3F71}"/>
          </ac:grpSpMkLst>
        </pc:grpChg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16" creationId="{3A43D81E-71EB-E4A3-309E-8DBDADD7B83F}"/>
          </ac:grpSpMkLst>
        </pc:grpChg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17" creationId="{9CA958C3-CC18-1452-7EDD-07499FA9E4D8}"/>
          </ac:grpSpMkLst>
        </pc:grpChg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18" creationId="{EA79BF9C-D558-4E1E-8B51-202193C5264F}"/>
          </ac:grpSpMkLst>
        </pc:grpChg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19" creationId="{53F403C5-B725-8D23-8373-95C2A8C6875C}"/>
          </ac:grpSpMkLst>
        </pc:grpChg>
        <pc:grpChg chg="mod">
          <ac:chgData name="Rahul Mishra" userId="57c6469e-ac64-4888-811b-35f0aabddbad" providerId="ADAL" clId="{2587B58E-4F3B-47AB-B3EB-62407C9160B0}" dt="2025-10-05T03:12:03.969" v="735"/>
          <ac:grpSpMkLst>
            <pc:docMk/>
            <pc:sldMk cId="49569206" sldId="748"/>
            <ac:grpSpMk id="20" creationId="{0B2606CB-A3FB-48DC-8B4C-9A8C3BECB8A0}"/>
          </ac:grpSpMkLst>
        </pc:grpChg>
        <pc:grpChg chg="mod">
          <ac:chgData name="Rahul Mishra" userId="57c6469e-ac64-4888-811b-35f0aabddbad" providerId="ADAL" clId="{2587B58E-4F3B-47AB-B3EB-62407C9160B0}" dt="2025-10-05T03:12:08.407" v="742"/>
          <ac:grpSpMkLst>
            <pc:docMk/>
            <pc:sldMk cId="49569206" sldId="748"/>
            <ac:grpSpMk id="27" creationId="{ADFC79DD-4E4A-3F55-1A08-D522CA44A5CD}"/>
          </ac:grpSpMkLst>
        </pc:grpChg>
        <pc:grpChg chg="mod">
          <ac:chgData name="Rahul Mishra" userId="57c6469e-ac64-4888-811b-35f0aabddbad" providerId="ADAL" clId="{2587B58E-4F3B-47AB-B3EB-62407C9160B0}" dt="2025-10-05T03:12:08.407" v="742"/>
          <ac:grpSpMkLst>
            <pc:docMk/>
            <pc:sldMk cId="49569206" sldId="748"/>
            <ac:grpSpMk id="28" creationId="{7D598030-FBFB-D08D-798B-37E9E4600126}"/>
          </ac:grpSpMkLst>
        </pc:grpChg>
        <pc:grpChg chg="mod">
          <ac:chgData name="Rahul Mishra" userId="57c6469e-ac64-4888-811b-35f0aabddbad" providerId="ADAL" clId="{2587B58E-4F3B-47AB-B3EB-62407C9160B0}" dt="2025-10-05T03:12:08.407" v="742"/>
          <ac:grpSpMkLst>
            <pc:docMk/>
            <pc:sldMk cId="49569206" sldId="748"/>
            <ac:grpSpMk id="29" creationId="{BCE20A3C-7EBB-EF1F-AF96-D34547E8B0B6}"/>
          </ac:grpSpMkLst>
        </pc:grpChg>
        <pc:grpChg chg="mod">
          <ac:chgData name="Rahul Mishra" userId="57c6469e-ac64-4888-811b-35f0aabddbad" providerId="ADAL" clId="{2587B58E-4F3B-47AB-B3EB-62407C9160B0}" dt="2025-10-05T03:12:12.163" v="752"/>
          <ac:grpSpMkLst>
            <pc:docMk/>
            <pc:sldMk cId="49569206" sldId="748"/>
            <ac:grpSpMk id="39" creationId="{F9041D8E-EFD1-6318-7A22-74E2A4DF8D31}"/>
          </ac:grpSpMkLst>
        </pc:grpChg>
        <pc:grpChg chg="mod">
          <ac:chgData name="Rahul Mishra" userId="57c6469e-ac64-4888-811b-35f0aabddbad" providerId="ADAL" clId="{2587B58E-4F3B-47AB-B3EB-62407C9160B0}" dt="2025-10-05T03:12:12.163" v="752"/>
          <ac:grpSpMkLst>
            <pc:docMk/>
            <pc:sldMk cId="49569206" sldId="748"/>
            <ac:grpSpMk id="40" creationId="{89E3D202-F461-1365-8D5A-30AC744C3DA1}"/>
          </ac:grpSpMkLst>
        </pc:grpChg>
        <pc:grpChg chg="mod">
          <ac:chgData name="Rahul Mishra" userId="57c6469e-ac64-4888-811b-35f0aabddbad" providerId="ADAL" clId="{2587B58E-4F3B-47AB-B3EB-62407C9160B0}" dt="2025-10-05T03:12:12.163" v="752"/>
          <ac:grpSpMkLst>
            <pc:docMk/>
            <pc:sldMk cId="49569206" sldId="748"/>
            <ac:grpSpMk id="41" creationId="{35273574-9244-D439-FA0A-0E59A1FB6679}"/>
          </ac:grpSpMkLst>
        </pc:grpChg>
        <pc:grpChg chg="mod">
          <ac:chgData name="Rahul Mishra" userId="57c6469e-ac64-4888-811b-35f0aabddbad" providerId="ADAL" clId="{2587B58E-4F3B-47AB-B3EB-62407C9160B0}" dt="2025-10-05T03:12:12.163" v="752"/>
          <ac:grpSpMkLst>
            <pc:docMk/>
            <pc:sldMk cId="49569206" sldId="748"/>
            <ac:grpSpMk id="42" creationId="{50560CF4-D4D8-F397-6A0E-279B79036372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57" creationId="{8B12FAFD-EF26-4C5F-87AE-B429AE2109CA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58" creationId="{7134CE1E-66F5-0AD2-7ABF-F3DF34B3962C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59" creationId="{5EFD24CD-9B00-723F-751C-FC317D522906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60" creationId="{D703C175-8A8A-FC93-7BDD-963A0034F69D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61" creationId="{01F112F0-C3CF-B0DC-849D-6C58A635AB00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62" creationId="{760F21AC-69AA-E4DC-AE5B-611C08D63ECB}"/>
          </ac:grpSpMkLst>
        </pc:grpChg>
        <pc:grpChg chg="mod">
          <ac:chgData name="Rahul Mishra" userId="57c6469e-ac64-4888-811b-35f0aabddbad" providerId="ADAL" clId="{2587B58E-4F3B-47AB-B3EB-62407C9160B0}" dt="2025-10-05T03:12:20.103" v="767"/>
          <ac:grpSpMkLst>
            <pc:docMk/>
            <pc:sldMk cId="49569206" sldId="748"/>
            <ac:grpSpMk id="63" creationId="{389E0C1E-25CD-0B34-D18A-6C1D066CADFA}"/>
          </ac:grpSpMkLst>
        </pc:grpChg>
        <pc:grpChg chg="del mod">
          <ac:chgData name="Rahul Mishra" userId="57c6469e-ac64-4888-811b-35f0aabddbad" providerId="ADAL" clId="{2587B58E-4F3B-47AB-B3EB-62407C9160B0}" dt="2025-10-05T03:12:42.527" v="802"/>
          <ac:grpSpMkLst>
            <pc:docMk/>
            <pc:sldMk cId="49569206" sldId="748"/>
            <ac:grpSpMk id="67" creationId="{73737F6B-2714-228C-3BCB-6314815C0DB8}"/>
          </ac:grpSpMkLst>
        </pc:grpChg>
        <pc:grpChg chg="del mod">
          <ac:chgData name="Rahul Mishra" userId="57c6469e-ac64-4888-811b-35f0aabddbad" providerId="ADAL" clId="{2587B58E-4F3B-47AB-B3EB-62407C9160B0}" dt="2025-10-05T03:12:47.860" v="808"/>
          <ac:grpSpMkLst>
            <pc:docMk/>
            <pc:sldMk cId="49569206" sldId="748"/>
            <ac:grpSpMk id="73" creationId="{24EAE9F8-76C0-17BC-0ADB-7D75898A0A74}"/>
          </ac:grpSpMkLst>
        </pc:grpChg>
        <pc:grpChg chg="del mod">
          <ac:chgData name="Rahul Mishra" userId="57c6469e-ac64-4888-811b-35f0aabddbad" providerId="ADAL" clId="{2587B58E-4F3B-47AB-B3EB-62407C9160B0}" dt="2025-10-05T03:12:48.986" v="810"/>
          <ac:grpSpMkLst>
            <pc:docMk/>
            <pc:sldMk cId="49569206" sldId="748"/>
            <ac:grpSpMk id="74" creationId="{CA57F3AE-805B-91BC-167B-C818945902E2}"/>
          </ac:grpSpMkLst>
        </pc:grpChg>
        <pc:grpChg chg="del mod">
          <ac:chgData name="Rahul Mishra" userId="57c6469e-ac64-4888-811b-35f0aabddbad" providerId="ADAL" clId="{2587B58E-4F3B-47AB-B3EB-62407C9160B0}" dt="2025-10-05T03:12:42.527" v="802"/>
          <ac:grpSpMkLst>
            <pc:docMk/>
            <pc:sldMk cId="49569206" sldId="748"/>
            <ac:grpSpMk id="91" creationId="{D4240421-3844-0E7C-74FD-BC7849D486E2}"/>
          </ac:grpSpMkLst>
        </pc:grpChg>
        <pc:grpChg chg="del mod">
          <ac:chgData name="Rahul Mishra" userId="57c6469e-ac64-4888-811b-35f0aabddbad" providerId="ADAL" clId="{2587B58E-4F3B-47AB-B3EB-62407C9160B0}" dt="2025-10-05T03:12:42.527" v="802"/>
          <ac:grpSpMkLst>
            <pc:docMk/>
            <pc:sldMk cId="49569206" sldId="748"/>
            <ac:grpSpMk id="99" creationId="{972E4815-201C-CFCE-6AB5-2034EAFD1169}"/>
          </ac:grpSpMkLst>
        </pc:grpChg>
        <pc:grpChg chg="del mod">
          <ac:chgData name="Rahul Mishra" userId="57c6469e-ac64-4888-811b-35f0aabddbad" providerId="ADAL" clId="{2587B58E-4F3B-47AB-B3EB-62407C9160B0}" dt="2025-10-05T03:12:44.804" v="805"/>
          <ac:grpSpMkLst>
            <pc:docMk/>
            <pc:sldMk cId="49569206" sldId="748"/>
            <ac:grpSpMk id="100" creationId="{5A760710-35F1-9B4A-9975-62D5A6DF7A90}"/>
          </ac:grpSpMkLst>
        </pc:grpChg>
        <pc:grpChg chg="mod">
          <ac:chgData name="Rahul Mishra" userId="57c6469e-ac64-4888-811b-35f0aabddbad" providerId="ADAL" clId="{2587B58E-4F3B-47AB-B3EB-62407C9160B0}" dt="2025-10-05T03:12:44.804" v="805"/>
          <ac:grpSpMkLst>
            <pc:docMk/>
            <pc:sldMk cId="49569206" sldId="748"/>
            <ac:grpSpMk id="103" creationId="{BEC8596E-20A9-EE11-8AFF-F3F6C4EE73C7}"/>
          </ac:grpSpMkLst>
        </pc:grpChg>
        <pc:grpChg chg="del mod">
          <ac:chgData name="Rahul Mishra" userId="57c6469e-ac64-4888-811b-35f0aabddbad" providerId="ADAL" clId="{2587B58E-4F3B-47AB-B3EB-62407C9160B0}" dt="2025-10-05T03:12:48.986" v="810"/>
          <ac:grpSpMkLst>
            <pc:docMk/>
            <pc:sldMk cId="49569206" sldId="748"/>
            <ac:grpSpMk id="106" creationId="{1D6BEC35-3B29-D27B-9CCF-8977CF1013E9}"/>
          </ac:grpSpMkLst>
        </pc:grpChg>
        <pc:grpChg chg="del mod">
          <ac:chgData name="Rahul Mishra" userId="57c6469e-ac64-4888-811b-35f0aabddbad" providerId="ADAL" clId="{2587B58E-4F3B-47AB-B3EB-62407C9160B0}" dt="2025-10-05T03:12:50.471" v="812"/>
          <ac:grpSpMkLst>
            <pc:docMk/>
            <pc:sldMk cId="49569206" sldId="748"/>
            <ac:grpSpMk id="108" creationId="{3B7ECDA1-6666-0733-95D2-F401550AACAB}"/>
          </ac:grpSpMkLst>
        </pc:grpChg>
        <pc:grpChg chg="del mod">
          <ac:chgData name="Rahul Mishra" userId="57c6469e-ac64-4888-811b-35f0aabddbad" providerId="ADAL" clId="{2587B58E-4F3B-47AB-B3EB-62407C9160B0}" dt="2025-10-05T03:13:03.333" v="834"/>
          <ac:grpSpMkLst>
            <pc:docMk/>
            <pc:sldMk cId="49569206" sldId="748"/>
            <ac:grpSpMk id="110" creationId="{FCCE84DF-707F-ABEF-5AEE-943E5C540309}"/>
          </ac:grpSpMkLst>
        </pc:grpChg>
        <pc:grpChg chg="del mod">
          <ac:chgData name="Rahul Mishra" userId="57c6469e-ac64-4888-811b-35f0aabddbad" providerId="ADAL" clId="{2587B58E-4F3B-47AB-B3EB-62407C9160B0}" dt="2025-10-05T03:12:57.300" v="823"/>
          <ac:grpSpMkLst>
            <pc:docMk/>
            <pc:sldMk cId="49569206" sldId="748"/>
            <ac:grpSpMk id="117" creationId="{21ADDC38-E1B8-8D90-EFA7-CA091015DF8E}"/>
          </ac:grpSpMkLst>
        </pc:grpChg>
        <pc:grpChg chg="del mod">
          <ac:chgData name="Rahul Mishra" userId="57c6469e-ac64-4888-811b-35f0aabddbad" providerId="ADAL" clId="{2587B58E-4F3B-47AB-B3EB-62407C9160B0}" dt="2025-10-05T03:13:02.148" v="832"/>
          <ac:grpSpMkLst>
            <pc:docMk/>
            <pc:sldMk cId="49569206" sldId="748"/>
            <ac:grpSpMk id="121" creationId="{A4332341-9EDD-DC5E-BCAB-50C591CADA9E}"/>
          </ac:grpSpMkLst>
        </pc:grpChg>
        <pc:grpChg chg="del mod">
          <ac:chgData name="Rahul Mishra" userId="57c6469e-ac64-4888-811b-35f0aabddbad" providerId="ADAL" clId="{2587B58E-4F3B-47AB-B3EB-62407C9160B0}" dt="2025-10-05T03:13:08.701" v="837"/>
          <ac:grpSpMkLst>
            <pc:docMk/>
            <pc:sldMk cId="49569206" sldId="748"/>
            <ac:grpSpMk id="130" creationId="{B70734D0-1E37-39C2-EF35-D8BDF838EAF6}"/>
          </ac:grpSpMkLst>
        </pc:grpChg>
        <pc:grpChg chg="del mod">
          <ac:chgData name="Rahul Mishra" userId="57c6469e-ac64-4888-811b-35f0aabddbad" providerId="ADAL" clId="{2587B58E-4F3B-47AB-B3EB-62407C9160B0}" dt="2025-10-05T03:13:14.723" v="840"/>
          <ac:grpSpMkLst>
            <pc:docMk/>
            <pc:sldMk cId="49569206" sldId="748"/>
            <ac:grpSpMk id="132" creationId="{9070CF48-5FD9-B85D-EFF3-1E27C55EBAF0}"/>
          </ac:grpSpMkLst>
        </pc:grpChg>
        <pc:grpChg chg="del mod">
          <ac:chgData name="Rahul Mishra" userId="57c6469e-ac64-4888-811b-35f0aabddbad" providerId="ADAL" clId="{2587B58E-4F3B-47AB-B3EB-62407C9160B0}" dt="2025-10-05T03:13:37.873" v="864"/>
          <ac:grpSpMkLst>
            <pc:docMk/>
            <pc:sldMk cId="49569206" sldId="748"/>
            <ac:grpSpMk id="135" creationId="{DFABDFF6-EF5F-6A64-F3E2-50880BE345C2}"/>
          </ac:grpSpMkLst>
        </pc:grpChg>
        <pc:grpChg chg="del mod">
          <ac:chgData name="Rahul Mishra" userId="57c6469e-ac64-4888-811b-35f0aabddbad" providerId="ADAL" clId="{2587B58E-4F3B-47AB-B3EB-62407C9160B0}" dt="2025-10-05T03:13:18.673" v="842"/>
          <ac:grpSpMkLst>
            <pc:docMk/>
            <pc:sldMk cId="49569206" sldId="748"/>
            <ac:grpSpMk id="138" creationId="{AA55B636-E62D-42A4-1E09-9AA14562F7B4}"/>
          </ac:grpSpMkLst>
        </pc:grpChg>
        <pc:grpChg chg="del mod">
          <ac:chgData name="Rahul Mishra" userId="57c6469e-ac64-4888-811b-35f0aabddbad" providerId="ADAL" clId="{2587B58E-4F3B-47AB-B3EB-62407C9160B0}" dt="2025-10-05T03:13:34.447" v="860"/>
          <ac:grpSpMkLst>
            <pc:docMk/>
            <pc:sldMk cId="49569206" sldId="748"/>
            <ac:grpSpMk id="140" creationId="{F66D358F-3FD1-07D3-B158-DF42610F71D8}"/>
          </ac:grpSpMkLst>
        </pc:grpChg>
        <pc:grpChg chg="del mod">
          <ac:chgData name="Rahul Mishra" userId="57c6469e-ac64-4888-811b-35f0aabddbad" providerId="ADAL" clId="{2587B58E-4F3B-47AB-B3EB-62407C9160B0}" dt="2025-10-05T03:13:28.824" v="856"/>
          <ac:grpSpMkLst>
            <pc:docMk/>
            <pc:sldMk cId="49569206" sldId="748"/>
            <ac:grpSpMk id="144" creationId="{9FFC3C68-9351-BB72-55B4-856834E4EFEE}"/>
          </ac:grpSpMkLst>
        </pc:grpChg>
        <pc:grpChg chg="del mod">
          <ac:chgData name="Rahul Mishra" userId="57c6469e-ac64-4888-811b-35f0aabddbad" providerId="ADAL" clId="{2587B58E-4F3B-47AB-B3EB-62407C9160B0}" dt="2025-10-05T03:13:37.873" v="864"/>
          <ac:grpSpMkLst>
            <pc:docMk/>
            <pc:sldMk cId="49569206" sldId="748"/>
            <ac:grpSpMk id="154" creationId="{AA2F8C07-F45D-5D12-F420-B6DC5B1458DD}"/>
          </ac:grpSpMkLst>
        </pc:grpChg>
        <pc:grpChg chg="del mod">
          <ac:chgData name="Rahul Mishra" userId="57c6469e-ac64-4888-811b-35f0aabddbad" providerId="ADAL" clId="{2587B58E-4F3B-47AB-B3EB-62407C9160B0}" dt="2025-10-05T03:13:49.056" v="876"/>
          <ac:grpSpMkLst>
            <pc:docMk/>
            <pc:sldMk cId="49569206" sldId="748"/>
            <ac:grpSpMk id="158" creationId="{3F5CE163-53C6-BCEA-FD14-C09FCBD52F9D}"/>
          </ac:grpSpMkLst>
        </pc:grpChg>
        <pc:grpChg chg="del mod">
          <ac:chgData name="Rahul Mishra" userId="57c6469e-ac64-4888-811b-35f0aabddbad" providerId="ADAL" clId="{2587B58E-4F3B-47AB-B3EB-62407C9160B0}" dt="2025-10-05T03:13:40.704" v="870"/>
          <ac:grpSpMkLst>
            <pc:docMk/>
            <pc:sldMk cId="49569206" sldId="748"/>
            <ac:grpSpMk id="162" creationId="{A5C7C852-FEB1-DE24-A0DD-BEB28D1B347E}"/>
          </ac:grpSpMkLst>
        </pc:grpChg>
        <pc:grpChg chg="del mod">
          <ac:chgData name="Rahul Mishra" userId="57c6469e-ac64-4888-811b-35f0aabddbad" providerId="ADAL" clId="{2587B58E-4F3B-47AB-B3EB-62407C9160B0}" dt="2025-10-05T03:13:42.572" v="874"/>
          <ac:grpSpMkLst>
            <pc:docMk/>
            <pc:sldMk cId="49569206" sldId="748"/>
            <ac:grpSpMk id="168" creationId="{3E4401C6-E235-B87F-D255-C305C975DAA0}"/>
          </ac:grpSpMkLst>
        </pc:grpChg>
        <pc:grpChg chg="mod">
          <ac:chgData name="Rahul Mishra" userId="57c6469e-ac64-4888-811b-35f0aabddbad" providerId="ADAL" clId="{2587B58E-4F3B-47AB-B3EB-62407C9160B0}" dt="2025-10-05T03:13:42.572" v="874"/>
          <ac:grpSpMkLst>
            <pc:docMk/>
            <pc:sldMk cId="49569206" sldId="748"/>
            <ac:grpSpMk id="172" creationId="{F61C103D-3F7F-5114-A2DF-5054A5D1A7C0}"/>
          </ac:grpSpMkLst>
        </pc:grpChg>
        <pc:grpChg chg="mod">
          <ac:chgData name="Rahul Mishra" userId="57c6469e-ac64-4888-811b-35f0aabddbad" providerId="ADAL" clId="{2587B58E-4F3B-47AB-B3EB-62407C9160B0}" dt="2025-10-05T03:13:49.056" v="876"/>
          <ac:grpSpMkLst>
            <pc:docMk/>
            <pc:sldMk cId="49569206" sldId="748"/>
            <ac:grpSpMk id="174" creationId="{33DAE820-6657-DDF3-85BA-EBF3A16452A5}"/>
          </ac:grpSpMkLst>
        </pc:grpChg>
        <pc:inkChg chg="add mod">
          <ac:chgData name="Rahul Mishra" userId="57c6469e-ac64-4888-811b-35f0aabddbad" providerId="ADAL" clId="{2587B58E-4F3B-47AB-B3EB-62407C9160B0}" dt="2025-10-05T03:12:03.969" v="735"/>
          <ac:inkMkLst>
            <pc:docMk/>
            <pc:sldMk cId="49569206" sldId="748"/>
            <ac:inkMk id="3" creationId="{3FBBF075-7728-BF1C-2E67-7A4C435E4AE2}"/>
          </ac:inkMkLst>
        </pc:inkChg>
        <pc:inkChg chg="add">
          <ac:chgData name="Rahul Mishra" userId="57c6469e-ac64-4888-811b-35f0aabddbad" providerId="ADAL" clId="{2587B58E-4F3B-47AB-B3EB-62407C9160B0}" dt="2025-10-05T03:11:58.728" v="724" actId="9405"/>
          <ac:inkMkLst>
            <pc:docMk/>
            <pc:sldMk cId="49569206" sldId="748"/>
            <ac:inkMk id="4" creationId="{6F1021F2-8D1C-41D2-9E12-95482970E661}"/>
          </ac:inkMkLst>
        </pc:inkChg>
        <pc:inkChg chg="add">
          <ac:chgData name="Rahul Mishra" userId="57c6469e-ac64-4888-811b-35f0aabddbad" providerId="ADAL" clId="{2587B58E-4F3B-47AB-B3EB-62407C9160B0}" dt="2025-10-05T03:11:59.071" v="725" actId="9405"/>
          <ac:inkMkLst>
            <pc:docMk/>
            <pc:sldMk cId="49569206" sldId="748"/>
            <ac:inkMk id="5" creationId="{87B2A8DE-C81E-939D-1E59-C07AA10D9511}"/>
          </ac:inkMkLst>
        </pc:inkChg>
        <pc:inkChg chg="add mod">
          <ac:chgData name="Rahul Mishra" userId="57c6469e-ac64-4888-811b-35f0aabddbad" providerId="ADAL" clId="{2587B58E-4F3B-47AB-B3EB-62407C9160B0}" dt="2025-10-05T03:12:03.969" v="735"/>
          <ac:inkMkLst>
            <pc:docMk/>
            <pc:sldMk cId="49569206" sldId="748"/>
            <ac:inkMk id="6" creationId="{EF4D68E1-4E42-006B-318C-0EFF04804D77}"/>
          </ac:inkMkLst>
        </pc:inkChg>
        <pc:inkChg chg="add mod">
          <ac:chgData name="Rahul Mishra" userId="57c6469e-ac64-4888-811b-35f0aabddbad" providerId="ADAL" clId="{2587B58E-4F3B-47AB-B3EB-62407C9160B0}" dt="2025-10-05T03:12:03.969" v="735"/>
          <ac:inkMkLst>
            <pc:docMk/>
            <pc:sldMk cId="49569206" sldId="748"/>
            <ac:inkMk id="7" creationId="{31A49294-5FF7-7104-13A6-CE614F4A0C9C}"/>
          </ac:inkMkLst>
        </pc:inkChg>
        <pc:inkChg chg="add">
          <ac:chgData name="Rahul Mishra" userId="57c6469e-ac64-4888-811b-35f0aabddbad" providerId="ADAL" clId="{2587B58E-4F3B-47AB-B3EB-62407C9160B0}" dt="2025-10-05T03:12:00.148" v="728" actId="9405"/>
          <ac:inkMkLst>
            <pc:docMk/>
            <pc:sldMk cId="49569206" sldId="748"/>
            <ac:inkMk id="8" creationId="{3B128E1E-024B-A659-3BAE-419C97E796CB}"/>
          </ac:inkMkLst>
        </pc:inkChg>
        <pc:inkChg chg="add">
          <ac:chgData name="Rahul Mishra" userId="57c6469e-ac64-4888-811b-35f0aabddbad" providerId="ADAL" clId="{2587B58E-4F3B-47AB-B3EB-62407C9160B0}" dt="2025-10-05T03:12:01.061" v="729" actId="9405"/>
          <ac:inkMkLst>
            <pc:docMk/>
            <pc:sldMk cId="49569206" sldId="748"/>
            <ac:inkMk id="9" creationId="{E87E58FC-D051-C50B-D4A5-D2BA10961E67}"/>
          </ac:inkMkLst>
        </pc:inkChg>
        <pc:inkChg chg="add">
          <ac:chgData name="Rahul Mishra" userId="57c6469e-ac64-4888-811b-35f0aabddbad" providerId="ADAL" clId="{2587B58E-4F3B-47AB-B3EB-62407C9160B0}" dt="2025-10-05T03:12:01.356" v="730" actId="9405"/>
          <ac:inkMkLst>
            <pc:docMk/>
            <pc:sldMk cId="49569206" sldId="748"/>
            <ac:inkMk id="10" creationId="{B51B1CF8-CA07-BFF7-04DD-F33A0E2F3192}"/>
          </ac:inkMkLst>
        </pc:inkChg>
        <pc:inkChg chg="add">
          <ac:chgData name="Rahul Mishra" userId="57c6469e-ac64-4888-811b-35f0aabddbad" providerId="ADAL" clId="{2587B58E-4F3B-47AB-B3EB-62407C9160B0}" dt="2025-10-05T03:12:01.713" v="731" actId="9405"/>
          <ac:inkMkLst>
            <pc:docMk/>
            <pc:sldMk cId="49569206" sldId="748"/>
            <ac:inkMk id="11" creationId="{972A94E4-A71B-99FB-CD61-04CE4B44E7A3}"/>
          </ac:inkMkLst>
        </pc:inkChg>
        <pc:inkChg chg="add">
          <ac:chgData name="Rahul Mishra" userId="57c6469e-ac64-4888-811b-35f0aabddbad" providerId="ADAL" clId="{2587B58E-4F3B-47AB-B3EB-62407C9160B0}" dt="2025-10-05T03:12:02.006" v="732" actId="9405"/>
          <ac:inkMkLst>
            <pc:docMk/>
            <pc:sldMk cId="49569206" sldId="748"/>
            <ac:inkMk id="12" creationId="{2087E5F0-5FBB-2848-60A9-B7BB9A29B578}"/>
          </ac:inkMkLst>
        </pc:inkChg>
        <pc:inkChg chg="add">
          <ac:chgData name="Rahul Mishra" userId="57c6469e-ac64-4888-811b-35f0aabddbad" providerId="ADAL" clId="{2587B58E-4F3B-47AB-B3EB-62407C9160B0}" dt="2025-10-05T03:12:02.948" v="733" actId="9405"/>
          <ac:inkMkLst>
            <pc:docMk/>
            <pc:sldMk cId="49569206" sldId="748"/>
            <ac:inkMk id="13" creationId="{D07959AF-0F6A-0919-BB78-314E09B61310}"/>
          </ac:inkMkLst>
        </pc:inkChg>
        <pc:inkChg chg="add mod">
          <ac:chgData name="Rahul Mishra" userId="57c6469e-ac64-4888-811b-35f0aabddbad" providerId="ADAL" clId="{2587B58E-4F3B-47AB-B3EB-62407C9160B0}" dt="2025-10-05T03:12:03.969" v="735"/>
          <ac:inkMkLst>
            <pc:docMk/>
            <pc:sldMk cId="49569206" sldId="748"/>
            <ac:inkMk id="14" creationId="{F6D4B4F4-C734-3C71-B886-816BE2170553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1" creationId="{84339631-E10D-C51D-6342-7B903F9CCBCA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2" creationId="{20195E40-6DE9-EEE7-8239-02F779C5182F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3" creationId="{3BD4AEFF-2758-75B3-F435-B97966AF9CDA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4" creationId="{E703B199-0907-08FE-1643-EF12CCE85AB3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5" creationId="{FE8A8CD9-791A-188B-8B76-4BD6BC750B1F}"/>
          </ac:inkMkLst>
        </pc:inkChg>
        <pc:inkChg chg="add mod">
          <ac:chgData name="Rahul Mishra" userId="57c6469e-ac64-4888-811b-35f0aabddbad" providerId="ADAL" clId="{2587B58E-4F3B-47AB-B3EB-62407C9160B0}" dt="2025-10-05T03:12:08.407" v="742"/>
          <ac:inkMkLst>
            <pc:docMk/>
            <pc:sldMk cId="49569206" sldId="748"/>
            <ac:inkMk id="26" creationId="{31EF8477-5B61-27F3-42CD-1B7745061E54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0" creationId="{12BB8016-4365-F97C-6FB8-9FE60BCAFC06}"/>
          </ac:inkMkLst>
        </pc:inkChg>
        <pc:inkChg chg="add">
          <ac:chgData name="Rahul Mishra" userId="57c6469e-ac64-4888-811b-35f0aabddbad" providerId="ADAL" clId="{2587B58E-4F3B-47AB-B3EB-62407C9160B0}" dt="2025-10-05T03:12:09.538" v="744" actId="9405"/>
          <ac:inkMkLst>
            <pc:docMk/>
            <pc:sldMk cId="49569206" sldId="748"/>
            <ac:inkMk id="31" creationId="{782FCE00-89B5-18C7-7A61-59E708616466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2" creationId="{146E2E6E-1882-2891-BA6D-7A9416FBCDA3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3" creationId="{AEB6320A-852E-CBA5-5DA8-A4E8E42BB6BE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4" creationId="{A3C36BA4-B37A-3773-7107-56D15B69BF05}"/>
          </ac:inkMkLst>
        </pc:inkChg>
        <pc:inkChg chg="add">
          <ac:chgData name="Rahul Mishra" userId="57c6469e-ac64-4888-811b-35f0aabddbad" providerId="ADAL" clId="{2587B58E-4F3B-47AB-B3EB-62407C9160B0}" dt="2025-10-05T03:12:10.966" v="748" actId="9405"/>
          <ac:inkMkLst>
            <pc:docMk/>
            <pc:sldMk cId="49569206" sldId="748"/>
            <ac:inkMk id="35" creationId="{D6DDA18D-A7F4-3DF4-536A-333BAAF319DF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6" creationId="{3A00D712-466E-1AD7-3DFB-A24036FA63D1}"/>
          </ac:inkMkLst>
        </pc:inkChg>
        <pc:inkChg chg="add">
          <ac:chgData name="Rahul Mishra" userId="57c6469e-ac64-4888-811b-35f0aabddbad" providerId="ADAL" clId="{2587B58E-4F3B-47AB-B3EB-62407C9160B0}" dt="2025-10-05T03:12:11.426" v="750" actId="9405"/>
          <ac:inkMkLst>
            <pc:docMk/>
            <pc:sldMk cId="49569206" sldId="748"/>
            <ac:inkMk id="37" creationId="{F74CFE68-2AF8-87A1-C841-B248FF10C339}"/>
          </ac:inkMkLst>
        </pc:inkChg>
        <pc:inkChg chg="add mod">
          <ac:chgData name="Rahul Mishra" userId="57c6469e-ac64-4888-811b-35f0aabddbad" providerId="ADAL" clId="{2587B58E-4F3B-47AB-B3EB-62407C9160B0}" dt="2025-10-05T03:12:12.163" v="752"/>
          <ac:inkMkLst>
            <pc:docMk/>
            <pc:sldMk cId="49569206" sldId="748"/>
            <ac:inkMk id="38" creationId="{E3452800-1635-47D8-9BDB-A814DC66C217}"/>
          </ac:inkMkLst>
        </pc:inkChg>
        <pc:inkChg chg="add">
          <ac:chgData name="Rahul Mishra" userId="57c6469e-ac64-4888-811b-35f0aabddbad" providerId="ADAL" clId="{2587B58E-4F3B-47AB-B3EB-62407C9160B0}" dt="2025-10-05T03:12:13.139" v="753" actId="9405"/>
          <ac:inkMkLst>
            <pc:docMk/>
            <pc:sldMk cId="49569206" sldId="748"/>
            <ac:inkMk id="43" creationId="{162BAFD4-BFCA-E551-8F68-31E23E9DD118}"/>
          </ac:inkMkLst>
        </pc:inkChg>
        <pc:inkChg chg="add">
          <ac:chgData name="Rahul Mishra" userId="57c6469e-ac64-4888-811b-35f0aabddbad" providerId="ADAL" clId="{2587B58E-4F3B-47AB-B3EB-62407C9160B0}" dt="2025-10-05T03:12:13.420" v="754" actId="9405"/>
          <ac:inkMkLst>
            <pc:docMk/>
            <pc:sldMk cId="49569206" sldId="748"/>
            <ac:inkMk id="44" creationId="{A3260A85-0BE5-B7D4-2EB9-9283166E4748}"/>
          </ac:inkMkLst>
        </pc:inkChg>
        <pc:inkChg chg="add">
          <ac:chgData name="Rahul Mishra" userId="57c6469e-ac64-4888-811b-35f0aabddbad" providerId="ADAL" clId="{2587B58E-4F3B-47AB-B3EB-62407C9160B0}" dt="2025-10-05T03:12:13.773" v="755" actId="9405"/>
          <ac:inkMkLst>
            <pc:docMk/>
            <pc:sldMk cId="49569206" sldId="748"/>
            <ac:inkMk id="45" creationId="{908846A0-9B05-DFAD-C5F9-AF9200047CA7}"/>
          </ac:inkMkLst>
        </pc:inkChg>
        <pc:inkChg chg="add">
          <ac:chgData name="Rahul Mishra" userId="57c6469e-ac64-4888-811b-35f0aabddbad" providerId="ADAL" clId="{2587B58E-4F3B-47AB-B3EB-62407C9160B0}" dt="2025-10-05T03:12:14.173" v="756" actId="9405"/>
          <ac:inkMkLst>
            <pc:docMk/>
            <pc:sldMk cId="49569206" sldId="748"/>
            <ac:inkMk id="46" creationId="{DA715741-051E-CE49-0EB8-FAB9BFD335E8}"/>
          </ac:inkMkLst>
        </pc:inkChg>
        <pc:inkChg chg="add">
          <ac:chgData name="Rahul Mishra" userId="57c6469e-ac64-4888-811b-35f0aabddbad" providerId="ADAL" clId="{2587B58E-4F3B-47AB-B3EB-62407C9160B0}" dt="2025-10-05T03:12:14.500" v="757" actId="9405"/>
          <ac:inkMkLst>
            <pc:docMk/>
            <pc:sldMk cId="49569206" sldId="748"/>
            <ac:inkMk id="47" creationId="{E039B350-8AFA-D75C-5AA8-4C40D87D48F4}"/>
          </ac:inkMkLst>
        </pc:inkChg>
        <pc:inkChg chg="add">
          <ac:chgData name="Rahul Mishra" userId="57c6469e-ac64-4888-811b-35f0aabddbad" providerId="ADAL" clId="{2587B58E-4F3B-47AB-B3EB-62407C9160B0}" dt="2025-10-05T03:12:14.824" v="758" actId="9405"/>
          <ac:inkMkLst>
            <pc:docMk/>
            <pc:sldMk cId="49569206" sldId="748"/>
            <ac:inkMk id="48" creationId="{07DFBDDE-5016-1F38-050A-927A1FB6A3FC}"/>
          </ac:inkMkLst>
        </pc:inkChg>
        <pc:inkChg chg="add">
          <ac:chgData name="Rahul Mishra" userId="57c6469e-ac64-4888-811b-35f0aabddbad" providerId="ADAL" clId="{2587B58E-4F3B-47AB-B3EB-62407C9160B0}" dt="2025-10-05T03:12:16.035" v="759" actId="9405"/>
          <ac:inkMkLst>
            <pc:docMk/>
            <pc:sldMk cId="49569206" sldId="748"/>
            <ac:inkMk id="49" creationId="{7A1C44F2-0A40-A1AE-444F-E0CC5B6ED56C}"/>
          </ac:inkMkLst>
        </pc:inkChg>
        <pc:inkChg chg="add">
          <ac:chgData name="Rahul Mishra" userId="57c6469e-ac64-4888-811b-35f0aabddbad" providerId="ADAL" clId="{2587B58E-4F3B-47AB-B3EB-62407C9160B0}" dt="2025-10-05T03:12:16.356" v="760" actId="9405"/>
          <ac:inkMkLst>
            <pc:docMk/>
            <pc:sldMk cId="49569206" sldId="748"/>
            <ac:inkMk id="50" creationId="{E99E2162-93A9-6B6E-40C4-8C3850FEFF07}"/>
          </ac:inkMkLst>
        </pc:inkChg>
        <pc:inkChg chg="add">
          <ac:chgData name="Rahul Mishra" userId="57c6469e-ac64-4888-811b-35f0aabddbad" providerId="ADAL" clId="{2587B58E-4F3B-47AB-B3EB-62407C9160B0}" dt="2025-10-05T03:12:16.896" v="761" actId="9405"/>
          <ac:inkMkLst>
            <pc:docMk/>
            <pc:sldMk cId="49569206" sldId="748"/>
            <ac:inkMk id="51" creationId="{ADBC4F6C-82A0-1A0D-D33A-244BF8BF0B7F}"/>
          </ac:inkMkLst>
        </pc:inkChg>
        <pc:inkChg chg="add mod">
          <ac:chgData name="Rahul Mishra" userId="57c6469e-ac64-4888-811b-35f0aabddbad" providerId="ADAL" clId="{2587B58E-4F3B-47AB-B3EB-62407C9160B0}" dt="2025-10-05T03:12:20.103" v="767"/>
          <ac:inkMkLst>
            <pc:docMk/>
            <pc:sldMk cId="49569206" sldId="748"/>
            <ac:inkMk id="52" creationId="{C13361E2-FFD5-0205-F0DA-1FC8BFCE3C56}"/>
          </ac:inkMkLst>
        </pc:inkChg>
        <pc:inkChg chg="add mod">
          <ac:chgData name="Rahul Mishra" userId="57c6469e-ac64-4888-811b-35f0aabddbad" providerId="ADAL" clId="{2587B58E-4F3B-47AB-B3EB-62407C9160B0}" dt="2025-10-05T03:12:20.103" v="767"/>
          <ac:inkMkLst>
            <pc:docMk/>
            <pc:sldMk cId="49569206" sldId="748"/>
            <ac:inkMk id="53" creationId="{9D3286D8-AA3E-564E-0BBD-3C36CE8AFD1E}"/>
          </ac:inkMkLst>
        </pc:inkChg>
        <pc:inkChg chg="add">
          <ac:chgData name="Rahul Mishra" userId="57c6469e-ac64-4888-811b-35f0aabddbad" providerId="ADAL" clId="{2587B58E-4F3B-47AB-B3EB-62407C9160B0}" dt="2025-10-05T03:12:18.471" v="764" actId="9405"/>
          <ac:inkMkLst>
            <pc:docMk/>
            <pc:sldMk cId="49569206" sldId="748"/>
            <ac:inkMk id="54" creationId="{9D4A2085-9FB6-3700-8F54-9BB88269F9B8}"/>
          </ac:inkMkLst>
        </pc:inkChg>
        <pc:inkChg chg="add mod">
          <ac:chgData name="Rahul Mishra" userId="57c6469e-ac64-4888-811b-35f0aabddbad" providerId="ADAL" clId="{2587B58E-4F3B-47AB-B3EB-62407C9160B0}" dt="2025-10-05T03:12:20.103" v="767"/>
          <ac:inkMkLst>
            <pc:docMk/>
            <pc:sldMk cId="49569206" sldId="748"/>
            <ac:inkMk id="55" creationId="{4BD4BD71-CCA3-8878-AFA5-A512A09565F3}"/>
          </ac:inkMkLst>
        </pc:inkChg>
        <pc:inkChg chg="add">
          <ac:chgData name="Rahul Mishra" userId="57c6469e-ac64-4888-811b-35f0aabddbad" providerId="ADAL" clId="{2587B58E-4F3B-47AB-B3EB-62407C9160B0}" dt="2025-10-05T03:12:19.197" v="766" actId="9405"/>
          <ac:inkMkLst>
            <pc:docMk/>
            <pc:sldMk cId="49569206" sldId="748"/>
            <ac:inkMk id="56" creationId="{978BE8CD-D530-354A-7C8A-83F8F55B7E82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64" creationId="{404193F3-763A-373E-9B9A-03EAC4E90CDD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65" creationId="{60EC917D-F3CC-19C9-97EB-F1E5610A01D8}"/>
          </ac:inkMkLst>
        </pc:inkChg>
        <pc:inkChg chg="add mod">
          <ac:chgData name="Rahul Mishra" userId="57c6469e-ac64-4888-811b-35f0aabddbad" providerId="ADAL" clId="{2587B58E-4F3B-47AB-B3EB-62407C9160B0}" dt="2025-10-05T03:12:24.911" v="771"/>
          <ac:inkMkLst>
            <pc:docMk/>
            <pc:sldMk cId="49569206" sldId="748"/>
            <ac:inkMk id="66" creationId="{17C22DA5-5BCD-05AA-CAFB-057AF1CC8874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68" creationId="{14776027-12CF-DEFD-82A1-85D345DE452C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69" creationId="{38397401-CF37-0D0B-1D31-C1B6BF08422E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70" creationId="{E281DD59-2EDC-484E-DC88-7907A1351029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71" creationId="{966A2A2B-CB01-095C-FB7B-A9B805CE015F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72" creationId="{15AF7E50-F469-9A26-B4B5-A087C7ADEDFD}"/>
          </ac:inkMkLst>
        </pc:inkChg>
        <pc:inkChg chg="add">
          <ac:chgData name="Rahul Mishra" userId="57c6469e-ac64-4888-811b-35f0aabddbad" providerId="ADAL" clId="{2587B58E-4F3B-47AB-B3EB-62407C9160B0}" dt="2025-10-05T03:12:29.067" v="778" actId="9405"/>
          <ac:inkMkLst>
            <pc:docMk/>
            <pc:sldMk cId="49569206" sldId="748"/>
            <ac:inkMk id="75" creationId="{970A2846-C6F6-90C5-E186-2D8B1622943C}"/>
          </ac:inkMkLst>
        </pc:inkChg>
        <pc:inkChg chg="add mod">
          <ac:chgData name="Rahul Mishra" userId="57c6469e-ac64-4888-811b-35f0aabddbad" providerId="ADAL" clId="{2587B58E-4F3B-47AB-B3EB-62407C9160B0}" dt="2025-10-05T03:12:36.539" v="794"/>
          <ac:inkMkLst>
            <pc:docMk/>
            <pc:sldMk cId="49569206" sldId="748"/>
            <ac:inkMk id="76" creationId="{02F0546E-D211-74DD-9BBB-47A978374726}"/>
          </ac:inkMkLst>
        </pc:inkChg>
        <pc:inkChg chg="add">
          <ac:chgData name="Rahul Mishra" userId="57c6469e-ac64-4888-811b-35f0aabddbad" providerId="ADAL" clId="{2587B58E-4F3B-47AB-B3EB-62407C9160B0}" dt="2025-10-05T03:12:30.011" v="780" actId="9405"/>
          <ac:inkMkLst>
            <pc:docMk/>
            <pc:sldMk cId="49569206" sldId="748"/>
            <ac:inkMk id="77" creationId="{4CF887FF-710C-AB17-6FFD-BDAF51AF80B7}"/>
          </ac:inkMkLst>
        </pc:inkChg>
        <pc:inkChg chg="add mod">
          <ac:chgData name="Rahul Mishra" userId="57c6469e-ac64-4888-811b-35f0aabddbad" providerId="ADAL" clId="{2587B58E-4F3B-47AB-B3EB-62407C9160B0}" dt="2025-10-05T03:12:36.539" v="794"/>
          <ac:inkMkLst>
            <pc:docMk/>
            <pc:sldMk cId="49569206" sldId="748"/>
            <ac:inkMk id="78" creationId="{111FF459-DFE8-8314-01F6-0515135C530D}"/>
          </ac:inkMkLst>
        </pc:inkChg>
        <pc:inkChg chg="add mod">
          <ac:chgData name="Rahul Mishra" userId="57c6469e-ac64-4888-811b-35f0aabddbad" providerId="ADAL" clId="{2587B58E-4F3B-47AB-B3EB-62407C9160B0}" dt="2025-10-05T03:12:36.539" v="794"/>
          <ac:inkMkLst>
            <pc:docMk/>
            <pc:sldMk cId="49569206" sldId="748"/>
            <ac:inkMk id="79" creationId="{F80CC2A1-6DDC-ACCB-D0B8-6F6185C24C23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0" creationId="{8775EFD7-E430-CD41-E2C8-8D8CFC603D76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1" creationId="{523E46FA-678E-FACD-1669-E4194A7721B7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2" creationId="{1ABC0559-C79D-9184-7F62-DDB5C69F30DD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3" creationId="{6D1AC266-2194-262A-2134-804BD8191AAF}"/>
          </ac:inkMkLst>
        </pc:inkChg>
        <pc:inkChg chg="add">
          <ac:chgData name="Rahul Mishra" userId="57c6469e-ac64-4888-811b-35f0aabddbad" providerId="ADAL" clId="{2587B58E-4F3B-47AB-B3EB-62407C9160B0}" dt="2025-10-05T03:12:32.801" v="787" actId="9405"/>
          <ac:inkMkLst>
            <pc:docMk/>
            <pc:sldMk cId="49569206" sldId="748"/>
            <ac:inkMk id="84" creationId="{6B33D210-A727-E5DC-240A-43E903ABB016}"/>
          </ac:inkMkLst>
        </pc:inkChg>
        <pc:inkChg chg="add">
          <ac:chgData name="Rahul Mishra" userId="57c6469e-ac64-4888-811b-35f0aabddbad" providerId="ADAL" clId="{2587B58E-4F3B-47AB-B3EB-62407C9160B0}" dt="2025-10-05T03:12:33.112" v="788" actId="9405"/>
          <ac:inkMkLst>
            <pc:docMk/>
            <pc:sldMk cId="49569206" sldId="748"/>
            <ac:inkMk id="85" creationId="{0AE7D8C4-4FD1-528B-48C5-BA2F18D0607F}"/>
          </ac:inkMkLst>
        </pc:inkChg>
        <pc:inkChg chg="add mod">
          <ac:chgData name="Rahul Mishra" userId="57c6469e-ac64-4888-811b-35f0aabddbad" providerId="ADAL" clId="{2587B58E-4F3B-47AB-B3EB-62407C9160B0}" dt="2025-10-05T03:12:36.539" v="794"/>
          <ac:inkMkLst>
            <pc:docMk/>
            <pc:sldMk cId="49569206" sldId="748"/>
            <ac:inkMk id="86" creationId="{5C186BD1-1348-5FF5-0B57-88CAB88D24DC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7" creationId="{6C503044-F332-079B-7A73-D2A9AC28CF43}"/>
          </ac:inkMkLst>
        </pc:inkChg>
        <pc:inkChg chg="add mod">
          <ac:chgData name="Rahul Mishra" userId="57c6469e-ac64-4888-811b-35f0aabddbad" providerId="ADAL" clId="{2587B58E-4F3B-47AB-B3EB-62407C9160B0}" dt="2025-10-05T03:12:44.804" v="805"/>
          <ac:inkMkLst>
            <pc:docMk/>
            <pc:sldMk cId="49569206" sldId="748"/>
            <ac:inkMk id="88" creationId="{AFC8CB37-8F54-C0F8-52C6-F9277A2487DD}"/>
          </ac:inkMkLst>
        </pc:inkChg>
        <pc:inkChg chg="add mod">
          <ac:chgData name="Rahul Mishra" userId="57c6469e-ac64-4888-811b-35f0aabddbad" providerId="ADAL" clId="{2587B58E-4F3B-47AB-B3EB-62407C9160B0}" dt="2025-10-05T03:12:36.539" v="794"/>
          <ac:inkMkLst>
            <pc:docMk/>
            <pc:sldMk cId="49569206" sldId="748"/>
            <ac:inkMk id="89" creationId="{CFE8731E-7E97-9CC6-556A-2B10DD7731B6}"/>
          </ac:inkMkLst>
        </pc:inkChg>
        <pc:inkChg chg="add">
          <ac:chgData name="Rahul Mishra" userId="57c6469e-ac64-4888-811b-35f0aabddbad" providerId="ADAL" clId="{2587B58E-4F3B-47AB-B3EB-62407C9160B0}" dt="2025-10-05T03:12:36.014" v="793" actId="9405"/>
          <ac:inkMkLst>
            <pc:docMk/>
            <pc:sldMk cId="49569206" sldId="748"/>
            <ac:inkMk id="90" creationId="{D868DBB0-C88F-BAC2-4AF9-7F58C4AEBF68}"/>
          </ac:inkMkLst>
        </pc:inkChg>
        <pc:inkChg chg="add">
          <ac:chgData name="Rahul Mishra" userId="57c6469e-ac64-4888-811b-35f0aabddbad" providerId="ADAL" clId="{2587B58E-4F3B-47AB-B3EB-62407C9160B0}" dt="2025-10-05T03:12:38.507" v="795" actId="9405"/>
          <ac:inkMkLst>
            <pc:docMk/>
            <pc:sldMk cId="49569206" sldId="748"/>
            <ac:inkMk id="92" creationId="{5733199A-7F28-DF6E-745C-E11169835296}"/>
          </ac:inkMkLst>
        </pc:inkChg>
        <pc:inkChg chg="add">
          <ac:chgData name="Rahul Mishra" userId="57c6469e-ac64-4888-811b-35f0aabddbad" providerId="ADAL" clId="{2587B58E-4F3B-47AB-B3EB-62407C9160B0}" dt="2025-10-05T03:12:39.214" v="796" actId="9405"/>
          <ac:inkMkLst>
            <pc:docMk/>
            <pc:sldMk cId="49569206" sldId="748"/>
            <ac:inkMk id="93" creationId="{703A4D6D-BF1E-1F60-3CAA-87735DD048F3}"/>
          </ac:inkMkLst>
        </pc:inkChg>
        <pc:inkChg chg="add">
          <ac:chgData name="Rahul Mishra" userId="57c6469e-ac64-4888-811b-35f0aabddbad" providerId="ADAL" clId="{2587B58E-4F3B-47AB-B3EB-62407C9160B0}" dt="2025-10-05T03:12:39.822" v="797" actId="9405"/>
          <ac:inkMkLst>
            <pc:docMk/>
            <pc:sldMk cId="49569206" sldId="748"/>
            <ac:inkMk id="94" creationId="{36CC42EF-FFD7-C57C-7A2C-1CB6A79AD5E8}"/>
          </ac:inkMkLst>
        </pc:inkChg>
        <pc:inkChg chg="add">
          <ac:chgData name="Rahul Mishra" userId="57c6469e-ac64-4888-811b-35f0aabddbad" providerId="ADAL" clId="{2587B58E-4F3B-47AB-B3EB-62407C9160B0}" dt="2025-10-05T03:12:40.474" v="798" actId="9405"/>
          <ac:inkMkLst>
            <pc:docMk/>
            <pc:sldMk cId="49569206" sldId="748"/>
            <ac:inkMk id="95" creationId="{9FF2D73D-AB75-CF62-3F2E-C4C01BFC4933}"/>
          </ac:inkMkLst>
        </pc:inkChg>
        <pc:inkChg chg="add">
          <ac:chgData name="Rahul Mishra" userId="57c6469e-ac64-4888-811b-35f0aabddbad" providerId="ADAL" clId="{2587B58E-4F3B-47AB-B3EB-62407C9160B0}" dt="2025-10-05T03:12:41.335" v="799" actId="9405"/>
          <ac:inkMkLst>
            <pc:docMk/>
            <pc:sldMk cId="49569206" sldId="748"/>
            <ac:inkMk id="96" creationId="{A9070B8E-B2D3-0A9A-E277-DF9DFFB44504}"/>
          </ac:inkMkLst>
        </pc:inkChg>
        <pc:inkChg chg="add">
          <ac:chgData name="Rahul Mishra" userId="57c6469e-ac64-4888-811b-35f0aabddbad" providerId="ADAL" clId="{2587B58E-4F3B-47AB-B3EB-62407C9160B0}" dt="2025-10-05T03:12:41.522" v="800" actId="9405"/>
          <ac:inkMkLst>
            <pc:docMk/>
            <pc:sldMk cId="49569206" sldId="748"/>
            <ac:inkMk id="97" creationId="{75BDDC1E-D405-7806-4A26-F13A89C04FE8}"/>
          </ac:inkMkLst>
        </pc:inkChg>
        <pc:inkChg chg="add">
          <ac:chgData name="Rahul Mishra" userId="57c6469e-ac64-4888-811b-35f0aabddbad" providerId="ADAL" clId="{2587B58E-4F3B-47AB-B3EB-62407C9160B0}" dt="2025-10-05T03:12:41.767" v="801" actId="9405"/>
          <ac:inkMkLst>
            <pc:docMk/>
            <pc:sldMk cId="49569206" sldId="748"/>
            <ac:inkMk id="98" creationId="{FAB40784-A0EC-957E-C938-49FDBD6BD733}"/>
          </ac:inkMkLst>
        </pc:inkChg>
        <pc:inkChg chg="add">
          <ac:chgData name="Rahul Mishra" userId="57c6469e-ac64-4888-811b-35f0aabddbad" providerId="ADAL" clId="{2587B58E-4F3B-47AB-B3EB-62407C9160B0}" dt="2025-10-05T03:12:43.234" v="803" actId="9405"/>
          <ac:inkMkLst>
            <pc:docMk/>
            <pc:sldMk cId="49569206" sldId="748"/>
            <ac:inkMk id="101" creationId="{6029DFD4-D572-A51D-A464-51A07ECD5E52}"/>
          </ac:inkMkLst>
        </pc:inkChg>
        <pc:inkChg chg="add">
          <ac:chgData name="Rahul Mishra" userId="57c6469e-ac64-4888-811b-35f0aabddbad" providerId="ADAL" clId="{2587B58E-4F3B-47AB-B3EB-62407C9160B0}" dt="2025-10-05T03:12:43.884" v="804" actId="9405"/>
          <ac:inkMkLst>
            <pc:docMk/>
            <pc:sldMk cId="49569206" sldId="748"/>
            <ac:inkMk id="102" creationId="{85832182-3EAE-6971-6658-272418201E91}"/>
          </ac:inkMkLst>
        </pc:inkChg>
        <pc:inkChg chg="add mod">
          <ac:chgData name="Rahul Mishra" userId="57c6469e-ac64-4888-811b-35f0aabddbad" providerId="ADAL" clId="{2587B58E-4F3B-47AB-B3EB-62407C9160B0}" dt="2025-10-05T03:13:03.333" v="834"/>
          <ac:inkMkLst>
            <pc:docMk/>
            <pc:sldMk cId="49569206" sldId="748"/>
            <ac:inkMk id="104" creationId="{A76E1751-A832-08DD-9DAA-14AD0AC81939}"/>
          </ac:inkMkLst>
        </pc:inkChg>
        <pc:inkChg chg="add mod">
          <ac:chgData name="Rahul Mishra" userId="57c6469e-ac64-4888-811b-35f0aabddbad" providerId="ADAL" clId="{2587B58E-4F3B-47AB-B3EB-62407C9160B0}" dt="2025-10-05T03:13:03.333" v="834"/>
          <ac:inkMkLst>
            <pc:docMk/>
            <pc:sldMk cId="49569206" sldId="748"/>
            <ac:inkMk id="105" creationId="{CADA2958-F81B-C221-BEF0-46B3B1AF0694}"/>
          </ac:inkMkLst>
        </pc:inkChg>
        <pc:inkChg chg="add mod">
          <ac:chgData name="Rahul Mishra" userId="57c6469e-ac64-4888-811b-35f0aabddbad" providerId="ADAL" clId="{2587B58E-4F3B-47AB-B3EB-62407C9160B0}" dt="2025-10-05T03:13:03.333" v="834"/>
          <ac:inkMkLst>
            <pc:docMk/>
            <pc:sldMk cId="49569206" sldId="748"/>
            <ac:inkMk id="107" creationId="{54CD7954-44B1-A681-8B54-37806D1AE836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109" creationId="{5B52064F-6C28-51B9-D767-AD628B54CED2}"/>
          </ac:inkMkLst>
        </pc:inkChg>
        <pc:inkChg chg="add mod">
          <ac:chgData name="Rahul Mishra" userId="57c6469e-ac64-4888-811b-35f0aabddbad" providerId="ADAL" clId="{2587B58E-4F3B-47AB-B3EB-62407C9160B0}" dt="2025-10-05T03:12:57.300" v="823"/>
          <ac:inkMkLst>
            <pc:docMk/>
            <pc:sldMk cId="49569206" sldId="748"/>
            <ac:inkMk id="111" creationId="{534E757C-F7CC-4287-72CB-98530FB5734B}"/>
          </ac:inkMkLst>
        </pc:inkChg>
        <pc:inkChg chg="add mod">
          <ac:chgData name="Rahul Mishra" userId="57c6469e-ac64-4888-811b-35f0aabddbad" providerId="ADAL" clId="{2587B58E-4F3B-47AB-B3EB-62407C9160B0}" dt="2025-10-05T03:12:57.300" v="823"/>
          <ac:inkMkLst>
            <pc:docMk/>
            <pc:sldMk cId="49569206" sldId="748"/>
            <ac:inkMk id="112" creationId="{DC6A0A26-2C0E-BA46-3CD3-6708AD69F105}"/>
          </ac:inkMkLst>
        </pc:inkChg>
        <pc:inkChg chg="add mod">
          <ac:chgData name="Rahul Mishra" userId="57c6469e-ac64-4888-811b-35f0aabddbad" providerId="ADAL" clId="{2587B58E-4F3B-47AB-B3EB-62407C9160B0}" dt="2025-10-05T03:13:37.873" v="864"/>
          <ac:inkMkLst>
            <pc:docMk/>
            <pc:sldMk cId="49569206" sldId="748"/>
            <ac:inkMk id="113" creationId="{43C2290E-A4A8-3A98-8222-C6922BBFE19F}"/>
          </ac:inkMkLst>
        </pc:inkChg>
        <pc:inkChg chg="add mod">
          <ac:chgData name="Rahul Mishra" userId="57c6469e-ac64-4888-811b-35f0aabddbad" providerId="ADAL" clId="{2587B58E-4F3B-47AB-B3EB-62407C9160B0}" dt="2025-10-05T03:12:57.300" v="823"/>
          <ac:inkMkLst>
            <pc:docMk/>
            <pc:sldMk cId="49569206" sldId="748"/>
            <ac:inkMk id="114" creationId="{8B2CD5D3-F92F-D835-E742-5A1AD5346DA3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15" creationId="{5DE558C0-698D-A545-AD78-9D0C8163CE48}"/>
          </ac:inkMkLst>
        </pc:inkChg>
        <pc:inkChg chg="add mod">
          <ac:chgData name="Rahul Mishra" userId="57c6469e-ac64-4888-811b-35f0aabddbad" providerId="ADAL" clId="{2587B58E-4F3B-47AB-B3EB-62407C9160B0}" dt="2025-10-05T03:13:08.701" v="837"/>
          <ac:inkMkLst>
            <pc:docMk/>
            <pc:sldMk cId="49569206" sldId="748"/>
            <ac:inkMk id="116" creationId="{59B3A2C8-EF77-A4D1-E8AE-2D82EE5E2C92}"/>
          </ac:inkMkLst>
        </pc:inkChg>
        <pc:inkChg chg="add">
          <ac:chgData name="Rahul Mishra" userId="57c6469e-ac64-4888-811b-35f0aabddbad" providerId="ADAL" clId="{2587B58E-4F3B-47AB-B3EB-62407C9160B0}" dt="2025-10-05T03:12:55.251" v="820" actId="9405"/>
          <ac:inkMkLst>
            <pc:docMk/>
            <pc:sldMk cId="49569206" sldId="748"/>
            <ac:inkMk id="118" creationId="{A7584551-46C8-6AE0-C6FB-739B25EB5C9D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19" creationId="{5C1645BE-8F9C-CDA7-5DE6-06F9E0AE5E55}"/>
          </ac:inkMkLst>
        </pc:inkChg>
        <pc:inkChg chg="add mod">
          <ac:chgData name="Rahul Mishra" userId="57c6469e-ac64-4888-811b-35f0aabddbad" providerId="ADAL" clId="{2587B58E-4F3B-47AB-B3EB-62407C9160B0}" dt="2025-10-05T03:13:08.701" v="837"/>
          <ac:inkMkLst>
            <pc:docMk/>
            <pc:sldMk cId="49569206" sldId="748"/>
            <ac:inkMk id="120" creationId="{962D0748-D27B-E9D0-E98E-90504AD3EE45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22" creationId="{46D4D04A-CB35-7B4D-794A-94275CDACCE8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23" creationId="{1AA328B1-9D35-8BB4-73A0-A1C3E0EE2BB5}"/>
          </ac:inkMkLst>
        </pc:inkChg>
        <pc:inkChg chg="add mod">
          <ac:chgData name="Rahul Mishra" userId="57c6469e-ac64-4888-811b-35f0aabddbad" providerId="ADAL" clId="{2587B58E-4F3B-47AB-B3EB-62407C9160B0}" dt="2025-10-05T03:13:08.701" v="837"/>
          <ac:inkMkLst>
            <pc:docMk/>
            <pc:sldMk cId="49569206" sldId="748"/>
            <ac:inkMk id="124" creationId="{8F5B10BD-2F19-C79E-3176-C25CDF26036E}"/>
          </ac:inkMkLst>
        </pc:inkChg>
        <pc:inkChg chg="add">
          <ac:chgData name="Rahul Mishra" userId="57c6469e-ac64-4888-811b-35f0aabddbad" providerId="ADAL" clId="{2587B58E-4F3B-47AB-B3EB-62407C9160B0}" dt="2025-10-05T03:12:59.830" v="827" actId="9405"/>
          <ac:inkMkLst>
            <pc:docMk/>
            <pc:sldMk cId="49569206" sldId="748"/>
            <ac:inkMk id="125" creationId="{90452187-D271-FB42-1527-48E39396437F}"/>
          </ac:inkMkLst>
        </pc:inkChg>
        <pc:inkChg chg="add mod">
          <ac:chgData name="Rahul Mishra" userId="57c6469e-ac64-4888-811b-35f0aabddbad" providerId="ADAL" clId="{2587B58E-4F3B-47AB-B3EB-62407C9160B0}" dt="2025-10-05T03:13:08.701" v="837"/>
          <ac:inkMkLst>
            <pc:docMk/>
            <pc:sldMk cId="49569206" sldId="748"/>
            <ac:inkMk id="126" creationId="{C0287285-EC84-D03B-7771-62C8C6A706DB}"/>
          </ac:inkMkLst>
        </pc:inkChg>
        <pc:inkChg chg="add mod">
          <ac:chgData name="Rahul Mishra" userId="57c6469e-ac64-4888-811b-35f0aabddbad" providerId="ADAL" clId="{2587B58E-4F3B-47AB-B3EB-62407C9160B0}" dt="2025-10-05T03:13:40.704" v="870"/>
          <ac:inkMkLst>
            <pc:docMk/>
            <pc:sldMk cId="49569206" sldId="748"/>
            <ac:inkMk id="127" creationId="{778D28B6-23B3-8F3E-30AC-E756F9A4E483}"/>
          </ac:inkMkLst>
        </pc:inkChg>
        <pc:inkChg chg="add">
          <ac:chgData name="Rahul Mishra" userId="57c6469e-ac64-4888-811b-35f0aabddbad" providerId="ADAL" clId="{2587B58E-4F3B-47AB-B3EB-62407C9160B0}" dt="2025-10-05T03:13:00.973" v="830" actId="9405"/>
          <ac:inkMkLst>
            <pc:docMk/>
            <pc:sldMk cId="49569206" sldId="748"/>
            <ac:inkMk id="128" creationId="{FE362A11-6C9F-AC80-37AC-79411B74EAF4}"/>
          </ac:inkMkLst>
        </pc:inkChg>
        <pc:inkChg chg="add">
          <ac:chgData name="Rahul Mishra" userId="57c6469e-ac64-4888-811b-35f0aabddbad" providerId="ADAL" clId="{2587B58E-4F3B-47AB-B3EB-62407C9160B0}" dt="2025-10-05T03:13:01.329" v="831" actId="9405"/>
          <ac:inkMkLst>
            <pc:docMk/>
            <pc:sldMk cId="49569206" sldId="748"/>
            <ac:inkMk id="129" creationId="{BEB8317E-52AE-1057-4988-1D8BEBF1C7FD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131" creationId="{99848383-E320-81F1-FA98-03B8AFEAC44E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133" creationId="{E6E7BA15-64EC-59C6-0313-F1F95EF54369}"/>
          </ac:inkMkLst>
        </pc:inkChg>
        <pc:inkChg chg="add">
          <ac:chgData name="Rahul Mishra" userId="57c6469e-ac64-4888-811b-35f0aabddbad" providerId="ADAL" clId="{2587B58E-4F3B-47AB-B3EB-62407C9160B0}" dt="2025-10-05T03:13:07.732" v="836" actId="9405"/>
          <ac:inkMkLst>
            <pc:docMk/>
            <pc:sldMk cId="49569206" sldId="748"/>
            <ac:inkMk id="134" creationId="{0987FB08-C5CD-CD6C-130F-EDDCE2FF729E}"/>
          </ac:inkMkLst>
        </pc:inkChg>
        <pc:inkChg chg="add">
          <ac:chgData name="Rahul Mishra" userId="57c6469e-ac64-4888-811b-35f0aabddbad" providerId="ADAL" clId="{2587B58E-4F3B-47AB-B3EB-62407C9160B0}" dt="2025-10-05T03:13:09.741" v="838" actId="9405"/>
          <ac:inkMkLst>
            <pc:docMk/>
            <pc:sldMk cId="49569206" sldId="748"/>
            <ac:inkMk id="136" creationId="{EF3593A6-18DA-FBB5-D653-A3738D503A6E}"/>
          </ac:inkMkLst>
        </pc:inkChg>
        <pc:inkChg chg="add mod">
          <ac:chgData name="Rahul Mishra" userId="57c6469e-ac64-4888-811b-35f0aabddbad" providerId="ADAL" clId="{2587B58E-4F3B-47AB-B3EB-62407C9160B0}" dt="2025-10-05T03:13:18.673" v="842"/>
          <ac:inkMkLst>
            <pc:docMk/>
            <pc:sldMk cId="49569206" sldId="748"/>
            <ac:inkMk id="137" creationId="{C364BC3B-23A8-BD9F-3473-CA7CE841AA62}"/>
          </ac:inkMkLst>
        </pc:inkChg>
        <pc:inkChg chg="add mod">
          <ac:chgData name="Rahul Mishra" userId="57c6469e-ac64-4888-811b-35f0aabddbad" providerId="ADAL" clId="{2587B58E-4F3B-47AB-B3EB-62407C9160B0}" dt="2025-10-05T03:13:34.447" v="860"/>
          <ac:inkMkLst>
            <pc:docMk/>
            <pc:sldMk cId="49569206" sldId="748"/>
            <ac:inkMk id="139" creationId="{00B4AB56-934C-BAF6-72AC-6075D477899C}"/>
          </ac:inkMkLst>
        </pc:inkChg>
        <pc:inkChg chg="add mod">
          <ac:chgData name="Rahul Mishra" userId="57c6469e-ac64-4888-811b-35f0aabddbad" providerId="ADAL" clId="{2587B58E-4F3B-47AB-B3EB-62407C9160B0}" dt="2025-10-05T03:13:28.824" v="856"/>
          <ac:inkMkLst>
            <pc:docMk/>
            <pc:sldMk cId="49569206" sldId="748"/>
            <ac:inkMk id="141" creationId="{D48B46BE-4DA0-11A7-B428-A6B350B360D3}"/>
          </ac:inkMkLst>
        </pc:inkChg>
        <pc:inkChg chg="add mod">
          <ac:chgData name="Rahul Mishra" userId="57c6469e-ac64-4888-811b-35f0aabddbad" providerId="ADAL" clId="{2587B58E-4F3B-47AB-B3EB-62407C9160B0}" dt="2025-10-05T03:13:37.873" v="864"/>
          <ac:inkMkLst>
            <pc:docMk/>
            <pc:sldMk cId="49569206" sldId="748"/>
            <ac:inkMk id="142" creationId="{523FF91F-4E7F-BB8C-6ED2-10C34A1A1803}"/>
          </ac:inkMkLst>
        </pc:inkChg>
        <pc:inkChg chg="add mod">
          <ac:chgData name="Rahul Mishra" userId="57c6469e-ac64-4888-811b-35f0aabddbad" providerId="ADAL" clId="{2587B58E-4F3B-47AB-B3EB-62407C9160B0}" dt="2025-10-05T03:13:28.824" v="856"/>
          <ac:inkMkLst>
            <pc:docMk/>
            <pc:sldMk cId="49569206" sldId="748"/>
            <ac:inkMk id="143" creationId="{0FC90960-2AC6-A6F6-7078-A93AD2E5D161}"/>
          </ac:inkMkLst>
        </pc:inkChg>
        <pc:inkChg chg="add">
          <ac:chgData name="Rahul Mishra" userId="57c6469e-ac64-4888-811b-35f0aabddbad" providerId="ADAL" clId="{2587B58E-4F3B-47AB-B3EB-62407C9160B0}" dt="2025-10-05T03:13:25.263" v="847" actId="9405"/>
          <ac:inkMkLst>
            <pc:docMk/>
            <pc:sldMk cId="49569206" sldId="748"/>
            <ac:inkMk id="145" creationId="{C86EC10F-D244-D9C9-F715-429871E78258}"/>
          </ac:inkMkLst>
        </pc:inkChg>
        <pc:inkChg chg="add mod">
          <ac:chgData name="Rahul Mishra" userId="57c6469e-ac64-4888-811b-35f0aabddbad" providerId="ADAL" clId="{2587B58E-4F3B-47AB-B3EB-62407C9160B0}" dt="2025-10-05T03:13:37.873" v="864"/>
          <ac:inkMkLst>
            <pc:docMk/>
            <pc:sldMk cId="49569206" sldId="748"/>
            <ac:inkMk id="146" creationId="{45946797-8C7E-5A59-402C-AD00AF29DBA2}"/>
          </ac:inkMkLst>
        </pc:inkChg>
        <pc:inkChg chg="add mod">
          <ac:chgData name="Rahul Mishra" userId="57c6469e-ac64-4888-811b-35f0aabddbad" providerId="ADAL" clId="{2587B58E-4F3B-47AB-B3EB-62407C9160B0}" dt="2025-10-05T03:13:28.824" v="856"/>
          <ac:inkMkLst>
            <pc:docMk/>
            <pc:sldMk cId="49569206" sldId="748"/>
            <ac:inkMk id="147" creationId="{43676F94-CDE9-C726-EAFC-06D21474C12A}"/>
          </ac:inkMkLst>
        </pc:inkChg>
        <pc:inkChg chg="add mod">
          <ac:chgData name="Rahul Mishra" userId="57c6469e-ac64-4888-811b-35f0aabddbad" providerId="ADAL" clId="{2587B58E-4F3B-47AB-B3EB-62407C9160B0}" dt="2025-10-05T03:13:37.873" v="864"/>
          <ac:inkMkLst>
            <pc:docMk/>
            <pc:sldMk cId="49569206" sldId="748"/>
            <ac:inkMk id="148" creationId="{614D63B1-C089-E6AB-6AFF-F65DCDA769AC}"/>
          </ac:inkMkLst>
        </pc:inkChg>
        <pc:inkChg chg="add">
          <ac:chgData name="Rahul Mishra" userId="57c6469e-ac64-4888-811b-35f0aabddbad" providerId="ADAL" clId="{2587B58E-4F3B-47AB-B3EB-62407C9160B0}" dt="2025-10-05T03:13:26.757" v="851" actId="9405"/>
          <ac:inkMkLst>
            <pc:docMk/>
            <pc:sldMk cId="49569206" sldId="748"/>
            <ac:inkMk id="149" creationId="{68E49B89-9065-DCAB-1727-DEE748279106}"/>
          </ac:inkMkLst>
        </pc:inkChg>
        <pc:inkChg chg="add mod">
          <ac:chgData name="Rahul Mishra" userId="57c6469e-ac64-4888-811b-35f0aabddbad" providerId="ADAL" clId="{2587B58E-4F3B-47AB-B3EB-62407C9160B0}" dt="2025-10-05T03:13:28.824" v="856"/>
          <ac:inkMkLst>
            <pc:docMk/>
            <pc:sldMk cId="49569206" sldId="748"/>
            <ac:inkMk id="150" creationId="{39685C53-2402-324B-B2F3-F4640CD2FB65}"/>
          </ac:inkMkLst>
        </pc:inkChg>
        <pc:inkChg chg="add mod">
          <ac:chgData name="Rahul Mishra" userId="57c6469e-ac64-4888-811b-35f0aabddbad" providerId="ADAL" clId="{2587B58E-4F3B-47AB-B3EB-62407C9160B0}" dt="2025-10-05T03:13:40.704" v="870"/>
          <ac:inkMkLst>
            <pc:docMk/>
            <pc:sldMk cId="49569206" sldId="748"/>
            <ac:inkMk id="151" creationId="{854A7CFC-9B42-1330-09F1-7E538A77D202}"/>
          </ac:inkMkLst>
        </pc:inkChg>
        <pc:inkChg chg="add">
          <ac:chgData name="Rahul Mishra" userId="57c6469e-ac64-4888-811b-35f0aabddbad" providerId="ADAL" clId="{2587B58E-4F3B-47AB-B3EB-62407C9160B0}" dt="2025-10-05T03:13:27.767" v="854" actId="9405"/>
          <ac:inkMkLst>
            <pc:docMk/>
            <pc:sldMk cId="49569206" sldId="748"/>
            <ac:inkMk id="152" creationId="{F95C5A93-F056-20D2-E7C3-EDDB56C29387}"/>
          </ac:inkMkLst>
        </pc:inkChg>
        <pc:inkChg chg="add mod">
          <ac:chgData name="Rahul Mishra" userId="57c6469e-ac64-4888-811b-35f0aabddbad" providerId="ADAL" clId="{2587B58E-4F3B-47AB-B3EB-62407C9160B0}" dt="2025-10-05T03:13:28.824" v="856"/>
          <ac:inkMkLst>
            <pc:docMk/>
            <pc:sldMk cId="49569206" sldId="748"/>
            <ac:inkMk id="153" creationId="{2595D245-462B-F107-2847-BA7D2E24F101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155" creationId="{DE86BEBB-BD27-8B53-34B5-AE5DE1F49793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156" creationId="{9843F1F4-7236-6470-A0C2-98D5C35F25C5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157" creationId="{AE56D198-7CE9-0D56-A9A5-F3D26A8CA29C}"/>
          </ac:inkMkLst>
        </pc:inkChg>
        <pc:inkChg chg="add mod">
          <ac:chgData name="Rahul Mishra" userId="57c6469e-ac64-4888-811b-35f0aabddbad" providerId="ADAL" clId="{2587B58E-4F3B-47AB-B3EB-62407C9160B0}" dt="2025-10-05T03:13:37.873" v="864"/>
          <ac:inkMkLst>
            <pc:docMk/>
            <pc:sldMk cId="49569206" sldId="748"/>
            <ac:inkMk id="159" creationId="{76E3D727-5C6C-D2A8-FD61-42EB74E38DD1}"/>
          </ac:inkMkLst>
        </pc:inkChg>
        <pc:inkChg chg="add">
          <ac:chgData name="Rahul Mishra" userId="57c6469e-ac64-4888-811b-35f0aabddbad" providerId="ADAL" clId="{2587B58E-4F3B-47AB-B3EB-62407C9160B0}" dt="2025-10-05T03:13:36.268" v="862" actId="9405"/>
          <ac:inkMkLst>
            <pc:docMk/>
            <pc:sldMk cId="49569206" sldId="748"/>
            <ac:inkMk id="160" creationId="{87E30B8B-46AE-4C61-031D-535C5AE45536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61" creationId="{5F6F5916-2929-DDB7-514B-0E30A06F75ED}"/>
          </ac:inkMkLst>
        </pc:inkChg>
        <pc:inkChg chg="add">
          <ac:chgData name="Rahul Mishra" userId="57c6469e-ac64-4888-811b-35f0aabddbad" providerId="ADAL" clId="{2587B58E-4F3B-47AB-B3EB-62407C9160B0}" dt="2025-10-05T03:13:38.258" v="865" actId="9405"/>
          <ac:inkMkLst>
            <pc:docMk/>
            <pc:sldMk cId="49569206" sldId="748"/>
            <ac:inkMk id="163" creationId="{CAC107C4-FEBE-C87B-91B5-658CEBB69D7C}"/>
          </ac:inkMkLst>
        </pc:inkChg>
        <pc:inkChg chg="add">
          <ac:chgData name="Rahul Mishra" userId="57c6469e-ac64-4888-811b-35f0aabddbad" providerId="ADAL" clId="{2587B58E-4F3B-47AB-B3EB-62407C9160B0}" dt="2025-10-05T03:13:38.625" v="866" actId="9405"/>
          <ac:inkMkLst>
            <pc:docMk/>
            <pc:sldMk cId="49569206" sldId="748"/>
            <ac:inkMk id="164" creationId="{844C9C80-9451-DC69-F71E-1755097E7D9F}"/>
          </ac:inkMkLst>
        </pc:inkChg>
        <pc:inkChg chg="add">
          <ac:chgData name="Rahul Mishra" userId="57c6469e-ac64-4888-811b-35f0aabddbad" providerId="ADAL" clId="{2587B58E-4F3B-47AB-B3EB-62407C9160B0}" dt="2025-10-05T03:13:38.919" v="867" actId="9405"/>
          <ac:inkMkLst>
            <pc:docMk/>
            <pc:sldMk cId="49569206" sldId="748"/>
            <ac:inkMk id="165" creationId="{5F7CA0A6-2B3B-F251-BDD6-AEF8B61ED989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66" creationId="{B37761FF-DDB4-640B-0049-158F58A597D4}"/>
          </ac:inkMkLst>
        </pc:inkChg>
        <pc:inkChg chg="add">
          <ac:chgData name="Rahul Mishra" userId="57c6469e-ac64-4888-811b-35f0aabddbad" providerId="ADAL" clId="{2587B58E-4F3B-47AB-B3EB-62407C9160B0}" dt="2025-10-05T03:13:40.066" v="869" actId="9405"/>
          <ac:inkMkLst>
            <pc:docMk/>
            <pc:sldMk cId="49569206" sldId="748"/>
            <ac:inkMk id="167" creationId="{5DEF84F7-B96F-B51F-BDC3-566775AD6E2D}"/>
          </ac:inkMkLst>
        </pc:inkChg>
        <pc:inkChg chg="add">
          <ac:chgData name="Rahul Mishra" userId="57c6469e-ac64-4888-811b-35f0aabddbad" providerId="ADAL" clId="{2587B58E-4F3B-47AB-B3EB-62407C9160B0}" dt="2025-10-05T03:13:40.980" v="871" actId="9405"/>
          <ac:inkMkLst>
            <pc:docMk/>
            <pc:sldMk cId="49569206" sldId="748"/>
            <ac:inkMk id="169" creationId="{BE0B5113-F4FF-F5B2-954E-C86E013F723A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70" creationId="{698A3DB6-C0B1-9D9B-945D-F78CDAF4AE41}"/>
          </ac:inkMkLst>
        </pc:inkChg>
        <pc:inkChg chg="add mod">
          <ac:chgData name="Rahul Mishra" userId="57c6469e-ac64-4888-811b-35f0aabddbad" providerId="ADAL" clId="{2587B58E-4F3B-47AB-B3EB-62407C9160B0}" dt="2025-10-05T03:13:42.572" v="874"/>
          <ac:inkMkLst>
            <pc:docMk/>
            <pc:sldMk cId="49569206" sldId="748"/>
            <ac:inkMk id="171" creationId="{CFF9FD65-BA64-A9B9-8F29-FA2603229318}"/>
          </ac:inkMkLst>
        </pc:inkChg>
        <pc:inkChg chg="add mod">
          <ac:chgData name="Rahul Mishra" userId="57c6469e-ac64-4888-811b-35f0aabddbad" providerId="ADAL" clId="{2587B58E-4F3B-47AB-B3EB-62407C9160B0}" dt="2025-10-05T03:13:49.056" v="876"/>
          <ac:inkMkLst>
            <pc:docMk/>
            <pc:sldMk cId="49569206" sldId="748"/>
            <ac:inkMk id="173" creationId="{39214EFE-D288-D6F2-D12F-5FA2DBEFF222}"/>
          </ac:inkMkLst>
        </pc:inkChg>
      </pc:sldChg>
      <pc:sldChg chg="addSp delSp modSp mod">
        <pc:chgData name="Rahul Mishra" userId="57c6469e-ac64-4888-811b-35f0aabddbad" providerId="ADAL" clId="{2587B58E-4F3B-47AB-B3EB-62407C9160B0}" dt="2025-10-05T03:19:41.542" v="987"/>
        <pc:sldMkLst>
          <pc:docMk/>
          <pc:sldMk cId="1682079579" sldId="749"/>
        </pc:sldMkLst>
        <pc:grpChg chg="del mod">
          <ac:chgData name="Rahul Mishra" userId="57c6469e-ac64-4888-811b-35f0aabddbad" providerId="ADAL" clId="{2587B58E-4F3B-47AB-B3EB-62407C9160B0}" dt="2025-10-05T03:19:31.347" v="983"/>
          <ac:grpSpMkLst>
            <pc:docMk/>
            <pc:sldMk cId="1682079579" sldId="749"/>
            <ac:grpSpMk id="29" creationId="{C9FB5B68-8898-B26B-C148-241C4DE0B8F9}"/>
          </ac:grpSpMkLst>
        </pc:grpChg>
        <pc:grpChg chg="del mod">
          <ac:chgData name="Rahul Mishra" userId="57c6469e-ac64-4888-811b-35f0aabddbad" providerId="ADAL" clId="{2587B58E-4F3B-47AB-B3EB-62407C9160B0}" dt="2025-10-05T03:18:50.833" v="910"/>
          <ac:grpSpMkLst>
            <pc:docMk/>
            <pc:sldMk cId="1682079579" sldId="749"/>
            <ac:grpSpMk id="36" creationId="{8DD14807-0CDC-3D9D-884D-430C025EC76B}"/>
          </ac:grpSpMkLst>
        </pc:grpChg>
        <pc:grpChg chg="del mod">
          <ac:chgData name="Rahul Mishra" userId="57c6469e-ac64-4888-811b-35f0aabddbad" providerId="ADAL" clId="{2587B58E-4F3B-47AB-B3EB-62407C9160B0}" dt="2025-10-05T03:19:06.104" v="926"/>
          <ac:grpSpMkLst>
            <pc:docMk/>
            <pc:sldMk cId="1682079579" sldId="749"/>
            <ac:grpSpMk id="37" creationId="{8BC6DEF8-C76B-1698-587D-8B7DA400BB87}"/>
          </ac:grpSpMkLst>
        </pc:grpChg>
        <pc:grpChg chg="del mod">
          <ac:chgData name="Rahul Mishra" userId="57c6469e-ac64-4888-811b-35f0aabddbad" providerId="ADAL" clId="{2587B58E-4F3B-47AB-B3EB-62407C9160B0}" dt="2025-10-05T03:18:54.877" v="916"/>
          <ac:grpSpMkLst>
            <pc:docMk/>
            <pc:sldMk cId="1682079579" sldId="749"/>
            <ac:grpSpMk id="40" creationId="{58683E99-F7D1-29CE-A4D7-7782A47365CB}"/>
          </ac:grpSpMkLst>
        </pc:grpChg>
        <pc:grpChg chg="del mod">
          <ac:chgData name="Rahul Mishra" userId="57c6469e-ac64-4888-811b-35f0aabddbad" providerId="ADAL" clId="{2587B58E-4F3B-47AB-B3EB-62407C9160B0}" dt="2025-10-05T03:19:06.104" v="926"/>
          <ac:grpSpMkLst>
            <pc:docMk/>
            <pc:sldMk cId="1682079579" sldId="749"/>
            <ac:grpSpMk id="43" creationId="{EE0DC3A6-10EF-29AC-A411-133410E0B928}"/>
          </ac:grpSpMkLst>
        </pc:grpChg>
        <pc:grpChg chg="del mod">
          <ac:chgData name="Rahul Mishra" userId="57c6469e-ac64-4888-811b-35f0aabddbad" providerId="ADAL" clId="{2587B58E-4F3B-47AB-B3EB-62407C9160B0}" dt="2025-10-05T03:19:16.372" v="952"/>
          <ac:grpSpMkLst>
            <pc:docMk/>
            <pc:sldMk cId="1682079579" sldId="749"/>
            <ac:grpSpMk id="53" creationId="{719D242B-49FE-9DA2-CD78-7391EF15ACE2}"/>
          </ac:grpSpMkLst>
        </pc:grpChg>
        <pc:grpChg chg="del mod">
          <ac:chgData name="Rahul Mishra" userId="57c6469e-ac64-4888-811b-35f0aabddbad" providerId="ADAL" clId="{2587B58E-4F3B-47AB-B3EB-62407C9160B0}" dt="2025-10-05T03:19:31.347" v="983"/>
          <ac:grpSpMkLst>
            <pc:docMk/>
            <pc:sldMk cId="1682079579" sldId="749"/>
            <ac:grpSpMk id="56" creationId="{E254489A-BFF1-5698-1972-436644770697}"/>
          </ac:grpSpMkLst>
        </pc:grpChg>
        <pc:grpChg chg="del mod">
          <ac:chgData name="Rahul Mishra" userId="57c6469e-ac64-4888-811b-35f0aabddbad" providerId="ADAL" clId="{2587B58E-4F3B-47AB-B3EB-62407C9160B0}" dt="2025-10-05T03:19:16.372" v="952"/>
          <ac:grpSpMkLst>
            <pc:docMk/>
            <pc:sldMk cId="1682079579" sldId="749"/>
            <ac:grpSpMk id="79" creationId="{F6392812-A33D-54EE-4A8F-5CEFF9D50F0C}"/>
          </ac:grpSpMkLst>
        </pc:grpChg>
        <pc:grpChg chg="del mod">
          <ac:chgData name="Rahul Mishra" userId="57c6469e-ac64-4888-811b-35f0aabddbad" providerId="ADAL" clId="{2587B58E-4F3B-47AB-B3EB-62407C9160B0}" dt="2025-10-05T03:19:31.347" v="983"/>
          <ac:grpSpMkLst>
            <pc:docMk/>
            <pc:sldMk cId="1682079579" sldId="749"/>
            <ac:grpSpMk id="80" creationId="{B3349C86-C1D8-9F5B-2419-3932A93FF048}"/>
          </ac:grpSpMkLst>
        </pc:grpChg>
        <pc:grpChg chg="del mod">
          <ac:chgData name="Rahul Mishra" userId="57c6469e-ac64-4888-811b-35f0aabddbad" providerId="ADAL" clId="{2587B58E-4F3B-47AB-B3EB-62407C9160B0}" dt="2025-10-05T03:19:22.841" v="962"/>
          <ac:grpSpMkLst>
            <pc:docMk/>
            <pc:sldMk cId="1682079579" sldId="749"/>
            <ac:grpSpMk id="85" creationId="{7CE0370C-F87B-F8A8-BB0F-0E3B8F7628DC}"/>
          </ac:grpSpMkLst>
        </pc:grpChg>
        <pc:grpChg chg="del mod">
          <ac:chgData name="Rahul Mishra" userId="57c6469e-ac64-4888-811b-35f0aabddbad" providerId="ADAL" clId="{2587B58E-4F3B-47AB-B3EB-62407C9160B0}" dt="2025-10-05T03:19:24.318" v="966"/>
          <ac:grpSpMkLst>
            <pc:docMk/>
            <pc:sldMk cId="1682079579" sldId="749"/>
            <ac:grpSpMk id="90" creationId="{665E5298-6C88-C360-B2F9-FFC37F36984C}"/>
          </ac:grpSpMkLst>
        </pc:grpChg>
        <pc:grpChg chg="del mod">
          <ac:chgData name="Rahul Mishra" userId="57c6469e-ac64-4888-811b-35f0aabddbad" providerId="ADAL" clId="{2587B58E-4F3B-47AB-B3EB-62407C9160B0}" dt="2025-10-05T03:19:25.757" v="968"/>
          <ac:grpSpMkLst>
            <pc:docMk/>
            <pc:sldMk cId="1682079579" sldId="749"/>
            <ac:grpSpMk id="94" creationId="{FB7A7185-FCD5-041E-FE83-7A586050F10C}"/>
          </ac:grpSpMkLst>
        </pc:grpChg>
        <pc:grpChg chg="del mod">
          <ac:chgData name="Rahul Mishra" userId="57c6469e-ac64-4888-811b-35f0aabddbad" providerId="ADAL" clId="{2587B58E-4F3B-47AB-B3EB-62407C9160B0}" dt="2025-10-05T03:19:31.347" v="983"/>
          <ac:grpSpMkLst>
            <pc:docMk/>
            <pc:sldMk cId="1682079579" sldId="749"/>
            <ac:grpSpMk id="96" creationId="{B4DE793A-2E8C-C815-96C6-511D37EC29A0}"/>
          </ac:grpSpMkLst>
        </pc:grpChg>
        <pc:grpChg chg="mod">
          <ac:chgData name="Rahul Mishra" userId="57c6469e-ac64-4888-811b-35f0aabddbad" providerId="ADAL" clId="{2587B58E-4F3B-47AB-B3EB-62407C9160B0}" dt="2025-10-05T03:19:31.347" v="983"/>
          <ac:grpSpMkLst>
            <pc:docMk/>
            <pc:sldMk cId="1682079579" sldId="749"/>
            <ac:grpSpMk id="111" creationId="{1888F3C6-883C-C900-9D62-264D39A55311}"/>
          </ac:grpSpMkLst>
        </pc:grpChg>
        <pc:grpChg chg="mod">
          <ac:chgData name="Rahul Mishra" userId="57c6469e-ac64-4888-811b-35f0aabddbad" providerId="ADAL" clId="{2587B58E-4F3B-47AB-B3EB-62407C9160B0}" dt="2025-10-05T03:19:41.542" v="987"/>
          <ac:grpSpMkLst>
            <pc:docMk/>
            <pc:sldMk cId="1682079579" sldId="749"/>
            <ac:grpSpMk id="115" creationId="{A189DC10-0639-2D70-9A4C-6EC3769A7AA7}"/>
          </ac:grpSpMkLst>
        </pc:grpChg>
        <pc:inkChg chg="add">
          <ac:chgData name="Rahul Mishra" userId="57c6469e-ac64-4888-811b-35f0aabddbad" providerId="ADAL" clId="{2587B58E-4F3B-47AB-B3EB-62407C9160B0}" dt="2025-10-05T03:18:37.070" v="877" actId="9405"/>
          <ac:inkMkLst>
            <pc:docMk/>
            <pc:sldMk cId="1682079579" sldId="749"/>
            <ac:inkMk id="3" creationId="{357587FC-1E61-F018-5D27-D64F9485A7C7}"/>
          </ac:inkMkLst>
        </pc:inkChg>
        <pc:inkChg chg="add">
          <ac:chgData name="Rahul Mishra" userId="57c6469e-ac64-4888-811b-35f0aabddbad" providerId="ADAL" clId="{2587B58E-4F3B-47AB-B3EB-62407C9160B0}" dt="2025-10-05T03:18:37.285" v="878" actId="9405"/>
          <ac:inkMkLst>
            <pc:docMk/>
            <pc:sldMk cId="1682079579" sldId="749"/>
            <ac:inkMk id="4" creationId="{6E50DFE7-1B59-7C57-E8B0-2F4261199AD3}"/>
          </ac:inkMkLst>
        </pc:inkChg>
        <pc:inkChg chg="add">
          <ac:chgData name="Rahul Mishra" userId="57c6469e-ac64-4888-811b-35f0aabddbad" providerId="ADAL" clId="{2587B58E-4F3B-47AB-B3EB-62407C9160B0}" dt="2025-10-05T03:18:37.456" v="879" actId="9405"/>
          <ac:inkMkLst>
            <pc:docMk/>
            <pc:sldMk cId="1682079579" sldId="749"/>
            <ac:inkMk id="5" creationId="{1F56F2E3-B021-B24B-D127-16990D7BCDBE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6" creationId="{7B262F31-FEA9-2746-25F9-8DF9CE4ECC32}"/>
          </ac:inkMkLst>
        </pc:inkChg>
        <pc:inkChg chg="add">
          <ac:chgData name="Rahul Mishra" userId="57c6469e-ac64-4888-811b-35f0aabddbad" providerId="ADAL" clId="{2587B58E-4F3B-47AB-B3EB-62407C9160B0}" dt="2025-10-05T03:18:38.125" v="881" actId="9405"/>
          <ac:inkMkLst>
            <pc:docMk/>
            <pc:sldMk cId="1682079579" sldId="749"/>
            <ac:inkMk id="7" creationId="{67873557-ADA0-C674-4A7C-C41C258FC94E}"/>
          </ac:inkMkLst>
        </pc:inkChg>
        <pc:inkChg chg="add">
          <ac:chgData name="Rahul Mishra" userId="57c6469e-ac64-4888-811b-35f0aabddbad" providerId="ADAL" clId="{2587B58E-4F3B-47AB-B3EB-62407C9160B0}" dt="2025-10-05T03:18:38.370" v="882" actId="9405"/>
          <ac:inkMkLst>
            <pc:docMk/>
            <pc:sldMk cId="1682079579" sldId="749"/>
            <ac:inkMk id="8" creationId="{5CB8CA49-31EE-B066-803F-5DB0C17AE089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9" creationId="{D23CD84D-2FCB-BA97-3F22-76B45A3641AA}"/>
          </ac:inkMkLst>
        </pc:inkChg>
        <pc:inkChg chg="add">
          <ac:chgData name="Rahul Mishra" userId="57c6469e-ac64-4888-811b-35f0aabddbad" providerId="ADAL" clId="{2587B58E-4F3B-47AB-B3EB-62407C9160B0}" dt="2025-10-05T03:18:39.095" v="884" actId="9405"/>
          <ac:inkMkLst>
            <pc:docMk/>
            <pc:sldMk cId="1682079579" sldId="749"/>
            <ac:inkMk id="10" creationId="{AB85E736-B29F-0415-85B2-A59EC78DEB54}"/>
          </ac:inkMkLst>
        </pc:inkChg>
        <pc:inkChg chg="add">
          <ac:chgData name="Rahul Mishra" userId="57c6469e-ac64-4888-811b-35f0aabddbad" providerId="ADAL" clId="{2587B58E-4F3B-47AB-B3EB-62407C9160B0}" dt="2025-10-05T03:18:39.448" v="885" actId="9405"/>
          <ac:inkMkLst>
            <pc:docMk/>
            <pc:sldMk cId="1682079579" sldId="749"/>
            <ac:inkMk id="11" creationId="{094B6507-5EE4-B910-6424-A4D2EBDE7747}"/>
          </ac:inkMkLst>
        </pc:inkChg>
        <pc:inkChg chg="add">
          <ac:chgData name="Rahul Mishra" userId="57c6469e-ac64-4888-811b-35f0aabddbad" providerId="ADAL" clId="{2587B58E-4F3B-47AB-B3EB-62407C9160B0}" dt="2025-10-05T03:18:39.741" v="886" actId="9405"/>
          <ac:inkMkLst>
            <pc:docMk/>
            <pc:sldMk cId="1682079579" sldId="749"/>
            <ac:inkMk id="12" creationId="{5C027E12-1A57-1FE2-A30B-E4E99111C627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13" creationId="{3FD05669-0B55-813D-44F9-9719AF7539B0}"/>
          </ac:inkMkLst>
        </pc:inkChg>
        <pc:inkChg chg="add">
          <ac:chgData name="Rahul Mishra" userId="57c6469e-ac64-4888-811b-35f0aabddbad" providerId="ADAL" clId="{2587B58E-4F3B-47AB-B3EB-62407C9160B0}" dt="2025-10-05T03:18:40.852" v="888" actId="9405"/>
          <ac:inkMkLst>
            <pc:docMk/>
            <pc:sldMk cId="1682079579" sldId="749"/>
            <ac:inkMk id="14" creationId="{E5F783B9-5948-8BF8-9A36-75321C19CAD3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15" creationId="{F18DCA1F-1533-780B-E850-250B9F255036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16" creationId="{DD14E7EB-031C-B13A-B8EB-4CA51D903DD6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17" creationId="{F511C10E-DBE7-51A9-9F47-EC10813F53D7}"/>
          </ac:inkMkLst>
        </pc:inkChg>
        <pc:inkChg chg="add">
          <ac:chgData name="Rahul Mishra" userId="57c6469e-ac64-4888-811b-35f0aabddbad" providerId="ADAL" clId="{2587B58E-4F3B-47AB-B3EB-62407C9160B0}" dt="2025-10-05T03:18:42.102" v="892" actId="9405"/>
          <ac:inkMkLst>
            <pc:docMk/>
            <pc:sldMk cId="1682079579" sldId="749"/>
            <ac:inkMk id="18" creationId="{00B11D32-350B-D164-F0BA-4313376C1750}"/>
          </ac:inkMkLst>
        </pc:inkChg>
        <pc:inkChg chg="add">
          <ac:chgData name="Rahul Mishra" userId="57c6469e-ac64-4888-811b-35f0aabddbad" providerId="ADAL" clId="{2587B58E-4F3B-47AB-B3EB-62407C9160B0}" dt="2025-10-05T03:18:42.335" v="893" actId="9405"/>
          <ac:inkMkLst>
            <pc:docMk/>
            <pc:sldMk cId="1682079579" sldId="749"/>
            <ac:inkMk id="19" creationId="{B7641F7B-36B0-58D6-091C-9C029237E29C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20" creationId="{DD1E37CC-7300-5832-7223-90B812B4AFA0}"/>
          </ac:inkMkLst>
        </pc:inkChg>
        <pc:inkChg chg="add">
          <ac:chgData name="Rahul Mishra" userId="57c6469e-ac64-4888-811b-35f0aabddbad" providerId="ADAL" clId="{2587B58E-4F3B-47AB-B3EB-62407C9160B0}" dt="2025-10-05T03:18:42.723" v="895" actId="9405"/>
          <ac:inkMkLst>
            <pc:docMk/>
            <pc:sldMk cId="1682079579" sldId="749"/>
            <ac:inkMk id="21" creationId="{952A0F89-D970-8F19-3447-70D995C58A67}"/>
          </ac:inkMkLst>
        </pc:inkChg>
        <pc:inkChg chg="add">
          <ac:chgData name="Rahul Mishra" userId="57c6469e-ac64-4888-811b-35f0aabddbad" providerId="ADAL" clId="{2587B58E-4F3B-47AB-B3EB-62407C9160B0}" dt="2025-10-05T03:18:42.861" v="896" actId="9405"/>
          <ac:inkMkLst>
            <pc:docMk/>
            <pc:sldMk cId="1682079579" sldId="749"/>
            <ac:inkMk id="22" creationId="{AD7DD18D-E649-E4A4-5B92-64CA8DCFD39A}"/>
          </ac:inkMkLst>
        </pc:inkChg>
        <pc:inkChg chg="add">
          <ac:chgData name="Rahul Mishra" userId="57c6469e-ac64-4888-811b-35f0aabddbad" providerId="ADAL" clId="{2587B58E-4F3B-47AB-B3EB-62407C9160B0}" dt="2025-10-05T03:18:43.217" v="897" actId="9405"/>
          <ac:inkMkLst>
            <pc:docMk/>
            <pc:sldMk cId="1682079579" sldId="749"/>
            <ac:inkMk id="23" creationId="{90880E70-41A8-C4B2-586C-2D18F7DC63E7}"/>
          </ac:inkMkLst>
        </pc:inkChg>
        <pc:inkChg chg="add">
          <ac:chgData name="Rahul Mishra" userId="57c6469e-ac64-4888-811b-35f0aabddbad" providerId="ADAL" clId="{2587B58E-4F3B-47AB-B3EB-62407C9160B0}" dt="2025-10-05T03:18:43.633" v="898" actId="9405"/>
          <ac:inkMkLst>
            <pc:docMk/>
            <pc:sldMk cId="1682079579" sldId="749"/>
            <ac:inkMk id="24" creationId="{D144E595-4064-549A-651C-5C336ADD6C7F}"/>
          </ac:inkMkLst>
        </pc:inkChg>
        <pc:inkChg chg="add mod">
          <ac:chgData name="Rahul Mishra" userId="57c6469e-ac64-4888-811b-35f0aabddbad" providerId="ADAL" clId="{2587B58E-4F3B-47AB-B3EB-62407C9160B0}" dt="2025-10-05T03:19:31.347" v="983"/>
          <ac:inkMkLst>
            <pc:docMk/>
            <pc:sldMk cId="1682079579" sldId="749"/>
            <ac:inkMk id="25" creationId="{E5783767-7B2D-616A-A518-D6B8C14C4B08}"/>
          </ac:inkMkLst>
        </pc:inkChg>
        <pc:inkChg chg="add">
          <ac:chgData name="Rahul Mishra" userId="57c6469e-ac64-4888-811b-35f0aabddbad" providerId="ADAL" clId="{2587B58E-4F3B-47AB-B3EB-62407C9160B0}" dt="2025-10-05T03:18:44.047" v="900" actId="9405"/>
          <ac:inkMkLst>
            <pc:docMk/>
            <pc:sldMk cId="1682079579" sldId="749"/>
            <ac:inkMk id="26" creationId="{7CE198A6-9ACF-BC80-AEBA-422AE9E4F8D1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27" creationId="{B849AB6E-B234-FF2F-EFD9-3BD397FFD21F}"/>
          </ac:inkMkLst>
        </pc:inkChg>
        <pc:inkChg chg="add mod">
          <ac:chgData name="Rahul Mishra" userId="57c6469e-ac64-4888-811b-35f0aabddbad" providerId="ADAL" clId="{2587B58E-4F3B-47AB-B3EB-62407C9160B0}" dt="2025-10-05T03:18:45.594" v="903"/>
          <ac:inkMkLst>
            <pc:docMk/>
            <pc:sldMk cId="1682079579" sldId="749"/>
            <ac:inkMk id="28" creationId="{8767A82D-EB76-B6E6-428D-7348966AA63B}"/>
          </ac:inkMkLst>
        </pc:inkChg>
        <pc:inkChg chg="add mod">
          <ac:chgData name="Rahul Mishra" userId="57c6469e-ac64-4888-811b-35f0aabddbad" providerId="ADAL" clId="{2587B58E-4F3B-47AB-B3EB-62407C9160B0}" dt="2025-10-05T03:18:50.833" v="910"/>
          <ac:inkMkLst>
            <pc:docMk/>
            <pc:sldMk cId="1682079579" sldId="749"/>
            <ac:inkMk id="30" creationId="{267EC1D2-D81C-7C34-B5BA-CB2EEAC595C0}"/>
          </ac:inkMkLst>
        </pc:inkChg>
        <pc:inkChg chg="add mod">
          <ac:chgData name="Rahul Mishra" userId="57c6469e-ac64-4888-811b-35f0aabddbad" providerId="ADAL" clId="{2587B58E-4F3B-47AB-B3EB-62407C9160B0}" dt="2025-10-05T03:19:06.104" v="926"/>
          <ac:inkMkLst>
            <pc:docMk/>
            <pc:sldMk cId="1682079579" sldId="749"/>
            <ac:inkMk id="31" creationId="{2F7D4530-979F-32E6-A96C-8BB66CCE8B41}"/>
          </ac:inkMkLst>
        </pc:inkChg>
        <pc:inkChg chg="add mod">
          <ac:chgData name="Rahul Mishra" userId="57c6469e-ac64-4888-811b-35f0aabddbad" providerId="ADAL" clId="{2587B58E-4F3B-47AB-B3EB-62407C9160B0}" dt="2025-10-05T03:18:50.833" v="910"/>
          <ac:inkMkLst>
            <pc:docMk/>
            <pc:sldMk cId="1682079579" sldId="749"/>
            <ac:inkMk id="32" creationId="{CD312E62-F925-D7EE-5CAA-6F1A6F40A0FD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33" creationId="{72C1F9E1-CE5B-ABC8-D7A8-AD19690A9BC7}"/>
          </ac:inkMkLst>
        </pc:inkChg>
        <pc:inkChg chg="add mod">
          <ac:chgData name="Rahul Mishra" userId="57c6469e-ac64-4888-811b-35f0aabddbad" providerId="ADAL" clId="{2587B58E-4F3B-47AB-B3EB-62407C9160B0}" dt="2025-10-05T03:18:50.833" v="910"/>
          <ac:inkMkLst>
            <pc:docMk/>
            <pc:sldMk cId="1682079579" sldId="749"/>
            <ac:inkMk id="34" creationId="{16616CE9-139A-D297-2C89-573C36294A43}"/>
          </ac:inkMkLst>
        </pc:inkChg>
        <pc:inkChg chg="add mod">
          <ac:chgData name="Rahul Mishra" userId="57c6469e-ac64-4888-811b-35f0aabddbad" providerId="ADAL" clId="{2587B58E-4F3B-47AB-B3EB-62407C9160B0}" dt="2025-10-05T03:18:50.833" v="910"/>
          <ac:inkMkLst>
            <pc:docMk/>
            <pc:sldMk cId="1682079579" sldId="749"/>
            <ac:inkMk id="35" creationId="{47FF1A8F-9417-BE28-299A-FA4D7547ABA0}"/>
          </ac:inkMkLst>
        </pc:inkChg>
        <pc:inkChg chg="add mod">
          <ac:chgData name="Rahul Mishra" userId="57c6469e-ac64-4888-811b-35f0aabddbad" providerId="ADAL" clId="{2587B58E-4F3B-47AB-B3EB-62407C9160B0}" dt="2025-10-05T03:19:06.104" v="926"/>
          <ac:inkMkLst>
            <pc:docMk/>
            <pc:sldMk cId="1682079579" sldId="749"/>
            <ac:inkMk id="38" creationId="{91859625-10BE-C2F1-68C0-490B7486685F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39" creationId="{49CB73B4-E429-A40C-462D-27A3445FA5D8}"/>
          </ac:inkMkLst>
        </pc:inkChg>
        <pc:inkChg chg="add mod">
          <ac:chgData name="Rahul Mishra" userId="57c6469e-ac64-4888-811b-35f0aabddbad" providerId="ADAL" clId="{2587B58E-4F3B-47AB-B3EB-62407C9160B0}" dt="2025-10-05T03:18:54.877" v="916"/>
          <ac:inkMkLst>
            <pc:docMk/>
            <pc:sldMk cId="1682079579" sldId="749"/>
            <ac:inkMk id="41" creationId="{4AA59CA1-9721-1F02-0A07-F06E49E3E407}"/>
          </ac:inkMkLst>
        </pc:inkChg>
        <pc:inkChg chg="add mod">
          <ac:chgData name="Rahul Mishra" userId="57c6469e-ac64-4888-811b-35f0aabddbad" providerId="ADAL" clId="{2587B58E-4F3B-47AB-B3EB-62407C9160B0}" dt="2025-10-05T03:18:54.877" v="916"/>
          <ac:inkMkLst>
            <pc:docMk/>
            <pc:sldMk cId="1682079579" sldId="749"/>
            <ac:inkMk id="42" creationId="{FCBD6618-3CFE-8622-7FD6-5C626151FDCD}"/>
          </ac:inkMkLst>
        </pc:inkChg>
        <pc:inkChg chg="add mod">
          <ac:chgData name="Rahul Mishra" userId="57c6469e-ac64-4888-811b-35f0aabddbad" providerId="ADAL" clId="{2587B58E-4F3B-47AB-B3EB-62407C9160B0}" dt="2025-10-05T03:19:06.104" v="926"/>
          <ac:inkMkLst>
            <pc:docMk/>
            <pc:sldMk cId="1682079579" sldId="749"/>
            <ac:inkMk id="44" creationId="{F9532B97-60F2-37B8-C22F-64042B53C22A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45" creationId="{3FFABF40-4AB1-72C0-9FFE-E218793D7DB7}"/>
          </ac:inkMkLst>
        </pc:inkChg>
        <pc:inkChg chg="add mod">
          <ac:chgData name="Rahul Mishra" userId="57c6469e-ac64-4888-811b-35f0aabddbad" providerId="ADAL" clId="{2587B58E-4F3B-47AB-B3EB-62407C9160B0}" dt="2025-10-05T03:19:06.104" v="926"/>
          <ac:inkMkLst>
            <pc:docMk/>
            <pc:sldMk cId="1682079579" sldId="749"/>
            <ac:inkMk id="46" creationId="{C1001140-1280-58EA-F20B-7AA155E2DE85}"/>
          </ac:inkMkLst>
        </pc:inkChg>
        <pc:inkChg chg="add">
          <ac:chgData name="Rahul Mishra" userId="57c6469e-ac64-4888-811b-35f0aabddbad" providerId="ADAL" clId="{2587B58E-4F3B-47AB-B3EB-62407C9160B0}" dt="2025-10-05T03:19:03.163" v="920" actId="9405"/>
          <ac:inkMkLst>
            <pc:docMk/>
            <pc:sldMk cId="1682079579" sldId="749"/>
            <ac:inkMk id="47" creationId="{0E5623B6-F31E-0259-303C-4526DCF74032}"/>
          </ac:inkMkLst>
        </pc:inkChg>
        <pc:inkChg chg="add">
          <ac:chgData name="Rahul Mishra" userId="57c6469e-ac64-4888-811b-35f0aabddbad" providerId="ADAL" clId="{2587B58E-4F3B-47AB-B3EB-62407C9160B0}" dt="2025-10-05T03:19:03.754" v="921" actId="9405"/>
          <ac:inkMkLst>
            <pc:docMk/>
            <pc:sldMk cId="1682079579" sldId="749"/>
            <ac:inkMk id="48" creationId="{D41644D0-284E-B3C1-B16E-F4910E7CA8C8}"/>
          </ac:inkMkLst>
        </pc:inkChg>
        <pc:inkChg chg="add">
          <ac:chgData name="Rahul Mishra" userId="57c6469e-ac64-4888-811b-35f0aabddbad" providerId="ADAL" clId="{2587B58E-4F3B-47AB-B3EB-62407C9160B0}" dt="2025-10-05T03:19:04.202" v="922" actId="9405"/>
          <ac:inkMkLst>
            <pc:docMk/>
            <pc:sldMk cId="1682079579" sldId="749"/>
            <ac:inkMk id="49" creationId="{44F0CFA5-38D1-A612-033B-E99648E5A328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50" creationId="{FB2AFE07-11D4-EE2C-E56C-01F9C1580C8E}"/>
          </ac:inkMkLst>
        </pc:inkChg>
        <pc:inkChg chg="add mod">
          <ac:chgData name="Rahul Mishra" userId="57c6469e-ac64-4888-811b-35f0aabddbad" providerId="ADAL" clId="{2587B58E-4F3B-47AB-B3EB-62407C9160B0}" dt="2025-10-05T03:19:06.104" v="926"/>
          <ac:inkMkLst>
            <pc:docMk/>
            <pc:sldMk cId="1682079579" sldId="749"/>
            <ac:inkMk id="51" creationId="{88E29465-C977-F777-E196-A599D8D3E442}"/>
          </ac:inkMkLst>
        </pc:inkChg>
        <pc:inkChg chg="add">
          <ac:chgData name="Rahul Mishra" userId="57c6469e-ac64-4888-811b-35f0aabddbad" providerId="ADAL" clId="{2587B58E-4F3B-47AB-B3EB-62407C9160B0}" dt="2025-10-05T03:19:05.502" v="925" actId="9405"/>
          <ac:inkMkLst>
            <pc:docMk/>
            <pc:sldMk cId="1682079579" sldId="749"/>
            <ac:inkMk id="52" creationId="{2474F003-3838-BCBB-7D7F-B98CD069EA7D}"/>
          </ac:inkMkLst>
        </pc:inkChg>
        <pc:inkChg chg="add mod">
          <ac:chgData name="Rahul Mishra" userId="57c6469e-ac64-4888-811b-35f0aabddbad" providerId="ADAL" clId="{2587B58E-4F3B-47AB-B3EB-62407C9160B0}" dt="2025-10-05T03:19:09.509" v="929"/>
          <ac:inkMkLst>
            <pc:docMk/>
            <pc:sldMk cId="1682079579" sldId="749"/>
            <ac:inkMk id="54" creationId="{F822B88A-E886-ECC9-A021-DE87800CEA2E}"/>
          </ac:inkMkLst>
        </pc:inkChg>
        <pc:inkChg chg="add mod">
          <ac:chgData name="Rahul Mishra" userId="57c6469e-ac64-4888-811b-35f0aabddbad" providerId="ADAL" clId="{2587B58E-4F3B-47AB-B3EB-62407C9160B0}" dt="2025-10-05T03:19:09.509" v="929"/>
          <ac:inkMkLst>
            <pc:docMk/>
            <pc:sldMk cId="1682079579" sldId="749"/>
            <ac:inkMk id="55" creationId="{E8DD73AC-898F-A95B-1428-ABF36F16F48A}"/>
          </ac:inkMkLst>
        </pc:inkChg>
        <pc:inkChg chg="add">
          <ac:chgData name="Rahul Mishra" userId="57c6469e-ac64-4888-811b-35f0aabddbad" providerId="ADAL" clId="{2587B58E-4F3B-47AB-B3EB-62407C9160B0}" dt="2025-10-05T03:19:10.315" v="930" actId="9405"/>
          <ac:inkMkLst>
            <pc:docMk/>
            <pc:sldMk cId="1682079579" sldId="749"/>
            <ac:inkMk id="57" creationId="{844B9571-13CF-A144-B426-292464D53C38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58" creationId="{1B9F333E-65AE-749F-C018-D45D775B0DBD}"/>
          </ac:inkMkLst>
        </pc:inkChg>
        <pc:inkChg chg="add">
          <ac:chgData name="Rahul Mishra" userId="57c6469e-ac64-4888-811b-35f0aabddbad" providerId="ADAL" clId="{2587B58E-4F3B-47AB-B3EB-62407C9160B0}" dt="2025-10-05T03:19:10.690" v="932" actId="9405"/>
          <ac:inkMkLst>
            <pc:docMk/>
            <pc:sldMk cId="1682079579" sldId="749"/>
            <ac:inkMk id="59" creationId="{2CBC5749-55CF-2BA4-A987-E903B5DDFCD1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60" creationId="{C836C28D-F428-5CED-2A86-86214BBA08FB}"/>
          </ac:inkMkLst>
        </pc:inkChg>
        <pc:inkChg chg="add">
          <ac:chgData name="Rahul Mishra" userId="57c6469e-ac64-4888-811b-35f0aabddbad" providerId="ADAL" clId="{2587B58E-4F3B-47AB-B3EB-62407C9160B0}" dt="2025-10-05T03:19:11.389" v="934" actId="9405"/>
          <ac:inkMkLst>
            <pc:docMk/>
            <pc:sldMk cId="1682079579" sldId="749"/>
            <ac:inkMk id="61" creationId="{7786AB39-705F-1495-7F9D-0EB54AC87C17}"/>
          </ac:inkMkLst>
        </pc:inkChg>
        <pc:inkChg chg="add">
          <ac:chgData name="Rahul Mishra" userId="57c6469e-ac64-4888-811b-35f0aabddbad" providerId="ADAL" clId="{2587B58E-4F3B-47AB-B3EB-62407C9160B0}" dt="2025-10-05T03:19:11.573" v="935" actId="9405"/>
          <ac:inkMkLst>
            <pc:docMk/>
            <pc:sldMk cId="1682079579" sldId="749"/>
            <ac:inkMk id="62" creationId="{38583EEE-04C4-807E-8DC7-97495151A980}"/>
          </ac:inkMkLst>
        </pc:inkChg>
        <pc:inkChg chg="add">
          <ac:chgData name="Rahul Mishra" userId="57c6469e-ac64-4888-811b-35f0aabddbad" providerId="ADAL" clId="{2587B58E-4F3B-47AB-B3EB-62407C9160B0}" dt="2025-10-05T03:19:11.741" v="936" actId="9405"/>
          <ac:inkMkLst>
            <pc:docMk/>
            <pc:sldMk cId="1682079579" sldId="749"/>
            <ac:inkMk id="63" creationId="{3C9DF685-65F9-A6A7-6F1F-F83FEFB5F0F1}"/>
          </ac:inkMkLst>
        </pc:inkChg>
        <pc:inkChg chg="add">
          <ac:chgData name="Rahul Mishra" userId="57c6469e-ac64-4888-811b-35f0aabddbad" providerId="ADAL" clId="{2587B58E-4F3B-47AB-B3EB-62407C9160B0}" dt="2025-10-05T03:19:12.142" v="937" actId="9405"/>
          <ac:inkMkLst>
            <pc:docMk/>
            <pc:sldMk cId="1682079579" sldId="749"/>
            <ac:inkMk id="64" creationId="{4033EF17-C2B8-0C4A-4C54-9F894CB14EE2}"/>
          </ac:inkMkLst>
        </pc:inkChg>
        <pc:inkChg chg="add">
          <ac:chgData name="Rahul Mishra" userId="57c6469e-ac64-4888-811b-35f0aabddbad" providerId="ADAL" clId="{2587B58E-4F3B-47AB-B3EB-62407C9160B0}" dt="2025-10-05T03:19:12.341" v="938" actId="9405"/>
          <ac:inkMkLst>
            <pc:docMk/>
            <pc:sldMk cId="1682079579" sldId="749"/>
            <ac:inkMk id="65" creationId="{31E6826D-2C11-4974-30C5-E7650BB179C8}"/>
          </ac:inkMkLst>
        </pc:inkChg>
        <pc:inkChg chg="add">
          <ac:chgData name="Rahul Mishra" userId="57c6469e-ac64-4888-811b-35f0aabddbad" providerId="ADAL" clId="{2587B58E-4F3B-47AB-B3EB-62407C9160B0}" dt="2025-10-05T03:19:12.527" v="939" actId="9405"/>
          <ac:inkMkLst>
            <pc:docMk/>
            <pc:sldMk cId="1682079579" sldId="749"/>
            <ac:inkMk id="66" creationId="{231ACFF3-D108-C3C7-56D4-0384C9D371B3}"/>
          </ac:inkMkLst>
        </pc:inkChg>
        <pc:inkChg chg="add">
          <ac:chgData name="Rahul Mishra" userId="57c6469e-ac64-4888-811b-35f0aabddbad" providerId="ADAL" clId="{2587B58E-4F3B-47AB-B3EB-62407C9160B0}" dt="2025-10-05T03:19:12.681" v="940" actId="9405"/>
          <ac:inkMkLst>
            <pc:docMk/>
            <pc:sldMk cId="1682079579" sldId="749"/>
            <ac:inkMk id="67" creationId="{A67F33EB-EAAB-D5CB-08B9-1977BCCCD06B}"/>
          </ac:inkMkLst>
        </pc:inkChg>
        <pc:inkChg chg="add">
          <ac:chgData name="Rahul Mishra" userId="57c6469e-ac64-4888-811b-35f0aabddbad" providerId="ADAL" clId="{2587B58E-4F3B-47AB-B3EB-62407C9160B0}" dt="2025-10-05T03:19:13.021" v="941" actId="9405"/>
          <ac:inkMkLst>
            <pc:docMk/>
            <pc:sldMk cId="1682079579" sldId="749"/>
            <ac:inkMk id="68" creationId="{A170E413-2947-7663-8373-1EA7AD60C19F}"/>
          </ac:inkMkLst>
        </pc:inkChg>
        <pc:inkChg chg="add">
          <ac:chgData name="Rahul Mishra" userId="57c6469e-ac64-4888-811b-35f0aabddbad" providerId="ADAL" clId="{2587B58E-4F3B-47AB-B3EB-62407C9160B0}" dt="2025-10-05T03:19:13.625" v="942" actId="9405"/>
          <ac:inkMkLst>
            <pc:docMk/>
            <pc:sldMk cId="1682079579" sldId="749"/>
            <ac:inkMk id="69" creationId="{4B012F62-6C29-9154-7432-2934B91C7862}"/>
          </ac:inkMkLst>
        </pc:inkChg>
        <pc:inkChg chg="add">
          <ac:chgData name="Rahul Mishra" userId="57c6469e-ac64-4888-811b-35f0aabddbad" providerId="ADAL" clId="{2587B58E-4F3B-47AB-B3EB-62407C9160B0}" dt="2025-10-05T03:19:13.814" v="943" actId="9405"/>
          <ac:inkMkLst>
            <pc:docMk/>
            <pc:sldMk cId="1682079579" sldId="749"/>
            <ac:inkMk id="70" creationId="{2D8C3A5E-5E10-6F73-B3D3-88077E7917AF}"/>
          </ac:inkMkLst>
        </pc:inkChg>
        <pc:inkChg chg="add">
          <ac:chgData name="Rahul Mishra" userId="57c6469e-ac64-4888-811b-35f0aabddbad" providerId="ADAL" clId="{2587B58E-4F3B-47AB-B3EB-62407C9160B0}" dt="2025-10-05T03:19:13.965" v="944" actId="9405"/>
          <ac:inkMkLst>
            <pc:docMk/>
            <pc:sldMk cId="1682079579" sldId="749"/>
            <ac:inkMk id="71" creationId="{27794EAA-F4FE-8C77-174F-9C59507C77CD}"/>
          </ac:inkMkLst>
        </pc:inkChg>
        <pc:inkChg chg="add">
          <ac:chgData name="Rahul Mishra" userId="57c6469e-ac64-4888-811b-35f0aabddbad" providerId="ADAL" clId="{2587B58E-4F3B-47AB-B3EB-62407C9160B0}" dt="2025-10-05T03:19:14.103" v="945" actId="9405"/>
          <ac:inkMkLst>
            <pc:docMk/>
            <pc:sldMk cId="1682079579" sldId="749"/>
            <ac:inkMk id="72" creationId="{6CDB4EA5-FDDD-84EC-8F27-BEE64B2DBA70}"/>
          </ac:inkMkLst>
        </pc:inkChg>
        <pc:inkChg chg="add">
          <ac:chgData name="Rahul Mishra" userId="57c6469e-ac64-4888-811b-35f0aabddbad" providerId="ADAL" clId="{2587B58E-4F3B-47AB-B3EB-62407C9160B0}" dt="2025-10-05T03:19:14.477" v="946" actId="9405"/>
          <ac:inkMkLst>
            <pc:docMk/>
            <pc:sldMk cId="1682079579" sldId="749"/>
            <ac:inkMk id="73" creationId="{0D462995-A843-E7D9-224E-39BED681DF79}"/>
          </ac:inkMkLst>
        </pc:inkChg>
        <pc:inkChg chg="add">
          <ac:chgData name="Rahul Mishra" userId="57c6469e-ac64-4888-811b-35f0aabddbad" providerId="ADAL" clId="{2587B58E-4F3B-47AB-B3EB-62407C9160B0}" dt="2025-10-05T03:19:14.601" v="947" actId="9405"/>
          <ac:inkMkLst>
            <pc:docMk/>
            <pc:sldMk cId="1682079579" sldId="749"/>
            <ac:inkMk id="74" creationId="{DC8B0F8E-4ED6-AFFA-71FA-B7BC3FD4CB98}"/>
          </ac:inkMkLst>
        </pc:inkChg>
        <pc:inkChg chg="add mod">
          <ac:chgData name="Rahul Mishra" userId="57c6469e-ac64-4888-811b-35f0aabddbad" providerId="ADAL" clId="{2587B58E-4F3B-47AB-B3EB-62407C9160B0}" dt="2025-10-05T03:19:16.372" v="952"/>
          <ac:inkMkLst>
            <pc:docMk/>
            <pc:sldMk cId="1682079579" sldId="749"/>
            <ac:inkMk id="75" creationId="{1EF049A1-9A23-0F80-C800-6C9AC761B56A}"/>
          </ac:inkMkLst>
        </pc:inkChg>
        <pc:inkChg chg="add">
          <ac:chgData name="Rahul Mishra" userId="57c6469e-ac64-4888-811b-35f0aabddbad" providerId="ADAL" clId="{2587B58E-4F3B-47AB-B3EB-62407C9160B0}" dt="2025-10-05T03:19:15.160" v="949" actId="9405"/>
          <ac:inkMkLst>
            <pc:docMk/>
            <pc:sldMk cId="1682079579" sldId="749"/>
            <ac:inkMk id="76" creationId="{EF3C7B60-23C3-E3F0-31A4-5074827C8046}"/>
          </ac:inkMkLst>
        </pc:inkChg>
        <pc:inkChg chg="add">
          <ac:chgData name="Rahul Mishra" userId="57c6469e-ac64-4888-811b-35f0aabddbad" providerId="ADAL" clId="{2587B58E-4F3B-47AB-B3EB-62407C9160B0}" dt="2025-10-05T03:19:15.313" v="950" actId="9405"/>
          <ac:inkMkLst>
            <pc:docMk/>
            <pc:sldMk cId="1682079579" sldId="749"/>
            <ac:inkMk id="77" creationId="{B1E33108-114A-939A-462F-57AB4C08A91D}"/>
          </ac:inkMkLst>
        </pc:inkChg>
        <pc:inkChg chg="add">
          <ac:chgData name="Rahul Mishra" userId="57c6469e-ac64-4888-811b-35f0aabddbad" providerId="ADAL" clId="{2587B58E-4F3B-47AB-B3EB-62407C9160B0}" dt="2025-10-05T03:19:15.454" v="951" actId="9405"/>
          <ac:inkMkLst>
            <pc:docMk/>
            <pc:sldMk cId="1682079579" sldId="749"/>
            <ac:inkMk id="78" creationId="{72B872A9-18F2-2DE4-C531-C72170E5FA99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81" creationId="{7081774E-0BF8-03AE-37B1-1F65B5044E33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82" creationId="{120B2359-E678-21BA-21DC-AA1231EA9FCE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83" creationId="{2E6566EF-27CE-5483-F5DA-3EB5D97E972E}"/>
          </ac:inkMkLst>
        </pc:inkChg>
        <pc:inkChg chg="add mod">
          <ac:chgData name="Rahul Mishra" userId="57c6469e-ac64-4888-811b-35f0aabddbad" providerId="ADAL" clId="{2587B58E-4F3B-47AB-B3EB-62407C9160B0}" dt="2025-10-05T03:19:31.347" v="983"/>
          <ac:inkMkLst>
            <pc:docMk/>
            <pc:sldMk cId="1682079579" sldId="749"/>
            <ac:inkMk id="84" creationId="{9557AA26-7254-6C43-FF69-86EF96BC6C0F}"/>
          </ac:inkMkLst>
        </pc:inkChg>
        <pc:inkChg chg="add mod">
          <ac:chgData name="Rahul Mishra" userId="57c6469e-ac64-4888-811b-35f0aabddbad" providerId="ADAL" clId="{2587B58E-4F3B-47AB-B3EB-62407C9160B0}" dt="2025-10-05T03:19:22.841" v="962"/>
          <ac:inkMkLst>
            <pc:docMk/>
            <pc:sldMk cId="1682079579" sldId="749"/>
            <ac:inkMk id="86" creationId="{4AF6A05B-AE90-A423-53BC-33318CDD5191}"/>
          </ac:inkMkLst>
        </pc:inkChg>
        <pc:inkChg chg="add mod">
          <ac:chgData name="Rahul Mishra" userId="57c6469e-ac64-4888-811b-35f0aabddbad" providerId="ADAL" clId="{2587B58E-4F3B-47AB-B3EB-62407C9160B0}" dt="2025-10-05T03:19:31.347" v="983"/>
          <ac:inkMkLst>
            <pc:docMk/>
            <pc:sldMk cId="1682079579" sldId="749"/>
            <ac:inkMk id="87" creationId="{F9F6B55D-CABC-2C46-3F9F-786AB09DF0BC}"/>
          </ac:inkMkLst>
        </pc:inkChg>
        <pc:inkChg chg="add mod">
          <ac:chgData name="Rahul Mishra" userId="57c6469e-ac64-4888-811b-35f0aabddbad" providerId="ADAL" clId="{2587B58E-4F3B-47AB-B3EB-62407C9160B0}" dt="2025-10-05T03:19:31.347" v="983"/>
          <ac:inkMkLst>
            <pc:docMk/>
            <pc:sldMk cId="1682079579" sldId="749"/>
            <ac:inkMk id="88" creationId="{1203812E-657D-28F2-7F2A-2CB10E9143DB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89" creationId="{8F7A3EE3-2075-9EE5-0D1D-49F24B509023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91" creationId="{92D5CE92-9A82-53D7-8C19-BCAFB0A467D2}"/>
          </ac:inkMkLst>
        </pc:inkChg>
        <pc:inkChg chg="add">
          <ac:chgData name="Rahul Mishra" userId="57c6469e-ac64-4888-811b-35f0aabddbad" providerId="ADAL" clId="{2587B58E-4F3B-47AB-B3EB-62407C9160B0}" dt="2025-10-05T03:19:23.313" v="964" actId="9405"/>
          <ac:inkMkLst>
            <pc:docMk/>
            <pc:sldMk cId="1682079579" sldId="749"/>
            <ac:inkMk id="92" creationId="{BDC5F09F-CD46-7A28-4F94-54B7E6F4137B}"/>
          </ac:inkMkLst>
        </pc:inkChg>
        <pc:inkChg chg="add mod">
          <ac:chgData name="Rahul Mishra" userId="57c6469e-ac64-4888-811b-35f0aabddbad" providerId="ADAL" clId="{2587B58E-4F3B-47AB-B3EB-62407C9160B0}" dt="2025-10-05T03:19:25.757" v="968"/>
          <ac:inkMkLst>
            <pc:docMk/>
            <pc:sldMk cId="1682079579" sldId="749"/>
            <ac:inkMk id="93" creationId="{8E20B0BC-8C27-8F3A-5124-2233227B953E}"/>
          </ac:inkMkLst>
        </pc:inkChg>
        <pc:inkChg chg="add">
          <ac:chgData name="Rahul Mishra" userId="57c6469e-ac64-4888-811b-35f0aabddbad" providerId="ADAL" clId="{2587B58E-4F3B-47AB-B3EB-62407C9160B0}" dt="2025-10-05T03:19:24.655" v="967" actId="9405"/>
          <ac:inkMkLst>
            <pc:docMk/>
            <pc:sldMk cId="1682079579" sldId="749"/>
            <ac:inkMk id="95" creationId="{7C72C763-901F-406D-4B55-1E510D3B3DF7}"/>
          </ac:inkMkLst>
        </pc:inkChg>
        <pc:inkChg chg="add">
          <ac:chgData name="Rahul Mishra" userId="57c6469e-ac64-4888-811b-35f0aabddbad" providerId="ADAL" clId="{2587B58E-4F3B-47AB-B3EB-62407C9160B0}" dt="2025-10-05T03:19:26.376" v="969" actId="9405"/>
          <ac:inkMkLst>
            <pc:docMk/>
            <pc:sldMk cId="1682079579" sldId="749"/>
            <ac:inkMk id="97" creationId="{368CBEAF-31EC-5545-6DB5-5F1CEA745D89}"/>
          </ac:inkMkLst>
        </pc:inkChg>
        <pc:inkChg chg="add">
          <ac:chgData name="Rahul Mishra" userId="57c6469e-ac64-4888-811b-35f0aabddbad" providerId="ADAL" clId="{2587B58E-4F3B-47AB-B3EB-62407C9160B0}" dt="2025-10-05T03:19:26.627" v="970" actId="9405"/>
          <ac:inkMkLst>
            <pc:docMk/>
            <pc:sldMk cId="1682079579" sldId="749"/>
            <ac:inkMk id="98" creationId="{6F5A10F9-2311-06C4-DC32-722007AAF634}"/>
          </ac:inkMkLst>
        </pc:inkChg>
        <pc:inkChg chg="add">
          <ac:chgData name="Rahul Mishra" userId="57c6469e-ac64-4888-811b-35f0aabddbad" providerId="ADAL" clId="{2587B58E-4F3B-47AB-B3EB-62407C9160B0}" dt="2025-10-05T03:19:27.043" v="971" actId="9405"/>
          <ac:inkMkLst>
            <pc:docMk/>
            <pc:sldMk cId="1682079579" sldId="749"/>
            <ac:inkMk id="99" creationId="{ED849F06-13A2-3595-B962-06D5A7FF8F9F}"/>
          </ac:inkMkLst>
        </pc:inkChg>
        <pc:inkChg chg="add">
          <ac:chgData name="Rahul Mishra" userId="57c6469e-ac64-4888-811b-35f0aabddbad" providerId="ADAL" clId="{2587B58E-4F3B-47AB-B3EB-62407C9160B0}" dt="2025-10-05T03:19:27.457" v="972" actId="9405"/>
          <ac:inkMkLst>
            <pc:docMk/>
            <pc:sldMk cId="1682079579" sldId="749"/>
            <ac:inkMk id="100" creationId="{28833CB2-020B-AE35-5ED3-F84AF8E9BFC0}"/>
          </ac:inkMkLst>
        </pc:inkChg>
        <pc:inkChg chg="add">
          <ac:chgData name="Rahul Mishra" userId="57c6469e-ac64-4888-811b-35f0aabddbad" providerId="ADAL" clId="{2587B58E-4F3B-47AB-B3EB-62407C9160B0}" dt="2025-10-05T03:19:27.830" v="973" actId="9405"/>
          <ac:inkMkLst>
            <pc:docMk/>
            <pc:sldMk cId="1682079579" sldId="749"/>
            <ac:inkMk id="101" creationId="{3E3F0AD9-D170-BA57-F4FE-D1CA0C70988A}"/>
          </ac:inkMkLst>
        </pc:inkChg>
        <pc:inkChg chg="add mod">
          <ac:chgData name="Rahul Mishra" userId="57c6469e-ac64-4888-811b-35f0aabddbad" providerId="ADAL" clId="{2587B58E-4F3B-47AB-B3EB-62407C9160B0}" dt="2025-10-05T03:19:31.347" v="983"/>
          <ac:inkMkLst>
            <pc:docMk/>
            <pc:sldMk cId="1682079579" sldId="749"/>
            <ac:inkMk id="102" creationId="{AE19761E-EFAC-E842-E020-47194A5EC2B8}"/>
          </ac:inkMkLst>
        </pc:inkChg>
        <pc:inkChg chg="add">
          <ac:chgData name="Rahul Mishra" userId="57c6469e-ac64-4888-811b-35f0aabddbad" providerId="ADAL" clId="{2587B58E-4F3B-47AB-B3EB-62407C9160B0}" dt="2025-10-05T03:19:28.231" v="975" actId="9405"/>
          <ac:inkMkLst>
            <pc:docMk/>
            <pc:sldMk cId="1682079579" sldId="749"/>
            <ac:inkMk id="103" creationId="{ED389FB1-FF31-F8B2-FEC6-5A8788C53AA2}"/>
          </ac:inkMkLst>
        </pc:inkChg>
        <pc:inkChg chg="add">
          <ac:chgData name="Rahul Mishra" userId="57c6469e-ac64-4888-811b-35f0aabddbad" providerId="ADAL" clId="{2587B58E-4F3B-47AB-B3EB-62407C9160B0}" dt="2025-10-05T03:19:28.385" v="976" actId="9405"/>
          <ac:inkMkLst>
            <pc:docMk/>
            <pc:sldMk cId="1682079579" sldId="749"/>
            <ac:inkMk id="104" creationId="{FF3DB4C2-94DA-30AE-3D12-B1A796E30494}"/>
          </ac:inkMkLst>
        </pc:inkChg>
        <pc:inkChg chg="add">
          <ac:chgData name="Rahul Mishra" userId="57c6469e-ac64-4888-811b-35f0aabddbad" providerId="ADAL" clId="{2587B58E-4F3B-47AB-B3EB-62407C9160B0}" dt="2025-10-05T03:19:28.758" v="977" actId="9405"/>
          <ac:inkMkLst>
            <pc:docMk/>
            <pc:sldMk cId="1682079579" sldId="749"/>
            <ac:inkMk id="105" creationId="{54BEF8BF-1423-0EED-778A-5CAC7FA4A10F}"/>
          </ac:inkMkLst>
        </pc:inkChg>
        <pc:inkChg chg="add">
          <ac:chgData name="Rahul Mishra" userId="57c6469e-ac64-4888-811b-35f0aabddbad" providerId="ADAL" clId="{2587B58E-4F3B-47AB-B3EB-62407C9160B0}" dt="2025-10-05T03:19:29.483" v="978" actId="9405"/>
          <ac:inkMkLst>
            <pc:docMk/>
            <pc:sldMk cId="1682079579" sldId="749"/>
            <ac:inkMk id="106" creationId="{86E90BD8-9C6A-8A0C-AD23-6BDC16F1CE3F}"/>
          </ac:inkMkLst>
        </pc:inkChg>
        <pc:inkChg chg="add">
          <ac:chgData name="Rahul Mishra" userId="57c6469e-ac64-4888-811b-35f0aabddbad" providerId="ADAL" clId="{2587B58E-4F3B-47AB-B3EB-62407C9160B0}" dt="2025-10-05T03:19:29.914" v="979" actId="9405"/>
          <ac:inkMkLst>
            <pc:docMk/>
            <pc:sldMk cId="1682079579" sldId="749"/>
            <ac:inkMk id="107" creationId="{D2BB65F3-06A2-75FD-753B-88C79E9E2E0E}"/>
          </ac:inkMkLst>
        </pc:inkChg>
        <pc:inkChg chg="add">
          <ac:chgData name="Rahul Mishra" userId="57c6469e-ac64-4888-811b-35f0aabddbad" providerId="ADAL" clId="{2587B58E-4F3B-47AB-B3EB-62407C9160B0}" dt="2025-10-05T03:19:30.071" v="980" actId="9405"/>
          <ac:inkMkLst>
            <pc:docMk/>
            <pc:sldMk cId="1682079579" sldId="749"/>
            <ac:inkMk id="108" creationId="{FC8F34B2-690C-DD93-4E2B-CCEE0E4297D5}"/>
          </ac:inkMkLst>
        </pc:inkChg>
        <pc:inkChg chg="add">
          <ac:chgData name="Rahul Mishra" userId="57c6469e-ac64-4888-811b-35f0aabddbad" providerId="ADAL" clId="{2587B58E-4F3B-47AB-B3EB-62407C9160B0}" dt="2025-10-05T03:19:30.271" v="981" actId="9405"/>
          <ac:inkMkLst>
            <pc:docMk/>
            <pc:sldMk cId="1682079579" sldId="749"/>
            <ac:inkMk id="109" creationId="{ADACF505-8C56-5C04-1814-AAF2D1E47E2C}"/>
          </ac:inkMkLst>
        </pc:inkChg>
        <pc:inkChg chg="add">
          <ac:chgData name="Rahul Mishra" userId="57c6469e-ac64-4888-811b-35f0aabddbad" providerId="ADAL" clId="{2587B58E-4F3B-47AB-B3EB-62407C9160B0}" dt="2025-10-05T03:19:30.641" v="982" actId="9405"/>
          <ac:inkMkLst>
            <pc:docMk/>
            <pc:sldMk cId="1682079579" sldId="749"/>
            <ac:inkMk id="110" creationId="{CE68F13E-C55C-1D31-2BF8-2018D18B6A78}"/>
          </ac:inkMkLst>
        </pc:inkChg>
        <pc:inkChg chg="add mod">
          <ac:chgData name="Rahul Mishra" userId="57c6469e-ac64-4888-811b-35f0aabddbad" providerId="ADAL" clId="{2587B58E-4F3B-47AB-B3EB-62407C9160B0}" dt="2025-10-05T03:19:41.542" v="987"/>
          <ac:inkMkLst>
            <pc:docMk/>
            <pc:sldMk cId="1682079579" sldId="749"/>
            <ac:inkMk id="112" creationId="{3D7D3D16-801C-A3B3-3E03-3845FC42CCB6}"/>
          </ac:inkMkLst>
        </pc:inkChg>
        <pc:inkChg chg="add mod">
          <ac:chgData name="Rahul Mishra" userId="57c6469e-ac64-4888-811b-35f0aabddbad" providerId="ADAL" clId="{2587B58E-4F3B-47AB-B3EB-62407C9160B0}" dt="2025-10-05T03:19:41.542" v="987"/>
          <ac:inkMkLst>
            <pc:docMk/>
            <pc:sldMk cId="1682079579" sldId="749"/>
            <ac:inkMk id="113" creationId="{8EB48941-C4E6-A294-0CF4-3BDAF71C900C}"/>
          </ac:inkMkLst>
        </pc:inkChg>
        <pc:inkChg chg="add mod">
          <ac:chgData name="Rahul Mishra" userId="57c6469e-ac64-4888-811b-35f0aabddbad" providerId="ADAL" clId="{2587B58E-4F3B-47AB-B3EB-62407C9160B0}" dt="2025-10-05T03:19:41.542" v="987"/>
          <ac:inkMkLst>
            <pc:docMk/>
            <pc:sldMk cId="1682079579" sldId="749"/>
            <ac:inkMk id="114" creationId="{8AE358CD-6D7C-FCB3-A590-B2E3FCDFF2C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29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58 3248 0 0,'50'-37'3277'0'0,"-48"36"-2930"0"0,18-15 2372 0 0,-16 13 1836 0 0,-58 37-4022 0 0,2 3 0 0 0,1 1 0 0 0,-62 62 0 0 0,94-83-405 0 0,-178 185 1410 0 0,189-195-1529 0 0,0 1-801 0 0,0-1 0 0 0,-1 1-1 0 0,-1-2 1 0 0,-16 11 0 0 0,22-15-1240 0 0,-12 0-4890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2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0 136 7353 0 0,'10'-23'1121'0'0,"-2"0"0"0"0,-1-1 0 0 0,6-32 1 0 0,-12 53-836 0 0,-1 0 60 0 0,0 4-330 0 0,0-1-1 0 0,1 0 1 0 0,-1 0 0 0 0,0 0-1 0 0,0 0 1 0 0,0 0 0 0 0,0 1-1 0 0,0-1 1 0 0,0 0 0 0 0,1 0-1 0 0,-1 0 1 0 0,0 0 0 0 0,0 0-1 0 0,0 0 1 0 0,0 0 0 0 0,1 0 0 0 0,-1 1-1 0 0,0-1 1 0 0,0 0 0 0 0,0 0-1 0 0,1 0 1 0 0,-1 0 0 0 0,0 0-1 0 0,0 0 1 0 0,0 0 0 0 0,0 0-1 0 0,1 0 1 0 0,-1 0 0 0 0,0 0-1 0 0,0 0 1 0 0,0 0 0 0 0,1 0-1 0 0,-1-1 1 0 0,0 1 0 0 0,0 0-1 0 0,0 0 1 0 0,0 0 0 0 0,1 0-1 0 0,-1 0 1 0 0,0 0 0 0 0,0 0 0 0 0,0 0-1 0 0,0-1 1 0 0,0 1 0 0 0,1 0-1 0 0,-1 0 1 0 0,0 0 0 0 0,0 0-1 0 0,0-1 1 0 0,0 1 0 0 0,0 0-1 0 0,0 0 1 0 0,0 0 0 0 0,0 0-1 0 0,0-1 1 0 0,0 1 0 0 0,0 0-1 0 0,0 0 1 0 0,0 0 0 0 0,0-1-1 0 0,0 1 1 0 0,0 0 0 0 0,0 0-1 0 0,0 0 1 0 0,0 0 0 0 0,0-1 0 0 0,0 1-1 0 0,0 0 1 0 0,27 31 117 0 0,-1 1 0 0 0,25 41 0 0 0,16 21-8 0 0,53 46 69 0 0,44 59 72 0 0,-161-194-1078 0 0,15 22 2328 0 0,-15-17-4480 0 0,-1-2-4634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0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66 7109 0 0,'3'-51'1599'0'0,"-4"37"2081"0"0,-30 244-1062 0 0,-8 68-236 0 0,-21 208 941 0 0,59-500-3325 0 0,-43 226-66 0 0,33-251-12933 0 0,10 14 7217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0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29 10665 0 0,'-1'0'50'0'0,"1"0"-1"0"0,-1 0 1 0 0,1-1 0 0 0,-1 1-1 0 0,1 0 1 0 0,-1 0 0 0 0,1-1-1 0 0,0 1 1 0 0,-1 0 0 0 0,1-1 0 0 0,-1 1-1 0 0,1-1 1 0 0,0 1 0 0 0,0-1-1 0 0,-1 1 1 0 0,1 0 0 0 0,0-1-1 0 0,0 1 1 0 0,-1-1 0 0 0,1 1-1 0 0,0-1 1 0 0,0 1 0 0 0,0-1 0 0 0,0 0-1 0 0,0 1 1 0 0,0-1 0 0 0,0 1-1 0 0,0-1 1 0 0,0 1 0 0 0,0-1-1 0 0,0 1 1 0 0,0-1 0 0 0,0 1-1 0 0,0-1 1 0 0,0 1 0 0 0,1-1 0 0 0,-1 1-1 0 0,0-1 1 0 0,0 1 0 0 0,1-1-1 0 0,-1 0 1 0 0,27-7 823 0 0,45 7-238 0 0,-68 1-486 0 0,576 34 2117 0 0,-400-37 592 0 0,-171 4-2547 0 0,-4 1-2890 0 0,3-2-8331 0 0,8 0 6411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2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55 162 8945 0 0,'28'-91'2627'0'0,"-5"22"2995"0"0,-23 67-3513 0 0,-16 302 1735 0 0,3-122-2654 0 0,10-145-970 0 0,0-1 0 0 0,-11 42 0 0 0,-3-18-2506 0 0,16-56 2061 0 0,1 0 0 0 0,0 1 0 0 0,0-1 0 0 0,0 1 1 0 0,-1-1-1 0 0,1 1 0 0 0,0-1 0 0 0,0 0 0 0 0,-1 1 1 0 0,1-1-1 0 0,0 0 0 0 0,-1 1 0 0 0,1-1 0 0 0,0 0 1 0 0,-1 1-1 0 0,1-1 0 0 0,0 0 0 0 0,-1 0 0 0 0,1 0 0 0 0,-1 1 1 0 0,1-1-1 0 0,-1 0 0 0 0,1 0 0 0 0,-1 0 0 0 0,1 0 1 0 0,0 0-1 0 0,-1 0 0 0 0,1 0 0 0 0,-1 0 0 0 0,1 0 1 0 0,-1 0-1 0 0,1 0 0 0 0,-1 0 0 0 0,1 0 0 0 0,-1 0 0 0 0,1 0 1 0 0,-1 0-1 0 0,1 0 0 0 0,0-1 0 0 0,-1 1 0 0 0,1 0 1 0 0,-1 0-1 0 0,1-1 0 0 0,-1 1 0 0 0,-9-8-4998 0 0,6 5 5022 0 0,4 2 416 0 0,-7-11-5744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2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11241 0 0,'4'-10'316'0'0,"1"0"0"0"0,0 1 0 0 0,0-1 0 0 0,10-12 0 0 0,-12 18-124 0 0,1 1 1 0 0,0-1 0 0 0,0 1 0 0 0,0 0-1 0 0,0 0 1 0 0,1 0 0 0 0,-1 1 0 0 0,1 0-1 0 0,-1-1 1 0 0,1 2 0 0 0,9-4-1 0 0,-4 3 16 0 0,0 1 0 0 0,1-1 0 0 0,-1 2 0 0 0,1-1 0 0 0,0 2 0 0 0,-1-1 0 0 0,1 1 0 0 0,-1 1 0 0 0,0 0 0 0 0,1 0 0 0 0,-1 1 0 0 0,0 0 0 0 0,0 1 0 0 0,-1 0 0 0 0,1 1 0 0 0,11 7 0 0 0,2 2 10 0 0,-1 1 1 0 0,0 1-1 0 0,0 2 0 0 0,-2-1 0 0 0,21 25 0 0 0,-15-12-7 0 0,-1 1 0 0 0,-1 1 0 0 0,-1 1 0 0 0,-3 1 0 0 0,33 71 0 0 0,-43-80-52 0 0,-1 1 0 0 0,-1 0 0 0 0,-1 0 1 0 0,-2 1-1 0 0,0-1 0 0 0,-2 1 1 0 0,-1 0-1 0 0,-1 1 0 0 0,-4 44 1 0 0,-1-52-3 0 0,0 1 0 0 0,-1-1 1 0 0,-2 0-1 0 0,0-1 0 0 0,-1 0 0 0 0,0 0 1 0 0,-2-1-1 0 0,0 0 0 0 0,-2 0 1 0 0,-13 17-1 0 0,8-14 24 0 0,-1 0 1 0 0,-1-1-1 0 0,-1-1 1 0 0,0-1-1 0 0,-2-1 1 0 0,0-1 0 0 0,-30 17-1 0 0,41-27-109 0 0,-2-1 1 0 0,1 0-1 0 0,-1-1 0 0 0,1 0 1 0 0,-1-1-1 0 0,0 0 1 0 0,0-1-1 0 0,-1-1 0 0 0,-14 0 1 0 0,17-1-377 0 0,0 0 0 0 0,0-1 0 0 0,1-1 1 0 0,-21-5-1 0 0,24 5-416 0 0,0-1 0 0 0,1 0 0 0 0,-1 0 0 0 0,1 0-1 0 0,-1-1 1 0 0,1 0 0 0 0,-10-9 0 0 0,15 13-389 0 0,-8-11-1929 0 0,20-5-10422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2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87 10845 0 0,'2'-6'67'0'0,"1"0"1"0"0,0 0-1 0 0,0 1 0 0 0,0-1 0 0 0,1 1 1 0 0,0 0-1 0 0,0 0 0 0 0,1 0 0 0 0,-1 1 1 0 0,1-1-1 0 0,0 1 0 0 0,0 0 0 0 0,0 0 1 0 0,1 1-1 0 0,-1 0 0 0 0,1 0 1 0 0,7-3-1 0 0,-10 5-1 0 0,0 1-1 0 0,0-1 1 0 0,0 1 0 0 0,-1 0 0 0 0,1 0-1 0 0,0 0 1 0 0,0 0 0 0 0,0 1 0 0 0,0-1 0 0 0,0 1-1 0 0,0 0 1 0 0,0-1 0 0 0,-1 1 0 0 0,1 0-1 0 0,0 1 1 0 0,-1-1 0 0 0,1 0 0 0 0,-1 1-1 0 0,1 0 1 0 0,2 2 0 0 0,1 1 90 0 0,0 0-1 0 0,0 1 1 0 0,0 0 0 0 0,-1 0 0 0 0,8 11-1 0 0,-8-9-9 0 0,0 2 0 0 0,-1-1 0 0 0,0 0 0 0 0,0 1 0 0 0,-1 0 0 0 0,0 0 0 0 0,-1 0 0 0 0,0 0 0 0 0,-1 0-1 0 0,0 1 1 0 0,0-1 0 0 0,-1 0 0 0 0,-1 1 0 0 0,1-1 0 0 0,-2 0 0 0 0,1 0 0 0 0,-2 0 0 0 0,1 0 0 0 0,-1 0 0 0 0,-1 0 0 0 0,0 0-1 0 0,-6 10 1 0 0,-3 6 251 0 0,-2 0-1 0 0,-1-1 0 0 0,-1 0 0 0 0,-1-1 1 0 0,-2-1-1 0 0,-30 28 0 0 0,42-43-226 0 0,-1 0-1 0 0,0-1 0 0 0,-1 0 1 0 0,0-1-1 0 0,0 0 1 0 0,-1 0-1 0 0,1-1 0 0 0,-1 0 1 0 0,0-1-1 0 0,0-1 1 0 0,-1 1-1 0 0,1-2 0 0 0,-1 0 1 0 0,-12 1-1 0 0,21-3-140 0 0,0 0-1 0 0,0-1 1 0 0,0 0 0 0 0,-1 1 0 0 0,1-1-1 0 0,0-1 1 0 0,0 1 0 0 0,0 0-1 0 0,0-1 1 0 0,1 1 0 0 0,-1-1-1 0 0,0 0 1 0 0,1 0 0 0 0,-1 0-1 0 0,1 0 1 0 0,-1 0 0 0 0,1-1 0 0 0,0 1-1 0 0,0-1 1 0 0,0 1 0 0 0,0-1-1 0 0,1 0 1 0 0,-1 0 0 0 0,-1-6-1 0 0,-1 0 16 0 0,0 0 0 0 0,1-1 0 0 0,1 1 0 0 0,-1-1 0 0 0,2 0 1 0 0,-2-16-1 0 0,3 3 6 0 0,1-1 1 0 0,1 0-1 0 0,1 0 0 0 0,10-40 1 0 0,-10 51-39 0 0,1 0-1 0 0,1 0 1 0 0,0 0 0 0 0,1 1-1 0 0,0-1 1 0 0,0 1 0 0 0,2 1 0 0 0,-1-1-1 0 0,15-14 1 0 0,-18 22-7 0 0,0 2-1 0 0,0-1 1 0 0,1 0-1 0 0,-1 1 1 0 0,1 0 0 0 0,-1 0-1 0 0,1 0 1 0 0,0 1 0 0 0,0-1-1 0 0,0 1 1 0 0,0 0 0 0 0,0 1-1 0 0,0-1 1 0 0,0 1-1 0 0,0 0 1 0 0,0 0 0 0 0,0 1-1 0 0,0-1 1 0 0,0 1 0 0 0,0 0-1 0 0,0 1 1 0 0,0-1 0 0 0,5 3-1 0 0,38 11 65 0 0,1 2 0 0 0,-2 3 1 0 0,68 38-1 0 0,121 94-394 0 0,-232-149-346 0 0,30 19-1400 0 0,-22-17-2703 0 0,-2-6-4289 0 0,19-11 2998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3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78 12557 0 0,'-7'-31'166'0'0,"-2"-15"3200"0"0,-1 130-1051 0 0,-3 307 1225 0 0,-6 83-951 0 0,-22-122-1136 0 0,27-278-1029 0 0,-3 0-1 0 0,-44 119 0 0 0,45-139-2373 0 0,15-52 658 0 0,5-10-7174 0 0,-2 4 8069 0 0,3-8-1348 0 0,0 0 0 0 0,0 0 0 0 0,3-19 0 0 0,-1-2-4570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3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132 170 11261 0 0,'-85'-78'2149'0'0,"45"43"2189"0"0,39 35-4280 0 0,1 0 0 0 0,-1-1 0 0 0,1 1 0 0 0,-1 0 0 0 0,1-1 0 0 0,0 1 0 0 0,-1 0 0 0 0,1-1 0 0 0,0 1 0 0 0,-1 0 0 0 0,1-1 0 0 0,0 1 0 0 0,0-1 0 0 0,-1 1 0 0 0,1-1 0 0 0,0 1-1 0 0,0-1 1 0 0,0 1 0 0 0,0-1 0 0 0,0 1 0 0 0,0-1 0 0 0,-1 1 0 0 0,1-1 0 0 0,0 1 0 0 0,0-1 0 0 0,0 1 0 0 0,1-1 0 0 0,-1 1 0 0 0,0-1 0 0 0,0 1 0 0 0,0-1 0 0 0,0 1 0 0 0,0-1 0 0 0,1 1 0 0 0,-1 0 0 0 0,0-1 0 0 0,1 0 0 0 0,20-11 633 0 0,27 2-1072 0 0,246-7-12907 0 0,-240 17 8171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3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373 245 10749 0 0,'0'0'306'0'0,"-11"-13"521"0"0,11 13-728 0 0,0 0 0 0 0,0-1-1 0 0,0 1 1 0 0,0 0 0 0 0,0-1 0 0 0,0 1-1 0 0,-1 0 1 0 0,1-1 0 0 0,0 1-1 0 0,0 0 1 0 0,0 0 0 0 0,-1-1-1 0 0,1 1 1 0 0,0 0 0 0 0,-1 0-1 0 0,1-1 1 0 0,0 1 0 0 0,0 0 0 0 0,-1 0-1 0 0,1 0 1 0 0,0-1 0 0 0,-1 1-1 0 0,1 0 1 0 0,0 0 0 0 0,-1 0-1 0 0,1 0 1 0 0,-1 0 0 0 0,1 0-1 0 0,0 0 1 0 0,-1 0 0 0 0,1 0 0 0 0,0 0-1 0 0,-1 0 1 0 0,1 0 0 0 0,0 0-1 0 0,-1 0 1 0 0,1 0 0 0 0,-1 0-1 0 0,1 0 1 0 0,0 1 0 0 0,-1-1-1 0 0,1 0 1 0 0,-1 0 0 0 0,-12 48 1550 0 0,8-27-839 0 0,-1 0 1 0 0,0 0 0 0 0,-2 0-1 0 0,-1 0 1 0 0,-21 36-1 0 0,12-34-149 0 0,0-1 0 0 0,-2 0 0 0 0,0-1 0 0 0,-2-1 0 0 0,0-2 0 0 0,-1 0 0 0 0,-32 19 0 0 0,53-36-583 0 0,1 1-1 0 0,-1-1 0 0 0,0 0 1 0 0,0 0-1 0 0,0 0 0 0 0,0 0 1 0 0,0-1-1 0 0,0 1 0 0 0,0-1 1 0 0,0 1-1 0 0,-1-1 0 0 0,1 1 1 0 0,0-1-1 0 0,0 0 0 0 0,0 0 1 0 0,0 0-1 0 0,-1 0 1 0 0,-2-1-1 0 0,4 0-49 0 0,-1 0 0 0 0,0 0 1 0 0,1 0-1 0 0,0 0 0 0 0,-1 0 0 0 0,1 0 1 0 0,0 0-1 0 0,-1 0 0 0 0,1 0 0 0 0,0-1 1 0 0,0 1-1 0 0,0-1 0 0 0,0 1 0 0 0,0 0 1 0 0,0-1-1 0 0,0 0 0 0 0,0-2 0 0 0,-2-4 21 0 0,1 0 1 0 0,1 0-1 0 0,0 0 0 0 0,0 0 0 0 0,0 0 0 0 0,1 0 0 0 0,0 0 0 0 0,2-10 0 0 0,2-10 57 0 0,2 0 0 0 0,1 1 0 0 0,1 0 0 0 0,1 0 0 0 0,1 1 0 0 0,2 0 0 0 0,15-26 1 0 0,-26 51-101 0 0,1-1 0 0 0,-1 1 0 0 0,1-1 1 0 0,-1 1-1 0 0,1-1 0 0 0,0 1 0 0 0,-1 0 1 0 0,1 0-1 0 0,0 0 0 0 0,0 0 0 0 0,0 0 1 0 0,0 0-1 0 0,0 1 0 0 0,0-1 0 0 0,0 1 1 0 0,0-1-1 0 0,0 1 0 0 0,0 0 0 0 0,0 0 1 0 0,0 0-1 0 0,0 0 0 0 0,0 0 0 0 0,1 0 1 0 0,-1 0-1 0 0,0 1 0 0 0,0-1 0 0 0,0 1 1 0 0,0 0-1 0 0,0-1 0 0 0,3 3 0 0 0,10 3 24 0 0,0 1 0 0 0,28 18 0 0 0,-29-16-7 0 0,245 118 166 0 0,-248-122-148 0 0,0 0 0 0 0,0-1 0 0 0,1-1 0 0 0,-1 0 0 0 0,1 0 0 0 0,0-1 0 0 0,0-1 0 0 0,0 0-1 0 0,0-1 1 0 0,0 0 0 0 0,0 0 0 0 0,0-2 0 0 0,0 1 0 0 0,0-2 0 0 0,-1 1 0 0 0,1-1 0 0 0,-1-1 0 0 0,18-8 0 0 0,-14 3-99 0 0,0 0 0 0 0,-1 0 0 0 0,0-1 0 0 0,0-1 0 0 0,-2 0 0 0 0,1-1 0 0 0,-1 0 0 0 0,-1-1 0 0 0,0 0 0 0 0,-1-1 0 0 0,-1 0 1 0 0,12-24-1 0 0,6-14-1838 0 0,-3-2 1 0 0,20-65 0 0 0,-44 117 1690 0 0,1 0 1 0 0,0 1-1 0 0,-1-1 1 0 0,1 0-1 0 0,-1 0 1 0 0,0 1-1 0 0,0-1 1 0 0,0 0-1 0 0,0 0 1 0 0,0 0-1 0 0,0 0 1 0 0,0 1-1 0 0,0-1 1 0 0,-1 0-1 0 0,1 0 1 0 0,-1-2-1 0 0,0 4-50 0 0,1-1-1 0 0,-1 0 1 0 0,0 1-1 0 0,1-1 0 0 0,-1 0 1 0 0,0 1-1 0 0,1-1 1 0 0,-1 1-1 0 0,0-1 1 0 0,0 1-1 0 0,1 0 1 0 0,-1-1-1 0 0,0 1 1 0 0,0 0-1 0 0,0 0 1 0 0,0-1-1 0 0,1 1 1 0 0,-1 0-1 0 0,0 0 1 0 0,0 0-1 0 0,0 0 1 0 0,0 0-1 0 0,-1 0 0 0 0,-33 9-6338 0 0,14 0 5087 0 0,-31 16-5054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4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598 143 11513 0 0,'40'-21'-374'0'0,"-39"20"555"0"0,0 1 0 0 0,0-1 0 0 0,0 1 0 0 0,0-1 0 0 0,-1 0 0 0 0,1 1 0 0 0,0-1 0 0 0,0 0 0 0 0,-1 1 0 0 0,1-1 0 0 0,0 0 0 0 0,-1 0 0 0 0,1 0 0 0 0,0 1 0 0 0,-1-1 0 0 0,1 0 0 0 0,-1 0 1 0 0,0 0-1 0 0,1 0 0 0 0,-1 0 0 0 0,0 0 0 0 0,1 0 0 0 0,-1 0 0 0 0,0 0 0 0 0,0 0 0 0 0,0 0 0 0 0,0 0 0 0 0,0-2 0 0 0,-1 1 220 0 0,-1-1-36 0 0,-9-7-215 0 0,0 1 0 0 0,0 0 0 0 0,0 1 0 0 0,-1 1 0 0 0,-1 0 0 0 0,1 0 1 0 0,-1 1-1 0 0,0 1 0 0 0,0 0 0 0 0,-1 0 0 0 0,0 2 0 0 0,1 0 0 0 0,-1 0 0 0 0,0 1 0 0 0,-1 1 0 0 0,-25 1 0 0 0,22 0-108 0 0,1 1-1 0 0,0 1 1 0 0,0 0-1 0 0,1 2 1 0 0,-1 0-1 0 0,1 0 1 0 0,-1 2-1 0 0,1 0 1 0 0,1 1-1 0 0,-1 0 1 0 0,1 1-1 0 0,1 1 1 0 0,-27 20-1 0 0,38-26-22 0 0,0 0 0 0 0,0 0 0 0 0,0 0 0 0 0,0 0 0 0 0,1 0 0 0 0,0 0 0 0 0,0 1 0 0 0,-1-1 1 0 0,2 1-1 0 0,-1 0 0 0 0,0-1 0 0 0,1 1 0 0 0,0 0 0 0 0,0 0 0 0 0,0 0 0 0 0,0 0 0 0 0,1 0 0 0 0,-1 0 0 0 0,1 0 0 0 0,0 0 0 0 0,0 1 0 0 0,1-1 0 0 0,-1 0 0 0 0,1 0 0 0 0,0 0 0 0 0,0 0 0 0 0,0-1 0 0 0,1 1 0 0 0,-1 0 0 0 0,1 0 0 0 0,0-1 0 0 0,0 1 0 0 0,0-1 0 0 0,0 1 1 0 0,4 2-1 0 0,10 14 48 0 0,0-1 0 0 0,1-1 0 0 0,2-1 0 0 0,30 24 0 0 0,-31-26-44 0 0,33 23 91 0 0,29 24 57 0 0,-74-56-70 0 0,1 1-1 0 0,-1-1 1 0 0,-1 1 0 0 0,1 0 0 0 0,-1 0 0 0 0,0 1 0 0 0,-1-1 0 0 0,7 14-1 0 0,-11-17-8 0 0,1-1-1 0 0,0 0 0 0 0,-1 1 0 0 0,0-1 0 0 0,0 1 0 0 0,0-1 0 0 0,0 1 0 0 0,-1-1 0 0 0,1 1 1 0 0,-1-1-1 0 0,0 0 0 0 0,0 1 0 0 0,0-1 0 0 0,0 0 0 0 0,0 1 0 0 0,-1-1 0 0 0,0 0 0 0 0,1 0 1 0 0,-1 0-1 0 0,0-1 0 0 0,-1 1 0 0 0,1 0 0 0 0,0-1 0 0 0,-1 1 0 0 0,0-1 0 0 0,1 0 0 0 0,-1 0 1 0 0,-4 3-1 0 0,-6 3 239 0 0,0 0 1 0 0,0 0-1 0 0,0-2 1 0 0,-1 1 0 0 0,-20 5-1 0 0,23-9-180 0 0,-1 0 0 0 0,0-1 0 0 0,0-1-1 0 0,0 0 1 0 0,-1-1 0 0 0,1 0 0 0 0,0-1 0 0 0,0 0 0 0 0,0-1-1 0 0,0 0 1 0 0,-20-7 0 0 0,16 3-254 0 0,0 0 0 0 0,0-1 0 0 0,0 0 0 0 0,1-2 0 0 0,0 0 0 0 0,1 0 0 0 0,-22-19 0 0 0,35 28-133 0 0,0-1 1 0 0,0 0 0 0 0,0 0 0 0 0,0 0 0 0 0,-1 1 0 0 0,1-1 0 0 0,0-1-1 0 0,1 1 1 0 0,-1 0 0 0 0,0 0 0 0 0,0 0 0 0 0,0 0 0 0 0,1 0-1 0 0,-1-1 1 0 0,1 1 0 0 0,-1 0 0 0 0,1-1 0 0 0,-1 1 0 0 0,1 0 0 0 0,0-1-1 0 0,-1 1 1 0 0,1-1 0 0 0,0 1 0 0 0,0 0 0 0 0,0-1 0 0 0,0 1-1 0 0,1-1 1 0 0,-1 1 0 0 0,0 0 0 0 0,0-1 0 0 0,1 1 0 0 0,-1-1 0 0 0,1 1-1 0 0,-1 0 1 0 0,1 0 0 0 0,0-1 0 0 0,-1 1 0 0 0,3-2 0 0 0,1-1-941 0 0,0 1 1 0 0,0-1 0 0 0,1 1 0 0 0,0 0 0 0 0,0 0-1 0 0,-1 0 1 0 0,2 1 0 0 0,8-4 0 0 0,19-5-5287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5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287 153 12025 0 0,'3'-15'351'0'0,"0"-1"0"0"0,-2 0 0 0 0,0 1 0 0 0,0-1-1 0 0,-2 0 1 0 0,0 0 0 0 0,-5-25 0 0 0,5 40 904 0 0,-2 7-553 0 0,-14 30-102 0 0,1-1 0 0 0,2 2 1 0 0,2 0-1 0 0,-8 39 0 0 0,-25 163 1008 0 0,-1 135 317 0 0,4-22-411 0 0,18-227-1934 0 0,-3-48-2938 0 0,7-50-2941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5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95 12037 0 0,'-10'-9'761'0'0,"1"0"0"0"0,-1 1 0 0 0,-19-11 0 0 0,-11-10 5006 0 0,38 28-4613 0 0,2 1-1068 0 0,0 0-1 0 0,0-1 1 0 0,-1 1-1 0 0,1 0 1 0 0,0 0-1 0 0,-1 0 1 0 0,1 0 0 0 0,0 0-1 0 0,0-1 1 0 0,-1 1-1 0 0,1 0 1 0 0,0 0-1 0 0,0 0 1 0 0,0-1 0 0 0,-1 1-1 0 0,1 0 1 0 0,0 0-1 0 0,0-1 1 0 0,0 1 0 0 0,0 0-1 0 0,-1 0 1 0 0,1-1-1 0 0,0 1 1 0 0,0 0-1 0 0,0-1 1 0 0,0 1 0 0 0,0 0-1 0 0,0 0 1 0 0,0-1-1 0 0,0 1 1 0 0,0 0-1 0 0,0-1 1 0 0,0 1 0 0 0,0 0-1 0 0,0-1 1 0 0,0 1-1 0 0,0 0 1 0 0,0 0-1 0 0,0-1 1 0 0,1 1 0 0 0,-1 0-1 0 0,0-1 1 0 0,0 1-1 0 0,0 0 1 0 0,0 0-1 0 0,0-1 1 0 0,1 1 0 0 0,-1 0-1 0 0,0 0 1 0 0,1-1-1 0 0,45-3-439 0 0,0 2-1 0 0,1 2 1 0 0,45 5-1 0 0,145 26-8762 0 0,-128-8 1623 0 0,-69-14 1013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5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16 399 12017 0 0,'-1'1'64'0'0,"-1"0"-1"0"0,1 1 1 0 0,0-1-1 0 0,-1 1 1 0 0,1-1 0 0 0,0 1-1 0 0,0-1 1 0 0,0 1-1 0 0,0 0 1 0 0,0-1 0 0 0,0 1-1 0 0,-1 3 1 0 0,2-4 3 0 0,0 0-1 0 0,1 0 1 0 0,-1 0 0 0 0,0 0 0 0 0,1-1-1 0 0,-1 1 1 0 0,0 0 0 0 0,1 0 0 0 0,-1 0-1 0 0,1 0 1 0 0,0-1 0 0 0,-1 1 0 0 0,1 0-1 0 0,-1-1 1 0 0,1 1 0 0 0,0 0 0 0 0,0-1-1 0 0,-1 1 1 0 0,1-1 0 0 0,0 1 0 0 0,0-1-1 0 0,0 1 1 0 0,0-1 0 0 0,-1 0 0 0 0,1 1-1 0 0,0-1 1 0 0,0 0 0 0 0,0 0 0 0 0,0 0-1 0 0,0 0 1 0 0,0 0 0 0 0,0 0 0 0 0,1 0-1 0 0,17 4 520 0 0,0-1-1 0 0,0 0 0 0 0,-1-2 0 0 0,32-1 0 0 0,-47 0-462 0 0,1 0 0 0 0,0-1 0 0 0,0 0 0 0 0,-1 0-1 0 0,1 0 1 0 0,0 0 0 0 0,-1 0 0 0 0,1-1 0 0 0,-1 1 0 0 0,0-1 0 0 0,1 0 0 0 0,-1 0 0 0 0,0 0 0 0 0,0-1-1 0 0,0 1 1 0 0,-1-1 0 0 0,6-5 0 0 0,-5 3-12 0 0,0 0 0 0 0,0 0 1 0 0,-1 0-1 0 0,0-1 0 0 0,0 1 0 0 0,0-1 0 0 0,0 1 0 0 0,-1-1 1 0 0,0 1-1 0 0,1-11 0 0 0,-2-2 103 0 0,0-1 1 0 0,-2 1-1 0 0,0-1 0 0 0,-1 1 1 0 0,0 0-1 0 0,-8-21 0 0 0,8 29-114 0 0,0 0-1 0 0,-1 0 1 0 0,-1 0-1 0 0,1 1 0 0 0,-2 0 1 0 0,1-1-1 0 0,-1 2 1 0 0,-1-1-1 0 0,1 1 1 0 0,-2 0-1 0 0,1 0 1 0 0,-1 1-1 0 0,0 0 1 0 0,-12-8-1 0 0,19 15-78 0 0,-1-1 0 0 0,1 1 0 0 0,0-1 0 0 0,-1 0 0 0 0,1 1 0 0 0,0-1 0 0 0,-1 0 0 0 0,1 0-1 0 0,0 0 1 0 0,0 0 0 0 0,0 0 0 0 0,0 0 0 0 0,0 0 0 0 0,0 0 0 0 0,0-1 0 0 0,0 1 0 0 0,1 0 0 0 0,-2-3 0 0 0,2 3-9 0 0,0 0 0 0 0,0 1 0 0 0,1-1 0 0 0,-1 0 1 0 0,0 1-1 0 0,1-1 0 0 0,-1 0 0 0 0,1 1 0 0 0,-1-1 1 0 0,0 0-1 0 0,1 1 0 0 0,-1-1 0 0 0,1 1 0 0 0,0-1 1 0 0,-1 1-1 0 0,1-1 0 0 0,-1 1 0 0 0,1-1 0 0 0,0 1 0 0 0,-1 0 1 0 0,1-1-1 0 0,0 1 0 0 0,0 0 0 0 0,-1-1 0 0 0,2 1 1 0 0,62-14 274 0 0,-55 13-298 0 0,27-4 73 0 0,1 1-1 0 0,0 1 1 0 0,1 3-1 0 0,-1 1 1 0 0,0 1-1 0 0,40 9 1 0 0,-68-9-13 0 0,0 1-1 0 0,0 0 1 0 0,-1 0 0 0 0,1 1 0 0 0,-1 0 0 0 0,0 1-1 0 0,0 0 1 0 0,0 0 0 0 0,0 0 0 0 0,-1 1 0 0 0,0 0 0 0 0,0 1-1 0 0,-1 0 1 0 0,0 0 0 0 0,0 0 0 0 0,0 1 0 0 0,-1-1-1 0 0,7 15 1 0 0,3 11 176 0 0,-1 1 0 0 0,-1 1 0 0 0,11 55 0 0 0,11 26 69 0 0,-14-59-158 0 0,28 67-2771 0 0,-41-112 644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6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20 113 13657 0 0,'0'0'61'0'0,"0"-1"-1"0"0,0 1 0 0 0,0 0 1 0 0,0 0-1 0 0,0 0 0 0 0,0-1 0 0 0,0 1 1 0 0,0 0-1 0 0,0 0 0 0 0,0 0 1 0 0,0 0-1 0 0,-1-1 0 0 0,1 1 1 0 0,0 0-1 0 0,0 0 0 0 0,0 0 1 0 0,0 0-1 0 0,0-1 0 0 0,0 1 1 0 0,0 0-1 0 0,0 0 0 0 0,-1 0 1 0 0,1 0-1 0 0,0 0 0 0 0,0-1 1 0 0,0 1-1 0 0,0 0 0 0 0,0 0 0 0 0,-1 0 1 0 0,1 0-1 0 0,0 0 0 0 0,0 0 1 0 0,0 0-1 0 0,-1 0 0 0 0,1 0 1 0 0,0 0-1 0 0,0 0 0 0 0,0 0 1 0 0,0 0-1 0 0,-1 0 0 0 0,1 0 1 0 0,0 0-1 0 0,0 0 0 0 0,0 0 1 0 0,-1 0-1 0 0,1 0 0 0 0,0 0 1 0 0,0 0-1 0 0,-8 11 891 0 0,7-8-787 0 0,0 0 0 0 0,0 0-1 0 0,0 0 1 0 0,0 0 0 0 0,1 1 0 0 0,-1-1-1 0 0,1 0 1 0 0,0 0 0 0 0,0 6 0 0 0,3-1 122 0 0,-1 0 0 0 0,1 0 0 0 0,1-1-1 0 0,-1 0 1 0 0,1 0 0 0 0,0 0 0 0 0,1 0 0 0 0,0 0 0 0 0,0-1 0 0 0,0 0 0 0 0,10 9 0 0 0,10 7 500 0 0,40 27 1 0 0,-50-38-503 0 0,-5-4-112 0 0,1-1-1 0 0,-1 0 1 0 0,1 0-1 0 0,0-1 1 0 0,1-1-1 0 0,-1 1 1 0 0,1-2-1 0 0,0 0 0 0 0,0 0 1 0 0,24 1-1 0 0,-29-4-130 0 0,0-1 0 0 0,0-1-1 0 0,0 1 1 0 0,0-1-1 0 0,0 0 1 0 0,-1-1 0 0 0,1 0-1 0 0,-1 0 1 0 0,1 0-1 0 0,-1-1 1 0 0,0 1 0 0 0,-1-2-1 0 0,1 1 1 0 0,0-1-1 0 0,-1 0 1 0 0,0 0 0 0 0,0 0-1 0 0,-1 0 1 0 0,0-1 0 0 0,5-7-1 0 0,7-12 4 0 0,-1-1 0 0 0,-1-1-1 0 0,11-32 1 0 0,-24 59-43 0 0,11-30-167 0 0,4-7-1884 0 0,11-38-1 0 0,-30 60-2419 0 0,0 7-5846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6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35 13189 0 0,'-1'-2'72'0'0,"0"0"0"0"0,1 0-1 0 0,-1 0 1 0 0,0 0 0 0 0,0 1-1 0 0,0-1 1 0 0,0 0 0 0 0,-1 1-1 0 0,1-1 1 0 0,0 0 0 0 0,-1 1 0 0 0,1 0-1 0 0,-1-1 1 0 0,1 1 0 0 0,-1 0-1 0 0,0 0 1 0 0,1 0 0 0 0,-1 0-1 0 0,0 0 1 0 0,0 0 0 0 0,0 0-1 0 0,0 1 1 0 0,0-1 0 0 0,1 1 0 0 0,-1-1-1 0 0,0 1 1 0 0,-4 0 0 0 0,0-1 175 0 0,-1 1 0 0 0,1 1 0 0 0,0-1 0 0 0,-1 1 0 0 0,1 0 0 0 0,0 1 0 0 0,-8 2 1 0 0,1 2-21 0 0,1-1 0 0 0,-1 2 1 0 0,2 0-1 0 0,-1 0 1 0 0,1 1-1 0 0,0 0 1 0 0,1 1-1 0 0,-1 0 0 0 0,2 1 1 0 0,-1 0-1 0 0,2 1 1 0 0,-1-1-1 0 0,1 2 1 0 0,1-1-1 0 0,0 1 0 0 0,-8 21 1 0 0,12-25-149 0 0,1 0 1 0 0,0 1 0 0 0,0-1-1 0 0,1 1 1 0 0,0-1-1 0 0,1 1 1 0 0,0 0 0 0 0,0-1-1 0 0,1 1 1 0 0,0-1-1 0 0,0 1 1 0 0,1-1-1 0 0,0 1 1 0 0,1-1 0 0 0,0 0-1 0 0,0 0 1 0 0,0 0-1 0 0,1-1 1 0 0,0 1-1 0 0,1-1 1 0 0,0 0 0 0 0,0 0-1 0 0,8 8 1 0 0,-7-8-281 0 0,1 0 1 0 0,0 0-1 0 0,1-1 1 0 0,-1 0 0 0 0,1 0-1 0 0,0-1 1 0 0,1 0-1 0 0,-1 0 1 0 0,1-1-1 0 0,0 0 1 0 0,0-1 0 0 0,1 0-1 0 0,-1 0 1 0 0,1-1-1 0 0,-1 0 1 0 0,1-1-1 0 0,0 0 1 0 0,-1 0-1 0 0,20-2 1 0 0,-9-3-426 0 0,-1 0 0 0 0,0-2 0 0 0,0 0 0 0 0,0-1 0 0 0,-1-1-1 0 0,0 0 1 0 0,-1-2 0 0 0,0 0 0 0 0,18-14 0 0 0,0-3-1059 0 0,-1-2 0 0 0,-1-1-1 0 0,29-35 1 0 0,5-13-2398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6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762 167 9021 0 0,'0'-13'77'0'0,"0"-3"222"0"0,0-1 0 0 0,-1 1 0 0 0,-6-28 0 0 0,7 41-137 0 0,-1 0 1 0 0,0-1 0 0 0,0 1 0 0 0,0 0-1 0 0,0 0 1 0 0,0 0 0 0 0,-1 0 0 0 0,1 1-1 0 0,-1-1 1 0 0,0 0 0 0 0,0 1 0 0 0,0-1 0 0 0,0 1-1 0 0,0-1 1 0 0,-1 1 0 0 0,1 0 0 0 0,-1 0-1 0 0,0 0 1 0 0,1 1 0 0 0,-1-1 0 0 0,0 0-1 0 0,0 1 1 0 0,0 0 0 0 0,-5-2 0 0 0,-2 7 691 0 0,-3 6-599 0 0,0-1-1 0 0,2 2 0 0 0,-1-1 0 0 0,1 2 0 0 0,1 0 0 0 0,0 0 0 0 0,0 0 1 0 0,1 1-1 0 0,-8 16 0 0 0,-11 24 617 0 0,-24 64 0 0 0,-109 365 1858 0 0,38 14-790 0 0,42-162-840 0 0,70-288-930 0 0,3-11 104 0 0,-2 0 1 0 0,-26 65-1 0 0,28-91-764 0 0,4-17 70 0 0,3-20 72 0 0,1 26 384 0 0,0-48-497 0 0,-9-56 0 0 0,7 85 526 0 0,-2 1 1 0 0,-1-1-1 0 0,0 1 0 0 0,-2 0 1 0 0,-12-26-1 0 0,19 45-26 0 0,1 1-1 0 0,-1-1 1 0 0,0 0 0 0 0,1 1-1 0 0,-1-1 1 0 0,0 0 0 0 0,1 1-1 0 0,-1-1 1 0 0,1 0 0 0 0,-1 1-1 0 0,1-1 1 0 0,-1 0 0 0 0,1 1-1 0 0,-1-1 1 0 0,1 1 0 0 0,0 0-1 0 0,-1-1 1 0 0,1 1 0 0 0,0-1-1 0 0,-1 1 1 0 0,1 0 0 0 0,0-1-1 0 0,0 1 1 0 0,-1 0 0 0 0,1 0-1 0 0,0 0 1 0 0,0-1 0 0 0,-1 1-1 0 0,1 0 1 0 0,0 0 0 0 0,0 0-1 0 0,1 1 1 0 0,24-5 440 0 0,29-4 482 0 0,80-21 1 0 0,-87 16-377 0 0,0 3 0 0 0,54-4 0 0 0,-98 13-542 0 0,0 1 1 0 0,1 1 0 0 0,-1-1 0 0 0,0 0-1 0 0,1 1 1 0 0,-1 0 0 0 0,0 0-1 0 0,0 0 1 0 0,0 1 0 0 0,0 0 0 0 0,0-1-1 0 0,0 1 1 0 0,0 0 0 0 0,-1 1-1 0 0,1-1 1 0 0,-1 1 0 0 0,1 0 0 0 0,-1-1-1 0 0,0 1 1 0 0,0 1 0 0 0,0-1-1 0 0,-1 0 1 0 0,1 1 0 0 0,-1 0 0 0 0,4 5-1 0 0,3 11 262 0 0,-1-1-1 0 0,0 1 1 0 0,-2 1-1 0 0,5 23 1 0 0,3 8-52 0 0,-12-45-252 0 0,1 0 0 0 0,-1 0 0 0 0,1-1 0 0 0,0 1 0 0 0,1 0 0 0 0,-1-1 0 0 0,1 0 0 0 0,1 0 0 0 0,-1 0 0 0 0,1-1 0 0 0,0 1 0 0 0,0-1 0 0 0,1 0 0 0 0,10 7 0 0 0,-8-8 0 0 0,0-1 0 0 0,1 1 0 0 0,-1-2 0 0 0,1 1 0 0 0,0-1 0 0 0,0-1 0 0 0,-1 0 0 0 0,1 0 0 0 0,0 0 0 0 0,0-1 0 0 0,0 0 0 0 0,0-1 0 0 0,0 0 0 0 0,14-4 0 0 0,-9 2-45 0 0,0-2 1 0 0,0 1-1 0 0,-1-2 0 0 0,1 1 0 0 0,-1-2 1 0 0,0 0-1 0 0,-1 0 0 0 0,1-2 0 0 0,-2 1 1 0 0,1-1-1 0 0,-1-1 0 0 0,-1 0 0 0 0,13-15 1 0 0,10-16-350 0 0,-2 0 0 0 0,33-61-1 0 0,-54 84 286 0 0,-2 1-116 0 0,-7 7-3505 0 0,-50 20-21308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7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14 451 15753 0 0,'0'0'-63'0'0,"-10"2"273"0"0,7 1 4862 0 0,3-2-5007 0 0,0 0-1 0 0,0-1 1 0 0,0 1 0 0 0,0 0-1 0 0,0-1 1 0 0,0 1 0 0 0,1-1 0 0 0,-1 1-1 0 0,0 0 1 0 0,0-1 0 0 0,1 1-1 0 0,-1-1 1 0 0,0 1 0 0 0,1-1-1 0 0,-1 1 1 0 0,0-1 0 0 0,1 1 0 0 0,-1-1-1 0 0,1 1 1 0 0,-1-1 0 0 0,1 0-1 0 0,-1 1 1 0 0,1-1 0 0 0,-1 0-1 0 0,1 1 1 0 0,-1-1 0 0 0,1 0 0 0 0,0 1-1 0 0,30 7 789 0 0,-21-7-627 0 0,-1 0-1 0 0,1 0 1 0 0,0-1-1 0 0,0-1 1 0 0,15-2-1 0 0,-18 2-173 0 0,0 0 0 0 0,-1-1 0 0 0,0 0 0 0 0,1 0 0 0 0,-1-1-1 0 0,0 1 1 0 0,0-1 0 0 0,0-1 0 0 0,-1 1 0 0 0,1-1 0 0 0,-1 0 0 0 0,0 0-1 0 0,0 0 1 0 0,0-1 0 0 0,-1 0 0 0 0,1 0 0 0 0,-1 0 0 0 0,0-1 0 0 0,-1 1-1 0 0,1-1 1 0 0,-1 0 0 0 0,0 0 0 0 0,-1 0 0 0 0,1 0 0 0 0,-1 0 0 0 0,1-8-1 0 0,2-4 10 0 0,-2 0 0 0 0,0 0 0 0 0,-1-1 0 0 0,-1 1 0 0 0,-1 0 0 0 0,-2-24 0 0 0,2 36-48 0 0,-1 0-1 0 0,0 0 1 0 0,-1 0 0 0 0,1 0-1 0 0,-1 1 1 0 0,-1-1 0 0 0,1 0-1 0 0,-1 1 1 0 0,1 0 0 0 0,-2-1-1 0 0,1 1 1 0 0,0 0 0 0 0,-1 1-1 0 0,0-1 1 0 0,0 1 0 0 0,-1-1-1 0 0,1 1 1 0 0,-1 0 0 0 0,0 1-1 0 0,0-1 1 0 0,0 1 0 0 0,-7-3-1 0 0,11 5-5 0 0,0 1 0 0 0,-1 0 0 0 0,1-1 0 0 0,0 0 0 0 0,-1 1 0 0 0,1-1-1 0 0,0 0 1 0 0,0 1 0 0 0,0-1 0 0 0,0 0 0 0 0,0 0 0 0 0,0 0 0 0 0,0 0-1 0 0,0 0 1 0 0,0 0 0 0 0,0 0 0 0 0,0 0 0 0 0,0-3 0 0 0,1 4-4 0 0,0-1-1 0 0,0 0 1 0 0,0 1 0 0 0,1-1 0 0 0,-1 0 0 0 0,0 1-1 0 0,0-1 1 0 0,1 1 0 0 0,-1-1 0 0 0,1 0 0 0 0,-1 1-1 0 0,0-1 1 0 0,1 1 0 0 0,-1-1 0 0 0,1 1 0 0 0,-1-1-1 0 0,1 1 1 0 0,0 0 0 0 0,-1-1 0 0 0,1 1 0 0 0,-1 0-1 0 0,1-1 1 0 0,0 1 0 0 0,-1 0 0 0 0,2-1 0 0 0,62-15 46 0 0,-47 13-41 0 0,165-32 46 0 0,-156 32-37 0 0,1 1 1 0 0,0 1-1 0 0,-1 1 0 0 0,1 1 1 0 0,28 5-1 0 0,-49-5 19 0 0,0 0 0 0 0,-1 1 0 0 0,1 0 0 0 0,-1 0 0 0 0,1 0 0 0 0,-1 0-1 0 0,0 1 1 0 0,0 0 0 0 0,0 0 0 0 0,0 0 0 0 0,-1 0 0 0 0,1 1 0 0 0,-1 0 0 0 0,0 0 0 0 0,0 0-1 0 0,0 1 1 0 0,0-1 0 0 0,5 11 0 0 0,-5-7 60 0 0,-1 0 1 0 0,0 0-1 0 0,0 1 0 0 0,-1 0 0 0 0,0 0 1 0 0,0-1-1 0 0,-1 1 0 0 0,0 0 0 0 0,-1 0 1 0 0,0 0-1 0 0,-2 17 0 0 0,-28 146 891 0 0,9-67-3448 0 0,13-76-697 0 0,2-10-1706 0 0,4 0-5720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36:37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9 147 13349 0 0,'-6'-11'722'0'0,"4"5"1051"0"0,6 7 2507 0 0,10 8-3841 0 0,0-2 0 0 0,1 1 1 0 0,-1-2-1 0 0,2 0 0 0 0,-1-1 0 0 0,0 0 1 0 0,32 5-1 0 0,-22-6-27 0 0,0-2-1 0 0,0 0 1 0 0,0-1 0 0 0,45-5 0 0 0,-67 4-381 0 0,0 0 0 0 0,0-1 0 0 0,0 1 0 0 0,0-1 0 0 0,0 0 0 0 0,0 0 0 0 0,0 0 0 0 0,0 0 0 0 0,0-1 0 0 0,0 1 0 0 0,-1-1 0 0 0,1 1 0 0 0,-1-1 0 0 0,1 0 0 0 0,-1 0 0 0 0,0 0 0 0 0,1 0-1 0 0,-1-1 1 0 0,0 1 0 0 0,-1 0 0 0 0,1-1 0 0 0,0 0 0 0 0,-1 1 0 0 0,1-1 0 0 0,-1 0 0 0 0,0 0 0 0 0,0 0 0 0 0,0 0 0 0 0,0 0 0 0 0,0 0 0 0 0,-1 0 0 0 0,1 0 0 0 0,-1 0 0 0 0,0 0 0 0 0,0 0 0 0 0,0 0 0 0 0,-1 0 0 0 0,1 0 0 0 0,-1 0 0 0 0,1 0 0 0 0,-1 0 0 0 0,-2-6 0 0 0,1 4-4 0 0,0 0 0 0 0,0-1 0 0 0,0 1 0 0 0,0 1-1 0 0,-1-1 1 0 0,0 0 0 0 0,0 0 0 0 0,0 1 0 0 0,0 0 0 0 0,-1 0 0 0 0,0 0 0 0 0,0 0 0 0 0,0 0 0 0 0,0 1 0 0 0,-1 0 0 0 0,1 0 0 0 0,-1 0 0 0 0,0 0 0 0 0,0 1 0 0 0,0-1 0 0 0,0 1 0 0 0,0 1 0 0 0,0-1 0 0 0,-7 0 0 0 0,4 1 102 0 0,-1 2 0 0 0,1-1 1 0 0,0 1-1 0 0,0 0 1 0 0,-1 1-1 0 0,1 0 1 0 0,0 0-1 0 0,1 1 1 0 0,-1 0-1 0 0,0 1 1 0 0,1-1-1 0 0,-1 1 1 0 0,1 1-1 0 0,0-1 0 0 0,1 1 1 0 0,-1 0-1 0 0,1 1 1 0 0,0 0-1 0 0,-6 6 1 0 0,6-5 7 0 0,1 1 1 0 0,-1-1-1 0 0,1 1 1 0 0,0 0-1 0 0,1 0 1 0 0,0 0-1 0 0,0 1 1 0 0,1-1-1 0 0,0 1 1 0 0,1 0-1 0 0,0 0 1 0 0,0 0-1 0 0,1 0 1 0 0,0 0-1 0 0,0 0 1 0 0,1 1-1 0 0,1 8 1 0 0,1-6-152 0 0,0-1 0 0 0,1 0 0 0 0,0 0 0 0 0,1-1 0 0 0,0 1 0 0 0,0-1 0 0 0,1 1 0 0 0,7 9-1 0 0,4 3-270 0 0,1 0 0 0 0,23 22 0 0 0,-38-43-158 0 0,0 0-1 0 0,-1 0 1 0 0,1 0 0 0 0,0 1-1 0 0,-1-1 1 0 0,1 0 0 0 0,-1 0-1 0 0,0 1 1 0 0,0-1 0 0 0,0 1-1 0 0,0-1 1 0 0,0 1 0 0 0,0 0 0 0 0,-1-1-1 0 0,1 1 1 0 0,-1 0 0 0 0,0-1-1 0 0,0 1 1 0 0,0 0 0 0 0,0-1-1 0 0,0 1 1 0 0,0 0 0 0 0,-1-1-1 0 0,-1 5 1 0 0,-1 0-804 0 0,-1 0-1 0 0,0 0 1 0 0,0 0 0 0 0,-1 0-1 0 0,0-1 1 0 0,0 0-1 0 0,-6 6 1 0 0,-29 30-7620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36:44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16581 12690 2281 0,'2'-3'225'0,"-2"3"-85"0,0 0-50 0,0 0-12 0,0 0 17 0,0 0 14 0,0 0 7 0,-40 18-1 0,11 3 16 0,-7 7 4 0,4 5 8 16,-4 2-1-16,1 0 4 0,0 4 1 0,5-1 0 16,3-3 2-16,9-7-7 0,0-2-4 15,5-6 3-15,6-3 0 0,0-2 7 0,4-1 1 16,3-2 6-16,-2 1 2 0,6-5 0 15,-3 0-3-15,10 1-8 0,-2-1-17 0,6 0 5 16,0-4-15-16,8 5-12 0,10-1-11 16,-1 2-18-16,0-3-49 0,-3-1-47 0,3 0-58 15,-3 0-61-15,-2 0-74 16,-7-3-101-16,1 0-93 0,-1-1-98 0,-2 0-140 16,2-2-44-16,-5-4 65 0,2 3-431 15,-1-1-525-15</inkml:trace>
  <inkml:trace contextRef="#ctx0" brushRef="#br0" timeOffset="286.74">16739 13054 2822 0,'0'-8'77'16,"0"8"24"-16,-2-12 6 0,2 12 12 16,0 0 20-16,2-6 23 0,-2 6 16 15,0 0 20-15,0 0 15 0,25 13-7 16,-13-4-14-16,1 6-13 0,4 9-7 0,2-3-6 15,-4 2-14-15,-2 3 2 0,-4-5-1 16,-2-2 19-16,-3 0-5 0,-4-3 5 0,-4 8-6 16,-3-4-11-16,-2 2-2 0,-6 4-21 15,2-2-18-15,-6 1-10 0,2-3-5 16,-3-3-15-16,5-5-11 0,1 1-21 0,3-5-41 16,0-1-44-16,3-3-49 0,1 0-51 15,-3-2-65-15,5 0-73 0,-1-2-84 0,6-2-78 16,0 0-104-16,0 0-161 0,0 0 5 15,-21-7 81-15,21 7-442 0,-2-7-527 16</inkml:trace>
  <inkml:trace contextRef="#ctx0" brushRef="#br0" timeOffset="1165.38">17583 13116 2759 0,'6'-12'28'0,"-5"6"36"0,4-3 38 0,-3 3 51 0,0-2 42 16,0 4 39-16,-2 4 24 0,0 0 5 15,1-13-1-15,-1 13-22 0,0-6-28 16,0 6-22-16,0 0 18 0,0 0 10 0,0 0-3 16,0 31-13-16,-1-14-18 0,-1 1-17 15,-2 7-14-15,-1 0-17 0,4 0-12 0,-7 7-14 16,3-6-13-16,-1-2-10 16,2 6-16-16,-4-4-18 0,4-5-45 0,-1-2-53 15,-1-3-59-15,5 1-72 0,-5-5-75 16,2-4-94-16,1 1-92 0,0-7-115 0,3-2-154 15,0 0 20-15,0 0 75 0,0 0-437 16,0 0-520-16</inkml:trace>
  <inkml:trace contextRef="#ctx0" brushRef="#br0" timeOffset="1315.46">17651 12901 2914 0,'0'-17'-21'0,"0"1"12"0,0 3 13 16,0 3 11-16,0-1 7 0,3 4-2 15,-3-2-6-15,0 9-26 0,0-8-33 0,0 8-47 16,0 0-78-16,0 0-132 16,0 0-163-16,0 0-172 0,0 0-135 0</inkml:trace>
  <inkml:trace contextRef="#ctx0" brushRef="#br0" timeOffset="1598.91">17965 12697 2060 0,'1'-15'206'15,"-1"1"22"-15,0 3 25 0,2 5 8 0,-2-1-11 16,0 7-24-16,2-7-23 0,-2 7 9 16,0 0-5-16,9 20-18 0,-5-2-23 0,4 14-12 15,-2 4-14-15,1 8-10 0,-5-1-16 16,-2 6-14-16,0-3-8 0,-2 11-10 0,4-11-15 15,-4-2-23-15,1 0-30 0,-1-1-31 16,0-5-40-16,-2-1-46 0,2-8-55 0,0-5-54 16,-1-4-48-16,0-1-46 0,-1-7-66 15,2 2-90-15,1-4-111 0,-1-3 45 16,-2-1-271-16,0-2-288 0</inkml:trace>
  <inkml:trace contextRef="#ctx0" brushRef="#br0" timeOffset="1765.4">17856 13264 2276 0,'-11'-6'98'0,"-2"1"45"0,6-2 48 16,3 3 40-16,4 4 33 0,-11-8 11 16,11 8-1-16,-3-5-12 0,3 5-17 0,0 0-19 15,0 0-21-15,16-11-22 0,2 8-18 16,-2 1-37-16,9-2-53 0,4 0-87 16,0 4-120-16,10-4-163 0,4 0-201 0,2 4-171 15,3 2 60-15,6 0-424 16,9 2-506-16</inkml:trace>
  <inkml:trace contextRef="#ctx0" brushRef="#br0" timeOffset="2000.63">18675 13159 3111 0,'0'0'94'15,"-7"-6"10"-15,7 6 27 0,0 0 66 0,0 0 31 16,-8 15 19-16,10-7-1 0,-2 7-3 15,2-1-19-15,0 4-19 0,0 1-17 0,-2 5-23 16,2 0-18-16,-1 2-16 0,-1-1-13 16,2-1-44-16,-2-5-48 0,2 1-57 0,-2 0-70 15,-2-1-84-15,0-3-100 16,2 1-92-16,-1-5-135 0,-1-4-160 0,2-1 55 16,0-7-437-16,0 6-527 0</inkml:trace>
  <inkml:trace contextRef="#ctx0" brushRef="#br0" timeOffset="2165.65">18730 13100 2862 0,'-7'-16'101'15,"0"4"21"-15,-2 3 27 0,8 4 17 0,-3-3 2 16,4 8-10-16,-6-7-17 0,6 7-20 16,0 0-12-16,0 0-44 0,11-3-103 15,-11 3-141-15,18 8-176 0,-5-1-232 0,1 0 42 16,2 6 69-16,-2-1-198 0,5-3-170 15</inkml:trace>
  <inkml:trace contextRef="#ctx0" brushRef="#br0" timeOffset="2515.19">19121 13106 2044 0,'-7'-2'127'0,"7"2"22"0,-21 0 36 0,10 6 28 15,0 0 26-15,-2 2 5 0,-2 1 1 16,4 3-6-16,-2 0-12 0,3-1-15 16,-3 5-22-16,2-1-15 0,8-1-16 0,1 0-18 15,-2 1-9-15,4-1-14 0,2-1-13 16,0 0-11-16,2 2 0 0,-3-1 5 0,6 1 8 16,-1-1 19-16,-3 0-3 0,3-3 5 15,-3 5 10-15,3-6 12 0,0 0 18 16,-4 1 11-16,0-1 2 0,0-2 12 0,0 1 11 15,-2-1 14-15,0 2-1 0,-4-3-12 16,0 3-16-16,1-2-16 0,-6-1-112 16,0 2-61-16,-2-2 0 0,1-1 0 15,1 0 0-15,-2-1 0 0,-1-2 0 0,-1 1 0 0,1-3 0 16,12-1 0-16,-22-1 0 16,9-3 0-16,4-1-319 0,-2 0-174 0,-1-5-149 15,3 1-227-15,3 1 36 0,0-1 93 16,2-2-721-16,4 2-909 0</inkml:trace>
  <inkml:trace contextRef="#ctx0" brushRef="#br0" timeOffset="2815.65">19871 12705 4173 0,'-2'-8'62'0,"2"3"4"0,0 5 14 16,0 0 69-16,0 0 55 0,0 0 25 16,-9 25 11-16,9-8 23 0,0 9-7 0,0 15-6 15,-1 5-14-15,2 12-15 0,-1 1-20 16,-1 2-14-16,-1 1-15 0,0-4-18 16,-2 0-16-16,2 0-12 0,0-3-15 15,1-11-8-15,-3-3-13 0,-1-1-9 0,3-5-10 0,1-8-20 16,-1-7-31-16,0-1-61 0,0-7-65 15,0 2-79-15,2-4-82 0,-2 0-132 16,2-4-148-16,2-3-165 0,-2-3-97 16,0 0 78-16,0 0-676 0,0 0-859 0</inkml:trace>
  <inkml:trace contextRef="#ctx0" brushRef="#br0" timeOffset="3198.78">20235 13157 3939 0,'-11'-4'44'0,"4"4"29"0,7 0 35 16,-18 0 48-16,18 0 41 15,-18 11 23-15,9-1 25 0,-3 5 19 0,2 1 9 16,0 4-12-16,3 1-15 0,1 1-16 16,1 0-19-16,3 2-18 0,2 0-16 0,2 0-15 15,3 1-19-15,3-6-13 0,4 8-15 16,1-7-8-16,1-5-10 0,0-1-11 0,4-2-11 15,-2-3-21-15,2-4-12 0,2-4-20 16,0 1-7-16,-1-4-1 0,0-2-3 0,2 0-1 16,-3-4-5-16,-4-3-2 0,2-3-2 15,-7 1 5-15,2-5-6 0,-2-1 5 16,-4-2 0-16,-1-4-1 0,-2 1 0 0,-2-3-4 16,-2 0 1-16,-6-9 0 0,0 3 9 15,1 1-2-15,-2 7-5 0,-2 8-2 16,2 5-3-16,2 2 3 0,-2 5-35 15,-4 2-47-15,2 3-71 0,11 0-70 0,-25 8-100 16,14-2-126-16,-4 6-169 0,0 0-220 16,3 1 72-16,3 1 86 0,-1-1-620 0,9 1-757 15</inkml:trace>
  <inkml:trace contextRef="#ctx0" brushRef="#br0" timeOffset="3565.91">20789 13196 3438 0,'0'0'60'0,"0"0"51"0,0 0 39 0,0 0 40 0,-20 9 44 0,15-1 32 15,-2 1 19-15,3 1 5 0,-3 0-15 16,4 2-13-16,1-2-14 0,0 2-19 0,0 2-17 15,4-2-14-15,0 0-15 0,0 0-17 16,1-2-16-16,4 0-15 0,-2 2-15 0,3-6-10 16,-3 1-11-16,5-1-10 15,0-2-20-15,-1-2-17 0,1-2-10 0,-10 0-17 16,19-6-13-16,-10 1-6 0,-3-3-16 16,4-1-16-16,-5-5-20 0,1-1-24 0,-5-2-21 15,1-4-27-15,1-4-24 0,-1-4-35 16,-2 4-30-16,-5 0-28 0,2 3-31 0,-3 3-34 15,2 5-45-15,-1 3-52 0,-3 5-77 16,2 2-102-16,6 4-73 0,-11 0 43 0,11 0-405 16,-9 10-485-16</inkml:trace>
  <inkml:trace contextRef="#ctx0" brushRef="#br0" timeOffset="3882.28">21002 13251 2700 0,'4'10'53'0,"-8"0"58"0,2 2 56 0,1 2 40 15,-8 5 35-15,-2 8 20 0,6 7 10 16,-5 1 14-16,0 3 25 0,3 0 8 0,1 3-9 16,3 1-8-16,3 3-5 0,-4-1 1 15,6 0 14-15,0 5-10 0,-2-4-18 16,3-3-3-16,1-2-5 0,0-6-28 0,-3-7-16 16,-1-6-113-16,0-4-119 0,0-3 0 15,-1-2 0-15,-1-1 0 0,-4-3 0 0,4-2 0 16,-5-2 0-16,7-4 0 15,-21-1 0-15,1-4 0 0,0-2 0 0,-9-7 0 16,-1-6 0-16,-1 1 0 0,-6-8 0 16,3-3 0-16,7 6 0 0,2 2 0 0,-2 1 0 15,4 4 0-15,3 3 0 0,6 4 0 16,0 1 0-16,1 3 0 0,-1 0-35 0,3 4-548 16,-4-2-83-16,7 4-123 0,8 0-56 15,-19 0 81-15,19 0-770 0,0 0-977 0</inkml:trace>
  <inkml:trace contextRef="#ctx0" brushRef="#br0" timeOffset="4116.51">21168 13194 4355 0,'6'-14'41'0,"0"2"36"15,-3 6 35-15,-1-1 32 0,2 3 23 16,-4 4 16-16,0 0 15 0,0 0 0 0,17 19-13 15,-13-1-20-15,2 5-13 0,-3 10-19 16,-1 3-12-16,0 0-6 0,0 2-20 0,-4-8-56 16,0-4-51-16,0 9-62 0,0-8-67 15,1-6-87-15,-1-5-85 0,-2 0-71 0,2-4-90 16,0-3-140-16,2-3-47 0,-1-2 60 16,1-4-412-16,0 0-488 0</inkml:trace>
  <inkml:trace contextRef="#ctx0" brushRef="#br0" timeOffset="4250.64">21370 12922 2751 0,'-2'-7'-19'0,"0"3"6"16,2 4-3-16,0 0 1 0,0 0 0 0,0 0-29 16,0 0-59-16,0 0-110 0,0 0-196 15,-3 21-239-15,3-21-144 0</inkml:trace>
  <inkml:trace contextRef="#ctx0" brushRef="#br0" timeOffset="4482.58">21606 13093 1805 0,'0'0'136'0,"0"0"29"0,0 0 30 0,-34 19 39 15,20-3 29-15,-2 3 11 0,-4 4-1 16,6 1-19-16,-2 4-14 0,7 1-22 0,-3-2-22 15,2 4-16-15,1 0-22 0,5-4-15 16,3-5-18-16,-4-3-35 0,5 1-49 0,2-5-63 16,-2-1-82-16,4-1-107 15,-2-3-115-15,6-1-152 0,-3-2-138 0,3-3 52 16,4 1-344-16,-1-5-389 0</inkml:trace>
  <inkml:trace contextRef="#ctx0" brushRef="#br0" timeOffset="5113.87">21835 13304 2676 0,'0'0'104'0,"0"0"41"15,0 0 36-15,0 0 31 0,0 0 27 16,0 0 8-16,-8 25 2 0,6-14-8 16,1 1-14-16,-3 3-20 0,0 2-11 15,0-1-2-15,-2 0-1 0,0-2-2 0,1 3-3 16,-2-5 3-16,-4 1-3 0,4-3 0 15,-2 2-14-15,0-3-15 0,-5-1-14 0,3-1-14 16,-2-2-11-16,2-5-18 0,11 0-24 16,-23-5-36-16,18-2-38 0,-3-3-41 15,5-7-16-15,5-3-7 0,3-14 8 16,4-1 1-16,3-2 13 0,5 5 1 16,1-2 15-16,-2 3 13 0,0 7 37 0,-5 5 3 0,1 6 9 15,-3 4 11-15,0 6 9 16,3 1 9-16,-2 4 0 0,-1 4-1 0,0 3-3 0,1 3-9 15,1 5-8-15,1-1-3 0,-2 2-7 16,1 1-18-16,-4 0-16 0,3 1-16 16,0-3-12-16,-3-5 2 0,1-1 5 15,1-1-3-15,1-5 4 0,-5-2-5 0,5-1-13 16,-10-2-23-16,24-6-22 0,-12-2-28 16,0-2-34-16,1-3-31 0,6-10-34 0,0-4-37 15,4-14-39-15,-4-2-27 0,-2-5-6 16,3-4-9-16,-4-4 1 0,2-1 18 0,-1-1 25 15,-2 4 37-15,0 6 49 16,-7 15 53-16,0 8 46 0,-4 3 28 0,-3 9 37 0,-2 2 47 16,-1 6 69-16,-4 3 50 15,6 2 42-15,0 0 29 0,-27 24 25 0,13 5 18 16,2 2 35-16,-4 17 13 0,3 6 18 16,2 2-9-16,1 2-9 0,0-1-19 0,5-1-15 15,1 2-10-15,4-14-9 0,0-1-18 16,6-4-18-16,-1-1-22 0,3-3-19 15,-3-9-11-15,5-9-32 0,-2 1-125 0,1-7 0 16,3-3 0-16,-1-3 0 0,3-3 0 16,1-2 0-16,0-3 0 0,-2-1 0 0,7-1-123 15,-2-4-195-15,-2 4-118 0,1-1-123 16,-4-2-127-16,-3 4-144 0,-5 0 72 0,1 0-766 16,-6 4-969-16</inkml:trace>
  <inkml:trace contextRef="#ctx0" brushRef="#br0" timeOffset="5914.32">22977 13208 4061 0,'0'0'-60'0,"-25"9"33"0,13 1 54 0,-3 3 51 0,-8 11 52 0,1 2 31 0,-5 9 21 16,7-6 12-16,4 4 8 0,0-2 3 15,5 1-3-15,4-2 4 0,2-5-7 0,7-1-13 16,2-2-12-16,4-4-9 16,6 7-7-16,0-8-15 0,10 1-13 0,1-4-11 15,0-7-15-15,-2-2-5 0,4-2-15 16,0-6-4-16,-2-2-5 0,-3 1-7 0,9-11-9 15,-7-2-10-15,-2 3 2 0,-9 1-10 0,-1-3-5 16,-3-3-8-16,-5 1-1 0,-3 1-9 16,-1-4-4-16,-1-3-9 0,-3-1-5 15,-7-4-18-15,-3-2-3 0,-1 2-14 16,1 5-18-16,1 7-16 0,1 5-25 0,1 4-33 16,-2 5-39-16,1 1-45 0,-2 4-48 15,-4 2-61-15,1 3-64 0,0 4-68 0,-6 6-84 16,4-2-157-16,5 1 25 0,3-3 70 15,1 5-412-15,5-3-485 0</inkml:trace>
  <inkml:trace contextRef="#ctx0" brushRef="#br0" timeOffset="6597.74">23304 13776 3073 0,'2'4'165'16,"-2"-4"13"-16,0 0 8 0,0 0 16 0,0 0 15 0,0 0 2 0,23-8-14 0,-15 3-18 16,3 0-18-16,1 0-15 0,-1-2-18 15,2-2-13-15,1 2-11 0,-3 1-13 0,1-1-6 16,-3-2-11-16,0-2-9 0,-1-1-6 15,-2-2-6-15,0-3-7 0,-4-5-10 16,-1 2-2-16,-4-6-10 0,-1-10-8 0,-2 0-2 16,-2 2-6-16,-1 0-1 0,-2 5-4 15,-3 1 1-15,1 2-2 0,-3 9 2 16,3 5-8-16,1 3-1 0,-2-1-1 0,-2 5 0 16,-3 0 0-16,7 3 1 0,0 0-1 15,-1 1-6-15,13 1 4 0,-14-2-3 0,14 2 3 16,0 0 0-16,0 0 2 0,0 0 2 15,0 0 0-15,0 0 3 0,39-10-3 0,2 1-2 16,1-1 0-16,1 3 0 16,1-1-3-16,0 1 2 0,-3 2-1 0,-11 3 3 15,-3 2-6-15,-3 2 5 0,-5 1 7 16,1 4 7-16,-4 1 12 0,0 6 1 16,-5 2 12-16,-4 2 2 0,4 1-1 0,-4 12 6 15,-1-6-2-15,-3 0 17 0,1-2-23 16,0 1-2-16,0 1-4 0,2-4-7 0,-3 3 3 15,5-2-9-15,-1-2-2 0,2-3-23 16,-6-1-31-16,6-3-48 0,-3-1-63 0,2 0-92 16,2-5-118-16,-1-1-124 0,3-2-176 15,-1-4-53-15,0 0 76 0,-1 0-513 0,-10 0-613 16</inkml:trace>
  <inkml:trace contextRef="#ctx0" brushRef="#br0" timeOffset="6947.77">24117 13282 3059 0,'-1'-6'28'0,"1"6"49"0,0 0 39 0,0 0 33 0,-23 9 34 0,18 0 36 0,-3 2 9 16,-4 9 4-16,7-2-10 15,-5 11-9-15,4-2-20 0,4-8-16 0,2 4-19 0,2 0-13 16,4-1-10-16,2-3-5 15,3 10-22-15,7-5-11 0,-2-7-8 0,0-4-5 16,1-1-10-16,0-3-7 0,0-2-4 0,-3-6-7 16,-1 1-9-16,2-4-1 0,-4 1 0 15,3-3-4-15,-4-1-8 0,-1-5-5 16,0 0-1-16,-2-4-6 0,-6 0 12 0,1-3-14 16,0-3-7-16,-4-2-4 0,0-2-15 15,-1-1-13-15,-6 4-13 0,4 1-20 0,-3 1-25 16,1 7-36-16,-1 4-45 0,-2 2-56 15,-2 3-63-15,0 3-51 0,12 0-56 16,-23 5-78-16,11 3-127 0,1 0-43 0,-1 0 65 16,5 2-373-16,1-1-418 0</inkml:trace>
  <inkml:trace contextRef="#ctx0" brushRef="#br0" timeOffset="7247.51">24271 13489 2699 0,'4'7'92'0,"-1"0"55"0,-1 1 39 16,0 1 36-16,-4 1 22 0,4 0 20 0,-2 2 34 15,0 7 24-15,2-2 13 0,-2 7-29 16,2 0 4-16,-1 12 4 0,5 4-16 0,-1-5-8 16,2 6-25-16,-3-2-12 0,1 0-12 15,-1-3-4-15,-2-1-23 0,0-8-18 16,-1-7-20-16,-2 0-7 0,-3-2-56 0,-2-2-113 16,3-1 0-16,-9 1 0 0,-3-5 0 15,-5-2 0-15,-2 0 0 0,-3-4 0 0,-1-1 0 16,-14-4 0-16,-4-6 0 0,-2 1 0 15,-5-5 0-15,-3-5 0 0,0-5 0 16,4 2 0-16,0-3 0 0,0 2 0 16,12 5 0-16,2-1 0 0,4 1 0 0,1 5 0 15,10-3 0-15,4 6 0 0,3 2-127 16,7 1-463-16,0-2-131 0,3 0-196 0,4 5 89 16,4-9 89-16,5 2-713 15,5 0-901-15</inkml:trace>
  <inkml:trace contextRef="#ctx0" brushRef="#br0" timeOffset="7663.64">24518 13362 4118 0,'2'-10'97'15,"4"1"25"-15,-6 2 11 0,0 4 8 0,0 3 4 16,3-4 17-16,-3 4 8 0,0 0 13 15,0 0-8-15,13 21-14 0,-6-7-15 0,-2 1-6 16,-1 3 2-16,-2-1 10 16,-2-1-2-16,0 4 6 0,-6 2-2 0,3-3-1 15,-6-1-10-15,4 2-8 0,-4-3-5 16,-4-2-11-16,1 0-8 0,2-3-12 16,-2-3-12-16,1-1-5 0,-2-4-9 0,3-2-29 15,10-2-29-15,-20-6-41 0,10-2-29 16,-1-7-26-16,1-6-13 0,7-1 2 0,0-4 5 15,3-1 10-15,5-9 7 0,-2 4 7 16,3 5 7-16,-2 7 9 0,-1 3 7 0,5 1 12 16,-4 3-1-16,2 2 11 0,1 4 11 15,2 2 12-15,0 3-2 0,-9 2-7 0,22 7 14 16,-5 2-3-16,8 8-6 0,-2 2-4 16,0 0-23-16,-2 1-47 0,4 5-63 15,-7-2-72-15,0-3-93 0,-5-3-85 0,-3 0-79 16,-3-5-103-16,-1 0-144 0,-2-2 68 15,-1-3-536-15,1 1-644 0</inkml:trace>
  <inkml:trace contextRef="#ctx0" brushRef="#br0" timeOffset="8231.17">24796 13343 3486 0,'0'-9'142'0,"0"9"22"15,-1-8 20-15,1 8 22 0,0 0 30 16,0 0 28-16,0 0 18 0,0 0 12 0,0 0-10 15,0 0-21-15,7 32-12 0,-3-18-23 16,1 1-21-16,-1-1-18 0,1 3-19 16,-2-2-18-16,1-1-14 0,0-2-6 0,-2-1-14 15,-1 1-9-15,-1-3-10 0,4 0-4 16,-4-4-11-16,2 3-6 0,-2-8-3 0,2 12-5 16,-2-12-4-16,2 7-6 0,-2-7-10 15,0 0-35-15,0 0-15 0,0 0 0 16,0 0 0-16,12-27 0 0,-3 8 0 0,2-8 0 15,5 1 0-15,-2 3-12 0,0 4-7 16,-3 5 5-16,1 2 2 0,-2 2 5 0,-3 3 11 16,0 2 11-16,4 2 8 15,-11 3-1-15,14 1-22 0,-3 6 0 0,-4-1 0 0,-2 4 0 16,3 1 0-16,-2 3 0 16,2 1 0-16,-3-1 0 0,4 3 0 0,-3-2 0 15,0-1 0-15,0-2 0 0,1 0-84 16,-5-2-78-16,2-3-28 0,0 1-35 0,-3-1-35 15,2-2-35-15,-3-5-49 0,6 5-50 16,-6-5-33-16,0 0-15 0,0 0-15 0,11-12 18 16,-6 3 30-16,4-2 53 15,4-5 77-15,0-1 81 0,2-7 78 0,-2 4 66 16,7-1 59-16,-7 5 65 0,-1 4 52 0,-5 2 39 16,-1 2 32-16,1 0 24 15,-2 5 21-15,-5 3 12 0,0 0 2 0,0 0 1 16,20 11-7-16,-18-1 6 0,1 5-36 15,-3 5-23-15,0-1-22 0,0 6-13 0,-3 0 0 16,1 0-28-16,-2-1-54 0,0-2-52 16,1 0-53-16,1-5-65 0,-4 1-76 0,5-3-95 15,-1-3-99-15,-1-4-121 0,1 1-191 16,-2-3 3-16,4-6 72 0,0 0-448 0,6 6-522 16</inkml:trace>
  <inkml:trace contextRef="#ctx0" brushRef="#br0" timeOffset="8400.01">25331 13168 3139 0,'-3'-17'177'0,"-5"1"18"0,5 5 25 0,-1 3 30 0,0 0 16 0,2 4-10 0,2 4-25 16,-3-13-24-16,3 13-30 0,-3-7-52 16,3 7-79-16,0 0-102 0,0 0-153 0,0 0-193 15,0 0-264-15,0 0 39 0,19 16 64 16,-13-6-378-16,-2 4-420 0</inkml:trace>
  <inkml:trace contextRef="#ctx0" brushRef="#br0" timeOffset="8780.36">25426 13336 2673 0,'-14'-7'211'0,"5"1"32"16,3 2 24-16,6 4 22 0,-10-7 25 0,10 7 19 15,-6-5 18-15,6 5-10 0,0 0-7 16,0 0-12-16,23-7-32 0,-6 5-27 16,2 2-26-16,3 2-25 0,4 0-24 0,-2 1-13 15,1 1-25-15,-3 1-16 0,-5 4-14 16,0 2-6-16,-6 3-6 0,-3 0 10 0,-4 5 10 16,-6 0 22-16,-5 14-24 15,-7-2-126-15,-6-1 0 0,0-1 0 0,-9 4 0 0,6-9 0 16,0 0 0-16,5-2 0 15,4-5 0-15,3-5 0 0,3-1 0 0,-2-2 0 16,8-3 0-16,-3 0 0 0,5 2 0 16,0-8 0-16,4 9 0 0,-4-9 0 0,15 8 0 15,-4-6 0-15,3 0 0 0,1-4 0 16,4 2 0-16,2-4 0 0,2 0 0 0,0-1 0 16,0-1 0-16,-3 0 0 0,3 0 0 15,1 0-620-15,-4 0-372 0,3-1 97 0,-4 5 93 16,0-2-858-16,4 0-1098 15</inkml:trace>
  <inkml:trace contextRef="#ctx0" brushRef="#br0" timeOffset="9230.57">26010 13369 4465 0,'4'-4'-33'0,"-4"4"57"0,0 0 36 16,0 0 51-16,25 10 36 0,-18-4 19 0,1 6 14 16,2-1 36-16,-3 3-10 0,-1 1-4 15,-1 2-13-15,3-2-7 0,-3 2 1 16,-4-1 15-16,-1-1 10 0,-1-1 0 0,-4 1-2 16,-1 1-14-16,-1-3-14 0,-2 3-15 15,-3-3-14-15,-1-1-13 0,-1-3-17 16,-1-1-10-16,-1-2-82 0,2-3-27 0,-4-1 0 15,1-4 0-15,2-3 0 0,-4-5 0 16,5-4-118-16,1-10-69 0,6 0-25 0,2-3-10 16,12-7 1-16,2-15 17 0,6 14 19 15,1 2 20-15,-2 2 28 0,-2 10 18 0,0 4 28 16,-5 3 34-16,3 6 27 0,-3 1 35 16,5 4 28-16,0 3 22 0,-12 0 11 15,23 8 2-15,-10 0 0 0,-2 6-3 0,3 0-4 16,-2 3-10-16,8 4-4 0,-7-2-7 15,3 4 2-15,-5-3-7 0,-2-3-7 16,-3-1-3-16,4-3-24 0,-5-1-28 16,1 2-43-16,0-1-65 0,-2-2-93 0,0-1-125 15,-3-2-161-15,1 1-216 0,0-2 3 16,0 2 85-16,0-1-551 0,1 2-657 0</inkml:trace>
  <inkml:trace contextRef="#ctx0" brushRef="#br0" timeOffset="9813.86">27043 12498 3614 0,'-3'-7'111'0,"-6"5"19"0,9 2 37 0,-15 27 45 0,3 4 36 16,-10 15 16-16,7 12 9 0,-2 5-3 0,-1 10-17 15,4 19-15-15,2-18-13 0,1-1-29 16,-1 2-16-16,4 3-17 0,-1-6-15 0,0-4-15 16,-2-6-11-16,2 0-11 0,0-7-10 15,2-16-12-15,0-3-8 0,2-4-9 16,1-8-7-16,-2-7-2 0,5-1-17 0,-1-3-26 16,0-1-32-16,0-4-34 0,-3-2-50 15,3-3-36-15,2-3-32 0,0 0-22 16,0 0-7-16,0 0-1 0,0 0 8 0,-1-25 8 15,-3 8 3-15,-2-5 16 0,-5-11 16 16,1-1 13-16,-3-2 12 0,-1 2 21 0,0 1 15 16,-4 4 31-16,1 6 22 0,-2 2 22 15,2 5 23-15,-2 4 25 0,1 3 24 0,6 3 22 16,-1 2 21-16,1 2 11 0,2 2 1 16,10 0 4-16,0 0 6 0,-19 6 14 15,19-6 6-15,0 6-3 0,0-6-8 16,14 9-12-16,1-6-13 0,6 0-12 0,9-6-10 15,14 0-9-15,2-2-7 0,1-1-8 16,-3 0-13-16,0 0-8 0,-2-2-4 16,-4 3 1-16,-5 3-8 0,-10 0-11 0,0 4 5 15,-1 1-3-15,-5 3 4 0,2 4 6 16,-2 2 14-16,1 9 4 0,-5 0 11 0,-6-1-3 16,4 1-1-16,-8 2-9 15,3 0-3-15,-4 1-2 0,-1-2-7 0,-1-1-8 16,0-1-37-16,0-1-51 0,-1-2-76 0,1-2-84 15,0-1-90-15,0 1-110 0,-2-3-126 0,2-5-153 16,0 3-122-16,0-4 85 16,0-6-718-16,2 8-897 0</inkml:trace>
  <inkml:trace contextRef="#ctx0" brushRef="#br0" timeOffset="9980.78">27266 13124 3997 0,'-6'-20'-19'0,"5"5"26"0,-3 5 30 0,0 2 25 0,2 0 11 0,2 8-3 0,-2-9-16 16,2 9-20-16,0-8-53 15,0 8-87-15,0 0-114 0,0 0-192 0,0 0-179 16,8 31 60-16,-6-14-298 0,0 7-314 16</inkml:trace>
  <inkml:trace contextRef="#ctx0" brushRef="#br0" timeOffset="10814.59">27587 13400 2696 0,'-24'-3'280'0,"7"3"7"0,-3 3 18 0,4 1 36 0,-4 6 41 16,-4 6 15-16,1 1-3 15,4 8-14-15,2-1-25 0,3 5-25 0,7 0-28 16,3-3-22-16,2-2-26 0,4-3-23 16,0 0-28-16,4 3-16 0,4 5-20 0,1-2-17 15,2-8-15-15,1-2-11 0,-1-3-113 16,2-2-11-16,2-2 0 0,-1-3 0 0,0-7 0 16,2 3 0-16,-1-6 0 0,4 1 0 15,0-5 0-15,-2-3 0 0,5-4 0 0,5-3 0 16,-8-5 0-16,2-3 0 0,-2-4 0 15,-4-2 0-15,1-1 0 0,-5-2 0 0,-2-2 0 16,-5 1 0-16,-2 6 0 16,-4 6 0-16,-4-1 0 0,-4 5 0 0,-1-2 0 15,-4 5 0-15,-8-1 0 0,-2 7 0 16,-1 4 0-16,4 6-6 0,-3 2-12 16,-7 8 1-16,-1 1-2 0,1 3 2 0,5 4 4 15,0 2 1-15,10-4-1 0,-5 6 3 16,9-5 2-16,1 1 2 0,7-4 0 0,-1-4 1 15,6 1-2-15,1-6 7 0,6 3 0 16,4-1 6-16,2-4-5 0,6-1 1 0,0-2-5 16,6-3 2-16,0-1-3 15,9-3 4-15,0-4-3 0,0 0 2 0,-2 1-2 16,-6 0-3-16,-5 3 3 0,-1 4-4 16,-7 1 0-16,-3 2 1 0,-1 3 0 0,-2 2 6 15,1 2 0-15,-4 3 7 0,1 2 1 16,-2-1 3-16,-3 2 3 0,3 1 1 0,-1-2 1 15,-2-2 0-15,-2 3 0 0,1-4-3 16,1-2 2-16,0 2-1 0,0-1 2 0,0-4 7 16,0 3-9-16,1-4-14 0,7 0 0 15,-10-3 0-15,26-3 0 0,-3-2 0 0,8-7 0 16,3-2 0-16,-2-2 0 0,11-7 0 16,-13 6 0-16,3 0 0 0,-5 1 0 0,-1 2 0 15,-7 5 0-15,-4 2 0 16,-3 0 0-16,-5 3 0 0,4 2 0 0,-12 2 0 15,0 0 0-15,23 11 0 0,-20-2 0 16,5 0 0-16,-1 4 0 0,0-1 0 16,-4 3 0-16,5-1 0 0,-1-2 0 0,0 0 0 15,0-3 0-15,0 0 0 0,3-2 0 16,2 2 0-16,-1-4 0 0,0-2 0 0,3-1 0 16,-1-2 0-16,-13 0 0 0,28-5 0 15,-10 0 0-15,-4-4 0 0,6-1 0 16,-2-9 0-16,5 2 0 0,-1-5 0 15,-6 1 0-15,2-2 0 0,-1-1-224 0,-4-1-668 0,-2 4-65 16,0 1 110-16,-2 5-946 16,-4-1-1221-16</inkml:trace>
  <inkml:trace contextRef="#ctx0" brushRef="#br0" timeOffset="11514.67">29576 13470 4706 0,'0'0'-138'0,"0"0"54"0,0 0 59 0,-27 26 44 0,16-11 47 16,-7 6 41-16,1 3 31 0,2 0 14 0,0-2 12 16,6-1 1-16,-1-3 12 0,4 1 1 15,2-2-5-15,3 1-18 0,2-1-2 16,7 1 2-16,2-1-23 0,3 0-17 16,10 1-33-16,2 0-2 0,-3-10-13 0,3-1-11 15,0-4-21-15,0 1-18 0,-3-4-6 16,3-4-5-16,0-1 2 0,-4-3-8 0,-1 3 4 15,-2-7 3-15,0-2 1 0,-7-1-1 16,0-5-4-16,-3 2 5 0,-2-4-3 0,-4-5-5 16,-1 5 4-16,-1-2 0 15,-1 3-5-15,-1 4-1 0,-2 0-3 0,-2 2-7 16,2 3-27-16,-4 2-50 0,1 8-63 16,-2 0-75-16,9 2-109 0,-23 4-105 0,7 1-138 15,3 2-167-15,-3-1 64 0,5 3-546 16,0-1-689-16</inkml:trace>
  <inkml:trace contextRef="#ctx0" brushRef="#br0" timeOffset="11850.32">30146 13464 3731 0,'15'-13'215'0,"-4"7"43"0,-3-2 21 0,-5 4 20 0,1-1 12 16,-4 5-8-16,0 0-9 15,0 0 20-15,0 0-4 0,0 0-11 0,-4 25-23 16,-1-6-24-16,-4 0-25 0,-2-1-22 15,-1 10-20-15,0-6-20 0,-1 2-14 0,2-5-34 16,3-4-117-16,0-1 0 0,0-2 0 16,3-3 0-16,-1-1 0 0,1 2 0 15,3-5 0-15,-5 1 0 0,7-6 0 0,0 0 0 16,0 0 0-16,0 0 0 0,0 0 0 16,-12-23 0-16,13 5 0 0,9-13 0 0,2-5 0 15,8-10 0-15,7-5 0 0,3-4 0 16,13-18 0-16,-2 0 0 0,7-3 0 0,-1 3 0 15,3 5 0-15,-14 15 0 16,0 4 0-16,-1 6 0 0,-5 4 0 0,-1 6 0 0,-6 10 0 16,0 5-303-16,-8 7-153 15,-3 5-59-15,-5 6-79 0,-7 0-149 0,0 0-64 16,0 21 79-16,-9-1-648 0,-12 11-829 16</inkml:trace>
  <inkml:trace contextRef="#ctx0" brushRef="#br0" timeOffset="12030.65">30081 13422 4144 0,'2'6'148'0,"7"-1"51"16,1-1 52-16,1-2 57 0,7 0 23 0,-2 2 7 15,8-2-7-15,0-2-29 0,1 3-29 16,1-2-30-16,1 1-25 0,-6 0-60 0,2 0-71 16,-8-2-130-16,1 2-144 0,-3-2-167 15,1 3-169-15,-7 1-210 0,-3 2-65 0,-2-2 87 16,-2 6-643-16,0-10-810 0</inkml:trace>
  <inkml:trace contextRef="#ctx0" brushRef="#br0" timeOffset="13196.84">17795 14260 3021 0,'3'-19'266'0,"1"7"-82"0,-1 0-37 0,-1 4-36 0,-2 3-27 16,0 5-8-16,0 0 44 0,0 0 24 0,0 0 11 15,-18 35 10-15,7-4 5 0,-3 15 1 16,-1 3 0-16,3 1-6 0,-1 1-8 0,0 0-8 15,1-2-21-15,1-8-8 0,1-1-13 16,3-4-8-16,-2-2-8 0,-2-1-8 16,4-8-15-16,3-6-3 0,-1-1-8 0,1-5 2 15,0-1-3-15,3-2-2 0,-1-3 14 0,-1 1-4 16,3-8 14-16,-4 8-9 16,4-8-9-16,0 0 7 0,0 0-18 0,0 0-7 15,-13-29-11-15,10 14-15 0,-8-5 0 16,2-9-14-16,-4-2-4 0,-1 0-5 15,0 2-3-15,-8 2 0 0,6 2-3 0,-7 4 1 16,-2 5 3-16,2 6-5 0,-2 6 0 16,4 3 6-16,-5 3-1 0,-9 5 3 0,3 6 7 15,3 1 6-15,4 6 11 0,2 0 1 16,9 4 4-16,0-1 6 0,6 1 6 0,5-3-9 16,3-1 2-16,3 2-1 15,7 7-9-15,3 1 1 0,6-5 2 0,0-1-8 0,4-3-50 16,1-6-47-16,5 1-60 15,4-9-69-15,0 3-79 0,-1-8-84 0,-3-2-81 16,10-6-107-16,-3-5-159 0,2 2 36 16,-1-6-537-16,-1 3-686 0</inkml:trace>
  <inkml:trace contextRef="#ctx0" brushRef="#br0" timeOffset="13565.36">17924 14687 3272 0,'6'-11'35'15,"-2"4"58"-15,0 0 33 16,-2 2 22-16,-2 5 20 0,3-9 16 0,-3 9 4 0,0 0 0 15,0 0 23-15,0 0 13 0,0 0-2 16,20 16-18-16,-17-8-11 0,3 4-22 16,0 2-7-16,-3 1-10 0,4 1-24 15,-5 1-14-15,-1-4-4 0,1 1-5 16,-4-1 11-16,2 1 4 0,-3 1-11 0,-4-1-8 16,2-2-8-16,-5 1-6 0,1-1-8 15,-3-2-12-15,-1-2-3 0,1 1-3 0,-1-2-26 16,2-2-25-16,1-5-26 15,10 0-34-15,-17-8-22 0,11-2-13 0,2-5-3 0,4-2-1 16,4-5 7-16,6-11 6 0,1 3 9 16,3 2 8-16,-3 6 7 0,-2 7 4 15,2 1 11-15,-6 2 7 0,1 5 7 16,-1 0 8-16,3 4 10 0,0 0 7 0,-8 3 0 16,18 5 4-16,-6 0-4 0,0 3 3 15,-1 1-4-15,2 3 0 0,2 1-2 16,3-1-15-16,1 7-27 0,0-3-21 0,-2-4-75 15,5 5-104-15,-2-7-106 0,-6 1-106 16,-1-3-106-16,-2-1-156 0,-1-1 49 0,-3-2-462 16,1 4-595-16</inkml:trace>
  <inkml:trace contextRef="#ctx0" brushRef="#br0" timeOffset="13830.07">18370 13943 3169 0,'-4'-8'12'0,"1"4"45"0,3 4 48 0,0 0 54 0,-23 27 48 0,10 4 41 15,3 6 12-15,-1 13 17 0,-1 4 20 16,2 6 7-16,5 4-9 0,-3-2-21 0,5 2-22 16,1-2-19-16,0-2-24 0,2-10-23 15,0-3-16-15,-2-1-22 0,2-4-13 16,0-2-14-16,0-2-23 0,0-8-43 15,-2-4-50-15,-1-4-66 0,3-3-58 16,-1 1-61-16,-1-5-60 0,0-1-81 0,-2-4-75 16,2-3-82-16,-3-2-76 0,-1-4-107 15,6-1-21-15,0 0-537 0,0 0-682 0</inkml:trace>
  <inkml:trace contextRef="#ctx0" brushRef="#br0" timeOffset="13996.98">18094 14783 3277 0,'-11'-13'-6'0,"-1"4"67"0,4 0 64 16,1 3 61-16,3 1 58 0,4 5 35 15,-8-11 22-15,4 8 6 0,4 3-16 0,-3-7-22 16,3 7-28-16,0 0-25 0,-4-7-25 16,4 7-18-16,0 0-22 0,21-2-28 0,-8 2-88 15,-13 0-116-15,45 1-128 16,-20 0-151-16,2 1-184 0,5-2-229 0,-3 0 70 0,2 4 76 16,9-3-450-16,-7 1-549 15</inkml:trace>
  <inkml:trace contextRef="#ctx0" brushRef="#br0" timeOffset="14446.28">18630 14676 2977 0,'0'0'154'0,"0"0"34"15,0 0 11-15,-9-11 24 0,9 11 26 0,0 0 20 16,0 0 5-16,0 0-14 0,0 0-24 16,0 0 4-16,0 0-14 0,0 0-6 15,0 0-23-15,0 0-15 0,0 28-8 0,0-16-13 16,-1 0-11-16,-1 0 2 0,-4 3 0 15,3-1-4-15,-7 5-6 0,5-6-2 16,-7 3-11-16,-1-1-10 0,-3 1-3 0,-4 1-20 16,0-3-7-16,5-4-11 0,2-1-6 15,-3-3-12-15,7 0-28 0,0-5-33 16,9-1-44-16,0 0-32 0,-18-13-15 0,18 2 1 16,4-7 0-16,6-11 11 0,3 0 7 15,3-1 7-15,-2 6 9 0,4 1 1 0,-5 7 16 16,-1 3 15-16,-3 6 7 0,0 6 26 15,-9 1 27-15,22 7 21 0,-11 3 7 16,1 4 4-16,4 10 1 0,2-2 8 16,-2 2-7-16,2 1-5 0,0-2 0 0,2-4 9 15,-3-3 17-15,-2-6 13 0,3-3-40 16,-2-3-63-16,0-2 0 0,3-5 0 0,4-3 0 16,-4 0 0-16,1-4 0 0,3-5 0 15,1-5 0-15,-3 2 0 0,-5-5 0 0,-2 1 0 16,-1-6 0-16,-4-1 0 0,4-1 0 15,-10-5 0-15,5 0 0 0,-7 6-408 16,-1 7-253-16,-1 5-241 0,-3 4 26 0,-2 2 99 16,-6 7-776-16,3 4-997 15</inkml:trace>
  <inkml:trace contextRef="#ctx0" brushRef="#br0" timeOffset="16563.41">19544 15112 3973 0,'-1'3'-74'0,"1"-3"23"0,0 0 26 0,0 0 21 0,0 0 25 0,0 0 30 0,0 0 13 0,9-23 7 16,-4 11-8-16,7 1-5 0,-1-4-9 15,2-2-2-15,9-3-3 0,1-3-1 0,-2 1-11 16,1-2 0-16,3 0-8 0,0 1 2 15,0-2-9-15,0 0-15 0,-1-3-12 0,5-5-3 16,-6 6-3-16,-4 1 2 16,0 4-1-16,-6 5-2 0,-3 3 6 0,-3 4-2 15,-2 1-8-15,-2 3 3 0,-3 6-2 16,2-6 8-16,-2 6 5 0,0 0-3 16,0 0 3-16,0 0-3 0,-14 21 1 0,9-12 1 15,1 2-6-15,2 6 6 0,2-1 1 16,0 1 0-16,4 4 5 0,1 0-1 0,-1 1 8 15,6 7 14-15,-2-5 11 0,-3-3 9 16,1-3 5-16,-3 0 13 0,2-2 19 16,-1-2 15-16,-4 0 21 0,2 0 20 15,-4-2 9-15,0 1 11 0,0-1 1 16,-3-2-11-16,2 3 0 0,-5-3-11 0,3 1-12 16,-2-5-6-16,-4 4-14 0,0-4-7 15,4-2-12-15,-5 0-12 0,1 0-10 0,0-3-39 16,11-1-54-16,-22-3-77 0,15-3-116 15,-1 0-146-15,-2-5-167 0,7-1-217 0,-1 2 67 16,4 2 77-16,0 8-390 0,4-14-480 16</inkml:trace>
  <inkml:trace contextRef="#ctx0" brushRef="#br0" timeOffset="17095.59">20015 15073 2905 0,'0'0'81'0,"0"0"-2"0,0 0 11 0,0 0 24 0,0 0 18 0,0 0 11 0,0 0-6 0,0 0-9 16,25-12-14-16,-13 2-7 0,1 3-14 15,4-3-2-15,0-1-14 0,8-5-8 16,0 0-9-16,-5-1-1 0,-1 2-6 0,-3 4-2 16,1-3-7-16,-3-1-8 15,-2 1-3-15,-4 2 0 0,-1 1 4 0,2-1-1 0,-4 0 10 16,1 5-3-16,-5-1 2 15,3 2-1-15,0-2-7 0,-4 8-2 0,0 0 2 0,0 0 0 16,0 0-1-16,0 0-4 16,-20 20-2-16,11-7-2 0,2 7 0 0,-2 9-1 15,3-7-5-15,2-3-3 0,1 3-1 16,3-8-2-16,0 3-3 0,0-5 0 16,2 1 0-16,3 1-3 0,2-4-1 0,3 1 1 15,0-6-2-15,3 0-11 0,1-1-11 16,-1-4-12-16,-13 0-17 0,32-8-11 0,-13 0-8 15,0-1-5-15,6-8 4 0,-4 0 4 16,-3 2 12-16,2-6 3 0,-4 4 12 0,-5 4 9 16,-2 2 26-16,1 2 13 15,-3 1 7-15,-3 3 0 0,2 2-2 0,-6 3 11 16,0 0 20-16,0 0 7 0,0 0-4 16,0 29-3-16,0-17-2 0,-2 6-3 15,-2-1-3-15,2 1-2 0,4-1-4 0,0 0-3 16,2 0-3-16,-1-1-4 0,3-1 0 15,2-3-3-15,1-2-4 0,3-1-26 0,0-2-32 16,2-2-58-16,0-4-83 0,1-2-88 16,3-3-80-16,-4 0-103 0,6-5-117 0,-4-2-66 15,9-6 61-15,-2-2-280 0,1 0-336 16</inkml:trace>
  <inkml:trace contextRef="#ctx0" brushRef="#br0" timeOffset="17745.45">20929 14849 2260 0,'0'-8'76'0,"0"8"50"0,-5-8 30 0,5 8 39 0,0 0 32 0,-19 2 25 0,19-2 11 16,-17 6 6-16,6 2-3 0,-3 1-5 0,-1 3-10 16,1 1-4-16,1 1-14 0,-1 2-33 15,5 1-8-15,0 3-28 0,0-3-16 0,2 2-18 16,3-2-11-16,1-1-17 0,3-5-4 16,2 3-5-16,-1-1-10 0,7-1-11 15,0-4-16-15,5-2-27 0,5-2-32 0,-4-4-31 16,10-4-32-16,8-6-28 0,0-2-25 15,2-7-21-15,9-6-14 0,-3-8-10 16,-1-3 13-16,6-7 19 0,4-15 5 0,-1-6 11 16,-3-4 10-16,-1-7 11 0,-4 3 13 15,-10 12 1-15,-6 3 6 0,-8 4 35 16,0 5 22-16,-11 14 23 0,-3 5 21 0,-4 10 21 16,1 1 17-16,-7 3 20 0,1 3 19 15,-5 3 14-15,1 4 11 0,-1 5 10 0,12 0 10 16,-42 20 14-16,21 6 15 0,-8 14 6 15,3 8 6-15,1 7-8 0,2 4-12 16,2 1-13-16,1 3-15 0,2 0-10 0,3 5-14 16,0-4-8-16,6-4-12 0,-2-2-17 15,6-4-2-15,1-13-12 0,0-4-6 16,4-8-2-16,0-8-6 0,0-4-5 16,0-3 2-16,0-2 2 0,2-4 20 0,0-1 13 15,2-2-32-15,-4-5-52 0,0 0 0 16,27-13 0-16,-12 0 0 0,7-10 0 0,9-9 0 15,-2-2 0-15,-8 9 0 0,-2 1 0 16,-2 7 0-16,-5 3 0 0,-3 1 0 0,-2 5 0 16,1 2 0-16,-3 3 0 0,-5 3 0 15,0 0 0-15,7 20 0 0,-5-8 0 0,-2 6 0 16,0 1 0-16,0-1 0 0,0 1 0 16,2-2 0-16,-1 1 0 0,-1-2 0 15,2-3 0-15,4-1 0 0,-2-1 0 0,-1-5 0 16,6 2 0-16,-2-4 0 15,-7-4 0-15,25 0 0 0,-25 0 0 0,30-9 0 16,-11 2 0-16,0-4 0 0,1 1 0 16,5-11 0-16,-1-1 0 0,-1 0 0 0,-4 0 0 15,0-1 0-15,-6 5 0 0,-5 6-12 16,-3-1-552-16,-3 3-155 0,0 2-207 0,-2 1 74 16,-4-1 93-16,-1 4-724 0,5 4-929 15</inkml:trace>
  <inkml:trace contextRef="#ctx0" brushRef="#br0" timeOffset="18895.39">22952 14384 3871 0,'3'-17'-159'0,"1"3"27"0,0 3 33 0,-2-2 31 0,0 0 31 16,0 2 41-16,0-1 32 0,0 2 28 0,2-1 19 15,-3 3 9-15,-1-1-5 0,0 2-2 16,0 7-9-16,2-9-13 0,-2 9 18 0,0 0 42 16,0 0 8-16,-11 33 8 0,-1 4 2 15,-1 13 5-15,-1 4 7 0,1 4-2 0,0 0 3 16,1 2-6-16,0-2-4 0,-1-2 14 15,2-5-21-15,2-1-7 0,1-13-7 16,0 0-4-16,1-6-12 0,2-6-10 16,1-5-10-16,-1-3-9 0,1-4-8 0,3 1 1 15,-3-4-14-15,0-1-4 0,2-1-15 16,1-1-31-16,-1 1-35 0,0-4-73 16,2-4-79-16,-7 7-105 0,7-7-104 0,-11 0-113 15,11 0-181-15,-11-10-40 0,6 1 75 16,-2-1-464-16,4-4-582 0</inkml:trace>
  <inkml:trace contextRef="#ctx0" brushRef="#br0" timeOffset="19078.49">22686 14788 3407 0,'-3'-5'160'0,"3"-1"16"0,0 6 20 0,-2-12 17 15,4 5 5-15,1 0-4 0,4 0-16 16,-2 0-20-16,6 0-20 0,3 2-16 15,3 0-21-15,-1 2-54 0,2 1-80 0,3 0-98 16,3 1-123-16,-4 2-132 0,8 1-146 16,-3 0-168-16,-3 1 73 0,3 0-388 0,-3 3-471 15</inkml:trace>
  <inkml:trace contextRef="#ctx0" brushRef="#br0" timeOffset="19545.09">23097 14919 2772 0,'-4'3'44'0,"4"-3"25"16,0 0 31-16,-6 11 29 0,6-11 33 0,0 0 25 16,0 0 7-16,0 0-7 0,0 0-5 15,-2 7 7-15,2-7-10 0,0 0-14 0,0 0-17 16,12 5-13-16,-12-5-13 0,0 0-11 16,9 3-10-16,-9-3-9 0,0 0-8 0,0 0-8 15,12 2-9-15,-12-2-4 0,0 0-14 16,0 0-13-16,13-14-8 0,-13 7-11 15,0-1-12-15,0-1-13 0,2-3-15 16,-4-1-8-16,-4-4-11 0,4 2-1 16,-3 1 1-16,-2 2 3 0,4-1 3 0,-1 5-3 15,-2 0-2-15,1-2 7 0,-1 6 3 16,2-2 2-16,4 6-6 0,-6-7 1 0,6 7-1 16,0 0 3-16,-4-7 4 0,4 7 2 15,0 0 5-15,14-5 4 0,-3 3-3 0,2 0 3 16,5-3 2-16,1-1 3 0,3 1-3 15,2 0 8-15,-3-1-2 0,-3 3 1 0,0 1 2 16,-5 0 10-16,1 2 15 0,-3 4 13 16,-1 1 18-16,-1 4 6 0,0 2 5 15,-1 2 1-15,-2 2-3 0,0 5-4 16,-1 0-6-16,1 1-4 0,-1 0-1 0,2 4-8 16,-2-3-4-16,5 7-3 0,-1-8-18 15,-3 2-47-15,2-7-68 0,-3 3-102 16,3-4-117-16,-5-3-129 0,6-2-165 0,-4 1-24 15,1-3 71-15,-3 2-319 0,5-7-371 16</inkml:trace>
  <inkml:trace contextRef="#ctx0" brushRef="#br0" timeOffset="20178.39">23775 14862 2771 0,'2'-4'174'0,"-2"4"-4"0,0-9 4 0,0 9-7 0,0 0 4 15,0 0 24-15,0 0 2 0,0 0-7 0,0 0-16 16,-6 31-13-16,2-18-1 0,2 5 0 16,-3-3 6-16,-3 6-6 0,-2-1-8 0,-1 6-9 15,-3-6-11-15,-2 3-6 0,-4-2 1 16,6-7-11-16,0 1-12 0,-3-4-3 16,3-2-13-16,1-3-6 0,-1-2-6 0,3 0-9 15,0-4-1-15,11 0-13 16,-19-8-11-16,12-2-17 0,-2-3-21 0,7-6-12 0,4-7-9 15,7-11-5-15,0-1-1 0,8-5 0 16,-2 10 5-16,1 4 0 0,-1 4 2 16,-4 6 3-16,-1 5-3 0,-3 3 3 15,2 4 7-15,2 6 9 0,-11 1 9 0,0 0 8 16,28 15-1-16,-17 1 3 0,7 11-7 16,-5 0 3-16,-2 2-1 0,1 4-3 15,-1 0 0-15,-2-4 1 0,1 0-7 0,-2-4 0 16,-5-9 0-16,3 1 0 0,-2-6 0 15,0-1 0-15,-2-2 8 0,2 2 10 0,-2-3 13 16,1-3 17-16,-3-4 3 16,0 0-6-16,13 2-7 0,-13-2-8 0,20-11-4 15,-5-1-24-15,8-13 0 0,0 1 4 16,0 1 13-16,-1 0 20 0,-3 2 20 0,-1 7 10 16,-7-1-2-16,-2 6-8 0,0 3-13 15,-2 1-6-15,0 3 0 0,-7 2-1 0,0 0-7 16,23 12-5-16,-15-2-2 0,-1 5 0 15,3-1-4-15,2 2-5 0,-1-1-2 0,2-1 2 16,-1-1-4-16,0-2-3 0,-3-1 0 16,-2-2 5-16,1 0 7 0,2-4 10 15,-3 1 6-15,1-5-1 0,-8 0-2 0,19 0-42 16,-19 0 0-16,17-8 0 0,-7 2 0 16,-5 0 0-16,4-4 0 0,2-2 0 15,-6-2 0-15,1-1-28 0,-1-1-133 16,1-4-63-16,0-2-69 0,2 1-84 0,-5 0-89 15,5 1-98-15,-5 2-155 0,-1 5-75 16,5 3 90-16,-5 4-609 0,0 5-771 0</inkml:trace>
  <inkml:trace contextRef="#ctx0" brushRef="#br0" timeOffset="20595.16">24581 14988 3478 0,'0'0'45'0,"-5"-11"47"0,5 11 26 0,-5-5 23 0,5 5 28 0,-4-5 16 0,4 5-4 15,0 0-14-15,0-9-16 0,0 9-13 16,11-4-17-16,-4-2-11 0,0 1-11 0,5 0-7 16,-1 0-9-16,0-2-11 0,3 0-4 15,-3-1-8-15,3-2-7 0,-1 0-4 16,-4 2-5-16,4-5 0 0,-4 4-5 0,-4-5-8 15,1 2 2-15,-3 0-2 0,-3 1-2 16,-1 1-2-16,-5 2 0 0,-1 1-3 0,-4 3 0 16,-5 1 8-16,-4 6 11 15,-3 1 21-15,-12 9 14 0,5 2 14 0,-2 3 8 16,7 4-5-16,0 3 15 0,3 0 8 16,8 3 2-16,2-3-1 0,4 1-4 0,4-5-13 15,3-4-11-15,-1 2-1 0,5-2-16 16,1 0-6-16,2-1-7 0,3-3-8 0,3 3-7 15,1-4-35-15,4-3-56 0,0 1-64 16,2-3-65-16,5-3-80 0,-3 0-114 0,-5-2-122 16,6-4-164-16,-8 2-162 0,2-2 80 15,-5 2-645-15,-11 0-835 0</inkml:trace>
  <inkml:trace contextRef="#ctx0" brushRef="#br0" timeOffset="21081.12">24888 15172 3681 0,'0'0'35'0,"-6"-11"42"15,6 11 14-15,0 0 11 0,-1-8 8 0,1 8 19 16,0 0 5-16,7-8-2 0,-7 8-15 16,13-1-11-16,-13 1-10 0,17-3-5 0,-6 0-11 15,3 2-9-15,-4-1-5 16,1-1-6-16,-11 3-5 0,19-6-2 0,-12 4-3 0,4-4 3 15,-2 0-2-15,-4 0-1 16,1-3-6-16,-2-2 0 0,-3 0-4 0,2-6-3 16,-1-1-3-16,-2 0-8 0,-2-1-3 15,-1-5 3-15,0 0 5 0,-1 3 7 0,0-1 4 16,-1 7-1-16,-1 0-1 0,1 3 2 16,-4 0 1-16,2 3-9 0,0 3 7 15,-2 2-5-15,0-2-3 0,9 6 3 0,-13-7-9 16,13 7 5-16,0 0 10 0,-5-3 13 15,5 3 16-15,0 0 3 0,26-5-5 0,-2 2-8 16,11-4-3-16,3-1-29 16,0 3-4-16,-2 0 3 0,-5 3-4 0,-6 1 1 15,-6 1 3-15,0 3 6 0,-2 1 3 0,-2 2 16 16,-1 2-9-16,-3 0 6 0,-2 2 1 16,0 3-8-16,-6 1-1 0,3-1-3 15,-3 3-8-15,-1 1-1 0,0 0-7 16,0 0-6-16,-2-2-40 0,-4 2-42 0,2 0-63 15,2-1-70-15,-1-1-96 0,-3 1-102 16,0-3-102-16,2 2-125 0,2-3-139 0,-1-4 66 16,-1 1-556-16,5-1-712 0</inkml:trace>
  <inkml:trace contextRef="#ctx0" brushRef="#br0" timeOffset="21429.52">25774 14676 3373 0,'-7'-14'-30'0,"-6"2"40"0,6 4 33 0,0 0 40 0,-2 4 28 0,-4 2 15 0,13 2 17 0,-24 1 14 0,7 3 11 0,-3 3 2 0,4 1 4 16,-9 9-10-16,2 1-12 0,3-1-14 0,4 3-14 16,2-3-9-16,7 3-12 0,1-6-10 15,2 3-8-15,6-3-7 0,0 5-8 16,4 1-4-16,1-3 4 0,1 1 3 0,1 1 16 15,3-3 12-15,-2-1 26 0,-1-1 19 16,-2-2 8-16,4-1-7 0,-4 2-1 16,0-1-10-16,-1-4-5 0,-1 1-4 15,0-1 4-15,-1-1-6 0,-1 0-8 0,-3-7-7 16,4 10-9-16,-4-10-5 0,-2 11-10 16,-1-5-7-16,-5-1-10 0,-2 2-4 0,1-3-16 15,-7 1-49-15,1-1-41 0,1-3-103 16,1 2-93-16,13-3-102 0,-24-3-134 0,12-2-161 15,3-5-201-15,5-1 27 0,0-1 80 16,6-1-616-16,1-3-800 0</inkml:trace>
  <inkml:trace contextRef="#ctx0" brushRef="#br0" timeOffset="22011.22">26054 14775 3867 0,'5'-9'80'0,"2"2"29"16,-3 2 30-16,-4 5 16 0,1-6 8 15,-1 6-3-15,0 0-14 0,0 0-13 0,0 0-14 16,0 0-6-16,0 0-12 0,0 0-10 16,-19 23-9-16,10-11-9 0,-2-3-4 15,-1 1-10-15,1 4-6 0,-3-1-6 0,4-1-4 16,-1-4-6-16,-1 1-1 0,5-1-3 16,0-2-3-16,-1 2-6 0,2-4 4 15,2 2-3-15,4-6-9 0,0 0 0 16,0 0-9-16,0 0 0 0,0 0 2 0,0 0-2 15,0 0 0-15,0 0-2 0,0 0-5 16,0 0 3-16,0 0 2 0,0 0 2 0,0 0 1 16,32 1 0-16,-23 9-3 0,-4 1 5 15,4 3-2-15,3 1-4 0,0 1 3 0,0-1-6 16,1-1 2-16,1 0 1 0,2-3 1 16,-1-3 1-16,2-4 2 0,0 0-2 15,1-1-1-15,0-4-2 0,1-1 2 0,5-6 2 16,4-3-3-16,1-6-1 15,-1-2-3-15,-4-3-11 0,1-6-7 0,0-11-8 16,0-3-1-16,0-7-11 0,-5-6-14 16,4-5-1-16,-7-1 1 0,0-3 5 0,-1-1 4 15,-7 8 6-15,0 15 15 0,-4 5 21 16,-4 10 9-16,1 7 3 0,-2 3 3 0,-2 8 12 16,-4 6 29-16,6 3 21 0,0 0 10 15,-31 25 17-15,15 5 17 0,-5 12-19 0,-3 3 3 16,10 1-10-16,3 3 0 0,-1 3-7 15,2-3-5-15,5-11-12 0,-2 2-5 16,4-2-2-16,1-8-11 0,2-2-1 0,0-3-8 16,2-5-7-16,-4 1 8 0,4-4-54 15,0 0-51-15,-1 1-63 0,4-4-69 16,-1 0-99-16,-2-4-116 0,-1 2-141 16,5-2-221-16,-1 2 29 0,9-1 77 0,3 4-513 15,10 1-642-15</inkml:trace>
  <inkml:trace contextRef="#ctx0" brushRef="#br0" timeOffset="22294.67">27368 13880 3503 0,'-9'-14'109'0,"4"4"-7"0,1 6 21 0,4 4 62 0,-18 14 53 0,4 16 32 0,-9 20 18 16,-2 11 30-16,-10 30 13 15,-1 13 1-15,-1 10 2 0,-6 12 2 0,0 2 0 16,-18 36-15-16,14-40-17 0,4-5-19 16,-3-1-31-16,2-8-32 0,3-8-222 0,2-9 0 15,1-10 0-15,4-9 0 0,5-19 0 16,4-7 0-16,2-6 0 0,10-10 0 0,-1-7 0 16,3-4 0-16,4-7 0 0,1-3 0 15,3-3 0-15,1-2 0 0,2-6-299 16,0 0-349-16,0 0-176 0,0 0-78 0,26-15 87 15,-9 1-785-15,16-15-1039 16</inkml:trace>
  <inkml:trace contextRef="#ctx0" brushRef="#br0" timeOffset="22694.13">27605 15030 4538 0,'-4'-19'-120'0,"2"6"36"0,-3 1 36 16,1 2 35-16,2 3 15 0,-1 0 13 16,-3 2 6-16,6 5 15 0,-12-5 9 0,12 5 12 15,-17-2 8-15,17 2 11 16,-19 5 19-16,10-1-6 0,-1 2 1 0,-3 3-1 16,4 1 0-16,-4 2-1 0,6 0-7 15,0 2 1-15,0 1-4 0,5 2 7 16,1-2 4-16,2 2 1 0,-1 1 5 0,7 0-2 15,-2 1 2-15,1 2-9 0,-1-1-4 16,3-1-1-16,-3-1 4 0,-4-1 1 0,3-1 5 16,-2-3-8-16,0-1-3 0,0 1-1 15,-2-3 6-15,-2 2 7 0,2-4-2 0,-4 4-7 16,0-3-2-16,-4 0-11 0,-1-1-10 16,-2 0-1-16,1-1-1 0,-3-1-8 0,2-2-7 15,-2-4-5-15,13 0-35 16,-26-4-44-16,13-4-52 0,-1 0-79 0,5-1-83 15,-1-5-120-15,7-3-132 0,1-3-185 16,4 3-110-16,1-4 90 0,5 3-592 16,1 0-762-16</inkml:trace>
  <inkml:trace contextRef="#ctx0" brushRef="#br0" timeOffset="23961.1">27904 15097 3681 0,'-11'0'47'0,"11"0"27"16,-16-5 21-16,16 5 18 15,-11-1 9-15,11 1 1 0,0 0-13 0,0 0-8 16,0 0-10-16,0 0-11 0,0 0-4 16,0 0-7-16,0 0-7 0,0 0-8 0,0 0-4 15,38-5-4-15,-26 2-3 0,-1 0-4 16,0 0-4-16,2-1-3 0,-4 1-3 15,-2-2-1-15,1-1-5 0,2 1 1 0,-3-3-5 16,-3 2 1-16,-1 0-2 0,-3 6-2 16,0-12-2-16,0 12 1 0,-5-10-4 0,5 10-2 15,-19-4 1-15,19 4 3 16,-28 7 8-16,7 0 7 0,-8 7 7 0,0 4 7 16,2-2 3-16,4 5-5 0,5-3 0 15,0 5-2-15,9-2-2 0,4-4-3 0,1-3-1 16,6 2 5-16,0 0-14 0,-1-2 4 15,7-1-4-15,-1-1 0 0,3-2 6 0,3 1-7 16,3-4-1-16,1-2-5 0,0-2 1 16,2 0-4-16,0-3 0 0,2-3-2 15,-2 0-2-15,2-1 2 0,-2-1-2 0,2-2 2 16,-6 0-1-16,-2 1 3 0,-1 1 4 16,-2-1 11-16,-1 1 12 0,-2 2 3 15,-7 3-2-15,12-6-4 0,-12 6-9 16,10-4 6-16,-10 4-3 0,0 0 1 0,0 0 4 15,0 0-2-15,0 0-6 0,1 20 1 16,-1-20 3-16,0 9 4 0,2-3-8 0,-2-6 3 16,6 11 4-16,-2-5 7 0,-4-6 1 15,13 8-1-15,-3-7 0 0,0 2-9 16,-10-3 0-16,27 0-4 0,-13-4-3 0,4 0-3 16,-2 1 0-16,2-3-5 15,-3-1 5-15,1 2-8 0,-4 2-5 0,0 0 2 0,-4-1-2 16,-8 4-5-16,16-3 0 0,-7-1-10 15,-9 4 5-15,0 0 6 0,0 0-4 16,13 9 0-16,-13-9 7 0,0 8 5 16,0-8-10-16,3 12-1 0,-3-6 5 0,0-6-2 15,4 11 0-15,-2-4-5 0,-2-7 2 16,5 10 2-16,-4-6 3 0,-1-4 7 16,10 5-10-16,-10-5 3 0,11 5 4 0,-11-5-2 15,17-2-7-15,-17 2-4 0,23-6 7 16,-13 2-7-16,3 2 8 0,-3-4-7 0,-1 2 6 15,0-1 1-15,-9 5 6 0,16-5 0 16,-16 5 0-16,9-5-2 0,-9 5 5 0,9-2-13 16,-9 2 7-16,0 0-6 0,11-2 1 15,-11 2 2-15,0 0-6 0,0 0 1 16,0 0 2-16,0 0-5 0,7 9 0 16,-7-9 4-16,4 7-2 0,-4-7 0 0,5 7 3 15,-5-7-2-15,10 7 1 0,-4-4 9 16,-6-3-10-16,16 0-7 0,-16 0-14 15,27-4-10-15,-9-4-25 0,-2-1-14 0,6-1-9 16,3-7-7-16,0-3-7 16,1-2-10-16,5-13-13 0,1-2-9 0,2-4-16 0,2-2-49 15,2-9-39-15,7-17-18 0,2-7-9 16,1-4-5-16,-1-1 13 0,-3 0 22 0,-6 12 27 16,-13 20 45-16,-5 8 52 15,-8 12 52-15,-2 9 27 0,-7 5 21 0,-4 6 42 16,-3 4 41-16,4 5 41 0,0 0 16 15,-45 32 19-15,14 6 14 0,-1 5 34 16,-5 9 25-16,-7 18 20 0,1 9 22 0,-1 6-6 16,0 3-18-16,2-3-14 0,2 1-23 15,4-4-16-15,2-4-23 0,9-20-17 0,5-2-17 16,2-8-13-16,0-5-12 0,11-10-65 16,1-7-51-16,2-7 0 0,2-6 0 0,6-4 0 15,4-2 0-15,5-6 0 0,5-2 0 16,5-6 0-16,11-9 0 0,11-11 0 0,5-5 0 15,1-3 0-15,4-1 0 16,-7 2 0-16,-6 9 0 0,-14 5 0 0,-3 5 0 16,-3 2 0-16,-9 7 0 0,-4 3 0 15,-1 3 0-15,-8 0 0 0,6 9 0 16,-6 2 0-16,-2 9 0 0,2-2 0 0,0 2 0 16,0 6 0-16,2 11 0 0,-1-8 0 15,-1-8 0-15,2 0 0 0,2-4 0 0,-2 0 0 16,0-4 0-16,0 0 0 15,-1-3 0-15,-1 1 0 0,4-4 0 0,3 0 0 0,-6-3 0 16,7 0 0-16,-3 1 0 0,7-2-388 16,1 2-196-16,3-1-117 0,2-2-202 15,-4-2 70-15,3 0 97 0,-1 0-640 16,0-4-830-16</inkml:trace>
  <inkml:trace contextRef="#ctx0" brushRef="#br0" timeOffset="24261.4">30075 14297 4025 0,'4'-21'36'0,"-4"7"33"0,0 2 25 15,0 3 19-15,2 3 11 0,-2 6 11 0,0-6 7 0,0 6 64 0,0 0 40 0,-4 39 16 16,-8 17 3-16,-10 30-4 15,-7 16 11-15,-3 15-3 0,-10 15-7 0,-18 40-20 16,-2-3-24-16,-1-6-21 0,12-45-21 16,-3-4-19-16,-3-4-19 0,0-5-31 0,-2-8-28 15,1-6-27-15,1-10-40 0,5-9-45 16,-2-12-83-16,13-12-91 0,3-7-93 0,2-8-139 16,11-12-153-16,2-5-238 0,9-5-2 15,2-5 99-15,4-4-654 0,3 0-839 16</inkml:trace>
  <inkml:trace contextRef="#ctx0" brushRef="#br0" timeOffset="26328.48">30305 15137 3538 0,'11'-11'-95'0,"-6"0"57"0,-1 2 33 0,-1 0 45 0,-1 1 44 15,0 2 40-15,-2 6 29 0,4-10 14 0,-4 10 2 16,4-4-17-16,-4 4-19 0,0 0 1 16,0 0 27-16,0 0 3 0,-13 23 3 15,2-3-6-15,-3 6-6 0,-1 4-1 0,1 1-6 16,1 0-3-16,1 1-18 0,-1 0-3 16,2-1-18-16,-3-5-6 0,1 2-16 0,-1-5 3 15,3 0-14-15,-3-7-17 0,3-2-5 16,0 1-30-16,-3-2-48 0,5-2-51 0,0-3-64 15,1 1-72-15,-2-4-82 0,5-2-89 16,5-3-97-16,-7 2-132 0,7-2-89 16,0 0 51-16,0 0-384 0,0-21-511 15</inkml:trace>
  <inkml:trace contextRef="#ctx0" brushRef="#br0" timeOffset="26545.88">30210 15001 2892 0,'-7'-13'37'0,"-1"7"35"16,3-2 36-16,0 3 55 0,5 5 27 0,-3-10 14 16,3 10-8-16,0 0-12 0,8-7-14 15,3 3-16-15,4 3-14 0,6-3-13 16,2 1-17-16,4 1-12 0,2-2-23 16,-3 4-43-16,2-1-60 0,-1 1-66 0,-2-3-61 15,-2 3-56-15,-4-1-66 0,-4 1-83 16,-1 0-100-16,-14 0-146 0,18 4 54 15,-12-1-200-15,-6-3-241 0</inkml:trace>
  <inkml:trace contextRef="#ctx0" brushRef="#br0" timeOffset="26794.47">29826 15557 2442 0,'-14'2'212'0,"5"-2"22"16,9 0 24-16,-12 3 35 0,12-3 28 0,0 0 16 15,0 0-7-15,0 0-35 0,0 0-9 16,0 0-21-16,0 0-26 0,0 0-21 0,46 5-24 16,-17-5-25-16,1 0-33 0,12-2-82 15,-2-1-90-15,0 0-87 0,-9-1-89 0,-5 1-102 16,1 1-105-16,-3-1-148 0,-4-1-166 15,-3 2 76-15,-6-1-439 16,2 1-566-16</inkml:trace>
  <inkml:trace contextRef="#ctx0" brushRef="#br0" timeOffset="27210.01">30342 15354 3171 0,'0'-8'73'0,"0"8"24"0,0-12 21 15,0 12 16-15,0 0-3 0,2-7-6 0,-2 7 2 16,0 0 23-16,0 0 3 0,0 0-8 16,13 24-5-16,-11-13 0 0,2 0 10 15,-4 3 1-15,1-1 4 0,-2 3-3 0,-1 0 2 16,-2-1-2-16,0-1-6 16,1-2-21-16,-1-1-9 0,0 2-13 0,0-3-9 15,0-1-2-15,0-2-10 0,2 0-5 16,2-7-8-16,-3 10 4 0,3-10-7 0,0 0-8 15,0 0-8-15,0 0-7 0,0 0-10 16,17-29-10-16,2 5-7 0,2-2-18 16,0 0-8-16,1 3-2 0,-2 4 3 0,-4 3-5 15,-2 4 3-15,-4 1-5 0,0 5 2 16,-1 2-1-16,-2 2-3 0,-7 2 4 16,0 0 2-16,22 12 3 0,-17-6-3 15,1 4 2-15,-3 3 2 0,1 2-1 0,1-1 3 0,-3 0-8 16,-1 1-21-16,1-2-25 15,0 1-42-15,0 0-54 0,-2-4-77 16,0 0-87-16,2 0-88 0,-2-1-114 0,2-2-167 16,-2-1 5-16,3 0 71 0,3-3-355 15,2-1-447-15</inkml:trace>
  <inkml:trace contextRef="#ctx0" brushRef="#br0" timeOffset="27561.63">30891 15283 2549 0,'4'-11'-17'0,"-2"2"34"0,-2 1 32 16,0 8 30-16,0-10 26 0,0 10 14 16,-4-9-10-16,4 9-7 0,-8-3-4 0,8 3-5 15,0 0 4-15,0 0 2 0,-35 8 3 16,26-2-2-16,-2 2-9 0,-1 2-8 16,3-1-11-16,2 3-6 0,-4 0-5 0,6 2-4 15,-3-1-3-15,7-1-11 0,-1 1-2 16,-2 0-9-16,4 1 5 0,0 0-6 15,2-3 11-15,-2 2 24 0,2-2 18 0,1 1 17 16,-3 1 11-16,4-3 5 0,-2-1 7 0,0-1 5 16,0 1 8-16,-2-9 1 0,1 13-8 15,-1-8-3-15,0-5-10 0,0 11 0 16,0-11-5-16,-1 7 2 0,1-7-9 16,-10 11-12-16,7-7-5 0,-8 1-15 15,0-1-7-15,0-1-15 0,-1-1-40 0,-1 0-58 16,13-2-71-16,-26-2-94 0,13-2-108 15,-1-1-144-15,3-4-187 0,-1 3-103 0,2-3 82 16,7 3-479-16,3 6-619 0</inkml:trace>
  <inkml:trace contextRef="#ctx0" brushRef="#br0" timeOffset="28226.91">30875 15400 3367 0,'8'-5'-4'0,"-8"5"20"0,0 0 16 0,0 0 44 16,0 0 43-16,0 0 6 0,19 0 8 16,-19 0-1-16,16 5-3 0,-16-5 0 0,18 2-13 15,-8 0-7-15,3-2-11 0,2 2-8 16,-15-2-6-16,33-4-9 0,-14 2-5 0,-3-3-6 16,-2 3-6-16,4-4-7 0,-5 2-6 15,-2 1-2-15,-1-2-5 0,-1 0-2 16,-1 1-4-16,-8 4-1 0,12-8-5 0,-8 4-4 15,-4 4-8-15,0 0 2 16,0 0 0-16,0 0-5 0,0 0 0 0,-31-3-2 16,15 12 4-16,0 0 3 0,-2 2 5 15,2 4 4-15,-8 2 6 0,7 4-1 0,4-3-1 16,2-1 2-16,3-3 3 0,2-1 0 16,0 1 7-16,5-2 11 0,1-3 9 15,0 2 8-15,1-2 8 0,5 0 3 0,1-3 5 16,5-1-10-16,-1-3-1 0,2 0-15 15,5-2-3-15,1-4-5 0,0 1-5 0,2-2-5 16,0-2 1-16,0-1-4 0,-2-3-5 16,-1-1-2-16,-4-1-1 0,4-3 1 15,-3-6-13-15,-1 2 4 0,-1-4 0 0,-1-5-11 16,-3 8-1-16,-2 0-1 16,-1 5 4-16,-3-1-3 0,1 5-1 0,1 0 0 15,-5 2-9-15,2 2 0 0,-2 1-4 16,0 7-3-16,-7-9 2 0,7 9 5 0,-7-4-8 15,7 4 2-15,0 0 1 0,0 0-4 16,0 0 2-16,0 0 11 0,0 0-1 0,0 0 4 16,0 0-3-16,0 0-4 0,36-1 0 15,-17-2 5-15,1 3-1 0,0-2-5 16,-4 0 2-16,0 2-3 0,0 2 4 16,-1 0-1-16,0 1 2 0,-4 0 9 15,3 4 5-15,-3 3-2 0,-3-2 11 0,0 3 1 16,-2 0-5-16,-3 2-2 0,-1-1-4 15,0 2 1-15,0 0 3 0,-2 1-10 0,0 0-4 16,-2-2-24-16,0-1-29 0,0 1-42 16,2-2-53-16,-1-1-70 0,-1 0-94 15,0-1-118-15,2-2-168 0,-2 0-191 0,0-2 74 16,2-5-568-16,-5 10-736 0</inkml:trace>
  <inkml:trace contextRef="#ctx0" brushRef="#br0" timeOffset="28794.35">31990 14607 3432 0,'0'0'-72'0,"0"0"45"0,0 0 47 0,-17 21 43 0,10-2 29 16,-5 10 29-16,0 3 19 0,-2 17 10 0,0 2 5 15,1 5 0-15,-1 2-2 0,3 3-2 16,0-2-2-16,-5 1-6 0,3 0-11 16,-1-1-11-16,1-4-12 0,1-4-11 15,-1-3-8-15,2-14-7 0,3-2-9 16,-1-3-8-16,1-5-6 0,5-7-6 0,1-4-12 16,-5-1-20-16,4-3-14 0,1 0-26 15,-4-4-33-15,6-5-25 0,-7 6-15 0,7-6-6 16,0 0-2-16,0 0-8 0,-23-13 11 15,15 1 5-15,1-7 6 0,-1 0 11 16,0-3 9-16,3 1 6 0,-4 3 21 0,4 2 20 16,-1 0 15-16,1 5 14 0,1 0 10 15,-1 3-6-15,5-1 3 0,-4 2-2 0,4 7-3 16,-2-12 4-16,2 12 4 16,2-9 20-16,-2 9 26 0,9-8 16 0,0 3 13 15,11-4 7-15,-1 1 4 0,12-4 13 16,-9 3 20-16,-1 2 18 0,-3 2 5 15,-4 0 1-15,-1 5 5 0,-1 0 21 0,-12 0 12 16,24 10 3-16,-15 2-3 0,-4 3-8 16,-1 4-9-16,0 5-17 0,-3 1-18 0,-2-2-12 15,1 4-16-15,-2-2-12 0,2-1-44 16,-4 0-66-16,2-2 0 0,0-3 0 0,2-1 0 16,0-3 0-16,0-1 0 15,-1-5-17-15,1 3-248 0,0-4-83 0,0-2-107 16,1 0-119-16,-1-6-124 0,0 0-136 0,0 0 62 15,0 0-666-15,0 0-888 16</inkml:trace>
  <inkml:trace contextRef="#ctx0" brushRef="#br0" timeOffset="28943.49">32039 15054 3855 0,'0'-12'-91'0,"0"4"20"0,0 3 22 0,0 5 15 0,-1-10 6 0,1 10-1 16,0 0-3-16,1-8-20 0,-1 8-33 15,0 0-53-15,0 0-102 0,0 0-164 16,0 0-117-16,16 18 43 0,-18-7-68 16,0 0-47-16</inkml:trace>
  <inkml:trace contextRef="#ctx0" brushRef="#br0" timeOffset="29561.04">32073 15296 1557 0,'0'0'104'0,"0"0"21"16,0 0 32-16,0 0 23 0,-18 21 24 15,14-13 18-15,4 3-5 0,-3 1-2 0,3 0-11 16,-2 1-15-16,2 1-12 0,0-1-15 16,0 2-13-16,0-1-9 0,2-2-15 15,-2 1-9-15,3-3-7 0,-1 1-8 16,2-2-2-16,2-1-8 0,-1-1-8 0,3-2 1 15,0-2-10-15,1 1-8 0,-9-4-7 16,18 0-2-16,-18 0-8 0,20-7-5 16,-12 0-3-16,3-3-4 0,-1-2-3 0,2-4 0 15,-3-2 2-15,-2-3-10 0,0 1-5 16,-4-1 0-16,1 2 3 0,-2 1 5 0,-2 3 0 16,-2 1-2-16,0 2-1 0,-3 1-4 15,-2 3-6-15,0 0 1 16,-2 3 2-16,-3 3-3 0,12 2 7 0,-19 0 6 15,19 0 8-15,-19 7 16 0,11-4 17 16,3 3 17-16,5-6 18 0,-6 8 16 0,6-8 17 16,2 10 15-16,-2-10-2 0,11 10 2 15,0-8 3-15,3 0-4 0,3 0-2 16,0-2-6-16,3-2-6 0,0 2-5 0,-1-2-5 16,-2 1-14-16,-1 1-15 0,-3 1-10 15,1 1-7-15,-3 0-30 0,1 1-52 0,-3 2 0 16,0 0 0-16,-2 2 0 15,4 2 0-15,-4-1 0 0,-1 0 0 0,1 0 0 16,-1 1 0-16,2-2 0 0,-3 2 0 0,3-4 0 16,-5 1 0-16,6 0 0 15,-2-2 0-15,2 2 0 0,3-3 0 0,-1-2 0 0,2 2 0 16,-1 0 0-16,-1-2 0 16,-11-1 0-16,22 2 0 0,-13-2 0 0,-9 0 0 15,19 2 0-15,-19-2 0 0,15 0 0 16,-15 0 0-16,0 0 0 0,20-2 0 15,-20 2 0-15,17-3 0 0,-8-3 0 0,1 2-682 16,-3-2-350-16,-1 2 110 0,-6 4-967 16,8-6-1313-16</inkml:trace>
  <inkml:trace contextRef="#ctx0" brushRef="#br0" timeOffset="30493.5">17945 15729 2620 0,'9'-27'183'0,"0"5"-22"0,-4 5-6 0,-3 4-1 0,0 3-28 0,-4 1-15 0,-3 1-9 0,-3 4 2 16,8 4 28-16,-44 15 18 0,6 11 15 0,-6 7 0 16,-2 8 3-16,-16 19 0 0,2 3-7 15,3 3 0-15,4-2-6 0,4 3-10 16,2-2-10-16,11-11-16 0,6-4-13 0,3-3-8 15,2-2-12-15,5-4-10 0,4-7-6 16,5-3-8-16,-1-4-6 0,5-6-10 0,1-4-15 16,2-5-34-16,1 1-44 0,-2-4-52 15,5-2-54-15,5-3-66 0,-5-4-97 0,0 0-110 16,0 0-187-16,38-20-96 16,-20 0 75-16,9-6-370 0,3-6-480 0</inkml:trace>
  <inkml:trace contextRef="#ctx0" brushRef="#br0" timeOffset="30960.03">18451 15623 3004 0,'3'-15'91'0,"-1"3"21"0,2 4-5 16,-4 2 1-16,0 6 3 0,0 0 30 15,0 0 21-15,-17 30 6 0,5-1 3 16,-3 3-2-16,0 13 5 0,-2 2 0 0,1 6-12 15,2-2 0-15,0 3-2 0,3-2-6 16,-3-2-4-16,5-10-14 0,-1-1-5 0,0-3-10 16,5-3-7-16,-3-8-8 0,5-4-5 15,-1-3-15-15,-2-5-2 0,3-1-5 0,2-2 0 16,-1-1 4-16,-2-3 1 0,4-6 1 16,-2 11 2-16,2-11-18 0,0 0-8 15,0 0-8-15,0 0-10 0,0 0-19 0,0 0-26 16,-2-40-17-16,2 23-12 15,-1 1-8-15,-5-5 3 0,0-1-2 0,-4 5 4 16,-1-3-5-16,0 5 2 0,-5 4 6 16,-3 3 9-16,1 6-7 0,-7 4 8 0,-11 6-8 15,1 6 5-15,5 3-1 0,1 6 6 16,6 0-1-16,0 1 0 0,6 4 3 0,4-2 2 16,5-2 2-16,6-2 3 0,2-3 1 15,2 0 2-15,6 1 3 0,2-1 3 16,1-2-2-16,8 2 3 0,5-4 0 15,-1-4-3-15,0-5-31 0,-1-6-50 0,2 2-63 16,-5-4-77-16,8-1-81 0,-2-2-81 0,7-4-125 16,-1-1-218-16,-8 0 36 0,-3 0 78 15,11-2-331-15,-10 1-425 0</inkml:trace>
  <inkml:trace contextRef="#ctx0" brushRef="#br0" timeOffset="31343.9">18607 16266 2828 0,'0'0'125'0,"0"0"13"0,0 0 4 0,0 0 14 0,0 0 15 0,0 0 8 0,0 0 13 16,3 8 2-16,-3-8-2 0,0 0-11 16,22-4-16-16,-22 4-14 0,23-6-14 15,-14 2-12-15,0 0-7 0,3 0-13 16,-1-2-11-16,-1 0-6 0,0 1-14 0,-3-5-7 15,0 4-5-15,1-5-8 0,-3 3-12 16,0-2-15-16,-1-3-7 0,-2 3-4 0,-2 2-5 16,-4 1-8-16,4 7-1 0,-12-11-6 15,-1 10 1-15,-5 2-14 0,-2 8 1 0,-10 7 6 16,-1 2-7-16,-1 9 5 0,-2 6 1 16,9 2-3-16,3-4 1 0,9 2 0 0,1-3 4 15,5 1-3-15,5-7 4 0,4-2 1 16,5-1 1-16,3-2 1 0,4-3-5 15,7 2-24-15,-3-5-40 0,5-2-47 16,0-5-38-16,0-2-52 0,3-2-46 16,1-6-60-16,9-3-97 0,-2-5-139 0,0 0-79 15,-4-2 55-15,3-3-213 0,-5-3-279 16</inkml:trace>
  <inkml:trace contextRef="#ctx0" brushRef="#br0" timeOffset="31576.35">19252 15615 2411 0,'0'-16'117'0,"-1"3"21"0,-1 3 6 0,-2 3-1 16,4 7-3-16,0 0 25 15,0 0 17-15,-19 25 6 0,8 1 3 0,-5 8 3 16,1 12-6-16,-2 5-2 0,-2 3-9 16,2 3-19-16,0 1-13 0,-1 3-16 15,5-4-10-15,-2 0-12 0,4-2-13 0,0-3-10 16,2-2-9-16,2-13-28 0,-1-1-36 15,5-3-54-15,-2-9-74 0,1-4-83 0,4-4-87 16,0-4-106-16,0-2-141 0,2-3-139 16,0-4 61-16,-2-3-298 0,0 0-390 15</inkml:trace>
  <inkml:trace contextRef="#ctx0" brushRef="#br0" timeOffset="31960.79">19380 16162 2806 0,'0'0'158'15,"0"0"0"-15,0 0 21 0,0 0 30 16,0 0 19-16,0 0 0 0,0 0-13 16,0 0-8-16,0 0-4 0,0 0-12 0,0 0-4 15,16 12-2-15,-16-12-14 0,9 3-13 16,-9-3-8-16,0 0-15 0,25-3-13 0,-14 0-10 16,-3-1-31-16,3-1-10 0,0 0-6 15,1-2-12-15,1-3-11 0,-2 0-13 0,-4-1-14 16,0-2-15-16,-1 2-12 0,-1-4-4 15,-5 3-8-15,0 0-1 0,-1 1-1 16,-3 2-1-16,-4 2-1 0,-3 5 4 16,11 2 1-16,-32 3 5 0,11 5 1 15,-8 7 7-15,1 0-7 0,4 4 0 0,1 3 3 16,9 0 1-16,2-1 1 0,6-2 4 16,2 0-1-16,2-1 5 0,2 1 4 0,4 2 3 15,3 0 1-15,2-1-2 0,-2-1 2 16,4-2 0-16,1 1-2 0,1-5-3 0,1-1-38 15,1-5-58-15,2-2-78 0,2-3-79 16,6-6-73-16,0-1-81 0,7-7-83 16,2-2-105-16,0-4-33 0,9-8-397 0,-1-3-500 15</inkml:trace>
  <inkml:trace contextRef="#ctx0" brushRef="#br0" timeOffset="32442.71">20034 15569 2882 0,'-2'-17'35'0,"-1"5"33"0,-3 2 27 15,-1 4 23-15,2 3 27 0,5 3 16 16,0 0 17-16,-27 9 11 0,14 6 11 0,-3 10 4 16,2 6 6-16,-6 10 5 15,4 8-5-15,-4 4 0 0,6 4-1 0,0 1-24 0,3 2-19 16,-1 0-17-16,0-1-11 0,5 0-14 16,2-3-12-16,0-1-16 0,1-13-6 15,1-3-3-15,1-3-18 0,0-8-15 16,-2-8-17-16,4-3-17 0,-2-5-9 0,2 0-12 15,0-3-7-15,-2-4-27 0,2-5-25 16,0 0-11-16,0 0-8 0,0 0-3 0,0 0-5 16,6-36-3-16,-6 17 8 0,2-5 7 15,-2-3 8-15,-4-8 6 0,-1 2 9 16,1 10 12-16,-3 3 19 0,6 5 7 0,-5 1 2 16,1 5 9-16,-1 2 4 0,0 2 7 15,6 5 6-15,-8-4 0 0,8 4 5 0,0 0 1 16,0 0 6-16,0 0 8 0,0 0 1 15,0 0 6-15,0 0 1 0,27 10-5 16,-13-11 4-16,2-4-4 0,7-1-2 16,-1 1 4-16,0-2 2 0,-3 2-2 0,1 0-3 15,-7 3 0-15,2 2 2 0,-15 0 7 0,24 9 11 16,-10 1 21-16,-3 2 5 0,1 5-2 16,-4 2-1-16,-5 3-8 0,5 0-9 15,-5 5-5-15,-1-3-2 0,3-1-9 0,-1 2-7 16,-2-1-3-16,-2-4-47 0,0-1-57 15,0 0-78-15,0 0-84 0,0-4-119 16,0-3-110-16,0 1-138 0,-2-4-199 0,0-2 71 16,2-1-555-16,0-6-740 15</inkml:trace>
  <inkml:trace contextRef="#ctx0" brushRef="#br0" timeOffset="32610.66">20122 16051 3801 0,'-6'-21'72'0,"3"6"49"0,-2 1 43 0,1 4 31 0,2 2 12 0,2 0-20 0,-1 2-24 0,1 6-14 0,-2-9-26 16,2 9-20-16,0 0-48 0,0 0-67 0,0 0-93 15,0 0-115-15,0 0-126 0,0 0-160 16,0 0-181-16,17 15 68 0,-11-7-349 16,-2 4-445-16</inkml:trace>
  <inkml:trace contextRef="#ctx0" brushRef="#br0" timeOffset="33309.56">20522 16204 2856 0,'0'0'93'0,"-11"-13"13"16,11 13 26-16,0 0 34 0,0 0 25 16,-31 11 14-16,19 0-1 0,1 3-11 15,2 3-12-15,-7 9-15 0,7-5-16 0,2 0-8 16,-2-1-16-16,6-3-9 0,-1 0-11 15,4-3-11-15,-2 0-4 0,4-1-8 0,0-2-7 16,0 1-5-16,-1-4-4 16,3 1 1-16,3-4 6 0,-7-5-6 0,9 3-4 15,-9-3-11-15,0 0-1 0,0 0-4 16,27-13-4-16,-22 4-3 0,4-1-8 0,-1-4-1 16,-4-1-6-16,2-4-3 0,-2 2-3 15,-2-2-1-15,-4 0-5 0,-2-3-2 16,-2 1-3-16,0 0 0 0,-3 5-3 15,-2-1-2-15,-5 2-1 0,-1 3-2 0,0 2 0 16,-5 5-5-16,4 3-1 0,-1 4 2 0,-3 5-2 16,-3 7 3-16,1 1-2 0,3 5 0 15,10-1-2-15,4-1 5 0,2-3 0 16,5-1 1-16,7 1 1 0,-2-1 7 16,10-2 9-16,1-5 9 0,2-2 13 0,3-2 9 15,2-4 15-15,4-3 20 0,7-6 11 16,2-2 7-16,-3-2 5 0,-3-3 9 15,1 2 8-15,-5-1 9 0,-2 4 5 0,-12 2 6 16,2 3-5-16,-3 1-12 0,-1 0-12 16,-5 2-16-16,-5 4-11 0,12 0-8 0,-12 0-72 15,0 0-7-15,17 15 0 0,-11-7 0 16,-4 2 0-16,2 2 0 0,-2 1 0 0,1-1 0 16,-1-2 0-16,0 0 0 15,2-1 0-15,-2-3 0 0,-1 1 0 0,-1-7 0 16,7 10 0-16,-7-10 0 0,11 2 0 15,-11-2 0-15,23-8 0 0,-4-1 0 0,-2 1 0 16,3-4 0-16,-4 5 0 0,-2 0 0 16,1 0 0-16,-4 2 0 0,-1 0 0 15,-1-1 0-15,-1 3 0 0,-8 3 0 0,15-3 0 16,-15 3 0-16,15-3 0 0,-15 3 0 16,18 0 0-16,-18 0 0 0,16 4 0 0,-16-4 0 15,12 2 0-15,-12-2 0 0,11 2 0 16,-11-2 0-16,6 3 0 0,-6-3-2 0,8 4-586 15,-8-4-130-15,0 0-226 16,8 6 79-16,-3 0 92 0,17 2-690 0,12 6-911 16</inkml:trace>
  <inkml:trace contextRef="#ctx0" brushRef="#br0" timeOffset="33692.44">22021 16113 4271 0,'-15'0'-3'0,"4"0"31"0,11 0 54 0,-25 10 50 0,13-3 41 0,-1 6 20 0,-4 10 15 0,0 5 21 0,3 1 0 0,0 2-10 16,3-2-9-16,0 4-15 16,4 0-15-16,3-7-14 0,6-2-14 0,2-2-15 15,0-1-10-15,3-4-6 0,1 1-12 16,5-5-3-16,5-1-13 0,-2-3-4 0,4-5-10 15,-2 0-6-15,5-4-7 0,0-2-8 16,2-4-4-16,0 3-6 0,-3-7-6 0,0 2-3 16,-3-3-11-16,-2-3-7 0,0 2-9 15,-6-1-10-15,1-4-5 0,-4 0-8 0,-4-1 2 16,-3 0-3-16,-2-5-14 0,-3 0-13 16,-6-6-3-16,-1 0-15 0,-2 9-13 15,2 3-1-15,-3 3-32 0,-2 5-22 16,1-1-31-16,1 8-41 0,0 3-73 15,-2 0-62-15,-1 5-82 0,2 0-107 0,0-1-177 16,3 2-49-16,3 0 75 0,3-1-482 16,4 1-621-16</inkml:trace>
  <inkml:trace contextRef="#ctx0" brushRef="#br0" timeOffset="34192.87">22089 16329 3400 0,'0'0'42'0,"0"0"30"0,0 0 36 0,0 0 36 15,3 7 50-15,-3-7 16 16,6 8 7-16,-1-3-8 0,3 2-15 0,0 0-20 0,0 2-16 16,1-1-13-16,3 2-14 15,-3 1-15-15,0-3-13 0,1 1-6 0,0-1-15 16,-1-1-1-16,-2 0-8 0,3-2-12 16,-2 0-4-16,-3 0-2 0,-5-5-10 0,14 2-8 15,-14-2-9-15,0 0-10 0,22-10-3 16,-15 1-3-16,-2-5-4 0,5-3 0 15,-5-3-4-15,5-11 0 0,-2-1 0 0,-5-5-1 16,3 2 1-16,-2 0-2 0,-2 6 9 16,-1 6-19-16,-1 3 14 0,0 3 16 0,-1 5 6 15,1 0-1-15,-2 2-4 16,0 3-6-16,2 7 2 0,-4-7 17 0,4 7-15 0,0 0 2 16,0 0-4-16,0 0 13 15,0 0-6-15,0 0 17 0,0 0 15 0,0 0 4 16,0 0 7-16,42 7 14 0,-23-9-7 15,8-3 2-15,-2 1 1 0,-2 1 9 16,-5 2 2-16,0 1-13 0,-3 0-5 0,1 3 1 16,-4 4 11-16,2 5 14 0,-4 5 7 15,-3 5-3-15,-5 2-4 0,-2 5-10 0,0 10-37 16,-4 2-51-16,0 1 0 16,1-1 0-16,-5-2 0 0,6-1 0 0,-4-3 0 15,2-8 0-15,2-7 0 0,1-3 0 16,-1-2 0-16,0-3 0 0,2-2 0 0,-4-2 0 0,4 1-111 15,-2-1-262-15,2-2-113 16,0-6-152-16,-3 5-221 0,3-5 14 0,0 0 90 16,0 0-648-16,0 0-854 0</inkml:trace>
  <inkml:trace contextRef="#ctx0" brushRef="#br0" timeOffset="34608.97">22815 16208 4120 0,'-21'0'28'0,"21"0"14"0,0 0 29 0,-14 3 26 0,14-3 15 0,0 0 12 16,0 0 4-16,-8 4-1 0,8-4 2 16,0 0-4-16,0 0-7 0,0 0-11 0,31 10-4 15,-19-10-16-15,-12 0-8 0,29-5-7 16,-13 2-8-16,4-1-5 0,0-1-20 0,1-3-4 15,-3 3-7-15,-5-4-7 0,0 2-3 16,0-3-5-16,-2 0-5 0,-2-1 0 16,-4-1-5-16,-1 0 2 0,-2 6-3 0,-2-3 0 15,0 9-1-15,-9-15-3 16,-2 11 1-16,-1 4-1 0,-12 5 2 0,-8 7 0 0,-2 4 7 16,-6 8 15-16,-1 3 16 15,7 5 15-15,6-1 2 0,7-2 8 0,6-2 0 16,7-2 9-16,6-2-10 0,2-5-10 15,2 0-6-15,6 0 0 0,-3-2-6 0,5-4-20 16,-2 1-35-16,3-5-41 0,-4-2-44 16,3 1-52-16,-4-3-58 0,1 0-73 0,1-2-71 15,-8-2-112-15,15 2-169 0,-15-2-69 16,11 0 70-16,-11 0-386 0,14-4-496 16</inkml:trace>
  <inkml:trace contextRef="#ctx0" brushRef="#br0" timeOffset="35626.83">24042 16329 2891 0,'0'0'40'0,"0"0"14"0,0 0 24 0,-10 22 40 0,4-3 21 16,-5 10 23-16,0 2 9 0,-1 4 0 15,3-2 4-15,-2 4-17 0,0-2-15 16,4 2-14-16,1-7-9 0,3-4-17 0,-1-4-8 16,0-5-9-16,1-1-4 15,2-4 12-15,1 0 19 0,-2-4 29 0,0-1 34 16,2-7-13-16,0 0-14 0,0 0-15 16,0 0-12-16,0 0-14 0,0 0-13 0,0-38-6 15,2 14-8-15,1-13-8 0,6-5-4 16,2-14-5-16,5 0-18 0,6-6-19 15,5-15-4-15,5-2-16 0,9-1 4 0,-2 2-18 16,3 6-16-16,-12 17-12 0,1 6-16 16,-3 8-17-16,-3 4-22 0,-5 11-40 0,-7 11-27 15,1 5-33-15,-5 5-30 0,-2 3-47 16,2 2-56-16,-9 0-63 0,14 14-82 0,-10-4-172 16,0 3 11-16,-4 6 68 15,0 0-275-15,-6 5-320 0</inkml:trace>
  <inkml:trace contextRef="#ctx0" brushRef="#br0" timeOffset="35792.12">24002 16308 2529 0,'-14'-3'87'0,"5"1"25"16,9 2 30-16,-11-3 6 0,11 3 6 16,0 0-26-16,-3-7-12 0,3 7-11 0,0 0-10 15,27-7-36-15,-10 4-66 0,8 3-79 16,6 0-94-16,-3 0-133 0,3 0-199 15,-1-2-23-15,1 4 60 0,-1-4-58 16,1 2-37-16</inkml:trace>
  <inkml:trace contextRef="#ctx0" brushRef="#br0" timeOffset="36443.15">24506 16258 1714 0,'0'0'156'0,"0"0"-3"0,0 0 5 15,0 0 19-15,0 0 18 0,0 0 15 16,0 0 8-16,-5 19-12 0,1-10-11 0,2 3-18 15,0 2-12-15,1 1 6 0,-3 1-5 16,0-1-2-16,-2 2 3 0,-2 2-7 0,1-2 1 16,0 0-3-16,-5 0-2 15,-1-1-11-15,-1-3-9 0,-1 1-10 0,-1-2-13 0,3-4-15 16,-2-1-11-16,0 1-4 16,4-6-10-16,1-2-15 0,10 0-23 0,-17-8-23 15,9-1-21-15,6-8-9 0,2-1-1 16,2-2 0-16,-1 3 1 0,6 0 2 15,-5 2-1-15,3 3-1 0,-3 2 4 0,4 3 0 16,-3 4 2-16,-3 3 0 0,14-4 1 16,-14 4 3-16,0 0 2 0,25 9 1 0,-12-3 5 15,2 1-1-15,3 0-1 0,-3-2 0 16,6 2 1-16,-2-4 4 0,-1-1 0 16,4 0 1-16,-1-2-1 0,-3-2-1 15,2-1 0-15,-3-2 1 0,2-2 0 0,-2-2-1 16,0-1 2-16,-1-2-2 0,-2-2 0 15,-1 1 1-15,-2-3-1 0,1-2-2 16,-5-2 2-16,0 2 1 0,-1-1-2 0,-1 4 2 16,0-1-1-16,-1 5-4 0,-4 3-5 15,0 2 3-15,0 6-2 0,0 0 0 0,-10-6 0 16,10 6 0-16,0 0 2 0,-19 16-1 16,14-9-1-16,-2 7 3 0,3-4-5 0,4 1 5 15,0 1 1-15,4 4 6 0,3-1 3 16,2 1 13-16,0 1 12 0,5-2 12 15,-3 1 10-15,2 1 10 0,1-2 17 16,-1 1 17-16,1-1 9 0,-5-1 3 0,-2-2 2 16,2-1 14-16,-4 1 7 0,1-3-3 15,-3 1 3-15,-1-3-3 0,0 2-4 16,-2-1-14-16,0 1-5 0,-4 1-12 0,-1 0-11 16,-3-2-6-16,-4 1-8 0,-1 1-7 15,0-4-10-15,-8 2-5 0,6-3-9 0,-4-1-30 16,0 2-39-16,-1-4-71 0,4 1-72 15,-6-2-77-15,10 1-103 0,-4 0-116 16,5 0-151-16,-1 0-243 0,2-1 75 0,1 3 83 16,9-4-543-16,-12 8-709 15</inkml:trace>
  <inkml:trace contextRef="#ctx0" brushRef="#br0" timeOffset="36775.56">25162 15826 3635 0,'0'-8'-25'0,"0"-1"5"0,0 9-3 0,0 0 29 0,0 0 55 0,0 0 32 0,0 0 23 0,-15 52 19 15,5-15 11-15,-1 15 6 0,-1 4 5 16,1 4-4-16,0 2-7 0,-1 1-12 0,1 2-13 16,-1-1-11-16,-3-4-14 0,2-4-8 15,3-2-10-15,1-7-6 0,2-5-12 0,-4-8-33 16,6-1-39-16,3-7-54 0,-4-6-48 16,3-5-50-16,1 1-47 0,0-6-38 0,2-1-54 15,0-3-81-15,0-6-92 0,4 2-112 16,-4-2 11-16,0 0-231 0,0 0-294 0</inkml:trace>
  <inkml:trace contextRef="#ctx0" brushRef="#br0" timeOffset="36925.35">25014 16500 2157 0,'-6'-21'47'0,"2"1"40"15,1 5 44-15,-2 2 57 0,-1 3 35 16,6 1 22-16,-3 3 3 0,1-1-14 0,2 7-25 16,-4-12-23-16,4 12-17 0,0 0-16 15,11-9-16-15,0 8-14 0,1 1-42 0,-12 0-88 16,33 0-111-16,-16 0-147 0,4 1-183 15,2-1-195-15,-2 0 55 0,-3 0-279 16,4 2-351-16</inkml:trace>
  <inkml:trace contextRef="#ctx0" brushRef="#br0" timeOffset="37591.78">25383 16455 2637 0,'0'0'116'0,"0"0"28"0,-5 6 31 0,5-6 33 16,0 0 19-16,0 0-5 0,0 0-16 16,0 0-21-16,32-14-19 0,-18 9-15 0,1-4-11 15,2 2-18-15,0-3-10 0,0 1-11 16,2-3-9-16,-4 2-10 0,0 0-9 0,1-2-5 16,-7 2-6-16,0 0-4 15,-2-1-10-15,-2 1-5 0,-3 0-6 0,0 3-2 16,-2 7-4-16,-4-10-6 0,4 10-4 15,-15 0-1-15,-6 6 6 0,-5 9 8 16,-5 6 16-16,-7 8 19 0,3 4 21 0,1 4 8 16,3 0 0-16,5 1-3 0,4 0-5 15,6-6 4-15,5 0 0 0,1-1-16 0,8-5 4 16,2-6 4-16,2-3 1 0,2 0 2 16,4-3 15-16,1 3-1 0,5-5 1 0,-1 0-7 15,1-9-4-15,4 3-14 0,1-6-5 16,0 0-7-16,6-4-5 0,-2 1-8 15,7-7-7-15,1-4-3 0,-3 1-5 16,-3-5-7-16,-1 1-8 0,1-5-6 0,-3-2-5 16,-1-3-5-16,-5-2-3 0,-2-6 6 15,3 3-10-15,-3-2-2 0,-5 1 1 16,-2 4 0-16,1 6 0 0,-5 6 1 0,-1 5-5 16,-2 0-2-16,0 5-2 0,-2 0-2 15,2 7 1-15,-11-8-2 0,11 8 1 0,-11-4 3 16,11 4-1-16,0 0 0 0,-12-1-1 15,12 1 2-15,0 0 0 0,0 0-3 0,0 0 4 16,0 0 7-16,0 0 2 0,0 0-1 16,37-6 2-16,-16 0 2 0,2 1-6 0,2-2 3 15,-2 2-6-15,-5 3 3 16,4 0 3-16,-3 2-10 0,-2 5 3 0,-2 0 5 16,-2 4 3-16,-1 5 2 0,-3 3 6 15,-1 0-3-15,-4 2 4 0,-3-2-5 16,-1 2-1-16,0 1-2 0,0-1 1 0,-1 0-2 15,-1-2-4-15,0 3-4 0,0-5-29 16,-2-1-58-16,2-2-73 0,1-1-74 0,-3-1-85 16,0 1-95-16,1-3-108 15,-2 1-198-15,-1-4-81 0,3 2 79 0,-1-2-586 0,-2 2-769 16</inkml:trace>
  <inkml:trace contextRef="#ctx0" brushRef="#br0" timeOffset="38874.54">26667 16418 3865 0,'5'-4'36'0,"0"1"3"0,-5 3 7 0,0 0 42 0,0 0 32 0,27 7 15 15,-18-1 4-15,3 6-5 0,-4-3-2 16,-1 5-2-16,1 0-7 0,-5 1-10 0,3-1-11 15,-3-1 1-15,-3 1 1 0,-3 0 1 16,-1 1-3-16,-3 3-12 0,-4-3-1 16,-11 7-14-16,3-1-3 0,-8-2-6 15,0-2-9-15,-7 0-9 0,2-3 3 16,0-2-12-16,-1-1 1 0,6-4-5 0,7-2-1 0,3-3-7 16,2-2-8-16,1-2-11 15,1-6-7-15,6-1-5 0,-2-1-2 0,7-4 0 16,2 2 0-16,2-1-1 0,7-1-4 15,-2 2 0-15,0 0-1 0,1 2 4 0,0 3 0 16,1 0 2-16,1 4 1 0,-1-1 2 16,-9 4 3-16,19-2 1 0,-8 2 6 15,-11 0 0-15,23 6 3 0,-11-4 0 0,0 3 2 16,-3-2-1-16,3 0 2 16,-3 1-4-16,-9-4 4 0,15 5 0 0,-11-2 4 0,-4-3 3 15,13 4 0-15,-13-4-1 16,10 2-2-16,-10-2 2 0,0 0 2 0,13 1 6 15,-13-1-14-15,0 0 1 0,13-7-1 16,-4 1-2-16,-9 6-1 0,9-8 0 0,-5 5 0 16,-4 3 0-16,7-6-2 0,-7 6-1 15,7-4-3-15,-7 4 4 0,0 0 8 16,0 0 8-16,0 0-5 0,24 9 3 0,-17-6-4 16,-1 2 3-16,2 2-8 0,-3-2 0 15,5 2-2-15,-2 0-1 0,-1-2 2 0,2 2-5 16,-1-2 14-16,-2-2-9 15,-6-3 1-15,13 7 0 0,-4-5 4 0,-9-2-2 16,18 0-3-16,-18 0-2 0,21-3-8 16,-10-1-3-16,2-3-2 0,1 0-1 15,1-1-7-15,1 1 7 0,-3-2 1 0,0 1-3 16,0 1 1-16,-2 2-4 0,-2 0 0 16,0-1 4-16,-3 2-10 0,-6 4 4 0,15 0 2 15,-15 0 3-15,0 0-1 0,22 3 3 16,-17 2-3-16,-5-5 2 0,13 9-2 0,-7-3 1 15,0 0 0-15,1 4-17 0,-1-5-19 16,-1 2-12-16,6-2-20 0,-4 0-9 16,2 0-4-16,1-3-14 0,0 1-14 0,-10-3-9 15,22 0-15-15,-10-3-12 16,3-1-4-16,0-2-18 0,4-4-11 0,8-4-1 0,-2-3 19 16,-4-4 16-16,2-4 15 15,-1-1 13-15,7-10 13 0,-6-3 16 0,2 2 25 16,0-4 6-16,-3 3 31 0,1 1 32 15,-5 8 35-15,-6 0 40 0,2 10 42 0,-4 3 35 16,-3 5 23-16,-2-1 4 0,2 4-6 16,-1 1-17-16,-6 7-14 0,0 0 37 15,0 0 15-15,0 0 11 0,-16 30-3 0,1-4-9 16,-3 6-12-16,4 0-8 16,-2 3-16-16,3-3-10 0,1 1-12 0,3-1-16 15,-2-4-9-15,2-7-12 0,8-3-10 16,-3-3-10-16,2-3 1 0,-2-2-15 0,4-2-7 15,-2 1 0-15,2-3-5 0,0-6-3 16,0 10-7-16,0-10-2 0,0 0-15 0,8 6-17 16,-8-6-18-16,0 0-16 0,0 0-9 15,0 0-3-15,0 0-15 0,0 0-7 0,0 0 4 16,0 0 0-16,0 0 11 0,0 0 1 16,0 0 5-16,-36-6-4 0,21 12 6 15,-1-1 6-15,2 3 8 0,0-2 11 0,4 2 16 16,3-1 13-16,-1-1 11 0,4 0 13 15,-1 1 13-15,5-7 3 0,-2 10 12 16,2-10-3-16,0 0-7 0,7 12-7 16,-1-10-3-16,-6-2-4 0,12 5-18 0,-12-5-43 15,7 5-75-15,-7-5-101 0,7 3-105 16,-7-3-121-16,8 6-130 0,-8-6-161 0,3 8-143 16,-3-8 80-16,-5 10-679 0,5-10-900 15</inkml:trace>
  <inkml:trace contextRef="#ctx0" brushRef="#br0" timeOffset="39608.67">28604 16598 3760 0,'-8'-15'-154'0,"-1"1"31"0,-7 5 32 0,3 5 43 0,-8 2 42 0,-6 8 45 0,-12 4 54 16,-11 9 35-16,1 5 34 16,1 6 30-16,2 2 13 0,2-1 5 0,10 3-3 15,3 5-6-15,6-4 0 0,11-6-25 16,2 2-17-16,4-7-11 0,6-4-15 0,2 1-6 15,2-2-19-15,4 0-13 0,-1-1-7 16,7 0-49-16,-1-3-63 0,5-3-77 0,1-4-90 16,4 1-77-16,0-4-71 0,1-2-102 15,5-6-156-15,2 0-83 16,12-8 62-16,-4 1-331 0,7-9-428 0</inkml:trace>
  <inkml:trace contextRef="#ctx0" brushRef="#br0" timeOffset="39926.54">28754 16719 2753 0,'-9'-8'49'0,"9"8"12"0,-14-2 24 0,14 2 36 16,0 0 38-16,-28 10 17 0,15-1 7 15,2 1-8-15,0 1-11 0,4 2-5 0,0 2-22 16,3-1-12-16,2 3-13 0,4-2-7 16,2-1-10-16,3-2-11 0,2-1-2 15,7 1-11-15,1-3-9 0,2-6-4 0,0 0-9 16,3-4-8-16,0 1-10 0,1-3-5 15,0-4-1-15,-5 1-2 0,2-2 0 16,-4-2 0-16,-4-1-3 0,-4 1-4 16,-3-4-1-16,-3 3-4 0,-2-1 4 0,-4-3 1 15,-7-3-5-15,0 1 1 0,-6-6-3 16,-3 3-2-16,6 2 0 0,0 5 0 16,-1 1-7-16,4 1 0 0,-3 3-4 0,1 3-17 15,-3 3-25-15,3 2-57 0,13 0-42 16,-28 11-42-16,12-1-43 0,1 2-55 0,1 1-67 15,3-1-100-15,8-1-144 0,-1 1 22 16,2-6-245-16,6 1-306 0</inkml:trace>
  <inkml:trace contextRef="#ctx0" brushRef="#br0" timeOffset="40541.8">28953 16670 2270 0,'18'-11'69'0,"0"3"55"16,-7 1 25-16,-1 2 37 0,-2 2 20 15,-8 3 18-15,12-6-13 0,-12 6-14 16,0 0 30-16,0 0 8 0,20 16-10 0,-18-4-11 15,1 2 0-15,1 1-21 0,0 4-8 16,-2 1-25-16,0 3-15 0,0-5-12 0,0 1-11 16,-4 1-8-16,2-2-11 0,-2-1-8 15,2 0-11-15,-2-3-9 0,0-2-8 16,0-1-4-16,0-1-7 0,2-2 3 16,0-1-1-16,0-7-1 0,-4 10-5 15,4-10-5-15,0 0-5 0,0 0-9 0,0 0-1 0,16-31-4 16,-7 13-5-16,2-9-1 15,7 0 0-15,-3 4-7 0,0 1 1 0,-3 9-6 16,-4-1-7-16,1 4 1 0,-3 1-5 16,-1 3-3-16,4 2 3 0,-9 4-5 15,11-3 8-15,-11 3-9 0,0 0 5 0,23 13-15 16,-16-5-27-16,-1 0-31 0,-3 5-42 16,3-4-46-16,-1 3-41 0,-4 0-42 0,1-2-16 15,0 1-5-15,2-1-5 0,-2-2 1 16,-2 0 2-16,0-8 10 0,1 9 20 15,-1-9 12-15,2 8 20 0,-2-8 22 0,0 0 31 16,0 0 30-16,0 0 35 16,0 0 31-16,16-21 29 0,-10 11 36 0,-1-2 41 15,2 1 31-15,-1 1 43 0,2 0 14 16,-2 1 29-16,-2 3 11 0,1-2-5 0,-1 4-10 16,-4 4-4-16,0 0 18 0,14-2 7 15,-14 2-7-15,11 10-9 0,-8 0-18 16,3-1-10-16,0 1-13 0,0 4-11 15,0 1-10-15,-3-1-12 0,3-1-4 0,-3 3-15 16,4-5-8-16,-3-1-4 0,-1-2-5 0,1 0-4 16,0-2-4-16,-2 1-5 15,-2-7 1-15,5 7-5 0,-5-7 1 0,8 3-8 16,-8-3-2-16,0 0-17 0,0 0-17 16,19-10-27-16,-15 3-37 0,-3 1-50 15,3-6-61-15,-1 1-57 0,1-3-58 0,-1-2-45 16,3-3-61-16,-1-4-77 0,5-5-108 15,3 1-50-15,2 0-396 0,3 3-505 0</inkml:trace>
  <inkml:trace contextRef="#ctx0" brushRef="#br0" timeOffset="40758.57">29758 16506 3069 0,'9'-4'92'0,"-6"-2"42"0,-3 6 32 0,8-5 31 0,-8 5 7 0,0 0-6 0,0 0-5 0,0 0 33 15,0 0-1-15,9 20-9 0,-7-7-20 0,-2 4-4 16,0 6-27-16,-2 2-17 0,-2 10-15 16,-1 2-14-16,-3-3-11 0,0 2-11 0,-3-2-15 15,2-3-44-15,-1-2-44 0,2-5-58 16,1-7-84-16,1 0-91 0,1-2-79 16,0-3-74-16,0-4-128 0,1-2-190 0,-2 0 61 15,6-6-423-15,0 0-544 0</inkml:trace>
  <inkml:trace contextRef="#ctx0" brushRef="#br0" timeOffset="40909.58">29867 16394 2984 0,'6'-21'20'16,"-2"4"24"-16,-2 5 19 0,-1 2 16 0,1 1-7 16,0 2-7-16,1 1-8 0,-3 6-38 15,2-9-52-15,-2 9-55 0,0 0-65 16,5-5-118-16,-5 5-212 0,0 0-24 15,0 0-129-15,0 0-132 0</inkml:trace>
  <inkml:trace contextRef="#ctx0" brushRef="#br0" timeOffset="41976.56">30081 16771 2007 0,'0'0'135'0,"0"0"0"0,-16-18 1 16,16 18-4-16,0 0-13 0,10-9 2 15,0 5-9-15,-1 0-16 0,3-1-8 0,1 0-18 16,1 0 3-16,-1-1-10 16,-2 0-7-16,1 3-3 0,-3-4 2 15,0 2-3-15,-1-1 6 0,0 0 20 0,-3 1 8 0,1 0 8 16,-2-2-3-16,-4 7 2 15,6-11-8-15,-6 11-15 0,-2-8-4 0,2 8-13 16,-10-5-2-16,10 5-5 0,-18 2-6 16,18-2-6-16,-31 10 4 0,14 0 5 15,-8 4-5-15,6-1-5 0,-2 8 4 0,5-4-4 16,5-3-4-16,4 1-2 0,3-1 0 16,2-1-1-16,2-1 5 0,4 0 11 0,1-3 7 15,3 1 6-15,4 0 4 0,3-6-2 16,2 0 1-16,2-2-1 0,0-2-8 15,6-4 0-15,-3-2-5 0,1 4 9 0,-2-4 4 16,-1 1 1-16,-5 1-3 16,0 0-3-16,-4 0 5 0,1 3-6 0,-12 1 0 15,17-3-7-15,-17 3-8 0,11-4-4 16,-11 4-3-16,0 0-1 0,0 0-3 0,18 8-3 16,-15-1 2-16,-3-7-5 0,2 8 0 15,2 0-5-15,-2-3 0 0,-2-5 3 16,3 9-1-16,1-4-6 0,-4-5-2 0,7 12 2 15,-7-12-3-15,9 6 4 0,-4-2-2 16,-5-4-5-16,18 2 2 0,-18-2-12 0,18-4-6 16,-18 4-1-16,24-8-7 0,-15 6 8 15,1-2-2-15,-3-2 0 0,4-3-1 16,1 1 3-16,0-4 0 0,-5 1 4 16,5 1-1-16,-5 0 3 0,1 0 2 15,-1 3 6-15,0-1 2 0,-2 1 9 0,-1 2-5 16,-4 5-2-16,7-9 1 0,-3 5-3 15,-4 4-6-15,0 0-4 0,8-8 5 0,-8 8 5 16,0 0-8-16,0 0 4 0,0 0-3 16,17 2-12-16,-17-2-13 0,0 0-26 15,0 0-28-15,25 2-35 0,-25-2-42 0,17-4-13 16,-6-1-21-16,6-2-10 16,-1-1-7-16,1-4-11 0,5-7-1 0,2-1 10 15,-1-6 18-15,5-6 18 0,-6-6 15 16,3-2 13-16,0-7 13 0,0 1 9 15,2-8 2-15,2-4-6 0,-2 0 4 0,-2-2 19 16,4 1 17-16,-6 7 43 0,-5 10 42 16,-7 11 28-16,-6 9-1 0,-1 5 1 0,-4 11 10 15,-6 4 26-15,6 2 18 0,-24 18 28 16,-4 16-3-16,-4 12-11 0,3 7-16 16,-10 17 3-16,10-12-9 0,7 0 1 0,-1 2 2 15,4-9-25-15,6-1-6 16,3-12 0-16,2-4-2 0,5-7-6 0,-1-6-6 0,2-4-2 15,2-5 0-15,2-2-7 16,0-1-28-16,1-4-31 0,-3-5-25 0,11 5-11 16,-11-5-3-16,0 0 6 0,0 0 9 15,0 0 7-15,24-10 7 0,-24 10 10 16,1-12 9-16,-1 3 16 0,0 9 14 0,-11-13 12 16,8 5 2-16,-8 4 10 0,6 0 9 15,5 4 6-15,-17-8 10 0,12 8 13 16,5 0 5-16,-12-5 3 0,12 5 0 0,0 0-1 15,-8-4-4-15,8 4-3 0,0 0-9 16,0 0-2-16,0 0-41 0,20-8-68 0,-11 4-82 16,0 0-121-16,0-2-217 0,2 0-86 15,-2 3 50-15,2 0-116 0,-3 0-130 16</inkml:trace>
  <inkml:trace contextRef="#ctx0" brushRef="#br0" timeOffset="42156.91">31239 16599 2454 0,'0'0'612'0,"0"0"11"0,0-10 26 0,0 10 0 0,0 0-9 0,-1-8-43 0,1 8-56 0,0 0-57 15,0 0-51-15,1-9-47 0,-1 9-263 0,0 0-123 16,0 0 0-16,0 0 0 0,0 0 0 16,4-6 0-16,-4 6-320 0,0 0-256 15,0 0-157-15,-20 17-200 0,0-7 84 16,-10 5-777-16,-2 4-1064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37:39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6814 2380 725 0,'4'-4'238'0,"-4"4"-97"0,8-8 2 0,-4 4-13 0,-4 4-3 15,3-8-11-15,-1 3 2 0,0-2 3 0,-2 7 5 16,4-13 3-16,-3 7 2 0,-1 6 7 16,0-12-2-16,0 12 5 0,0-8 3 15,0 8-3-15,0-11-8 0,0 11-4 16,-5-10-12-16,1 4-8 0,-1-1-14 0,-5 3-4 15,0-2-10-15,-1 1-6 0,-5 0-7 16,0 0 4-16,-5 0-9 0,-3-1 1 16,0 1-12-16,-13 1-2 0,7-2-2 0,-8 1-1 15,0 0-4-15,0-2-6 0,0 3-2 16,-4 1-3-16,0 2 0 0,-2-3-9 0,1 4-2 16,-4-2 4-16,-1 2-8 0,-1 2-5 15,-2 0 6-15,-10 4-7 0,0 0 0 16,0-1 3-16,0-2 0 0,12 2-4 15,-12 3 2-15,2-4-3 0,3 5-1 16,-3-2 0-16,15-4-4 0,0 3 5 0,-1-2 1 0,-5 0-4 16,-5 4-2-16,10-3 3 15,-3 1-7-15,-8 4 7 0,11-1-6 16,-7 1 2-16,11-2 3 0,-2 2-3 0,3-3-2 16,1 3 3-16,0 0-1 0,3-3-2 15,0 1 6-15,3 4-9 0,-1-3 4 0,2 3 0 16,1 0-3-16,1 2 3 0,-1-1-3 15,3 4-1-15,-5 2 6 0,-4 5-4 16,1 3 1-16,0-2 2 0,6-4 1 0,-1 1-8 16,3-1 6-16,1 0-4 0,-2 2 9 15,4-3-10-15,-2 3 6 0,2-1-7 16,2 0 3-16,-2 2 4 0,-2 0-4 16,0 0 5-16,-1 7-7 0,-5 1 4 0,3 2 2 15,-1 5-6-15,-1-9 3 0,3 5 1 16,-1-5 2-16,8-4-2 0,-7 8-1 15,8-5 8-15,-1-2-14 0,0-2 9 0,5 0-2 16,-1 4-5-16,5-5 9 0,2-2-5 16,1-3 3-16,1 1-3 0,3 0 6 0,-1 3-6 15,0-3 4-15,2 4 0 0,1 1-4 16,0 7 4-16,-1 1 0 0,-1 0-7 16,2 1 8-16,0 1-1 0,0 0-2 15,1-1-2-15,-1 1 4 0,2-6 0 16,-2-6 2-16,1 1-4 0,3 13 2 0,-2-7-3 15,-1-4 6-15,1 1-5 0,2-2-1 16,2 0 1-16,-2 12 5 0,3-2-7 16,-1 2 3-16,1-8-2 0,-1-4 3 0,2 12-2 15,1-4-2-15,-1 1 2 0,2 3 4 16,0-3 0-16,0 0 1 0,1-1-7 0,-3-7 4 16,3 6 0-16,3-1-2 0,-2-2 3 15,1-5-1-15,-1-1-5 0,3 2 3 16,0 2 2-16,2-4-2 0,-1 3-2 0,4-2 5 15,-3 0-4-15,5 0 3 0,-4 0-6 16,0-5 4-16,1 3 4 0,1-3-2 16,-3-2 2-16,6 5-2 0,-2-1-1 0,2 1-4 15,-4-3 7-15,2 2 0 0,3-1 3 16,0 1-18-16,1-2 2 0,-6-2 3 16,6 2-3-16,3-1 2 0,-8-2 1 15,7 3 1-15,0-2 5 0,0 1-2 0,0-1-5 16,0 1 8-16,0-1 14 0,2-1-2 15,-3-1 2-15,-1-3-1 0,6 6 0 0,-2-5-6 16,-4-5-2-16,-1 3 5 0,0-3 0 16,1 3-1-16,-1-3 0 0,2 1 1 0,-1 1-2 15,-1-3 1-15,11 5 0 0,-3-4 1 16,-4-1-3-16,6 4 2 0,-3-5-7 16,-4 0 4-16,9 2 1 0,-7 2 0 15,-3-3-2-15,1 0-2 0,2 0 3 16,-3 0 1-16,-2-1-7 0,3 0 4 0,-4-3 1 15,5 2 14-15,-2-1 0 0,5-1 1 16,-3 1-5-16,1-3-3 0,2 2 2 0,-1-3-4 16,-1 2-2-16,5 0 1 0,-5 0 0 15,2-2-4-15,2 0 2 0,-6 2 2 16,-5-2-6-16,9 2-1 0,-4 0 0 16,2 0 1-16,0 1-3 0,-6-2 2 15,-2 3-1-15,4-1 0 0,-4 1 0 0,4-2 0 0,-4 0 3 16,6-2-6-16,-2 2 5 0,0 0-4 15,2-4 2-15,4 0-2 0,-1 2 3 16,3-2 0-16,1 0-2 0,8-2 0 16,-7 3-1-16,-3-1 0 0,-1 2 0 0,0-2 4 15,2 0-5-15,-1 2 1 0,-4-1 1 16,-1 1-2-16,2 0 1 0,2-3 0 16,0 1 1-16,0 0-3 0,13-2 1 0,-4-2 0 15,0-2 0-15,2 3 0 0,-2-2-1 16,0-2 2-16,2 1-5 0,1 1 1 15,-3 1 8-15,-2-2-5 0,-5 3 0 16,-2-2 1-16,-5 2-2 0,3 2 0 0,0-2 0 0,-4 0-2 16,-1 1 4-16,2-1 0 15,-1 0 0-15,2 0-2 0,-1-4 0 0,7-3 0 16,-4 4 0-16,-4 1 0 0,9-5 2 16,1 0-2-16,-1-2 0 0,1 4 0 15,1-2 0-15,1-1-1 0,-3 1 2 0,2 0 0 16,-3 1-1-16,-4 3 0 0,-5-2-3 15,9-2 2-15,-6 3 1 0,-4-1 1 0,6-5-1 16,1 1 1-16,-4 2 0 0,-3 1-2 16,4-5 1-16,1-1-1 0,-1 0 2 15,2 0-3-15,0 1 3 0,-7 1-7 0,4-2 7 16,-7 0-4-16,6-2 3 16,-2-3 0-16,-2 1 0 0,0-2-4 0,3 2 2 15,-4-7-1-15,-2 2 0 0,-1-1 0 16,3-1-1-16,-3-1 2 0,3 0 1 0,-4 0 0 15,1 0 1-15,-1 0 0 0,1-2-1 16,1 2 1-16,-3 0-3 0,-2 1 3 0,4-3 3 16,-6 2-2-16,2-3 2 0,1-1-2 15,0 0 4-15,-5-1-3 0,4-1-2 16,2-1 1-16,-4 0-1 0,2 1-1 16,1-3 1-16,1 4-4 0,-1-4 4 0,-2 3-4 15,1-4-1-15,0 3 4 0,2 0 0 16,-4 2-1-16,0-5 2 0,-3 6-2 15,3-4 11-15,-2 6 4 0,-3-4-4 0,3 2-2 16,-3 6 4-16,0-9 0 0,0 7-7 16,2-8 5-16,-2 2-4 0,-1 6 0 0,1-8-1 15,0 2-1-15,0-1 2 0,3 0-3 16,-5 6-1-16,0 3 4 0,0-10 3 16,-5 2 2-16,3 0-1 0,-2 0 11 0,-1-1 16 15,-3 3 3-15,-2-5-3 0,1-2-2 16,-4-8-6-16,-3-3-5 0,-2 0-5 15,-1-2-4-15,-6 0-3 0,-2 3 6 16,-2 2-6-16,-3 5 1 0,-1 0-2 0,-10 5-6 16,1 3-4-16,-9 6-7 0,-1 0-18 15,-3 8-29-15,-5 1-40 0,-1 9-56 0,4-3-67 16,0 5-71-16,14 3-75 0,-11-6-126 16,-2 1-207-16,13 3 60 0,-7-4-350 0,10 0-463 15</inkml:trace>
  <inkml:trace contextRef="#ctx0" brushRef="#br0" timeOffset="1298.85">7405 1569 2663 0,'0'0'-51'0,"-2"-17"36"0,0 10 29 0,1-3 27 0,-3 4 35 0,2 0 28 16,2 6 33-16,-7-14 10 0,6 9-6 15,1 5-5-15,-4-10-23 0,4 10-9 16,0 0-10-16,0 0-14 0,0 0 5 0,-4 27-5 16,6-10-14-16,-2 3-3 0,2 5-9 15,-2 0 4-15,0 2-5 0,2-1-6 0,-4 1-2 16,2-2-2-16,-2 0-1 0,2-3-13 16,-2-1-26-16,0 4-56 15,-1-5-42-15,-3 1-39 0,4-4-50 0,-1-2-62 16,-4-1-98-16,3-6-186 0,-1 1-43 15,1-4 66-15,1-2-101 0,3-3-106 0</inkml:trace>
  <inkml:trace contextRef="#ctx0" brushRef="#br0" timeOffset="1616.41">7285 1502 1821 0,'2'-10'67'0,"1"1"12"15,-1 3-8-15,-2 6-5 0,11-2 8 0,-11 2 29 16,18 2 6-16,-2 4-2 16,0 5 9-16,7 9-4 0,4 1-2 0,4 13 1 15,-3-2 3-15,-1 4-4 0,-2 0-28 16,-1 0 9-16,-6-5-22 0,-2-2 1 16,-2-2-7-16,-3 0-9 0,-2-3 1 0,-6-7 5 15,-3 2 14-15,-2-1 4 0,-6 1 5 16,-1-2-5-16,-2 2-7 0,-3-4-7 0,-5 6-4 15,-2-8-13-15,4-1-1 16,-2-2-3-16,-2-3-2 0,1 1-6 0,2-4-46 16,0-2-41-16,-3-2-43 0,5-2-43 0,-4-4-58 15,5 0-65-15,2-5-84 16,3 1-181-16,3-2-39 0,5 1 67 0,0-1-96 16,2 4-95-16</inkml:trace>
  <inkml:trace contextRef="#ctx0" brushRef="#br0" timeOffset="2401.94">8074 1496 1496 0,'7'-2'-74'0,"-7"2"37"0,0 0 26 0,6-7 30 0,-6 7 14 16,0 0 21-16,0 0 16 0,0-10 6 16,0 10 2-16,0 0 0 0,-9-8-3 15,9 8 1-15,-11-6 0 0,0 2-5 16,11 4 1-16,-14-5-8 0,14 5-7 0,-24-2-4 15,24 2 0-15,-28 7-6 0,9 1-2 16,2 2 8-16,-1 2 2 0,3 5-4 16,3-2 1-16,-8 7-1 0,11-1 3 0,4-4 0 15,3-2-6-15,4 1-1 0,8 0 1 16,3 0-3-16,10 4-4 0,6 0-2 16,3-5-2-16,-1 3-5 0,1-5 0 15,-3-1-8-15,-10-2-7 0,-2-2 7 16,-5-1 3-16,-3 1 23 0,-1-3 33 0,-7 2 47 15,-1-7 19-15,-7 15-4 0,-7-7 2 16,-2 3-9-16,-15 3-10 0,-1-2-11 0,-2 0-18 16,-1-1-15-16,-2 2-9 0,1-3-7 15,0-2-5-15,4 1-8 0,3-2-12 16,8-2-46-16,3-1-58 0,0-3-72 0,-1 0-80 16,4 1-102-16,2-4-172 0,-1 1-161 15,3 0 63-15,11 1-242 0,-16-6-313 0</inkml:trace>
  <inkml:trace contextRef="#ctx0" brushRef="#br0" timeOffset="2850.56">7870 979 2194 0,'-51'-21'-68'0,"-13"6"25"0,-4 10 9 0,-4 7 0 0,-5 10 6 0,-20 12 17 0,6 12 14 16,-3 10 27-16,-1 17 8 16,6 10 16-16,-3 16 13 0,-17 27 14 0,35-26 9 15,11 0 7-15,12-3 5 0,11-5-3 16,20-18-16-16,9 0-4 0,19-3 12 15,15-4-6-15,24 7-4 0,22-8-8 0,25-10 0 16,16-10-14-16,11-6-3 0,13-10-4 16,5-11 3-16,6-8-11 0,4-8-8 0,1-10-4 15,-5-5-2-15,-8-7-2 0,-7-4-13 16,-12-3 13-16,-17-5-1 0,-17 1 17 16,-15-11 12-16,-14-3-12 0,-22 4-3 15,-19-8 3-15,-6-4-10 0,-16-6-6 16,-17-12-2-16,-18 1-10 0,-18-2-7 0,-19 6-13 15,-16 5-12-15,-4 12-13 0,-7 7-20 16,-10 8-26-16,0 16-31 0,-5 16-27 0,-5 13-38 16,-2 11-34-16,2 10-68 0,-1 9-108 15,8 8-159-15,9 1 48 0,14 1-29 16,9 3-26-16</inkml:trace>
  <inkml:trace contextRef="#ctx0" brushRef="#br0" timeOffset="3515.3">8348 2331 1578 0,'-2'-18'143'0,"2"5"15"0,0 1 33 0,-1 6 5 0,-3-3-8 0,4 9-6 16,-2-8-25-16,2 8-9 0,0 0 35 16,0 0 53-16,-14 19 1 0,7-2-13 0,-4 11-6 15,-1 3-8-15,-1 1-1 0,-1 2-2 16,3-1-10-16,0 1-9 0,2-3-14 0,4-4-10 16,1-5-13-16,2-3-13 0,2 0-8 15,2-1-2-15,2-1-10 0,3-3-5 0,5 1 9 16,5-1-5-16,12-2-6 0,1-3-7 15,4-1-17-15,-3-5-17 0,-5-1-16 16,1-1 3-16,-2-2-14 0,-2-1-27 16,-4 0-24-16,-2-1-31 0,1-1-21 15,-1-2-30-15,-6 4-29 0,4-3-32 0,-5 1-43 16,-7-2-41-16,2 4-64 0,-5 2-49 16,0 0-67-16,0 0-73 0,0 0-168 0,-18-12-8 15,11 12 66-15,7 0-281 0,-14 0-361 16</inkml:trace>
  <inkml:trace contextRef="#ctx0" brushRef="#br0" timeOffset="3848.95">8728 2385 2505 0,'2'-8'57'0,"-2"8"23"0,4-17 41 15,-3 11 21-15,-1-2 22 0,0 8 31 0,2-12 1 16,-2 12-14-16,2-3-20 0,-2 3 14 16,0 0 8-16,0 0 6 0,17 27-2 15,-13-10-10-15,0 5-13 0,0 0-15 16,-1 4-14-16,-1 6-11 0,2-4-12 15,-2-3-12-15,0-2-10 0,-2 0-7 0,1-3-24 16,-1-2-56-16,0-1-61 0,2-4-66 16,-2-1-73-16,0 0-70 0,2-5-83 0,-6-1-130 15,4-6-211-15,-3 6 50 0,3-6-363 16,0 0-479-16</inkml:trace>
  <inkml:trace contextRef="#ctx0" brushRef="#br0" timeOffset="4015.11">8850 2208 2678 0,'-5'-7'10'0,"2"2"9"0,-5 0 9 15,8 5-1-15,-7-7-2 0,3 4-7 16,4 3-2-16,-3-7-27 0,3 7-44 0,0 0-43 16,0 0-64-16,0 0-81 0,0 0-162 15,-14 10-223-15,14-10-127 0</inkml:trace>
  <inkml:trace contextRef="#ctx0" brushRef="#br0" timeOffset="4381.93">8931 2368 1705 0,'4'8'15'15,"0"-3"35"-15,-2 3 51 0,0-2 37 0,2 3 22 16,-2-3 21-16,2 3 13 0,-3 2 5 16,1 0 3-16,0 1-12 0,0-1-9 0,2 1-19 15,-3-2-10-15,1 2-18 0,0-2-7 16,3 2-8-16,-2-2-12 0,-3-1-12 15,2-1-8-15,0 0-8 0,-2-8-7 0,4 10 6 16,-4-10 24-16,5 6 15 0,-5-6 7 16,0 0-11-16,0 0-17 0,0 0-8 0,16-20-5 15,-9 7-14-15,-1-3-5 0,3-1-5 16,1 3-11-16,-4 0-4 0,-1 4-8 16,1 0-3-16,1 1-9 0,-4 2-6 15,1 1-4-15,-4 6-2 0,9-4 4 16,-9 4-7-16,0 0 6 0,23 10-3 0,-14-1 2 15,-1 1-2-15,4 0-5 0,-1 1 4 16,-2 1-3-16,1 0-1 0,0-2-1 0,-3 2 3 16,1-5-26-16,2 1-40 0,-5-1-38 15,1 0-43-15,-3-2-34 0,4 1-32 16,-2-4-43-16,-5-2-59 0,0 0-70 0,0 0-49 16,0 0-58-16,17-16-82 15,-11 4-358-15,2-5-403 0</inkml:trace>
  <inkml:trace contextRef="#ctx0" brushRef="#br0" timeOffset="4714.41">9401 2104 2438 0,'7'-35'-50'16,"2"2"54"-16,-5 10 49 0,2 6 46 0,-4 1 40 16,0 4 28-16,-2 3 7 15,2 1-5-15,-2 1-25 0,0 7-6 0,0 0 8 16,0 0 5-16,0 0-11 0,-14 24-11 16,8-8-14-16,1 5-10 0,-1 16-9 0,-2-2-10 15,3 7-6-15,-1-2-13 16,2-1-47-16,2-2-42 0,-1 4-42 0,1-8-38 15,-2 2-30-15,2-8-17 0,4-6-3 0,-2-4 6 16,0-2 9-16,0-4 15 16,2 2 16-16,-2-4 20 0,0-2 34 0,0-7 25 0,0 10 24 15,0-10 20-15,6 5 21 16,-6-5 18-16,0 0 35 0,0 0 24 0,26-17 24 16,-15 7 10-16,2-7 5 0,5-4 15 15,1-4-7-15,0-4-10 0,2 0-16 16,2-12-13-16,0 0-16 0,-1 0-24 0,-2 9-44 15,-5 3-42-15,0 0-56 0,-5 6-70 16,-5 5-63-16,3 6-57 0,-8 3-54 0,0-1-78 16,0 6-73-16,0 4-109 0,-5-8 5 15,5 8-173-15,-12 0-223 0</inkml:trace>
  <inkml:trace contextRef="#ctx0" brushRef="#br0" timeOffset="4881.54">9532 2143 2016 0,'-4'16'26'16,"2"-3"40"-16,0 1 39 0,1-1 28 15,-3 5 27-15,4-1 27 0,-3 0 22 0,6 2 0 16,-1-1-13-16,0-1-29 0,-1 3-13 16,5 1-16-16,-1-4-9 0,1 0-14 15,-1-2-56-15,4 0-66 0,-2-2-77 0,2-1-67 16,2 0-83-16,-2-6-125 0,2-2-218 16,1-1 41-16,-1-1 58 0,-11-2-81 0,25-3-61 15</inkml:trace>
  <inkml:trace contextRef="#ctx0" brushRef="#br0" timeOffset="5249.82">9831 2346 1834 0,'-14'6'245'16,"14"-6"38"-16,-9 6 6 0,9-6 2 0,-6 2 6 16,6-2 7-16,0 0-15 0,-9 6-18 15,9-6-24-15,0 0-23 0,0 0-21 16,0 0-22-16,0 0-19 0,0 0-6 0,0 0-23 15,0 0-8-15,0 0-14 16,0 0-13-16,29-15-7 0,-20 10-9 0,0-1 3 0,-1-3-17 16,-2 3-11-16,2-2-5 0,-5-4-2 15,1 1-13-15,-2 1-18 0,-2 2-9 16,-4-1 8-16,-1 1-12 0,-5 4 2 16,-4 2-2-16,14 2-5 0,-34 6 2 15,13 2-4-15,-8 5 0 0,5 7 0 0,1-3 1 16,4 2 8-16,6 1-6 0,5-3 1 15,2-1-3-15,2 1-1 0,4-4 0 0,2 3-2 16,4 1-27-16,0-3-34 0,4-3-35 16,-1 0-49-16,5-3-39 0,0-3-53 15,2-1-48-15,4-4-37 0,5-4-39 0,10-8-36 16,-3-3-47-16,-2-2-47 0,7-9-50 16,-4-3-378-16,1-4-403 0</inkml:trace>
  <inkml:trace contextRef="#ctx0" brushRef="#br0" timeOffset="5598.46">10170 2150 2461 0,'21'-36'-23'0,"-4"3"49"0,4-10 43 0,-1 2 53 15,-6 8 60-15,-3 4 61 0,-4 7 48 16,0 7 43-16,-3 1 34 0,0 4-11 0,-2 0-23 16,-1 5-35-16,-1 5-23 0,0 0 2 15,0 0-1-15,-22 24-22 0,10-6-13 16,-1 11-14-16,-4 2-18 0,2 4-12 0,-1 0-19 16,3 11-17-16,1-9-16 0,7-3-13 15,-3-1-11-15,7-6-15 0,-5-5-11 0,4-5-12 16,0 1-9-16,0-3-15 15,2-3-60-15,-2-2 0 0,0-3 0 0,2 1 0 16,-2 0 0-16,2-8 0 0,-2 9 0 0,2-9 0 16,0 0 0-16,0 0 0 0,0 0 0 15,-13 0 0-15,13 0 0 0,0 0 0 16,-25-3-16-16,12 6-16 0,-2-1 0 16,-3 4 13-16,1-2-7 0,2 4 2 0,0 2-3 15,1 2 5-15,3-1 2 0,4-1 4 16,-1 3 4-16,4-2 3 0,2 1 1 0,2-4 1 15,2 3 13-15,-1-3-12 16,2 1 1-16,-1-2-6 0,2-1-63 0,1 0-80 0,-3 1-78 16,4-1-91-16,-3-2-92 0,-3-4-115 15,4 7-183-15,-4-7-111 0,-5 10 83 16,-3-2-585-16,-8 6-783 0</inkml:trace>
  <inkml:trace contextRef="#ctx0" brushRef="#br0" timeOffset="5814.69">8230 3177 4130 0,'-21'11'216'0,"6"-5"-19"0,6 0-23 0,0 0-21 0,8 0 4 0,1-6 85 0,21 7 24 16,22-5-10-16,32-2-30 0,36-7-21 15,18-2-15-15,16-5-26 0,15-4-16 16,4-4-19-16,45-4-74 0,-51 6-99 0,-5-3-99 15,-12 1-105-15,-13 2-118 0,-23 1-114 16,-35 5-134-16,-13-1-147 0,-26 3 56 0,-12 2-501 16,-17 0-671-16</inkml:trace>
  <inkml:trace contextRef="#ctx0" brushRef="#br0" timeOffset="12946.83">4428 2878 1289 0,'4'-7'223'0,"0"-1"-25"0,-4 1-10 15,2 2-17-15,-2 5-17 0,0-13-5 0,0 13 0 16,-2-11-2-16,2 11 1 0,-2-10 7 16,2 10-17-16,-4-9-10 0,4 9-19 15,0 0-6-15,-5-3-20 0,5 3-5 0,0 0 9 16,-22 27 0-16,10 0 14 0,-4 2 13 15,-1 18 11-15,1 3 10 0,2 5-15 16,0-2-4-16,6 0 7 0,1 1-6 16,7-12 4-16,4-1 4 0,11 7 9 0,4-3 12 15,10-5-15-15,5-3-8 0,7-2-11 16,7-6-12-16,-1-3-12 0,2-5-6 16,0 0-9-16,-11-9-13 0,0-2-28 0,-4-1-25 15,-3-1-27-15,-8-1-19 0,-4-1-28 16,-6-2-31-16,1-3-55 0,-5-1-69 15,-9 0-78-15,10-4-75 0,-10 4-122 16,3-8-194-16,-5 1 54 0,2 7-373 0,-9-16-486 16</inkml:trace>
  <inkml:trace contextRef="#ctx0" brushRef="#br0" timeOffset="13263.3">4756 3350 2600 0,'0'0'-59'0,"0"0"43"0,0 0 44 15,31 10 30-15,-16-4 32 0,2 2 31 0,4 2 18 16,3 7 16-16,3 0 3 0,0 1-12 16,-2 2 4-16,0 1-10 0,-5 0-1 15,-2 1-1-15,-5-3-7 0,-3 0 12 0,-3-2 6 16,-1 0-7-16,-2 0 2 0,-3-2-6 15,-2 4-5-15,-3-3-8 0,-2 1-10 0,1 2-10 16,-4-1-10-16,-2-1-11 0,2-2-9 16,-3-1-4-16,-1 1-5 15,-3-1-12-15,2-2-17 0,-2 0-24 0,-1-1-36 0,0-3-33 16,0 3-62-16,1-5-71 0,2 1-100 16,-2-4-121-16,3-1-164 0,-1-2-118 15,3 0 81-15,11 0-357 0,-23-1-445 16</inkml:trace>
  <inkml:trace contextRef="#ctx0" brushRef="#br0" timeOffset="14113.12">3098 4514 2522 0,'0'0'-19'0,"2"-8"39"0,-2 8 30 0,0 0 20 0,-2-11 33 0,2 11 34 0,2-8 22 16,-2 8 17-16,0 0-5 15,2-7-6-15,-2 7-13 0,0 0-18 0,0 0-10 16,0 0-17-16,0 0 7 0,0 0 7 16,0 0-8-16,12 31-12 0,-7-8-9 0,-3 0 13 15,2 4-4-15,0 8-10 0,-3-6-4 16,1-2-8-16,0 0-8 15,0-2-5-15,-2-3-11 0,2-1-1 0,0-2-7 0,-2-2-4 16,0-2-6-16,-2-2-2 0,4 0-7 16,-1-3-21-16,-1 0-25 0,0-5-41 0,0 5-56 15,0-10-89-15,0 0-115 16,-3 8-122-16,3-8-175 0,0 0-31 16,0 0 77-16,-13-20-290 0,9 5-345 0</inkml:trace>
  <inkml:trace contextRef="#ctx0" brushRef="#br0" timeOffset="14429.48">2811 4572 2576 0,'-10'2'84'15,"10"-2"22"-15,-13 4 23 0,13-4 36 16,-11 2 29-16,11-2 20 0,0 0 8 0,0 0 7 16,0 0-4-16,0 0-21 0,0 0-20 15,0 0-19-15,16-17-14 0,11 3-20 16,3-3-15-16,12-3-7 0,2-1-16 0,4 0-26 16,1 4-45-16,1-2-43 0,-3 2-45 15,-12 6-41-15,-5 0-47 0,-7 4-47 16,-5 3-48-16,-7 3-29 0,0 1-40 15,-11 0-60-15,0 0-118 0,0 0-87 0,4 10 59 16,-4-10-160-16,-17 20-179 0</inkml:trace>
  <inkml:trace contextRef="#ctx0" brushRef="#br0" timeOffset="14698.26">2883 5082 2166 0,'0'0'213'0,"0"0"36"16,-4 9 14-16,4-9 1 0,0 0 5 0,0 0-9 15,0 0-5-15,0 0-12 16,0 0-25-16,27-17-21 0,-14 9-13 0,4-2-22 16,0 0-18-16,1 0-29 0,-2 1-14 15,2 0-10-15,-7 3-9 0,3-1-8 16,-3 0-27-16,-2 2-37 0,-1 0-51 0,2-2-72 15,-5 1-71-15,2 0-74 0,2 1-87 16,-4 0-125-16,-3-2-203 0,2 0 51 0,-4 7-365 16,2-10-463-16</inkml:trace>
  <inkml:trace contextRef="#ctx0" brushRef="#br0" timeOffset="15098.13">3310 4698 2667 0,'0'0'92'0,"-2"-9"44"16,2 9-11-16,0 0 17 0,0 0-9 16,0 0 10-16,0 0 40 0,0 0 11 15,0 0-5-15,0 0-17 0,15 24-18 0,-9-13-16 16,1-1-14-16,-1 2-9 0,1-2-15 16,0 0-7-16,-2 2-10 0,1-3-11 0,-1 1-3 15,-1-1-8-15,2-1-7 0,-2-1-4 16,-4-7 1-16,8 9-7 0,-5-3-1 15,-3-6 1-15,4 5 3 0,-4-5-1 0,0 0-6 16,0 0-4-16,11-15-9 16,-4 5 2-16,-2-3 0 0,4 1-10 0,-3-1-3 15,-1 3-2-15,0 2-5 0,-1 1-1 16,1 0 1-16,-3 2-6 0,-2 5-3 0,9-7 4 16,-9 7-4-16,0 0 4 0,16 2-2 15,-16-2 3-15,17 6-3 0,-7 0 1 16,-1 0-1-16,0 0-1 0,0 0-14 0,0 1-24 15,0 0-38-15,0 0-37 0,-2 1-35 16,0-2-61-16,1 0-48 0,-3 3-65 16,2-4-107-16,-2 2-147 0,1-3-48 15,-6-4 66-15,11 6-285 0,-6-6-326 0</inkml:trace>
  <inkml:trace contextRef="#ctx0" brushRef="#br0" timeOffset="15412.76">3808 4536 2332 0,'-7'-8'86'0,"7"8"19"16,0 0 3-16,0 0 29 0,0 0 36 16,0 0 25-16,-15 19 2 15,15-7 1-15,-1 0-5 0,1 1-11 0,-2 3-20 0,2 0-14 16,2 1-14-16,-1 0-16 0,1 0-12 16,-2-3-10-16,4-2-8 0,-4 0-8 15,2-2-10-15,0-1-7 0,-1-1 3 16,-1-1 12-16,0-7 16 0,0 12 20 15,0-12 27-15,0 0-15 0,0 0-9 0,0 0-13 16,0 0-12-16,0 0-4 0,-9-31-15 16,7 7-1-16,-1-12-14 0,3-8-5 0,2-15-10 15,-1-3-11-15,1-8-37 0,2-3-23 16,1 5-20-16,3 8-24 0,2 6-26 16,-3 16-53-16,-3 2-43 0,3 14-81 0,-3 5-55 15,4 5-57-15,-4 5-66 16,2 1-113-16,-6 6-88 0,0 0 57 0,0 0-290 15,13 23-367-15</inkml:trace>
  <inkml:trace contextRef="#ctx0" brushRef="#br0" timeOffset="16079.3">3713 4545 2458 0,'-7'16'4'0,"0"-5"17"0,1-1 9 15,2-4 18-15,4-1 29 0,0-5-2 16,-4 8 3-16,4-8 7 0,0 0 5 0,12 4 0 15,-12-4 0-15,32-9-14 16,0-3-15-16,4-5-7 0,4-5-3 0,5-2-3 0,-6-2-6 16,-3 1-5-16,-2 4 1 15,-9 4-5-15,-3 3-7 0,-8 2 2 0,0 4-9 16,-3 1-1-16,0 0 5 0,-6 4-13 16,-5 3 1-16,15-2-4 0,-15 2 11 15,0 0 3-15,14 12-4 0,-11-5-1 0,1 1 4 16,-2 0 12-16,0 0 6 0,1 2 3 15,1-3-11-15,-2 0 7 0,3 0-4 0,-2 0 1 16,-3-7 8-16,6 8 2 0,-6-8-2 16,7 5-6-16,-7-5-3 0,18-2 2 15,-18 2-2-15,18-5-7 0,-8-1 19 0,0 0 11 16,-3 0 7-16,0-1 12 0,0 0 15 16,-3 0 11-16,-2 0 6 0,-2 7 4 0,0-17-15 15,-4 7-2-15,-2-4-4 0,-2-5-12 16,-3 1-7-16,0 1-9 0,-3 1-3 15,5 6-4-15,-2-3-14 0,2 3-5 16,0 5-6-16,2 0 0 0,-4 3-7 16,11 2-4-16,-16 0-3 0,16 0-3 0,-16 3-7 15,16-3-14-15,-11 4-5 0,11-4-17 16,0 0-9-16,-16 1-1 0,16-1 0 0,0 0 6 16,0 0 4-16,0 0-8 0,0 0 13 15,0 0-3-15,0 0 5 0,0 0 1 16,0 0 3-16,0 0 0 0,43-9 4 0,-30 5 1 15,4 2 0-15,0 2 4 0,4 0 0 16,-1-2 0-16,0 4 3 0,1 2-5 0,2 1 3 16,-4 1 4-16,2 4 7 15,-2 0 0-15,0-2 4 0,-2 5 7 0,-2-1 8 16,1-1 5-16,-3 3 3 0,1 0 3 16,-1-1 5-16,-3-1-4 0,-1-1-3 15,-2 1-3-15,1 0-4 0,2-2 0 0,-3-2-4 16,-3-1-14-16,2 2-33 0,-1-1-54 15,0-3-75-15,0 2-80 0,-1 0-84 0,-2-1-128 16,2 0-185-16,-4-6 4 0,3 7 68 16,-3-7-301-16,2 8-347 0</inkml:trace>
  <inkml:trace contextRef="#ctx0" brushRef="#br0" timeOffset="20780.02">6806 5718 1102 0,'8'-7'275'0,"-4"0"-85"0,-2 2-27 0,0 1-19 0,-2 4-8 16,-2-13-12-16,2 13-11 0,-6-16-5 0,0 8 22 15,1-1-2-15,-3 1 10 0,-4-2 2 16,1-1 14-16,0 1-11 0,-3 3-5 16,1-1-3-16,-2-3-5 0,-2 5-9 15,-1-3-13-15,-2 0-5 0,-1 3-3 0,-2-1-4 16,0 0-7-16,-1 2-6 0,-10-5-13 15,0 4-1-15,-2 1-2 0,0 0-11 16,-2 0-2-16,6 3-4 0,-12-1-8 0,-2 0-5 16,-4 3-3-16,2 0-1 0,1 3-7 15,-3-2-3-15,1 5-1 0,-8-1-3 0,0 1-3 16,0 2 5-16,1 4-6 0,13-6-5 16,-11 5 1-16,13 1 1 0,-9 1-2 0,8-3 2 15,1 4-5-15,-6 1 0 0,-1 4-3 16,-2 0 3-16,3-1-3 0,-3 3-5 15,-2-1 0-15,2 1 5 0,-2-2-4 16,-3 5 4-16,4-3-2 0,-3 0-4 16,4 0 4-16,3 1-1 0,-1 3 1 0,3-2 2 15,-1-3-1-15,2 3-5 0,0 0 4 16,4-2-2-16,2 1 1 0,6-5-4 0,5 4 1 16,-3-1 2-16,1 1-4 0,4 2 0 15,0 1 2-15,0 1 0 0,5 1 2 16,2 1 0-16,-3 3-4 0,5-1 2 0,-2 0 2 15,1 2 0-15,2-2 0 0,0 2-2 16,1 0-2-16,-1-2 0 0,3 2 4 0,-1-2 1 16,-1 0-5-16,0 2 6 0,1-2-5 15,-1 0 5-15,3 2 2 0,-1-2-6 16,3 2 4-16,-1 2-4 0,2-4-2 16,2 4 3-16,1 0 3 0,3-4-2 0,0-2 3 15,2 0-2-15,0 8 5 0,4 4-2 16,1-5-2-16,1 2 2 0,4-4 2 15,-1 3-4-15,5-4 5 0,-1 2 0 0,5-2-1 16,-2-2 2-16,2 5-3 16,4 3 2-16,3 3-2 0,2-2-1 0,2-2-2 15,-5 0 4-15,3 2 0 0,-5-11 1 16,2 2-3-16,-3 0 2 0,-2-3-1 0,1-1 0 16,-2-2 0-16,-1-2-4 0,-3-4 2 15,-2-6 0-15,-1 1 1 0,0-1-1 0,2 1 0 16,-1-3 1-16,1 1 2 0,0-2-1 15,4 1-1-15,1 1-1 0,-2-1-3 16,6 1 2-16,4 2 4 0,-3-2 1 0,8 3-3 16,-1-2 1-16,-3-4-1 0,6 4 4 15,-3 2 7-15,2-3 5 0,1 2-4 0,-1-5 4 16,2 1 7-16,-5-4-1 0,-2 0 5 16,-1 2 6-16,1-3-1 0,-1 0-7 0,11 3 12 15,-6-6-3-15,-6 4 1 0,4-3-4 16,0 1 0-16,1-2 9 0,16-2-3 15,-4 0 0-15,2-4 0 0,15-3 4 16,1-1 6-16,-4-2-3 0,8 0-3 16,0 0-3-16,1 0 1 0,0 0-6 0,-3 0-3 15,-1 2-2-15,0-2-4 0,-5 3-3 16,-3-2 2-16,-11 2-8 0,10-5 1 0,-13 4-2 16,1-3 4-16,-1-1-7 0,6-3 0 15,1-4-1-15,-4-2 0 0,3-3-2 0,1 0-2 16,3-6 0-16,-4 3-1 0,1 0 2 15,-1-2 8-15,-3 0-2 0,2 2 7 0,-4 0-4 16,-4 2-6-16,-9 4 6 0,-4-1-7 16,0 1-5-16,-5-2 6 0,4 1-1 15,-9-3 2-15,2 0 3 0,-1-2 2 16,-3 1-1-16,-2-1 0 0,2-3 8 16,-2 5-11-16,2-4 1 0,-4 1 0 0,5-3-2 15,-2 2 5-15,-3-1 11 0,3-2 3 16,-1-1-11-16,-3 0-1 0,-1-4 6 0,0 0 3 15,-3-1-8-15,0-1 1 0,-2 2-2 16,0 0-2-16,0 1 0 0,0-2 3 0,0 4-11 16,-2 5 7-16,0-6-7 0,-1 3-1 15,1-3-6-15,1 8 11 0,-1-10 7 16,-2 4-10-16,0-2 6 0,-1-1 8 16,-3 1-14-16,-2-5 3 0,-3-5-2 0,-1-3-9 15,-6-1 7-15,1-3-7 0,-6-4-1 16,0 8 5-16,-1-1-3 0,-3 5-1 0,1 5-6 15,-3 4 17-15,1 1-13 0,1 5-6 16,4 7-1-16,-2 3 3 0,4 3-5 16,-4-2 2-16,3 6-1 0,-2-1-5 0,4 7 1 15,3 0 4-15,-1 0-19 0,-2 2-39 16,3 2-34-16,2 2-33 0,0 2-36 0,-2 2-53 16,2 0-61-16,-1 1-68 0,3 2-56 15,4 3-70-15,-1 0-96 0,1 3-138 0,2 1 55 16,3 2-441-16,-4 3-563 15</inkml:trace>
  <inkml:trace contextRef="#ctx0" brushRef="#br0" timeOffset="21827.89">3988 8549 2787 0,'0'0'-80'0,"0"0"41"0,0 0 39 0,-8-16 42 16,7 9 36-16,1 7 42 0,-4-11 40 15,2 4 30-15,0 0 25 0,2 7 13 0,-4-10 0 16,4 10-11-16,-3-6-20 0,3 6-24 16,0 0-15-16,0 0-7 0,0 0 20 15,2 31-1-15,-1-4-16 0,3 8-11 0,2 5-12 16,-1 1-13-16,-1 0-18 0,1 2-2 16,2-1-8-16,-2-1-12 0,1 1-9 0,-2-3-7 15,-1 1-4-15,-1-4-5 16,-2-9-13-16,0-4-46 0,0-5-46 0,0 1-53 15,0-2-53-15,-2-5-62 0,2 0-81 16,-1-5-85-16,-1-3-97 0,2-4-130 0,0 0-48 16,0 0 66-16,-6-18-351 0,4 5-424 15</inkml:trace>
  <inkml:trace contextRef="#ctx0" brushRef="#br0" timeOffset="22112.05">3950 8551 2660 0,'-6'-25'35'16,"1"3"37"-16,-1 3 43 0,2 2 32 15,0 2 27-15,0 0 10 0,2 2-2 16,-1 2-11-16,3 4-19 0,2-2-7 0,-2 9-6 16,12-8 2-16,-1 8 0 15,-11 0-9-15,28 6-11 0,-7 5-14 0,5 6-5 16,-1 2-14-16,-2 3-9 0,-1 4-5 16,-6-1-6-16,-4 4-7 0,-1 0-3 0,-7-4-7 15,-2-1-2-15,-4-3-6 0,-2 0-4 16,-1 2-3-16,-1-1-5 0,-2-3-2 0,-1 0-3 15,1-4-2-15,-6-1-1 0,3-4-4 16,-1 0-19-16,1-6-34 0,0-1-44 16,11-3-52-16,-21-5-55 0,12 0-60 0,0-2-67 15,-2-1-77-15,8-3-104 0,-1 3-141 16,4-2 51-16,2-1-313 0,2 3-379 0</inkml:trace>
  <inkml:trace contextRef="#ctx0" brushRef="#br0" timeOffset="22445.01">4221 8606 2335 0,'0'0'-14'16,"7"7"49"-16,-7-7 65 0,4 14 43 15,-3-3 26-15,-1 1 12 0,0 7 26 0,0-3 7 16,0 2-8-16,0 5-8 0,3-5-15 16,1 5-9-16,2-3-10 0,1-3-8 15,2 3-11-15,3-4-15 0,-1 1-7 0,5-8-10 16,1 1-8-16,-4-2-11 15,2-3-5-15,3-4-11 0,-3-2-5 0,2-2-7 16,-2-1-7-16,2-4-5 0,-2 0-3 16,-1-3-5-16,-3-1-1 0,-1 0 3 0,-2-3 9 15,-5-2 12-15,-1-1-5 0,-4-1-3 16,1-5-10-16,-9-9-1 0,2 4-10 0,-1 5 0 16,1 4-7-16,-2 6-5 0,-1 2-6 15,0 5-8-15,-3 5-11 0,1 2-30 16,-2 6-42-16,-6 6-53 0,-2 5-60 0,-2 5-75 15,2 2-73-15,6-2-82 0,2-3-107 16,6-2-160-16,1-3 50 0,3-4-417 0,5-2-520 16</inkml:trace>
  <inkml:trace contextRef="#ctx0" brushRef="#br0" timeOffset="22661.94">4461 8671 2799 0,'3'-14'55'0,"-1"-1"56"16,2 1 47-16,-2 4 36 0,0-1 22 15,2 1 22-15,-2-1 1 0,2 3-8 0,0 4-20 16,-1-4-12-16,-3 8-9 16,13-2 3-16,-13 2-9 0,16 10-13 0,-7 2-14 0,1 5-10 15,1 1-20-15,-1 10-15 0,0-1-7 16,-3-3-42-16,-1 0-43 0,-1-2-52 16,-1 2-54-16,1-1-61 0,-2-5-61 15,-3 2-61-15,2-7-38 0,0 0-38 16,-2-4-61-16,-2-1-73 0,2-2-98 0,0-6-6 15,0 0-329-15,0 0-393 0</inkml:trace>
  <inkml:trace contextRef="#ctx0" brushRef="#br0" timeOffset="22794.87">4550 8433 2478 0,'-3'-14'-27'16,"1"0"28"-16,-2 5 16 0,2 1 2 15,2-1-1-15,-3 4-7 0,3 5-34 0,0-10-44 16,-1 4-50-16,1 6-55 15,0 0-70-15,0 0-403 0,0 0-142 0</inkml:trace>
  <inkml:trace contextRef="#ctx0" brushRef="#br0" timeOffset="23161.19">4622 8499 1790 0,'2'5'30'16,"0"-1"34"-16,3 2 32 0,-5-6 29 0,5 10 28 15,-1-6 22-15,0 3 16 0,-1 1-1 16,1 0 4-16,2 2-12 0,-2 1-9 0,4 1-13 15,-3 1-9-15,-1-1-13 0,1 2-12 16,1-1-11-16,-1 3-12 0,-2-4-10 0,-1 0-8 16,2 0-8-16,-1-2-6 0,-3-1-7 15,2-1 1-15,0-1-9 0,-2-7 33 16,4 9 3-16,-4-9-6 0,0 0-12 16,0 0-6-16,0 0-2 0,12-23-12 15,-7 7-5-15,3-7-5 0,1-4-1 0,3-2-7 16,-5 6-2-16,3 3-5 0,-4 5 0 15,0 0-2-15,-1 6-7 0,-1 0-4 0,1 2-2 16,-1 3 3-16,-4 4 6 0,0 0 2 16,0 0-4-16,23 15-1 0,-13-4-4 0,-4 1 1 15,1 1-5-15,-1 1-1 16,1 0 1-16,4 3-10 0,-4 1-19 0,0-1-30 16,2 0-40-16,-2-3-60 0,0-2-69 15,-1 1-67-15,-1-3-86 0,1-1-115 16,-1 0-167-16,-2-4 67 0,3-2-378 0,3-1-440 15</inkml:trace>
  <inkml:trace contextRef="#ctx0" brushRef="#br0" timeOffset="23396.06">5126 8055 2640 0,'-14'-33'101'0,"-1"1"46"15,1 3 32-15,1 3 32 0,2 7 37 0,1 5 30 16,3 1 7-16,1 5-26 15,3-1-30-15,3 9-28 0,0 0 15 0,0 0 3 16,0 0-15-16,3 43-32 0,7-6-18 16,2 14-14-16,0 7-10 0,4-2-11 0,-1 4-19 15,1 2-6-15,-3-2-35 0,-2-1-38 16,-1 0-48-16,1-4-42 0,-4-3-48 16,-1-12-54-16,0-3-69 0,-2-2-67 0,-2-6-58 15,-2-6-71-15,0-4-94 0,0-5-118 16,0-4 54-16,0-2-393 0,0-3-464 0</inkml:trace>
  <inkml:trace contextRef="#ctx0" brushRef="#br0" timeOffset="23578.42">5117 8659 2919 0,'-16'-7'167'0,"10"5"48"0,6 2 40 16,-12-6 29-16,12 6 36 0,-7-4 25 15,7 4-13-15,0 0-34 0,-6-8-34 0,6 8-34 16,0 0-16-16,2-11-26 0,6 5-38 15,0-3-76-15,1-2-90 0,4 2-95 0,3-3-119 16,-3 0-140-16,4-1-150 0,-4 1-212 16,3 1 64-16,-5 1 72 0,3 2-429 0,-1 1-498 15</inkml:trace>
  <inkml:trace contextRef="#ctx0" brushRef="#br0" timeOffset="24296.23">5517 8630 3115 0,'-6'2'174'0,"6"-2"40"0,-12 3 34 15,12-3 24-15,0 0 20 0,0 0-2 0,0 0-17 16,0 0-23-16,0 0-8 0,-9-14-30 16,13 6-19-16,1-2-18 0,1 1-22 0,0-3-17 15,2-2-8-15,-1 1-17 0,-2-2-4 16,1 1-10-16,2 2-11 0,-4-3-10 15,-2 5-7-15,0-2-3 0,-2 2-11 16,0 1-5-16,-2 1-1 0,2 8-9 0,-7-12 0 16,-2 7-16-16,-2 5-1 0,11 0 4 15,-32 15 0-15,7 0-3 0,-2 8-9 16,-2 7 1-16,1 7 2 0,4-1 4 0,8-4-9 16,1 1 3-16,3-2-6 0,5 3 2 15,1-2 4-15,4-2-3 0,6-5-5 0,2-3 11 16,-1 1-7-16,7 4-6 0,1-2 8 15,5-10 0-15,-2-5 1 0,4 0 0 16,-4-8-2-16,4 2-1 0,1-6 7 0,1-4-7 16,11-5 4-16,-3-5 0 0,0-3 4 15,1-3-2-15,-4 1 10 0,-2 0 8 16,-4-3 20-16,-3 1 20 0,-4-3 8 0,-1-1 2 16,-3-4 5-16,0-3-75 0,-7-4-16 15,-1 1 0-15,0-4 0 0,-4 4 0 0,0 8 0 16,2 3 0-16,-3 4 0 0,-1 3 0 15,0 3 0-15,2 3 0 0,-4 3 0 0,2 1 0 16,2 2 0-16,-3 4 0 0,5 3 0 16,-8-4 0-16,8 4 0 0,0 0 0 15,0 0 0-15,0 0 0 0,0 0 0 16,0 0 0-16,15-5 0 0,1 0 0 0,2-3 0 16,11-4 0-16,0-1 0 0,-2 5 0 15,-8 0 0-15,-1 3 0 0,2 5 0 16,-3 0 0-16,-2 3 0 0,1 1 0 0,-3 6 0 15,1 5 0-15,-3 2 0 0,0 9 0 16,-1 8 0-16,-4-7 0 0,-3 7 0 0,1-1 0 16,1 2 0-16,-1-2 0 0,0-4 0 15,0-4 0-15,2-4 0 0,0 4 0 0,-5-4 0 16,5-3 0-16,-1 0 0 0,-3-3 0 16,3-5 0-16,-1 1 0 0,-3-3 0 0,1 1 0 15,0-3 0-15,-2 0 0 16,0-6 0-16,0 10 0 0,0-10 0 0,-4 8 0 15,-3-6-816-15,-1 1-154 0,-1 1 91 16,-3-2-1000-16,0 1-1304 0</inkml:trace>
  <inkml:trace contextRef="#ctx0" brushRef="#br0" timeOffset="25377.32">4278 9981 4762 0,'-8'-54'-169'0,"-5"-2"61"0,2 0 60 0,-2 4 61 0,1 5 52 0,2 12 37 0,5 10 27 0,0 5 10 15,1 5-11-15,-1 4-17 0,3 5-14 0,2 6 38 16,0 0 75-16,-4 37-13 0,4 4 6 16,2 15-5-16,-2 9 6 0,4 5-5 15,1 5-17-15,1 3-13 0,0-1-24 0,2 1-11 16,1-6-14-16,1-3-11 0,1-4-19 15,0-6-7-15,-2-7-6 0,-6-11-11 0,3-8-5 16,-4-8-10-16,2-1-7 0,-3-7 2 16,-1-5-3-16,2-2 0 0,-4-2-3 15,4-1-16-15,-2-7-12 0,0 0-14 16,0 0 1-16,0 0-7 0,0 0-4 0,-25-32-12 16,12 8-7-16,-4-4 1 0,-4-3 2 15,-2-5 2-15,0 9-1 0,-7-6 1 0,1 9 9 16,2 4 3-16,-1 3 8 0,-3 1-9 15,4 3 4-15,3 4 21 0,3 1 1 0,5 4 10 16,0-1 4-16,5 1 1 0,1 0-6 16,0 2-4-16,5 0-4 0,5 2-2 15,0 0 7-15,0 0-2 0,22-16 2 0,8 6-5 16,9-1-2-16,1 3 0 0,14-5 1 16,-13 5-5-16,5 0 1 0,-6 4-1 15,-2 2-1-15,-8 2-5 0,-5 0 3 16,-7 2-2-16,2 5 8 0,-2 2 14 0,-2 2 8 15,0 1-2-15,-3 0-29 0,1 1 0 16,-3-1 0-16,1 2 0 0,-1-5 0 0,0 3 0 16,3-4 0-16,3 2 0 0,-2-5 0 15,2-1 0-15,4-4 0 0,4-4 0 0,9-2 0 16,-1-6 0-16,-1-2 0 0,0-2 0 16,-3-2 0-16,-2-5 0 0,-2 0 0 15,-6-4 0-15,-2-2 0 0,-3 0 0 16,-7-2 0-16,-5 2 0 0,-4 4 0 15,-5-11 0-15,-5 2 0 0,-3 5 0 0,-3 3 0 16,-3 3 0-16,1 9 0 0,0 7 0 16,1 2 0-16,-5 8 0 0,-7 6 0 0,-1 3 0 15,3 2 0-15,1 5 0 0,7 4 0 16,-1 1-413-16,8-1-156 0,-4 3-120 0,9-7-204 16,1-4 84-16,3-3 84 0,5-1-667 15,0-3-845-15</inkml:trace>
  <inkml:trace contextRef="#ctx0" brushRef="#br0" timeOffset="25827.72">4914 10022 3956 0,'4'-7'63'0,"2"3"35"0,-6 4 22 0,0 0 13 0,7-4 9 0,-7 4-8 16,0 0-5-16,0 0 13 0,0 0 24 0,19 11-4 15,-13-3-13-15,2 2-17 0,2 2-10 16,-3 5-8-16,4-3-10 0,1 1 0 0,-3 1-27 15,5-1 7-15,-5-3-20 0,2-2-2 16,-2 0-9-16,0-3-5 0,-2 0-1 16,1-2 1-16,0-3-8 0,-8-2-3 0,19-2-2 15,-19 2-4-15,21-12 1 0,-6 0-6 16,-2-1 0-16,-3-1-2 0,-1 2 1 0,-1 2 1 16,0 1 30-16,-3 1-17 15,1 4 1-15,-3-3-6 0,-3 7-4 0,11-6-7 16,-11 6 0-16,0 0 23 0,0 0 5 15,23 12-7-15,-14-9-14 0,-2 2 1 0,2-2-4 16,0 1 0-16,0-1-2 0,4 1 6 16,-13-4-8-16,30-5 1 0,-12-1 2 0,1-4 4 15,-2 2-9-15,2-3 5 0,-2-1 2 16,-1 1 7-16,-1-3 5 0,-5 4 11 0,-1 1 4 16,2-7 2-16,-3 5-2 0,-2-1-9 15,-1 0-9-15,-1-5-2 0,0 2-5 16,-4 1-20-16,4-3-30 0,-4 2-35 15,-2-1-70-15,0 3-73 0,0-1-89 0,0 0-134 16,-2 1-135-16,1 1-158 0,1 2-92 16,0 4 98-16,2 0-670 0,0 6-831 15</inkml:trace>
  <inkml:trace contextRef="#ctx0" brushRef="#br0" timeOffset="26677.14">5603 9775 4052 0,'7'4'49'0,"-7"-4"14"0,0 0 12 0,0 0-3 0,6 3 21 0,-6-3 41 16,3 12 27-16,1-5 1 0,1 2-4 0,4 4-19 15,-4-1-17-15,3 2-17 16,1 3-7-16,1-2-7 0,-2-4-10 0,-1 3-6 16,3-5-10-16,-1 3-5 0,2-3-7 15,0-2 0-15,-4-2-3 0,2-3-11 0,-9-2-1 16,21-5-1-16,-11-1 3 0,2-2 5 15,-3-1 17-15,-2-3 19 0,1 0 11 0,-2 0 26 16,-4-1 4-16,-2-1 11 0,0-1-1 16,-2-1-6-16,-1 1-1 0,2 0-6 0,-3 3-9 15,0 1-13-15,2 3-13 0,-1 2-14 16,-1 2-7-16,4 4-9 0,0 0-9 0,0 0-4 16,0 0-6-16,0 0-6 15,-16 18 4-15,16-9-4 0,0-9-7 0,4 19-6 16,2-11 0-16,0 0 0 0,1 1 3 15,3-4-5-15,5-1 8 0,2-2-6 16,2-2-4-16,6-6-4 0,9-6 1 0,2-3-5 16,7-5-1-16,-1-3 1 0,-3-2-4 15,-3-2 0-15,-7 7 0 0,-2-1 0 0,-1 1 0 16,-1-3 0-16,-1 3 0 0,-6-1 0 16,1 1 0-16,-3 3-14 0,-1-7-2 0,1 0 1 15,-2-3-12-15,-3 0 25 0,3-4-11 16,-1-3-4-16,1-12 1 0,1-5-5 15,1-4 3-15,-2-6-5 0,2-6-2 16,-5 1 2-16,-2-3 0 0,0 5 4 0,-4 1 5 16,-3 16 3-16,-2 4 6 0,-2 3 1 15,-1 13 7-15,-1 5-6 0,-3 3 0 0,-2 7-1 16,0 9 2-16,-3 3 6 0,-1 5 6 16,-3 10 5-16,-6 11 12 0,1 11 2 0,1 9 7 15,2 2 8-15,2 13 2 0,5-1 1 16,2 3 1-16,2 0-39 0,2 2-9 15,3-1 0-15,2-2 0 0,4 0 0 0,1-4 0 16,6-9 0-16,-6-7 0 0,2-6 0 16,1-4 0-16,-2-6 0 0,2-7 0 15,-1 0 0-15,-3-6 0 0,-1-1 0 16,2-1 0-16,-1-3 0 0,0-1 0 0,-3-2 0 16,-1-5 0-16,4 7 0 0,-4-7 0 15,0 0 0-15,0 0 0 0,0 0 0 0,-16 8 0 16,3 0 0-16,-12 5 0 0,-3 4 0 15,-3 3 0-15,6 2 0 0,0-1 0 0,0 2 0 16,3 0 0-16,9-5 0 0,1-2 0 16,5-3 0-16,1-1 0 0,3 1 0 0,1-3 0 15,2-2 0-15,0 1 0 16,2-4 0-16,1 2 0 0,1-2 0 0,0 0 0 0,-4-5 0 16,9 7 0-16,-2-2 0 15,-7-5-70-15,7 7-241 0,-7-2-108 0,2 3-108 16,-4 4-130-16,-2 2-194 0,-6 5 72 15,-5 8 89-15,-8 1-632 0,-9 8-779 16</inkml:trace>
  <inkml:trace contextRef="#ctx0" brushRef="#br0" timeOffset="27344.42">4272 11262 4014 0,'0'-9'142'16,"-2"4"-12"-16,2 5-6 0,2-9-7 0,-2 9 19 0,0 0 43 0,0 0 51 15,0 0-5-15,27 19 10 0,-16-5-5 16,2 0-13-16,6 8-17 0,-1 2-13 0,-1 2-17 16,0 1-12-16,-8-5-17 0,1 1-17 15,-2 8-7-15,-2-6-9 0,-5-1-12 0,-2 2-11 16,-7 7-1-16,-2-2-11 0,-3-2-7 15,-3 0-13-15,2-4 2 0,-6-3-7 16,2-9-5-16,-2-1 0 0,1-2-15 0,0-2-6 16,0-5-8-16,1 1 1 0,2-4-10 15,2-1 7-15,1-2-12 0,2 0-9 16,1-3 7-16,4-1-5 0,6-2-1 0,6-3 0 16,4-5 0-16,17-8-10 0,13-12-26 15,8-4-29-15,25-13-39 0,1-3-42 0,14-1-49 16,5-6-57-16,-1-4-46 0,-4-2-28 15,-8 0 11-15,-8 6 33 0,-13 5 36 16,-23 13 52-16,-7 2 66 0,-10 3 58 0,-8 7 40 16,-9 5 44-16,-2 3 41 15,-9-8 25-15,-2 5 17 0,-3 4-6 0,-3 2-8 0,-2 10-4 16,1 4-7-16,0 7-6 16,-5 8-3-16,-6 7-2 0,4 8 6 0,-2 11 1 15,4 8 4-15,7-5 2 0,3 2 2 16,-1 9-13-16,10-7-3 0,4-1-1 0,4-3-6 15,3-1-6-15,5-5 1 0,1-4-1 16,7 0-2-16,-3-10-6 0,2-5-2 0,4-1 2 16,0-5-1-16,-1-4-4 0,3 0-1 15,0-4 3-15,9-1-9 0,-7-3 0 16,-2 4 2-16,-2-1-2 0,-5-2 5 0,0 4 1 16,-5 1-3-16,1-2-1 0,1 4 9 15,-15 0-8-15,23 4-3 0,-9-1 1 0,-1 0 3 16,-2 0 0-16,2 5-7 15,-1-4-8-15,0 2-11 0,2-2-34 0,-3-1-51 16,0 4-68-16,-2-4-89 0,0 1-103 16,5-2-109-16,-1-2-163 0,1 0-118 0,0-2 77 15,2-4-558-15,1 2-683 0</inkml:trace>
  <inkml:trace contextRef="#ctx0" brushRef="#br0" timeOffset="28610.29">6052 10835 3661 0,'-8'1'161'0,"8"-1"10"0,-9 3 0 0,9-3 11 0,0 0 2 15,0 0 0-15,0 0-1 0,0 0-8 0,0 0-11 16,0 0-17-16,20-17-13 0,-6 7-15 15,-1 2-8-15,-1-3-15 0,1 1-9 16,-1 2-4-16,-1 0-11 0,0-1-1 0,-1 0-11 16,-4 2-2-16,-1 0 8 15,-1 0 10-15,-2 1 10 0,-2 6 7 0,-2-14-2 16,-2 9-11-16,4 5-13 0,-12-7-4 16,12 7-12-16,-29 2-7 0,10 4-4 0,-12 8 0 15,2 5-2-15,1 4-9 0,1 2-10 16,7 0 5-16,0 1-12 0,4 2 1 0,9-4-6 15,3-5 5-15,4 0 17 0,4 1-3 16,5-3-4-16,3-1-4 0,3-3 1 0,5-4 1 16,-1-2 4-16,-1-4 0 0,2-3-1 15,3-3-4-15,1-4 2 0,6-2 0 16,1-6 8-16,-1 0 9 0,-3-4 9 0,-2 0 12 16,0-2 4-16,-2 0 13 0,-3 3-1 15,-4 1 1-15,-3 5 5 0,-1-1-4 0,-3 5-6 16,-1 1-63-16,0 0-8 15,-2 3 0-15,-1 1 0 0,1-1 0 0,-6 4 0 16,0 0 0-16,17 0 0 0,-17 0 0 16,15 4 0-16,-8 1 0 0,4 1 0 0,-2 0 0 15,0 0 0-15,1 0 0 0,1-2 0 16,0-1 0-16,1 1 0 0,1-2 0 0,1-2 0 16,-14 0 0-16,29-8 0 0,-13 3 0 15,0-5 0-15,5 0 0 0,-6-2 0 0,0 0 0 16,-1-4 0-16,-1 3 0 0,1-1 0 15,-5 2 0-15,-2 0 0 0,3 0 0 0,-4 5 0 16,1-1 0-16,-5 1 0 0,4 2 0 16,-3 0 0-16,-3 5 0 0,7-7 0 15,-7 7 0-15,0 0 0 0,0 0 0 16,0 0 0-16,15 3 0 0,-15-3 0 0,0 0 0 16,0 0 0-16,15 9 0 0,-15-9-57 15,12 0-53-15,-12 0-26 0,17-9-24 16,-8 1-13-16,6-3-15 0,3-5-16 0,1-7-5 15,1-4-12-15,2-4-1 0,-1-9 1 16,-3 0 19-16,2-7 22 0,-7 1 14 0,1-4 25 16,-9-4 38-16,-1-2 16 15,-4 8 24-15,0-12 24 0,-6-2 31 0,-1 0 34 0,0 2 27 16,0 6 26-16,1 13 36 16,1 8 23-16,-1 8 39 0,0 3 0 0,4 7 0 15,-2 5-19-15,1 6-11 0,3 4 3 16,-10 18 3-16,-2 15-1 0,3 13-9 0,2 14-14 15,1 6-10-15,3 7-10 0,3 5-15 16,-5 8-8-16,7 17-5 0,-4-19-12 0,4-2-4 16,2-3-5-16,0-6-6 0,3 0-5 15,1-6-3-15,2-9-5 0,-1-4-7 0,-3-13-25 16,-1-7-9-16,-1-12 0 0,1-3 0 16,-3-5 0-16,-1-6 0 0,3-3 0 0,-4-5 0 15,0 0 0-15,0 0 0 0,0 0 0 16,9-26 0-16,-9 10 0 0,0-6 0 15,0-1 0-15,0-2 0 0,0 5 0 16,0 0 0-16,0 2 0 0,0 4 0 16,0 2 0-16,-2 7 0 0,2-1 0 0,0 6 0 15,0 0 0-15,0 0 0 0,0 0 0 16,0 0 0-16,0 0 0 0,0 0 0 0,8 20 0 16,-8-20 0-16,5 7 0 0,-5-7-28 15,12 4-118-15,-12-4-26 0,15-8-30 0,-3 0-22 16,1-5-4-16,7-8 0 0,-6-5 14 15,2-3 24-15,-3-3 14 0,-1-5 21 0,-1 2 17 16,2-14 30-16,-5 8 22 0,3-10 33 16,-5-4 37-16,1-3 32 0,-2-4 27 15,2 2 23-15,-1 3 21 0,-1 16 6 16,-3 4 6-16,2 11-12 0,1 5-4 0,-4 8-19 16,-1 6 7-16,0 7 12 0,0 0 17 15,0 0 6-15,2 48-1 0,-4-9-13 0,1 4-5 16,1 2-18-16,-7 9-3 0,3 1-2 15,3-10-12-15,-5-1-21 0,4-2-48 0,0-5-47 16,2-6-59-16,0-6-50 0,2-6-59 16,-2-1-67-16,0-4-64 0,0-3-56 15,0-3-37-15,-2-3-45 0,2-5-47 16,0 0-26-16,0 0-15 0,0 0-443 0,0 0-505 16</inkml:trace>
  <inkml:trace contextRef="#ctx0" brushRef="#br0" timeOffset="28694.09">7197 10555 2567 0,'2'-4'-118'0,"-2"4"20"0,6-9-5 0,-5 6-20 0,-1 3-61 16,2-12-143-16,-4 7-222 0,4-5-52 0</inkml:trace>
  <inkml:trace contextRef="#ctx0" brushRef="#br0" timeOffset="30359.43">22346 2788 1930 0,'13'-24'150'0,"-2"5"2"0,-3 2 26 0,-1-1-7 15,2 3 28-15,-2 3 1 0,-2 2-13 0,-1 0-39 16,0 1-11-16,-4 9-20 0,0 0 35 16,0 0 26-16,14 23 16 0,-11 2-4 0,-3 13 2 15,0 4 3-15,0 15-13 0,-1 2-19 16,-3 2-18-16,0 1-9 0,-2 1-13 0,-2-5-12 16,1 0-8-16,-2-4-5 0,-3-2-14 15,-1-6-5-15,1-10-7 0,1-2-7 16,0-5-10-16,0-1 5 0,2-7-17 15,2-4-1-15,-1-5-1 0,4-2-3 16,-2-1-12-16,4-3-27 0,-1-1-48 0,3-5-68 16,0 0-82-16,-13 0-90 0,13 0-95 15,-2-16-127-15,2 3-218 0,4-4 56 0,3-13 74 16,2-5-348-16,9-13-427 0</inkml:trace>
  <inkml:trace contextRef="#ctx0" brushRef="#br0" timeOffset="30928.35">22507 2527 2775 0,'-9'-3'14'0,"0"-1"19"0,9 4 25 15,-14-2 34-15,14 2 16 0,0 0 21 16,-8-3 15-16,8 3-4 0,0 0-13 0,24-9-11 15,10 4-8-15,12-5-17 0,15 5-5 16,11-4-11-16,-2 2-6 0,11 3-4 0,-6 2-8 16,-4 0-8-16,0 4-5 0,-10 1 1 15,-22 4-9-15,0 3-8 0,-5 7 0 16,-9 2 1-16,-6 7 1 0,-5 6 10 16,-11 4 31-16,-5 6 16 0,-6 11 16 15,-1 5 5-15,-6 0 1 0,3 5 11 0,3 3 15 16,0 4 4-16,0 1 10 0,7 1 6 15,2-4-2-15,7 1-10 0,0-3-10 0,1-4-11 16,1-6-1-16,-1-3-7 0,2-14-10 16,-7-5-17-16,3-7-2 0,-3-9-3 0,1-3 19 15,-1-1 31-15,-1-3 35 0,0-3 15 16,-6-2-4-16,4-6-7 0,-10 8-10 0,-1-5-14 16,-3-3-131-16,-5 1-16 0,-7-2 0 15,-21-2 0-15,0-1 0 0,-16 0 0 16,-8 0 0-16,-1-2 0 0,-2-1 0 0,-1 2 0 15,2 2 0-15,1-5 0 16,11 6 0-16,16-2 0 0,6 1 0 0,10 2 0 16,4-2 0-16,5 2 0 0,6-1 0 15,0 0 0-15,3 2 0 0,11 0 0 0,-21-2 0 16,21 2 0-16,-17-1 0 0,17 1 0 16,-14-4 0-16,14 4 0 0,-13-3 0 0,13 3 0 15,-10-7 0-15,10 7 0 0,-4-4-79 16,4 4-444-16,-2-11-118 0,6 2-157 0,0 1-86 15,-1-3 97-15,0-2-736 0,5 1-969 16</inkml:trace>
  <inkml:trace contextRef="#ctx0" brushRef="#br0" timeOffset="32209.26">22690 2555 3842 0,'10'-6'-217'0,"-1"3"56"0,-9 3 54 0,14-7 39 0,-14 7 48 0,6-5 39 0,-6 5 27 0,0 0 0 0,0-7 3 15,0 7-6-15,0 0 8 0,-32-3 9 16,8 1 6-16,-2 2 3 0,-5 2-4 0,3-2 6 16,1 0-12-16,0 0-4 15,7 0-1-15,-2-2-11 0,7 2-3 0,2 0-6 16,13 0-4-16,-23 0 6 0,23 0-5 16,-19 0-7-16,19 0-1 0,-16-2 5 15,16 2-2-15,-9-2 1 0,9 2 12 0,0 0 1 16,-14-3-2-16,14 3-2 0,0 0-3 15,-7-7-6-15,7 7 1 0,-6-7 0 0,6 7 2 16,0 0 12-16,-5-6 5 0,5 6 3 16,0 0 0-16,-6-7-3 0,6 7-3 15,0 0-7-15,0 0 1 0,-4-7-5 0,4 7 1 16,0 0-8-16,0 0 2 16,-6-9-6-16,6 9-1 0,0 0-5 0,0-6-1 15,0 6-3-15,0 0 3 0,0 0-3 16,0 0-3-16,-2-11 3 0,2 11-6 0,0 0 8 15,0 0-3-15,0 0 0 0,0 0-3 16,0-8-5-16,0 8-1 0,0 0-6 16,0 0 1-16,0 0 6 0,0 0-4 0,0 29 2 15,-1-10 10-15,1 6 6 0,-4 14 8 16,-2 3 7-16,-1 9 1 0,0-8-4 0,-2 7 0 16,4-9-3-16,-3 3-18 0,5-3 3 15,-6-2-3-15,6-5 0 0,-3-1-6 16,0-6 4-16,5-3 0 0,-1-5 2 0,0 0 0 15,-1-4-3-15,-1-1 3 16,4-4-1-16,-1 1 1 0,-1-3-2 0,2 0 0 16,-2-1 4-16,2-7-1 0,-2 12-3 15,2-12-1-15,-2 11-1 0,2-11-4 0,-2 9 3 16,2-9-4-16,-3 9 2 0,3-1-2 16,0-8 1-16,-4 14 1 0,2-4 0 15,0 1 3-15,0 1 0 0,0 3-3 0,-2 1-1 16,2 1 2-16,-2 1 2 15,4 0-1-15,-1 0-3 0,-1 0 2 0,0-1 1 0,2 2 1 16,-2-1-1-16,0-2 2 0,0 1-3 16,2 0 0-16,0-1-2 0,-2 0 5 0,1 1-6 15,-1-2 5-15,2-1-3 16,-2 2 1-16,2-3 0 0,-3 1-1 0,1-2-2 16,0 0 1-16,1 0 3 0,-1-2-2 15,0 2 1-15,0-1-1 0,-2-1 0 16,3 2-2-16,-1-2 3 0,-4 0 1 0,4 2-1 15,-2 1-2-15,0 1 1 0,-2-2 3 16,3 0-1-16,-3-3 3 0,4 2-5 0,-1-1 1 16,1 0 6-16,-3-2 2 0,1 0 2 15,4-8 13-15,-1 12 1 0,-1-7 9 16,2-5 7-16,-2 8 8 0,2-8 3 16,-2 7 4-16,2-7 5 0,0 0 1 15,0 0-3-15,-4 9-7 0,4-9-6 0,0 0-3 16,0 0-6-16,0 0-9 0,0 0 1 15,0 0-2-15,0 0-14 0,0 0-24 0,0 0-34 16,0 0-52-16,0 0-93 0,0 0-108 16,0 0-134-16,0 0-170 0,0 0-146 0,0-28 66 15,-3 22-490-15,-3-1-636 0</inkml:trace>
  <inkml:trace contextRef="#ctx0" brushRef="#br0" timeOffset="33392.28">22928 3620 3100 0,'7'-14'-104'0,"-3"1"36"0,-1 4 34 0,3 0 34 0,-4 2 37 0,1-1 33 0,-3 8 6 16,2-9 8-16,-2 9-9 15,0 0-3-15,0 0 51 0,0 0 29 0,-13 26 10 16,-1 3 4-16,-8 10 7 0,-3 5-5 16,0 6 10-16,0 2 7 0,-3 6 0 0,-8 14-6 15,9-15-19-15,-2 1-7 0,4 0-6 16,3-1 8-16,-1-1 6 0,4-2-6 15,0-4-1-15,4-6-16 0,3-8-12 0,0-2-9 16,7-3-11-16,-1-7-7 0,3-5-9 16,1-4-4-16,2-3 4 0,2 0 18 0,5-1 19 15,4-1 2-15,10-2-5 0,15-3-13 16,9 1-22-16,7-4-13 0,16 0-9 0,4 0-4 16,5-2-7-16,-2 0-9 0,2 2 0 15,-7-4-7-15,-1 2-2 0,-7 0-8 0,-12 0 1 16,-6-2-2-16,-2 2-4 0,-9 0-3 15,-10 0-6-15,-3 0-16 0,-4 0 0 16,-2-2 0-16,0 2 0 0,-14 0 0 16,21 0 0-16,-21 0 0 0,17 0 0 0,-17 0 0 15,13-2 0-15,-13 2-77 0,10 0-104 16,-10 0-76-16,0 0-109 0,11 0-135 16,-11 0-151-16,0 0-205 0,0 0 62 0,0 0 94 15,0 0-593-15,0 0-752 0</inkml:trace>
  <inkml:trace contextRef="#ctx0" brushRef="#br0" timeOffset="33708.87">23851 4339 3749 0,'0'0'67'0,"0"-9"12"0,0 9-13 0,0 0-5 0,0-7-12 0,0 7 38 16,0 0 66-16,0 0 31 0,-3 45 13 16,-2-8-9-16,0 16-11 0,-1 3 3 0,-1 2 8 15,-1 3-4-15,-2 1-21 0,1 3-8 16,0-1-12-16,-5 0 10 0,1-4-20 0,1-1-5 16,1-6-13-16,0-4-9 15,0-11-13-15,2-1-12 0,2-5-3 0,-2-8-7 16,4-5-4-16,-1-4-14 0,3-3-18 15,-3 0-45-15,2-2-54 0,3 0-69 0,-1-3-103 16,0-1-154-16,2-6-165 0,0 0-182 16,0 0-16-16,0 0 74 0,4-23-554 0,5 3-696 15</inkml:trace>
  <inkml:trace contextRef="#ctx0" brushRef="#br0" timeOffset="34177.56">24080 4103 3651 0,'-12'-10'44'0,"3"2"2"0,3 2-1 0,0 1 9 16,4 2-11-16,2 3 9 0,0 0 13 16,0 0 3-16,23-6-3 0,6 8-13 0,18 2 3 15,23 2-8-15,3 1-7 0,13 3-1 16,17 6-4-16,-25-2-6 0,-6 4-3 0,2 4-5 15,5 9 0-15,-18-1-2 16,-4 4-1-16,8 12-1 0,-21-5 3 0,-4 6-4 0,-2 1 17 16,-8 6 20-16,-1 1 22 0,-4 6 17 15,-6-1 23-15,2 1 10 0,-4 6 19 16,1 4 27-16,-4-3 33 0,-1 1-4 16,-1-2-14-16,-1-5-11 0,0-2-3 0,-8-4 1 15,1-12-13-15,-2-3-11 0,-4-3-13 16,-3-4-9-16,-6-2 5 0,2-2 4 15,-8-2 3-15,-6-2 2 0,-14 3 0 0,-4-5-3 16,-9-2-4-16,-8-6-6 0,-12-3-104 16,-2-3-24-16,-4-3 0 0,-4-4 0 0,2-3 0 15,-2-4 0-15,4-5 0 0,2 0 0 16,3-2 0-16,2-3 0 0,8-2 0 16,6 1 0-16,6 1 0 0,8 2 0 15,9-2 0-15,-2 2 0 0,3 2 0 0,8-3-117 16,5 3-300-16,0 1-108 0,0-1-119 15,9-2-171-15,0 1-7 0,2-3 88 0,-4 0-666 16,6-1-853-16</inkml:trace>
  <inkml:trace contextRef="#ctx0" brushRef="#br0" timeOffset="34492.86">24495 4266 4045 0,'6'-23'51'0,"-4"6"27"0,1 4 3 0,-3 2-11 0,2 4-10 0,-2 7 28 16,0 0 64-16,0 0 25 0,-2 41 5 16,-3-1 3-16,-1 16-10 0,1 10 18 0,-1 2-4 15,0 4-24-15,0 1-7 0,3 0-23 16,-1 1-5-16,-2-2-8 0,4-6 5 0,-1-2-12 15,0-4-20-15,-3-6-4 0,5-12-12 16,-3-4-11-16,-2-4-18 0,3-6-38 16,-1-6-31-16,0-6-36 0,1 3-48 15,2-6-55-15,-1-3-80 0,2-1-122 0,-2-4-147 16,2-5-158-16,0 0-81 0,0 0 72 16,0 0-533-16,27-19-670 0</inkml:trace>
  <inkml:trace contextRef="#ctx0" brushRef="#br0" timeOffset="34841.42">25227 4906 3624 0,'-13'-4'110'0,"3"-2"4"0,3 6 10 0,1-4 1 15,6 4-11-15,0 0-9 0,17-8-3 16,9 6-12-16,35-4-6 0,20 6-8 0,39 0-5 16,11 6-13-16,10-2-8 0,14 6-1 15,6-4-1-15,13 5-7 0,2 1-7 16,41 8-2-16,-56-5-7 0,-5-1 6 0,-12 0-10 16,-15 0 2-16,-16-3-4 0,-37-4-3 15,-15 0-1-15,-15-3 0 0,-9-1 2 16,-12-1 2-16,-3-1-2 0,-8 1-5 15,-3-2 0-15,-11 0-1 0,9-2-3 0,-9 2-4 16,0 0-28-16,0 0-38 0,0 0-65 16,0 0-72-16,0 0-78 0,-42-6-110 0,28 4-148 15,2 2-83-15,-2-2 62 0,-3 0-305 16,-2-1-345-16</inkml:trace>
  <inkml:trace contextRef="#ctx0" brushRef="#br0" timeOffset="35210.56">27390 4582 2719 0,'0'-10'190'0,"0"10"-12"15,0 0-23-15,0-5-21 0,0 5 41 16,0 0 44-16,3 29 25 0,-3-2 14 0,0 17 5 16,0 14-17-16,-1 6-8 0,-3 8 15 15,-4 5 0-15,5 0-24 0,-6 17-22 16,-3 1-17-16,0-1-24 0,2-18-11 0,1-4-16 16,2-2-9-16,-3-3-14 0,2-4-5 15,-1-8-16-15,0-6-8 0,3-7-11 16,0-9-5-16,0-6-7 0,2-7-42 0,3-4-26 15,-3-2-50-15,2-4-56 0,-2-2-90 16,2-4-136-16,2-4-129 0,0 0-152 0,0 0-170 16,0 0 60-16,0 0 81 0,6-29-523 15,0 6-635-15</inkml:trace>
  <inkml:trace contextRef="#ctx0" brushRef="#br0" timeOffset="35659.75">27481 4439 3376 0,'-15'-15'45'0,"5"1"29"0,3 4 12 0,5-1 3 16,4 3-17-16,8-2 1 0,8-1-9 16,15-1-6-16,20 2-8 0,12 2-5 15,14 3-25-15,7 1 15 0,22 11-14 0,-1 3-12 16,-1 9 1-16,-5-1-7 0,-10 7-1 15,-25 0-1-15,-14 6 4 0,-5 4-5 0,-13 4 3 16,-7 2 2-16,-8 4 3 0,-6 3 13 16,-8 6 12-16,-5-6 30 0,0 14 40 15,0 6 33-15,0 2 26 0,0 5 28 16,6 2 18-16,1 4 10 0,0 16 7 0,-2-18 6 16,6 13-5-16,0-21-4 0,-6-4-13 15,1-4-19-15,-6-5-13 0,0-13-13 0,-4-3-16 16,-7-5-7-16,-5-2-2 0,-5-8 8 15,-10 4 2-15,-5-4-3 0,0-11-8 0,-12 1 2 16,-6-7-29-16,-7-2-111 0,-7-5 0 16,-4-3 0-16,0-3 0 0,-2-3 0 15,2-5 0-15,-3 2 0 0,3-8 0 0,5 0 0 16,2 2 0-16,8 0 0 0,5-2 0 16,13 5-21-16,6-2-327 0,3 0-97 15,3-1-98-15,2-1-107 0,9 1-162 16,3 1 27-16,8 0 82 0,-2-2-618 0,0-1-778 15</inkml:trace>
  <inkml:trace contextRef="#ctx0" brushRef="#br0" timeOffset="35991.43">27987 4499 3925 0,'7'-16'82'0,"-2"4"17"0,2 4 2 0,-3 1-13 0,-4 7-5 0,0 0 61 0,0 0 41 0,9 33 33 16,-11 4 8-16,-4 19 4 0,-1 4-4 16,-3 11 1-16,-1 3-20 0,-1 21-14 0,1-20-16 15,2 2-21-15,-2-2-9 0,4-2-17 16,-2-1-6-16,3-4-13 0,-2-3-12 15,0-4-12-15,1-9-9 0,2-9-8 0,-1-5-18 16,-4-3-39-16,2-10-46 16,5-6-50-16,-3-1-54 0,4-4-65 0,-1-2-70 15,0-1-126-15,1-5-172 0,2-3-245 16,0-3 68-16,0 0 76 0,0 0-536 0,0 0-672 16</inkml:trace>
  <inkml:trace contextRef="#ctx0" brushRef="#br0" timeOffset="36524.96">28788 5302 3494 0,'0'0'84'0,"-18"-2"34"0,18 2 19 0,0 0 19 0,-10-5-3 0,10 5 1 16,0 0 10-16,57-14 3 0,6 7-9 15,15 0-11-15,31 0-15 0,13 1-17 0,10-2-9 16,2 2-8-16,13 4-12 0,8-3-10 15,-3 0-10-15,-3 0-6 0,-8 1-7 16,-4-2-4-16,-17-1-3 0,-11 1-11 0,-33 2-9 16,-7-2-2-16,-26 0-2 0,-5 1-6 15,-4-3-12-15,-10 0-12 0,-7 2-20 16,-4 2-28-16,-6-4-32 0,-2 5-40 0,-5-1-54 16,0 4-62-16,-8-12-67 0,-1 7-93 15,-3 0-134-15,-5-2-117 0,-3 2 59 0,2-2-325 16,-3 2-402-16</inkml:trace>
  <inkml:trace contextRef="#ctx0" brushRef="#br0" timeOffset="36775.83">30925 4695 2767 0,'6'-9'78'15,"-2"2"-12"-15,-4 3-10 0,0 4 11 16,0 0 49-16,0 0 47 0,-12 43 23 15,2-8 16-15,-3 15-12 0,-1 6-3 0,3 6-3 16,-2 5-6-16,0 3-16 0,0-2-12 16,-3 5-13-16,1-5-14 0,-1 1-13 0,2-4-11 15,0-3-8-15,-3-4-9 0,1-6-18 16,4-7-33-16,-2-10-36 0,3-3-38 0,0-4-54 16,2-7-61-16,2-5-68 0,1-3-70 15,1-3-112-15,1-4-212 0,0 0 2 16,0-5 64-16,4-1-284 0,0 0-324 15</inkml:trace>
  <inkml:trace contextRef="#ctx0" brushRef="#br0" timeOffset="37226.6">30897 4357 2628 0,'-11'-15'131'0,"6"1"15"16,1 2-16-16,6-1-5 0,4 3-13 16,7-3-15-16,18-4-6 0,9 4-10 15,23 5-26-15,8 1 10 0,6 5-8 16,9 7-11-16,17 10-4 0,0 4-6 0,-4 8 3 16,-7 6-6-16,-10 6-4 0,-10 8-5 15,-17 6-5-15,-21-4 8 0,-7 2-6 0,-12 6 2 16,-5 1-11-16,-8 5 1 0,-2 2 8 15,-6 5 6-15,3 3 31 0,-2-1 44 16,1 3 28-16,4 0 14 0,0 3 4 0,2-1 7 16,0-2 6-16,-2-5 11 0,0-2-16 15,-4-12-1-15,1-1-5 0,-5-16-7 0,-1 0 3 16,-7-5 6-16,-3-4 17 16,-5-2 9-16,-10-2 4 0,2-6 4 0,-9 1-10 15,-4-6-11-15,-5-1-15 0,-4-4-12 16,-3-1-13-16,-2-3-14 0,8-6-13 0,1 0-8 15,-4-3-6-15,5 2-8 0,1-5-11 16,3 4-29-16,4-4-48 0,2 0-67 0,10 3-86 16,6 1-86-16,6-2-85 0,0-2-126 15,2 1-155-15,-3-4-210 0,7 1 37 16,-1-2 81-16,5-4-612 0,-4-1-777 0</inkml:trace>
  <inkml:trace contextRef="#ctx0" brushRef="#br0" timeOffset="37560.43">31417 4761 3962 0,'2'-8'105'0,"-2"1"-15"0,1 2-7 0,-1 5-20 0,0 0-3 0,0 0 53 15,-9 17 49-15,-1 10 25 0,-1 9 20 16,-4 14-14-16,-1 12 17 0,2 7 12 0,-2 20-20 16,5-15-18-16,3 3-18 15,-3 17-11-15,5-19-20 0,-1-2-5 0,0-3-17 16,2-6-5-16,-5-2-17 0,3-6-7 16,-5-6-5-16,5-11-13 0,-3-5-4 0,0-4-9 15,3-5-18-15,-1-7-29 0,5-4-40 16,-1 1-41-16,-3-4-51 0,4-3-69 15,1-2-97-15,-4-3-125 0,6-3-135 0,0 0-182 16,0 0-9-16,0 0 82 0,-12-19-528 16,8 7-655-16</inkml:trace>
  <inkml:trace contextRef="#ctx0" brushRef="#br0" timeOffset="38158.22">32059 5257 3261 0,'-20'0'-33'0,"8"-3"39"0,0 3 34 0,12 0 36 16,-15-2 50-16,15 2 45 0,0 0 19 15,-15-2 7-15,15 2-15 0,0 0-17 16,0 0-11-16,0 0-18 0,49-7-13 0,-8 6-10 16,4-3-14-16,3 3-10 0,1 1-10 15,-1 1-10-15,-3-2-8 0,-2 2-33 0,-7-1-32 16,-10 0-35-16,-2-1-53 0,-6 2-58 16,0-1-44-16,-6 0-63 0,2 0-81 15,-3-1-112-15,-1-1-196 0,0-2 53 16,-5 1-281-16,-5 3-357 0</inkml:trace>
  <inkml:trace contextRef="#ctx0" brushRef="#br0" timeOffset="38458.19">32778 4691 2612 0,'-2'-8'91'16,"2"2"2"-16,0 6-8 0,-2-9-10 0,2 9-18 16,0 0 22-16,0 0 19 0,0 0 29 15,-14 38 28-15,3-5 9 0,2 5 5 16,-3 15 0-16,2 5-10 0,-2 4-12 0,5 5-7 16,0-2-16-16,1 0-9 0,2 1-8 15,-2-3-15-15,0-3-3 0,3-4-11 0,1-10-7 16,-2-5-9-16,1-1-31 0,-1-5-41 15,0-5-55-15,-1-7-63 0,2-6-57 16,-1-2-52-16,0-1-55 0,3-4-111 0,-1-1-203 16,0-6 17-16,2-3 63 15,0 0-205-15,0 0-222 0</inkml:trace>
  <inkml:trace contextRef="#ctx0" brushRef="#br0" timeOffset="38875.26">32943 4525 2228 0,'-13'-16'97'15,"3"4"18"-15,4 4 18 0,1-1 8 16,1 2 7-16,4 0-12 0,0 7-21 16,9-10-8-16,3 7-12 0,7 1-6 0,8 4-19 15,12 5-5-15,11 8-5 0,0 9-1 16,1 3-11-16,-1 6-1 0,-6 4-12 0,-8 3-3 15,-3 3 3-15,-9 3-4 0,-5 2 14 16,-7 4 18-16,-10 7 33 0,-4-1 32 16,-5 8 24-16,0-2 14 0,-4 2 13 0,-1 0-3 15,-1-3-2-15,0 2 4 0,-3-2 7 16,4-1-1-16,-2-3 8 0,1-4-13 0,-1-2-4 16,5-3-4-16,3-11 4 0,-1-2-19 15,0-2-13-15,2-9-14 0,1-4-11 16,-3-1-11-16,-1-3-11 0,-4-1-6 0,-3-3-6 15,-10 7-8-15,-3-6-8 16,-5-3-11-16,-4-2-4 0,0-3-19 0,-1 0-39 16,-2-4-45-16,6-3-47 0,-5-3-55 15,3 0-59-15,7-3-77 0,-1-5-84 0,5 1-105 16,3-6-158-16,2 3-169 0,7-3 78 16,1-1-600-16,5-4-782 0</inkml:trace>
  <inkml:trace contextRef="#ctx0" brushRef="#br0" timeOffset="39158.01">32892 4708 3822 0,'6'-10'-34'0,"-4"3"20"0,-1 2 0 0,-1 5-5 0,0 0 33 0,0 0 80 0,0 0 48 15,2 34 33-15,-4-8 36 0,-5 15 12 16,-5 15 9-16,5 8-5 0,-4 3-25 16,-2 3-3-16,4 0-19 0,4 2-13 0,3-1-21 15,0-3-17-15,2-1-8 0,0-4-15 16,2-4-15-16,-2-13-54 0,2-3-46 16,-4-5-52-16,2-1-63 0,0-8-70 15,-4-12-64-15,1 1-71 0,2-3-81 0,-3-2-125 16,0-4-186-16,0 0 72 0,1-3-421 15,-1-1-543-15</inkml:trace>
  <inkml:trace contextRef="#ctx0" brushRef="#br0" timeOffset="43542">24047 4693 2808 0,'0'0'-64'0,"4"-10"40"0,0 2 31 0,-3 4 40 0,-1 4 42 0,7-14 41 16,-5 9 38-16,-2 5 20 0,2-10 18 0,-2 10-2 15,1-7-20-15,-1 7-13 0,0 0-26 16,0 0-15-16,0 0 10 0,0 0 17 0,0 0-7 15,-12 33-13-15,7-12-12 0,-2 3-8 16,-3 5-10-16,2 2-8 0,-1 1-9 16,1-7-7-16,1 6-22 0,-1 0-4 15,-2-7-8-15,7-2-1 0,-5-1-6 16,3-3-3-16,-4-2-10 0,8-2-26 0,-5-3-27 16,2 0-29-16,1-1-60 0,-1-5-70 15,4-5-94-15,0 0-80 0,0 0-91 0,0 0-104 16,-7-22-95-16,10 7 61 0,3-8-326 15,3-7-394-15</inkml:trace>
  <inkml:trace contextRef="#ctx0" brushRef="#br0" timeOffset="43742.23">24008 4592 2583 0,'-4'-4'33'0,"4"4"23"0,-9-4 30 15,9 4 29-15,0 0 19 0,-7-10 7 16,7 10 2-16,0 0-10 0,-4-7-13 0,4 7-9 15,0 0-9-15,0 0-11 0,18-4-8 16,-18 4-11-16,18 2-2 0,-18-2-12 0,27 2-35 16,-11-2-56-16,-1 4-84 0,0-1-91 15,-2 3-121-15,1-2-165 0,-5 4-72 16,1 0 64-16,-5 1-146 0,-3 3-145 0</inkml:trace>
  <inkml:trace contextRef="#ctx0" brushRef="#br0" timeOffset="43890.39">23916 4986 1877 0,'-5'9'48'0,"1"-4"14"16,-3 2 13-16,4-2 15 0,3-5 15 0,-4 5 9 15,4-5-6-15,0 0-2 0,0 0-16 16,0 0-1-16,0 0-11 0,11 10-8 16,-11-10-32-16,19 2-51 0,-19-2-74 0,25-4-114 15,-8 1-123-15,2-4-171 0,1 2-128 16,-4 0-120-16</inkml:trace>
  <inkml:trace contextRef="#ctx0" brushRef="#br0" timeOffset="44274.23">24189 4921 1852 0,'0'0'115'0,"0"0"20"16,0 0 11-16,0 0 16 0,0 0 13 16,0 0 3-16,0 0 5 0,0 0-15 15,0 0-9-15,0 0-20 0,0 0-9 0,0 0-5 16,0 0-14-16,0 0-11 0,0 0-5 15,-8 21-12-15,8-21-5 0,6 6-4 0,-6-6-6 16,3 6-3-16,-3-6-6 0,0 0-2 16,0 0 23-16,0 0 24 0,6 6 9 0,-6-6-6 15,0 0-8-15,0 0-3 0,0 0-2 16,0 0-6-16,0 0-5 0,0 0-4 16,0 0-4-16,0 0-4 0,-19-18-6 15,19 18-7-15,0 0-5 0,0 0-8 16,0 0-1-16,0 0-7 0,0 0-3 0,0 0-1 15,0 0 2-15,0 0 1 0,0 0-6 16,0 0-3-16,37 3-4 0,-37-3-1 0,12 3-2 16,-12-3-7-16,14 4-1 0,-14-4 0 15,10 5-5-15,-10-5-19 0,7 3-26 0,-7-3-27 16,0 0-37-16,11 6-34 0,-11-6-54 16,7 1-56-16,-7-1-63 0,0 0-74 15,7 4-94-15,-7-4-192 0,0 0 55 0,0 0-376 16,0 0-467-16</inkml:trace>
  <inkml:trace contextRef="#ctx0" brushRef="#br0" timeOffset="44758.28">24974 5077 2804 0,'0'0'36'0,"-32"3"17"0,32-3 16 0,0 0 42 0,-20 2 33 0,20-2 38 15,0 0 17-15,0 0 10 0,-16 0-3 0,16 0-6 16,0 0-12-16,0 0-10 0,0 0 0 15,0 0-10-15,-7-5-15 0,7 5-14 16,0 0-12-16,0 0-14 0,0 0-14 0,0 0 0 16,18-14-16-16,-18 14-7 0,0 0-8 15,0 0-8-15,3-7-5 0,-3 7-3 0,0 0-5 16,0 0-3-16,0 0 8 0,0 0-1 16,0 0 4-16,0 0 1 0,-19 16-3 15,19-16-4-15,-8 6-13 0,8-6 3 16,0 0-3-16,-3 5-3 0,3-5-6 0,0 0 1 15,0 0-4-15,0 0 3 0,-2 12 0 16,2-12-6-16,0 0-2 0,0 0 0 0,0 0 0 16,0 0-9-16,-6 4-27 0,6-4-34 15,0 0-40-15,0 0-55 0,0 0-88 0,-8 2-114 16,8-2-135-16,0 0-172 0,0 0-77 16,0 0 74-16,0 0-501 0,0 0-624 15</inkml:trace>
  <inkml:trace contextRef="#ctx0" brushRef="#br0" timeOffset="45739.95">22697 8307 3441 0,'-2'-14'89'0,"0"4"33"0,2 1 19 0,0 1 15 0,-3 3 4 0,3 5-9 0,-2-8-17 16,2 8-7-16,0 0 34 0,0 0 10 16,-5 27-8-16,3-1-11 0,-4 15-7 15,4 5-15-15,2 14-14 0,-1 1-8 16,-7-1-10-16,2 1-12 0,-3-3-8 0,-1-7-2 15,-2-2-9-15,3 1-6 0,0-11-4 16,-3-6-9-16,1-1-3 0,0-3-1 0,0-8-6 16,6-6-2-16,-1-3-28 0,5-2-31 15,-3-1-59-15,2-4-90 0,2-5-113 0,-4 2-99 16,4-2-115-16,0 0-182 0,6-23 14 16,-1 6 72-16,1-3-433 0,6-13-501 0</inkml:trace>
  <inkml:trace contextRef="#ctx0" brushRef="#br0" timeOffset="46139.78">22673 8220 3113 0,'-3'-4'119'16,"3"4"18"-16,-6-6 1 0,6 6-1 0,0 0 1 15,0 0-3-15,8-9-1 0,5 7 6 16,2 2-1-16,8 2-7 0,13 5-6 0,6 1-7 15,8 8-4-15,-5 3-4 0,-1 4-5 16,-6 6-3-16,-3 6 11 0,-11 5 9 16,0 4 9-16,-4 2 9 0,-6 2 9 15,-5 2 5-15,-3-7 1 0,2 9 24 0,-4 2 18 16,1 1-2-16,1-10-2 0,-5 0-5 16,3-2-7-16,0 1-6 0,-4-6 1 0,0-6-10 15,-4 2-6-15,-3 0-2 0,-2-5-60 16,-9 1-99-16,-3-5 0 0,-3-4 0 0,-7-2 0 15,-9 4 0-15,4-11 0 0,-4 1 0 16,-5-4 0-16,4-2 0 0,-5-4 0 0,0-3 0 16,0-2 0-16,5-1 0 0,5-5 0 15,1-1 0-15,11 2 0 0,-5-5 0 16,4-4 0-16,7 0 0 0,2 3-446 16,-2-12-152-16,3 0-97 0,4-4-181 0,1 0 77 15,6 5 84-15,1 4-667 0,1-6-834 16</inkml:trace>
  <inkml:trace contextRef="#ctx0" brushRef="#br0" timeOffset="47157.22">22801 7272 3586 0,'2'-7'-129'0,"-2"0"52"0,0 7 41 0,2-8 34 0,-2 8 22 0,1-6 6 0,-1 6 0 16,0 0 47-16,0 0 30 0,0 0 11 0,-26 23 11 15,13-11 2-15,-10 8 7 0,2 1 7 16,0-1 3-16,0 1-2 0,0-1-12 15,6-2-9-15,-1-3-8 0,3-1-10 16,0 0-8-16,1-7-12 0,5 5-7 0,-1-6-5 16,3 2-5-16,-3-1-6 0,4-3-1 15,-2 0 9-15,3 2 7 0,3-6-5 0,0 0-9 16,0 0-7-16,0 0-9 0,0 0-6 16,2-21-7-16,5 7-8 0,2-2-8 0,9-9-9 15,-1-4-7-15,7-6-4 0,-1 6 0 16,0 1-3-16,-1-1 3 0,-6 1-4 15,2 11 4-15,-7 2-2 0,-2 5-1 16,1 0-4-16,0 4 3 0,-3 4 0 0,-7 2 0 16,19 8 2-16,-6 4 0 0,-1 5 2 15,7 8 0-15,-2 5 0 0,1 0 1 16,-1 3 3-16,0 0 2 0,0 0-1 0,-2-1 3 16,2-2-1-16,-1-5 1 0,-5-4 0 15,-4-7 5-15,2-1 17 0,-6-3 16 0,3-2 34 16,-2-1 36-16,-3-2 30 0,-1-5-8 15,0 0-19-15,0 0-14 0,0 0-6 0,0 0-4 16,-36-14-9-16,19 3-12 16,-4-1-3-16,-3-8-5 0,0 4-5 0,-1-4-11 0,3 2-4 15,-1 1-4-15,6-1-8 16,4 6-2-16,1 5-27 0,1-5-24 0,1 6-33 0,5-1-45 16,-2 3-62-16,2 0-77 15,-1 0-99-15,6 4-75 0,0 0-97 0,-11-2-165 16,11 2-57-16,0 0 74 0,0 0-514 15,0 0-638-15</inkml:trace>
  <inkml:trace contextRef="#ctx0" brushRef="#br0" timeOffset="48173.03">23142 7250 3068 0,'2'-10'-57'0,"-4"2"36"0,2 0 40 0,0-1 36 0,0 9 32 0,-2-15 13 0,0 10 1 0,2 5-9 0,0-9-11 0,0 9-19 16,0 0 9-16,0 0-8 0,0 0 8 15,0 0 14-15,0 0 22 0,0 0 10 0,0 33 9 16,0-21 5-16,-2 5-3 0,0 3 3 16,-1 1-3-16,-3 1-1 0,-4 9-4 0,6-7-2 15,1-4 2-15,-5 1-5 0,6-4-4 16,-3-1-2-16,1-1-13 0,2-3-5 15,0-1-2-15,-2-3 0 0,0 1 9 16,2-2 8-16,0-1 15 0,2-6 11 0,-3 7-11 0,3-7-11 16,0 0-6-16,0 0-17 15,0 0-17-15,0 0 0 0,2-29-12 0,1 12-6 16,5-3-5-16,4-14-12 0,4 0-14 16,6-7-3-16,-3 0 4 0,-1 0-6 0,-2 8-5 15,-3 3-1-15,1 2 2 0,-5 7-4 16,0 4-1-16,-2 3 6 0,-3 5-9 0,1 0-3 15,-1-2 3-15,0 4-3 16,-3 0-8-16,1 3 4 0,2-2-1 0,0 1-6 0,-4 5 1 16,0 0 4-16,4-7 2 0,-4 7-7 15,0 0 6-15,0 0-7 0,0 0 8 16,0 0-5-16,0 0 1 0,0 0 2 16,17 12 9-16,-17-12-3 0,4 6-4 0,-4-6 1 15,1 6 3-15,-1-6-18 0,4 5 15 16,-4-5 1-16,5 7-2 0,-5-7 2 0,2 5-6 15,-2-5 10-15,0 0 0 0,3 8 2 16,-3-8-12-16,0 0 3 0,2 4 4 16,-2-4 0-16,0 0 5 0,0 0-1 0,2 5 3 15,-2-5 0-15,0 0-6 0,0 0-2 16,0 0-1-16,0 0-12 0,0 0 12 0,0 0-6 16,0 0-5-16,0 0-5 0,0 0 4 15,6 4 1-15,-6-4-4 0,0 0 6 16,0 0 3-16,0 0-3 0,0 0-2 15,0 0 3-15,0 0-1 0,0 0 1 0,0 0 0 16,0 0 2-16,0 0-2 0,0 0 2 16,0 0-3-16,0 0 5 0,0 0 1 0,0 0-1 15,0 0 13-15,0 0-11 0,-13-15-5 16,13 15 2-16,0 0-1 0,-7-6 4 0,7 6 2 16,0 0-3-16,0 0 4 0,-5-3 6 15,5 3 6-15,0 0 1 0,0 0 0 0,0 0-1 16,-6-5 3-16,6 5 5 0,0 0-7 15,0 0 3-15,0 0-10 0,0 0 17 16,-4 16 20-16,-1-3 22 0,-1 7 12 0,0 3 11 16,-3 12 3-16,3 0 9 0,-3 3 0 15,0 3-4-15,-2 9-6 0,2-1-88 16,7-6-4-16,-2-3 0 0,0-2 0 0,0-4 0 16,2-5 0-16,2-8 0 0,-1-2 0 15,1-6 0-15,0 1 0 0,1 0 0 0,-1-4 0 16,0-2 0-16,0-1 0 15,4-1 0-15,-4-6 0 0,10 4 0 0,-10-4 0 0,22-10 0 16,-6 0 0-16,9-7 0 0,2-4 0 16,3-10 0-16,5-4 0 0,-5-3 0 15,2-1 0-15,1-6 0 0,1-2 0 16,-4-1 0-16,1 2 0 0,-2-2 0 0,-4 5 0 16,-2 8 0-16,-5 8 0 0,-4 7 0 15,-5 6 0-15,0 5-82 0,-3 1-327 0,-1 3-38 16,0 5-38-16,-5 0-61 0,0 0-91 15,0 0-159-15,6 19 68 0,-5-9-653 0,-2 3-835 16</inkml:trace>
  <inkml:trace contextRef="#ctx0" brushRef="#br0" timeOffset="48690.01">23756 7279 3854 0,'0'-12'16'0,"0"3"67"0,-2 0 40 0,2 2 36 0,0 7 20 16,-2-8 2-16,2 8-6 0,0 0-19 0,-4-7-7 16,4 7 9-16,0 0 8 0,0 0-11 15,-17 13-11-15,12-4-7 0,-4 0-20 0,0 0-10 16,2 1-15-16,-3 2-11 0,2 1-7 16,1-7-2-16,1 2-4 0,1 1-10 0,3-3 1 15,2-6-6-15,-7 6-3 0,7-6 0 16,0 0-5-16,0 0-9 0,0 0-9 0,9-26-1 15,2 11 2-15,4-11-1 16,0 0-8-16,7 1-1 0,-4 1-5 0,1 3 2 16,-6 4-2-16,-2 6-5 0,-2 3-5 15,-2 2-1-15,1 3 8 0,-8 3 2 0,0 0-2 16,28 12 1-16,-14 2 4 0,1 0 3 16,2 7 0-16,3 2-7 0,-4 2-12 0,6-1 18 15,-2-3-2-15,1 0-4 0,-3-5 0 16,-3-3 4-16,-5-3 27 0,1 1 43 0,-4-4 43 15,2 0 39-15,-4-1 35 0,1-2 23 16,-6-4-52-16,5 5-173 0,-5-5 0 16,0 0 0-16,0 0 0 0,0 0 0 15,-28-19 0-15,8 12 0 0,-9-5 0 0,-1 0 0 16,-2 2 0-16,6 3 0 0,3 2 0 16,0 0 0-16,3 2 0 0,4-1 0 0,-4 1 0 15,5 1 0-15,2 0 0 0,1 2 0 16,1-3 0-16,-1 3 0 0,12 0 0 0,-13-4 0 15,13 4-436-15,-10-2-108 0,10 2-81 16,5-9-86-16,-5 9-119 0,20-14 73 16,7 0-701-16,5 2-908 0</inkml:trace>
  <inkml:trace contextRef="#ctx0" brushRef="#br0" timeOffset="49041.38">24210 7106 3891 0,'13'-9'-21'0,"-4"2"87"0,-3 0 80 0,-2 2 58 0,2 1 26 0,-6 4 12 0,0 0-18 0,5-6-23 0,-5 6 6 15,0 0 28-15,0 0 9 0,-2 25 1 16,1-10-3-16,-1 1-6 0,-2 1-19 16,0 5-15-16,2 1-14 0,-2-2-20 0,2-1-22 15,4 3-16-15,-2-1-13 0,2-3-7 16,0-2-17-16,2-2-6 0,0 1-8 0,1-5-17 16,5-1-62-16,2-8 0 0,1 2 0 15,-1-4 0-15,8-4 0 0,1-1 0 0,-2 0 0 16,-4 2 0-16,2-1 0 0,-5-1 0 15,-3 4 0-15,0-3 0 0,2 2 0 16,-11 2 0-16,13 0 0 0,-13 0 0 16,10 7 0-16,-5-2 0 0,1 0 0 0,-1 2 0 15,1 0 0-15,-1 0 0 0,6 1 0 16,-4-1 0-16,0 0 0 0,4 0 0 0,-2 2 0 16,0-3 0-16,1 1 0 0,-1-1 0 15,-1-2 0-15,-3 4-222 0,2-3-356 0,-5 3-118 16,-7 3-200-16,-2 0 74 15,-16 10 99-15,-3 2-724 0,-15 4-896 0</inkml:trace>
  <inkml:trace contextRef="#ctx0" brushRef="#br0" timeOffset="50041.3">23028 9043 4039 0,'4'-14'-177'0,"-2"2"41"0,0 0 38 0,-1 0 30 0,1 2 39 0,0-2 29 16,2 2 37-16,0-2 26 0,-3 1 25 15,1 3 5-15,3-1 1 0,-3 3-6 0,0 0-8 16,-1 0-9-16,-1 6-20 0,0 0 9 16,0 0 41-16,0 0 35 0,2 25 22 0,-7 10 16 15,-5 12 22-15,-2 8 25 0,-3 8 18 16,0 1 8-16,-4 25 0 0,0 0-3 0,2 1-14 16,2-18-13-16,-3 17-8 15,5-21-14-15,1 3-7 0,-1-1-4 0,3-7-8 16,1-3-5-16,0-2-5 0,1-16-10 15,4-3-76-15,0-3-80 0,0-8 0 0,2-6 0 16,2-5 0-16,-1-2 0 0,1-4 0 16,-2-3 0-16,0 2 0 0,2-2 0 0,0-8 0 15,2 9 0-15,-2-9 0 0,7 4 0 16,-7-4 0-16,34-7 0 0,7 1 0 0,14-8 0 16,12 0 0-16,5 1 0 0,29-3 0 15,0 4 0-15,4-2 0 0,-21 9 0 0,-2-2 0 16,-4 1 0-16,-5 4 0 0,-11-2 0 15,-14 3 0-15,-4 1 0 0,-14-2 0 16,-8 0 0-16,0 2 0 0,-6 0 0 0,-4 0 0 16,2 0 0-16,-3-2 0 0,-11 2 0 15,17 0 0-15,-17 0 0 0,18 0 0 0,-18 0 0 16,9-1 0-16,-9 1 0 0,0 0 0 16,14 0 0-16,-14 0 0 0,0 0 0 0,0 0 0 15,0 0-515-15,0 0-487 0,0 0 96 16,0 0 105-16,0 0-888 0,0 0-1125 0</inkml:trace>
  <inkml:trace contextRef="#ctx0" brushRef="#br0" timeOffset="50423">24322 9716 4820 0,'0'-17'-109'0,"1"3"46"0,-1 3 56 16,0 2 45-16,2 0 42 0,-2 4 14 0,0 5 3 0,0-8-15 16,0 8 0-16,0 0 52 0,0 0 33 0,0 29 29 15,0-4 8-15,-2 16-2 16,1 3 12-16,-3 18 8 0,-2 4 7 0,5 4-4 15,-5-1-15-15,-1 3-15 0,4 0-22 16,-1-1-11-16,0-3-18 0,-5-1-10 0,4-7-11 16,-6-3-9-16,6-15-85 0,-2-3-29 15,-3 0 0-15,2-6 0 0,-1-3 0 0,1-7 0 16,3-5 0-16,-2-2 0 0,6-3 0 16,-3-2 0-16,2-1 0 0,-2-3 0 0,2 0 0 15,2-1-264-15,0-6-257 0,0 0-152 16,0 0-229-16,0 0 81 0,0 0 87 0,4-37-720 15,7 6-904-15</inkml:trace>
  <inkml:trace contextRef="#ctx0" brushRef="#br0" timeOffset="50888.94">24600 9482 4244 0,'-10'-13'7'0,"5"4"31"16,-1 0 25-16,5-2 11 0,1 3-9 0,1-2-3 16,9-1-4-16,5-1-6 0,18-5-4 15,10 0-7-15,9 2-8 0,9 4 1 16,3-1-7-16,7 6-3 0,5-1-4 16,2 7-4-16,-3 7-6 0,-1 3-6 0,-4 7-4 15,-4 8-4-15,6 13 3 0,-17-4-4 16,-6 7-1-16,8 12 4 0,-12-7 1 0,-6 2-4 15,8 16 4-15,-4 4 1 0,-2 4 6 16,0 1 23-16,1 4 11 0,-3 1 12 0,0 4 19 16,-1-7 12-16,-4 0 9 0,-11-12 6 15,2-5 5-15,-4-3 2 0,-6-4 3 0,-5-13-7 16,-7-1-4-16,-1-8 5 0,-6-2 25 16,-7 4 18-16,-8-2 30 0,-13 0 2 0,-6 0 3 15,-10-5 1-15,-10 1-4 0,-8-4-5 16,-4-3-9-16,-11-3-14 0,-18 1-24 15,17-9-10-15,3-1-14 0,-2 0-9 16,1-3-10-16,4 0-34 0,8-1-48 0,0-4 0 16,20 2 0-16,-1 0 0 0,10-3 0 15,6 0 0-15,8-1 0 0,1 2-18 0,0-6-236 16,6 4-98-16,-1-4-112 0,2-3-115 16,1-2-158-16,5-3-93 0,-1-2 91 0,3 1-696 15,2 0-884-15</inkml:trace>
  <inkml:trace contextRef="#ctx0" brushRef="#br0" timeOffset="51257.78">25257 9331 4237 0,'0'-16'50'0,"0"1"6"0,0 7 1 0,0-1-4 0,0 4-5 0,0 5 52 15,0 0 68-15,0 0 29 0,-5 41 14 16,-2 0 34-16,2 17 10 0,3 10 10 16,4 3 8-16,-2 7 6 0,6 1-4 0,4 20 5 15,1-2-17-15,3-4-17 0,0-4-17 16,-2-17-20-16,-1-1-18 0,5-5-187 0,-7-2-4 15,1-8 0-15,-5-2 0 0,0-15 0 16,-1-2 0-16,-3-10 0 0,-1-6 0 0,0-3 0 16,0-5 0-16,0 1 0 0,0-1 0 15,0-3 0-15,0 0 0 0,-1-3 0 0,-1 1 0 16,-5-4-238-16,7-4-557 0,0 0-155 16,0 0 90-16,0 0 95 0,-7-22-794 15,10 3-1001-15</inkml:trace>
  <inkml:trace contextRef="#ctx0" brushRef="#br0" timeOffset="51671.72">26885 10297 4453 0,'0'0'-84'0,"-14"-4"30"0,14 4 26 0,0 0 4 0,0 0 12 0,29-15 38 0,7 5 22 0,18-2 19 0,12 1-6 16,13 1 3-16,27-3-11 16,5 7-6-16,3 0-6 0,7 3 0 0,-1 3-21 15,-9 3-36-15,-25-3-60 0,-3 2-66 16,-11-2-60-16,-10 0-70 0,-17-2-81 0,-6-2-139 15,-12 0-76-15,-7-1 56 0,-9 0-198 16,-4-1-202-16</inkml:trace>
  <inkml:trace contextRef="#ctx0" brushRef="#br0" timeOffset="51956.32">28160 9668 2177 0,'0'0'100'0,"2"-4"-13"16,-2 4-10-16,0 0 42 0,0 0 68 0,-2 33 54 15,0-8 29-15,1 16 20 0,-6 15 6 16,1 6 5-16,5 7-5 0,-5 3-15 0,2 2-15 16,-1-1-29-16,-2 3-19 0,4-4-18 15,-5-3-22-15,3-4-15 0,1-6-19 16,-4-1-14-16,2-15-15 0,3-1-36 0,-3-6-51 15,0 0-52-15,5-10-58 0,-1-4-79 0,0-6-98 16,2-3-84-16,-2 1-86 16,4-8-139-16,0 1-139 0,-2-7 72 0,5 2-478 15,-5-2-582-15</inkml:trace>
  <inkml:trace contextRef="#ctx0" brushRef="#br0" timeOffset="52289.44">28453 9685 2988 0,'-15'-15'42'0,"6"1"53"0,-1 2 41 0,2 3 23 15,7-2-6-15,1 1-14 0,3 0-2 0,13-4-5 16,12-1-4-16,11 1-9 16,4 7-10-16,20 2-12 0,8 10-6 0,5 7-15 15,21 10-6-15,-4 9-10 0,-9 6-3 16,-7 8-11-16,-13 5-3 0,-6 9-1 0,-15 4-7 15,-14-9 15-15,-10 8 18 0,-10 0 36 16,-5 4 20-16,-8-2 15 0,-8 4 26 0,-6-3 11 16,-7-2 10-16,-7 9 9 0,-3-16 10 15,-1-5 1-15,0 0-10 0,-4-5-13 0,-4-1-16 16,-2-4-12-16,-3-2-17 0,-3-5-14 16,-1-3-12-16,-8-2-12 0,0 0-30 15,0-2-55-15,-2-11-85 0,6 2-113 0,8-3-135 16,8-6-178-16,11-8-248 0,5 1-103 15,6-4 83-15,9-3-736 0,3-2-946 16</inkml:trace>
  <inkml:trace contextRef="#ctx0" brushRef="#br0" timeOffset="53157.39">25736 11991 4168 0,'23'-15'-25'0,"-6"5"42"0,-2 2 23 0,-3 2 42 0,-5 1 42 0,-2 2 49 15,2-2 38-15,-7 5 3 0,6-12-18 0,-6 12-16 16,-11-14-22-16,-2 7-15 0,-8 1-18 16,-9-1-8-16,-8 0-15 0,0 3-3 0,-2 2-13 15,0 2-11-15,5 0-5 16,-4 4-9-16,1-1-10 0,4 1 0 0,10-2-5 15,5-1-4-15,3 1-2 0,3 0-1 0,2-2 4 16,11 0-14-16,0 0 0 0,-17-4 0 16,17 4-5-16,0 0-6 0,5-12-1 15,-5 12-6-15,0 0-6 0,0 0-2 16,0 0 1-16,0 0 0 0,29 14 3 0,-25 5 13 16,-3 7 19-16,-4 12 13 0,1 5 35 15,-7 10 20-15,-7 1 15 0,-2-1 1 0,0 2 10 16,1-3 7-16,2-1 1 0,2-3-1 15,3-10 1-15,4-2-103 0,6-6-38 0,2-4 0 16,2-3 0-16,4-2 0 16,5 4 0-16,4-4 0 0,7-3 0 0,-1-2 0 0,2-5 0 15,0-7 0-15,0 2 0 16,2-5 0-16,2-1 0 0,-3 0 0 0,0-1 0 16,-1-5 0-16,0 2 0 0,-2-3 0 15,-4-2-365-15,-5-2-344 0,-1 0-219 0,-6-1 57 16,0 2 93-16,-6-3-766 0,-2-1-988 15</inkml:trace>
  <inkml:trace contextRef="#ctx0" brushRef="#br0" timeOffset="53338.97">25448 12315 4374 0,'-11'-5'34'0,"11"5"38"0,-8-5 24 0,8 5 15 0,-2-8-4 0,2 8-10 0,15-14-8 15,5 4-11-15,3 3-9 0,11-3-9 16,7 4-45-16,3-1-68 0,-2 1-124 0,2 4-130 16,-3 2-165-16,0-2-183 0,-12 4 53 15,-6 0-397-15,-7 2-474 0</inkml:trace>
  <inkml:trace contextRef="#ctx0" brushRef="#br0" timeOffset="53888.36">26010 12285 2751 0,'-17'0'118'0,"17"0"20"15,0 0-10-15,-13 2 8 0,13-2 28 0,-7 10 23 16,0 1 8-16,3 3 10 0,3-1-7 16,-1 3-4-16,2 6-17 0,0-2-13 15,0-1-11-15,-2 5-8 0,2-3 1 0,0-2-8 16,0-1-5-16,-2 0-12 0,0-7-10 15,0 3-4-15,2-4-10 0,0-1 15 0,0-1 20 16,0-8 26-16,-2 12 26 16,2-12-25-16,0 0-16 0,0 0-15 0,0 0-18 0,0 0-12 15,22-41-13-15,-8 12-20 0,6-2-19 16,7-8 9-16,-2 3-8 0,-3 11-6 0,-1 1 0 16,-3 1-9-16,-4 8-6 15,-3 1-6-15,0 8 0 0,-2-2-2 0,0 5-1 16,0 3-8-16,-9 0 2 0,20 3-1 15,-8 3-1-15,-1 2-3 0,0 1-1 0,-1 1 2 16,-1 0-3-16,-1 1-2 0,1-2 1 16,-3 2-2-16,2-2 0 0,-5-2-2 0,3 0 7 15,-4-3-5-15,2 3 1 0,-4-7 7 16,8 9-2-16,-8-9 0 0,5 7-1 0,-5-7 1 16,0 0 0-16,12 2-26 15,-12-2-22-15,17-13-14 0,0 3-4 0,-2 0 5 16,4-2 0-16,-2 1 4 0,1 2 7 15,-3 2 3-15,-1 2 1 0,-3-1 2 16,-2 4 6-16,-9 2 4 0,18 0 0 0,-18 0 6 16,18 9 2-16,-12-2 5 0,4-1 2 15,-5 5-9-15,3 1-8 0,-5 0-37 0,6 0-48 16,-6 2-59-16,5-2-76 0,-5 1-92 16,3-1-103-16,-1-3-124 0,-4 1-185 0,7 1 72 15,-3-2 69-15,1-3-432 16,-1 1-517-16</inkml:trace>
  <inkml:trace contextRef="#ctx0" brushRef="#br0" timeOffset="54389.19">27047 11569 3064 0,'-2'-29'32'0,"0"8"23"0,0 7 0 0,2 2-6 0,-1 9 23 0,1 3 47 0,0 0 22 0,-20 41 17 15,7 3 6-15,-2 16-4 0,-7 23 7 0,2 11 2 16,-3 7-10-16,2 5-16 0,-2 6-13 16,-1 4-12-16,0-8-13 0,-1 0-11 0,2-7-11 15,3-2-16-15,1-7-18 16,4-22-25-16,-3-4-37 0,5-4-19 0,-2-8-1 16,2-9-5-16,3-13-10 0,4-8 5 15,-1-6-29-15,-1-9-34 0,5-3-53 0,1-4-37 16,2-2-19-16,0 0-8 0,2-31-6 15,5-4-11-15,2-2-3 0,7-16-2 0,2-6 2 16,11-22 11-16,1-3 22 16,3-1 28-16,-3 6 46 0,-1 17 58 0,-4 10 44 15,-2 7 40-15,-3 3 30 0,-2 13 22 0,-1 6 20 16,-4 3 17-16,3 7 17 16,-1 1 14-16,-1 2 9 0,0 4 16 0,-1 3-3 15,-1 3 9-15,-12 0-6 0,25 7 1 16,-14 0 1-16,-1 2-6 0,-2 3-14 0,-2-1-9 15,-3 3-9-15,1-1-5 0,-2 1-2 16,-4 3-5-16,-4-1-1 0,-1 3-12 0,-3-2-4 16,-3 0-11-16,-7 4-3 0,-1-3-11 15,-3 0-6-15,-1-3-4 0,4-3-18 0,0-4-36 16,0-2-53-16,2-3-72 0,2-1-92 16,2-4-119-16,0-3-178 0,1-5-120 0,3-4 68 15,4-3-343-15,2-6-393 0</inkml:trace>
  <inkml:trace contextRef="#ctx0" brushRef="#br0" timeOffset="54723.11">27540 11557 2450 0,'6'-19'83'0,"-3"4"40"0,-2 6 5 0,1 0-15 0,0 6-2 0,-2 3 55 0,0 0 43 0,-2 24 34 16,-1 10 20-16,-8 15 4 0,4 9 6 16,-2 7 1-16,-1 5 1 0,0 3-21 15,1-2-15-15,-1-1-25 0,3-1-12 0,-1-4-28 16,1-1-16-16,-1-2-16 0,0-6-15 15,1-3-6-15,1-12-20 0,0-4-39 0,-2-4-55 16,5-6-47-16,1-5-63 0,0-7-66 16,2-1-69-16,-2-2-73 0,4-5-61 0,-2 1-77 15,0-8-62-15,4 4-72 0,-4-4-60 16,0 0-500-16,15-18-610 0</inkml:trace>
  <inkml:trace contextRef="#ctx0" brushRef="#br0" timeOffset="54890.16">27472 12373 2961 0,'-6'-18'-62'0,"-4"5"44"16,1-1 43-16,0 6 50 15,-3-2 40-15,2 1 37 0,1 1 35 0,4 2 0 16,-4-1-6-16,6 3-11 0,-1-2-14 16,4 6-15-16,0 0-13 0,12-6-13 0,1 2-17 15,8 2-16-15,15-4-49 0,4 1-84 16,1 1-95-16,4-4-100 0,8-5-106 16,3-3-136-16,-2-1-104 0,4-1 53 0,-7 2-248 15,-1-3-274-15</inkml:trace>
  <inkml:trace contextRef="#ctx0" brushRef="#br0" timeOffset="55071.83">28154 12102 2177 0,'-2'10'29'0,"-2"4"53"0,-3 3 51 0,-13 11 54 16,-4 7 29-16,-4 6 32 0,-5 5 13 15,-2 5 9-15,-1 2-6 0,-7 13-6 0,-2 4-16 16,13-16-16-16,-8 13-20 0,14-10-16 16,-3-1-21-16,2 1-15 0,5-2-18 0,1-4-11 15,1-5-13-15,4-3-30 0,0-8-37 16,5-5-46-16,1-6-63 0,2-4-71 15,3-5-78-15,-1-3-66 0,1-5-98 0,-4-3-123 16,9-4-170-16,0 0 66 0,0 0-406 16,-11-21-485-16</inkml:trace>
  <inkml:trace contextRef="#ctx0" brushRef="#br0" timeOffset="55222.1">27651 12417 3042 0,'-2'-20'114'0,"0"5"22"0,2 2 5 0,0 5 5 16,0-2-2-16,0 10-16 0,0-9-15 15,0 9-3-15,0 0-15 0,0 0-8 0,0 0-14 16,0 0-51-16,21 13-95 0,-11-4-136 16,-3 0-189-16,3 1-213 0,-2-3 59 15,1 3 59-15,4 6-193 0,3-4-179 0</inkml:trace>
  <inkml:trace contextRef="#ctx0" brushRef="#br0" timeOffset="55457.62">28764 12535 2328 0,'-8'-10'304'0,"3"3"-5"0,1-1 4 16,0 3-14-16,2-2-25 0,2 7-29 0,6-11-25 15,-1 5-25-15,7 0-34 0,3 0-66 16,5 0-83-16,0 1-109 0,5 2-134 16,-8 1-153-16,8 0-212 0,-1 1 14 15,-1-1 70-15,-3 2-224 0,3 0-237 0</inkml:trace>
  <inkml:trace contextRef="#ctx0" brushRef="#br0" timeOffset="55938.36">29030 12704 2404 0,'0'0'221'0,"-14"-4"7"0,10 1-11 16,4 3-11-16,2-12-15 0,3 5-18 0,6-3-21 16,9-3-17-16,7-5-12 15,3-2-25-15,8-6-27 0,0-1-33 0,1 0-32 16,0-4-42-16,-3 1-30 15,2-3-16-15,-1-5-4 0,3-1-6 0,-2-1 6 0,-2-4 5 16,-2 1 4-16,-1 2 9 0,-7 3 5 16,-5 11 11-16,-3 3 11 0,-7 5 12 0,-4 5 3 15,2 6 5-15,-5-1 5 0,-4 4 11 16,0 5 12-16,0 0 7 0,0 0 5 16,0 0 4-16,0 0 2 0,-20 14 6 15,16-6 4-15,4 2-5 0,0 4 23 16,6 0 14-16,1 5 17 0,2-2 10 0,-2 4 3 15,-1-1 25-15,-1 1 21 0,1 2 19 16,-2 0 17-16,2 1 15 0,-4-1 20 0,0-2 12 16,-2 0 13-16,-2-2-20 0,0 0 14 15,0 0 2-15,-2-2 2 0,-2 2 0 0,-2-1-8 16,-3-1-16-16,-1-3-19 0,5 1-15 16,-4-1-19-16,-3-3-14 0,1-3-15 0,-1 2-13 15,-1-4-14-15,3-1-34 0,-6 1-52 16,2-6-78-16,1 0-107 0,0 0-111 0,-4 0-134 15,4-6-157-15,2-2-221 16,1-3-53-16,4-3 94 0,5-3-696 0,4-4-895 16</inkml:trace>
  <inkml:trace contextRef="#ctx0" brushRef="#br0" timeOffset="56221.56">30294 11085 4135 0,'0'0'-90'0,"0"0"61"0,-34 34 69 0,9 4 41 0,-3 10 34 0,-8 26 32 0,-1 8 23 15,5 8 15-15,-2 7 8 0,1 7-2 16,0 8 4-16,3 3 36 0,-2 5 20 16,1 0-3-16,-1-2-9 0,-2-4-25 15,-1-3-15-15,1-5-22 0,-4-6-15 0,-1 1-14 16,3-8-17-16,0-6-9 0,0-7-16 15,4-5-45-15,7-20-54 0,0-9-56 0,10-11-86 16,2-6-77-16,1-6-76 0,4-10-110 16,4-4-132-16,3-9-166 0,1 0-96 15,0 0 86-15,1-31-594 0,13-5-759 0</inkml:trace>
  <inkml:trace contextRef="#ctx0" brushRef="#br0" timeOffset="56473.43">29843 12258 3401 0,'1'-23'30'15,"3"4"64"-15,-2 1 30 0,4 2 23 16,0 3 19-16,5-5 12 0,5 7 1 0,0 0-9 16,6 5-10-16,-1 4-19 0,-3 2-13 15,5 2-13-15,1 8-9 0,2 3-7 0,-2 1-13 16,-2 7-8-16,-10-2-2 16,1-3-8-16,-6 3-10 0,-3 0-1 0,-3-1-4 15,-1-1-6-15,-7 4-1 0,0-1-6 0,-9 7-5 16,-2 1-2-16,-6-1-3 15,1-5-25-15,2 2-33 0,1-5-33 0,4-5-36 16,7-1-33-16,-2-7-58 0,2 0-58 0,6-4-50 16,3-2-41-16,0 0-42 0,-2-17-35 15,11 1-45-15,7-11-67 0,1 0-13 16,7-11-226-16,9 0-256 0</inkml:trace>
  <inkml:trace contextRef="#ctx0" brushRef="#br0" timeOffset="56821.42">30190 12216 1988 0,'17'-11'3'15,"-6"0"55"-15,-1 4 38 0,-3 2 43 16,1 0 41-16,-3 3 40 0,-5 2 23 0,12-4 17 15,-12 4 5-15,0 0 0 0,0 0 4 16,19 11-2-16,-17-4-6 0,2 0-13 0,0 3-13 16,-2-1-23-16,-2 3-9 0,0-4-12 15,0 2-5-15,-2-1-7 0,-2 1-7 0,-2 2-12 16,-2-5-7-16,-3 3-18 16,-5 2-6-16,2-2-19 0,-8-3-9 0,4-1-12 15,-5 1-10-15,3-3-18 0,4-3-19 16,0-1-28-16,1-3-21 0,1-4-30 0,7-3-22 15,3-5-5-15,3 3 2 0,4-8 7 16,5 1 6-16,1 0 2 0,1 6 4 16,-1 1 3-16,0 3 4 0,2 4 16 0,0 3 15 15,-11 2 11-15,0 0 10 0,23 11 9 16,-16-1 0-16,1 2-5 0,0 2-4 0,-3 3 0 16,5 1 1-16,-3 2-2 15,3-1-8-15,-1 0 4 0,-1 1-25 0,-1-1-34 16,3 0-43-16,0-2-49 0,1-2-55 0,-1-3-68 15,1-2-76-15,3-1-70 0,-3-4-95 16,2-3-112-16,1-2-58 0,-1 0 55 16,6-5-385-16,2-2-479 0</inkml:trace>
  <inkml:trace contextRef="#ctx0" brushRef="#br0" timeOffset="57021.43">30771 12122 2668 0,'2'-10'47'15,"-2"3"49"-15,0 7 36 16,-9-7 28-16,9 7 38 0,-12 0 29 0,12 0 13 0,-24 13-2 15,12-1-12-15,-8 11-17 16,0 2-14-16,-1 0-18 0,-6 12-18 0,7-8-13 16,4 2-16-16,-5 10-14 0,6-9-13 15,1 2-8-15,1-3-24 0,3 0-35 16,4-6-44-16,3-4-55 0,1-2-53 0,2-3-80 16,2-3-90-16,3-1-107 0,1-1-133 15,4-6-137-15,-1 0 63 0,5-1-359 0,4-1-436 16</inkml:trace>
  <inkml:trace contextRef="#ctx0" brushRef="#br0" timeOffset="57458.22">31053 12239 2526 0,'0'0'55'0,"-20"-2"22"0,20 2 6 16,-13 6 32-16,13-6 45 0,-7 7 13 0,2-3 21 15,4 6 3-15,1-10-6 16,1 15-8-16,4-7-15 0,1 2-13 0,3 1-12 0,3-1-13 16,-1-2-9-16,2 0-12 0,3-3-8 15,0 0-10-15,2-2-14 0,1-2-3 16,1-1-8-16,0-1-9 0,5-2-3 16,0-4-7-16,7-2-5 0,-1-2-6 0,-6-3-3 15,0-2-3-15,0-3-4 0,-7 3-2 16,0-3 0-16,-6 0-1 0,-4 3 4 0,-5 2 3 15,1 2-3-15,-8 2-2 0,-5-1-1 16,-8 7 7-16,-10 0 15 0,-15 7 24 16,-2 2 23-16,-11 11 33 0,2 6 31 0,-1 7 19 15,7 4 21-15,3 1 1 0,6 6 4 16,6 1 1-16,7-2-3 0,3 2-9 0,8-8-8 16,6-2-10-16,4-4-14 0,4-4-91 15,0-4-68-15,1-2 0 0,8-2 0 0,-2 2 0 16,2-3 0-16,3-3 0 15,1-3 0-15,3 0 0 0,-3-2 0 0,1-3 0 0,-1 1 0 16,2-4 0-16,-3 1-444 16,-12-1-212-16,18-1-176 0,-11-1-47 0,-7 2 95 15,0 0-779-15,0 0-1006 0</inkml:trace>
  <inkml:trace contextRef="#ctx0" brushRef="#br0" timeOffset="58304.48">24700 13389 4105 0,'11'-20'233'0,"-2"6"-16"0,-3 0-37 0,0 6-26 0,-2 0-19 0,-3 2-23 0,3 1-33 0,-4 5-21 15,0 0 27-15,0 0 35 0,-2 32 14 0,-11 11 13 16,-10 13 1-16,-4 2-1 0,-14 19 20 15,-4 3 2-15,4-1 14 0,-2 2-7 16,7-4-5-16,11-16-5 0,5-7-4 0,3-2 0 16,5-3-3-16,6-11-10 0,2-4-7 15,4-7-5-15,2-4-1 0,5-4-78 0,0-3-58 16,2-3 0-16,7-3 0 16,2-3 0-16,2-2 0 0,1-5 0 0,3-1 0 15,3-2 0-15,-2-1 0 0,7-6 0 16,0 1-254-16,-7 1-241 0,2-4-148 0,0-5-204 15,-9 5-7-15,2 0 94 0,-3 1-715 16,2-1-924-16</inkml:trace>
  <inkml:trace contextRef="#ctx0" brushRef="#br0" timeOffset="58537.51">25132 13878 4466 0,'-2'-13'170'0,"-2"2"10"15,2 3 4-15,2 8-2 0,0-10-16 16,0 10-5-16,0 0 31 0,0 0 21 16,0 0-17-16,-1 32-15 0,-1-10-12 0,-5 13-22 15,2 0-16-15,-3 0-11 0,1 0-15 16,-1 4-14-16,-2-3-58 0,5-4-63 0,-3 2-64 16,2-8-84-16,0-6-107 0,1 2-91 15,-1-9-75-15,3-1-108 0,-1-6-183 0,0-1 48 16,4-5 69-16,0 0-414 0,0 0-511 15</inkml:trace>
  <inkml:trace contextRef="#ctx0" brushRef="#br0" timeOffset="58654.29">25238 13542 2993 0,'0'-19'-56'0,"0"4"3"0,0 5-12 15,0 3-37-15,0 0-64 0,0 7-67 16,2-8-144-16,-2 8-283 0,0 0-157 0</inkml:trace>
  <inkml:trace contextRef="#ctx0" brushRef="#br0" timeOffset="59021.12">25427 13817 1915 0,'0'0'56'0,"-3"6"2"0,3-6-9 0,0 0 4 0,-3 9 19 16,3-9 21-16,0 8 21 15,0-8 2-15,6 14-6 0,-6-9-6 0,4 2-8 16,0 0 1-16,-4-7 4 0,4 12 0 16,-4-7-1-16,0-5 9 0,1 10-1 0,-1-10-4 15,2 6 10-15,-2-6 8 0,0 0 13 16,2 8 7-16,-2-8-11 0,0 0-6 16,0 0-13-16,0 0-16 0,0 0-6 15,6-26-10-15,-2 16-8 0,4 0-9 0,-3-2-4 16,3 3-1-16,-5 1-9 0,7 3-8 0,-4 3-3 15,-6 2-4-15,0 0 1 0,25 8-6 16,-16 3 2-16,-1 1-6 0,2 5 0 16,-5 3-4-16,4-3-1 0,-1 7 1 15,-3-3-9-15,4 0 1 0,-6-3 1 0,3-1-5 16,0 1-17-16,-5-1-27 0,5-3-53 16,-3-2-81-16,0 0-97 0,-3-3-118 0,6-1-167 15,-4-1-93-15,0-2 66 0,-2-5-323 16,7 7-383-16</inkml:trace>
  <inkml:trace contextRef="#ctx0" brushRef="#br0" timeOffset="59288.6">26068 13338 2438 0,'-4'-27'91'0,"-1"3"39"0,3 5 34 15,-1 4 36-15,1 2 29 0,-2 2 7 0,2 0-11 16,1 4-28-16,1 7-3 0,0 0 13 15,-13 19-1-15,-1 12-15 0,-1 19-12 16,-4 4-15-16,1 7-19 0,-2 2-12 0,-2 2-9 16,3 2-19-16,-7 13-7 0,7-14-7 15,-4-1-15-15,1-3-1 0,4-2-40 0,-3-6-35 16,1 2-45-16,4-5-39 16,-2-5-63-16,3-1-77 0,3-12-67 0,3-4-49 15,2-10-43-15,1-5-30 0,4-2-27 16,1-9-30-16,-1 1 8 0,2-4-434 0,0 0-378 15</inkml:trace>
  <inkml:trace contextRef="#ctx0" brushRef="#br0" timeOffset="59439.29">25695 14295 2286 0,'11'-14'-17'16,"0"1"67"-16,1-3 48 0,2-7 47 0,6-4 50 16,-2-4 26-16,5-8 17 0,4-2 16 15,0 0-7-15,2-2-12 0,-3-2-18 16,5-1-21-16,-4 1-21 0,3-4-20 0,-4 3-17 16,-1 6-15-16,-6 8-39 0,-4 5-44 15,-3 8-48-15,-3 4-70 0,-3 3-80 0,-4 4-71 16,0 1-49-16,-2 3-44 0,0 4-27 15,0 0-53-15,-13-5-63 0,13 5-64 16,0 0-241-16,-33 12-258 0</inkml:trace>
  <inkml:trace contextRef="#ctx0" brushRef="#br0" timeOffset="59588.5">25923 13757 2095 0,'-11'19'25'0,"-1"1"55"16,-1 7 55-16,-1 2 50 0,-1 6 39 16,-1-1 19-16,3 3 7 0,1 0-4 0,3-2-11 15,4-3-14-15,-1 0-18 0,0-6-23 16,5-5-16-16,1-4-15 0,0-2-14 0,0-1-13 15,1-1-14-15,-1-5-11 0,2 1-39 16,-2-1-48-16,6-2-88 0,-2 0-135 0,-4-6-188 16,7 2-252-16,-7-2 20 15,0 0 60-15,0 0-316 0,25-10-372 0</inkml:trace>
  <inkml:trace contextRef="#ctx0" brushRef="#br0" timeOffset="59989.17">26507 14045 2909 0,'-23'2'233'15,"10"-2"-17"-15,1 3-12 0,1-3-10 16,11 0-9-16,-9 1-7 0,9-1-7 0,0 0-11 16,0 0-16-16,0 0-14 0,27 6-13 15,-12-4-10-15,4-4-12 0,6 0-8 16,-5-7-11-16,5 3-8 0,-2 0-9 15,-1-4-8-15,-4 2-6 0,1-4-9 0,-4-3-8 16,5-6-6-16,-8 3-4 0,-3-1-3 16,-5 0-3-16,-3 3-5 0,1-2 0 0,-4 1 0 15,-1 3-6-15,-6 1 1 0,-3 6 2 16,-1 0-4-16,-9 4 3 0,1 4 9 0,-17 8 15 16,-2 4 11-16,-6 8 18 0,5 8 17 15,1 6 9-15,3 2 5 0,7 2-4 0,7 0-5 16,6-5-6-16,8 0-8 15,1-1-4-15,5-4-2 0,3-5-10 0,11 8-5 16,0-4-4-16,3-3-2 0,0-3-19 16,9-3-40-16,6-5-54 0,2-1-82 0,3-7-113 15,0-4-119-15,7-7-128 0,4-2-189 16,8-6 1-16,5-1 79 0,-8-5-424 0,6-6-525 16</inkml:trace>
  <inkml:trace contextRef="#ctx0" brushRef="#br0" timeOffset="60406.3">27502 13369 2863 0,'10'-31'110'0,"-7"7"67"0,-3 4 32 0,0 6 42 16,0 2 29-16,-2 2 7 0,2 3-20 15,0 7 24-15,0 0 73 0,-36 31 8 0,2 13-4 16,-11 25-6-16,-3 10-3 16,-4 8-5-16,1 6-4 0,-4 8-17 0,3-2-22 15,2-1-29-15,9-3-281 0,3-1-1 16,6-10 0-16,9-22 0 0,-1-4 0 0,10-10 0 15,2-12 0-15,2-7 0 0,3-8 0 16,1-6 0-16,5-5 0 0,1-8 0 0,0-2 0 16,0 0 0-16,16-23 0 0,0-2 0 15,-1-8 0-15,4-13 0 0,-2-5 0 16,0-5 0-16,-2 0 0 0,-7-4 0 0,-2 5 0 16,-4 11 0-16,-10 5 0 0,-4 8 0 15,-6 4 0-15,-11 10 0 0,-3 5 0 0,-7 7-42 16,1 8-10-16,0 7 23 0,2 6 21 15,-1 12 28-15,10 5 17 0,2 10 21 16,3-2-42-16,11-4-16 0,5-1 0 16,2 0 0-16,6-4 0 0,3 2 0 0,0-4 0 15,4-6 0-15,1-3 0 0,2-4 0 16,1-4 0-16,2 0 0 0,-2-5 0 0,5-2 0 16,-3-3 0-16,0 0 0 0,-2-1 0 15,3 1 0-15,-3-1-450 0,0-2-192 0,-3 2-219 16,-3-1-21-16,1 3 90 0,-5-1-760 15,-3-3-996-15</inkml:trace>
  <inkml:trace contextRef="#ctx0" brushRef="#br0" timeOffset="61421.59">28137 14170 4407 0,'-19'0'-111'0,"-3"3"49"0,-7 9 54 0,-6 3 46 0,-5 10 31 16,-1 4 41-16,0 4 27 0,7 0 9 0,3 4 2 15,6 0-3-15,10-6 7 0,8-2 1 16,3 0-6-16,4-6-8 0,8 0-12 0,5 6-1 16,6-3-16-16,4-3-11 15,6-4-12-15,5-3-5 0,0-7-2 0,4-2-9 16,2-6-7-16,0-2-9 0,-2-6-7 15,0-2-4-15,-4-5 0 0,-3-5-8 0,-6-6 3 16,-2-1-12-16,-10-3-3 0,-3-5 4 16,-6-3-12-16,-8-3 0 0,-2-2-6 0,-6-10-5 15,-2 0-5-15,-6 3-23 0,3 1-6 16,-2 9-3-16,4 8 3 0,0 5-19 0,1 9-24 16,1 6-19-16,0 6-23 0,-3 5-37 15,3 4-65-15,-2 5-87 0,0 3-80 16,-6 8-117-16,7-2-243 0,5 0 69 0,3 1 73 15,4 0-365-15,4 3-443 16</inkml:trace>
  <inkml:trace contextRef="#ctx0" brushRef="#br0" timeOffset="61886.92">28485 14593 2913 0,'0'0'97'0,"0"0"23"15,0 0 36-15,0 0 15 0,0 0-10 0,0 0-10 16,-11-13-21-16,11 13-8 0,0 0-13 16,20-18-15-16,-11 10-11 0,4-1-14 0,3-1-8 15,-2-2-10-15,2 1-13 16,-3-4-5-16,-1-2-2 0,-1 0-11 0,-4-5 4 16,4-7-3-16,-8 1-6 0,1-6-1 15,-4 0 1-15,-4-1-6 0,1 0 3 0,-6 1-1 16,2 0-2-16,0 10-3 0,-3 6-1 15,2 2-3-15,-1-1 0 0,0 7-8 0,-2 3 3 16,6 1 0-16,-3 2-2 0,8 4 5 16,-11 0 0-16,11 0 0 0,0 0 1 15,0 0 8-15,0 0 0 0,0 0-4 0,0 0 3 16,47 3 3-16,-4-6-6 0,0 1 4 16,5 0-3-16,-2 2 2 0,-3 0-3 0,-2 0-3 15,-11 4 2-15,-5-1 15 16,-5 4 19-16,0 1 21 0,-2 1 23 0,-6 6 14 15,-1 1 10-15,-4 2 6 0,-1 3 0 16,-5-2-10-16,-1 1-9 0,2 3-12 0,-2 2-8 16,2 2-7-16,-2-1-5 0,2-3-11 15,2 0-19-15,-3 2-40 0,3-4-49 0,2-1-70 16,-2-4-86-16,4-3-78 0,-1-1-92 16,0-3-106-16,6-5-166 0,-1-3 7 15,0-4 73-15,5-3-290 0,2-2-349 0</inkml:trace>
  <inkml:trace contextRef="#ctx0" brushRef="#br0" timeOffset="62355.92">29319 14229 2232 0,'0'0'0'0,"2"-8"21"0,-2 8 31 0,0 0 36 0,0 0 28 0,0 0 24 0,0 0 18 0,-10 25 21 0,6-9 2 0,0 1-10 16,2 3-10-16,-2-1-10 0,4 3-11 15,-1-3-16-15,1-1-10 0,1 1-13 16,3-2-9-16,-2 0-10 0,2-5 0 0,0 0-7 15,2-1-5-15,-1-5-7 16,6-2-6-16,-2-2-4 0,-9-2-7 0,0 0-3 0,26-7-5 16,-16 0-4-16,-5-2-1 15,5-3 0-15,0-5-3 0,-1 0-6 0,-2-2-2 16,1-1-2-16,-4 2 0 0,2 1 8 16,-2 3 14-16,-2 1 8 0,-1 3-11 0,3 0-8 15,-4 10 0-15,0 0 14 0,0 0 25 16,0 0 7-16,-29 47 6 0,11-4 20 15,-3 7 32-15,-2 3 30 0,-1 2 41 0,2 5 9 16,-1 2 17-16,0 4 18 0,2-1 11 16,1 1-6-16,0-2 3 0,1-6-2 15,2-4-8-15,0-5-183 0,5-12-65 0,1-2 0 16,1-6 0-16,3-9 0 0,-1-2 0 0,5-7 0 16,-4 0 0-16,4-1 0 15,1-3 0-15,-4-1 0 0,1 0 0 0,-3-3 0 16,8-3 0-16,-25-2 0 0,10-1 0 15,-8-5 0-15,-3-4 0 0,-7-5 0 0,3-2 0 16,-9-9 0-16,-3-1 0 0,3-5 0 16,-2-3 0-16,5-2 0 0,4 3 0 15,-1 2 0-15,12 10-144 0,1-4-862 0,8 1 34 16,8 7 105-16,4 0-902 0,7 0-1200 16</inkml:trace>
  <inkml:trace contextRef="#ctx0" brushRef="#br0" timeOffset="63070.33">29812 14076 5261 0,'0'-12'86'0,"0"1"1"0,2 5-1 0,-2 6-5 0,0 0 19 0,0 0 31 0,0 0 9 0,0 0-20 15,16 33-9-15,-15-19-13 0,3 3-13 16,0 1-2-16,0-1-14 0,-3 0-4 15,-1 0-2-15,0-2-10 0,0 2 3 0,-3-3-10 16,-3 1 3-16,1-1-8 16,-6 1 2-16,2-4-6 0,-4 3-1 0,-2-4 5 0,0-1-14 15,-3-3 3-15,5-2-7 16,3-2 1-16,1-2-6 0,9 0 7 0,-18-13-6 16,15-3-27-16,3-3-1 0,5-14 0 15,7 0 6-15,1-1-4 0,3 5 2 0,-7 7-3 16,-2 6 7-16,2 3-6 0,-6 1-1 15,3 5 4-15,0 4 16 0,-6 3 17 0,0 0 7 16,17 0 3-16,-17 0 0 0,19 10 8 16,-7-2-20-16,-3 1 1 0,0-3-5 0,1 3-2 15,-2 0 3-15,1-4-3 0,-2 0-4 16,2 0 4-16,-2-1 1 0,-2 1 8 16,1-4 12-16,-6-1-3 0,19-3 1 15,-6-2-7-15,3-3-2 0,1-3-4 0,0 1-3 16,1-2 0-16,-3 0 9 0,-1 1 22 15,-5 3-4-15,0 3-1 0,-2-3-9 16,0 6-10-16,-2-2-5 0,-5 4 3 0,0 0-15 16,11 12-14-16,-7-5 0 0,2 1 0 15,0 1 0-15,2 2 0 0,3 0 0 0,1 0 0 16,1-1 0-16,4 0 0 0,2-3 0 16,2 0 0-16,-4-4 0 0,4 1 0 15,-6 1 0-15,2-3 0 0,-3 1 0 0,-1-1 0 16,-1 0 0-16,-3-1 0 0,-2 1 0 0,-7-2 0 15,18 3 0-15,-11-1 0 16,-7-2 0-16,11 2 0 0,-11-2 0 0,13 1 0 16,-13-1 0-16,9 2 0 0,-9-2 0 15,7 2 0-15,-7-2 0 0,14 2 0 0,-14-2 0 16,17-2 0-16,-17 2 0 0,19 0 0 16,-10-2 0-16,-9 2 0 0,20 0 0 0,-20 0 0 15,14 0 0-15,-14 0 0 0,14 0 0 16,-14 0 0-16,11 2 0 0,-11-2 0 15,11 0-47-15,-11 0-248 0,0 0-83 0,14 0-107 16,-14 0-144-16,0 0-203 0,13-5 4 16,-6 3 101-16,-7 2-623 0,0 0-806 0</inkml:trace>
  <inkml:trace contextRef="#ctx0" brushRef="#br0" timeOffset="63419.87">28930 14872 4095 0,'-44'-4'160'0,"6"2"13"0,7 0 17 0,6-1 36 0,7 3 56 0,0-3 41 0,3 3 22 0,8-3-19 16,7 3-27-16,0 0-27 0,47-12-28 0,28 6-24 15,38-2-24-15,23-1-22 16,11 1-16-16,6 0-20 0,-1-2-27 0,-3 2-36 16,-12-5-30-16,-8 1-21 0,-18 2-28 15,-31 1-11-15,-10 1-9 0,-7 1-9 0,-19 2-2 16,-6 0 10-16,-11 1-10 0,-7 2 0 16,-2-2-19-16,-7 0-38 0,1 2-48 0,-4 1-61 15,-1-3-69-15,-7 4-84 0,0 0-115 16,2-5-190-16,-2 5-173 0,0 0 87 15,0 0-634-15,0 0-832 0</inkml:trace>
  <inkml:trace contextRef="#ctx0" brushRef="#br0" timeOffset="76351.5">12939 7457 1110 0,'-6'-4'236'0,"6"4"-54"0,-7-7-29 0,3 5 3 15,4 2 9-15,-5-6 2 0,5 6 3 16,-7-6 8-16,7 6 20 0,0 0-3 0,-9-4 10 15,9 4 2-15,0 0-4 0,-6-4-3 16,6 4-8-16,-5-4-6 0,5 4-8 16,0 0-10-16,0 0-14 0,0 0-11 0,-7-5-12 15,7 5-4-15,0 0 4 0,0 0 5 16,31-3-1-16,-12 1-3 0,10 2-13 0,13-3-10 16,2 2-13-16,-1-2-8 0,4 3-6 15,-4-3-13-15,1 3-3 0,0-1-10 0,-3 2-5 16,-6-1-4-16,-6 3-7 15,2-3-1-15,-6 0-3 0,4 0-4 0,1 0-2 16,-1-3-5-16,2 3-1 0,9-3 1 16,-2-1-3-16,0 1-1 0,0-1-1 0,1-1 2 15,-1 1 4-15,-10 1 7 0,-1 0-4 16,-7 2-5-16,2 1 1 0,-9-2-5 0,2 0 0 16,-1 0-6-16,-3 2-3 0,-11 0 1 15,21 0-2-15,-21 0 3 0,15 0-4 0,-15 0 1 16,18 0-3-16,-18 0 3 15,16 2 2-15,-5 0-7 0,-11-2 7 0,22 0 4 16,-12 0-13-16,5 0 5 0,0 0 1 0,6 0-6 16,-2 0 2-16,2 0-5 0,2 2 3 15,-4-2 2-15,0 1-5 0,-4-1-1 0,-1 3-6 16,-1-3 5-16,-13 0 2 16,21 0-3-16,-21 0 0 0,17 0 3 0,-17 0-4 15,14 0 6-15,-14 0 1 0,0 0-4 16,14 3 5-16,-14-3-4 0,0 0 4 0,0 0-3 15,16 0-2-15,-16 0 5 0,0 0-4 16,0 0-8-16,11 2 4 0,-11-2 3 0,6 12 2 16,-4 0 5-16,-2 5-4 0,0 5-2 15,-2 14-1-15,-2 3 6 0,0 4-4 16,-7 11 0-16,5 3 3 0,-3 0-6 0,3-3 6 16,2 0 5-16,-1-13 7 0,3 0 3 0,0-2 25 15,-1-1 5-15,3-9-4 16,-2-6 4-16,2-6-6 0,0-2 6 0,-1-1 12 15,1 0 19-15,-2-4 15 0,2 0 19 16,-2-4 13-16,2 4 9 0,0-10 8 0,0 11-48 16,-2-4-96-16,2-7 0 0,-4 7 0 15,4-7 0-15,-5 5 0 0,5-5 0 0,0 0 0 16,-9 6 0-16,9-6 0 0,0 0 0 16,-18 2 0-16,13-1 0 0,5-1 0 0,-22 4 0 15,11-3 0-15,-3 1 0 0,1-1 0 16,-6 1 0-16,1 2 0 0,-9-1 0 0,-2-3 0 15,-12 5 0-15,-2-1 0 0,-3-1 0 16,-1 1 0-16,-7-3 0 0,2 1 0 16,2 0 0-16,-6-2 0 0,4 0 0 15,2 3 0-15,0-3 0 0,0 2 0 0,3-1 0 16,0-1 0-16,2 0 0 0,3 0 0 16,8 2 0-16,5 1 0 0,-2-3 0 0,3 1 0 15,-1 0 0-15,0-1 0 0,4 4 0 16,-2-2 0-16,0-2 0 0,0 1 0 0,0 4 0 15,3-3 0-15,-1 2 0 0,1 1 0 16,-1-1 0-16,2 0 0 0,3 2 0 0,5-2 0 16,-4-2 0-16,4 4 0 15,-1-2 0-15,4 0 0 0,-1-1 0 0,4 1 0 16,-2-2 0-16,3 2 0 0,8-4 0 16,-13 3 0-16,7-2 0 0,6-1 0 0,-12 4 0 15,12-4 0-15,-9 2 0 0,9-2 0 16,0 0 0-16,0 0 0 0,-11 2 0 0,11-2 0 15,0 0 0-15,0 0 0 0,0 0 0 16,0 0 0-16,-10-8 0 0,10 8 0 0,0-16 0 16,3 5 0-16,0-5 0 0,3-5 0 15,5-11 0-15,5-2 0 0,0-12 0 0,0-2 0 16,2-3 0-16,2 1 0 0,-1-5 0 16,-2 2 0-16,-5 0 0 0,-3 18 0 15,0 1 0-15,-5 8 0 0,0 6 0 16,0 3 0-16,-4 5 0 0,2-1 0 0,0 3 0 15,-2 3 0-15,2 0 0 0,-2 7 0 16,0 0 0-16,0 0-110 0,0 0-236 0,0 0-79 16,0 0-88-16,0 0-93 0,0 0-176 15,-23 16 2-15,19-12 82 0,4-4-639 0,-5 6-793 16</inkml:trace>
  <inkml:trace contextRef="#ctx0" brushRef="#br0" timeOffset="78650.59">15521 7349 3316 0,'0'0'-197'0,"-9"-2"30"0,9 2 33 0,0 0 31 0,0 0 26 0,-8-2 31 16,8 2 24-16,0 0 23 15,0 0 17-15,0 0 13 0,0 0 12 0,0 0 13 16,0 0 8-16,0 0 3 0,-8-3 0 16,8 3 8-16,0 0 7 0,0 0 1 15,0 0 2-15,0 0 13 0,0 0-4 0,0 0 15 16,0 0-2-16,0 0 5 0,0 0 5 16,0 0 2-16,0 0 1 0,0 0-1 0,21-11 1 15,-5 5-6-15,6-1-7 0,13 0-7 16,1-1-13-16,6-1-9 0,0 4-9 0,0-1-7 15,1 5-5-15,0-3-6 16,-2 4-10-16,1 0-2 0,1 0-19 0,-4 1-5 16,2-1-10-16,-1 4-5 0,-1-2-1 15,4 0 1-15,-2-2 1 0,7-2-3 0,-2 0-4 16,-1-3-2-16,3 2-4 0,0 2 2 16,-1-1-2-16,1-2-2 0,-2 3 1 0,-2 1-5 15,-3 1 2-15,-6 1-3 0,-9 2 0 16,1-1 1-16,0-1 2 0,-2 4-3 0,-3 1 3 15,-1-2 3-15,2 1 3 0,-1-1 1 16,-6 0-4-16,4-2 9 0,-4 1-3 0,6-1 1 16,-5 1 4-16,2-3 1 15,-2-1-1-15,2 0 4 0,0 0-4 0,1 0 4 16,-4-1 5-16,2-3-9 0,-4 1 5 16,0 1-3-16,-1 2 5 0,-1-2 3 15,-1-1 4-15,0 3-8 0,-11 0 2 0,14-2-2 16,-14 2 1-16,11-3-1 0,-11 3-3 15,11 0 2-15,-11 0-4 0,0 0 1 0,14 0 4 16,-14 0-3-16,0 0 2 0,11 0 0 16,-11 0 0-16,0 0 1 0,9 5 8 0,-9-5 4 15,3 12 3-15,-3-4 2 16,0 6 2-16,0 5 0 0,-8 15 1 0,1 2-1 16,-6 10-1-16,-3 3 1 0,3-3-1 15,-3 4 3-15,0-3-2 0,-2-1 5 0,4 1-2 16,0-11 4-16,1 0 7 0,1-3 9 15,-1-1 7-15,0-1 3 0,1-5-1 0,3-7 5 16,1-2 1-16,2-5 5 0,0-1-1 16,2-3 6-16,1 0 8 0,-1 0 5 0,0 0 3 15,4-8 5-15,-3 9-6 0,-2-5 5 16,5-4-22-16,-4 8-4 0,4-8-7 0,-5 5-4 16,5-5-11-16,0 0-4 0,-15 5-8 15,15-5-1-15,-18 2-4 0,7 1-6 16,-4-1-3-16,-6 1 4 0,-4 0-1 15,-1 1-6-15,-19-1 3 0,0 4-5 0,-16-2-2 16,0 2-4-16,-5-5 0 0,-7 1 3 0,1-3-6 16,-3 2 0-16,-1 0 3 0,1-2-4 15,1 1 4-15,0 5-4 0,5-1 1 16,2 0-2-16,6 1 1 0,14 0 3 16,3-1-4-16,2 0 3 0,6 0-2 0,-2-1-2 15,16-1-1-15,2 1 0 0,4-3 4 16,3 1 7-16,2-1-1 0,11-1 2 0,-15 2-6 15,15-2 8-15,-15 2 23 0,15-2-8 16,-16-7 1-16,11 1-5 0,-3-2-1 0,5-2-4 16,-4-5-2-16,3-2-5 0,1-6 6 15,-1 0-14-15,4-4-12 0,-2 1-24 0,4 3-19 16,-2 3-20-16,0 1-42 16,2 5-53-16,0 1-69 0,-2 1-91 0,-2 2-88 15,0 4-101-15,0 1-177 0,2 5-11 16,-4-6 70-16,4 6-507 0,0 0-608 0</inkml:trace>
  <inkml:trace contextRef="#ctx0" brushRef="#br0" timeOffset="80350.21">15632 8264 2996 0,'-11'-7'-71'0,"1"1"21"0,0 0 18 0,1 1 21 0,1 0 33 0,0 2 30 0,3-1 47 0,5 4 23 16,-11-5 20-16,4 2 0 0,7 3-13 0,-7-4-8 16,7 4-14-16,0 0-7 0,0 0-12 15,14-6-6-15,2 4-11 0,9 0-7 0,17 2-3 16,8-2-12-16,2 2 4 16,12-1-9-16,-1-1-3 0,-9 0-9 0,7-1 0 15,-14 1-6-15,-1 0-3 0,-3-3-5 16,-3 3 11-16,-3-4-11 0,-6 0 3 0,-9 3 0 15,-3 0 8-15,2 1 8 0,-4-2 6 16,1 3 8-16,-6-1 9 0,2 0-1 0,-1 0-3 16,1 1-6-16,-3-1-8 0,0 2 0 15,-11 0-9-15,22 7 1 0,-13 3 0 0,-1 3 0 16,-2 5 2-16,-1 6 4 0,-3 13 2 16,-2 2 2-16,-4 2-4 0,-5 9 0 15,1 3-3-15,0-3-4 0,-1-10-2 0,0 1-2 16,1-2-6-16,0-5 0 0,3 0-3 15,-6-3 7-15,8-7 6 0,-3-4 15 0,4-6 12 16,-1 1 7-16,-1-6 13 16,0 1 16-16,3 1 19 0,-1-4-2 0,-3-1 18 15,5-6 3-15,-6 12 0 0,5-8-9 16,1-4-12-16,-10 7-14 0,3-3-5 0,-1-2-12 16,-3 2-6-16,-2-2-10 0,-7 1-8 15,-5 0-4-15,-9 2-2 0,-4 3-9 16,-4-1-7-16,-3 0-8 0,-13 0 1 15,1 3 4-15,2-4-13 0,-5 3 1 0,6-2-4 0,8 0-1 16,-10 1-2-16,11-2 4 16,2 2-4-16,-2-3 1 0,7 0 13 0,-6 0-4 0,2 1 1 15,2-1-3-15,0-3-4 16,4 3-2-16,7-2 1 0,3 0-3 0,-1 1 2 16,4-1 5-16,2-1 1 0,2 1 1 15,1-1 4-15,0 0 5 0,2 1 1 0,3-1-24 16,2 0-9-16,11-2 0 0,-19 1 0 15,19-1 0-15,-18 2 0 0,18-2 0 0,-11 0 0 16,11 0 0-16,0 0 0 0,0 0 0 16,-15 0 0-16,15 0 0 0,0 0 0 0,0 0 0 15,0 0 0-15,-13-5 0 16,13 5 0-16,0-14 0 0,0 2 0 0,1-3 0 16,5-2 0-16,0-5 0 0,6-11 0 15,0-4 0-15,4-9 0 0,4-5 0 0,-2-2 0 16,1-4 0-16,2 3 0 0,4-2 0 15,-4 0 0-15,-2 8 0 0,-6 2 0 0,-2 13 0 16,0 9 0-16,-6 6-45 0,1 4-326 16,-5 3-98-16,-1 3-106 0,0 2-119 0,0 6-143 15,-3-4 78-15,3 4-751 0,0 0-957 16</inkml:trace>
  <inkml:trace contextRef="#ctx0" brushRef="#br0" timeOffset="84066.5">14965 4057 3793 0,'-9'-5'-215'0,"-2"-1"40"0,2 2 45 0,2 0 33 0,1 0 33 15,-2 0 36-15,8 4 31 0,-13-5 32 0,9 5 22 16,4 0 9-16,-10-6-1 0,10 6 6 16,-5-3-4-16,5 3 0 0,0 0-5 0,0 0 0 15,0 0 9-15,0 0 5 0,19-9-3 16,1 5-6-16,5 2 1 0,18-3-8 15,4 2-2-15,16 0-7 0,4 0-7 16,5 0 0-16,0 0-8 0,3 6-3 16,-1-3-7-16,-3 0 2 0,-1 0-4 0,-5 3-4 15,-11-2 0-15,-5-1-5 0,-5 2 5 16,-2-4-2-16,-12 2-3 0,-5 0 8 0,-4-1 12 16,1-2 13-16,-10 3 9 0,3 0 7 15,-1 0 0-15,-3-3-3 0,-11 3 5 0,20 0-4 16,-13-1-8-16,-7 1-2 0,16 0-4 15,-16 0-8-15,11 0-3 0,-11 0-7 0,0 0-8 16,15 1 2-16,-15-1-3 0,12 3-5 16,-7 3 2-16,2 0-6 0,0 5 1 15,-2 5-2-15,1 3 4 0,0 6-5 0,-6 1 5 16,-2 10-1-16,-4-1-1 16,2 5-1-16,-6-3 1 0,3-2-1 0,0 2 9 15,-5-5 4-15,4-2 11 0,1 1 7 16,-1-8 2-16,1-4 5 0,0-6 5 0,4 3-1 15,-3-4-3-15,3-2-1 0,-1 0-6 16,0-3 2-16,2 1 3 0,1-2 1 0,1-6-2 16,-7 11 4-16,3-7 3 0,4-4 1 15,-3 10-2-15,3-10-1 0,-11 6-1 16,-2 0-2-16,2-3-13 0,-4-1 2 0,-4 4-6 16,-4 0-7-16,-2-2-2 15,-11 1 0-15,-4 1-7 0,-4-2-2 0,-3 2 3 0,-14 1-3 16,-4 0-2-16,-6 1-15 15,5-1-3-15,-5 1 5 0,2 0 1 0,1-2 6 16,1 1 5-16,4 0 2 0,6 0 5 16,12 0 3-16,2 0 3 0,4 0-1 0,3-1 2 15,5-1 1-15,6-1 1 0,2 1-1 16,7-2-9-16,-4 3 11 0,3-3-6 0,2 0-8 16,3 1 3-16,1-3 3 0,1 0-3 15,10-1-4-15,-19 6 11 0,19-6 24 16,-13 4-3-16,13-4 13 0,-12 1 5 0,12-1 14 15,0 0 9-15,-13 0 13 16,13 0 5-16,0 0-2 0,0 0-8 0,0 0-10 16,-17-5-9-16,17 5-26 0,-8-13-50 15,6 1 0-15,1-4 0 0,-1-3 0 0,2-8 0 16,0-10 0-16,3-2 0 0,5-4 0 16,6-11 0-16,0-3 0 0,10-1 0 0,-7 0-97 15,3 1-56-15,2 7-9 0,-8 9-12 16,0 10-20-16,-3 8-27 0,-3 5-41 0,-2 5-60 15,0 4-65-15,-3 2-41 0,-3 2-48 16,0 5-90-16,0 0-166 0,0 0 65 16,0 0-472-16,0 0-608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39:23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28783 816 841 0,'0'0'164'0,"0"0"2"0,0 0-1 0,0 0 2 0,0 0 12 0,0 0 3 0,0 0 10 16,0 0 8-16,0 0 30 16,0 0 20-16,0 0 17 0,0 0 12 0,0 0 9 15,0 0 5-15,0 0 5 0,29-9-6 16,-29 9-8-16,0 0-20 0,0 0-14 0,0 0-13 16,0 0-17-16,0 0-23 0,0 0-27 15,0 0-9-15,0 0 12 0,0 0-2 16,-8 23-9-16,6-9-12 0,0 2 1 0,1 5 15 15,-1 4 5-15,0-2-14 0,-1 4-7 16,-1 10-10-16,-3 0-14 0,1-1-10 16,1-3-14-16,-1-1-82 0,2-4-20 0,0-7 0 15,0-5 0-15,1 2 0 0,1-3 0 16,-2-1 0-16,2-2 0 0,0-3 0 0,2-1 0 16,-1 1 0-16,1-9 0 15,-2 13 0-15,2-8 0 0,0-5 0 0,0 9 0 16,0-9 0-16,0 0 0 0,0 0 0 15,0 0 0-15,0 0 0 0,0 0-258 16,0 0-203-16,0 0-94 0,0 0-112 0,0 0-202 16,-2-25 44-16,-3 18 97 0,3 0-574 15,2 7-760-15</inkml:trace>
  <inkml:trace contextRef="#ctx0" brushRef="#br0" timeOffset="284.91">28777 1164 3538 0,'-11'-5'-46'0,"11"5"30"0,-6-8 25 0,6 8 28 0,3-9 18 0,-3 9 18 0,11-14 22 0,0 3 9 0,1 1 3 16,4 0-1-16,9-9 0 0,2 4-7 15,2-4 0-15,-1 0-11 0,3-1-11 0,-4 0-8 16,-3 2-4-16,-5 3-9 0,-3 4-4 15,-3 3-6-15,-2 1-6 0,-3 0-30 0,-2 0-35 16,-3 4-44-16,-3 3-51 16,0 0-49-16,0 0-50 0,0 0-72 15,0 0-91-15,-37 14-167 0,12 1-52 0,-2-1 59 16,-2 1-105-16,4-1-144 0</inkml:trace>
  <inkml:trace contextRef="#ctx0" brushRef="#br0" timeOffset="516.09">28838 1056 1700 0,'0'0'51'0,"0"0"38"0,0 0 18 16,0 0 17-16,20 3 10 0,-20-3 32 16,0 0 22-16,7 7 20 0,-1-2-1 15,-1 0-14-15,4 4-7 0,-2 1-17 0,0 4-14 16,4 1-15-16,9 9-7 0,-3-3-16 16,2 2-12-16,0-3-9 0,0 1-6 15,-4-4-11-15,-4-5-9 0,2-2-4 16,-6-1-9-16,-2-3-4 0,3 3-6 15,-2-2-3-15,0-2-7 0,-2 0-25 0,-4-5-36 16,7 7-49-16,-7-7-64 0,4 7-92 16,-4-7-113-16,0 0-166 0,1 5-124 0,-1-5 52 15,0 0-202-15,0 0-270 0</inkml:trace>
  <inkml:trace contextRef="#ctx0" brushRef="#br0" timeOffset="1268.99">26860 2416 2139 0,'0'0'109'0,"0"0"26"0,0 0 26 0,-17-12 30 0,17 12 19 0,-4-9 10 0,4 9 12 0,0 0-2 16,6-10-7-16,-6 10-14 0,12-5-11 16,-12 5-13-16,22 0-16 0,-8 1-15 0,0 5-11 15,4 2-9-15,-3 3-10 16,1 2-8-16,-5 3 4 0,-1 4 4 0,-7 4 8 0,-3 0 5 15,-3 11 4-15,-11 0-3 16,-9 6 12-16,-1-3 0 0,-1-1 0 0,2-10 1 0,1 0 1 16,4-3 1-16,0-2 4 15,7-4 1-15,4-7 0 0,-1-2 1 0,0 0 2 16,6-3-1-16,-1-1-7 0,3-5-48 16,0 12-105-16,0-12 0 0,13 6 0 15,1-2 0-15,2-2 0 0,5 0 0 0,-1 0 0 16,4 1 0-16,1-1 0 15,2-2 0-15,-1 2 0 0,-3-2 0 0,1 0 0 0,-4 0 0 16,1 0 0-16,-1-2 0 0,-2-2-281 16,0 1-181-16,-2 1-89 0,0-4-109 15,-1 0-167-15,0-2 19 0,-2 1 83 16,3 1-594-16,-5-2-775 0</inkml:trace>
  <inkml:trace contextRef="#ctx0" brushRef="#br0" timeOffset="1549.17">27411 2373 3467 0,'-4'-19'-15'15,"2"7"44"-15,1 1 39 0,1 3 68 16,-2 2 30-16,2 6 17 0,0-12 8 0,0 12-11 16,0 0-17-16,0 0 24 15,0 0 46-15,0 0 4 0,0 29-15 0,-2-3-15 16,-3 11-19-16,3 4-13 0,2 0-24 15,0 4-13-15,-3 0-7 0,1-3-13 0,0-1-13 16,-2-4-14-16,2 0-44 0,-3-1-44 16,-1-3-43-16,0-8-38 0,0-3-41 15,3-5-48-15,-1 0-54 0,-2-3-53 0,5-2-50 16,-3-1-72-16,4-5-91 0,-2 0-135 16,2-6-47-16,0 0 70 0,0 0-355 0,0 0-433 15</inkml:trace>
  <inkml:trace contextRef="#ctx0" brushRef="#br0" timeOffset="1716.74">27468 2733 2671 0,'2'-12'66'0,"4"1"43"0,-5 0 40 0,5-1 35 15,1 0 37-15,0-3 20 0,2 1 13 16,0-3-9-16,9-7-19 0,1-1-21 0,0 1-23 16,-2 2-19-16,-2 3-23 0,-1 5-38 15,-3 2-49-15,-4 2-68 0,4 1-82 16,-8 3-97-16,5-1-98 0,-5 3-102 0,-3 4-120 15,0 0-125-15,0 0 61 0,0 0-268 16,0 0-332-16</inkml:trace>
  <inkml:trace contextRef="#ctx0" brushRef="#br0" timeOffset="1949.54">27415 2675 2422 0,'0'0'68'15,"-2"19"53"-15,2-9 56 0,2 0 46 0,-2 2 29 16,3 2 26-16,3 1-2 0,0 2 10 15,4 0-19-15,3 7-17 0,4 1-24 0,1-4-19 16,-4-4-20-16,-1-1-11 0,9 3-26 16,-3-3-15-16,-6-4-13 0,1-5-13 0,-3 5-12 15,-4-6-16-15,3 0-13 0,-2-1-25 16,-3 0-21-16,-5-5-37 0,10 5-38 16,-10-5-56-16,0 0-72 0,12 2-75 15,-12-2-102-15,0 0-133 0,0 0-216 16,0 0 38-16,0 0 75 0,0 0-362 0,0 0-434 15</inkml:trace>
  <inkml:trace contextRef="#ctx0" brushRef="#br0" timeOffset="3150.69">30063 2614 2577 0,'5'-9'-2'0,"-3"-4"31"0,2 3 17 0,-1-1 20 0,3 3 23 0,1 0 28 0,0-3 13 15,4 3 13-15,0-1 3 0,3 0-11 16,-1 3-6-16,2 0-19 0,2 3-7 16,-1 3-14-16,-2 2-4 0,8 5-12 15,-4 3-3-15,5 7-1 0,-2 3-8 16,-4 5-1-16,-3 0-3 0,-9 0 13 0,-1-5 9 15,-4-1 14-15,-4 5 28 0,-7 3 12 16,-1 1 15-16,-2-3 12 0,-2-1 10 0,3-5 7 16,2-5 0-16,1 1-1 0,0-2-16 15,5-4-16-15,-1-2-11 0,2 3-16 16,2-2-8-16,0-2-3 0,0 2-12 0,2-8-1 16,6 15-6-16,0-9-5 0,5 4-12 15,0-5-1-15,5 3-8 0,1-3-7 16,-2-1-5-16,5 1-10 0,-4-1-4 15,2-1-28-15,-3-1-37 0,-1-2-47 0,-1 0-48 16,-13 0-63-16,26 0-63 0,-15-2-65 16,2 0-83-16,-6-1-101 0,-2-1-148 15,3 1-111-15,-2-4 72 0,0 1-475 0,-6 6-627 16</inkml:trace>
  <inkml:trace contextRef="#ctx0" brushRef="#br0" timeOffset="3415.62">30763 2419 3463 0,'1'-9'62'0,"4"3"-9"16,-5 1 3-16,0 5 0 0,0 0-9 16,0 0 87-16,0 0 35 0,0 0 4 0,-12 34 14 15,7-14-13-15,-6 11-11 0,2 3-11 16,0 3-9-16,2-2-15 0,1 4-10 0,2-4-12 15,0 0-10-15,2-6-8 0,0-2-11 16,-2 7-6-16,2-5-32 0,1-3-42 16,-3 1-56-16,-2-6-72 0,-2 10-80 0,3-8-80 15,-3-5-84-15,3-2-91 16,-1-1-142-16,0-6-35 0,4-1 73 0,2-8-246 0,-2 2-302 16</inkml:trace>
  <inkml:trace contextRef="#ctx0" brushRef="#br0" timeOffset="3599.36">30757 2830 2537 0,'2'-12'156'16,"2"2"2"-16,2 0 22 0,0 1 30 15,3-3 20-15,2-1 11 0,5-1-6 0,3-8-18 16,1 3-20-16,2-1-17 0,-8 6-21 16,4 2-18-16,-7 1-22 0,1 1-43 15,-4 2-57-15,-1 1-77 0,-2-1-80 0,0 6-86 16,-5 2-80-16,0 0-94 0,0 0-123 15,0 0-92-15,-48 14 54 0,18-1-203 0,1 3-252 16</inkml:trace>
  <inkml:trace contextRef="#ctx0" brushRef="#br0" timeOffset="3765.29">30669 2779 2198 0,'-3'7'45'0,"3"-7"14"16,0 9 47-16,0-9 63 0,2 10 45 0,-2-10 22 15,1 12 18-15,3-5 8 0,1 1-1 16,2 2-9-16,0 3-20 0,5-1-19 15,1 1-22-15,4 1-17 0,6 5-18 0,-3-5-16 16,-4 0-33-16,2-3-52 16,-4 1-64-16,6 1-85 0,-4-3-102 0,-2 0-119 15,2-1-164-15,-5-1-206 0,-2-1 60 16,0-2-369-16,-2 2-469 0</inkml:trace>
  <inkml:trace contextRef="#ctx0" brushRef="#br0" timeOffset="3982.39">31070 2977 3171 0,'0'-5'272'0,"0"5"-10"0,4-13 0 16,0 6 8-16,3-1 11 0,4-1-5 0,3 3-20 16,1-2-27-16,6 1-25 15,4 3-22-15,2-1-16 0,11 0-38 0,-6 5-66 0,-5-2-74 16,1 2-106-16,-3 0-123 15,-1 0-144-15,-1 0-175 0,-1 0-184 0,-7 2 77 16,-15-2-453-16,15 0-590 0</inkml:trace>
  <inkml:trace contextRef="#ctx0" brushRef="#br0" timeOffset="4215.21">31135 2810 3068 0,'0'0'117'15,"-7"-10"39"-15,7 10 14 0,-3-7 7 0,3 7 6 16,0 0 3-16,0 0-10 16,-4-7-12-16,4 7 23 0,0 0 42 0,0 0-1 15,12 29-10-15,-4-10-22 0,-1 2-14 16,4 8-22-16,1 1-8 0,-3 2-18 16,0-1-12-16,2-1-36 0,-6-2-48 0,1 4-55 15,-3-6-66-15,-1-2-94 0,0-3-101 16,-2 0-108-16,0-5-143 0,-2 1-219 0,4-3 65 15,0-3 77-15,3-1-354 0,0-2-438 16</inkml:trace>
  <inkml:trace contextRef="#ctx0" brushRef="#br0" timeOffset="4448.51">31899 2635 2628 0,'4'-12'122'0,"-1"2"40"16,-3 2 2-16,4 5-10 0,-4 3-10 0,0 0 41 15,0 0 44-15,0 0 26 0,-9 23-8 16,1-2-6-16,-2 10 2 0,1 6-26 0,2 2-18 16,-4 11-20-16,4-9-14 0,0 9-17 15,-1-9-30-15,-2 11-10 0,1-13-9 16,0-3-45-16,-1 0-44 0,-2-4-39 0,0-3-43 16,-4 0-47-16,-1-5-67 15,1-1-80-15,-1 0-90 0,-2-6-127 0,4-5-185 0,-2 0 10 16,-8 5 64-16,4-5-304 15,-6 2-380-15</inkml:trace>
  <inkml:trace contextRef="#ctx0" brushRef="#br0" timeOffset="6232.92">25315 3892 2534 0,'3'-5'3'0,"3"-2"16"0,-2 2 23 0,-1 0 31 0,-3 5 37 16,7-10 18-16,-5 8 23 0,-2 2 11 0,5-5-14 15,-5 5-2-15,0 0 17 0,0 0 23 16,0 0 9-16,20 15-7 0,-15 1 13 15,1 6 6-15,-3 13 0 0,-1 2-26 0,0 2-8 16,-6 3-16-16,3 2 0 0,-7-1-11 16,-2-4-5-16,1 1-10 0,0-4-8 0,-2-4-7 15,2 0-2-15,-4-5 0 0,5-5-9 16,0-7-8-16,3-4-14 0,1 2-5 0,1-2-2 16,1-4-3-16,-2-3 6 0,4-4 2 15,0 0-13-15,0 0-5 0,0 0-10 16,0 0-11-16,0 0-4 0,6-35-19 15,-3 14-19-15,5-16-17 0,1-2-9 0,3-9-6 16,-1-1-6-16,3 1 3 0,-5 8 0 16,-2 3-1-16,4 1 7 0,-8 8-6 15,1 7 13-15,-2 5 1 0,0 2-8 0,-2 3 4 16,-4-1 5-16,-1 4 1 0,-6-1-1 16,0 7 17-16,-3-1-10 0,-2 6 5 15,-7-1-5-15,0 5 12 0,-8 3 7 0,9 0 6 16,4-3 9-16,4 3 8 0,-2-4-1 0,5 2 0 15,1-2 8-15,0-1 20 0,7 1 11 16,-1 2 10-16,4-8 7 0,4 10 8 16,7-4-11-16,3-1-2 0,2-1-6 15,11 0-11-15,4-3-6 0,6 2-7 0,8-3-5 16,-4 0-3-16,4-3-9 0,-6 3-31 16,-6 0-21-16,-6 0-26 0,-6 0-26 0,-6 0-31 15,-2 0-26-15,0 3-32 0,1-3-30 16,-5 0-31-16,1 3-24 0,-3 0-45 0,0 1-52 15,-7-4-57-15,7 8-64 0,-5-5-94 16,-2-3-160-16,3 8 59 0,-3-8-472 16,-1 10-599-16</inkml:trace>
  <inkml:trace contextRef="#ctx0" brushRef="#br0" timeOffset="6564.95">25869 3755 3124 0,'2'-16'-9'0,"-2"4"38"0,0 2 44 0,0 2 47 0,0 8 32 0,0-10 23 0,0 10 8 0,0-10 2 16,0 10-18-16,0 0-14 0,0 0 43 16,0 0 10-16,0 0 7 0,2 41-13 15,-2-16-15-15,-6 14-11 0,3 4-17 16,-3 2-5-16,-1 10-33 0,-4 1-10 0,2-3-7 15,2 1-15-15,0-12-6 0,0-1-8 16,1-3-8-16,1-2-5 0,-3-3-7 0,5-7-2 16,-6-6-12-16,6 1 13 0,-1-7-25 15,0-2-18-15,1-2-22 0,1-3-34 16,0 3-40-16,-3-7-67 0,5-3-79 0,0 0-93 16,0 0-75-16,0 0-96 15,0 0-139-15,7-27-60 0,0 9 72 0,1-2-413 0,2 2-510 16</inkml:trace>
  <inkml:trace contextRef="#ctx0" brushRef="#br0" timeOffset="6765.71">25865 4108 3147 0,'4'-14'124'0,"0"1"13"0,2-1 20 15,3 1 28-15,3-5 11 0,7-5-1 16,4-2-12-16,1 3-20 0,1 1-15 0,2 1-16 15,-4-1-31-15,0 4-48 0,-5 5-62 16,-4 1-93-16,-3 5-95 0,0-1-88 0,-4 4-89 16,-3 1-115-16,-4 2-113 15,0 0 56-15,0 0-242 0,0 0-277 0</inkml:trace>
  <inkml:trace contextRef="#ctx0" brushRef="#br0" timeOffset="6999.18">25905 4023 2142 0,'0'0'118'15,"0"0"28"-15,0 0 2 0,0 0 32 0,16 7 41 16,-16-7 37-16,9 12 17 0,1-4 22 16,-1 4-2-16,4 3-20 0,5 6-34 15,-1 3-27-15,0 0-16 0,3 1-22 0,-4-1-12 16,4-1-20-16,-6 0-11 0,2-5-15 16,-7-1-14-16,2-3-8 0,1 1-10 15,-2-3-7-15,-1-1-7 0,-3-3-9 16,0 1-6-16,-1-2-10 0,-1-2-18 0,-4-5-27 15,6 8-33-15,-6-8-38 0,3 6-81 16,-3-6-90-16,7 4-114 0,-7-4-121 0,0 0-168 16,0 0-47-16,0 0 72 0,0 0-439 15,0 0-530-15</inkml:trace>
  <inkml:trace contextRef="#ctx0" brushRef="#br0" timeOffset="8081.88">27232 4001 2652 0,'-2'-6'-118'0,"4"-1"14"0,-2 7 13 0,2-12 30 0,-2 7 38 0,1-2 32 16,-1 0 23-16,4-1 27 0,0-3 30 0,0 3 25 16,2-1 22-16,0 1 24 15,-3-3 24-15,3 4 9 0,-3 3 12 0,-3 4-6 16,9-9-11-16,-9 9-14 0,3-5 5 16,-3 5 47-16,0 0 22 0,8 27 7 0,-10-6-12 15,-4 14-29-15,1 8-4 0,-7 11-6 16,1 1-18-16,-1 1-16 0,3-4-17 0,-4-1-13 15,4-11-13-15,2-1-9 0,0-5-11 16,1-4-15-16,-1-7-2 0,2-4-3 16,-1-5-8-16,5-2 17 0,-1-2 15 15,0-2 19-15,0-1 14 0,2-7 13 16,-4 11-16-16,4-11-14 0,0 0-15 0,0 0-64 16,0 0-48-16,-1-26 0 0,2 9 0 15,5-5 0-15,5-17 0 0,3-7 0 0,2-5 0 16,4-3 0-16,1 0 0 0,-2 3 0 15,0 5 0-15,-4 11 0 0,-5 4 0 0,1 4 0 16,-5 7 0-16,0 5 0 0,-4 2 0 16,0 4 0-16,-2 2 0 0,-9 5 0 0,0-1 0 15,9 3 0-15,-34 9 0 0,4 2 0 16,-1 0 0-16,2 1 0 0,1 0 0 0,6 2 0 16,8-3 0-16,-2 1 0 15,5-2 0-15,2-3 0 0,0-1 0 0,4 0 0 16,3 6 0-16,2-6 0 0,0-6 0 15,6 16 0-15,2-9 0 0,3-2 0 0,2 0 0 16,3-2 0-16,3-1 0 0,1 0 0 16,7 1 0-16,-2-1 0 0,2 1 0 15,-6-3 0-15,-1 2 0 0,0 1 0 0,-4-2 0 16,2-1 0-16,-5 3 0 0,-1-1 0 16,-1-1 0-16,-4 1 0 0,5 3-242 0,-1-1-82 15,-3 0-76-15,2 2-88 0,-3-1-114 16,1 0-185-16,-3-2-1 0,2 3 84 0,-3-3-608 15,-4-3-768-15</inkml:trace>
  <inkml:trace contextRef="#ctx0" brushRef="#br0" timeOffset="9282.14">27637 4013 3507 0,'0'0'-74'0,"3"-10"40"0,-3 10 36 0,2-11 49 0,-2 3 42 0,0 8 40 0,4-13 31 15,-4 6 26-15,0 7 12 0,1-11 1 0,-1 3-1 16,2 1-4-16,-2 7-4 15,6-12 0-15,-4 6-12 0,-2 6-6 0,3-8-20 0,-3 8-20 16,6-8-12-16,-6 8-15 16,0 0 4-16,0 0 21 0,0 0 7 0,14 33-7 15,-12-10-3-15,-2 16-20 0,-2 0-8 16,-4 2-10-16,3 0-6 0,-4 1-8 0,0-4 0 16,-1 0-10-16,3-2-8 0,-2-1-5 15,2-10-3-15,1-4-3 0,0-5-9 16,1 1-7-16,-1-5 2 0,2-2-5 0,0-2 4 15,0 1-18-15,2-2-25 0,0-7-41 16,-4 7-49-16,4-7-53 0,0 0-51 0,0 0-52 16,0 0-66-16,0 0-79 15,0 0-79-15,0-24-96 0,3 13-145 0,-2 0 7 16,-1 0 75-16,2 2-450 0,-2 1-557 16</inkml:trace>
  <inkml:trace contextRef="#ctx0" brushRef="#br0" timeOffset="9464.12">27691 4238 3086 0,'4'-9'76'16,"-4"1"39"-16,1 0 28 0,-1-1 39 16,0 0 31-16,5 1 15 0,-1-2 5 0,-1-3-6 15,5 2-16-15,1-3-26 0,3 0-17 16,7-6-20-16,0 0-13 0,4 2-14 0,-3 1-32 16,0 3-39-16,-6 1-43 0,0 3-62 15,-3-2-73-15,2 4-70 0,-6 3-64 16,-2 1-57-16,-3 0-69 0,-2 4-69 15,0 0-101-15,0 0-26 0,0 0-324 16,-39 15-388-16</inkml:trace>
  <inkml:trace contextRef="#ctx0" brushRef="#br0" timeOffset="9664.02">27682 4142 2382 0,'-4'1'2'0,"4"-1"45"0,-6 8 26 16,6-8 47-16,0 9 53 0,0-9 33 0,0 0 27 15,4 13 6-15,0-3-5 0,1-1-4 16,3 3-14-16,0 0-17 0,-1-2-19 15,3 5-16-15,-1-1-16 0,-1 1-15 0,1-1-15 16,1-2-12-16,0 1-16 16,-3 1-30-16,1-5-25 0,-3 1-39 0,1 0-36 15,0-2-50-15,0 0-66 0,-3 1-70 16,3-3-72-16,-2-1-104 0,-1-2-156 0,-3-3-60 16,9 5 59-16,-9-5-270 0,0 0-315 15</inkml:trace>
  <inkml:trace contextRef="#ctx0" brushRef="#br0" timeOffset="9898.42">27981 4250 2730 0,'0'0'319'16,"-10"-5"12"-16,10 5 15 0,0 0 25 0,0 0 9 15,-4-7 8-15,4 7-17 0,0 0-36 16,29-3-30-16,-12 3-29 0,2-2-31 15,4 2-25-15,-4-2-42 0,3 0-48 0,-4 1-101 16,1-1-75-16,-4 2-78 0,1-1-88 16,-1 1-100-16,-1 0-102 0,-2-1-111 0,-2-2-141 15,0 2-51-15,-10 1 72 0,0 0-475 16,0 0-589-16</inkml:trace>
  <inkml:trace contextRef="#ctx0" brushRef="#br0" timeOffset="10115.77">28114 4075 3014 0,'-2'-10'87'0,"-2"4"46"16,4-1 28-16,-1 1 10 0,1 6 21 15,-4-7 4-15,4 7-4 0,0 0 12 0,0 0 41 16,0 0 4-16,0 0-11 0,0 0-20 16,7 36-24-16,-3-17-15 0,2 1-19 0,-3 3-16 15,2 2-17-15,-3 0-13 0,0 1-25 16,-1-1-37-16,-1 1-50 0,0 0-47 0,0-3-57 15,0 2-75-15,0-1-87 0,0-3-88 16,-1-4-101-16,1 0-121 0,0-3-107 16,0-3 55-16,1 1-424 0,3-5-523 15</inkml:trace>
  <inkml:trace contextRef="#ctx0" brushRef="#br0" timeOffset="10364.99">28512 3990 3270 0,'0'-9'209'16,"0"2"12"-16,0 7-1 0,2-8-3 0,-2 8-1 16,0 0 49-16,0 0 29 0,0 0-17 15,-6 35-17-15,1-4-19 0,-1 5-23 16,-4 2-19-16,3 2-19 0,-4 6-20 16,2-7-13-16,2 0-12 0,-2-2-16 0,3 1-17 15,-1-4-4-15,2-7-21 0,2-2-29 16,-1-3-37-16,-2-2-44 0,3-2-40 0,1-3-54 15,0-1-63-15,0 0-84 0,0-5-101 16,0 1-112-16,2-2-154 0,-4-2-106 0,2-2 73 16,2-4-538-16,0 0-675 0</inkml:trace>
  <inkml:trace contextRef="#ctx0" brushRef="#br0" timeOffset="12013.96">29989 3945 3339 0,'2'-8'-32'0,"-2"8"21"0,0-12 31 0,0 12 32 0,0-12 36 0,2 5 26 16,-2 7 14-16,4-13 20 0,-2 7 3 0,-2 6-2 15,1-10-8-15,-1 10-15 0,6-7-16 16,-6 7-6-16,0 0 19 0,0 0 9 16,12 19 11-16,-8-2 10 0,-2 8-2 15,-2 15 6-15,-2 2 23 0,0 4-9 16,-5 7-8-16,0-11-7 0,1 1-7 0,-1-4-9 16,2 1-10-16,-1-3-12 0,1-4-11 15,-2-8-8-15,1 0-7 0,3-4-9 0,-5-4-10 16,5-2-5-16,-2-3-3 0,1 0-3 15,3-3 1-15,-1 0-14 0,-2-3 4 0,4-6-3 16,-2 7-10-16,2-7-9 16,0 0-20-16,0 0-18 0,0 0-22 0,2-31-12 15,4 9-17-15,4-11-5 0,4-11-2 16,4-5-5-16,-1 0 8 0,0-1 8 0,0 4 8 16,-7 12 3-16,-3 1 5 0,-1 9 6 15,-4 3 6-15,-2 7 1 0,-2-1 1 16,-4 4 5-16,-5 2 2 0,-4 3 0 0,-5 3 6 15,2 3 5-15,-7 3 2 0,0 0 13 16,2 2 6-16,2 2-1 0,-2-3 6 0,8 2 4 16,2 1-6-16,2 0 14 0,2 0 2 15,6-1 14-15,1 3 18 0,2 1-1 0,3 0-1 16,8 2-11-16,0 2 3 16,10 3-4-16,6 0-9 0,1-3-4 0,5 0 0 15,1-1-6-15,-2-2-3 0,2-3-12 16,-1 2-19-16,-6-5-27 0,-4 1-20 15,-5 0-12-15,2-5-21 0,-4 2-19 0,-2-3-30 16,-1 0-36-16,-1 0-50 0,-12 0-60 16,18-2-80-16,-7 1-77 0,-4-3-101 0,-2 1-168 15,-5 3-15-15,8-6 87 0,-8 6-450 16,0 0-552-16</inkml:trace>
  <inkml:trace contextRef="#ctx0" brushRef="#br0" timeOffset="12282.81">30364 3981 2897 0,'0'-7'95'0,"0"0"36"0,0 7-3 0,0-10 7 0,0 10 9 0,0 0 3 16,-3-7 0-16,3 7 13 0,0 0 45 16,0 0 20-16,-9 31-4 0,1-9-15 15,0 11-12-15,0 2-19 0,1 0-13 0,0 2-13 16,-2 2-17-16,4-3-14 0,-3 1-6 15,3-4-13-15,-3 0-19 0,2-4-42 0,-3 2-47 16,3-6-47-16,1-4-57 16,-4-5-77-16,4 2-81 0,1-4-76 0,-1-2-99 15,3-4-151-15,-2-4-63 0,4-4 61 16,0 5-358-16,0-5-434 0</inkml:trace>
  <inkml:trace contextRef="#ctx0" brushRef="#br0" timeOffset="12480.54">30325 4334 2568 0,'0'0'107'0,"2"-9"46"16,-1 5 12-16,-1 4 16 0,10-14 20 0,-2 6 26 15,-1-3 4-15,8-5-3 0,1 3-18 16,3-4-16-16,3-4-20 0,0 2-19 0,1-1-13 16,-5 0-27-16,4 0-41 15,-3 0-43-15,-4 3-55 0,-1 3-69 0,-5 4-59 0,-4 0-64 16,3 4-57-16,-4 1-64 15,-4 5-74-15,0-3-118 0,0 3-36 0,0 0-305 16,-28 14-352-16</inkml:trace>
  <inkml:trace contextRef="#ctx0" brushRef="#br0" timeOffset="12680.77">30357 4249 2417 0,'0'0'27'0,"0"0"27"0,2 8 35 0,-2-8 42 15,5 10 40-15,-1-3 20 0,1 3 22 16,0-1 3-16,3 3-1 0,-1 0-12 15,0 1-15-15,4 3-17 0,-2 2-19 0,2-1-10 16,1-2-18-16,-3 1-12 16,0-1-9-16,2-1-14 0,-4-2-26 0,-1-2-31 15,4 0-43-15,-7-1-34 0,3-2-62 16,-2 0-72-16,-1-1-72 0,-1-2-107 0,-2-4-175 16,6 5-78-16,-6-5 63 0,0 0-289 15,0 0-322-15</inkml:trace>
  <inkml:trace contextRef="#ctx0" brushRef="#br0" timeOffset="12915">30669 4339 2669 0,'-9'-5'234'0,"4"1"12"16,5 4 6-16,-10-5 11 0,10 5 7 15,0 0-1-15,0 0-11 0,0 0-24 0,28-6-20 16,-9 4-24-16,3 1-23 0,3-2-35 16,0 3-39-16,0-2-48 0,0 0-81 0,-1 2-89 15,-3-2-104-15,-1 0-110 0,-2 0-130 16,-4-1-155-16,-2 2-4 0,0-2 66 0,-5 3-297 16,-7 0-342-16</inkml:trace>
  <inkml:trace contextRef="#ctx0" brushRef="#br0" timeOffset="13197">30793 4134 2616 0,'-4'-9'121'0,"1"2"5"16,3 7 8-16,-2-6 13 0,2 6 1 16,0 0-10-16,0 0-5 0,0 0 45 0,0 0 20 15,-11 22 0-15,5-2-7 0,2 4-13 16,2 2-9-16,-6 11-13 0,3-4-12 15,1 4-16-15,1-2-13 0,-1 0-12 16,1-6-8-16,1-2-8 0,-2-3-10 0,3 0-8 16,-1-3-6-16,0-3-4 0,0 0-12 15,-2-5 0-15,4-1-14 0,-1-1-19 16,-1-3-33-16,0 2-30 0,4-5-37 0,-2-5-57 16,0 12-84-16,0-12-85 0,0 0-92 15,0 0-127-15,0 0-132 0,0 0 57 0,20-20-371 16,-13 11-454-16</inkml:trace>
  <inkml:trace contextRef="#ctx0" brushRef="#br0" timeOffset="13863.48">31026 4214 2919 0,'-6'-12'113'0,"3"1"28"0,-1 2 35 0,-1 0 37 0,5 2 28 0,0 7 11 0,0-13-7 0,3 3-12 0,3 4-24 15,1-2-20-15,2-1-22 0,5 2-16 0,3 6-18 16,0-3-16-16,0 4-11 16,2 4-14-16,1 2-8 0,-4 5-11 0,6 9-7 15,-8 6-1-15,-5-4-9 0,-7 1-3 16,-6 0-4-16,-8 10 0 0,-3 0 10 16,-4-3 12-16,0 2 28 0,-2-5 28 0,3 0 17 15,2-3 11-15,2-5 14 0,5-5 10 16,1-4 10-16,0-2 7 0,3-1 3 0,1-2-4 15,0 1-10-15,4-6-153 0,-4 10-32 16,4-10 0-16,0 0 0 0,12 13 0 0,-4-12 0 16,5 2 0-16,2-1 0 0,-2 0 0 15,7-1 0-15,-4-1 0 0,6 0 0 16,-8 0 0-16,6 3 0 0,-5-3 0 16,0 0 0-16,0 0 0 0,-1 0 0 0,-14 0 0 15,23 0 0-15,-23 0 0 0,17 2 0 16,-17-2 0-16,15-2 0 0,-7-1-166 0,-8 3-172 15,11-3-85-15,-11 3-103 0,12-4-124 16,-8 2-208-16,-4 2 71 0,7-7 84 16,-7 7-569-16,6-6-732 0</inkml:trace>
  <inkml:trace contextRef="#ctx0" brushRef="#br0" timeOffset="18179.9">32042 4122 3171 0,'0'0'-127'0,"0"0"62"0,4-12 36 0,-4 12 39 0,0 0 32 16,0 0 31-16,-7-10 31 0,7 10 24 0,0 0 9 16,0-9 12-16,0 9 1 0,-1-7 13 15,1 7-1-15,0 0 4 0,0-9-4 0,0 9-7 16,0 0-11-16,1-8-10 0,-1 8-14 15,0 0-14-15,0 0-11 0,0 0-13 0,0 0-6 16,0 0 25-16,0 0 23 16,-3 24 12-16,-1-7-4 0,0 5 8 0,-1 1 3 15,-3 7 9-15,-4 3-4 0,3 0 0 16,2-2-3-16,-3 0-13 0,2-6-12 16,1-4-10-16,1-1-5 0,1-1-9 0,-4-3-12 15,6-1-6-15,-1-3-8 0,2 0-9 16,-1 0-4-16,-1-4-4 0,0 1-5 0,2 0-8 15,-1-2 0-15,3-7-5 0,-3 10-3 16,3-10-14-16,-4 5-20 0,4-5-22 0,0 0-27 16,0 0-17-16,0 0-6 0,-4-20-7 15,8 7-14-15,0-9-10 0,2 0-4 16,5-12 9-16,0-1 11 0,1 0 10 0,-2-2 8 16,1 1 4-16,-1 4 9 0,-3 6 6 15,-1 5 5-15,-1 1 10 0,-1 4 10 0,-2 4 10 16,1 0 6-16,-1 2 0 15,-1 2-1-15,-1 1 2 0,0 7-5 0,-1-10 4 16,1 10 1-16,-12-4 5 0,12 4 7 16,0 0 10-16,-42 14 8 0,23-4 7 0,-8 5 14 15,5 2 5-15,-1 1 5 0,3-3 4 16,7-1 5-16,1-1-13 0,3-2 6 0,0-1-6 16,3 0 4-16,2-1 6 15,0-2 5-15,2 1 2 0,2-8 1 0,7 14-5 16,2-7-7-16,2 0-2 0,3-1-7 0,0-2-6 15,6 0-6-15,-2 0-7 16,4-4-24-16,3 0-22 0,-2 0-22 0,-1 0-21 16,-3 0-19-16,2 0-21 0,-6 0-18 15,-1 0-22-15,-3 0-23 0,0 0-27 0,-11 0-34 16,18 0-36-16,-11 0-41 0,-7 0-47 16,14 0-60-16,-14 0-77 0,0 0-140 0,13 3-41 15,-13-3 71-15,0 0-317 0,0 0-396 16</inkml:trace>
  <inkml:trace contextRef="#ctx0" brushRef="#br0" timeOffset="18445.75">32305 4110 2761 0,'1'-12'104'0,"-1"-1"34"0,0 5 41 0,0 8 35 0,0-12 31 0,0 12 6 0,0-6-9 0,0 6-27 16,0 0-23-16,0 0-26 0,0 0-14 0,0 0-12 15,0 0-6-15,-12 20-6 0,4-1-17 16,0 1-9-16,0 1-8 0,-5 6-9 0,3 4-12 16,1-3-4-16,2-3-5 15,1-4-5-15,-6 8-4 0,5-8-11 0,-1-3-28 0,3 0-27 16,-4-4-33-16,4 1-36 0,-2-1-57 16,-1-2-66-16,2 0-69 0,0-2-66 15,1-2-95-15,1-2-146 0,0-1-78 16,4-5 60-16,-2 5-315 0,2-5-394 15</inkml:trace>
  <inkml:trace contextRef="#ctx0" brushRef="#br0" timeOffset="18662.37">32240 4368 2603 0,'-4'-6'91'0,"4"6"21"15,0 0 22-15,2-14 9 0,2 8 8 16,3-4 12-16,1 3 1 0,7-2-15 0,3-4-17 15,7-4-15-15,-1-3-13 16,3 1-16-16,-1 0-36 0,-1-2-50 0,-2 5-45 16,-4 0-54-16,-5 4-49 0,-3 3-51 15,-4 1-54-15,-3 3-80 0,-4 1-90 16,0 4-102-16,0 0 25 0,0 0-80 0,-22 2-78 16</inkml:trace>
  <inkml:trace contextRef="#ctx0" brushRef="#br0" timeOffset="18863.98">32272 4228 1689 0,'-9'3'90'0,"9"-3"27"0,0 0 29 0,0 0 32 16,0 0 39-16,-2 10 12 0,2-10 3 15,4 12 1-15,0-6-9 0,-1 5-14 16,1-1-15-16,1 2-17 0,4-1-17 16,-2 2-17-16,1-1-15 0,-3-1-13 0,2 2-12 15,-2-3-16-15,1-1-35 0,-1 1-44 16,1 0-47-16,-3-3-64 0,4 0-77 0,-3 0-83 15,-3-1-118-15,-1-6-159 0,8 9-58 16,-4-4 74-16,-4-5-199 0,7 5-214 16</inkml:trace>
  <inkml:trace contextRef="#ctx0" brushRef="#br0" timeOffset="19046.93">32530 4406 2034 0,'0'0'146'0,"0"0"70"15,-2-10 26-15,2 10 9 0,2-8-1 16,-2 8-5-16,7-7-13 0,1 3-25 0,-8 4-24 16,17-6-20-16,-6 2-16 0,2 2-50 15,1-1-52-15,1 1-65 0,-3 1-70 0,1-1-60 16,-13 2-67-16,23-2-69 0,-12 1-104 16,-11 1-133-16,18-2-21 0,-15 0-217 15,-3 2-252-15</inkml:trace>
  <inkml:trace contextRef="#ctx0" brushRef="#br0" timeOffset="19262">32629 4272 2264 0,'-2'-9'129'0,"0"1"48"15,2 0 40-15,0 8 24 0,-4-11 21 16,4 11-4-16,0 0-9 0,-1-8-29 16,1 8-28-16,0 0-14 0,0 0-8 0,0 0-9 15,0 0-17-15,-7 27-11 0,7-16-13 16,-4 5-10-16,1 1-12 0,-1 0-10 0,0 3-10 15,-1 1-21-15,1-1-34 16,-1 3-40-16,2-3-48 0,-3-3-78 0,3-1-67 16,1-1-68-16,-2 0-83 0,2-2-124 0,0-5-171 15,1 0 59-15,1-2-341 16,0-6-417-16</inkml:trace>
  <inkml:trace contextRef="#ctx0" brushRef="#br0" timeOffset="19598.55">32878 4242 2654 0,'6'-7'45'0,"-3"1"17"16,6 2 6-16,-9 4 7 0,9-7 2 15,-9 7-4-15,11-4 0 0,-11 4-10 0,0 0-2 16,0 0-11-16,20 11 6 16,-17-5-9-16,1 4 1 0,-4-1 6 0,0 5 14 15,-6 2 30-15,3 3 18 0,-5 1 19 16,-2 0 13-16,3 1 5 0,-1-2 3 15,3-2 1-15,-4 0-3 0,6 1 6 0,-1-3 3 16,4-1 1-16,0 1-6 0,0-1-7 16,0-1-6-16,0 3-1 0,0-4 8 0,-2 0-11 15,2 1-9-15,0-1-13 0,-2 3 0 16,-1-4-17-16,-1 1 0 0,-3 2-15 16,0-2-5-16,-2-1-20 0,0-1-44 0,0-2-62 15,-4-1-70-15,2 0-100 16,-2-4-109-16,1-1-133 0,-1-2-163 0,-6 0-158 15,0-4 82-15,-6 0-546 0,-11 0-704 16</inkml:trace>
  <inkml:trace contextRef="#ctx0" brushRef="#br0" timeOffset="20328.98">29077 1734 3515 0,'0'-21'-97'0,"-4"5"20"0,-6 7 6 15,-1 3 6-15,-7 6 19 0,-16 6 22 0,-13 11 25 0,-5 4 22 16,-7 7 2-16,-15 12-1 0,-1 1-2 0,9 5 8 16,16-9-16-16,3 0-3 15,2-2-3-15,8 0 0 0,2 0 3 0,7-1-5 0,6-9 4 16,0 1 3-16,3-4-8 16,-1 0-22-16,4-1-26 0,0-5-37 15,5-3-55-15,0-5-84 0,3-2-168 0,2-6-142 16,6 0-130-16,0 0-154 0</inkml:trace>
  <inkml:trace contextRef="#ctx0" brushRef="#br0" timeOffset="20545.41">29021 1754 2021 0,'11'0'74'0,"0"2"-11"0,0 2-5 16,-2 1-6-16,7 3 14 0,5 2 15 15,7 7 12-15,12 6 1 0,2 1-7 0,2 1-5 16,3-2-11-16,-1 4-3 0,1-2-17 16,0 1-5-16,-8-2-12 0,-6-4-10 0,-3 1-24 15,1-1-38-15,-5-1-41 0,-2 1-58 16,-10-3-81-16,-2-5-109 0,-8-3-163 16,-4 1-114-16,-4-3-104 0</inkml:trace>
  <inkml:trace contextRef="#ctx0" brushRef="#br0" timeOffset="21028.48">27002 3194 1635 0,'9'-9'69'0,"-4"1"12"0,-3 2-5 0,-2 6-10 0,0 0-2 0,0 0 15 0,-53 11 24 0,6 9 20 16,-11 5 15-16,-3 4-1 0,-13 12-2 16,0 0-10-16,16-7-13 0,-12 7 1 15,18-6-6-15,7-2-6 0,3-2-11 16,7-2-10-16,7-10-7 0,5 1-7 0,2 1-2 15,4-8-14-15,4-3-4 0,3-1-10 16,2 0 8-16,1-4-14 0,0 0-26 0,0-2-26 16,7-3-23-16,-9 7-45 0,9-7-66 15,-6 2-73-15,6-2-81 0,0 0-119 0,0 0-100 16,-5-15 59-16,7 4-63 0,1 1-37 16</inkml:trace>
  <inkml:trace contextRef="#ctx0" brushRef="#br0" timeOffset="21328.79">27291 3038 1701 0,'5'-10'139'0,"-3"3"-16"0,2 2-13 15,1 3-10-15,-5 2-3 0,0 0 28 16,0 0 21-16,24 10-4 0,-9 3-15 0,8 5-9 16,6 5-6-16,3 4-19 15,4 2-2-15,6-1-3 0,-1 1-13 0,-2-3-13 0,3 3 4 16,-4-3-8-16,1-3-24 16,-9-4-27-16,-1-3-27 0,-5-1-39 0,-3-3-53 15,-3-2-67-15,-7-1-91 0,3-1-134 16,-5-4-112-16,0 1 49 0,-4-2-73 15,-5-3-43-15</inkml:trace>
  <inkml:trace contextRef="#ctx0" brushRef="#br0" timeOffset="21846.06">30580 3287 1765 0,'0'-21'109'0,"-4"5"-1"0,0 3-6 0,1 1 0 0,1 4-1 0,0-1-3 0,2 9-5 16,0 0 27-16,0 0 11 0,-29 15-12 16,12 10-2-16,-4 2-14 0,-3 7-8 15,4-2-9-15,-5 5 1 0,1 3-24 16,1-2 2-16,-2 2-6 0,2-2-1 0,5-9-2 16,-2 1-2-16,-1-2-8 0,1-2-20 15,-2-2-27-15,3-4-32 0,4-4-36 0,1-4-56 16,5-4-65-16,0-1-111 0,3-3-150 15,6-4-72-15,0 0 48 0,0 0-68 16,0 0-45-16</inkml:trace>
  <inkml:trace contextRef="#ctx0" brushRef="#br0" timeOffset="22012.03">30666 3270 1674 0,'12'-2'94'15,"-1"6"34"-15,-2 1 32 0,3 3 14 0,-3 4 9 16,4 4-1-16,5 6-3 0,-4 2-16 15,6 4-16-15,-4-2-17 0,-2 3-9 0,6-3-15 16,-5 4-24-16,2-3-58 0,-2-3-65 16,-1-3-88-16,-5-7-124 0,-2-1-187 0,2-3-98 15,-6-1 59-15,1-4-88 0,-4-5-69 16</inkml:trace>
  <inkml:trace contextRef="#ctx0" brushRef="#br0" timeOffset="22928.86">29439 1163 1532 0,'0'0'82'0,"0"0"26"0,-12 2 9 0,12-2-2 0,0 0-7 0,0 0-8 16,0 0-3-16,0 0-3 0,0 0-6 0,21-17-4 16,-10 11-12-16,3-1-10 0,5 0-7 15,2 0-7-15,2 1-24 0,2-2-36 16,0 3-42-16,-1 0-62 0,-1 1-78 0,-6 1-81 16,0 1-173-16,-3 1-126 15,-5-1-75-15</inkml:trace>
  <inkml:trace contextRef="#ctx0" brushRef="#br0" timeOffset="23096.84">29459 1255 1551 0,'-5'5'16'15,"-1"-1"40"-15,6-4 32 0,-7 5 31 16,7-5 24-16,0 0 15 0,0 0-9 0,0 0-11 16,0 0-13-16,0 0-16 0,0 0-12 15,0 0-11-15,28-13-9 0,-17 9-16 0,9 2-31 16,-5-1-35-16,2 1-47 15,-2 0-64-15,2-2-79 0,0 3-103 16,1-2-187-16,-3-1-145 0,2 0-128 0</inkml:trace>
  <inkml:trace contextRef="#ctx0" brushRef="#br0" timeOffset="23430.15">30142 840 1667 0,'0'-6'19'0,"0"6"21"0,-2-10 5 16,2 10-6-16,0 0-7 15,0-10-9-15,0 10 1 0,0 0 7 0,0 0 11 16,0 0 11-16,-4 26-1 0,2-9 2 15,-1 6 5-15,1-1-3 0,-5 11 0 16,2 1 0-16,3-5-13 0,-3 7-2 0,1 0-1 16,0-1-3-16,-2-4-5 0,2-3 0 15,-2-4-3-15,3-2-27 0,-1 3-17 16,-1-4-35-16,-1 0-36 0,-1-2-68 16,2-3-87-16,-1-3-158 0,-1-1-166 15,2-3-65-15</inkml:trace>
  <inkml:trace contextRef="#ctx0" brushRef="#br0" timeOffset="24661.66">28582 1630 1529 0,'-31'2'40'0,"4"-2"17"0,6 0 2 0,2 0 13 0,4 0 24 0,3 0 15 0,12 0 18 15,-21-4-5-15,21 4-14 0,0 0-14 16,0 0-9-16,56-15-2 0,9 8-10 0,18-1-5 16,37-1-14-16,8 6-10 0,5-4-18 15,5 7-10-15,2 2-1 0,4-2 1 16,-6 5-4-16,-2-2-3 0,-12 2 3 15,-15 0-4-15,-30-1 2 0,-11-2-6 0,-19-1 4 16,-10 1-2-16,-6 0 3 0,-10-2 6 16,-4 2 17-16,-4-2 19 0,-1 0 7 15,-14 0 24-15,20 3 9 0,-20-3 12 0,16 0 8 16,-16 0-22-16,13 0-4 16,-13 0-10-16,0 0-18 0,15 2-4 0,-15-2-8 0,11 1-7 15,-11-1-1-15,0 0-10 16,0 0-3-16,18 0-5 0,-18 0-1 0,0 0-2 15,15-1 3-15,-15 1-3 0,17-7-4 16,-6 2-2-16,3-4 4 0,5-1-8 16,-3-2 5-16,8-9-5 0,-3-1 1 0,2-3 2 15,-2-1-7-15,4-10 4 16,-1-3-8-16,1-7 4 0,-4 2-7 0,1-4 4 0,-4-1-1 16,0-4-7-16,-2 1-2 0,-2 0 5 15,-3-3-4-15,-1 1-2 0,-6 11 1 16,-4-1 13-16,-2 0-14 0,-4 4-1 0,-4 3 19 15,-1 3-21-15,-1 5-8 16,-2 3 4-16,-4 2-2 0,-2 3 2 0,-3 3 5 16,-1 0-2-16,-2 4 2 0,3 2 5 15,-3 0-4-15,3 4 6 0,1 1-5 16,4 0-1-16,-3 0 12 0,-1 2-4 0,-1 0-4 16,-1 0-5-16,-11 0 9 0,-1-1 2 15,-4 3-3-15,-1-1-1 0,-16 0-2 0,-6-5 3 16,-7 1-2-16,0 0-3 0,-6 0 5 15,-2-2 2-15,-8 1 3 0,-20-1-2 16,-3 1-2-16,-6 1 0 0,4 1-5 0,-4 0 8 16,2 3-3-16,22 3-1 15,-3 1 3-15,10 0-2 0,-2 0-2 0,13 3-8 16,4 0 9-16,8 0 1 0,17 0-1 16,2 0 3-16,14-1-6 0,5 0-4 15,3 0-8-15,5-2-2 0,2 1 13 0,1-1-28 16,1 0 2-16,11 0 3 0,-15 1-3 15,15-1 3-15,-13 3-1 0,13-3 2 0,-10 3 8 16,6-1 4-16,4-2-4 0,-9 7 1 16,5-2 3-16,-2 3 6 0,3 6-2 15,-8 5 0-15,2 12 6 0,0 8-2 0,-9 15 7 16,4 1 9-16,-4 3 8 16,-1 1 3-16,0 3 9 0,2-3-3 0,-2 1 2 15,0-4 4-15,-1 1 3 0,6-6-8 16,-2-2 0-16,7-12 0 0,-1-1 7 15,5-5-3-15,-2-5-1 0,6-6-8 0,-3-3 2 16,2-5-4-16,0 0 2 0,0 0 0 16,1-3-3-16,1-1-1 0,-2 2-5 15,2-10 3-15,2 12-3 0,-1-3-8 0,5-1 8 16,-1 0-2-16,7 0-12 16,1 1 12-16,5 1 2 0,0 1-7 0,2-2 6 15,1 2-4-15,-1-2 3 0,3 0-4 0,6 0 3 16,-4-1 2-16,-2 0-8 0,-6-4 4 15,0 1 2-15,0-2-2 0,-3 0 3 16,-1-1-1-16,-1 0-7 0,-1 0-14 16,-11-2-19-16,16 3-40 0,-16-3-46 0,13 1-59 15,-8 1-93-15,-5-2-163 0,0 0-156 16,7 4 54-16,-7-4-104 0,0 0-138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48:57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5042 1980 1726 0,'0'-7'350'0,"0"7"-22"0,-2-12-22 0,2 6-2 16,0 6-7-16,-2-11-27 16,2 11-25-16,0-9-25 0,0 9-2 0,0 0-11 15,0 0 37-15,0 0 36 0,0 0 6 16,-9 26-6-16,2-2-13 0,-2 10 12 0,-4 12-17 15,3-5-21-15,-1 6-22 0,2-9-22 16,3-2-16-16,-4 0-19 0,5-1-15 16,1-8-15-16,0-4-13 0,0 0-12 0,-4-2-19 15,4-3-46-15,-3-2-73 0,3-3-97 16,3 0-91-16,-3-1-98 0,0-4-96 0,2-3-109 16,-1 0-133-16,3-5-183 0,0 0 75 15,0 0-638-15,0 0-852 0</inkml:trace>
  <inkml:trace contextRef="#ctx0" brushRef="#br0" timeOffset="168.93">5017 2329 3561 0,'2'-4'-78'0,"1"-4"57"15,-3 8 42-15,9-16 31 0,0 5 31 16,0-1 19-16,3-3-3 0,9-6-3 0,0 1-10 16,0-1-17-16,-1 2-2 15,3 1-40-15,-5 2-42 0,-3 3-50 0,2 2-61 0,-6 3-60 16,2 1-65-16,-6 0-91 15,-2 3-127-15,-5 4-68 0,0 0 45 0,0 0-80 16,2 20-73-16</inkml:trace>
  <inkml:trace contextRef="#ctx0" brushRef="#br0" timeOffset="333.7">5135 2253 1698 0,'0'0'224'16,"0"0"62"-16,-18-6 23 0,18 6 10 15,0 0 6-15,0 0 7 0,0 0 2 0,0 0-17 16,0 0-37-16,0 0-37 0,39 18-24 15,-20-12-26-15,2 3-14 0,0-1-55 0,4 0-77 16,2 1-77-16,-3 3-80 0,-6 0-80 16,-4-3-99-16,2 1-115 0,2 2-150 0,-7 3-85 15,0 2 54-15,-3 3-309 0,1 11-376 16</inkml:trace>
  <inkml:trace contextRef="#ctx0" brushRef="#br0" timeOffset="683.88">4520 2944 2832 0,'-6'-9'239'0,"6"9"21"16,0 0 23-16,0 0 49 0,-30 11 56 15,-1 6 20-15,-11 8 9 0,-3 8-3 0,-7 5-10 16,-11 16-16-16,-2 2-27 0,-1 0-21 16,1 2-29-16,0 1-16 0,4 0-25 15,4-1-26-15,4 1-239 0,12-14-5 0,1-2 0 16,6-2 0-16,2-4 0 0,3-5 0 16,6-9 0-16,5 0 0 0,-2-2 0 0,4-4 0 15,5-5 0-15,2-1 0 0,2-3 0 16,-2 0 0-16,4-4-13 0,1 1-540 15,4-5-144-15,0 0-186 0,0 0 26 0,0 0 91 16,-16-14-738-16,16 14-950 16</inkml:trace>
  <inkml:trace contextRef="#ctx0" brushRef="#br0" timeOffset="1084.85">2715 4211 4041 0,'0'0'119'0,"0"0"49"0,0 0 17 15,0 0 26-15,19-31 46 0,-5 17 31 0,4-6 8 16,7 1-3-16,0 2-16 0,6-2-32 16,-1 5-25-16,3 0-23 0,-1 6-15 15,-5 5-21-15,-4-1-16 0,-5 4-14 16,2 4-10-16,-4 6-6 0,0 3-3 15,-7 5 2-15,-3 3 7 0,-6 4 9 0,-6 11-68 16,-5 0-62-16,-8 8 0 0,-6 1 0 16,1 0 0-16,-5-1 0 0,2-2 0 0,2-3 0 15,6-9 0-15,6-2 0 0,4-9 0 16,2 1 0-16,4-9 0 0,3 1 0 16,3-2 0-16,1-1 0 0,8-2 0 15,3-4 0-15,4-1 0 0,6-4 0 16,13-4 0-16,4-4 0 0,9-3 0 0,1-5 0 15,-5 1 0-15,-1 0 0 0,-11 4 0 16,-5-1 0-16,-7 3 0 0,-4 3 0 0,-4 1-4 16,-4-1-586-16,-5 2-101 0,-1 3-107 15,-5 3-55-15,0 0 82 0,0 0-754 0,0 0-970 16</inkml:trace>
  <inkml:trace contextRef="#ctx0" brushRef="#br0" timeOffset="1334.02">3487 4067 4657 0,'0'-12'250'0,"-2"2"50"0,0 3 31 16,2 7 25-16,-3-10 1 0,3 10-23 16,0 0-24-16,0 0-7 0,0 0 4 0,0 0-16 15,-5 35-16-15,8-14-155 0,-3 5-120 16,4 7 0-16,-3-3 0 0,-1-4 0 0,2-1 0 15,-2-4 0-15,2 4 0 0,2-3 0 16,-4-3 0-16,2 0 0 0,-1-3 0 0,-1 2-411 16,0-3-200-16,0-1-139 0,0-2-129 15,2-4 79-15,0-1-812 0,2-3-1052 16</inkml:trace>
  <inkml:trace contextRef="#ctx0" brushRef="#br0" timeOffset="1500.12">3620 4253 4366 0,'0'-15'87'0,"-2"5"79"15,2 2 63-15,-2 1 77 0,2 7 34 0,0-14 11 16,0 14-17-16,0-14-26 0,0 6-30 16,4-3-28-16,3 3-26 0,-2-2-27 15,2-3-27-15,3 3-50 0,-3 3-79 0,1-1-119 16,-4 1-121-16,3 4-109 0,-3 1-110 16,-4 2-113-16,0 0-139 0,8 14-131 15,-12 1 73-15,-4 6-644 0,-6 6-826 16</inkml:trace>
  <inkml:trace contextRef="#ctx0" brushRef="#br0" timeOffset="1701.93">3573 4309 3891 0,'0'0'131'0,"0"0"45"0,0 0 26 0,0 0 22 15,0 0 26-15,-4 8 77 0,4-8 24 16,8 13-19-16,-3-5-28 0,4 2-22 0,3 2-26 16,1-1-25-16,12 7-20 0,0-4-22 15,-2-3-21-15,-4-1-17 0,2 0-15 0,0-3-33 16,-6-2-41-16,1 0-51 15,-5 0-76-15,-2-1-91 0,1-1-90 0,-4 0-101 16,-1 1-135-16,-5-4-172 0,0 0-180 0,11 1 82 16,-11-1 69-16,0 0-599 15,14-15-741-15</inkml:trace>
  <inkml:trace contextRef="#ctx0" brushRef="#br0" timeOffset="2134.23">4706 2851 3337 0,'0'0'18'0,"-19"0"89"0,19 0 54 15,-15 0 33-15,15 0 26 0,0 0 12 16,-14 2-9-16,14-2-24 0,-5 6 25 0,5-6 54 16,27 31 27-16,19-4-3 15,31 10-10-15,17-3-29 0,17 6-25 0,11-1-22 16,5-8-40-16,-3 3-51 0,2 5-14 0,-8-2-14 15,-4-1-5-15,-15 0-15 0,-11-7-48 16,-27-7-42-16,-11 0-44 0,-16-4-4 16,-3-1 7-16,-14-4 6 0,-4-1-10 15,-4-1-13-15,-2-5-20 0,-4 3-29 0,-3-2-44 16,0 0-52-16,0-7-84 0,-8 9-105 16,4-4-150-16,-5-1-208 0,4-2 55 0,-6 4 86 15,4-2-470-15,0 1-562 0</inkml:trace>
  <inkml:trace contextRef="#ctx0" brushRef="#br0" timeOffset="2482.31">5499 4036 3573 0,'-11'-8'382'0,"1"1"-6"15,6-1-22-15,6-2 0 0,3 2 3 0,4 1-11 16,4-1-27-16,4 0-27 0,2 3-29 16,2 4-25-16,6 1-28 0,-2 5-18 0,7 8-17 15,-5 3-13-15,-7 7-15 0,-4 2-9 16,-9 8 0-16,-7-4 3 0,-3 3-107 16,-7 6-34-16,0-2 0 0,-3-3 0 15,0 0 0-15,1-2 0 0,0-6 0 16,1-4 0-16,6-6 0 0,3-1 0 0,0-4 0 15,6-2 0-15,-1-1 0 0,10-2 0 16,-2-3 0-16,4-4 0 0,7-2 0 0,3 0 0 16,8-6 0-16,-1-2 0 0,0-1 0 15,-3-2 0-15,2 0 0 0,-10 2-383 0,6-2-621 16,-8 3 74-16,-4 0 91 16,2 3-873-16,-6-3-1147 0</inkml:trace>
  <inkml:trace contextRef="#ctx0" brushRef="#br0" timeOffset="2701.15">6078 3818 4832 0,'0'-12'95'15,"0"4"52"-15,-1 2 36 0,1 6 23 16,0 0 49-16,1-8 34 0,-1 8 34 0,0 0 3 16,12 21-29-16,-6-8-29 0,3 6-29 15,-1 3-24-15,0 8-24 0,-3-6-24 16,1 0-41-16,1 5-94 0,-1 4-32 0,0-9-29 15,-2-2-147-15,0 0-93 0,-2-4-102 16,-1 2-111-16,1-5-124 0,0 0-155 16,0 1-36-16,0-4 72 0,2-2-627 15,0-3-807-15</inkml:trace>
  <inkml:trace contextRef="#ctx0" brushRef="#br0" timeOffset="2886.98">6202 4127 4085 0,'-9'-5'286'15,"9"5"69"-15,-6-5 18 0,6 5 21 0,0-14 19 16,2 5 8-16,6-4-13 0,1-5-31 16,8-6-40-16,3 1-32 0,0-3-33 0,1-2-107 15,3 3-165-15,-4-3 0 16,1 4 0-16,-1 2 0 0,-8 2-213 0,0 7-132 16,-4 3-90-16,-3 3-84 0,-5 0-105 15,0 7-115-15,0 0-34 0,0 0 64 16,0 0-595-16,-37 17-762 0</inkml:trace>
  <inkml:trace contextRef="#ctx0" brushRef="#br0" timeOffset="3050.86">6229 3920 3578 0,'-9'10'36'0,"1"1"83"16,7 1 70-16,-4-3 59 0,3 3 53 15,2 2 56-15,2 1 5 0,3 3-8 16,0 0-22-16,2 3-27 0,-1-4-29 0,4 0-27 16,1 1-24-16,-2-5-22 15,4 1-17-15,-4-4-26 0,0 1-23 0,3-3-48 16,-5-1-80-16,-1-2-104 0,-1 0-122 15,-5-5-146-15,14 2-186 0,-14-2-216 0,15-7-63 16,-8 2 85-16,7-4-670 0,-3 3-865 16</inkml:trace>
  <inkml:trace contextRef="#ctx0" brushRef="#br0" timeOffset="3250.99">6727 4021 4274 0,'-10'-2'483'16,"2"-1"13"-16,8 3-2 0,0 0-27 0,-5-7-35 16,5 7-23-16,0 0-35 0,29-9-36 15,-5 2-37-15,12 1-178 0,6-1-123 0,-4 1 0 16,-1-1 0-16,1 2-72 0,-2 0-303 16,-2-2-166-16,-5 2-231 0,-8 1-121 0,-5 1 90 15,-2 2-807-15,-14 1-1051 0</inkml:trace>
  <inkml:trace contextRef="#ctx0" brushRef="#br0" timeOffset="3465.21">6902 3713 4212 0,'-10'-26'45'0,"3"10"84"16,1 2 34-16,2 4 27 0,0 5 10 16,4 5 31-16,-4-4 63 0,4 4 51 0,0 0 25 15,4 32 0-15,3-9-24 0,-2 11-27 16,2 6-38-16,5 7-22 0,-4 5-27 0,-1 3-27 15,2-2-205-15,-7-8 0 0,2-1 0 16,-2 1 0-16,-2-5 0 0,-2 1 0 0,2-2-278 16,-2-10-100-16,2-4-88 0,-2-6-99 15,2-4-137-15,0-3-122 0,0-4 75 16,2-5-689-16,-2-3-889 0</inkml:trace>
  <inkml:trace contextRef="#ctx0" brushRef="#br0" timeOffset="3649.65">7418 3630 4233 0,'0'25'102'0,"-2"-8"73"0,2 7 56 16,-4 2 47-16,3 11 19 0,-3 2 2 0,2-2-16 15,0-8-21-15,4 9-30 0,-2-7-24 16,2-7-23-16,0 0-46 0,-2-4-60 16,0-2-63-16,0-3-76 0,0 1-76 0,0-4-77 15,-2 1-124-15,0-4-156 16,0 1-228-16,-1 1-34 0,-3 2 80 0,-1 3-559 0,-4 1-697 15</inkml:trace>
  <inkml:trace contextRef="#ctx0" brushRef="#br0" timeOffset="36378.48">10749 7724 1575 0,'0'-9'230'0,"0"9"-55"16,2-9-32-16,-2 9-7 0,0-7-5 15,0 7-4-15,0-8 0 0,0 8-8 0,0 0 3 16,0-6-3-16,0 6-8 16,0 0-6-16,0 0 32 0,0 0 29 0,-15 21 20 15,-2 5 12-15,-12 15 13 0,-5 6 11 16,-18 20 10-16,-11 7 6 0,1 1 4 0,-9-1-2 16,3 1-3-16,5 0-3 0,0-3-15 15,6-8-12-15,4-2-22 0,15-16-15 0,3-5-17 16,2-10-15-16,13-4-14 0,4-10-13 15,5-2-6-15,-1-3-13 0,5-2-4 16,1-3-5-16,-1 0-7 0,3-2-10 16,4-5-15-16,-10 7-46 0,10-7-40 0,0 0-37 15,0 0-44-15,-17-5-53 0,17 5-56 0,-5-7-69 16,5 7-73-16,0 0-69 16,-9-7-93-16,9 7-126 0,0 0-48 0,0 0 63 15,0 0-515-15,-9 14-621 0</inkml:trace>
  <inkml:trace contextRef="#ctx0" brushRef="#br0" timeOffset="37159.08">9909 8998 3229 0,'0'-5'15'0,"0"5"10"0,0 0 15 0,0 0 47 16,0 0 32-16,-31 4 28 0,16 1 16 15,-4 3-1-15,1 1-5 0,-13 5-10 0,8-4-9 16,4-2-8-16,0 1-10 0,3-1-8 15,2-4-7-15,-2 1-10 0,7-1-11 0,-1 0-8 16,0-4-10-16,10 0-9 0,-15-10-8 16,10 0-8-16,-2 1-5 0,6-6-9 0,-3 0-4 15,2 1-1-15,2 0-2 16,0 2-7-16,0 0 1 0,0 4 2 0,0-2-3 16,0 3-7-16,0 2 0 0,0 5-1 15,4-9 4-15,-4 9-1 0,0 0 4 0,0 0 5 16,25 12 5-16,-14-3 1 0,5 2-2 15,7 7-2-15,1 0-1 0,2 0-1 0,-1 0-1 16,0-1-3-16,-3-5 2 0,-8-1-6 16,0-3 0-16,-5 2-3 0,1-5 0 0,-7 3 5 15,4-2-3-15,-7 2-4 0,0-1-1 16,-5-1-4-16,0 0-3 0,-5-5 0 16,10-1-2-16,-19-4 5 0,6-4-3 15,-1-6 0-15,-2-7 0 0,4 1 4 0,2 5 8 16,3 1 19-16,3 4 9 0,1-1-4 15,-1 5-8-15,-1-1 13 0,5 7 25 16,0 0 13-16,0 0 1 0,0 0 1 0,0 0 4 16,0 0 2-16,35 20-19 0,-24-10-7 15,1 4 10-15,1 0-18 0,-2-1-12 0,3-4-9 16,-3 1 9-16,-3 0-21 0,-1-4-28 16,3 2-42-16,-4-4-41 0,-1 1-48 0,1 1-57 15,-1-2-73-15,-5-4-85 16,0 0-107-16,0 0-177 0,-11 10-37 0,6-7 62 15,-4 0-484-15,9-3-572 0</inkml:trace>
  <inkml:trace contextRef="#ctx0" brushRef="#br0" timeOffset="38208.98">2637 10667 1427 0,'13'-12'143'0,"-3"1"-6"0,-1 3-11 15,-3 0 0-15,-1 4-1 0,-1-1-10 0,-4 5-18 16,7-8-15-16,-7 8 15 0,0 0 44 16,0 0 37-16,0 0 14 0,-22 35 22 15,-3-9 19-15,-9 12 7 0,-7-1 6 0,-18 14 6 16,-11 2-17-16,-2 5-4 0,-2 1 0 16,-6 2-16-16,1-5-19 0,0-2-20 0,0 0-15 15,4-3-13-15,5-3-16 0,20-13-15 16,2-1-14-16,4-2-13 0,5-3-40 15,3-3-51-15,11-5-68 0,3-4-76 16,3-3-90-16,6 0-96 0,-3 0-85 16,7-4-118-16,-7 2-184 0,3 0 65 0,-1 1-420 15,3-1-544-15</inkml:trace>
  <inkml:trace contextRef="#ctx0" brushRef="#br0" timeOffset="38759.24">1080 11754 3109 0,'-4'-12'57'0,"2"4"23"16,0 2-5-16,2 6 0 0,-4-6-12 0,4 6 34 16,0 0 23-16,0 0 9 0,0 0-11 15,-7 21-11-15,5-9-8 0,0 4 5 0,-1 1-6 16,-1 0-1-16,2 6-16 0,2-5-8 15,-5 5-4-15,-2-3-10 0,3 4-3 16,-1-2-5-16,1-6-6 0,2-1-4 0,-1-2 0 16,0-3 1-16,-1-2-6 0,4-8-7 15,-4 4-17-15,4-4-2 0,0 0-5 0,0 0 2 16,-7-35-2-16,5 16 3 0,2 1-4 16,2-1 3-16,0 2-4 0,0 1-1 15,1 2 1-15,-1 4-3 0,7 1 1 16,-2 5 10-16,2 2 7 0,-9 2-2 15,23 2 3-15,-4 4-5 0,0 5 4 0,8 7-3 16,-2-2 1-16,-2 3-3 0,-6-4 0 16,-3 1-3-16,-2-3 2 0,-1 1 1 0,-2-2-2 15,-4 1-2-15,-1-1 1 0,-2-3-3 16,-2-1 5-16,-2 2 21 0,2-10 8 16,-7 5 5-16,7-5 2 0,0 0 6 0,-31-27 28 15,15 2 0-15,5-2 16 0,4 4 14 16,-1 1 24-16,4 7 0 0,-2-1-3 15,3 3-6-15,-1 2-19 0,2 3-15 0,2 1-13 16,0 7-7-16,0 0-3 16,11-7-7-16,-11 7-12 0,0 0 0 0,33 14-3 15,-16-7-27-15,2 3-62 0,7 3-72 16,5 1-86-16,1 0-107 0,4-1-123 0,1-1-160 16,-3-4-207-16,4 1 55 0,-2-1 86 15,-7-4-458-15,5 2-582 0</inkml:trace>
  <inkml:trace contextRef="#ctx0" brushRef="#br0" timeOffset="39409.35">5814 10624 2992 0,'-6'-5'14'0,"6"5"33"0,-6-10 19 0,4 4 6 0,2 6 8 0,0 0 14 15,14-6 39-15,-14 6 31 0,45 8 33 0,4 8 12 16,3 6-5-16,5 7-8 0,20 12-17 16,1 6-15-16,0 0-27 0,-2 1-14 15,1 4 10-15,-7-4-13 0,-4-2-16 16,-18-8-10-16,-1-2-8 0,-8-1-12 0,-3 2-7 0,-5-2-41 16,-8-7-69-16,-6 1-75 15,-5-1-101-15,-7-3-108 0,-3-6-127 0,0 0-206 16,-6 1 22-16,0-3 65 0,1-1-360 15,-1-2-413-15</inkml:trace>
  <inkml:trace contextRef="#ctx0" brushRef="#br0" timeOffset="39943.94">6878 11419 2908 0,'-20'3'164'0,"15"3"14"0,-1 0 27 15,-4 3 13-15,-3 3 19 0,-6 7 15 16,-3 4 16-16,2-3-3 0,-1 3-21 0,-2 1-13 16,-1-2-5-16,-1 1-24 0,2-2-19 15,-1 1-17-15,0 1-20 0,1-5-9 0,2-1-15 16,5-1-15-16,3-5-8 16,2-3-24-16,1-2-38 0,3-3-25 0,7-3-28 0,0 0-24 15,-18-17-14-15,15-1 0 0,1-8 6 16,2 0 2-16,2-12 6 0,4 3 6 15,0 10 8-15,-3 6 1 0,-1 4 5 16,2 2 3-16,0 6 19 0,-3 3 27 16,-1 4 22-16,0 0 10 0,0 0 15 0,29 18 5 15,-20-4-4-15,3 3-10 0,-3 0-4 16,4 4-6-16,-1 3-3 0,0-4-8 0,-2-2-5 16,-1-2-3-16,-2 1-3 0,2-5 3 15,-4-3-11-15,-1 2 2 0,1-4 2 0,-1 0 0 16,0-4-23-16,-4-3-11 0,0 0-19 15,0 0-11-15,0 0 7 0,12-28-4 0,-8 4-4 16,-3-14 5-16,3-3 0 0,0 1 0 16,1 2 3-16,-1 10 5 0,2 8 17 0,-4 3 0 15,2 3-2-15,0 3 6 16,1 7 31-16,1 0 31 0,-6 4-1 0,0 0 3 16,36 12-7-16,-17-2-4 0,8 5-7 15,0 3-7-15,1 1-1 0,1-5-5 0,-2 2-31 16,-5-4-41-16,-4-1-44 0,-4-4-43 15,2-1-39-15,-3-1-36 0,-3-1-72 16,-1-2-84-16,-1-1-61 0,-8-1-84 0,0 0-119 16,0 0-77-16,16-5 67 0,-16 5-485 15,0 0-584-15</inkml:trace>
  <inkml:trace contextRef="#ctx0" brushRef="#br0" timeOffset="41058.89">9815 9362 2975 0,'11'-11'-72'0,"-8"-1"24"0,5 4 37 0,-7 1 25 16,1 0 14-16,0 2 0 15,-2 5-4-15,0 0-3 0,0 0 16 0,0 0 23 16,-36 27 19-16,6 7 29 0,-8 9 11 15,-16 17 12-15,-3 4 8 0,-6 3-3 0,-2 2 3 16,-1-1-6-16,3-2-9 0,6-7-4 16,12-14-3-16,6-1-8 0,1-3-8 0,6-2-11 15,-1-2-9-15,6-4-9 0,4-8-6 16,4-1-6-16,0 0-4 0,0 1-5 0,2-2-7 16,-4 1-5-16,4-1-6 15,-4 0-31-15,2-2-17 0,-1-1-44 0,8-3-41 16,-2 0-51-16,1-4-37 0,0 1-42 15,4-4-47-15,-2 0-66 0,2-1-63 0,1 3-121 16,2 0-11-16,-3 3-269 0,4 5-293 16</inkml:trace>
  <inkml:trace contextRef="#ctx0" brushRef="#br0" timeOffset="41626.85">8673 10897 2477 0,'1'-7'137'0,"1"3"-11"16,-2 4-16-16,0 0 22 0,0 0 18 16,-25 19 5-16,12-5 10 0,-8 6 1 15,0 1-7-15,0 1-12 0,-2-1-14 0,2 1-11 16,-4-1-15-16,5 1-7 15,-3-1-10-15,2-3-11 0,-1 3-8 0,6-7-6 0,0-3-8 16,5-1-6-16,0-5-4 16,1 1-10-16,0-2-17 0,1-6-19 0,9 2-11 0,-15-11-3 15,7-1 3-15,4-2 0 16,-1-9-1-16,3 0 10 0,-1 1-5 0,6 2 4 16,-1 1-2-16,2 2 8 0,-3 3 5 15,3 2-2-15,4 4 15 0,-3 2 15 0,3 5-1 16,-8 1 5-16,24 5 2 0,-10 2 2 15,5 3-2-15,6 7-2 0,1-1-6 0,1 1-2 16,0 1-2-16,-2-1-4 0,-5-5-3 16,-2 0 0-16,-3 1-4 0,0-1 1 0,-4-3-3 15,0-3-1-15,-4 0 2 0,0-4 4 16,-1 2 2-16,-6-4 3 0,0 0-4 0,23-14 1 16,-16 3 9-16,5-9 12 15,-1 4 7-15,3-4 10 0,-4 5 3 0,-1 0 2 16,-2 2-11-16,-2 5-7 0,0 5-4 15,1-1-2-15,-6 4 1 0,0 0-1 16,0 0-5-16,0 0-2 0,23 15-2 0,-17-8-1 16,-1 3-6-16,2 1-7 0,2-1-4 15,2-1-20-15,-2 1-31 0,3-2-42 0,-1 1-51 16,5-2-63-16,-5-3-85 0,2-3-86 16,-1-1-106-16,1-1-180 0,-1-3-18 0,1-3 69 15,-4-2-406-15,3 0-477 0</inkml:trace>
  <inkml:trace contextRef="#ctx0" brushRef="#br0" timeOffset="41943.28">9905 9612 3037 0,'0'0'112'0,"-2"-10"-11"0,2 10-9 0,0 0 6 16,0 0 28-16,0 0 19 15,0 0 26-15,6 33 19 0,8-4 4 0,11 12 1 0,5 5-13 16,15 22-15-16,7 5-14 16,3 0-12-16,5 0-13 0,-3 0-14 0,-3 1-9 15,4 3-14-15,-5-5-10 0,-1-2-4 16,-3-3-13-16,-10-16-1 0,-5-5-13 0,-4-4-23 15,-5-4-49-15,-6-11-44 0,-2-3-59 16,-7-6-91-16,-3-5-81 0,-2-3-103 0,-5-1-146 16,0-4-103-16,0-5 51 0,-5 6-417 15,5-6-491-15</inkml:trace>
  <inkml:trace contextRef="#ctx0" brushRef="#br0" timeOffset="42329.04">10629 10744 3158 0,'-5'5'178'0,"5"-5"1"0,-8 7 43 16,5-2 44-16,-8 2 24 0,2 1 23 0,-2 5 5 15,-5 0 1-15,-7 7-7 0,-1-3-18 16,-2 6-18-16,-10 5-24 0,9-8-23 0,-12 8-21 16,1-1-23-16,0 4-17 0,-3-6-18 15,11-6-15-15,2-1-19 0,3-3-22 0,6-7-21 16,2-2-32-16,3-6-47 0,14 0-37 15,-19-14-21-15,15 1 4 0,-1-10-3 0,5-1 14 16,2-2 7-16,1 2-2 16,1 1 3-16,-1 7 8 0,1 1-2 0,-1 3 10 15,1 5 10-15,1 2 29 0,3 2 20 16,-8 3 9-16,0 0 15 0,32 11-5 0,-14 1 6 16,9 7-4-16,-1 1-3 0,9 8-1 15,1-1-4-15,-4 1-6 0,-3-4-4 16,-3-4-7-16,-1 2-2 0,0-3-1 0,-6-3-11 15,-4-5-33-15,-4-3-44 0,-3 0-58 16,2 0-55-16,-3-3-72 0,-1-1-119 16,1-2-118-16,-7-2-145 0,0 0-182 15,0 0 62-15,14-10 91 0,-12 5-565 0,-2 5-685 16</inkml:trace>
  <inkml:trace contextRef="#ctx0" brushRef="#br0" timeOffset="42974.94">13082 9895 3428 0,'-4'-14'-6'0,"-1"2"38"0,-2 5 4 0,6 6-4 0,1 1 42 16,0 0 60-16,-4 17 43 0,8 7 34 15,6 13 24-15,6 17 2 0,18 20 15 0,20 3-3 16,11 6-16-16,15 4-23 16,17-2-20-16,37 20-16 0,5-6-7 0,11-3 34 15,14-8 17-15,4-3-9 0,7 1-16 16,5-7-18-16,-19-4-20 0,-42-16-18 0,-13-8-15 15,-15-4-18-15,-18-3-51 0,-26-10-56 16,-11-5-65-16,-20 5-74 0,-5-8-76 0,-8-3-94 16,-9-2-91-16,-9 3-82 0,-8-5-87 15,-8-4-179-15,1-5 41 0,-1-7 72 16,4-4-495-16,-5-9-600 0</inkml:trace>
  <inkml:trace contextRef="#ctx0" brushRef="#br0" timeOffset="43527.18">15150 11253 3218 0,'5'-2'26'0,"-5"2"51"0,0 0 63 15,-7 18 40-15,-4-1 18 0,-11 7 20 16,-12 5 19-16,-4 1 14 0,-10 4 21 0,-2-3-3 16,-4 0-12-16,-3 4-16 0,-14 4-22 15,-1 1-25-15,12-8-20 0,-1-6-10 0,6-1-16 16,10-6-15-16,12-4-7 15,10-6-12-15,6-9-14 0,7 0-46 0,3-9-52 16,3-7-23-16,6-8-14 0,4-14 3 16,10-11-2-16,2 1 3 0,3 3 5 0,1 4 2 15,-4 11 6-15,0 6-2 0,-6 7-2 16,0 5 12-16,-2 7 30 0,-1 5 30 16,0 4 21-16,3 3 12 0,1 6 7 0,-2 5 14 15,7 11 4-15,-3 4-1 0,-2 1-10 16,0 0-5-16,1 0-9 0,-1-3-8 0,1 0-6 15,1-4-9-15,-7-5-5 0,-1-7-5 16,-1-4-3-16,0-2-3 0,-3 0 2 0,-1-3-5 16,2-4-5-16,-4-2-16 15,0 0-21-15,0 0-13 0,3-23-19 0,-2-2-14 0,3-14-9 16,7-13-3-16,3-2 1 16,3-1 9-16,0 9 4 0,-2 17 3 0,-1 3-8 15,-5 6 8-15,0 10 3 0,3 5 24 16,-2 3 20-16,2 7 16 0,2 2 6 0,3 5-1 15,4 10 2-15,4 5 0 0,0-2 0 16,6 8-4-16,-1-1-3 0,-6-8-6 0,1-1 1 16,-2 1 2-16,2-6-5 0,-10-4-7 15,-1-2-6-15,-5-3-8 0,-2-4-11 0,0-2-62 16,-2-3-56-16,-5 0-57 0,0 0-55 16,13-8-65-16,-11 0-59 0,-4 0-43 15,0-1-49-15,-9-11-42 0,1 1-69 0,-6-12-73 16,-2 1 23-16,0-11-496 0,-6 2-591 15</inkml:trace>
  <inkml:trace contextRef="#ctx0" brushRef="#br0" timeOffset="43674.9">15053 11294 2839 0,'-8'-12'-66'0,"5"5"40"0,-2 1 26 0,1 5 49 0,4 1 60 0,0 0 51 15,0 0 21-15,0 0 12 0,0 0 8 16,0 0 3-16,0 0 1 0,-2 18-10 0,2-18-17 16,0 0-16-16,4 15-17 15,0-10-17-15,0 2-9 0,2 1-20 0,0-2-56 0,-1 2-64 16,2-1-88-16,2 2-97 0,-4 0-91 15,3-1-97-15,-5 3-164 0,-1 0-32 0,0 2 53 16,-2-2-282-16,-4 5-304 16</inkml:trace>
  <inkml:trace contextRef="#ctx0" brushRef="#br0" timeOffset="45558.31">8219 5509 910 0,'0'0'-2'0,"0"0"3"15,0 0 4-15,0 0 4 0,0 0-2 16,0 0-6-16,0 0-6 0,0 0 0 0,0 0 9 15,-31-7-16-15,18 11-33 0,-8 4-51 16,-11 3-167-16,-5-1 218 0</inkml:trace>
  <inkml:trace contextRef="#ctx0" brushRef="#br0" timeOffset="45991.34">4583 7546 830 0,'9'-7'48'0,"-4"1"-7"0,0 5-24 0,-5 1-31 0,0 0-36 16,0 0-43-16,0 0-172 0,-16 16 215 15</inkml:trace>
  <inkml:trace contextRef="#ctx0" brushRef="#br0" timeOffset="46374.02">10706 7632 773 0,'13'-4'6'0,"-2"-1"-2"16,1 0 12-16,-5 1-6 0,3-2 1 15,-2 1 8-15,1-1-3 0,0 1-7 0,-2 2 1 16,-2-1-10-16,-5 4-25 0,4-6-33 16,-4 6-82-16,0 0-82 0,-16-4 76 15</inkml:trace>
  <inkml:trace contextRef="#ctx0" brushRef="#br0" timeOffset="46824.74">2839 9247 861 0,'4'-12'96'0,"-2"0"-13"0,-2 4-7 0,0 4-10 0,0 4-13 0,-6-8-20 16,6 8-10-16,-12 0-12 0,12 0-14 0,0 0-10 16,-21 12-40-16,17-4-36 15,1 2-81-15,1 1-162 0,4 2 154 0</inkml:trace>
  <inkml:trace contextRef="#ctx0" brushRef="#br0" timeOffset="47090.88">5884 9956 1290 0,'13'-9'135'15,"-2"1"-9"-15,-4 0-19 0,0 1-10 0,-1 4-12 16,2-3-25-16,0 3-25 0,-8 3-20 16,12-5-26-16,-12 5-34 0,13 0-42 15,-13 0-44-15,0 0-66 0,11 5-306 0,-11-5-9 16</inkml:trace>
  <inkml:trace contextRef="#ctx0" brushRef="#br0" timeOffset="47473.82">9546 9356 1524 0,'0'-13'41'0,"-1"5"-7"0,-3 0-14 16,0 2-10-16,1-1-17 0,-1 1 0 15,0 2-9-15,4 4-26 0,-2-9-35 0,2 9-58 16,0-9-175-16,0 9-42 0,11-7 133 16</inkml:trace>
  <inkml:trace contextRef="#ctx0" brushRef="#br0" timeOffset="47744.17">13866 9523 1167 0,'-8'-14'129'0,"3"3"-10"0,0 3-10 16,1 2-12-16,4-2-12 0,0 8-5 15,-2-7-11-15,2 7-11 0,-3-6-22 16,3 6-50-16,0 0-60 0,0 0-82 0,0 0-243 16,0 0-46-16,0 0 48 0</inkml:trace>
  <inkml:trace contextRef="#ctx0" brushRef="#br0" timeOffset="48440.78">636 12270 1310 0,'0'0'15'16,"0"0"-10"-16,0 0-3 0,0 0 6 0,0 0-3 15,0 0-4-15,0 0-5 0,0 0 0 16,0 0-1-16,0 0-34 0,0 0-49 16,0 0-79-16,-9 19-187 0,16-15 133 0</inkml:trace>
  <inkml:trace contextRef="#ctx0" brushRef="#br0" timeOffset="48709.58">3380 12008 1221 0,'2'-12'100'0,"-2"12"-3"16,2-7-10-16,-2 7-9 0,0 0-10 0,2-8-3 15,-2 8-9-15,0 0-7 16,0 0-6-16,0 0-2 0,0 0-4 0,0 0-26 16,0 0-54-16,-23 16-74 0,18-8-101 15,-2 1-318-15,3-1-39 0</inkml:trace>
  <inkml:trace contextRef="#ctx0" brushRef="#br0" timeOffset="49091.97">5237 11831 1608 0,'-12'-8'28'0,"4"2"-3"0,-1 3-4 0,1-2-1 0,2 1-4 16,6 4-8-16,-9-5-27 0,9 5-44 0,-4-6-71 15,4 6-118-15,0 0-176 0,0 0 62 16</inkml:trace>
  <inkml:trace contextRef="#ctx0" brushRef="#br0" timeOffset="49357.78">7391 11880 1415 0,'5'-13'147'0,"-1"4"-15"16,-3 2-13-16,-1 0-11 0,2 3-10 16,-2 4-11-16,6-9-8 0,-3 6-12 0,-3 3-9 15,11-9-33-15,-8 7-45 0,-3 2-71 16,11-2-81-16,-11 2-143 0,16 0-276 0,-16 0-91 16</inkml:trace>
  <inkml:trace contextRef="#ctx0" brushRef="#br0" timeOffset="49742.55">9084 11393 1804 0,'-11'-8'65'16,"1"3"-8"-16,4 1-7 0,0 1-4 0,6 3 0 16,-5-5-9-16,5 5-5 0,-6-4-4 15,6 4-11-15,0 0-25 0,0 0-37 16,0 0-61-16,0 0-85 0,0 0-235 0,0 0-53 16,0 0 16-16</inkml:trace>
  <inkml:trace contextRef="#ctx0" brushRef="#br0" timeOffset="50006.81">10576 11465 1549 0,'0'0'96'0,"-13"-14"0"15,11 8 3-15,2 6-15 0,-4-9-5 16,4 9-12-16,-2-8-9 0,2 8-2 0,-1-6-15 16,1 6-34-16,0-6-58 0,0 6-84 15,0 0-109-15,0 0-369 0,5-6-112 16</inkml:trace>
  <inkml:trace contextRef="#ctx0" brushRef="#br0" timeOffset="50457.46">12240 11964 1913 0,'-2'-10'126'0,"2"6"-3"0,0 4-8 0,-2-13-13 0,4 9-9 16,0-2-10-16,-1 0 4 0,3 0-14 15,1-1-2-15,-2 3-11 0,3-2-9 0,1 1-4 16,3 1-34-16,-2 1-53 0,-1-1-68 16,3 2-100-16,-10 2-144 0,13-1-129 0,-13 1-121 15,11-3-100-15</inkml:trace>
  <inkml:trace contextRef="#ctx0" brushRef="#br0" timeOffset="51423.99">14387 12001 1886 0,'-7'-8'105'15,"-1"4"4"-15,0 0-3 0,8 4-8 0,-11-5-12 16,8 1-9-16,3 4-9 16,-9-3-3-16,9 3 5 0,-5-5-7 0,5 5-5 15,-8-4-11-15,8 4-3 0,0 0-32 16,-9-2-43-16,9 2-49 0,0 0-77 0,-12 6-97 15,12-6-225-15,-4 11-165 0,3-7-141 16</inkml:trace>
  <inkml:trace contextRef="#ctx0" brushRef="#br0" timeOffset="54972.75">1118 12436 225 0,'2'-5'13'15,"0"-2"-12"-15,-2 7 1 0,0-7-2 16,0 7-1-16,2-6 3 0,-2 6-3 0,0 0 5 15,0 0 0-15,0-9-8 0,0 9 0 16,0 0 0-16,0 0 1 0,0 0 4 16,0 0-4-16,0 0 4 0,0 0 0 0,0 0-6 15,0 0-17-15,21 12-11 0,-17-9-27 16,-4-3 21-16</inkml:trace>
  <inkml:trace contextRef="#ctx0" brushRef="#br0" timeOffset="55074.75">1088 12496 156 0,'-16'14'-2'0,"1"-3"11"0,1-2-6 16,-2 4 8-16,2-3 3 0,-3 1 0 15,3 1-1-15,2-2-8 0,-4 0 1 16,3 2 2-16,0-2-5 0,-1 0-2 16,1 1-15-16,1-1-9 0,1 0-47 0,0 2 24 15</inkml:trace>
  <inkml:trace contextRef="#ctx0" brushRef="#br0" timeOffset="55308.73">695 12845 171 0,'-11'10'-5'0,"3"-1"-3"0,-1 1 12 16,1-4 1-16,0 3 9 0,-1-1 2 0,-1 0 5 15,-2 2-7-15,1 0-2 16,0-1-3-16,-5 3 0 0,-5 6 7 0,1 1-1 16,-5 2-4-16,-2 1 8 0,0-2-4 15,4-1 4-15,1 0 12 0,-3-2 3 16,6-4 10-16,2-3-7 0,5-4 11 0,1 1 6 16,-2 1-10-16,1-2-3 0,3 2 0 15,1-3-2-15,-2-3-3 0,3 2-2 16,-2 2-4-16,-2-3-6 0,4 0-4 15,0 1-12-15,-1-1-13 0,2 2-22 0,0-3-41 16,6-2-50-16,-11 5-122 0,11-5 82 0</inkml:trace>
  <inkml:trace contextRef="#ctx0" brushRef="#br0" timeOffset="56039.2">3736 12649 684 0,'-37'27'12'0,"-3"6"16"0,-4 4 4 16,-2 0-11-16,2 2-3 0,1 3 3 15,-6-1 2-15,12-2-7 0,-1 0-4 0,-1-1 3 16,5-4-7-16,0-2-20 15,7-9-37-15,2 0-35 0,4-3-170 0,4-7 227 16</inkml:trace>
  <inkml:trace contextRef="#ctx0" brushRef="#br0" timeOffset="56240.88">3582 12508 798 0,'4'-3'50'0,"-4"3"-4"0,0 0-6 16,0 0-1-16,21 13-2 0,-12-4 1 16,5 7-8-16,8 7 3 0,3 2-6 0,9 6-7 15,3 1 0-15,0 2-9 0,-3-3-28 16,0 0-38-16,0 0-52 0,-5-8-119 0,-3 2-41 16,7 4 214-16</inkml:trace>
  <inkml:trace contextRef="#ctx0" brushRef="#br0" timeOffset="56589.35">5135 12266 780 0,'-21'19'13'0,"-10"13"10"0,1 2 5 15,-6 10 4-15,0-1 4 0,0 4-3 0,4-5-4 16,-1 1 8-16,1 0-7 0,3-7-16 16,8-5 0-16,3-4 3 0,0 0-7 0,6-6-36 15,1-7-49-15,3-2-71 0,3-2-143 16,-2-5 193-16</inkml:trace>
  <inkml:trace contextRef="#ctx0" brushRef="#br0" timeOffset="56755.8">4995 12340 825 0,'0'0'-6'0,"15"2"-2"15,-15-2 4-15,21 6 11 0,-3 3-6 16,11 3 6-16,1 4-2 0,9 8-3 0,1 3 1 16,-2 6-12-16,1-2-35 0,6 2-72 15,-7 0-110-15,1-2 77 0</inkml:trace>
  <inkml:trace contextRef="#ctx0" brushRef="#br0" timeOffset="57039.63">6517 12457 660 0,'-25'15'0'0,"-1"5"1"0,-9 9 4 0,3 0-2 15,2 0 1-15,-3 1-1 16,5 0 1-16,1-5-4 0,0-1-21 0,4-1-29 15,4-5-65-15,2-4-53 0,6-5 57 16</inkml:trace>
  <inkml:trace contextRef="#ctx0" brushRef="#br0" timeOffset="57193.07">6652 12285 479 0,'12'11'16'0,"-3"1"18"0,2 2 3 16,3 12-6-16,3 4 6 0,12 6-9 15,-1 0 5-15,6 1-9 16,4-3-5-16,7-2-18 0,-2-3-51 0,5-6-149 16,0-3 32-16,-1-5 57 0</inkml:trace>
  <inkml:trace contextRef="#ctx0" brushRef="#br0" timeOffset="57755.4">9227 11544 486 0,'-27'16'8'0,"-2"4"-4"0,-8 8 4 0,-3 3 0 0,-5 0 4 0,2 2 0 15,-3-4 4-15,2 0 0 0,4-2 8 0,2-5 2 16,7-4-2-16,5-3-3 0,4-5-2 16,0-1 1-16,3-2-7 0,2-1-2 15,3-5 5-15,1-1-3 0,1-4-15 0,1-3-22 16,6-1-4-16,1-6-14 15,2-3 6-15,4-2 1 0,2-5 6 0,3-8 0 16,2-1 11-16,3 5 24 0,-4 8 0 16,-1 6 3-16,2 5 10 0,-2 6 13 0,0 1 7 15,-7 2 13-15,25 9-5 0,-8 4-3 0,8 4 5 16,11 7-3-16,6 6-2 0,4 0-16 16,5 3 0-16,8 2-22 0,15 3-33 15,-13-8-98-15,-2-2-153 0,-1-5 203 16</inkml:trace>
  <inkml:trace contextRef="#ctx0" brushRef="#br0" timeOffset="58173.98">10312 11821 860 0,'-20'12'21'0,"2"3"16"16,-9 6-12-16,-4 8 9 0,-6 3-1 16,1 0-3-16,6-1-5 0,1-10 7 0,4 2 2 15,1-3-4-15,-1-2 0 16,6-5-3-16,2-3 2 0,5-3-5 0,1-1 6 15,4-3-9-15,7-3 3 0,0 0-13 16,-18-9-19-16,18-2-4 0,4-3-11 0,12-15-7 16,6-11-7-16,8 1-13 0,7 0 6 15,1 0-1-15,4 5 5 0,2 5 20 16,-1 3 13-16,2 9 2 0,-9 5 5 0,2 7 21 16,-6 3 4-16,8 4 4 0,-1 7-3 15,-2 4 1-15,-1 1 2 0,6 8-3 0,2 2-6 16,-2 3-1-16,1 3 0 15,-6 1-18-15,1 4-50 0,3-1-26 0,2-4-86 0,4 1-177 16,3-5 147-16</inkml:trace>
  <inkml:trace contextRef="#ctx0" brushRef="#br0" timeOffset="58574.16">12320 12165 978 0,'-19'0'11'0,"2"2"1"0,-1 0 4 0,5 0 3 15,-6 2 2-15,1-2 2 0,-2 2-1 16,-3 1 7-16,0 0-6 0,-9 4 2 0,-3-1-8 16,5-1 3-16,5 0-3 0,8-2-4 15,2 1-4-15,4-4 11 0,-1 2 16 0,2-2 7 16,3 0 5-16,7-2-9 0,0 0-5 16,-7-8-4-16,7 8-6 0,5-14 2 15,2 3-7-15,6-3-1 0,3 2 1 16,2 0-1-16,-2 2 0 0,4-1-6 0,-2 6 1 15,5-1-4-15,2 2 4 16,2 4-4-16,4 2 3 0,8 6-5 0,11 3-7 16,4 4-33-16,-2 0-60 0,6 4-86 0,-5 0-303 15,3-1 11-15</inkml:trace>
  <inkml:trace contextRef="#ctx0" brushRef="#br0" timeOffset="59005.27">14786 12181 1338 0,'-11'0'-11'0,"-7"-2"14"0,0 4 12 16,-4-1 11-16,-3 1 2 0,2 1 14 15,5 1 11-15,0-1 8 0,5 1 9 0,-1-2 7 16,5-1 7-16,4 2-9 0,-6-1-7 15,11-2-4-15,-11 6-11 0,11-6-1 16,-3 9-5-16,1-7-5 0,2-2-2 0,0 12-3 16,0-6-7-16,0 0-4 0,0-6-1 15,2 15-2-15,0-9-1 0,-1 2-2 0,1-2-7 16,0 1-19-16,0 0-29 16,2 0-39-16,-1 0-73 0,2-2-102 0,1 0-402 0,-1-3-146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40:01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9829 3316 3816 0,'2'-12'355'0,"0"0"-84"0,0 3 3 0,-2 1-1 0,0 8-1 0,2-15 6 16,-2 15 12-16,-2-10-31 0,2 10-38 15,-2-8-18-15,2 8-21 0,0 0-24 0,-2-7-20 16,2 7-9-16,0 0 8 16,0 0-6-16,-4 40-13 0,3-23-13 0,-3 4-9 15,1 1-8-15,-1 2-7 0,3 1-7 16,-1 0-9-16,-2-2-7 0,0 0-7 16,2-5 1-16,2 1-36 0,-1-3-16 0,-1-3 0 15,0-3 0-15,2 1 0 0,-2-2 0 16,2-2 0-16,0-7 0 0,-2 6 0 0,2-6 0 15,0 0 0-15,0 0 0 0,0 0 0 16,-4-30 0-16,4 10 0 0,2-6 0 0,2-11 0 16,2-1 0-16,-1 1 0 15,3 3 0-15,-3 8 0 0,2 7 0 0,-6 2 0 16,1 5 0-16,2 2 0 0,1 2 0 16,-1 6 0-16,-4 2 0 0,0 0 0 15,31 8 0-15,-14 2 0 0,2 1 0 0,6 6 0 16,1 1 0-16,3-2 0 0,0-1 0 15,-3-1 0-15,-6-1 0 0,-2-5 0 0,-6-2 0 16,-1-2 0-16,-1 1 0 0,0-2 0 16,-3-1 0-16,-7-2 0 0,0 0 0 0,21-3 0 15,-15-4 0-15,1-3 0 0,3-4 0 16,-3-3 0-16,3-13 0 0,-1 0 0 0,-3-7 0 16,0 0 0-16,-2-3 0 15,2 1 0-15,-1 0 0 0,-1 4 0 0,0 8 0 16,-3 6 0-16,1 4 0 0,-2 3 0 15,0 3 0-15,2 1-1 0,-2 2-391 0,0 2-67 16,0 6-54-16,0 0-78 0,0 0-91 16,0 0-140-16,0 0 74 0,0 0-607 15,0 0-809-15</inkml:trace>
  <inkml:trace contextRef="#ctx0" brushRef="#br0" timeOffset="333.44">10408 3107 3596 0,'0'0'-95'0,"0"0"50"15,0 0 45-15,-3 18 39 0,1-9 28 0,-2-1 25 0,1 1 18 0,3 5 2 16,0 0-5-16,0-1-1 0,5 3-5 0,-1-1 3 16,-1 1-2-16,7-3 2 0,-3 1-11 15,5-2 0-15,-1-2-3 0,1 1-9 16,1-3-4-16,0 1-11 0,1-6 0 15,-1-1-8-15,3-2 1 0,-16 0-6 0,28-5-4 16,-15 1-5-16,-1-6 3 0,-1 0 0 0,0-5-3 16,-2 1 1-16,-6-5-3 15,1-2-5-15,-4 0-2 0,0 1-6 0,-4 0-7 16,1-3-1-16,-4 4-3 0,3 4-10 16,-3 3-12-16,0 1-20 0,-1 5-31 15,-4 2-39-15,-1 3-46 0,13 1-63 0,-25 5-63 16,12 0-80-16,0 2-117 0,0-2-206 15,1 3 50-15,4 0-347 0,8-8-445 0</inkml:trace>
  <inkml:trace contextRef="#ctx0" brushRef="#br0" timeOffset="616.66">10898 2515 2953 0,'-4'-14'183'15,"4"2"44"-15,-1 2 18 0,-3 3-3 16,4 7-21-16,-2-6-27 0,2 6 15 0,0 0 47 16,-10 22-14-16,6-2-20 0,-1 16-11 15,-5 5-8-15,5 3-20 0,0 10-15 16,2 0-11-16,3-10-10 0,0 0-16 0,1 2-15 16,1-3-4-16,0 1-11 0,3-3-16 15,-3-2-18-15,-1-5-36 0,1-6-41 0,-2-6-28 16,0-5-47-16,0 0-48 15,0-2-55-15,0-4-49 0,0-1-62 0,0-2-66 0,0-2-64 16,0-6-54-16,-3 6-44 16,3-6-53-16,0 0-36 0,0 0-376 0,-18-14-468 15</inkml:trace>
  <inkml:trace contextRef="#ctx0" brushRef="#br0" timeOffset="768.12">10759 3120 2545 0,'-10'-7'-50'0,"3"1"60"0,1-1 54 0,-2 2 56 15,4-1 54-15,4 6 18 0,-3-7 34 16,3 7 18-16,-4-10-16 0,4 10-16 0,2-13-14 15,3 2-20-15,1 1-22 0,6 0-18 16,3-6-12-16,6-1-38 0,10-1-52 0,-5 0-78 16,7 2-86-16,-3 0-102 0,2 3-110 15,-1-1-140-15,-1 2-153 0,-6 6 62 16,-6 0-266-16,0 1-323 0</inkml:trace>
  <inkml:trace contextRef="#ctx0" brushRef="#br0" timeOffset="1033.88">11732 2670 2313 0,'0'0'82'0,"-18"2"42"16,9 1 38-16,-3 2 23 0,-1 4 21 0,1-1 17 15,-3 4 1-15,1 2-7 0,7-4-16 16,-4 7-16-16,3-3-16 0,2-1 0 15,2 3-7-15,2-1-14 0,0-1-11 16,2 0-13-16,0-1-10 0,2 1-6 16,4-1-15-16,0 1-9 0,3 1-16 0,1-3-56 15,2 1-74-15,1 0-109 0,1-4-120 16,0-1-142-16,8 0-177 0,-6-3-65 0,2-5 77 16,-2 2-310-16,6-4-390 0</inkml:trace>
  <inkml:trace contextRef="#ctx0" brushRef="#br0" timeOffset="1366.88">11979 2774 2520 0,'0'0'75'0,"-6"-5"37"15,6 5 27-15,0 0 9 0,-8-5 5 0,8 5 8 16,0 0 9-16,0 0 2 0,0 0-4 16,-15 13-14-16,14-6-12 0,1-7-5 0,-5 14-14 15,8-5-6-15,-1-3-11 0,1 5-3 16,5-3-8-16,-3-1-12 0,4 0 5 15,5 0-2-15,-1-1 0 0,5-3 0 0,-4 0 6 16,2-3 12-16,-1 0 11 16,-15 0 12-16,29-3 8 0,-15 0 5 0,-3-3 6 15,1-1-1-15,-3 0 9 0,-2 0-19 16,-1-3 8-16,-3-4-21 0,-1 1-12 0,-2-6-14 16,-2 0-13-16,1-3-6 0,-7 1-10 15,1 2-14-15,-2-1-9 0,-2 5-25 0,0-1-34 16,2 3-37-16,-3 1-51 0,1 4-50 15,-3 2-58-15,3 2-76 0,-2 3-79 16,1 1-82-16,1 2-131 0,-5 3-192 0,7-1 62 16,5 2-528-16,1-2-699 0</inkml:trace>
  <inkml:trace contextRef="#ctx0" brushRef="#br0" timeOffset="1951.76">12154 2588 3412 0,'0'0'10'0,"1"-8"31"0,-1 8 8 16,0 0 26-16,0 0 6 0,0 0 15 0,0 0 40 15,0 0 20-15,0 0-3 0,16 25-11 16,-8-11-10-16,4 6-10 0,-5-1-11 0,0-2-9 16,3 5-9-16,-4-3-9 0,1 0-4 15,-1-4-1-15,0-1 8 0,-3-2 4 16,-1-2-5-16,5 0 14 0,-6-3-3 0,1 0 9 15,2 0 15-15,-4-7 19 16,5 8 14-16,-5-8 7 0,0 0-13 0,0 0-21 16,0 0-14-16,0 0-21 0,0 0-14 15,6-27-5-15,-2 10-14 0,-1-4-8 0,4 1-7 16,-2 1 0-16,-1 2-10 0,0 2-3 16,0 6-9-16,-3 2-10 0,1 0-10 0,2 1 3 15,-4 6-5-15,8-2 0 0,-8 2 3 16,0 0-2-16,19 12 2 0,-13-5-1 15,3 5 0-15,1-2 0 0,-3 1-2 0,3 3 0 16,-2-1-2-16,-1 0-5 0,-2-1 5 16,2-2-2-16,-1-1 10 0,-3-1-6 15,1-2 6-15,1 0 8 0,-5-6 10 0,6 7 12 16,-6-7-1-16,0 0-7 0,0 0-4 16,21-12-6-16,-12 2 1 0,5-9-9 15,-1-7 3-15,7-1-3 0,-6 0 1 0,8 0 3 16,-7 1-13-16,-2 6 0 0,-2 4 1 15,0 6-2-15,-6-2-3 0,1 5-3 0,-3 3-7 16,1 0 1-16,-4 4 15 0,0 0-4 16,0 0 1-16,18 17 2 0,-15-5 0 15,1 3-4-15,0-1 3 0,-1 2-3 0,0 0 2 16,1-1-13-16,0 0-16 0,-1 1-34 16,1-3-30-16,0 3-28 0,-1-2-42 15,1-2-53-15,3-2-68 0,-4 0-73 16,5-1-77-16,-5-2-124 0,3-2-172 0,-1-3 21 15,-5-2 68-15,12 1-400 0,-12-1-514 16</inkml:trace>
  <inkml:trace contextRef="#ctx0" brushRef="#br0" timeOffset="2266.53">12749 1926 2791 0,'-8'-9'71'0,"3"2"24"0,0 3-13 0,5 4-6 0,0 0 18 0,0 0 52 0,-9 31 22 15,7-9 14-15,6 16 2 0,-3 19 0 0,5 3-2 16,2 7-10-16,-2 3-18 0,1 6-13 16,2 1-12-16,2-2-12 0,-6 2-11 0,3-4-10 15,-5-3-2-15,1-5-14 0,3-4-24 16,-6-4-21-16,-1-14-13 0,0-5-16 15,0-9-20-15,0-7-22 0,0-3-21 16,0-7-39-16,0-2-50 0,0-5-49 0,0-5-45 16,0 0-45-16,0 0-40 0,0 0-43 15,2-29-56-15,-2 4-55 0,0-13-34 0,6-17-264 16,-4-3-267-16</inkml:trace>
  <inkml:trace contextRef="#ctx0" brushRef="#br0" timeOffset="2482.94">12827 2547 1965 0,'2'-20'-1'0,"-2"5"75"0,0 1 49 0,2 4 31 16,-2 1 16-16,0 2 9 0,0 7 8 15,2-8 3-15,-2 8 8 0,5-4 4 16,-5 4-4-16,0 0-8 0,0 0-12 0,29 17-6 16,-20-5-19-16,0 0-13 0,3 4-12 15,-1 1-12-15,0 0 5 0,-6 1 9 0,1-2-1 16,-3 1-1-16,-3-2-2 0,0 2-15 16,0 0-6-16,-5-2-10 0,-1-1-11 15,1-2-11-15,-4 0-38 0,2-6-48 16,0 2-58-16,-2-7-89 0,9-1-85 15,-16-3-83-15,6-7-81 0,-2-7-93 0,5-2-120 16,3-21-11-16,3-5-343 0,6-14-454 16</inkml:trace>
  <inkml:trace contextRef="#ctx0" brushRef="#br0" timeOffset="2666.16">12987 2017 2612 0,'2'-6'24'0,"1"2"54"15,-3 4 29-15,0 0 61 0,0 0 72 16,0 0 43-16,0 0 32 0,4 24 14 0,0-7 18 15,0 8-3-15,-3 11 2 16,4 2-15-16,2 1-28 0,1 1-29 0,-3-1-25 16,4 1-24-16,-4 1-24 0,3-2-21 15,-3-1-39-15,3-2-61 0,-2 0-66 0,1-4-108 16,-5-4-110-16,2-5-121 0,1-1-123 16,-1-1-165-16,3-5-199 0,-4-1 75 0,3-4-609 15,1-2-802-15</inkml:trace>
  <inkml:trace contextRef="#ctx0" brushRef="#br0" timeOffset="3033.3">13227 2530 3751 0,'-5'-3'56'0,"-6"2"65"0,11 1 42 0,0 0 28 16,0 0 28-16,0 0-13 0,-11-4-8 15,11 4-9-15,0 0-10 0,0 0-16 16,0 0-14-16,0 0-14 0,0 0-13 0,33-4-16 15,-22 1-33-15,1 1-33 0,1-3-33 16,1 0-20-16,-1 0-15 0,-4 0-8 0,1-4-1 16,-1 2 3-16,-1 0 1 0,-3 1 1 15,2-1 4-15,-6 2-1 0,-1 5 0 0,-1-11-2 16,1 11 1-16,-16-3 4 16,16 3 1-16,-23 5 7 0,8 0 1 0,-1 2 4 15,1 5-1-15,3-2 3 0,1 4 1 16,0 0 5-16,1 1 3 0,5 1 11 0,-3-3 9 15,8 1 10-15,-2 1 14 0,2 1 2 16,2-1-1-16,4-1 8 0,-1 2-16 16,9-1-2-16,-1-1-20 0,5-5-47 0,7 8-60 15,-5-9-86-15,-1-4-96 0,3 0-90 16,-4-4-111-16,3 0-146 0,4-4-28 0,8-8 64 16,-7-2-296-16,3-6-365 0</inkml:trace>
  <inkml:trace contextRef="#ctx0" brushRef="#br0" timeOffset="3251.33">13896 1876 2694 0,'-12'-12'156'15,"1"7"37"-15,2 1 41 0,-2 4 29 0,11 0 17 16,-18 2-1-16,8 3-5 0,-1 3-9 16,-2 6 0-16,-5 14-2 0,5 4 0 15,-1 16-21-15,3 6-19 0,8 9-21 0,1 0-16 16,4 2-19-16,1 3-16 0,-1 0-62 15,4-3-64-15,-3 0-60 0,-1-7-75 0,-2 0-58 16,2-13-84-16,-2-3-69 16,0-3-50-16,0-10-59 0,-2-7-53 0,0-5-62 0,-1-5-94 15,1-3 38-15,2-4-338 16,0-5-417-16</inkml:trace>
  <inkml:trace contextRef="#ctx0" brushRef="#br0" timeOffset="3416.49">13564 2646 2706 0,'-17'-9'101'0,"0"2"61"15,5 2 60-15,3-1 47 0,2 4 41 16,7 2 36-16,-13-6 8 0,13 6-3 0,-11-6-22 16,11 6-40-16,-5-3-26 0,5 3-30 15,0 0-30-15,-4-6-39 0,4 6-77 0,0 0-113 16,22-14-134-16,7 1-175 16,6-3-189-16,10-1-260 0,-1-4 51 0,-2-1 73 15,-8 3-417-15,-5 0-549 0</inkml:trace>
  <inkml:trace contextRef="#ctx0" brushRef="#br0" timeOffset="3786.1">14217 2363 2838 0,'-1'6'-4'16,"1"-6"59"-16,-8 6 42 0,8-6 35 0,0 0 30 15,0 0 27-15,-3 6 15 0,3-6-2 16,0 0-17-16,0 0-15 0,0 0-15 15,16 4-11-15,-16-4-11 0,0 0-15 0,25-5-9 16,-15 0-17-16,0-1-17 0,-1 0-17 16,-1-3-8-16,0 1-3 0,-5 0-1 15,3 1-3-15,-4 1-11 0,-2 6-3 0,-10-11-5 16,10 11 1-16,-25-1 0 0,4 2 0 16,-11 6 0-16,-4 3-8 0,0 5 2 15,3 2-6-15,5 1-2 0,5 2-2 0,1-2 2 16,11 1-2-16,4-4-4 0,3-1 13 15,4-2 3-15,2 0 14 0,4 0 20 0,1-3 19 16,5 1 7-16,5-5 9 0,-2-2-12 16,6 1-11-16,-4-2-5 0,5 1-15 0,-6-3-26 15,4 2-49-15,-6-2-72 16,2 1-102-16,-3-1-121 0,3 2-130 0,-3 1-192 16,-4 1-70-16,1 0 80 0,-4 4-429 15,-5 0-535-15</inkml:trace>
  <inkml:trace contextRef="#ctx0" brushRef="#br0" timeOffset="4183.64">14818 2762 3174 0,'0'0'128'0,"0"0"-5"0,0 0-18 0,0 0 15 0,-29-10 14 0,9 11 13 0,-17 3 17 0,-8 3 5 16,-22 3-4-16,-13 2-10 0,-35 2-10 16,-14 4-18-16,-14 0-9 0,-10 5-12 0,-54 6-16 15,-11 2-8-15,-10 4-8 0,-12 5 5 16,-12 9-21-16,-12 6-4 0,-7 2 14 0,-3 5-14 16,-1 1-1-16,10 6-5 0,4 0-2 15,7 5-5-15,12 0-3 0,16-2 19 16,18-5 39-16,23-9 24 0,60-16 30 0,10-5 9 15,20-6-1-15,28-9-6 16,8-3-13-16,10-2-11 0,13-5-18 0,3 0-12 16,10-3-10-16,5-3-8 0,6 0-11 15,2-2-1-15,0 0-12 0,3-4-26 0,7 0-31 16,-11 6-44-16,11-6-45 0,-9 3-56 16,9-3-58-16,0 0-74 0,-9 2-82 15,9-2-115-15,0 0-130 0,0 0-190 0,0 0 70 16,0 0-601-16,0 0-783 15</inkml:trace>
  <inkml:trace contextRef="#ctx0" brushRef="#br0" timeOffset="5098.89">10513 3631 3060 0,'-4'-7'23'0,"-5"4"-11"0,9 3-20 0,-31 12 11 0,-6 12 36 0,-6 10 20 16,-14 17 27-16,2 17 28 0,2 9 9 15,-5 10 35-15,5 10 13 0,4 14 15 0,6 3 8 16,6 0-2-16,6-3 2 16,10 1 6-16,8-4-15 0,9-8-3 0,12-22-16 0,10 11-19 15,15-5-8-15,13-9-16 0,7-11-12 16,17-7-17-16,11-8-3 0,7-4-13 15,7-7 5-15,3-8-21 0,8-5-5 16,-2-8-3-16,-3-7-8 0,-19-3-6 16,-1-7-4-16,-11 0 0 0,-6-3-5 0,-4-3-3 15,-19 2 13-15,-2 0-11 0,-9 0-2 16,-7 2 16-16,-6 0 11 0,-4 2 8 0,-1-2 9 16,-1 2-4-16,-11 0-8 0,20-3-5 15,-20 3-5-15,12 0-10 0,-12 0-31 0,12-2-54 16,-12 2-71-16,10-4-108 0,-10 4-141 15,7-6-173-15,-7 6-213 0,2-4-11 16,-2 4 83-16,0 0-590 0,0 0-728 16</inkml:trace>
  <inkml:trace contextRef="#ctx0" brushRef="#br0" timeOffset="5399.66">11397 5163 3637 0,'-17'-6'267'0,"3"4"-4"16,5-3-12-16,9 5-18 0,-11-1-3 15,11 1 35-15,0 0 13 0,6 21 4 16,7-7-15-16,4 13-27 0,12 5-17 16,0 4-27-16,-3 2-19 0,1 5-16 0,-7 0-14 15,-4 4-13-15,-5 2-15 0,-5-8-11 16,-4 2-9-16,-6-2-5 0,-4 1-10 0,-6 7-10 15,-4-1-2-15,-3-3-10 0,1-6-9 16,-5 0 3-16,-2-1-11 0,-2-6-14 0,4-6-32 16,0-4-51-16,0-5-67 0,3 3-94 15,1-11-108-15,3 0-140 0,5-3-152 0,2-4-193 16,-1-2 6-16,12 0 87 16,-13 0-664-16,13 0-831 0</inkml:trace>
  <inkml:trace contextRef="#ctx0" brushRef="#br0" timeOffset="8049.96">12064 5605 3635 0,'8'-9'-68'0,"-4"1"65"0,2-1 48 0,-5 1 55 0,5-1 41 0,-2 1 36 0,-3-1 32 0,4 4 8 0,-3 0 4 16,-2 5-11-16,6-7-27 0,-6 7-5 15,0 0 20-15,11 15 33 0,-6 4 3 0,3 12-8 16,-2 5-19-16,-2 3-16 0,-1 2-19 15,-4 0-18-15,2-3-13 0,-1-1-12 16,-3-2-14-16,-3 0-11 0,4-6-23 0,0-7-4 16,-1 0-12-16,-2-4-7 0,1 3-10 15,-1-7-28-15,3-1-40 0,-2-3-50 0,-1-1-67 16,-2-3-88-16,2 0-110 0,-3-4-112 16,8-2-99-16,0 0-140 0,-19-13-85 15,12 1 80-15,1-4-591 0,-1-3-740 0</inkml:trace>
  <inkml:trace contextRef="#ctx0" brushRef="#br0" timeOffset="8236.37">12047 5595 3870 0,'-5'-12'166'0,"-4"3"46"16,6 2 38-16,-1-1 24 0,2 1 13 0,0-2-5 16,2 1-17-16,0 8-25 0,6-19-27 15,1 9-20-15,5 0-22 0,1-2-18 0,7 3-24 16,-1 1-61-16,1-2-72 0,4 3-79 15,1 3-100-15,-1 2-125 0,0 2-138 0,1 4-171 16,-2 1-146-16,2 9 79 0,-3 7-569 16,-9 5-715-16</inkml:trace>
  <inkml:trace contextRef="#ctx0" brushRef="#br0" timeOffset="8432.17">11836 6195 3839 0,'-18'10'199'15,"5"-5"32"-15,4 2 29 0,-1-4 32 16,4 1 31-16,6-4-1 0,-9 3-15 0,9-3-24 16,0 0-25-16,0 0-24 0,0 0-26 15,0 0-25-15,44-7-37 0,-8-3-72 0,12-4-87 16,3 1-117-16,2 1-135 16,2-2-164-16,-5 2-199 0,4-4-189 0,-5 3 84 15,-7 5 78-15,-6-4-532 0,0 3-651 16</inkml:trace>
  <inkml:trace contextRef="#ctx0" brushRef="#br0" timeOffset="8831.52">12381 5857 3601 0,'-9'-8'180'0,"-2"1"32"16,4 2 18-16,7 5 10 0,-11-8 2 15,11 8-16-15,-6-4-19 0,6 4-15 0,0 0 28 16,-8 15 28-16,6-6-15 0,2 4-19 15,0 6-26-15,0 2-12 0,0 4-17 16,0-1-13-16,0 3-18 0,-2-2-11 16,4-2-7-16,-2-3-14 0,-2 1-9 0,2-4-11 15,0-5-1-15,0 3-4 0,0-6 16 16,0 0 18-16,0-1 12 0,0-8 6 0,2 10-38 16,-2-10-85-16,0 0 0 0,0 0 0 15,0 0 0-15,14-34 0 0,-5 13 0 0,2-6 0 16,5 0 0-16,-3 2 0 0,1 4 0 15,-3 7 0-15,-4-1 0 0,6 3 0 16,-6 2 0-16,2 1 0 0,3 4 0 0,-3 3 0 16,2 2 0-16,-11 0 0 0,22 7 0 15,-9 0 0-15,-1 3 0 0,-1 1 0 0,1 3 0 16,-3 0 0-16,2 1 0 16,-2 1 0-16,1-3 0 0,-2-1 0 0,-3 0-143 15,1-1-74-15,0-3-58 0,2-1-54 16,-3 0-65-16,1-4-62 0,-6-3-82 0,10 4-110 15,-10-4-116-15,0 0 71 0,0 0-577 16,20-11-730-16</inkml:trace>
  <inkml:trace contextRef="#ctx0" brushRef="#br0" timeOffset="9249.6">12922 5831 3490 0,'0'0'11'0,"0"0"42"0,0 0 20 0,-10 4 37 0,10-4 39 0,0 0 19 0,0 0 20 16,0 0-1-16,0 0-1 0,0 0-6 0,0 0-15 16,0 0-15-16,34 5-11 0,-34-5-16 15,25-7-8-15,-13 2-13 0,-1-2-9 0,3 0-11 16,-3-1-3-16,0-2-12 0,1 0-7 15,-2-1 1-15,-5-1-7 0,-1 2-5 0,-2 1-2 16,-4 1-2-16,2 8-5 16,-8-16-9-16,3 13-6 0,-2-1-3 0,-6 4-4 15,-5 5 0-15,-1 1-5 0,-3 6 3 16,-3 2-3-16,1 3-2 0,5 4 5 0,3-3-1 16,3 1 5-16,4-2 3 0,1 1-5 15,4-2-1-15,2 3-4 0,0-2 4 16,4-4-3-16,2 1-2 0,4 0 1 0,2-1-9 15,1-4-25-15,2-2-33 0,6-1-45 16,2-5-58-16,6-1-86 0,13-3-88 0,-1-5-96 16,0 0-98-16,1-2-128 15,-4-4-1-15,1 0 67 0,-3-1-387 0,-2 0-452 0</inkml:trace>
  <inkml:trace contextRef="#ctx0" brushRef="#br0" timeOffset="9582.28">13396 5639 2809 0,'-4'-14'144'0,"3"5"56"0,-5 1 37 15,2 2 18-15,4 6 8 0,-3-9 2 16,3 9-8-16,0 0 0 0,0 0 20 16,0 0 15-16,-9 21-21 0,8-4-15 0,-1 8-26 15,0 14-16-15,-2 4-24 0,2 1-20 16,0-1-12-16,-3-1-21 0,3 1-14 16,-2-2-9-16,3-4-12 0,-4-10-10 15,1-6-8-15,2-4-11 0,2-3 4 0,-1-2-3 0,-1-4 0 16,2-8-20-16,0 5-8 15,0-5 1-15,0 0-10 0,0 0-6 0,0 0-8 16,-6-39-12-16,4 14-8 0,0-11-14 16,1-7-9-16,-5-15-10 0,3-5-10 0,3-6-4 15,5 1-3-15,0 1 3 0,1 2-3 16,3 6-6-16,1 7-8 0,-2 11-12 0,1 4-23 16,0 8-32-16,1 8-34 0,0 6-33 15,-3 1-55-15,3 4-56 0,1 2-60 0,3 1-71 16,-1 3-92-16,0 2-113 0,3 2-51 15,-2 0 84-15,4 4-433 0,0 3-516 16</inkml:trace>
  <inkml:trace contextRef="#ctx0" brushRef="#br0" timeOffset="9998.09">13442 5675 3225 0,'-15'3'201'0,"5"4"27"16,1-5 10-16,9-2 1 0,-10 4-6 0,10-4-15 15,0 0-22-15,0 0-26 0,-11 1-16 16,11-1-22-16,0 0-15 0,0 0-29 0,0 0-37 16,0 0-20-16,30 3-21 0,-30-3-11 15,24 0-3-15,-12 0 4 0,2 2-7 16,-3 4 8-16,2-2 3 0,-1 0 22 16,-1 5 21-16,0 1 21 0,-4 2 18 15,0-1 14-15,1 6 4 0,-5-2 13 0,2 0 32 16,1 3-12-16,-4-1-12 0,-1 0-14 15,-1 0-5-15,2 0-11 0,-2-1-13 0,0-4-4 16,0-1-8-16,-2 1 5 0,4-3-10 16,-2-2 0-16,0-7-10 0,0 8-7 0,0-8-7 15,0 0-2-15,0 0-8 16,0 0-2-16,11-32-3 0,-1-1-6 0,3-13-5 0,0-8-10 16,9-10-1-16,3-19-14 15,-1 1-13-15,3-1-12 0,0 0-10 0,-5 23-20 0,-1 3-29 16,-1 13-29-16,-5 10-31 15,0 6-41-15,-4 7-56 0,0 5-53 0,-2 5-50 16,0 1-43-16,-2 6-49 0,1 0-40 16,-2 4-78-16,-6 0-87 0,11 9 64 0,-7 0-352 15,-2 4-417-15</inkml:trace>
  <inkml:trace contextRef="#ctx0" brushRef="#br0" timeOffset="10313.93">13563 5802 2668 0,'-13'9'158'0,"4"-4"72"0,0 0 39 16,3-1 34-16,6-4 29 0,-8 4 10 0,8-4-15 16,0 0-24-16,0 0-25 0,0 0-32 15,0 0-24-15,0 0-29 0,0 0-33 0,21-29-49 16,-8 17-51-16,10-5-61 0,2-1-56 16,4 3-47-16,2-3-50 0,-5 2-47 0,-3 7-17 15,-2-1 3-15,-4 3 26 0,-2 1 15 16,-1 4 22-16,-3-2 30 0,-2 4 54 15,-9 0 59-15,20 8 45 0,-15-2 25 0,4 3 36 16,-6 1 31-16,1 2 8 16,-2 5-3-16,1-1-7 0,-3-1-1 0,2 5-7 0,0-3-14 15,-2 0-8-15,2-1-10 16,2-2-8-16,-3 0-29 0,-1 1-37 0,2-4-45 16,3 1-60-16,-1-4-96 0,-2-1-112 15,-2-1-129-15,1 0-160 0,-1-6-74 0,8 7 61 16,-8-7-424-16,0 0-502 0</inkml:trace>
  <inkml:trace contextRef="#ctx0" brushRef="#br0" timeOffset="10482.31">14094 5430 3047 0,'-8'-6'180'0,"6"0"46"0,-3 1 18 0,5 5 0 15,-6-9-8-15,6 9-22 0,0 0-29 16,-4-7-32-16,4 7-57 0,0 0-72 0,0 0-83 15,0 0-119-15,0 0-114 16,0 0-133-16,0 0-183 0,0 0 28 0,0 0 72 16,21 14-240-16,-21-14-239 0</inkml:trace>
  <inkml:trace contextRef="#ctx0" brushRef="#br0" timeOffset="10730.83">14328 5525 2154 0,'-39'0'168'0,"25"3"65"16,-1 4 38-16,-3 3 37 0,-7 7 26 16,3 5 18-16,1 2 16 0,0 0-6 15,2 4-15-15,4 3-21 0,-2-2-23 16,5 1-22-16,1-1-28 0,4 3-27 0,-2-8-24 16,6-5-18-16,1-2-19 0,2-2-17 15,0-1-22-15,2 0-40 0,-1-4-51 0,5-2-62 16,2-3-75-16,0-1-84 0,1-2-100 15,5-4-109-15,0-3-94 0,6-2-96 0,-2-2-98 16,0-3-9-16,11-7-596 0,-4-3-747 16</inkml:trace>
  <inkml:trace contextRef="#ctx0" brushRef="#br0" timeOffset="11213.7">14387 5620 3328 0,'0'-4'-40'0,"0"4"81"0,0-6 67 15,0 6 59-15,0 0 44 0,0 0 36 16,0 0 14-16,-15 24-4 0,11-15-3 0,0 2-9 15,4 1-18-15,-1 0-13 0,1-1-23 16,1 1-20-16,-1-2-11 0,4 3-16 0,0-3-16 16,0 0-15-16,2-4-12 0,-1 1-8 15,3-1-13-15,-3-2-28 0,6-1-9 0,-11-3-11 16,16-3-6-16,-4 1-14 16,-1-4-8-16,2 0 4 0,-1-3 2 0,-1-1 4 15,1 0 17-15,-2-1 5 0,-3 5 4 16,0-4 13-16,2 5 19 0,-6-2 15 0,1 2-8 15,2 3-12-15,-6 2-8 0,5-6-10 16,-5 6-3-16,9-4-8 0,-9 4-1 0,0 0-5 16,0 0-4-16,0 0-1 0,12 10-16 15,-12-10-20-15,6 2-20 0,-6-2-14 0,5 4-3 16,-5-4-11-16,0 0-8 0,11 1-4 16,-11-1-7-16,0 0 0 0,14-5 0 15,-8 3 6-15,2-2 8 0,0-4 7 0,-3 0 16 16,4 1 14-16,0-1 16 0,-4-1 21 15,3 2 35-15,-3 0 23 0,1 1 17 0,-2 0 16 16,0 1 6-16,2 0-5 16,-6 5-9-16,3-5-8 0,-3 5-6 0,0 0-5 15,0 0-9-15,0 0-5 0,0 0-11 16,16 15-20-16,-12-7-27 0,-1-2-33 0,-1 3-18 16,0-1-30-16,4 2-20 0,-3-1-46 15,5-1-62-15,-4 1-65 0,2-2-83 0,1-2-70 16,1-3-73-16,-8-2-81 0,17 2-88 15,-17-2-36-15,19-11 70 0,-9 1-478 0,1-6-578 16</inkml:trace>
  <inkml:trace contextRef="#ctx0" brushRef="#br0" timeOffset="11567.42">15089 4888 3115 0,'-2'-27'105'0,"-4"4"70"0,-1 6 22 0,-1 5 24 0,-2 4 9 0,1 2 7 0,-5 3 3 16,1 7 6-16,-2 6 3 0,-6 12-17 0,2 5-12 15,-2 17-25-15,2 3 6 0,5 7-18 16,5 2-18-16,2 2-22 0,-4 3-13 0,6-1-42 16,-1 0-30-16,1-4-51 0,-1 0-34 15,2-10-33-15,0-7-35 0,0-3-25 0,1-7-18 16,-1-7 0-16,2-5 15 16,-2-1 16-16,3-6 22 0,-5 0 24 0,1-5 23 15,2-1 30-15,3-4 26 0,-8 4 25 16,8-4 14-16,0 0 8 0,0 0 4 0,0 0 22 15,0 0 20-15,0 0 17 0,16-27 17 16,-1 19 6-16,2-2-5 0,9-4-5 0,5 1-9 16,-5-1-19-16,3 2-4 0,2-2-13 15,-5 2-12-15,-2 4-9 0,-3-1-20 0,-6 4-34 16,0-2-43-16,-2 1-49 0,3 2-59 16,-7 1-72-16,0-3-84 0,-1 3-119 15,-4 0-119-15,-4 3-169 0,0 0-67 0,0 0 73 16,0 0-574-16,0 0-721 15</inkml:trace>
  <inkml:trace contextRef="#ctx0" brushRef="#br0" timeOffset="12464.13">12928 6803 3928 0,'-8'-18'234'0,"2"2"2"0,2 4 6 0,1 4 19 0,1 1 4 0,-2 0 1 0,2 4-9 15,2 3-10-15,-4-7-23 0,4 7 12 16,0 0 1-16,0 0-17 0,-1 18-15 0,1-5-23 15,1 2-12-15,1 4-19 0,0 3-17 16,0 3-12-16,2-1-12 0,-2 3-11 0,-2-2-10 16,1-2-25-16,-1-1-52 15,2-3-12-15,-2-2 0 0,0-3 0 0,0-1 0 16,0-2 0-16,2-3 0 0,-2-1 0 16,0-7 0-16,-2 5 0 0,2-5 0 0,0 0 0 15,0 0 0-15,-5-31 0 0,5 12 0 16,0-10 0-16,0-10 0 0,0 0 0 0,2 1 0 15,1 1 0-15,-1 14 0 16,0 4 0-16,-2 3 0 0,3 4 0 0,-1 4 0 0,-1 1 0 16,-1 7 0-16,6-3 0 15,-6 3 0-15,0 0 0 0,20 15 0 0,-10-5 0 0,3-1 0 16,-2 3 0-16,1 1 0 16,0-2 0-16,-2-1 0 0,-1 0 0 0,0 0 0 15,1-5 0-15,-2 1 0 0,-3-3 0 16,5 0 0-16,-10-3 0 0,23-12 0 0,-8 1 0 15,7-12 0-15,-2-2 0 0,1-4 0 16,1-7 0-16,0 8 0 0,-7 3 0 0,-2 7 0 16,-2 5 0-16,-1 3 0 0,-4 2 0 15,1 6 0-15,4 2 0 0,-11 0 0 16,18 15 0-16,-6-3 0 0,1 8 0 0,3 3 0 16,-2 6 0-16,-1-4 0 0,1 1 0 0,-3-6-26 15,0 0-133-15,-4-4-40 16,2-3-43-16,-1 0-51 0,-4-5-71 0,2 2-72 15,-3-6-85-15,1 1-118 0,-4-5-126 16,7 2 67-16,-7-2-611 0,0 0-767 0</inkml:trace>
  <inkml:trace contextRef="#ctx0" brushRef="#br0" timeOffset="12830.54">13808 6578 3523 0,'0'0'162'16,"0"0"48"-16,0 0 27 0,0 0 1 0,0 0 4 0,0 0 14 0,0 0-8 0,-3 21-20 0,3-21-28 0,5 8-8 0,-5-8-26 15,11 2-15-15,-11-2-6 0,18 2-33 16,-18-2-22-16,14-4-22 0,-14 4-13 0,16-6-7 16,-7 1-12-16,-3-1-1 0,0-4-5 15,-4 2-1-15,0-1 0 0,-2 1-3 0,-2-4 3 16,-1 1-3-16,-6 3 0 0,4-1-2 15,-4 2-6-15,-4 4 2 0,2 3-6 0,-3 2 0 16,-4 3-5-16,1 3 2 0,-2 3-2 16,3-1-1-16,3 6 0 0,3 1 1 0,3-1 2 15,1 1-1-15,4 1-4 16,4-3 2-16,2 1-3 0,2-1-1 0,6 1-7 16,-5-4-25-16,9 2-32 0,-2-4-45 15,4 0-58-15,0-3-70 0,2-4-89 16,-4 1-80-16,2-4-82 0,1 0-93 0,-2-2-82 15,1-1 13-15,-2-2-491 0,0 0-605 16</inkml:trace>
  <inkml:trace contextRef="#ctx0" brushRef="#br0" timeOffset="13615.51">14079 6500 3274 0,'0'-9'138'0,"-4"1"54"16,2 3 32-16,2-1 13 0,0 6 0 0,0 0-9 15,0 0 19-15,0 0 9 0,0 0 11 16,-4 24-13-16,4-6-22 0,0 5-23 0,3 3-22 0,-3 1-18 15,1-2-19-15,-1 0-8 16,0 0-18-16,0 1-12 0,2-6-5 0,-2 1-15 16,2-4-11-16,-2-4-4 0,2-1-9 15,-2-1 2-15,0-3-4 0,2 1-1 0,-2-9-7 16,-2 8-9-16,2-8-1 0,0 0-8 16,0 0-7-16,0 0-5 0,0 0-9 15,-7-22-11-15,7 5-8 0,-3-2-16 0,3 0 2 16,3 0-3-16,-2 1-3 0,-1 1 7 15,2 5-3-15,0 1-5 0,0 4 4 16,0-2-2-16,-2 9-5 0,7-4 10 16,-7 4 8-16,0 0-7 0,0 0-4 0,23 14 2 15,-15-4-3-15,-3 1-12 0,4 2-6 16,0 0 3-16,-6-1-5 0,5 0 2 0,-4 0 5 16,2-2 2-16,-2-3-7 0,-1 2-20 15,1-4-17-15,0 0-23 0,-1 0-17 0,-3-5-23 16,0 0-18-16,0 0-6 0,24-10-2 15,-17-2-6-15,7-3 6 0,1-9 2 0,-2-2 18 16,0 4 31-16,-3 6 36 0,-2 3 32 16,-1 1 25-16,-1 3 13 0,-1 1 7 15,-1 2 17-15,3 4 31 0,-7 2 21 16,0 0-1-16,0 0-4 0,14 12-5 0,-10-2-9 0,2 1-1 16,-5-1-8-16,6 2-7 15,-2 1-2-15,1-1-9 0,0-4-10 0,-3 1-14 16,6-1-5-16,-4-1-4 0,2 0-9 15,-1-4-5-15,1-1-8 0,-7-2-2 0,16-2-5 16,-16 2-5-16,20-7 3 0,-11 1 1 16,0-5 5-16,3 1 5 0,-1-4 12 15,-2 3 5-15,3-2 8 0,-4 2 11 0,-3 4 19 16,3 0 9-16,-5 2 4 0,2 1 3 16,-5 4 2-16,0 0 5 0,0 0-2 15,0 0-6-15,11 17-1 0,-9-7-6 16,0 2-5-16,-2 1-12 0,2 2-20 0,-1 0-14 15,1 1-21-15,0-2-19 0,4-3-11 16,-2 0-1-16,0-1 1 0,2-3 5 0,-1-2 5 16,2-2 1-16,-7-3 2 0,14 3 6 15,-14-3 8-15,22-8 17 0,-15 3 23 0,2 0 8 16,2-4 14-16,0-1 14 0,-4 0 7 16,-2-2 1-16,-1 0 1 0,3 0-5 15,-7 0-2-15,1-3-8 0,-2 4-1 16,-2-1-12-16,-3 0-13 0,4 1-28 0,-5 5-35 15,3 0-26-15,-6 4-43 0,-1 2-45 16,11 0-49-16,-23 4-62 0,8 4-75 0,-2 0-100 16,4 1-145-16,1-1 24 0,-1 2-389 15,2-1-448-15</inkml:trace>
  <inkml:trace contextRef="#ctx0" brushRef="#br0" timeOffset="14100.73">14769 6865 2848 0,'-5'7'180'0,"5"-7"38"0,-5 6 15 0,5-6 11 0,0 0 7 0,-4 6-5 0,4-6-12 16,0 0-21-16,0 0-21 0,0 0-22 0,0 0-24 16,27-4-31-16,-27 4-29 15,19-6-29-15,-11 0-25 0,1 1-28 0,-2-3-14 16,5-1-13-16,-6-3 2 0,-1 2 2 15,1-4 3-15,-2-1 3 0,-4-2 1 0,3-2 2 16,-6-3 4-16,-1-2-1 0,0 2-4 16,-1 1 4-16,-3 1-3 0,1 4-2 15,1 2-7-15,-4 3 3 0,1 3-1 0,-1 3-4 16,1 4 9-16,9 1-1 0,-22 4 0 16,11 0-2-16,0 0 2 0,3 6 1 15,1-3 1-15,1-2 3 0,2 2 4 16,4-7-5-16,2 8 3 0,6-4 4 0,-1-2 0 15,-7-2-2-15,21-1 0 0,-3 0 6 16,-2-3-6-16,4 0 5 0,-2 2 4 0,7 0 12 16,-7-2 13-16,-2 3 16 0,2 1 16 15,-3 0 16-15,-1 0 9 0,-2 3 5 0,2-1 6 16,-3 4-6-16,3 2-2 0,-3 0-10 16,0 1-8-16,2 3-4 0,-4-2-12 0,-4 0-20 15,5 2-27-15,-6 2-47 16,4-6-66-16,-7 2-96 0,5-1-131 0,-1 1-152 0,-1-3-198 15,3 1 25-15,-4-6 67 0,-3-2-440 16,15 4-504-16</inkml:trace>
  <inkml:trace contextRef="#ctx0" brushRef="#br0" timeOffset="14330.15">15641 6138 2869 0,'-9'-13'231'0,"0"2"66"0,0 10 40 0,0-3 15 0,9 4 12 0,0 0 12 0,-29 20 0 0,13 7-11 0,-5 12-28 16,-2 11-29-16,1 6-26 0,-5 25-30 16,-7-2-23-16,6 5-24 0,-3-2-22 0,9-17-21 15,-3 17-36-15,7-22-39 16,0 1-40-16,2-8-40 0,3-4-43 0,3-13-46 16,1-5-51-16,3-7-45 0,3-5-48 15,-1-6-71-15,0-4-67 0,3-4-61 0,1-5-59 16,0 0-78-16,0 0-116 0,0 0 12 15,-7-31-579-15,7 13-707 0</inkml:trace>
  <inkml:trace contextRef="#ctx0" brushRef="#br0" timeOffset="14484.41">15191 6528 3311 0,'0'-16'-56'16,"0"6"59"-16,3 3 64 0,-3 7 52 0,0 0 28 16,0 0 15-16,0 0-8 15,4 25-15-15,-2-11-9 0,-1 3-17 0,1 2-13 16,4-1-47-16,-3-2-71 0,3 4-99 15,1 0-116-15,-2-1-126 0,1-3-181 16,-5 7-15-16,1-4 56 0,-2 0-223 0,-2 5-213 16</inkml:trace>
  <inkml:trace contextRef="#ctx0" brushRef="#br0" timeOffset="15063.41">13453 8433 2462 0,'0'0'369'16,"0"0"-4"-16,0 0 5 0,0 0 16 16,0 0 28-16,0 0 5 0,0 0-22 0,20-18-38 15,-11 8-34-15,5-2-35 0,3-2-28 16,2-4-29-16,1-1-26 0,3-2-40 0,-1 1-36 15,-1-3-39-15,-1-4-32 0,3-1-29 16,-3-1-16-16,-4 0-15 0,2-3-3 16,-3 2-3-16,-3 2 3 0,-5 6-5 15,0 4 5-15,-3 3-8 0,0 2 9 0,1 5-6 0,-4-1-1 16,1 2 8-16,-2 2-5 16,0 5 5-16,0 0-7 0,0 0 3 0,0 0 0 15,0 0 1-15,-14 19-7 0,12-9 7 16,2 3-1-16,0-1 2 0,2 1 2 0,2-1-4 15,3 2-4-15,2-2-5 0,-2-2-15 16,4 0-11-16,3-3-20 0,4-2-11 0,-4-3-16 16,6-2-20-16,-2-3-12 0,5-7-14 15,10-1-10-15,-5-4-7 0,5-5-2 16,-7 2 3-16,-1-7 20 0,-1 1 14 16,-6 1 12-16,1 0 17 0,-8-3 17 0,2 4 22 0,-6 4 20 15,-2 0 19-15,-1 5 23 16,2 1 18-16,-3 1 7 0,-1 5 5 0,1 1 0 15,-3 5-1-15,2-6 5 0,-2 6 3 16,0 0 5-16,0 0-3 0,-2 25-7 0,2-10-4 16,-3 2-7-16,3 0-1 0,3 3-4 15,-3-3-10-15,4 7-17 0,-1-3-21 0,3-2-31 16,-2 1-32-16,1-3-45 0,4-5-58 16,-4 0-74-16,2-6-68 0,3 1-97 15,-2-6-126-15,3-1-83 0,-11 0 62 0,25-8-397 16,-7-4-445-16</inkml:trace>
  <inkml:trace contextRef="#ctx0" brushRef="#br0" timeOffset="15563.75">14580 7207 2653 0,'-6'-17'142'0,"2"2"78"0,-1 9 23 0,-1 0 19 0,6 6 22 0,0 0 18 0,-21 21 11 0,16-2-17 0,-6 14-15 16,6 8-8-16,-1 14-27 0,3 4-20 15,1 8-21-15,-2-1-24 0,2 0-20 0,0 0-16 16,2-2-28-16,0-3-27 0,-1-4-34 16,1-12-33-16,0-1-18 0,1-5-31 0,-1-8-28 15,0-8-34-15,2-3-27 16,0-5-30-16,0-3-34 0,0-5-32 0,-2-3-26 16,0-4-19-16,0 0-12 0,0 0-4 15,0 0 7-15,0 0 12 0,0 0 11 0,-8-34 24 16,0 12 19-16,2 3 24 0,-6-10 26 15,-4 0 35-15,3 3 30 0,1 6 34 0,3 4 33 16,1 5 26-16,1 0 11 0,0 6 14 16,0-1 14-16,1 6 24 0,6 0 15 0,-7-6 12 15,7 6 9-15,0 0-1 0,0 0-4 16,0 0-2-16,0 0-2 0,13-11-13 0,-4 7-6 16,7-5-12-16,3-1-7 15,7-5-6-15,5-1-5 0,-4 1-4 0,1 0-9 16,1 4-3-16,-8 2-4 0,-2 0 5 15,-2 7 24-15,-3-1 24 0,-1 3 28 0,0 3 28 16,-1-1 15-16,-3 2 16 0,3 7 3 16,-1-2-6-16,-2 2-15 0,-1 3 1 0,-2-1-20 15,2 3-14-15,-3 0-19 0,-1-1-20 16,1 0-31-16,-3 2-44 0,5-1-56 16,-5-3-71-16,-2 1-91 0,0-2-116 0,0-1-118 15,0-1-158-15,-2-2-81 0,0 1 55 16,0-3-505-16,2-6-603 0</inkml:trace>
  <inkml:trace contextRef="#ctx0" brushRef="#br0" timeOffset="15746.67">14870 7490 3557 0,'-8'-16'299'0,"0"3"65"0,2 1 16 0,3 3-2 0,-1 1-19 15,0 2-33-15,3 0-34 0,1 6-32 16,-4-6-41-16,4 6-67 0,-5-5-92 0,5 5-104 15,0 0-106-15,0 0-130 0,0 0-131 16,0 0-138-16,0 0-189 0,0 0 65 0,0 0 70 16,0 0-485-16,0 0-558 0</inkml:trace>
  <inkml:trace contextRef="#ctx0" brushRef="#br0" timeOffset="15998.34">14895 7253 3416 0,'-2'-7'266'0,"0"1"18"0,2 6 1 0,-5-4 24 16,5 4 27-16,0 0 5 0,0 0-1 0,9 32-24 15,-6-9-26-15,3 11-32 0,-1 5-22 16,3 12-24-16,-2-5-20 0,-4 6-23 0,0-7-18 16,0 0-22-16,0-3-31 15,0 2-33-15,-4-5-30 0,4-2-23 0,-2-9-32 16,0-4-46-16,0-3-34 0,0-5-44 15,1 0-41-15,-1-4-47 0,0-2-56 0,0 0-55 16,2-4-38-16,-2-6-31 0,0 0-28 16,0 0-21-16,0 0 3 0,23-19 26 0,-15 5 46 15</inkml:trace>
  <inkml:trace contextRef="#ctx0" brushRef="#br0" timeOffset="16130.18">14999 7814 2927 0,'9'-28'-90'16,"3"3"83"-16,-1 2 74 0,-3 3 70 0,-2 5 48 16,0 2 38-16,-1 3 25 0,-3 4 17 15,4 2 8-15,-6 4-9 0,0 0-27 0,0 0-19 16,14 16-23-16,-13 1-24 0,1 6-42 15,-2 0-53-15,0 6-60 0,0-3-73 0,-2 11-81 16,2-6-86-16,-1-4-80 16,-1-1-97-16,2-6-122 0,0-3-87 0,0-2 52 15,0-6-367-15,2-5-405 0</inkml:trace>
  <inkml:trace contextRef="#ctx0" brushRef="#br0" timeOffset="16283.07">15148 7490 2727 0,'-4'-19'188'16,"0"3"48"-16,3 6 15 0,-3 1-3 16,2 2-20-16,-1 4-25 0,3 3-21 0,0 0-25 15,0 0-54-15,0 0-78 0,0 0-122 16,-13 12-124-16,11-4-146 0,-1 1-204 0,-1 1 12 16,2 3 62-16,0-1-264 0,1 0-250 15</inkml:trace>
  <inkml:trace contextRef="#ctx0" brushRef="#br0" timeOffset="17115.25">15108 7633 2541 0,'0'0'345'0,"0"0"32"15,0 0 7-15,0 0 7 0,0 0-31 0,0 0-20 16,17-25-27-16,-9 19-40 16,3-4-23-16,-2 5-25 0,2 0-27 0,-2 0-16 0,0 3-22 15,-9 2-7-15,0 0-15 16,27 7-14-16,-22 1 10 0,1 1 4 0,0 6 5 15,-4-1 13-15,0 3 13 0,-2 4 13 16,-2-2 11-16,0 7 13 0,-2-5-90 0,-2 2-116 16,2 0 0-16,-3-5 0 0,5 0 0 15,-1-5 0-15,-1-1 0 0,2-1 0 0,-1-3 0 16,1-1 0-16,2-7 0 0,0 0 0 16,11 7 0-16,-11-7 0 0,0 0 0 0,25-16 0 15,-13 8 0-15,-1-1 0 16,5-1 0-16,-3 1 0 0,1 1 0 0,-3 0 0 0,-2 4 0 15,3 0 0-15,-4 1 0 16,-3 0 0-16,-5 3 0 0,0 0 0 0,18 8 0 16,-13-3 0-16,-1 2 0 0,-2 0 0 15,2 0 0-15,-3 1 0 0,1-1 0 0,3 0 0 16,-1 0 0-16,-3 0 0 0,3-2 0 16,2-2 0-16,-6-3 0 0,13 4 0 0,-13-4 0 15,14-2 0-15,-14 2 0 16,16-7 0-16,-8 0 0 0,2 1 0 0,-3-5 0 0,3-3 0 15,-1-1 0-15,-1-5-44 0,-3 3-137 16,4-7 13-16,-6 1 12 0,1-12 9 0,4 0 10 16,-5-3 9-16,3-1 11 15,-2 1 12-15,-2 0 12 0,0-1 11 0,-2 7 6 16,2 9 9-16,0 3 12 0,-2 1 12 16,0 3 21-16,0 4 6 0,0 2 6 0,-2 5 4 15,2 5 4-15,0 0 7 0,0 0 6 16,-12 27-4-16,6-4 2 0,-3 9 2 0,2 4-7 15,-2 1 0-15,4 0 1 0,-1-2-9 16,4-6-3-16,2-4-5 0,0-6-1 0,2-1-3 16,0-2-2-16,4-3 1 15,-1-2-2-15,4-6-3 0,-4 0-4 0,4-5-15 0,-9 0-11 16,22-4-5-16,-9-1-6 0,0-3-3 16,-2 0 0-16,2-2 8 0,-6-1 17 15,0-3 16-15,1 2 18 0,-7-1 22 16,1-1 24-16,-2 1 22 0,-2-2 18 0,-1 1 11 15,-5 3 13-15,3 0 16 0,-1 0 12 16,-2 5 4-16,2-1-6 0,1 2-3 0,-1 4-11 16,6 1-1-16,-13-2 1 0,13 2 10 15,-13 4 8-15,5 0-3 0,2 1-7 0,0 1-7 16,6-6-10-16,-3 8-9 0,3-3-69 16,0-5-28-16,0 0 0 0,5 11 0 0,-5-11 0 15,10 2 0-15,-1-1 0 0,-9-1 0 16,13-1 0-16,-13 1 0 0,18-2 0 0,-18 2-74 15,11 0-153-15,-11 0-58 0,12-2-89 16,-12 2-73-16,0 0-71 0,11 2-97 16,-11-2-169-16,0 0 63 0,-2 7 77 15,2-7-547-15,-3 11-656 0</inkml:trace>
  <inkml:trace contextRef="#ctx0" brushRef="#br0" timeOffset="29877.1">8985 13964 2780 0,'-2'-12'92'0,"2"1"18"0,0 3-3 0,-2 1 17 0,0 2-3 0,2 5 5 0,0 0-15 16,-2-9-24-16,2 9-12 15,0 0-7-15,0 0 39 0,-10 17 14 0,8 8 24 16,-5 10 5-16,3 19 27 0,-1 6 1 16,1 8 20-16,-2 9-12 0,2 5 18 0,2 1-12 15,-2 16-19-15,3-18-25 0,-3 0-7 16,6-3 2-16,-4-1 21 0,0-9-10 0,0-6-11 16,0-2 10-16,2-16 6 0,0-3-13 15,0-10-15-15,0-5-13 0,0-7-10 0,0 0 19 16,0-6 11-16,2 0 11 0,0-2 12 15,0-2 4-15,2 0-54 0,1-4-111 0,7-2 0 16,3-2 0-16,6-2 0 0,15-6 0 16,9 0 0-16,3-5 0 0,6 2 0 15,2-3 0-15,-8 1 0 0,-5 3 0 16,-5 0 0-16,0 1 0 0,-4-1 0 16,-9 4 0-16,-4-1 0 0,-1 5 0 0,-8-2 0 15,-1 1 0-15,2-2 0 0,-6 3 0 16,-7 1 0-16,15-3 0 0,-15 3 0 0,8-4 0 15,-8 4 0-15,9-4 0 0,-9 4 0 16,0 0 0-16,8-4 0 0,-8 4-137 0,0 0-378 16,0-7-110-16,0 7-153 0,0 0-88 15,0 0 79-15,-11-7-738 0,11 7-969 0</inkml:trace>
  <inkml:trace contextRef="#ctx0" brushRef="#br0" timeOffset="30244.13">9711 14340 4415 0,'0'-27'-21'0,"2"1"36"0,-2 9 40 0,2-1 44 0,0 5 49 0,-1 3 4 0,-1 0-14 0,0 0-13 0,0 10-11 16,4-5 38-16,-4 5 26 0,0 0 14 16,14 31-14-16,-3 2 17 0,5 10-10 15,-2 5-12-15,4 1 20 0,1 0-16 16,0 0-17-16,-1-3-9 0,-2 1-17 0,-3-13-15 16,1-2-13-16,-3-1-11 0,1-2-8 15,-5-4-7-15,1-9-9 0,-3 1-4 16,2-5-11-16,-3-1-4 0,-1-1-8 15,1-1-3-15,-2-2-10 0,1-2-5 16,-3-5-58-16,2 6-101 0,-2-6-130 0,0 0-137 0,0 0-150 16,0 0-173-16,18-20-130 0,-13 9 71 15,-3-1-730-15,6 0-959 0</inkml:trace>
  <inkml:trace contextRef="#ctx0" brushRef="#br0" timeOffset="30610.88">10226 14355 4438 0,'-10'-5'-12'0,"10"5"4"15,0 0 23-15,0 0 33 0,-14 12 39 16,9-2 29-16,1 2 16 0,2 4-5 0,1 1 15 16,1 0-9-16,1 1 4 15,3 3-13-15,3 0-1 0,3-3-6 0,0-1-8 16,5 1-8-16,0-4-6 0,0-5-8 15,5 3-11-15,-6-7-5 0,8-3-7 16,-3 0-4-16,-1-4-9 0,2 0-2 0,-1-7-4 16,2 1-7-16,-6-7-5 0,0 1-4 15,-3-2-7-15,-1-3 6 0,-5-4-7 0,-3-1-6 16,-3-1 4-16,-1-9-2 0,-7-2-5 16,-1 2-4-16,-7 4 1 0,1 2 1 0,-2 4-25 15,0 9-1-15,2 5 1 0,-3 3-2 16,1 5-2-16,2 2 7 0,-4 5-8 0,-2 2-39 15,4 6-60-15,-4 6-72 16,0 1-96-16,8-1-127 0,5-5-160 0,0-1-173 16,8-3 55-16,0 3-529 0,8-7-685 15</inkml:trace>
  <inkml:trace contextRef="#ctx0" brushRef="#br0" timeOffset="31110.59">10826 14202 3647 0,'-5'-8'62'0,"5"8"-6"0,0 0 32 16,0 0 30-16,0 0 44 15,0 0 16-15,0 0 4 0,-25 18-3 0,18-11-14 16,5 3-5-16,0-2-11 0,2 0-5 16,0 1-6-16,4 1-8 0,3-2-11 0,-2-1-8 15,3 1-8-15,-1-4-12 0,3 0-25 16,-10-4-6-16,22 0-6 0,-22 0-1 0,27-11-9 15,-13 3-9-15,-3-2 10 0,3-2-15 16,-5 1 0-16,0-3-4 0,-1 2-4 16,-2 1-9-16,-2 0 7 0,0 3-5 0,-1 1-2 15,-3 7-2-15,0 0-2 0,0 0 4 16,0 0 1-16,0 0-6 0,6 37 9 0,-3 0 7 16,-3 2 3-16,2 6 1 15,2 15 23-15,4 0 89 0,0 1-15 0,3 3 20 16,1-4 17-16,4 2-12 0,-2-6 14 15,-1-2-12-15,-4-7-5 0,0-10 20 0,-5-2-38 16,-3-7-129-16,-1-6 0 0,-1-5 0 16,-5 1 0-16,-1-5 0 0,-2 1 0 0,-2-3 0 15,-6 1 0-15,-4-6 0 0,-2 2 0 16,0-8 0-16,-4 3 0 0,0-6 0 0,-9-7 0 16,0-2 0-16,-10-9 0 0,7-6 0 15,-1 0 0-15,6-2 0 0,5 5 0 16,2 3 0-16,6 0 0 0,4 8 0 0,7 3 0 15,-1 0 0-15,6 5 0 0,-6-3 0 16,9 4 0-16,2 4-663 0,-1-6-307 0,1 6 49 16,0 0 108-16,19-9-828 15,-4 6-1078-15</inkml:trace>
  <inkml:trace contextRef="#ctx0" brushRef="#br0" timeOffset="31410.6">11160 14570 4810 0,'5'-21'31'0,"4"1"50"0,1 3 37 0,-4 5 37 0,3-5 21 0,2 2 4 0,1 5-8 16,-1 0-16-16,1 4-22 0,0 3-13 0,0 5-10 15,2 3 7-15,1 6-2 16,-1 3 17-16,1 12 12 0,-6 3 10 0,-2 6 11 16,-6 1 8-16,-4 0 12 0,-6 2 19 15,4-4 8-15,-3-2 6 0,5-4-103 0,-1-7-116 16,2-5 0-16,2-2 0 0,2-1 0 15,4-3 0-15,1-2 0 0,9-4 0 0,2-4 0 16,3 0 0-16,6-6 0 0,7 2 0 16,-1-5 0-16,-3-2 0 0,1 2 0 0,-8-1 0 15,-5 2 0-15,2 0 0 0,-3-1 0 16,-2 2 0-16,1 0-611 0,-3 1-244 0,-6-1-67 16,0 3 86-16,-2-1-853 15,1 1-1125-15</inkml:trace>
  <inkml:trace contextRef="#ctx0" brushRef="#br0" timeOffset="32044.29">11384 13958 4380 0,'-2'-21'-52'0,"2"1"47"0,0 5 33 0,2 1 48 0,0 1 37 0,3 3 25 0,-1-1 14 0,4 3 12 0,0 1 12 0,3 2 6 16,7 3 6-16,-2 6-1 0,5 0-10 0,12 8 10 15,-5 4-12-15,1 4-4 16,1 3 11-16,-5 1-11 0,-1-1-11 0,-6 3 8 16,1 0-14-16,-6 0 5 0,-1-5-9 15,-8-2-8-15,0 1-7 0,-2-1-1 16,-4 0-11-16,-2-4-47 0,0 1-76 0,1-1 0 15,-2-5 0-15,3 0 0 0,-2-4 0 16,4-6 0-16,0 0 0 0,0 0 0 0,-7-23 0 16,7-1 0-16,6-13 0 0,4-13 0 15,5 2 0-15,-1 1 0 0,0 16 0 0,-1-1 0 16,3 6 0-16,-7 9 0 0,1 2 0 16,0 6 0-16,-3 4 0 0,4 5 0 15,-11 0 0-15,27 10 0 0,-12 3 0 16,9 10 0-16,-4 3 0 0,1 1 0 0,2 3 0 15,-1-4 0-15,3-1 0 0,-2-1 0 16,-1 1 0-16,-2-5 0 0,1-2 0 0,-5-4 0 16,-3-1 0-16,-2-5 0 0,-1 0 0 15,-1-1 0-15,1 0 0 0,-4-2 0 0,3 1 0 16,-5-1 0-16,3-2-290 0,-3 0-620 16,-4-3-36-16,12 4 100 0,-4-2-922 0,-8-2-1199 15</inkml:trace>
  <inkml:trace contextRef="#ctx0" brushRef="#br0" timeOffset="32260.54">12644 13984 4876 0,'-6'-9'189'0,"2"2"12"0,6-3 31 0,3 2 31 0,6-1 11 0,2-6-19 0,10-4-28 15,5 0-18-15,5 2-23 0,8-5-24 0,4 3-20 16,-9 6-19-16,0 1-72 0,-2 0-103 16,-4-1-121-16,-5 5-133 0,-2 3-156 0,-3 0-152 15,-6 2-187-15,-1-1 53 16,-2 2 84-16,-6 0-550 0,-5 2-678 0</inkml:trace>
  <inkml:trace contextRef="#ctx0" brushRef="#br0" timeOffset="32512.32">12836 13505 3388 0,'-9'-17'16'0,"1"1"66"16,0 3 36-16,3 4 38 0,1 2 10 15,1-1-12-15,-4 3-8 0,7 5 8 0,0 0 66 16,0 0 49-16,-4 29 18 0,6-4-16 16,5 16-8-16,0 12-14 0,6 5-17 15,1 3-26-15,1-3-23 0,-2 2-1 16,0 0-23-16,3 0-14 0,-5-4-18 0,0-2-14 15,-1-1-16-15,0-4-13 0,-3-11-18 16,-1-2-93-16,-3-3-88 0,0-6-80 0,1-7-109 16,-1-1-132-16,-3-5-132 0,2-3-207 15,2-5 12-15,0-2 77 0,-4-4-560 16,14-2-708-16</inkml:trace>
  <inkml:trace contextRef="#ctx0" brushRef="#br0" timeOffset="32743.64">13271 13422 3678 0,'-8'-16'82'0,"3"5"36"15,-1 0 5-15,1 4 3 0,2 2 19 16,-1 2 3-16,4 3 56 0,0 0 27 0,0 0-7 16,7 35-16-16,4-2-19 0,-2 6-20 15,2 8-17-15,1 3-17 0,-3 2-16 0,0-2-6 16,0 1-13-16,-4 2-14 0,-3-10-16 15,0 0-91-15,0-2-80 0,0-1-93 16,-6 1-107-16,0-4-105 0,1-4-129 0,-1-8-176 16,2-6 37-16,4-5 82 0,0-2-389 15,0-5-459-15</inkml:trace>
  <inkml:trace contextRef="#ctx0" brushRef="#br0" timeOffset="33560.16">13496 13159 2812 0,'-7'-14'-17'0,"6"2"0"0,-3 0 6 16,4-1 11-16,-2 3 4 0,4 3 4 16,0-1 1-16,1-3-2 0,-1 4 0 15,3 0-6-15,1 3 1 0,-3-2-1 16,-3 6-2-16,8-7 2 0,-8 7-3 15,7-1 1-15,-7 1 0 0,0 0 0 0,6-4 3 16,-6 4 0-16,0 0-2 0,0 0-2 16,0 0 5-16,10-2 20 0,-10 2 26 0,0 0 18 15,0 0 23-15,0 0 6 0,0 0-7 16,0 0-5-16,0 0-8 0,0 0 20 0,0 0 16 16,0 0 16-16,0 0 16 0,0 0 13 15,0 0 7-15,0 0 3 0,0 0 4 0,0 0-5 16,0 0-9-16,0 0-14 0,0 0-14 15,0 0 0-15,0 0 2 0,0 0-3 0,0 0-9 16,0 0 1-16,0 0-2 16,5-6 0-16,-5 6-4 0,0 0-10 0,27 6-13 15,-16-2-6-15,5-1-7 0,-3 2-12 16,2-3-4-16,-2 5-5 0,1 0-9 16,3 3-6-16,-1 5 3 0,0 8 3 0,0 4-1 15,-7 6 8-15,2 5 7 0,1 12 5 16,-3 6 9-16,4 5-3 0,-12 7 1 0,5 2 20 15,-2 4 20-15,-3 3 31 0,9 21 1 16,-2-21 11-16,-1 0 19 0,4-2-88 0,3 18-88 16,-3-23 0-16,0-1 0 15,3-5 0-15,-3-6 0 0,1-7 0 0,-4-11 0 16,-3-6 0-16,-1-10 0 0,-2-6 0 0,2-1 0 16,-3-5 0-16,1-1 0 0,1 1 0 15,-3-4 0-15,0 0 0 0,2-1 0 16,-2-7 0-16,2 10 0 0,-2-10 0 0,0 10 0 15,0-10 0-15,0 7 0 0,0-7 0 16,0 0 0-16,2 10 0 0,-2-10 0 0,0 0 0 16,0 10 0-16,0-10 0 0,0 0 0 15,0 8 0-15,0-8 0 0,0 0 0 0,0 0 0 16,0 8 0-16,0-8 0 0,0 0 0 16,0 0 0-16,0 0 0 0,0 0 0 15,0 0 0-15,0 8 0 0,0-8 0 16,0 0 0-16,0 0 0 0,0 0 0 0,0 0 0 15,0 0 0-15,0 0 0 0,0 0 0 16,0 0 0-16,0 0 0 0,0 0 0 0,0 0 0 16,0 0 0-16,0 0 0 0,0 0 0 15,-12 6 0-15,2-3 0 0,-3 2 0 16,-2 2 0-16,-7 0 0 0,2 0 0 0,-3 0 0 16,4-2 0-16,-2 2 0 0,6-4 0 15,-2 2 0-15,5-2-333 0,-1 1-712 16,1-1 114-16,3 1-1069 0,0-1-1418 15</inkml:trace>
  <inkml:trace contextRef="#ctx0" brushRef="#br0" timeOffset="39042.44">3489 14154 5634 0,'-23'-5'-195'0,"6"2"32"0,3-1 29 0,5 3 54 0,0-3 45 16,2 1 44-16,7 3 30 0,-7-4 18 0,7 4-5 15,0 0-3-15,19-17-3 0,14 7-7 16,6-2 1-16,15-3-6 0,5 4 1 0,2-1-4 16,-4 1-4-16,3 2-3 0,-17 4-5 15,-3 1-1-15,-10 6-3 0,-5 2 1 0,-2 4-2 16,-5 4 0-16,-5 5 2 0,-6 4 2 16,-1 13 1-16,-8 2 15 0,-4 1 2 15,-7 9 8-15,-2 2-3 0,0-1-3 16,-3 1-3-16,3-3-1 0,5-8-3 0,1-1-5 15,0-1-2-15,3-2-1 0,0-6-2 16,2-6-5-16,-1 3 2 0,1-7-4 16,2 1-4-16,0-2-5 0,2-2-5 0,-2-2-52 15,2-2-55-15,0-2-65 0,2-3-78 16,-2-5-110-16,2 6-126 0,-2-6-181 0,0 0-10 16,0 0 75-16,9-25-328 0,-9 15-411 15</inkml:trace>
  <inkml:trace contextRef="#ctx0" brushRef="#br0" timeOffset="39211.5">3740 14593 2662 0,'-13'-6'32'0,"-1"6"26"0,3-4 36 0,2 1 48 16,9 3 46-16,-14-5 12 0,14 5-17 15,-4-5 0-15,4 5-15 0,2-9-15 0,10 0-14 16,7-2-10-16,11-4-15 0,6 1-15 16,12-4-8-16,-1 1-12 0,2 1-47 15,-3 1-71-15,-1-2-80 0,-5 5-103 0,-8-4-118 16,1-1-201-16,-5 0-76 15,-1-3 70-15,-6 1-243 0,-2-2-277 0</inkml:trace>
  <inkml:trace contextRef="#ctx0" brushRef="#br0" timeOffset="39575.51">3358 13809 2197 0,'-61'28'0'0,"7"10"32"15,-11 18 31-15,1 10 30 0,-2 11 47 0,7 7-1 16,6 8 51-16,7 0 2 0,12 0 2 16,17-1 14-16,17-17 9 0,8-1-8 0,20 14 18 15,16-7-13-15,13-10-21 0,17-8-16 16,12-13-14-16,14-6-12 0,6-15-15 0,10-11-11 16,3-13-7-16,-1-14-13 15,-5-9-14-15,-2-13-10 0,-3-11 10 0,-8-8-9 16,-8-6-4-16,-8-6-7 0,-12-8-10 15,-11-6 1-15,-15-5-6 0,-12-4-6 16,-14-3-9-16,-7-7 0 0,-17 15-6 0,-12-20-5 16,-13 0-7-16,-12 0-3 0,-9 1-1 15,-13 7-9-15,-9 6 8 0,-10 17-11 0,-6 17-1 16,-9 17-6-16,-4 19 0 0,17 19-19 16,-30 17-25-16,4 15-31 0,3 11-46 0,6 7-55 15,6 8-70-15,7 11-94 0,4 6-123 16,11 0-231-16,12-2-17 0,8 1 74 15,5-1-360-15,12-5-472 0</inkml:trace>
  <inkml:trace contextRef="#ctx0" brushRef="#br0" timeOffset="46758.96">6670 13587 2577 0,'3'-9'-103'0,"-1"4"31"0,0-2 29 0,-2 7 27 0,0-8 30 0,0 8 20 0,2-6 12 15,-2 6 22-15,0 0 18 0,0 0 23 0,-27 21 9 16,6-2-1-16,-1 1 25 15,-1 4-5-15,-1 0 8 0,1 0-9 0,3 0-9 16,1 1-14-16,-1 1-9 0,6-3-7 16,-4 4-15-16,7-7-8 0,0-5-4 0,-1 2-8 15,3 0-4-15,-1-3-7 0,2 0-5 16,2-3-11-16,-1 1 4 0,2-4-4 16,-1-4-3-16,1 3-8 0,3-3 1 0,2-4-42 15,0 0-54-15,0 0-52 0,0 0-38 16,9-23-33-16,2 5-24 0,6-6-12 0,4-7 11 15,2-5 24-15,2-2 23 16,0 1 9-16,-7 6 24 0,-2 1 32 0,2 4 45 16,-2 1 33-16,-5 6 34 0,1 5 17 15,-4 1 8-15,-3 4-2 0,3 0-2 0,-4 6 30 16,4 2 38-16,-8 1 10 0,0 0 34 16,26 11-11-16,-15-2-8 0,5 6-11 0,4 2-8 15,4 2-4-15,-3 3-7 0,1-5-11 16,-3 3-8-16,4 1 1 0,-4-1-11 15,-1-5-7-15,-7 1-3 0,-3-3-9 0,-3 0-18 16,1-1-73-16,-4 0-73 0,-4 0-83 16,-2 1-100-16,-1 1-174 0,-2 1-85 15,0-8 61-15,1 2-116 0,-1-2-119 16</inkml:trace>
  <inkml:trace contextRef="#ctx0" brushRef="#br0" timeOffset="46907.45">6793 13829 1741 0,'-3'-12'64'0,"1"3"26"0,0 1 17 0,2 1 14 0,0 7 14 0,0-14 8 0,0 7-11 0,2 0-10 0,2 1-14 0,1-2-15 16,3 3-5-16,-3 0-13 0,5-2-7 15,1 3-6-15,0 0-41 0,1 0-84 0,1 0-99 16,-1 2-122-16,-1-2-238 0,-1-2 27 16,-2 1-64-16,1 1-62 0</inkml:trace>
  <inkml:trace contextRef="#ctx0" brushRef="#br0" timeOffset="47275.53">6116 13437 1676 0,'-52'33'65'0,"5"0"15"0,4 4 26 15,2 3 23-15,5 1 25 0,6 4 19 16,10 1 29-16,2 1-4 0,12-6 17 0,10-1 11 15,11 7 9-15,15-5 0 16,13 0-13-16,23 3-20 0,8-6-19 0,16-6-19 16,12-10-18-16,-2-5-11 0,7-8-12 15,-20-5-12-15,8-5-9 0,16-5-16 0,-4-5-7 16,-10-10-8-16,-25 4-11 0,-9-5-3 16,-5-6-4-16,-12-2-5 0,-6-4-2 0,-16-2-8 15,-9 4-1-15,-5-4-4 0,-10-5-8 16,-7-1 1-16,-11-13-3 0,-6 4-11 0,-11 1-1 15,-1 1-3-15,-6 4-1 0,-5 6-18 16,-5 6-8-16,-2 11-20 0,-2 7-21 16,-5 10-28-16,-5 7-42 0,0 6-52 15,-1 11-61-15,3 2-65 0,-1 6-77 16,-12 6-179-16,16-1-91 0,2 0 69 0,4 0-275 16,4 4-346-16</inkml:trace>
  <inkml:trace contextRef="#ctx0" brushRef="#br0" timeOffset="47574.75">5892 14396 2315 0,'3'-16'64'0,"-1"5"61"15,-2 1 26-15,0 2-5 0,0 8 10 16,-7-9 18-16,1 5 18 0,6 4 8 0,-32 2-7 15,0 5-10-15,-14 11-9 0,-2 5 0 16,-3 4-16-16,-5 4-11 0,4 3-15 16,-4 2-12-16,-9 9-16 0,12-7-8 0,-1-1-12 15,-7 10-7-15,8-8-7 0,1-2-8 16,1 4-7-16,-10 6-6 0,13-11-3 0,3-1-9 16,2-3-7-16,4-3-53 0,12-5-66 15,2-4-83-15,3-2-90 0,4-5-96 0,4-6-127 16,5 1-203-16,0-7 65 15,3 2-334-15,6-3-436 0</inkml:trace>
  <inkml:trace contextRef="#ctx0" brushRef="#br0" timeOffset="47808.35">4762 15091 2650 0,'0'0'67'0,"0"0"-18"15,-7 9-1-15,7-9 4 0,-5 6 31 0,5-6 18 16,-6 14 8-16,6-5-2 0,0 3-13 16,2 5-2-16,0 1-5 0,5 5-10 0,-2-1-13 15,2 7-5-15,5 0 2 16,-2 0-13-16,-1-1-7 0,0-4-1 16,0-5-74-16,-2 0-69 0,0-5-74 0,-3-1-75 15,2-3-77-15,-5-1-171 0,4-2-38 16,-3-5-141-16,-2-2-174 0</inkml:trace>
  <inkml:trace contextRef="#ctx0" brushRef="#br0" timeOffset="48207.45">4882 15091 1954 0,'2'-16'11'0,"0"6"13"0,1-1 3 16,1 1 19-16,2 3 10 0,0 2-4 15,3 0-3-15,-3 1 0 0,-6 4-6 16,21-1-1-16,-21 1-2 0,23 8-6 15,-10-2 3-15,-2 2 25 0,1 2 24 16,-2 2 11-16,-5 5 12 0,1 0 13 0,-5-1 12 16,-1 5 2-16,-5 3-5 0,-1 7 3 15,-3 0-4-15,4-7-12 0,-2-8-5 0,3 0-5 16,4-1 3-16,-1-6-8 0,2 1-4 16,-1 0-3-16,2-4-1 0,2 2-10 15,2-1-6-15,4 0-7 0,-3 0-3 0,5 1-10 16,-1-1-6-16,2 3-5 0,-1-2-7 15,1 1-3-15,-1 0 5 0,-3 2 1 16,1 1 3-16,-3 0 4 0,-1 2 4 0,-4-2 1 16,-4 2 2-16,-1 2-6 15,-6 3-2-15,-4 7-4 0,-4-2-5 0,-2-2-3 16,-4-1-10-16,-2-2 3 0,-1-2-5 16,-1-2-1-16,3-5-4 0,4 0-6 0,-3-4-3 15,5-4-19-15,-2-2-64 0,-3-4-89 16,2-3-105-16,4-4-114 0,-6-10-153 15,4-2-173-15,4-8 53 0,2-1-355 0,3 0-482 16</inkml:trace>
  <inkml:trace contextRef="#ctx0" brushRef="#br0" timeOffset="48590.61">4802 14866 2692 0,'-11'-8'-44'0,"-1"4"6"0,-3 5 26 0,15-1 27 0,-34 15 33 0,7 2 30 0,-2 17 24 16,-1 10 33-16,1 4 18 0,6 9 8 16,3 5 4-16,0 5 6 0,7-1-6 0,5 3-2 15,6-3-12-15,4-3-12 0,8-3 7 16,7-4-17-16,8-4-11 0,5-4-7 0,8-5-7 16,6-7-9-16,9-6-3 15,4-5-7-15,8-2-11 0,2-14-8 0,6-6-5 16,5-3-2-16,-6-8-8 0,0-8-3 15,-3-4-5-15,-8-6-3 0,-12-5-1 0,-6-4-7 16,-9-7 4-16,-11-3-7 0,-10-8-5 16,-9-3-1-16,-8-5-4 0,-9-1-4 15,-6-6-1-15,-14-14 16 0,-3 0-8 0,-4 7 0 16,-5 4-6-16,-4 10-4 0,8 16 0 16,-2 8-5-16,-2 8-7 0,-1 7-11 0,6 13-22 15,0 5-27-15,1 5-34 0,0 10-44 16,5 2-65-16,5 7-80 0,6 3-85 15,8 2-122-15,10-5-205 0,5-1 59 0,7-1-353 16,13 3-465-16</inkml:trace>
  <inkml:trace contextRef="#ctx0" brushRef="#br0" timeOffset="48940.25">6195 14558 2651 0,'-13'-25'-12'0,"3"4"35"15,2 1 5-15,3 7 9 0,-1 0 9 0,4 4 4 0,2 1 3 16,0 8 35-16,15-8 21 0,6 9 12 0,21 8-1 15,24 8-13-15,26 10-4 0,11 7-11 16,2 3-5-16,4-2-10 0,-1 4-12 0,-5-3-5 16,-6-1-9-16,-7-7-3 0,-22-6-3 15,-5 0 0-15,-6-5-9 0,-1-2-6 0,-2 2 4 16,-17-6-9-16,1 0-1 16,-4 1-9-16,-5-2-2 0,-6-2-69 0,-3-1-95 15,-4 2-109-15,-2-2-152 0,-3 4-191 16,0-1 48-16,-1 0-205 0,0 4-250 15</inkml:trace>
  <inkml:trace contextRef="#ctx0" brushRef="#br0" timeOffset="49225.5">7703 15061 2380 0,'-20'-13'172'0,"5"-1"11"0,0 5 3 16,4 1-1-16,0 4-2 0,2 3 1 16,9 1 20-16,-23 3 5 0,10 4-3 15,-3 7-11-15,3 1-1 0,4 4 4 0,-3 8-8 16,7-4-8-16,3-2-9 0,2 2-8 16,0 1-24-16,5 7 1 0,-1-3-31 0,6 1-10 15,-2-5-8-15,5 5-13 0,-5-4-21 16,1-8-59-16,4 12-83 0,-1-11-91 0,-1-3-120 15,-3-1-124-15,2-3-158 0,-1-5-141 16,0 0 65-16,3-6-437 0,-3 0-560 16</inkml:trace>
  <inkml:trace contextRef="#ctx0" brushRef="#br0" timeOffset="49590.6">7668 14826 2900 0,'-35'-10'25'15,"-3"6"33"-15,-5 4 42 0,-5 4 34 0,-9 9 38 16,-3 3 41-16,3 9 27 0,5 6 15 16,0 9 26-16,8 5-12 0,6 3-3 15,5 5-1-15,15 4-8 0,6 0-16 0,12 4-19 16,14-3-19-16,8 1-17 16,18 9-13-16,9-8-23 0,7-6-13 0,-4-17-13 15,1-4-15-15,3-6-14 0,2-6-14 16,6-7-12-16,-3-7-18 0,-13-5-23 0,13-6-19 15,2-3-5-15,-4-7 7 0,-3-7-8 16,-3-3-1-16,-4-7-1 0,-6-5-6 0,-7-5 7 16,-6-7-5-16,-5-4 3 0,-4-7 3 15,-7-6-8-15,-9-5 5 0,-5 1-8 16,-4-5 8-16,-7 6-3 0,-6 3-4 0,-5 6 0 16,-8 9-6-16,-2 7-7 0,-8 9-1 15,-3 12-17-15,-9 6-41 0,2 13-50 0,-2 5-78 16,-13 6-107-16,1 9-133 0,1 4-164 15,-2 4-197-15,8 1 74 0,2 3-586 16,4 3-776-16</inkml:trace>
  <inkml:trace contextRef="#ctx0" brushRef="#br0" timeOffset="50275.27">4888 15794 3760 0,'0'0'-90'0,"0"0"33"0,-25-6 46 0,25 6 42 0,-54 16 49 0,5 4 42 0,-5 8 32 15,-19 14 31-15,-8 4 4 0,1 9 9 16,0 1 5-16,0 2-7 0,1 2-14 16,7 0-7-16,6-2-9 0,3-2-20 0,4-4-12 15,15-11-13-15,4-3-8 0,2-1-16 16,6-3-13-16,7-9 0 0,3 0-12 0,4-5-10 15,2-3-2-15,5-5-10 0,1-2-4 16,4-1-15-16,-3 0-45 0,4-3-60 16,-1 1-68-16,0-2-71 0,2 0-72 15,0-1-83-15,4-4-116 0,-5 7-174 16,5-7-57-16,-4 5 70 0,4-5-370 0,0 0-491 16</inkml:trace>
  <inkml:trace contextRef="#ctx0" brushRef="#br0" timeOffset="50524.25">3444 16898 2729 0,'-14'-3'56'16,"14"3"5"-16,-11-4 1 0,11 4 2 16,0 0-4-16,0 0 27 0,-18 10 48 15,14 1-5-15,1 1-11 0,-1 3-8 16,2 2-12-16,2 2-7 0,0 0-9 15,0 3-6-15,0 2-7 0,2 1-12 0,0 0-5 16,0-1-9-16,1-3 4 0,-1-2-82 16,0-3-60-16,-2-2-57 0,4 0-51 0,-1-4-55 15,-1-5-109-15,-2-5-188 0,0 0 19 16,0 0-161-16,0 0-189 0</inkml:trace>
  <inkml:trace contextRef="#ctx0" brushRef="#br0" timeOffset="50773.16">3419 16765 1931 0,'-2'-15'74'0,"-1"5"26"16,3 1-5-16,-2 2-11 0,2 7-3 16,-2-8-11-16,2 8 12 0,0 0 54 0,0 0 11 15,23 17 12-15,-9 0-6 0,8 10-9 16,5 7 21-16,2 4 28 0,-4 0-18 0,0 2-11 16,-2 1 7-16,-5 0 3 0,-4-6-12 15,-3 0 7-15,-7 0 12 0,-2-4 3 16,-6 3-12-16,0-1-11 0,-8-3-11 0,1 1-14 15,-2-7-9-15,-4 0-15 0,-3-3-8 16,4-4-15-16,-2-5-14 0,0-2-25 16,-2 0-56-16,-1-7-74 0,3-3-83 15,-7-3-95-15,3-3-94 0,-10-12-93 0,7-1-151 16,1 1-92-16,3-5 49 0,-2 0-362 16,6 0-477-16</inkml:trace>
  <inkml:trace contextRef="#ctx0" brushRef="#br0" timeOffset="51173.24">3319 16459 2880 0,'-24'8'-41'0,"-5"9"25"16,-8 18 28-16,-1 4 29 0,2 11 32 15,-10 20 26-15,6 7 38 0,-1 5 15 0,7 3 26 16,5 4-12-16,4 2-13 15,13-19-15-15,3 0 0 0,9-2-11 0,4-1-7 16,6-7-3-16,3-4-8 0,6-2-5 16,10-8-5-16,5-3-8 0,7-8-11 0,15-10-7 15,3-5-5-15,9-10-5 0,5-12-7 16,5-9-7-16,21-11-3 0,-1-12-5 16,-3-11-7-16,-12-6-5 0,-8-6-1 0,-12-6-1 15,-15-6-7-15,-21 9-3 0,-9-8-6 16,-11-2 0-16,-12-7-4 0,-15-17-2 0,-12 0 0 15,-8 1-6-15,-5 3-2 16,-5 11-2-16,0 9-2 0,11 22-4 0,-3 9-6 16,-2 10 3-16,0 9-3 0,5 13 3 15,7 8 0-15,-6 6-15 0,2 8-48 16,2 10-44-16,4 4-61 0,6 10-60 0,12-4-67 16,-1 11-104-16,8-7-246 0,7-3 45 15,7-1 70-15,3-8-223 0,13 6-256 0</inkml:trace>
  <inkml:trace contextRef="#ctx0" brushRef="#br0" timeOffset="51508.23">4755 16136 2483 0,'-5'-20'157'0,"3"6"-10"0,2 4-22 0,0 5-5 0,0 5-13 0,0 0 32 15,0 0 37-15,37 25 23 0,-1 6-4 16,7 8 3-16,20 16-9 0,7 1-18 0,2 0-14 16,2 1-13-16,4-1-18 15,1-1-11-15,-2 2-8 0,2-4-14 0,-4 0-6 0,0-2-10 16,-6-3-9-16,-6 0-5 15,-22-9-4-15,2-4-10 0,-9-2-7 0,-4-2-7 16,-7-8-15-16,-6 2-65 0,-5-5-78 16,-1-1-92-16,-4 0-98 0,-1-3-135 15,1 1-264-15,-6-1 57 0,1-1 87 0,-2-3-306 16,0-5-357-16</inkml:trace>
  <inkml:trace contextRef="#ctx0" brushRef="#br0" timeOffset="51773.16">5985 16922 2816 0,'-21'-10'192'15,"2"1"24"-15,5 1 19 0,2 6-1 0,2-2-11 16,10 4-16-16,0 0 38 0,-19 10 39 16,13 3-14-16,5 5-22 0,2 6-18 15,1 12-29-15,6 2-15 0,6 13-18 16,0-5-16-16,4 5-9 0,-2-3-24 0,-2 3-8 15,3-7-13-15,-5-4-16 0,-5-5-6 16,1 0-38-16,-5-5-60 0,-1-6-60 16,-4-4-55-16,2-1-66 0,0-4-76 15,-1-1-79-15,-1-4-80 0,-2-5-152 0,2-1-147 16,2-4 56-16,0 0-423 0,-7-21-575 16</inkml:trace>
  <inkml:trace contextRef="#ctx0" brushRef="#br0" timeOffset="51957.29">5865 17048 3295 0,'-15'-18'74'16,"1"1"60"-16,3 3 74 0,2 2 75 0,3 0 49 16,-2 2 13-16,4-2-2 0,3 2-30 15,2-3-30-15,3-2-28 0,10-2-32 0,10-3-22 16,7 2-23-16,6 3-27 0,-1 3-83 16,1 3-108-16,-1 5-111 0,-5 4-110 0,-2 3-129 15,3 5-135-15,0 4-247 16,-5-1 36-16,-4 11 79 0,-2-3-416 0,-8 6-544 15</inkml:trace>
  <inkml:trace contextRef="#ctx0" brushRef="#br0" timeOffset="52123.34">5938 17402 3242 0,'-16'4'128'16,"5"1"41"-16,1-2 46 0,10-3 25 0,-9 0-6 15,9 0-25-15,0 0-20 0,0 0-25 16,0 0-17-16,21-25-25 0,-3 15-59 0,2 0-71 15,-1 0-95-15,3 3-102 0,0 0-76 16,-5 4-99-16,2 1-131 0,-2 2-129 16,-4 4 49-16,1 2-227 0,-5 5-303 15</inkml:trace>
  <inkml:trace contextRef="#ctx0" brushRef="#br0" timeOffset="52272.93">6042 17665 2262 0,'-14'18'43'15,"-2"-3"41"-15,9-2 29 0,-6-4 37 0,8-1 38 16,1-1 36-16,1-2 14 0,3-5 5 15,-6 9-11-15,6-9-19 0,0 6-24 16,0-6-18-16,0 0-15 0,18 4-17 0,-5-4-26 16,-13 0-63-16,30-4-83 15,-13-2-91-15,0 4-89 0,1-4-89 0,0 0-140 16,9-9-186-16,0 1 38 0,-4-5-252 0,-5-3-328 16</inkml:trace>
  <inkml:trace contextRef="#ctx0" brushRef="#br0" timeOffset="52639.79">5827 16798 2516 0,'-52'13'59'0,"-3"7"43"0,0 7 75 16,0 8 46-16,-4 15 41 0,5 8 38 16,20-7 21-16,4 5 16 0,8 12 10 15,11 2-17-15,9 3-29 0,6 2-24 16,16 17-24-16,10-3-19 0,8-3-21 15,14-2-20-15,2-9-16 0,7-5-22 0,5-8-15 16,0-10-15-16,-13-16-12 0,0-7-16 16,-1-8-11-16,0-9-10 0,-9-7-15 0,-3-9-4 15,1-6-14-15,-5-5 7 0,3-11-11 16,-6-10-8-16,-6-9-8 0,-6-7-7 0,-8-6-4 16,-3-15-12-16,-4-7-11 0,-8-27-24 15,-4-1-21-15,-6-4-20 0,-3 1-19 16,-10 1 4-16,-1 15 4 0,-5 10 8 0,2 27 0 15,-5 12 3-15,-7 7-1 0,-5 13-4 16,-8 6-35-16,-3 13-37 0,-4 9-52 16,-2 6-66-16,4 14-73 0,1 5-91 15,10 4-156-15,3 7-164 0,11-2 70 0,7 0-490 16,12-4-640-16</inkml:trace>
  <inkml:trace contextRef="#ctx0" brushRef="#br0" timeOffset="53060.31">7414 16045 3136 0,'6'-18'-68'0,"0"3"50"0,-4 4 51 0,2 1 39 0,0 2 31 16,-4 2 8-16,0 6 3 0,1-11-7 15,-1 11-9-15,0 0 26 0,0 0 45 16,-11 29 29-16,1 5 13 0,-1 17-1 0,-3 5 3 15,3 3 3-15,2 2-9 0,2 1-12 16,-2 0 11-16,5 0-15 0,-1 0-14 0,1-2-21 16,2 0-9-16,1-4-19 0,-1 0-5 15,0-10-17-15,0-1-17 0,-1 0 0 0,1 0-25 16,1-4-85-16,-3 2-71 0,2 0-84 16,-2-2-87-16,2-1-100 0,1 1-111 15,-1-6-199-15,-2-4-72 0,4-8 66 16,-2-5-485-16,0-1-629 0</inkml:trace>
  <inkml:trace contextRef="#ctx0" brushRef="#br0" timeOffset="53322.83">7138 17324 3365 0,'-13'-13'56'0,"3"3"46"0,4 1 48 16,-1 3 40-16,5 0 14 0,2 6-10 15,-5-8-21-15,5 8-19 0,0 0-12 0,0 0-11 16,0 0-6-16,18 23-3 16,-4 3-12-16,3 7-8 0,0 9-11 0,3 5-8 15,-6 0-7-15,2-1-9 0,-3 2-6 16,0 1-3-16,1-1-8 0,-5-9-20 0,-2 3-51 16,2-5-66-16,-6 1-71 0,1-9-79 15,0-5-69-15,-2-5-81 0,1-3-135 16,-3-5-154-16,2-5 53 0,-2-6-336 0,0 0-437 15</inkml:trace>
  <inkml:trace contextRef="#ctx0" brushRef="#br0" timeOffset="53491.39">7304 17377 3050 0,'-12'-18'214'0,"5"3"39"16,0 1 55-16,1 5 24 0,1-1-8 15,4 0-16-15,-1-1-35 16,5-2-30-16,2 2-22 0,4-4-31 0,8 3-22 15,0-3-64-15,10 3-103 0,0-2-119 16,-2 9-122-16,-5 3-121 0,2 0-144 0,-8 4-229 16,4 0 56-16,-1 3 83 0,-2 5-343 15,-6 2-418-15</inkml:trace>
  <inkml:trace contextRef="#ctx0" brushRef="#br0" timeOffset="53672.5">7375 17621 2918 0,'-11'10'217'0,"0"-1"20"0,6-1 27 15,3-6 35-15,2-2 28 0,-6 8 23 16,6-8-12-16,0 0-29 0,0 0-34 0,0 0-19 16,0 0-29-16,0 0-26 15,0 0-39-15,36-10-86 0,-21 4-107 0,1 0-104 16,1-1-111-16,0-3-82 0,3 0-80 16,3-5-147-16,-5 1-175 0,-2 0 69 0,-1-1-483 15,2-9-610-15</inkml:trace>
  <inkml:trace contextRef="#ctx0" brushRef="#br0" timeOffset="54039.24">7344 16932 3328 0,'-41'5'5'16,"-15"11"47"-16,-1 6 82 0,3 9 60 0,7 7 40 15,5 9 31-15,-7 16 36 0,4 5-5 16,18-8-6-16,6 2-17 0,10 2-3 0,9 4-28 15,6-3-24-15,10 1-18 0,6 0-24 16,16 10-11-16,9-6-21 0,0-7-12 0,-3-16-14 16,0-7-11-16,2-5-12 0,-2-4-14 15,-1-9-8-15,-4-9-16 0,-1-2-14 16,-5-8-15-16,-2-4-11 0,5-6-13 0,0-5-2 16,-4-7-12-16,6-12-2 15,-3-9-6-15,-6-3-4 0,-8-11 7 0,-1-8-12 16,-7-12-6-16,-8-6-12 0,-5-23-9 15,-8 4-3-15,-5 7 6 0,-2 22 2 0,-2 7-2 16,-4 3-2-16,-2 6-4 0,-7 7-11 16,-2 7-19-16,-4 8-30 0,-5 6-34 15,-4 7-62-15,-1 2-47 0,14 8-65 0,6 6-75 16,4 5-132-16,6 1-203 0,6-3 61 16,3 4 71-16,9-4-358 0,-10 5-439 0</inkml:trace>
  <inkml:trace contextRef="#ctx0" brushRef="#br0" timeOffset="54373.64">7586 15850 2945 0,'-17'-26'96'0,"-2"6"14"0,5 3-2 0,5 5-18 0,3 3-11 0,1 6 4 0,5 3 39 0,0 0 22 15,0 0 12-15,17 50 32 0,7-4 3 16,25 18 15-16,3 2-9 0,15 8 2 16,4 1-11-16,6 4-13 0,4-1-21 15,3-1-10-15,0-4-7 0,-5-1-11 0,0-2-18 16,-9-3-5-16,-2-5-12 0,-8-4-6 15,-7-3-19-15,-9-12 2 0,0-2-24 0,-2-1-67 16,-4-3-101-16,-2 1-105 0,-3-4-125 16,-10-6-184-16,-3-4-223 0,0-1 72 0,-6-6 82 15,-2-5-440-15,-2-2-520 0</inkml:trace>
  <inkml:trace contextRef="#ctx0" brushRef="#br0" timeOffset="54889.03">8981 17033 3159 0,'-7'-17'79'0,"0"3"28"16,5 2-1-16,2 0-12 0,0 0-5 16,0 4 26-16,0-1 11 0,0 9 7 15,0-15-5-15,-1 10-8 0,1 5-9 0,-2-9-11 16,2 9-4-16,0 0 4 0,-51 28 11 15,10 2 9-15,2 5 22 0,-6 5 24 0,7 5 17 16,2 4 20-16,2-1 3 0,5 3-3 16,8-2-12-16,3 0-12 0,2-2-11 15,11-9-11-15,1 2-16 0,8-4-11 16,1-2-19-16,9-3-6 0,6 0-6 0,3-5-11 16,11 1-10-16,-3-8-5 0,1-3-10 15,2-7-1-15,1-1-11 0,-5-6-11 16,-3-2-4-16,-6-2-6 0,0 2-1 0,-2 0 0 15,-3-2-5-15,-3 2-3 0,-1 0 2 16,-12 0-6-16,16 0 2 0,-6 0-3 0,-10 0 1 16,11 7 33-16,-3-2 9 15,-3 3 2-15,4 1-34 0,0 1-27 0,2 6 0 16,3-1 0-16,4 8 0 0,4-3 0 16,-5 4 0-16,2-2 0 0,-2-1 0 0,-4-3 0 15,1-1 0-15,-3-3 0 0,3 1 0 16,-7-1 0-16,3 1 0 0,-5-2 0 15,1 1 0-15,0 0 0 0,-2-2 0 0,1-1 0 16,-3 2 0-16,0-3-143 0,-2-2-300 16,0 1-119-16,0-2-139 0,0-7-202 0,0 0 92 15,0 0 86-15,0 0-603 0,0 0-783 16</inkml:trace>
  <inkml:trace contextRef="#ctx0" brushRef="#br0" timeOffset="55272.37">8657 16566 3988 0,'-56'-6'95'0,"9"10"34"0,-8 11 23 0,-1 13 28 0,-14 19 24 0,9 15 37 0,-2 13 43 0,8 12 1 15,9 10-2-15,10 9-16 0,17 6-14 0,13 1-17 16,22 1-9-16,10 3-16 15,16-2-17-15,13-3-19 0,8-6-18 0,14-5-17 16,0-6-12-16,2-10-12 0,2-5-13 0,-4-16-9 16,-7-7-45-16,0-12-49 0,-22-16 0 15,8-11 0-15,-1-6 0 0,-9-10 0 16,-2-5 0-16,10-12 0 0,-6-13 0 0,2-6 0 16,1-26 0-16,-3-13 0 0,-4-11 0 15,-7-11 0-15,-5-15 0 0,-7-12 0 16,-5-16 0-16,-2 0 0 0,-9-4 0 0,-13 8 0 15,-9 18 0-15,-12 19 0 0,-12 18 0 16,-17 19 0-16,4 25 0 0,-11 12 0 0,-11 13 0 16,-7 12-117-16,-19 12-192 15,-8 13-73-15,0 11-89 0,5 6-107 0,0 9-185 16,4 3-55-16,5 6 93 0,17-1-645 16,2 0-824-16</inkml:trace>
  <inkml:trace contextRef="#ctx0" brushRef="#br0" timeOffset="70253.64">12372 14812 3313 0,'0'0'-278'15,"0"0"31"-15,0 0 29 0,0 0 23 0,0 0 25 0,0 0 20 0,-18-8 26 16,18 8 10-16,-13-2 13 0,13 2 14 16,-16 0 4-16,16 0 21 0,-28 2 3 0,8 2 4 15,-2-3 13-15,-14 5 12 0,-1 0 5 16,-1 2 13-16,-5-2 1 0,0 0 5 0,0 4 5 16,-9 1 2-16,-1 2 2 15,-5-1-3-15,2 0 0 0,3 1 5 0,-1-3-3 0,2 4 4 16,1-2 3-16,13-2-4 0,-4 3 3 15,4-2 4-15,-3-2-1 0,2 1 5 16,-1 1-6-16,-1-1 4 0,0-2 1 16,-1 3-2-16,-8 2 2 0,7-4 2 15,0 1-1-15,6 0-3 0,-5 1 1 0,5-1 2 16,1 1-8-16,2-2-1 0,1 0 2 16,7-1-1-16,3-2 0 0,0 0-1 0,2-1-2 15,4 1 2-15,-2-2-3 0,3 0 1 16,5 0 2-16,-3-2 0 0,3 2-2 15,2-3-2-15,4 0 1 0,5-1 0 0,-18 4-6 16,18-4 4-16,-9 4-4 0,9-4-1 16,-9 3-14-16,9-3-34 0,-5 4-37 15,5-4-57-15,0 0-283 0,0 0 64 16</inkml:trace>
  <inkml:trace contextRef="#ctx0" brushRef="#br0" timeOffset="70553.55">11849 15017 1111 0,'-21'-4'-34'0,"-2"3"16"0,-2 1 6 0,-23 1 18 0,-13 3-1 0,-3 1 17 0,-7 3 9 0,-2 2-2 16,-8-2 6-16,5 2 3 15,-6 3-7-15,6 2-1 0,2-1-2 0,1 2-6 16,2 1 0-16,9-1-3 0,3 3-1 16,1-3-2-16,6 4-7 0,5-1 1 0,3 1 0 15,12-4-4-15,-1-3-4 0,7 3-9 16,-2-3-17-16,8-1-23 0,1 0-15 16,4-3-22-16,1-1-24 0,3 1-34 0,2-3-186 15,3-1 158-15</inkml:trace>
  <inkml:trace contextRef="#ctx0" brushRef="#br0" timeOffset="73069.25">11131 16639 1028 0,'0'0'78'0,"0"0"16"0,0 0 22 0,-18-5 12 0,18 5-9 16,0 0 5-16,2-10 10 0,-2 10 1 15,18-17-1-15,-2 5-2 0,11 0-6 16,6-1-4-16,3-1-1 0,2 4-10 0,2 1-4 15,-2 3-3-15,3 2-13 0,-11 2-9 16,-4 4-4-16,-1 4-8 0,-2 1-3 16,-4 2 12-16,-2 6 4 0,-5 0 22 0,-6 1 20 15,-6 5 21-15,-11 14 10 0,-7 6 3 16,-9 3 4-16,-1-1 5 0,-5-3 5 0,1-3 6 16,1-2 0-16,8-8-9 15,2-2-12-15,6-9 4 0,4-2-11 0,3-1-12 16,0-5-1-16,3 0 12 0,1-1 3 15,4-7 11-15,2 10 3 0,-2-10-14 16,9 7-21-16,2-5-10 0,3 0-9 0,8-2-20 16,-2 0-2-16,7-2-9 0,1-2-13 15,-1 3-18-15,11-6-26 0,-8 4-46 0,-7-3-49 16,2 3-42-16,-8 1-34 0,2-1-40 16,-6-1-38-16,1 3-51 0,-5-1-46 0,4 0-61 15,-13 2-78-15,12-4-99 0,-6 2-194 16,-6 2 60-16,7-4-428 15,-7 4-591-15</inkml:trace>
  <inkml:trace contextRef="#ctx0" brushRef="#br0" timeOffset="73353.39">11891 16866 3402 0,'-3'-10'152'0,"-2"3"14"0,1 1 12 0,4 6 1 0,-2-8 9 0,2 8 17 0,0 0 2 0,0-11-19 16,0 11-19-16,0 0-21 0,0 0-13 15,2-10-18-15,-2 10-33 0,4-6-59 0,-4 6-64 16,0 0-73-16,0 0-72 0,0 0-75 15,0 0-82-15,0 0-120 0,0 0-215 0,21 8 40 16,-21-8 70-16,0 0-206 0,0 0-261 16</inkml:trace>
  <inkml:trace contextRef="#ctx0" brushRef="#br0" timeOffset="73770.45">12438 16498 2295 0,'8'-8'31'16,"-3"2"-2"-16,4 3 3 0,-9 3 24 0,14 0 11 15,-14 0 16-15,11 9 10 0,-4 1 16 16,-4 1 6-16,-3 3 5 0,0 2 1 16,-6 7 5-16,-3 6 11 0,-2 0 0 0,-7 0 2 15,3 0-3-15,-2-3-9 0,4-1-10 16,3-4-5-16,0-2-6 0,5-8-5 0,-1 1-9 15,5 0-11-15,-1-4-1 16,2 1-1-16,0-9-5 0,3 12-7 0,-3-12-6 0,6 6-7 16,-6-6 0-16,5 4-10 15,-5-4-5-15,0 0-1 0,0 0-1 16,0 0-1-16,0 0 0 0,4-26 3 0,-8 13 1 16,-5-5 1-16,4-1 2 0,-6-1 3 15,0-6 2-15,-1 4 7 0,5 1-3 0,1 0 4 16,-1 1 10-16,3 1-14 15,3 4 0-15,-1-1-7 0,-3 3-7 0,5 1-6 16,5 0-2-16,-2 0-11 0,5-1-42 0,1 3-49 16,3 4-63-16,1-3-86 15,5 5-79-15,0 0-87 0,1 1-133 0,-2 3-180 16,2 0 50-16,3 4-373 0,-6-1-497 16</inkml:trace>
  <inkml:trace contextRef="#ctx0" brushRef="#br0" timeOffset="73987.39">12691 16508 2878 0,'0'0'32'0,"-2"-13"48"0,1 6 57 16,1 7 30-16,-2-14 26 0,2 14 9 0,-2-9-12 15,2 9-16-15,0 0-23 0,0 0-13 16,0 0 8-16,0 0 0 0,0 0-6 16,9 31-10-16,-5-14-10 0,-2 7-12 15,0 1-11-15,-1 0-7 0,2 10-12 16,-1-4-5-16,0-6-9 0,0 3-5 0,-2-1-25 15,2-3-45-15,-2 1-55 0,0 1-70 16,0-7-78-16,1 1-87 0,-1-1-118 0,2-6-211 16,0-1-42-16,4 2 71 0,-3-6-276 15,8 1-359-15</inkml:trace>
  <inkml:trace contextRef="#ctx0" brushRef="#br0" timeOffset="74251.99">13016 16680 2725 0,'-11'-5'173'0,"8"0"9"0,3 5-15 15,2-9 6-15,-2 9 9 0,15-10 1 16,5 3-18-16,10-3-17 0,4 0-10 15,2 4-20-15,0 0-16 0,-5 2-55 0,-2 1-67 16,-5-3-72-16,1 5-82 16,-1-2-89-16,-2 1-123 0,-3-2-235 0,0 2 43 15,-6-2 66-15,-2 4-120 0,0-2-129 16</inkml:trace>
  <inkml:trace contextRef="#ctx0" brushRef="#br0" timeOffset="74485.38">13213 16388 2000 0,'-9'-8'165'0,"4"1"-2"16,-1 4-6-16,6 3-1 0,0 0 51 15,0 0 36-15,-10 17 17 0,12 0-5 16,-1 5-11-16,4 13-17 0,3-1-14 16,-1 2-22-16,0 2-16 0,3-2-17 15,0 2-22-15,-3 1-6 0,2-3-16 0,0 1-12 16,-4-2-25-16,1-1-53 0,-3-6-60 0,-3-4-73 15,2-5-75-15,-2 3-83 0,2-3-99 16,-6-2-126-16,6-7-175 0,0-1 58 16,5-3-298-16,-2 0-389 0</inkml:trace>
  <inkml:trace contextRef="#ctx0" brushRef="#br0" timeOffset="74686.57">13692 16341 2762 0,'-2'-14'135'15,"2"5"1"-15,-2 3-7 0,2 6 22 0,0 0 69 16,0 0 25-16,0 0 3 0,-5 24-7 16,1-4-16-16,2 4-14 0,-3 10-22 0,2 0-21 15,-3 2-13-15,4-1-19 0,-3 0-17 16,1 2-7-16,-1-4-13 0,-4 1-58 0,2 0-70 16,-1-3-79-16,-4-2-94 0,5-2-98 15,2-10-116-15,1-1-161 0,0-3-112 16,4-1 67-16,4-6-323 0,1 0-425 0</inkml:trace>
  <inkml:trace contextRef="#ctx0" brushRef="#br0" timeOffset="75018.46">13928 16256 2878 0,'-7'-8'140'0,"2"2"14"0,5 6 21 0,-7-7 3 16,7 7-10-16,0 0-14 0,16-15-11 15,-5 12-9-15,3-1-14 0,2 2-10 16,5-1-10-16,-2 6-11 0,0-3-16 0,4 8 12 16,-4 0 6-16,4 11 12 0,-2 7 22 15,-6 3 13-15,1 6 7 0,-7 1 2 0,-2 3 6 16,0 0 16-16,-3 2-5 0,-3 1-1 16,1-1-1-16,-2 0-7 0,0-2-12 15,0 1-12-15,0 2-13 0,-2-5-10 16,-1 1-12-16,-1-9-9 0,-1 3-9 0,-2-6-5 15,1-6-5-15,-1 1-15 0,-7 5-11 16,1-7-51-16,-10-1-78 0,0 1-69 16,-1-2-87-16,-6-2-100 0,-7 1-116 0,-5-4-144 15,-12 1-216-15,-3-1 68 0,3-4 90 16,6-4-455-16,-4-2-586 0</inkml:trace>
  <inkml:trace contextRef="#ctx0" brushRef="#br0" timeOffset="75451.91">10853 16682 3208 0,'-5'-14'-49'0,"3"4"5"0,-5 3 5 0,0 5 15 0,7 2 31 0,-22 12 29 15,1 9 32-15,3 6 18 16,-4 16 14-16,3 5 10 0,4 6-6 0,8 0 9 0,3 1 5 16,6-9 6-16,7 10-3 0,6-5 2 15,8-3-4-15,8-2-8 0,-1-5-12 0,11-5-6 16,0-4-11-16,1-7-6 0,0-4-12 16,-7-9-29-16,-5 0-67 0,1-7-78 15,-8-5-97-15,-1-3-113 0,6-9-171 0,-1-5-147 16,-7-5 54-16,-6-2-253 15,-3-5-321-15</inkml:trace>
  <inkml:trace contextRef="#ctx0" brushRef="#br0" timeOffset="75636.32">10767 16641 2590 0,'0'0'136'0,"-19"0"-12"16,19 0-13-16,0 0-2 0,0 0-9 15,0 0-13-15,37-17 1 0,-1 9-13 0,11 2-9 16,12-1-2-16,4-1-34 16,3 4-75-16,5 2-94 0,-1-1-138 0,2 0-244 15,-5 6-11-15,-1-2 52 0,-17 3-60 16,-7 3-42-16</inkml:trace>
  <inkml:trace contextRef="#ctx0" brushRef="#br0" timeOffset="76551.66">10919 16624 1367 0,'-1'-29'-2'0,"1"3"41"0,0 0 33 0,1-2 27 0,1-8 32 0,4 1 31 0,-3 0 32 0,1 1 25 16,0 8 18-16,0 6 20 16,-2 3 8-16,-2 5-24 0,2 1-24 0,-2 5-11 15,0 6 48-15,0 0 55 0,-8 49 31 16,-1 4 17-16,-2 10 2 0,-2 13 3 0,-7 24 0 15,3 6 3-15,-3 1-19 0,4 4-10 16,2-2-17-16,3-2-17 0,1-6-15 16,5-24-98-16,2-5-189 0,-1-2 0 0,4-6 0 15,0-8 0-15,0-10 0 0,2-7 0 16,-2-8 0-16,0-10 0 0,2-3 0 16,-2-3 0-16,3-3 0 0,2-3 0 15,1-1 0-15,7-4 0 0,6-3 0 0,8-2 0 16,11-5 0-16,2 0 0 0,0-1 0 15,2-2 0-15,-2-1 0 0,-2 0 0 0,0 0 0 16,-2 1 0-16,-3-1 0 0,-7 3 0 16,-6 2 0-16,-4-1 0 0,0 0 0 0,-5 4 0 15,0-2 0-15,0 0 0 0,-4 3 0 16,-2-3 0-16,-5 4 0 0,13-4 0 16,-10-2 0-16,5 2-310 0,-5 0-755 0,5-4 98 15,-2 1-1022-15,2-3-1407 0</inkml:trace>
  <inkml:trace contextRef="#ctx0" brushRef="#br0" timeOffset="77251.34">14014 16036 5187 0,'6'-18'-202'0,"-3"6"51"0,-1 1 18 0,2 5 18 0,-2 0 19 0,-2 6 48 16,0 0 93-16,0 0 64 0,0 0 46 0,12 41 30 16,-7 1 25-16,-3 18 32 0,0 10 32 15,4 8 12-15,-4 1 5 0,-1 1-6 0,7 18-7 16,2 0-2-16,-3-20-14 0,4-3-12 16,0-1-26-16,0-6-16 0,-4-2-39 0,5-8-169 15,-3-4 0-15,-1-13 0 0,-5-3 0 16,2-11 0-16,-3-5 0 0,2-4 0 15,-3-3 0-15,-1-1 0 0,0-1 0 0,0-6 0 16,-1 2 0-16,-8-2 0 0,0-1 0 16,-8-1 0-16,-6-1 0 0,-4-1 0 15,-19 2 0-15,-5-5 0 0,-15 6 0 16,-2-6 0-16,-4 2 0 0,6-1 0 0,1-2 0 16,15 2 0-16,7-1 0 0,11 0 0 15,5-1 0-15,7 1 0 0,3 0 0 0,2 0 0 16,2 0 0-16,13 0 0 0,-21 0 0 15,21 0 0-15,-18 0 0 0,18 0 0 0,-13 0 0 16,13 0 0-16,-13 0 0 0,13 0 0 16,-12 0 0-16,12 0-221 0,-12 6-817 0,3 2 61 15,-2-1 104-15,2 2-855 0,-7 8-1162 16</inkml:trace>
  <inkml:trace contextRef="#ctx0" brushRef="#br0" timeOffset="77503.06">12533 18144 5219 0,'-19'-3'194'0,"6"-1"50"0,1 1 35 0,6-4 9 0,5 0 4 0,1 7 21 16,12-27 4-16,4 3-17 15,18-4-42-15,11 1-27 0,6 0-6 0,6 2-194 16,2-1-31-16,6 6 0 0,-4 3 0 15,1 4 0-15,2-1 0 0,-7 3 0 0,-17 6-26 16,-4 0-404-16,-5 3-89 0,-10 4-48 16,-8 2-34-16,-6 2-28 0,-3-2-54 15,-4-4-51-15,-9 22-627 0,-13 0-816 0</inkml:trace>
  <inkml:trace contextRef="#ctx0" brushRef="#br0" timeOffset="77652.82">12892 18139 3479 0,'-27'16'-113'15,"6"-4"62"-15,1-2 52 0,6-2 44 0,3-3 57 16,-2 1 51-16,2-3 49 0,2 2 32 15,1-2 20-15,8-3 10 0,-13 4-1 16,13-4-9-16,-9 4-30 0,9-4-17 16,0 0-21-16,0 0-31 0,0 0-2 0,32-13-27 15,0 5-104-15,3-1-116 0,-1 1-145 16,5-4-142-16,9-6-184 0,1-3-210 16,3 5 81-16,2-4-467 0,-2-4-626 0</inkml:trace>
  <inkml:trace contextRef="#ctx0" brushRef="#br0" timeOffset="78051.67">13957 17700 3347 0,'11'-17'56'0,"-2"3"28"16,1 5 11-16,0-3 20 0,-3 4 19 0,7-1 8 16,-1 3 4-16,3 2-8 0,-3 2-10 15,0 2-10-15,0 4 2 0,3 3 6 16,-5 3 9-16,-2 2 19 0,-1 1 24 0,-4 5 32 15,-2 1 18-15,-5 5 3 0,-8 11 5 16,0-1 0-16,-6 7-1 0,0-7-6 0,1-3-9 16,3-1-18-16,1-9-14 0,5-2-12 15,1-1-13-15,5-3-9 0,-3 1-12 16,4-4-17-16,0 1-125 0,5 1 0 0,1-1 0 16,1-1 0-16,2 1 0 15,-2-2 0-15,2 1 0 0,3-1 0 0,-4-1 0 16,-3-2 0-16,3 3 0 0,-3-2 0 15,2-5 0-15,-5 3 0 0,-1 0 0 0,3 0 0 16,-4-7 0-16,-4 15 0 0,-1-5 0 16,-3 0 0-16,-5-1 0 0,-7 1 0 15,4 0 0-15,-8-2 0 0,1-1 0 0,-3-3 0 16,2 2 0-16,-5-6 0 0,2 0 0 16,-12-6 0-16,3 2-175 0,2-4-604 0,4-9-219 15,-1 0 72-15,10-3 108 16,2-1-711-16,9 0-973 0</inkml:trace>
  <inkml:trace contextRef="#ctx0" brushRef="#br0" timeOffset="78401.25">13770 17611 4342 0,'-17'-12'22'0,"-4"5"29"16,0 7 49-16,-4 3 58 0,-11 11 42 0,-8 8 38 15,1 9 33-15,-7 11 9 0,1 20-1 16,2 4-9-16,13 6-6 0,11-9-13 0,10 7-17 15,11 3-18-15,8 4-17 0,14 15-21 16,14-5-15-16,9-5-13 0,14-8-16 16,12-7-13-16,4-8-51 0,0-5-70 0,6-12 0 15,-14-16 0-15,-1-9 0 16,-3-8 0-16,2-13 0 0,-4-6 0 0,0-11 0 0,-10-6 0 16,1-12 0-16,6-21 0 15,-11-7 0-15,-4-9 0 0,-9-9 0 0,-5-6 0 16,-14-9 0-16,-2-4 0 0,-8-2 0 15,-12-1 0-15,-6 1 0 0,-6 9 0 16,-9 17 0-16,-5 25 0 0,-8 13 0 0,-9 9 0 16,-9 13 0-16,-10 13 0 0,-6 10-219 15,-29 14-246-15,4 9-111 0,-1 5-169 0,0 6-149 16,9 3 69-16,1 3-694 0,3 3-965 16</inkml:trace>
  <inkml:trace contextRef="#ctx0" brushRef="#br0" timeOffset="81318.74">13997 14983 4037 0,'3'-9'-133'0,"-3"4"12"0,0 5 11 0,0 0 52 0,0 0 49 16,-25 34 46-16,7-5 32 0,-7 14 23 0,-2 4 21 16,0 1 0-16,-1 8-1 0,-1 2-8 15,4-1-7-15,3 0-10 0,3-4-2 0,4-4-12 16,5-8-6-16,2 0-5 15,5-10-5-15,3-3-2 0,-2-6-4 0,4-5-5 16,-2-2-6-16,1-2 2 0,-1-1 1 0,2-2 3 16,-2-2 5-16,4-2-7 0,2-3-1 15,-6-3-3-15,10 2-7 0,-10-2-3 16,11-11 0-16,-6 3-5 0,4-6-5 0,-6-2-3 16,1-5-7-16,0-4-8 0,-6 2-11 15,0-1 3-15,-2 0 0 0,-4 2-3 16,-5-3 2-16,-3 8-2 0,-2 5 0 0,-5 5 4 15,-4 2-3-15,-2 5 1 0,-8 5 2 16,1 4-1-16,1 1-1 0,5 1 0 0,1 6 3 16,12-2-3-16,0-1 2 15,3 1-1-15,5 2 2 0,5-2 6 0,1-1-3 0,3 1 4 16,1-1 0-16,3 0-2 16,3 1-14-16,5 2-53 0,0-7-66 0,0 0-80 15,8-1-67-15,-4-3-98 0,8-2-97 16,-1-4-169-16,2 0 49 0,0-4-268 15,9-2-346-15</inkml:trace>
  <inkml:trace contextRef="#ctx0" brushRef="#br0" timeOffset="82283.89">13896 15625 2580 0,'6'-2'69'0,"-6"2"29"16,0 0 25-16,0 0 28 0,0 0 21 16,0 0 11-16,0 0-18 0,0 0-14 15,0 0-7-15,0 0-14 0,0 0-8 16,0 0-9-16,0 0-10 0,0 0-10 0,3 14-10 15,11-11-7-15,-1-2-6 0,2-1-9 16,2-1-8-16,-1 1-1 0,3-3-7 0,-2 0-25 16,-6 0-28-16,9-3-4 0,-7 1-4 15,-4 0-6-15,-1 1 5 0,-1 0-10 0,-7 4 4 16,10-6 9-16,-10 6-3 0,0 0 1 16,0 0-10-16,0 0 8 0,0 0 1 15,-31 16 5-15,26-10-4 0,-5-2 3 0,7 1-1 16,3-5 5-16,-9 10 9 0,6-4-6 15,3-6 8-15,0 8 4 0,0-8-8 16,5 7 17-16,-5-7 0 0,14 6-5 16,-1-5-2-16,1 0 2 0,-14-1-5 0,34-2-1 15,-11-1-3-15,1-5-18 0,8-2-15 16,-7-4-22-16,2-1-5 0,-2-5-9 16,0-2 0-16,-4-5-7 0,3-12 1 0,-4-2 0 15,-1-5-3-15,-2-3 2 0,0-1 9 16,-2-6 9-16,1 0 5 0,-5 5 3 0,-4 13 10 15,-2 1 26-15,1 9 26 0,-5 9 21 16,-1 2-7-16,-1 9 8 0,-5 5 29 0,6 3 20 16,-18 15 14-16,-1 9 14 15,-5 17 5-15,1 8 1 0,-2 10 0 0,2 6-2 16,-6 14-15-16,2 2-3 0,11-22-14 16,-2 4-6-16,5-3-9 0,-1-5-6 15,2-5-9-15,4-9-3 0,3-6-1 0,-2-2-8 16,3-11 0-16,1-4-5 0,-1-5-1 15,4-3 8-15,0 0 7 0,0-10-4 0,0 6-6 16,0-6-5-16,0 0-1 0,0 0-2 16,21-24-4-16,-11 7-4 0,4-11-3 0,4 1-2 15,-1-2 1-15,-2 1-9 0,-1 5 4 16,-3 3-4-16,-2 7-3 0,-3 2-5 16,0 2-4-16,-4 4 2 0,-2 5 26 15,0 0 9-15,0 0 1 0,0 0 0 0,0 0-4 16,8 23-2-16,-8-12-6 0,2-3 2 15,-2 4-4-15,0 0-3 0,1-3 1 16,1 4-2-16,2-2-4 0,-2-6 0 0,1 5 1 16,-3-10-6-16,2 10-1 0,3-6-26 15,-5-4-24-15,0 0-15 0,0 0-7 0,30-16-13 16,-17 3-20-16,10-11-13 0,2-11-22 16,4-5-2-16,-1-7-3 0,-1-7 8 0,1 0 14 15,3-2 14-15,-5 5 11 0,-4-2 6 16,-8 21 27-16,0 3 38 0,-4 8 12 15,-7 6 7-15,-1 6 25 0,-4 4 25 16,2 5 17-16,0 0 5 0,0 0 9 16,-34 27 4-16,17 0 4 0,2 2-3 0,-3 5-1 15,5-2-12-15,0 3-6 0,1-1-8 16,1 0-5-16,4-2-1 0,-1 1-4 0,2-7-11 16,2-6 1-16,2-3-3 0,1 0-6 15,-1-4-1-15,0-1-2 0,0-4 1 0,2 1 1 16,-2-2-6-16,2-7 2 0,2 9-2 15,-2-9-3-15,0 0-5 0,7 0 2 16,-7 0-6-16,0 0-1 0,0 0 0 0,13-12-1 16,-8 6-3-16,-5 6-4 0,7-7-36 15,-5 3-51-15,-2 4-77 0,6-6-108 16,-6 6-134-16,3-6-153 0,-3 6-205 16,0 0 75-16,-5-10-476 0,5 10-626 0</inkml:trace>
  <inkml:trace contextRef="#ctx0" brushRef="#br0" timeOffset="83235.22">8246 13418 3269 0,'7'-14'-10'0,"-3"7"24"0,-2-1-8 0,-2 8 20 0,0 0 40 0,0 0 42 0,-29 15 35 16,2 3 23-16,-7 10 17 16,-4-2 5-16,0 3-4 0,1 3 0 0,13-6-16 15,-1-2-15-15,4 0-5 0,6-2-11 16,3-1-10-16,9-4 3 0,1-1-2 0,7-2-9 16,6 1-9-16,7 5-5 0,9-3-11 15,3-3-11-15,3-1 8 0,-1 0-26 0,0-3-8 16,-5-4-16-16,-4 0-40 0,-3-3-56 15,-6 2-56-15,4 1-72 0,-7-5-83 0,0 3-91 16,-1-2-133-16,-2-2-251 0,-8 0 51 16,0 0 87-16,9 1-345 0,-9-1-428 15</inkml:trace>
  <inkml:trace contextRef="#ctx0" brushRef="#br0" timeOffset="83435.45">8406 13827 2901 0,'0'0'139'0,"1"-9"3"0,-1 9-10 16,0 0-4-16,0 0-11 0,0-9 0 15,0 9-17-15,0 0-10 0,0 0-2 16,0 0-8-16,24 4-9 0,-24-4-12 0,20 5-35 16,-10 0-103-16,1 2-103 15,-4 0-121-15,0 2-205 0,-5-1-79 0,0 3 71 16,-6 0-169-16,-3 3-179 0</inkml:trace>
  <inkml:trace contextRef="#ctx0" brushRef="#br0" timeOffset="100947.02">11330 13662 2449 0,'4'-22'207'0,"1"3"-25"0,-1 5-5 0,-3 4-37 0,-1 1-45 0,0 6-16 0,0 3 49 16,0 0 41-16,-3 31 1 0,-8 7 8 0,0 14 3 16,-4 13-2-16,2 1-5 0,2 6-11 15,0-2-10-15,10 2-11 0,2-3-14 0,13-1-13 16,3-4-11-16,19 8-8 0,8-7-14 16,2-20-8-16,2-2-43 0,3-8-66 15,2-4-95-15,1-6-127 0,-4-4-141 16,-3-5-209-16,-9-7-65 0,-1-5 74 15,-9-4-388-15,-5-2-463 0</inkml:trace>
  <inkml:trace contextRef="#ctx0" brushRef="#br0" timeOffset="101399.18">13764 13002 3196 0,'16'-9'188'0,"-5"6"-19"0,4 8-17 0,-2 7 7 16,7 14 13-16,-4 4 11 0,6 15 14 0,-9 4 10 15,0 7 15-15,-3 2-3 0,-2 5-18 0,-1 2-20 16,-5 0-18-16,-2 1-16 0,-3-2-18 16,-8 4-25-16,-2-2-53 0,-6-1-69 0,-3-4-89 15,-12 14-118-15,-7-4-120 0,-2-4-147 16,-4-7-223-16,6-12 52 0,1-4 76 16,-1-1-395-16,2-1-460 0</inkml:trace>
  <inkml:trace contextRef="#ctx0" brushRef="#br0" timeOffset="111861.92">12241 14554 997 0,'-14'-5'381'0,"-6"-1"-114"0,4 2-95 0,-2-2-42 0,0 2-23 0,6 0-7 16,-1 0 2-16,-1 0 3 0,3 1 20 15,0 1 11-15,2-1 4 0,9 3-13 0,0 0-14 16,0 0-8-16,23-19-6 0,15 9-10 16,21-4-12-16,16 0-5 0,26-4-8 0,7 1-6 15,5 0-6-15,-1 3-7 16,-4 0-5-16,-23 6-16 0,-7-1-35 0,-10 1-32 15,-7 6-30-15,-14 0-26 0,-17 1-9 0,-6 1 6 16,-6 1 10-16,-11 1 16 16,-1 0 1-16,-6-2 8 0,0 0 15 0,-31 8 18 15,-7-4 25-15,-3 4 17 0,-18-1 22 16,-8-2 15-16,-6 0 7 0,-3 0 9 0,0 0 3 16,0 1 16-16,7-3 15 0,18-1 8 15,6 0-2-15,13-1-9 0,9 1-12 0,6 0-9 16,8-2-8-16,9 0-7 0,0 0 0 15,0 0-22-15,47 1-35 0,3-1-37 0,20-3-32 16,5 1-36-16,6 1-30 0,4-3-26 16,-10 2-32-16,-4 2-7 0,-17 0-2 15,-11 0 13-15,-7 0 35 0,-12 0 41 16,-10 0 58-16,-3-1 45 0,-11 1 41 16,0 0 28-16,0 0 23 0,0 0 18 0,-49-14 12 15,13 5 8-15,-3 3-1 0,0-1-8 16,3 2-3-16,7 1-16 0,9 0-6 0,4 3-10 15,3-2-47-15,3 1-58 0,10 2-55 16,0 0-65-16,0 0-99 0,0 0-151 16,0 0-119-16,0 0 47 0,23 14-54 0,-12-9-31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50:55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27571 4830 1755 0,'-4'-10'90'0,"0"-1"71"16,1 3-18-16,-1-1 1 0,0 2 9 0,4 7 2 15,-6-14 12-15,4 9 6 0,-2-1 6 16,4 6 17-16,-3-11 6 0,3 11 9 0,-4-7 16 16,4 7 15-16,-2-6 9 0,2 6 4 15,0 0-2-15,0 0-22 0,-4-7-33 0,4 7-13 16,0 0 15-16,-5 22-17 16,-2-2-13-16,0 10-8 0,-6 3-20 0,3 4-14 15,-5 8-2-15,-1 3-20 0,5-2 2 16,-3 4-14-16,-2-1-5 0,1-4-23 0,-1-9-49 15,3-1-57-15,3 2-56 0,1-4-80 16,-4-4-96-16,1 0-97 0,5-8-88 16,-1-8-82-16,6-3-99 0,1-4-68 0,2-2 67 15,-1-4-460-15,0 0-568 0</inkml:trace>
  <inkml:trace contextRef="#ctx0" brushRef="#br0" timeOffset="167.09">27451 5289 2882 0,'15'-16'25'15,"-4"-3"71"-15,9-2 64 0,-7 1 30 0,-1 3 33 0,6-4 23 16,4-1 9-16,1-1 3 0,2 2-6 15,0-5-16-15,14-1-26 0,1 0-24 0,-2 3-16 16,4 2-18-16,0 1-50 16,-12 4-52-16,3 3-58 0,-6 2-64 0,-6 2-70 15,-6 3-73-15,-6 4-63 0,-3 0-49 16,-6 3-61-16,0 0-113 0,0 0-123 16,-28 17 55-16,6-9-305 0,-4 6-357 0</inkml:trace>
  <inkml:trace contextRef="#ctx0" brushRef="#br0" timeOffset="333.52">27721 4998 2597 0,'-9'2'138'15,"0"0"36"-15,9-2-1 0,-14 3-2 16,14-3 18-16,-9 7 37 0,3 1 33 0,4 1 8 16,-2 1-23-16,7 4-1 0,-2 3-6 15,5 2-21-15,7 8-16 0,4 0-20 16,8 0-21-16,4 3-14 0,5-2-16 16,0-2-39-16,-5-4-50 0,-2-2-60 15,0-3-83-15,-7-3-121 0,-2-2-138 0,-6-5-176 16,2 0-189-16,-4-4 68 0,-3-1-512 15,-7-2-638-15</inkml:trace>
  <inkml:trace contextRef="#ctx0" brushRef="#br0" timeOffset="820.5">29383 4207 3511 0,'-3'-27'87'0,"-1"7"30"16,0 2 12-16,2 6-8 0,0 2-20 0,0 4-9 15,2 6 33-15,0 0 45 0,-19 44 21 16,0 7 18-16,-6 30 24 0,-6 12 21 0,-3 11 7 15,-5 8-7-15,-8 9-18 0,-14 39-33 16,-3-3-19-16,13-33-15 0,-3-2-17 0,-1-6-19 16,1-4-9-16,4-13-7 15,5-8-16-15,-3-8 1 0,7-10-7 0,8-22-13 16,6-4-7-16,1-10-12 0,5-8-39 16,7-14-38-16,3-1-59 0,-1-3-92 0,7-9-114 15,-1-4-140-15,6 2-125 0,6-29-178 16,11-15-75-16,10-8 83 0,15-18-642 15,6-6-812-15</inkml:trace>
  <inkml:trace contextRef="#ctx0" brushRef="#br0" timeOffset="1117.06">29322 5044 4065 0,'10'-12'105'0,"-5"4"2"0,5 2 14 16,-2 1 14-16,3 2 19 0,3 5 24 15,0 1 12-15,6 4 10 0,-3 5-12 16,7 8 25-16,-2 6 19 0,-3 3 4 0,-4 3 16 16,-8 0 25-16,-5-3 20 0,-2-3 9 15,-7 6 15-15,-1 1-4 0,-1-4-20 0,1-5-297 16,0-4 0-16,5-6 0 0,-1-2 0 16,0 0 0-16,2-2 0 0,2 0 0 0,0 0 0 15,0-2 0-15,6-2 0 0,1-1 0 16,5-1 0-16,-1-2 0 0,9-4 0 0,4-2 0 15,6-7 0-15,7-3 0 16,9-7 0-16,0-6 0 0,-1-5-647 0,3 1-243 0,3-3-34 16,-1-3 93-16,-2 4-835 15,-3-1-1103-15</inkml:trace>
  <inkml:trace contextRef="#ctx0" brushRef="#br0" timeOffset="1317.02">30244 5015 4512 0,'9'-12'-22'0,"-6"4"63"15,1 1 53-15,0 0 57 0,-2 1 68 0,-2 6 59 16,1-8 30-16,-1 8-2 0,0 0-21 15,0 0-21-15,0 0 9 0,0 0-2 0,-14 21-19 16,-2 3-24-16,-3 8-27 0,-4 9-21 16,4 2-14-16,-2 4-14 0,0-1-120 0,-2 2-32 15,4-4 0-15,1 3 0 0,-6 0 0 16,7-1-91-16,-2-5-195 0,4-10-80 16,4-2-68-16,1-7-49 0,6-7-38 15,-2-4-30-15,6-6-80 0,0-5-64 16,0 0 28-16,0 0-512 0,25-18-644 0</inkml:trace>
  <inkml:trace contextRef="#ctx0" brushRef="#br0" timeOffset="1483.61">30096 5513 3198 0,'15'-11'17'0,"-4"1"88"0,0 2 77 0,-4 3 61 16,2 1 62-16,-1-1 69 0,2 0 42 15,-1-1 20-15,-2 0 12 0,4 2-3 0,0-3-7 16,0-1-38-16,4-2-34 0,10-5-49 16,4-3-26-16,0-5-81 0,-1 1-210 0,8-7 0 15,0-2 0-15,-1-1 0 16,-3-5 0-16,0 4-159 0,-5 10-202 0,-6-2-81 15,0 0-65-15,-11 5-69 0,-3 6-102 16,-7 3-123-16,-4 3 76 0,3 3-616 16,1 5-796-16</inkml:trace>
  <inkml:trace contextRef="#ctx0" brushRef="#br0" timeOffset="1617.22">30502 5109 3544 0,'-16'17'-53'16,"5"0"69"-16,-6 10 59 0,2 2 58 0,-3 0 40 16,6 2 23-16,-2 1 0 0,3-1-8 15,1-2-17-15,5 3-16 0,2-6-12 0,3-1-18 16,3-4-14-16,1 1-10 0,1 0-19 15,1-4-40-15,1 2-61 0,3-3-82 16,-2-5-115-16,3-2-154 0,-1-3-209 16,1-2-85-16,2-4 69 0,3-1-376 15,7-5-448-15</inkml:trace>
  <inkml:trace contextRef="#ctx0" brushRef="#br0" timeOffset="1916.95">31826 4307 3147 0,'-17'-11'271'16,"4"11"-28"-16,-4 5 7 0,-14 17 35 0,-15 19 39 15,-17 26 20-15,1 13 7 0,-9 14-8 16,3 13-26-16,-16 40-24 0,2 2-30 0,8 0-26 15,3 6-21-15,18-35-22 0,-1 0-17 16,3-2-21-16,-3-3-38 0,5-9-33 16,3-5-38-16,1-9-58 0,2-10-46 15,3-12-74-15,12-18-75 0,1-8-81 0,7-11-93 16,4-9-103-16,5-9-133 0,5-8-166 0,4-7 60 16,2 0-634-16,23-27-810 15</inkml:trace>
  <inkml:trace contextRef="#ctx0" brushRef="#br0" timeOffset="2234.94">31420 5461 4090 0,'0'-12'195'0,"0"12"23"0,4-11 13 16,0 5-2-16,2-2-2 0,2 2-7 0,3 1-18 15,3 3-20-15,0 2-14 0,4 3-21 16,0 7-13-16,7 7-13 0,-3 3-10 15,-8 5-12-15,-3 5-9 0,-8-1-8 16,-8 7-8-16,-15 10 0 0,-6 1-8 0,-14-1-3 16,-19 7-7-16,0-1 15 0,11-13 38 15,6-7 22-15,8-4 10 0,9-7-4 0,7-6 3 16,7-1 20-16,4-2 19 0,5-3-135 16,2-1-44-16,6 0 0 0,5 0 0 0,2-3 0 15,4 1 0-15,1-4 0 0,7 2 0 16,0-4 0-16,4-2 0 0,10-4 0 15,1-1 0-15,1 1-199 0,11-10-275 0,2-1-70 16,-6-2-50-16,2 1-21 0,-3-7 15 16,-2-4 9-16,-4 0 86 0</inkml:trace>
  <inkml:trace contextRef="#ctx0" brushRef="#br0" timeOffset="2433.6">31917 5748 3531 0,'29'-41'-97'0,"-9"8"83"0,-8 5 70 16,2-1 59-16,-3 1 53 0,1 8 40 16,-4 5 32-16,-3 1 23 0,-1 3 34 15,0 1 1-15,-1 2 1 0,0 1-11 0,-1 2-28 16,-2 5-22-16,0 0-8 0,0 0 0 15,0 0-20-15,-14 38-17 0,-1-8-21 0,-10 13-17 16,1 1-18-16,-3-1-12 0,-2 2-18 16,-3-1-45-16,-1-1-57 0,-1 2-69 15,2 1-62-15,-4-3-60 0,4 1-69 0,-4 2-77 16,9-5-73-16,0-4-60 16,6-9-78-16,3-6-91 0,7-7-76 0,6-3 56 15,3-6-503-15,0-3-624 0</inkml:trace>
  <inkml:trace contextRef="#ctx0" brushRef="#br0" timeOffset="2599.92">31651 6121 3103 0,'19'-22'29'0,"2"0"65"0,0-2 52 16,2 1 57-16,0 2 51 0,0 3 42 16,-2 1 58-16,-3 1 22 0,-2 4 11 15,-1 0-4-15,4 0-22 0,-2 0-31 0,10-5-38 16,0 2-27-16,-1-1-26 0,1-1-27 16,4-3-50-16,-5 4-65 0,5-5-81 15,-2-2-101-15,-3 0-98 0,3-1-86 0,-7 3-76 16,1-1-72-16,-3 3-56 0,-7 4-58 15,-6 5-116-15,-4 3-70 0,-8 1 59 16,5 6-456-16,-20 2-582 0</inkml:trace>
  <inkml:trace contextRef="#ctx0" brushRef="#br0" timeOffset="2735.51">32030 5738 2974 0,'-18'15'47'0,"0"3"53"16,-1 3 49-16,2 1 45 0,0 1 36 0,6-6 32 16,-2 1 0-16,4-1-10 0,2-1-11 15,3-1-20-15,-1-1-22 0,3-2-21 16,2 0-14-16,0-2-24 0,2-3-58 0,3 0-69 15,3-1-90-15,-1-3-110 0,5 1-118 16,1-4-156-16,3 0-225 0,-2-4 36 0,4 1 72 16,-1-5-362-16,-4 3-420 0</inkml:trace>
  <inkml:trace contextRef="#ctx0" brushRef="#br0" timeOffset="3050.17">32160 5898 2763 0,'0'0'119'0,"0"0"43"0,0 0 48 16,0 0 47-16,0 0 44 0,0 0 35 15,-37 12-4-15,34-8-4 0,3-4-18 0,-6 8-29 16,6-8-21-16,2 9-25 0,-2-9-24 16,9 6-18-16,3-4-40 0,-1 0-52 0,11-2-68 15,1-4-58-15,1-1-59 0,10-7-28 16,-1-1-8-16,9-6-13 0,-10 0 7 16,6-8 16-16,-4-1 19 0,-5 10 27 0,-4-1 32 15,-8 3 30-15,-2 5 28 0,-6 5 16 16,0 0 3-16,-9 6 45 0,0 0 41 15,0 0 41-15,-20 27 9 0,-3-4 0 16,-9 10-15-16,-2 3-13 0,-4 2-14 0,2 4-11 16,0 3-14-16,-1 5-11 0,3-3-13 15,3 3-22-15,1-3-43 0,3-3-80 0,-2 2-75 16,2-5-72-16,2 0-94 0,1-5-116 16,0 1-96-16,2-8-181 0,4-3-78 0,-5-2 74 15,1-2-595-15,8-7-748 0</inkml:trace>
  <inkml:trace contextRef="#ctx0" brushRef="#br0" timeOffset="4703.16">5120 7436 3298 0,'-10'4'-96'0,"1"2"41"0,2 3 43 15,-4 0 36-15,0 2 32 0,0 4 24 16,1-1 21-16,5-1 18 0,-5-3 4 0,8 1 0 16,-1-3 2-16,6-1-5 0,-3-7 9 15,22 7-4-15,5-11-4 0,33-7-14 16,29-14-8-16,17-5-10 0,6-3-3 15,10-4-11-15,-5-4-11 0,0 1-3 16,-10 4-6-16,-10 1-9 0,-11 5-1 0,-27 9-15 16,-12 4-1-16,-10 7 2 0,-4-2-4 15,-13 7-2-15,-3-1 3 0,-6 0-1 0,0 4-8 16,-6-2 1-16,3 1-2 0,-8 3 0 16,0 0-2-16,1-11 0 0,-1 11-18 0,0 0-36 15,0 0-63-15,0 0-88 0,0 0-99 16,0 0-103-16,0 0-196 0,-32 18-43 15,13 5 69-15,-5 12-332 0,-10 10-375 0</inkml:trace>
  <inkml:trace contextRef="#ctx0" brushRef="#br0" timeOffset="5452.13">4400 13288 2827 0,'0'0'209'0,"0"0"-20"0,0 0-6 16,0 0 2-16,0 0 5 16,0 0-9-16,0 0-14 0,0 0-15 0,0 0-11 15,16-12 8-15,16-1 5 0,17-13-8 16,31-18-11-16,17-8-9 0,9-5-12 15,7-1-12-15,0-2-8 0,0-1-10 0,-11 6-7 16,-10 6-9-16,-19 8-2 0,-23 15-7 16,-10 6-10-16,-9 4-4 0,-10 6 3 15,-4 4-7-15,-6 0 3 0,-3 3-5 16,-8 3-3-16,0 0-5 0,0 0-1 0,0 0 0 0,0 0-8 16,0 0-28-16,0 0-53 15,0 0-87-15,0 0-116 0,-20-9-146 0,11 6-187 16,5-3-135-16,-1 0 72 0,-1-3-481 15,1 1-607-15</inkml:trace>
  <inkml:trace contextRef="#ctx0" brushRef="#br0" timeOffset="16380.98">23498 8487 2036 0,'6'-5'305'0,"-6"5"-48"0,0 0-27 15,0 0 5-15,6-3 3 0,-6 3-8 16,0 0-14-16,0 0-11 0,0 0 7 16,0-7 5-16,0 7-6 0,0 0 1 15,0 0 7-15,0 0-1 0,0 0 6 0,0 0-10 16,0 0-1-16,0 0-6 0,0 0-8 16,0 0-13-16,0 0 4 0,0 0-4 15,0 0-6-15,0 0-2 0,0 0-3 0,-6-12-4 16,6 12-6-16,0 0-4 0,0 0-7 15,0 0-11-15,0 0-139 0,0 0-4 0,-15-2 0 16,15 2 0-16,0 0 0 0,-15-1 0 16,15 1 0-16,-17-1 0 0,17 1 0 0,-21 0 0 15,21 0 0-15,-25 0 0 16,8 0 0-16,1 0 0 0,-2 1 0 0,0-1 0 16,3 0 0-16,0 1 0 0,-3-1 0 15,5 0 0-15,-1 2 0 0,14-2 0 0,-25 1 0 16,11 1 0-16,3 0 0 0,0 0 0 15,11-2 0-15,-22 5 0 0,12-2 0 0,3-1 0 16,7-2 0-16,-17 8 0 0,9-6 0 16,-1 2 0-16,-1-1 0 0,0 0 0 0,3 2 0 15,-1 1 0-15,-1 0 0 0,1-2 0 16,-1 2 0-16,-1-2 0 0,2 1 0 0,1 2 0 16,-3-2 0-16,1 3 0 15,1-4 0-15,1 3 0 0,-3 1 0 0,5-4 0 16,-4 2 0-16,2 1 0 0,2-2 0 15,-1 0 0-15,6-5 0 0,-12 8 0 0,6 0 0 16,5-3 0-16,-7 2 0 0,3-2 0 16,1 1 0-16,4-6 0 0,-10 14 0 0,4-7 0 15,3-2 0-15,-1 2 0 0,0 0 0 16,4-7 0-16,-6 10 0 0,4-3 0 0,-2-2 0 16,0 3 0-16,4-8 0 0,-3 13 0 15,1-7 0-15,0 1 0 0,0 0 0 0,2-7 0 16,-2 15 0-16,2-8 0 0,0 2 0 15,-1-2 0-15,2 3 0 0,-2-2 0 16,1 1 0-16,1 0 0 0,-1 0 0 0,0 0 0 16,2 1 0-16,2 0 0 0,-4-2 0 15,0 3 0-15,2-3 0 0,-2 2 0 16,0 3 0-16,0-1 0 0,0-2 0 0,-2 1 0 16,2 0 0-16,-2-1 0 0,2-1 0 15,0 1 0-15,0-1 0 0,-2-1 0 0,2 2 0 16,0 1 0-16,0-3 0 0,0 3 0 15,0-1 0-15,2-2 0 0,-2 1 0 0,-2 1 0 16,2-1 0-16,0-1 0 0,2 2 0 16,0-1 0-16,-2 1 0 0,0 0 0 15,0 0 0-15,0-2 0 0,2 5 0 16,-2-5 0-16,0 1 0 0,0 1 0 0,2-2 0 16,-2 3 0-16,0-3 0 0,0 0 0 15,1 1 0-15,-1 0 0 0,2-2 0 0,-2 1 0 16,2 1 0-16,0-2 0 0,-2 1 0 15,2-1 0-15,-2 0 0 0,0-7 0 0,2 14 0 16,0-8 0-16,-2-6 0 0,2 12 0 16,0-5 0-16,-2-7 0 0,6 10 0 0,-3-3 0 15,-1-2 0-15,4 2 0 0,-6-7 0 16,5 10 0-16,0-3 0 0,0-1 0 0,-3-2 0 16,6 4 0-16,-5-2 0 15,3-2 0-15,0 3 0 0,-2-1 0 0,4 2 0 16,-1-4 0-16,0 4 0 0,3-1 0 15,-4-1 0-15,1 2 0 0,-1-4 0 0,0 2 0 16,4 1 0-16,-3-3 0 0,-1 2 0 16,2-1 0-16,-3-2 0 0,3 1 0 0,-1 1 0 15,1-2 0-15,2 1 0 0,-1-1 0 16,-2 1 0-16,5-1 0 0,-1 0 0 0,-1 1 0 16,2-2 0-16,-3-1 0 0,2 3 0 15,1-3 0-15,-3 1 0 0,0-2 0 0,2 2 0 16,-11-2 0-16,18 2 0 0,-8-2 0 15,-10 0 0-15,19 0 0 0,-9-2 0 0,-10 2 0 16,18-2 0-16,-6 2 0 0,-2-2 0 16,-10 2 0-16,15-1 0 0,-5-1 0 15,-10 2 0-15,14-2 0 0,-5 1 0 0,-9 1 0 16,15-2 0-16,-8 0 0 0,-7 2 0 16,14-5 0-16,-9 2 0 0,5 3 0 0,-10 0 0 15,15-6 0-15,-6 3 0 0,1 1 0 16,-2 1 0-16,-1-4 0 0,3 1 0 0,0 2 0 15,-5-1 0-15,6 0 0 16,-1-1 0-16,0-2 0 0,-5 4 0 0,5-3 0 0,-3 1 0 16,1 0 0-16,0 0 0 0,1-2 0 15,-4 2 0-15,4 0 0 0,-2 1 0 16,1-1 0-16,-1-1 0 0,1 0 0 16,0-1 0-16,-3 2 0 0,3 2 0 0,-4-4 0 15,4 3 0-15,-5-3 0 0,3 4 0 16,-2-4 0-16,-4 6 0 0,10-9 0 0,-7 4 0 15,1 0 0-15,2 1 0 0,-6 4 0 16,7-10 0-16,-3 5 0 0,-1 2 0 0,-3 3 0 16,9-9 0-16,-6 7 0 0,-1-4 0 15,-2 6 0-15,8-7 0 0,-6 3 0 0,-2 4 0 16,8-8 0-16,-6 2 0 0,1 0 0 16,-1 1 0-16,2 0 0 0,0-2 0 15,-1 0 0-15,-1-3 0 0,4 3 0 0,-2-2 0 16,-2-1 0-16,2 1 0 0,0 3 0 15,-3-3 0-15,1-2 0 0,2 5 0 16,-2-1 0-16,0-1 0 0,0-2 0 0,-1 1 0 16,1-1 0-16,3-3 0 0,-3 1 0 15,0-2 0-15,-1 0 0 0,1 3 0 0,-2-3 0 16,4 3 0-16,-2-1 0 0,0 2 0 16,-1 0 0-16,-1-2 0 0,0 2 0 0,2-1 0 15,-2 1 0-15,0 0 0 0,2-2 0 16,-4 2 0-16,2-2 0 0,0-1 0 15,0 2 0-15,-2-3 0 0,2 1 0 16,0-1 0-16,-1-1 0 0,-1 1 0 0,0-4 0 0,0 3 0 16,0 1 0-16,0 0 0 0,2-1 0 15,-1 1 0-15,1 0 0 0,-2 1 0 16,2-1 0-16,-2-2 0 0,-3 3 0 0,5-1 0 16,-2 0 0-16,1-1 0 0,-1-2 0 15,0 2 0-15,0-2 0 0,-4 0 0 0,5-3 0 16,-3-1 0-16,-2 2 0 0,0-1 0 15,0 0 0-15,1 1 0 0,-4 2 0 0,-2-2 0 16,2 2 0-16,0-1 0 0,-3 1 0 16,-3 3 0-16,1-1 0 0,0 1 0 0,-2 1 0 15,-3 1 0-15,4-2 0 16,-4 3 0-16,2 1 0 0,-1 0 0 0,1 1 0 16,2 3 0-16,-4-2 0 0,4 2 0 15,0 1 0-15,1-1 0 0,-1 2 0 0,3-2 0 16,3 4 0-16,0-4 0 0,-1 2 0 15,2 1 0-15,3 1 0 0,-1-3 0 0,0 0 0 16,3 1 0-16,1-4 0 0,-1 1 0 16,3 7-636-16,7-12-364 0,-6 7 118 0,-1 5-1047 15,6-5-1351-15</inkml:trace>
  <inkml:trace contextRef="#ctx0" brushRef="#br0" timeOffset="16851.73">23292 8112 5229 0,'-9'7'-99'0,"2"-2"49"0,-2-2 43 0,4 1 50 16,5-4 50-16,0 0 42 0,-15 2 31 0,15-2 7 15,0 0-12-15,0 0-15 0,-16-9-7 16,13-1-4-16,-5-1-13 0,5-6-3 16,-3 2-17-16,1-9-5 0,2-8-10 0,-3-5-13 15,4-4-9-15,1-15-4 0,-1-8-10 16,5-1-7-16,3-4 4 0,4 0-30 15,3-4-12-15,10-13-11 0,-3 20 2 0,4 5-6 16,2 8 9-16,-1 3-7 0,0 6-1 0,4 6 2 16,0 5 2-16,-5 9 2 15,1 2-1-15,-1 3-4 0,1 2 8 0,0 2-8 0,-3 4 10 16,-2 1-4-16,-2 2-14 16,-6 2 15-16,4-1-3 0,-5 4 5 0,-2-2-2 15,0 2-2-15,-2 1-6 0,-7 2-3 16,15-2-41-16,-15 2-55 0,0 0-68 0,16 7-96 15,-15 0-109-15,-1 0-134 0,-1 1-242 16,-1-1 30-16,-4 3 88 0,0-3-533 0,0-3-638 16</inkml:trace>
  <inkml:trace contextRef="#ctx0" brushRef="#br0" timeOffset="17231.75">23514 6797 3406 0,'-14'-4'13'0,"3"1"63"16,4-1 45-16,7 4 28 0,-12-8 29 0,6 2 18 16,6 6 11-16,-5-8-4 0,5 8-8 15,-2-7-17-15,2 7-14 0,0 0-18 0,9-8-9 16,-9 8-11-16,0 0-10 15,32 7-4-15,-10 3-15 0,5 3-8 0,1 5-8 0,1 0-9 16,-3 4-6-16,-3 2-3 16,-4 1-10-16,-2-2-6 0,-5-1 1 0,-7-4-6 15,-3-2 0-15,-2 4-3 0,-4-2 4 16,-1 0-2-16,-5-1-5 0,-7 7-3 0,0 0-2 16,-7-3-3-16,2-2-3 0,-3 0-1 15,2-3-11-15,0 1-37 0,7-5-40 0,-2-2-44 16,5-3-51-16,1-3-62 0,3 2-92 15,1-4-87-15,8-2-112 0,0 0-198 0,-13-8 44 16,13 8 80-16,2-13-425 0,6 5-487 16</inkml:trace>
  <inkml:trace contextRef="#ctx0" brushRef="#br0" timeOffset="17897.08">24076 6467 2889 0,'0'-10'57'0,"2"2"48"0,-2-1 32 16,0 4 26-16,0 5 7 16,2-7-1-16,-2 7-16 0,0 0-4 0,0 0 10 0,0 0 11 15,0 0-5-15,5 24 16 16,-2-5-2-16,-3 6 4 0,-7 15-10 0,4 2-3 15,-7 9-9-15,5-13-6 0,-7 15-6 16,3-6 11-16,-1-7-11 0,-2-2-16 0,5-1-11 16,-2-4-35-16,0-2 4 0,2-7-12 15,2-5-7-15,-1-4-9 0,2-3-6 0,3 0 1 16,-3-3-3-16,-1-3-19 0,5-6-33 16,-5 2-9-16,5-2-15 0,0 0-7 0,-10-22-6 15,10 8-6-15,2-10-4 0,2-13 2 16,3-13 1-16,5-5 4 0,1-3 2 15,9 1 1-15,-4 4 5 0,1 3 5 16,3 3 3-16,-6 5 1 0,2 11 5 0,-2 5 3 16,2 1 7-16,1 2-2 0,-2 8 4 15,1 3 0-15,-2 3-2 0,4 5 5 0,-3 0-3 16,2 6 3-16,4 3-1 0,-2 3 1 16,1 8-2-16,-1 3 5 0,-3 3-4 15,-9 0-3-15,-3 0 9 0,-8 3 7 0,-7 8 7 16,-13 9 4-16,-3-5 11 0,-3-2 20 15,4-10 19-15,-5 0 20 0,4-7 19 0,8-4 20 16,6-4 19-16,-1 0 21 16,0-6 9-16,7 1-7 0,-1-3-7 0,6-2-8 0,-10 5-17 15,10-5-142-15,0 0 0 16,-9 7 0-16,9-7 0 0,-6 5 0 0,6-5 0 16,0 9 0-16,2-3 0 0,2 3 0 15,2-1 0-15,2 4 0 0,-1 0 0 0,2 1 0 16,5 1 0-16,-3 0 0 0,-1-5 0 15,0 0 0-15,-3 0 0 0,1-2 0 0,-1-1 0 16,-1 1 0-16,-2-2 0 0,2 1 0 16,-3-3 0-16,5 1 0 0,-5 0-4 0,3 0-519 15,-6-4-150-15,8 4-247 0,0-1 70 16,-8-3 92-16,23-3-760 0,-7 1-963 0</inkml:trace>
  <inkml:trace contextRef="#ctx0" brushRef="#br0" timeOffset="18263.66">24739 6742 4257 0,'-16'-4'33'0,"5"4"32"16,11 0 33-16,-23 4 29 0,16-1 31 16,-2 1 17-16,-2 1-1 0,4 0 0 0,0 0-7 15,-1 2-6-15,3 1-10 0,0 1-2 16,3 0-14-16,0-1 5 0,4 1-14 0,2 1-1 15,3-2-17-15,2 1-11 0,0 2-5 16,5-2-3-16,1-3-14 0,2 1 0 0,2-6-20 16,-2 2 2-16,4-3-4 15,-2-3 0-15,-2 0-5 0,0-2-2 0,1-3-4 16,-1-5 20-16,-2-1 21 0,-4-3 8 16,5-8 7-16,-9 2-8 0,-1 3-1 0,-4 3-10 15,-1-2-7-15,-2 4-8 0,-3-2-12 16,-2 8-3-16,-1-1-11 0,-5 4-19 0,-7 5-19 15,2 2-35-15,-5 5-95 0,-12 4-91 16,4 4-86-16,4-1-101 0,7-1-89 16,6-3-89-16,4 0-137 0,8-3-40 15,2-2 69-15,10 1-608 0,2-2-759 0</inkml:trace>
  <inkml:trace contextRef="#ctx0" brushRef="#br0" timeOffset="18562.82">25033 6718 3580 0,'0'0'25'0,"0"0"59"0,0-9 34 0,0 9 17 16,0 0 10-16,0 0 1 0,0 0-3 16,0 0 18-16,0 0 13 0,0 0-4 0,0 0-8 15,0 0-7-15,-12 24-9 0,12-15-16 16,2 3-8-16,1 0-15 0,4 1-7 0,2 5-8 16,9 5-11-16,0-4-4 15,5-1-8-15,6-3-5 0,-8-3-4 0,1-4-9 16,2-4 1-16,-5 0-2 0,-1-2 19 15,2-6 24-15,-4 1 28 0,0-2 19 0,-1-7 8 16,-1 1 5-16,-5-4-4 0,-2-5-6 16,0 0-13-16,-5-4-13 0,-2-2-12 15,-2-1-9-15,-5-6-12 0,2 6-11 0,-3 5-6 16,1 3-11-16,2 4-38 0,-6 0-62 16,0 1-83-16,0 8-98 0,3 0-115 0,0 6-146 15,-3 0-171-15,11 0-194 0,0 0 66 16,0 0 78-16,0 0-633 0,0 0-795 0</inkml:trace>
  <inkml:trace contextRef="#ctx0" brushRef="#br0" timeOffset="18782.54">25781 6063 3798 0,'7'-21'74'0,"-7"5"72"0,0 5 31 0,0 3 6 15,0 0-4-15,0 8-17 0,0 0 12 16,0 0 31-16,0 0-3 0,-16 22-11 15,11-5-1-15,-6 20-12 0,4 2-20 0,0 13-12 16,1-1-15-16,-1 6-9 16,2-3-40-16,3-5-72 0,-2 7-72 0,4-10-70 15,-1-1-74-15,-3-3-79 0,-2-1-68 16,3 0-61-16,-6-5-75 0,2-4-116 0,0-8-29 16,-1-5 66-16,3-6-371 0,0-4-418 15</inkml:trace>
  <inkml:trace contextRef="#ctx0" brushRef="#br0" timeOffset="18914.16">25652 6727 2456 0,'4'-14'38'0,"-3"0"51"0,5 6 45 0,-1-4 33 16,-2 6 32-16,3-2 15 0,-2 3 13 16,3-5-10-16,0 4-20 0,5-2-26 0,1 3-17 15,3-1-23-15,2 1-74 0,0 2-99 16,1-1-124-16,2 2-153 0,-4-2-270 16,3 1 6-16,-9 2 76 0,-11 1-257 15,0 0-253-15</inkml:trace>
  <inkml:trace contextRef="#ctx0" brushRef="#br0" timeOffset="19730.18">25743 8456 2264 0,'0'0'94'0,"0"0"30"0,0 0 31 0,0 0 37 0,0 0 17 0,-7-20 14 16,5 11 5-16,2-3-3 0,2 0 0 0,2-6-6 16,-1-3-6-16,8-13-11 0,7-10-15 15,3-2-7-15,3-5-20 0,8-2-12 0,13-14-13 16,9 1-13-16,7 3-16 0,9 4-10 16,14-1-10-16,7 6-8 0,14 5-7 0,11 5-9 15,10 10-9-15,6 5-3 0,3 10-5 16,1 6-6-16,-2 1-6 0,-8 5 1 15,-10 0-2-15,-6 0 5 0,-33 4 24 0,-9-1 15 16,-18 1 32-16,-6 0 31 0,-14 2 40 0,-7 1 19 16,-3-1 14-16,-5-1-2 15,-2 2-4-15,0 0-12 0,-1 0-16 0,-12 0-75 16,13 0-103-16,-13 0 0 0,13 0 0 16,-13 0 0-16,12 0 0 0,-12 0 0 15,0 0 0-15,13 2 0 0,-13-2 0 0,8 2 0 16,-8-2 0-16,6 5 0 0,-6-5 0 15,6 3-229-15,-6-3-316 0,0 0-166 0,0 0-195 16,0 0 84-16,-13 7 93 16,13-7-716-16,0 0-895 0</inkml:trace>
  <inkml:trace contextRef="#ctx0" brushRef="#br0" timeOffset="20829.93">28448 7306 3704 0,'-2'-7'-113'0,"0"0"49"15,2 0 44-15,0 7 48 0,2-13 53 0,-2 4 34 16,2-1 32-16,1-3 34 0,3 4 19 16,-2-3 23-16,0 0 14 0,0 1 16 0,-1 3 15 15,1 1-5-15,-2 0-8 0,-2 7-18 16,4-13-22-16,-2 7-24 0,-2 6-23 0,0 0-14 15,0 0 1-15,0 0 8 16,0 0-18-16,-6 43-1 0,-1-12 1 0,-3 0 9 16,2 3-1-16,-1 0-10 0,0 2 6 15,-2 0-32-15,2-1-117 0,0-3 0 0,-3-1 0 16,3-8 0-16,1 1 0 0,5-4 0 16,-6-2 0-16,4 2 0 0,-1-2 0 0,1 0 0 15,1-5 0-15,-2 3 0 0,5-3 0 16,-4-1 0-16,3 1 0 0,-2-4 0 0,4 2 0 15,-1-2 0-15,-1 0 0 0,2-4 0 16,0-5 0-16,-2 15 0 0,2-15 0 0,0 9 0 16,0-9 0-16,0 8 0 15,0-8 0-15,0 0 0 0,-2 9 0 0,2-9 0 16,0 0 0-16,0 0 0 0,-2 8 0 16,2-8 0-16,0 0 0 0,-2 4 0 0,2-4 0 15,0 0 0-15,0 0-290 0,0 0-489 16,0 0-157-16,10-23 77 0,-3 13 100 15,5-7-795-15,5-7-996 0</inkml:trace>
  <inkml:trace contextRef="#ctx0" brushRef="#br0" timeOffset="21262.9">28575 7088 4194 0,'0'-16'-66'0,"2"3"52"0,3 1 49 0,-4 3 36 0,5 2 27 0,-1-3 17 15,1 3 11-15,1 2 5 0,5 0-3 0,-1 3-5 16,9-1-8-16,0 3-12 0,0 4-11 16,14 2-10-16,-4 8-11 0,1 3-4 15,-4 4-6-15,-4-1-7 0,-9 6-4 0,-2-5-5 16,-4 0-3-16,-8-3-5 0,-2 3 0 16,-9 10 2-16,-9-1 9 0,-8 3-1 0,-3-1 18 15,6-7 15-15,-3-4 14 16,1-3 17-16,3-1 5 0,5-6 13 0,3-2 7 0,1-4 11 15,6 1 12-15,-1-4-8 16,10-2-9-16,-15-2-7 0,15 2-2 0,0 0 4 16,-20-6-4-16,20 6-7 0,-7 0-12 15,7 0-10-15,0 0-56 0,-11-5-48 0,11 5 0 16,0 0 0-16,0 0 0 0,-7 17 0 16,9-7 0-16,5 5 0 0,-2 3 0 0,3 3 0 15,1 8 0-15,3 0 0 0,-1-1 0 16,-4-6 0-16,2-1 0 0,0-3 0 0,-3-4 0 15,-1 0 0-15,1-2 0 0,-4-2 0 16,4 0 0-16,0 0-286 0,-3-3-73 0,3-3-82 16,1 1-89-16,0-2-98 0,2 1-149 15,-9-4 17-15,25-4 87 0,-9-2-598 16,13-7-731-16</inkml:trace>
  <inkml:trace contextRef="#ctx0" brushRef="#br0" timeOffset="21462.86">29100 7399 3552 0,'2'-8'43'15,"-1"3"46"-15,1 0 15 0,-2 5 17 0,0 0 49 16,0 0 41-16,0 0 24 0,0 0 5 16,-15 22 13-16,7-8-6 0,1 5-2 0,-5 9-23 15,4-4-22-15,1 7-20 0,0-1-4 16,0-4-29-16,3-4-15 0,-1-1-29 0,-1-4-60 16,5-2-66-16,-3 3-56 15,0-6-62-15,2-1-69 0,0 1-65 0,-2-2-81 16,2-3-99-16,0-5-131 0,2-2-108 15,0 0 62-15,0 0-478 0,0 0-578 16</inkml:trace>
  <inkml:trace contextRef="#ctx0" brushRef="#br0" timeOffset="21612.7">29288 7297 3005 0,'0'-8'-7'16,"0"1"43"-16,-2 3 27 0,2 4 19 0,0 0 6 15,-1-13 3-15,1 13-14 0,0 0-7 16,0 0-9-16,0-7-21 0,0 7-34 15,0 0-45-15,0 0-62 0,0 0-80 0,0 0-99 16,0 0-155-16,26 17-59 16,-16-10 48-16,-3 0-111 0,0 6-58 0</inkml:trace>
  <inkml:trace contextRef="#ctx0" brushRef="#br0" timeOffset="22463.82">29393 7407 1528 0,'-6'8'103'0,"1"-1"35"0,-1-1 36 15,0 2 31-15,0 1 26 0,0 1 20 0,-1 0 7 16,2 3-3-16,-1-1 0 0,-1 2-11 15,4-1-16-15,-1 1-17 0,2-2-20 16,0-1-13-16,2 0-20 0,0-1-12 16,0-2-15-16,0 1-12 0,2 1-7 0,-2-10-12 15,4 12-4-15,-4-6 3 0,0-6 9 0,0 8 4 16,0-8 7-16,0 9-10 0,0-9-3 16,0 0 5-16,0 10-8 0,0-10-5 15,0 0-8-15,0 9-13 0,0-9-9 16,-2 8-4-16,-2-1 7 0,4 3 4 0,-1 2-5 15,-3 2 12-15,-2 5 1 0,-2 0 2 16,1 3-1-16,-4 4-4 0,-3 2 2 0,-1-1-7 16,-5 0-1-16,2 0-2 0,-5-2-5 15,-8 4-7-15,5-5-2 0,-1-4-7 0,0-2-4 16,6-7-1-16,4-2-5 0,5 0-2 16,1-4 10-16,4-2-3 0,-1 0-7 15,8-3-5-15,0 0-11 0,0 0-13 16,-6-18-14-16,16 0-35 0,12-9-35 0,11-8-41 15,9-9-25-15,17-12-22 0,8-2-16 16,9-8-21-16,7-4-16 0,9 0-4 0,1-2 8 16,3 0 4-16,-1 1 16 0,-7 4 16 15,-6 2 18-15,-13 4 17 0,-13 7 46 0,-19 17 49 16,-10 1 29-16,-14 10 16 0,-8 2 14 16,-8 7 5-16,-3 2 5 0,-10 3-2 15,0-1 4-15,-4 7 1 0,2 2 0 0,-7 6-2 16,-7 8 0-16,-1 4 0 0,-7 10 7 15,0 5 9-15,2 5 2 0,-1 4 0 0,5 3 1 16,4 4-2-16,1 1-3 16,7-3-5-16,1 1 2 0,5 2-5 0,8-11-1 15,5 2-4-15,1-8 0 0,4-6-3 16,1 1-3-16,7-3-1 0,5 0 1 0,0-1 1 16,3-8-3-16,1 0-3 0,0-4-1 15,2 0-3-15,0-4 4 0,-4 2-3 0,-2-1-4 16,-2-2 2-16,-1 0-2 0,-1-1-3 15,-1 2 0-15,-5-1-4 0,-5-3-2 0,14 5-1 16,-8-5-1-16,-6 0-4 16,11 4-23-16,-11-4-24 0,10 5-32 0,-5-3-43 15,5-1-47-15,-10-1-57 0,21-5-59 0,-6 0-17 16,4-5-14-16,8-9 4 0,2-5 20 16,3-7 34-16,-2-5 42 0,6-3 48 15,-3-4 50-15,-1-2 41 0,-1-1 40 16,-3 0 43-16,-3 5 50 0,-7 10 62 0,-5 5 37 15,-2 6 31-15,-3 8 5 0,-2-1-4 16,-5 5-7-16,3 3-4 0,-4 5 13 0,0 0 8 16,0 0-4-16,0 0-9 0,-17 26-15 15,11-14-13-15,0 8-8 0,1-1-18 0,1 2-11 16,1 3-7-16,-1-1-14 16,1 1-14-16,1 0-6 0,-1-1-46 0,3-2-50 0,1-1-72 15,-2 0-83-15,1 0-111 16,-4 2-111-16,-2-3-162 0,-7 8-159 0,-2-1 86 15,-8-4-502-15,-6-2-607 0</inkml:trace>
  <inkml:trace contextRef="#ctx0" brushRef="#br0" timeOffset="23362.36">23979 8678 3170 0,'0'0'21'0,"0"0"20"16,-14-7 7-16,14 7 20 0,0-15 20 16,5 1 19-16,-2-7 12 0,8-10 3 15,5-2 3-15,6-9-4 0,7-5-3 0,3 1-2 16,5-5-9-16,10-11-9 0,3-2-5 15,4 1 0-15,-2 5-10 0,9 3-2 0,2 4-11 16,3 3-5-16,-15 10-8 16,0 8-2-16,-4 0-7 0,0 2-5 0,-9 5-3 15,-10 6-2-15,-7 6-1 0,-2 0 10 16,-3 3 6-16,-5 1 7 0,-1 1 2 0,-3 0 2 16,3 0-6-16,-5 3 0 0,3-1-5 15,-2 0-8-15,-6 4-6 0,7-6-3 0,-7 6-9 16,8-4-35-16,-8 4-48 0,6-4-54 15,-6 4-88-15,0 0-88 0,0 0-93 0,0 0-133 16,0 0-150-16,0 0 55 0,0 0-433 16,-23 12-512-16</inkml:trace>
  <inkml:trace contextRef="#ctx0" brushRef="#br0" timeOffset="23662.36">24700 7610 3124 0,'-7'-18'110'0,"3"5"20"0,2-3 22 0,2 3 27 16,0 4 21-16,2-3 10 0,2 0-7 15,1 2-11-15,2-1-18 0,2 1-16 0,7 2-17 16,-1 4-15-16,0 3-10 16,4 2-13-16,-2 3-8 0,7 6-13 0,0 5-7 0,2 3-7 15,-4 2-6-15,-8-1-2 16,-2-4-5-16,-4 0 2 0,-3 5 2 0,2-5-3 0,-7-1-2 15,0-1-7-15,-3 1-3 16,-1 0-4-16,1 1-5 0,-5-3-3 0,5 1-12 0,-5-4-28 16,4 0-40-16,0 2-51 15,-2-5-61-15,4 0-83 0,-1 2-67 0,1-3-73 16,2-5-112-16,-6 8-182 0,6-8 52 16,0 0 74-16,0 0-354 0,0 0-386 0</inkml:trace>
  <inkml:trace contextRef="#ctx0" brushRef="#br0" timeOffset="23963.89">25507 7265 2773 0,'-6'-17'185'16,"1"1"36"-16,1 4 33 0,0 2 22 0,3 3 9 16,-4 2 4-16,1-1-27 0,4 6-20 15,-2-8-29-15,2 8 0 0,0 0 28 0,0 0 3 16,-3 26-16-16,3-9-14 0,-2 2-10 15,0 7 2-15,-2 8-13 0,1 2-5 0,1-1-14 16,-4-2-15-16,3-3-14 0,2-6-14 16,-1 2-14-16,2-8-12 0,0 1-9 0,0 0-5 15,3-2-7-15,4-1-7 0,2-1-4 16,6-3-65-16,4-4-8 0,4-1 0 0,6-5 0 16,2 0 0-16,6-6 0 0,1-3-24 15,-2-5-154-15,0-3-53 0,-4-2-59 16,-4-4-79-16,-4 3-83 0,-2-2-79 15,-7 4-107-15,-5 2-133 0,-7 4 61 0,-1 0-649 16,-2 1-815-16</inkml:trace>
  <inkml:trace contextRef="#ctx0" brushRef="#br0" timeOffset="24647.35">25971 7239 3618 0,'0'0'23'0,"0"0"49"15,0 0 21-15,0 0 6 0,0 0 10 16,0 0 0-16,0 0 1 0,0 0 32 16,0 0 4-16,0 0-8 0,0 0-12 15,11 10-13-15,-11-10-7 0,11 4-3 0,-11-4-12 16,12 0-4-16,-12 0-7 0,0 0-5 16,16-4-7-16,-16 4-6 0,11-3-6 0,-11 3-1 15,5-7 1-15,-1 2-8 0,-4 5-8 16,0-7-6-16,0 7-4 0,0 0-4 0,-18-6-4 15,18 6-1-15,-20 6-4 0,2-1-1 16,-1 3-1-16,2 2-1 0,-8 7 4 0,6-2 5 16,4-1 0-16,4 1 2 0,1 2 0 15,5-2 1-15,3 2 1 0,2 0 0 16,3-1 1-16,3 1-3 0,6-1-1 16,1-2-1-16,4-1 0 0,10-1-4 0,1-4 0 15,-1-6-3-15,1 1-5 0,13-7-7 16,-3-1-3-16,2-6-3 0,-3-1-2 15,0-2 2-15,-4-6 0 0,3-6-2 0,-6-3 1 16,-1-5 4-16,-2-2-5 0,-2-2 2 16,-3-4 1-16,-3 0 1 0,1 1 5 0,-9 8 5 15,2 4 32-15,-3 7 30 0,-5 5 23 16,1 3 14-16,-1 2-5 0,-3 4-10 0,2-3-10 16,-2 8-8-16,-2 3 14 15,0 0 12-15,0 0 0 0,4 21-9 0,-4-3-7 16,-1 6-2-16,1 12-12 0,-3 2-8 15,-1 3-2-15,2-2-10 0,2 3 0 0,0-4-9 16,-2-2 2-16,2-4-12 0,-3-8 7 16,1-3-8-16,0-3 3 0,2-4-6 0,-4-2-29 15,4 1 0-15,0-6 0 0,-1 1 0 16,1-8 0-16,0 0 0 0,0 0 0 0,0 0 0 16,0 0 0-16,7-45 0 0,2 7 0 15,9-15 0-15,1-6 0 0,12-21 0 16,1-2 0-16,6 2 0 0,0-2 0 15,1 11 0-15,-3 19 0 0,-8 8 0 0,-4 8 0 0,-6 10 0 16,-5 8 0-16,-3 9 0 0,-5 6-302 16,1 3-136-16,-6 0-71 0,0 0-86 15,-6 23-134-15,1-4-81 0,-7 12 99 16,-1 2-682-16,-8 10-847 0</inkml:trace>
  <inkml:trace contextRef="#ctx0" brushRef="#br0" timeOffset="24795.37">26552 7236 4065 0,'0'0'-8'0,"-10"-12"11"0,10 7-1 0,-2-3 7 0,2 8-2 0,8-16 0 0,1 3 0 15,2 0-39-15,13-7-52 0,0-1-61 16,1 0-67-16,4-1-75 0,5-7-117 16,-5 5-113-16,-5 1 34 0,1-4-173 0,0-9-152 15</inkml:trace>
  <inkml:trace contextRef="#ctx0" brushRef="#br0" timeOffset="24945.93">26927 6708 1823 0,'5'-26'102'0,"1"6"61"15,-4 2 37-15,-2 5 28 0,0 1 1 16,0 2 0-16,-2 5 0 0,2 5-12 16,0 0 13-16,0 0-1 0,-29 40-11 0,16-7-17 15,0 3-19-15,-4 12-16 16,8 1-17-16,-2 2-13 0,10-5-16 0,-3 0-25 16,4 3-53-16,0-2-55 0,2 10-53 15,0-11-63-15,-1-3-73 0,8-2-71 0,-5-3-72 0,-3-9-75 16,-1-9-74-16,-1-3-55 15,-1-5-368-15,0-3-399 0</inkml:trace>
  <inkml:trace contextRef="#ctx0" brushRef="#br0" timeOffset="25095.9">26835 7386 2518 0,'0'0'35'16,"0"0"54"-16,0 0 35 0,0 0 14 0,-11-15 14 15,11 15 3-15,0 0 7 0,0 0-2 16,11-10-8-16,-11 10-21 0,11-1-7 0,-11 1-15 16,16-3-9-16,-16 3-12 0,20 3-35 15,-20-3-50-15,18 1-71 0,-9 0-76 16,1-1-96-16,-10 0-137 0,15 4-180 15,-9-2 29-15,-6-2 66 0,6 6-190 16,-6-6-149-16</inkml:trace>
  <inkml:trace contextRef="#ctx0" brushRef="#br0" timeOffset="34762.46">16886 6028 1595 0,'1'-7'225'15,"-1"7"-39"-15,0-4-31 0,0 4-17 0,0 0-9 16,0-10 1-16,0 10-12 0,0 0-3 15,-7-8 3-15,7 8-8 0,-6-4 9 0,6 4 0 16,-3-6 7-16,3 6 2 0,-9-5 1 16,9 5-3-16,-9-4 7 0,9 4-16 0,-11-6 10 15,7 2-13-15,-4 0-1 0,8 4-8 16,-15-5-12-16,6 4-7 0,-3-1-5 16,5 0-9-16,-4 1-7 0,-5-1-7 15,3 2-9-15,-3 0 2 0,2 0-2 0,-4 0-12 16,1 0 1-16,-2 3-1 0,1-1 6 15,2 1 0-15,-4 2-5 0,-1 3 2 16,3 0-3-16,-4 2 8 0,-3 5 2 0,3 2 1 16,1 5 8-16,2-1 1 0,-2 3-1 15,6 3-5-15,2 2-4 0,-1 2 3 0,3-1-3 16,0 5-3-16,4-3 0 0,3 2-5 16,6-5 1-16,4 6 4 0,2 0 1 0,5-5 2 15,7-1 8-15,3-3 9 16,14 1-4-16,3-4-2 0,6-5-5 0,3-5-7 0,-2-5-3 15,0-2-4-15,4-8-3 0,-1 0 3 16,13-7-10-16,-6-1 11 0,-4-4 12 0,-1-1 23 16,-16-1 18-16,-4-1 18 15,0-1 14-15,-3-1 9 0,-4-5 0 0,-4 2 0 16,-2-4-10-16,-4-3-8 0,-5-2-7 16,-5-4-17-16,-3-1-5 0,-2 4-43 15,-5-6-44-15,-5 2 0 0,-4 4 0 0,-2 1 0 16,-7 4 0-16,-6 8 0 0,-1 3 0 15,-6 8 0-15,-6 5 0 0,0 3 0 0,-2 5 0 16,2 5-135-16,0 2-149 16,-5 3-89-16,8-1-110 0,-8 3-124 0,17-2-172 15,-3-3-21-15,3 2 74 0,1-2-636 16,0 0-816-16</inkml:trace>
  <inkml:trace contextRef="#ctx0" brushRef="#br0" timeOffset="35194.97">16478 6682 3725 0,'9'-7'-14'0,"1"-3"43"0,-6 7 38 15,2-1 29-15,-6 4 16 0,5-4 12 16,-5 4 3-16,0 0 3 0,0 0-4 16,0 0 15-16,0 0 6 0,-53 21 10 0,11 3 2 15,-2 7 0-15,-7 3-3 0,-16 12-6 16,-4 5-13-16,-1 1-6 0,4 3-1 15,0 0-3-15,6-4-1 0,15-8-20 0,0-1-7 16,8-5-12-16,-1 1-8 0,5-4 2 16,2-3-13-16,10-5-6 0,-1-4-6 15,1-1-9-15,9-6-3 0,1-5 0 0,2 0-10 16,4-1-9-16,-1-1-5 0,0-4-31 16,-1 1-44-16,4-2-59 0,5-3-69 0,-12 0-86 15,12 0-93-15,0 0-90 0,-20 0-118 16,20 0-162-16,-9-6 52 0,9 6-567 0,-8-4-708 15</inkml:trace>
  <inkml:trace contextRef="#ctx0" brushRef="#br0" timeOffset="35594.57">15460 7368 3471 0,'0'0'3'16,"-2"-7"13"-16,2 7 5 0,0 0 31 16,0 0 29-16,-27 7 23 0,13 3 15 0,-11 7 13 15,2 8 5-15,-8 4 5 0,2 10 11 16,6-2-1-16,1-8-5 0,6 2-9 0,2 0-14 16,5-2-10-16,0-3-3 15,7-4-6-15,4-4-12 0,4 3-2 0,2-4-8 16,9-5-7-16,8 2-5 0,7-3-12 15,8-7-7-15,2-4-18 0,17-6-23 0,4-3-21 16,0-5-10-16,0-5-3 0,-8-3 4 16,-6-1 4-16,-4-4 13 0,-13-4 14 0,-11 3 8 15,-8-4 4-15,-7-4-3 0,-12-4-2 16,-7-10 1-16,-10 0-5 0,-2 4-3 16,-4 5 0-16,1 2-4 0,-5 4 0 0,7 13-5 15,-3 2-4-15,0 4-25 0,7 6-53 16,3 3-76-16,-2 1-99 0,4 4-106 0,1 2-142 15,5-2-183-15,4 0 50 16,7 2 70-16,-5-9-359 0,5 9-403 0</inkml:trace>
  <inkml:trace contextRef="#ctx0" brushRef="#br0" timeOffset="35910.25">16693 6464 2967 0,'-17'-17'283'0,"0"7"10"0,3 1-8 0,7 2-7 0,0 2-24 16,-1 2-4-16,8 3 45 0,0 0 25 16,-8 20 5-16,14 13-17 0,13 13-19 0,9 7-24 15,22 14-25-15,11 0-24 0,10 1-17 16,3 2-21-16,0 0-16 0,-2 0-17 0,-4-4-12 15,-7 1-15-15,-5-4-12 0,-2-7-9 16,-20-13-11-16,-6-1-20 0,-3-4-33 0,-7-7-33 16,-5-4 0-16,-6-5 0 0,2-5-44 15,-6-5-80-15,1 0-69 0,2-4-73 0,-5-5-129 16,-1-3-131-16,0 0-143 0,0 0-159 16,0 0 68-16,0 0-732 0,18-19-938 15</inkml:trace>
  <inkml:trace contextRef="#ctx0" brushRef="#br0" timeOffset="36276.21">17553 7129 4354 0,'-24'7'24'0,"4"6"36"0,-7 3 50 15,-9 11 34-15,6 5 32 0,-1 4 19 16,-1 1 12-16,5 5 14 0,4 2 1 15,6 2-3-15,6-8-7 0,3-2-6 0,6 0-12 16,4 0-19-16,7-3-13 0,7-2-15 16,3-2-14-16,2-4-13 0,6-3-8 0,3-5-7 0,2-5-23 15,-3-7-30-15,0-5-29 16,-1 0-11-16,10-5-3 0,-4-4-3 0,2-4 0 16,-5-2 5-16,-4-3 4 0,-8-5 10 15,-2-4-2-15,-7-6 0 0,-5-1-2 0,-6-7-2 16,-10-15-2-16,-5 3 0 0,-7-1-8 15,-10-3-1-15,-14-6 1 0,7 19-7 0,-11 7 4 16,-5 8-13-16,-5 6-30 0,-1 11-51 16,-6 4-77-16,5 4-96 0,2 12-124 0,4 1-144 15,4 5-200-15,3 0-80 16,18-1 85-16,5-1-691 0,11 1-865 0</inkml:trace>
  <inkml:trace contextRef="#ctx0" brushRef="#br0" timeOffset="38376.06">17217 5418 4018 0,'0'0'-91'0,"-2"-11"48"15,2 11 35-15,-1-12 19 0,1 12 13 0,-4-8-9 16,4 8-8-16,0 0 23 0,0 0 31 16,-16 22 14-16,7 7 2 0,0 6 8 15,-2 3 0-15,2 1-5 0,0 13-9 16,2-5-2-16,-2-5-4 0,4-3-12 16,-3 1-1-16,5-2-3 0,-3-4-9 0,1 0-2 15,0-8-3-15,1-6-12 0,1-5 2 16,1 3-15-16,-4-7-11 0,4 1-20 0,-1-2-46 15,-6-6-56-15,4-1-51 0,5-3-34 16,0 0-33-16,-19-9-32 0,9-3-32 0,5-2-27 16,-5-5-47-16,5-12-42 0,-2-3-32 15,4-5-213-15,1-2-162 0</inkml:trace>
  <inkml:trace contextRef="#ctx0" brushRef="#br0" timeOffset="38710.57">17029 5583 1711 0,'7'-36'-13'0,"3"0"33"0,0 2 33 0,1 1 32 15,1 2 22-15,-1 1 34 0,2 3 19 0,-1 5 16 16,-1 5 4-16,3 2 0 15,0 1-8-15,-3 5-15 0,3 1-14 0,-1 4-11 16,1 4-4-16,-14 0-14 0,32 11-13 16,-15-1-9-16,4 9-7 0,-3 3-6 0,-5 3-6 15,-6 4-12-15,-2 2-4 0,-10 4-3 16,-2 0-2-16,-8 0 4 0,-1-4 4 0,-7-2 17 16,5-1 15-16,-7-6 20 0,2-2 28 15,4-6 27-15,5-5 23 0,3-3 5 16,-1-6-22-16,12 0-9 0,0 0-12 0,-18-6-18 15,18 6-7-15,-9-6-5 16,9 6-14-16,-7-5-21 0,7 5-11 0,0 0 7 16,0 0-20-16,0 0-7 0,0 0-5 15,7 31 1-15,2-16-8 0,-2 2-6 0,6 9-4 16,3-1-1-16,-1 0-6 0,0 0-2 16,0 2-6-16,3-3 11 0,-7-5-52 0,-1-4-56 15,1 0-62-15,-2-4-61 16,1-1-66-16,-2-1-76 0,-1-4-67 0,2-2-91 15,3 0-131-15,1-6-65 0,-1 0 69 16,5-4-450-16,2-3-548 0</inkml:trace>
  <inkml:trace contextRef="#ctx0" brushRef="#br0" timeOffset="39027.15">17615 5663 2909 0,'0'0'-32'15,"0"0"33"-15,0 0 31 0,0 0 28 0,0 0 41 16,-34 15 39-16,27-8 13 0,-2 3 6 15,-2-1-9-15,2 4-1 0,2-2-3 0,-2 2-5 16,6-4 1-16,-1 2-10 0,2 1-7 16,4 0-11-16,4-1-10 0,4-1-10 0,-1-2-9 15,7 1-4-15,-1-1-10 16,-3-2-6-16,4-1-9 0,-3 0-1 0,-3-3-1 16,0-1-5-16,-10-1-6 0,0 0 0 0,19-1-5 15,-19 1-6-15,4-11 1 16,-4 11-4-16,-8-18-1 0,2 4-2 0,-2 0-9 15,-3-3-1-15,6 5-8 0,-5-1 7 16,2 5-10-16,3 0 3 0,-6 2-2 0,6 2-11 16,5 4-36-16,-17-4-56 0,12 2-87 15,5 2-97-15,-12 0-99 0,12 0-131 0,0 0-162 16,0 0 66-16,0 0-381 0,0 0-464 16</inkml:trace>
  <inkml:trace contextRef="#ctx0" brushRef="#br0" timeOffset="39342.92">17904 5651 2633 0,'0'0'27'16,"0"0"40"-16,0 0 29 0,0 0 28 16,0 0 24-16,0 0 23 0,0 0 11 0,0 0 0 15,0 0-8-15,-31 15-5 0,26-9-10 16,-4 2-11-16,6 3-14 0,-5 1-9 0,6 0-9 16,-1-1-9-16,3 1-13 0,0 3-6 15,3-3-9-15,3 2-6 0,3-1-6 0,3-1-9 16,5 0-5-16,0-3-2 0,-4-1-7 15,1-1 0-15,-1-4-2 0,-3-1-4 16,-1 0-2-16,-9-2 6 0,17-4 8 16,-10-1 10-16,-2-2 3 0,1-3 4 15,-3-3 4-15,-1-3-6 0,0-1-6 0,-2-3-6 16,0 3-4-16,0 3-5 0,0 3-7 16,-2-1-8-16,0 3-4 0,1 2-4 0,-5 2-2 15,6 5-16-15,-16 0-42 0,16 0-67 16,-16 7-82-16,5-2-99 0,4 0-82 0,3-1-67 15,4-4-75-15,0 0-113 0,0 0-5 16,0 0-424-16,33-14-527 0</inkml:trace>
  <inkml:trace contextRef="#ctx0" brushRef="#br0" timeOffset="39559.24">18103 5562 2722 0,'12'-22'-15'0,"-3"5"62"0,-1 2 58 16,-4 3 58-16,-3 0 30 0,2 5 28 0,-3-3 6 16,2 4-10-16,-2 6-16 15,0-8-20-15,0 8-14 0,0 0-8 0,0 0-5 0,0 0-11 16,0 0-7-16,0 0-15 15,-12 33-12-15,12-15-7 0,0 3-10 0,4 3-8 16,-2 0-10-16,-1-1-5 0,8 10-14 16,-4-2-27-16,3-6-35 0,-3-3-25 15,2-5-21-15,-4 1-17 0,-1-3-25 0,2-2-27 16,0-4-29-16,-3 0-43 0,1-1-56 16,2 0-70-16,-2-4-103 0,-2-4-168 0,0 0-14 15,0 0 63-15,0 0-240 0,0 0-272 16</inkml:trace>
  <inkml:trace contextRef="#ctx0" brushRef="#br0" timeOffset="41060.75">14641 7047 2399 0,'1'-7'143'16,"1"0"37"-16,-2 7 9 0,2-5-2 16,-2 5-14-16,0 0 5 0,0 0 41 15,0 0 26-15,-16 49 3 0,-6-11-5 0,2 8-15 16,-1 0 10-16,-2-3 3 16,0 4 1-16,2-4-10 0,5-9-3 0,5-1-6 15,-1-2-17-15,7-5-16 0,-1-6-10 16,4-2-12-16,2-5-5 0,0 1-12 0,2 0-6 15,2-3-5-15,2 2-20 0,4-5-11 16,3-1-7-16,1-2-12 0,0-2-9 0,6-3-12 16,-2-1-8-16,5-3-24 0,0 1-32 15,-1-2-35-15,-6 2-51 0,0-1-47 0,-1 2-44 16,-4 1-39-16,-3-1-46 0,1-2-68 16,-9 4-80-16,10-7-78 0,-10 7-92 0,1-5-159 15,-1 5 31-15,0-6 67 16,0 6-491-16,-3-11-596 0</inkml:trace>
  <inkml:trace contextRef="#ctx0" brushRef="#br0" timeOffset="41941.51">14959 7056 2939 0,'2'-7'-58'0,"0"-2"28"0,-2 4 8 16,0 5 5-16,0-8 1 0,0 8 1 16,0 0 3-16,0-7 1 0,0 7-2 0,0 0-9 15,0 0-12-15,2-9-22 0,-2 9-10 16,0 0 4-16,5-3 2 0,-5 3 8 0,8-4 3 15,-8 4 6-15,10-2 6 0,-3-3 5 16,-7 5 15-16,10-1 22 0,-10 1 31 0,8-4 22 16,-8 4 35-16,0 0 29 15,11-5 36-15,-11 5 29 0,6-2 21 0,-6 2-1 0,0 0-4 16,0 0-10-16,1-7-8 16,-1 7-15-16,0 0-18 0,0 0-20 0,0 0-8 15,0 0-5-15,-36 19-7 0,13 0 0 16,3 2-2-16,1 3-8 0,-1 0-6 0,9-3-4 15,6-5-6-15,-4 0-3 0,7-1-1 16,7 1-2-16,1-1 7 0,-1-1-6 0,6 1-10 16,3-3 0-16,3 1-9 0,0-3-9 15,4-2-5-15,-6-1-1 0,8 2-6 16,-6-6-38-16,1 1-39 0,-6 0-41 0,0 0-50 16,1-2-62-16,-2 0-73 0,-4-2-80 15,-7 0-99-15,0 0-153 0,15 0-48 0,-15 0 64 16,0 0-374-16,0 0-430 15</inkml:trace>
  <inkml:trace contextRef="#ctx0" brushRef="#br0" timeOffset="42859.82">18209 6735 2969 0,'0'-14'205'0,"0"2"21"0,-2 3-4 0,2 5-7 15,0 4-13-15,0-9-21 0,0 9 26 0,0 0 26 16,0 0 4-16,3 29-6 0,-3-12-3 16,-1 7-15-16,-1 2-29 0,-4 8-8 0,0 2-23 15,-2-1-11-15,5-3-12 0,-5 1-9 16,3-9-13-16,-2-4-1 0,2-4-15 16,-1-1 2-16,2-1-8 0,-3-2 2 0,1-2 2 15,2-2 6-15,-4-1-6 0,5-3-8 16,3-4-2-16,0 0-6 0,0 0-11 0,-27-17-5 15,21 1-2-15,1-6-10 16,3-3-7-16,0-15-3 0,10-3-7 0,4-9-7 0,4 4-5 16,3 0 1-16,0 6 1 15,1 11-11-15,-4 3-2 0,2 6-2 0,-4 7-3 16,0 2-1-16,-3 9-7 0,0 2-2 16,3 4-2-16,-1 2 3 0,-1 4-11 0,1 5-12 15,1 5-10-15,-7 1-15 0,3 11-11 16,-10-2 3-16,-6 7-2 0,-3 0 3 0,-7 1 4 15,1-5 11-15,-4-2 9 0,1-5 17 16,4-2 32-16,1-6 39 0,3-4 32 0,2-5 21 16,3-4 12-16,5-3 10 0,-8 2 7 15,8-2-9-15,0 0-38 0,0 0-84 16,0 0 0-16,0 0 0 0,0 0 0 16,0 0 0-16,0 0 0 0,0 0 0 0,22 8 0 15,-10 1 0-15,1-1 0 0,1 5 0 16,5 0 0-16,4 4 0 0,-4-3 0 0,5 0 0 15,-1-2-123-15,-3-3-321 0,-4-8-124 16,2 2-167-16,-1-3-127 0,-4 2 83 16,2-2-813-16,-15 0-1032 0</inkml:trace>
  <inkml:trace contextRef="#ctx0" brushRef="#br0" timeOffset="43075.28">18974 6603 4687 0,'0'-15'52'0,"-1"2"38"15,-5 6 31-15,0 2 43 0,-6 3 54 0,12 2 70 16,-32 11 25-16,3 7 7 0,-10 7 8 16,-6 2-12-16,6 6-25 0,1 3-17 0,4-2-28 15,7 2-28-15,9-3-14 0,11 2-143 16,1-2-61-16,12 2 0 0,1-4 0 0,11-2 0 16,-2-3 0-16,2-4 0 0,1-7 0 15,0-5-64-15,0-1-416 0,1-7-104 0,-6-2-126 16,-1-2-153-16,3 0 72 15,-5-3-807-15,1-2-1039 0</inkml:trace>
  <inkml:trace contextRef="#ctx0" brushRef="#br0" timeOffset="52390.3">23407 14021 1641 0,'2'-5'457'0,"0"-1"-133"0,-2 6-62 15,0-10-24-15,0 10 6 0,-4-9-11 0,4 9-19 16,-4-8-14-16,4 8 0 16,-2-8 3-16,-1 4-5 0,3 4-3 0,-6-11-7 15,6 11-7-15,-8-8-10 0,2 2-10 16,6 6-13-16,-11-7-13 0,4 3-14 0,-5 0-8 15,1 4-10-15,11 0-12 0,-34 2 0 16,7 2-3-16,-5 2-9 0,-6 3-8 0,-1 1-5 16,-6 5 0-16,-4 1-2 0,13-2 6 15,-1 0 6-15,2 1-12 0,-2-1-3 16,9 1-2-16,-5 0-7 0,10 3-5 0,-4 1-8 16,2 1-7-16,0 2 0 0,4 1-6 15,0 3-2-15,2-1-8 0,-1 2 10 16,4 2-3-16,0 2-8 0,1 2-7 15,3 0 6-15,1 3 6 0,4 1 9 0,-1 1-2 16,6 0 7-16,0 3 2 0,2-1 5 16,2 3-3-16,2 3 2 0,6 8-6 0,-3-1 1 15,2-3-2-15,1 1-9 0,7-1 3 16,-3-2-3-16,1-2 1 0,-2-3-3 16,6-2-4-16,0 1-3 0,-1-7-4 0,2 6 4 15,7-4-4-15,0 1 5 0,7-1 4 16,-2 0 1-16,2-4 2 0,3-1-2 15,-1-1-4-15,2-5-3 0,0 1 2 0,-5-7-3 16,1-2-2-16,1-2-4 0,-3-4 0 16,4-1 1-16,-2-3 2 0,-5-2-3 0,0-4 5 15,-1-2-5-15,10-4 1 0,2-1-5 16,-1-4-1-16,-5-4 2 0,2-3-4 0,-4-3-2 16,-1 0 2-16,7-12 1 0,-4 2 0 15,-4-1 3-15,-7 2 6 0,6-7-2 0,-2-4 5 16,-2 0 5-16,-2-1 11 0,-5-6 10 15,4 2-5-15,-1-7-34 0,-5-2 0 0,0-1 0 16,-3-6 0-16,0 0 0 0,-1-8 0 16,-3-4 0-16,0-2 0 0,-2-2 0 0,-3 1 0 15,-2 2 0-15,-2 5 0 16,-6 1 0-16,-4 7 0 0,-3 2 0 0,-7 5 0 16,-5 3 0-16,0 4 0 0,-8 7 0 15,-5 4 0-15,-4 4 0 0,-4 5 0 0,-1 4 0 16,-3 3 0-16,1 5 0 0,4 6 0 15,2 3 0-15,1 3 0 0,-2 5 0 0,4 3 0 16,2 0 0-16,-4 6 0 0,6 1 0 16,6 5 0-16,1 1-166 0,4-2-300 15,5-1-110-15,8-1-147 0,2-4-132 0,2-2 77 16,4 1-796-16,4-10-1015 0</inkml:trace>
  <inkml:trace contextRef="#ctx0" brushRef="#br0" timeOffset="53456.08">25014 13822 4031 0,'-10'-5'-160'0,"5"-1"30"0,-4 3 27 0,2 0 26 0,2-2 27 0,-6 1 26 0,6-1 17 0,-3 2 8 15,1-3 10-15,2 3 17 0,-4-2 7 16,2 0 8-16,-1 1 9 0,-4 1 2 0,3 0 0 15,0 1 0-15,-3 2 9 0,12 0 0 16,-31 2 6-16,15 3 0 0,-5 2 4 16,-3 1 1-16,-6 2-1 0,-1 6-3 0,4-1 0 15,-4 5 5-15,5 1 0 0,-9 6-8 16,10-1-1-16,-1 6-11 0,4-3-7 0,4 1-2 16,0 3-7-16,3 0 0 0,4 3-1 15,-1-1-4-15,-1 13-2 0,3-9 3 16,5 2 2-16,-4 3 4 0,6-1 10 15,-1 0 12-15,2-2 12 0,2 0 3 0,2 0 14 16,0 0 10-16,3-1 12 0,4-2 14 16,2 2 12-16,0-5 6 0,3 0 3 0,5 8 4 15,3-1 0-15,1-3 0 0,2-3-6 16,0 0-14-16,0-8-8 0,-4-1-6 0,4-1-12 16,-4-1-8-16,-3-4-8 0,5-1-9 15,1 1-10-15,-6-5-6 0,-2-4-2 16,-2-1-8-16,0-2 6 0,3-3-9 0,-1 2-3 15,1-3-1-15,0-1-4 0,0-4-34 16,4-3-11-16,0 2 0 0,0-2 0 0,1-5 0 16,0 4 0-16,-1-6 0 0,6-3 0 15,-7 1 0-15,5-5 0 0,-2 1 0 16,0-4 0-16,0 1 0 0,-2-2 0 16,-4-6 0-16,2 2 0 0,-4-5 0 0,2-2 0 15,-5-4 0-15,3-11 0 0,-3-4 0 16,-1-5 0-16,-4-9 0 0,2-5 0 0,-8-2 0 15,1-6 0-15,2 1 0 0,-4 0 0 16,2 1 0-16,-8 2 0 0,4 7 0 0,-6 5 0 16,-1 6 0-16,-2 8 0 0,-3 5 0 15,-8 2 0-15,0 12 0 0,-10 2 0 0,2 8 0 16,-3 7 0-16,-6 2 0 0,2 7-59 16,2 3-105-16,-1 4-35 0,-3 5-43 15,0 1-50-15,1 2-70 0,4 5-70 16,1 2-76-16,3 0-89 0,3 1-149 0,2-2 42 15,12-3-618-15,1-1-778 0</inkml:trace>
  <inkml:trace contextRef="#ctx0" brushRef="#br0" timeOffset="54722.63">26521 14016 3363 0,'6'-9'-113'0,"-4"3"31"15,0 2 31-15,-2 4 34 0,1-13 36 16,1 6 32-16,-2 1 25 0,0 6 19 0,-2-11 19 16,2 5-5-16,-1-2 4 0,-7 3-4 15,4-1 4-15,-6 0 2 0,3-2 4 0,-4 1 2 16,-3 0-2-16,1 0-4 0,-3 1-7 15,2-1-9-15,-8 0-8 0,9 2-4 16,-6 1-8-16,-2-2-7 0,2 4-8 16,0 0-5-16,-1 0-6 0,0 2-4 0,-1-1-6 15,0 2 0-15,-2-1-4 0,0 2 6 16,4 0-1-16,-6 0-2 0,5 1-1 0,-3 0-5 16,-2 2 3-16,1 2 0 0,2 0-2 15,-8 5-2-15,-1 2-3 0,10-1-6 0,-8 1 1 16,1 3-1-16,1-2-6 0,0 5-3 15,5-1-5-15,1-3 4 0,0 4 1 16,4-5-5-16,3-4-2 0,5 2 4 0,0-1 2 16,-2 0 6-16,0 4 4 0,6-3 8 15,-3 3 3-15,0-1 7 0,3 0 1 16,-3 5 5-16,3 1 4 0,-2-2-1 16,2 3 5-16,-1-3-4 0,2 5 4 0,-1-1-1 15,-2-2 5-15,4 1-1 0,-1-1 4 16,-2 1 1-16,5 0-2 0,1 2-1 0,-2-2-2 15,0 2-3-15,6-1 0 0,-3 2-8 16,7 6 1-16,-3 2 0 0,7-2-10 0,-1 3-2 16,5-3-4-16,1-1-7 0,0 4 5 15,8 5-12-15,-3 0 1 0,2-2 1 0,2-2-3 16,-4-6-8-16,-6-1-1 0,6-1 1 16,-3 1-7-16,-1-1 3 0,4 0 0 15,-5 0 0-15,2-2-3 0,-4 1-2 16,2-5 0-16,-1-1 1 0,-2 2-1 0,2-6 6 15,-1-5 2-15,-3 2-6 0,1-2 0 16,0-2-3-16,3 1 2 0,-2-3 3 0,2-2 7 16,3-1-10-16,-2-1 7 0,4-1-5 15,2-2 2-15,1-4-4 0,1 1 2 0,10-4 2 16,0 0-5-16,-1-3 0 0,0 1 5 16,-2-6-7-16,-1 1 0 0,-1 1 3 0,-1-3 3 15,0-1-1-15,-4-2-1 16,-3-1 4-16,-3-6-10 0,2-3 4 0,0-1 5 15,-2-11-1-15,1-5 2 0,-6-5-5 0,2-6 2 16,-1-6-2-16,-6-9-2 0,-2-2 0 16,-6-4 0-16,-1-2 0 0,-8 5-4 15,-9-14 2-15,-8 7 6 0,2 20-8 16,-9 7 0-16,-8 7 0 0,-2 5 0 0,-2 7-9 16,-6 7-17-16,5 2-23 0,-7 8-33 15,13 9-29-15,-1 2-35 0,5 6-33 0,6 4-46 16,3 0-51-16,-11 4-80 0,7 6-56 15,-1 1-74-15,9 3-104 0,-4-1-112 0,8 1 55 16,1-4-539-16,3 3-652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42:15.6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25665 10168 954 0,'0'0'438'0,"0"0"-74"0,0 0-42 0,-2-9-9 0,2 9 5 0,0 0-15 16,0 0-18-16,0 0-16 0,-4-3 7 15,4 3-8-15,0 0-8 0,0 0-5 16,0 0-12-16,0 0-10 0,0 0-15 16,0 0-7-16,0 0-17 0,0 0-12 0,-3-9-6 15,3 9-6-15,0 0-8 0,0 0-11 16,0 0-10-16,0 0 0 0,0 0-9 0,0 0-13 16,0 0-2-16,0 0-5 0,-6-7-5 15,6 7-9-15,0 0-10 0,0 0-8 0,0 0-9 16,0 0-6-16,0 0-6 0,0 0-8 15,-11-3-7-15,11 3-8 0,0 0-2 0,0 0-4 16,-16-2-3-16,16 2-3 16,0 0-4-16,0 0-14 0,-16 2-1 0,16-2 0 15,0 0-2-15,-18 2 1 0,18-2 0 16,-9 3-1-16,9-3-3 0,0 0 0 0,-18 4 0 16,18-4 0-16,-11 5 0 0,6 0 0 15,-4-2 0-15,9-3 0 0,-13 10 0 0,6-4 0 16,1 2 0-16,-2-1 0 0,3 1 0 15,-3 1 0-15,3 3 0 0,-4 0 0 0,6 2 0 16,-3-1 0-16,3 3 0 0,1-1 0 16,2 1 0-16,0-2 0 0,0 1 0 15,2 1 0-15,-1 1 0 0,5-2 0 16,-1 1 0-16,4-3 0 0,0 3 0 0,4-4 0 16,3 0 0-16,-2-2 0 0,8-2 0 15,-8-2 0-15,8-3 0 0,-1-3 0 0,0 0 0 16,-1 0 0-16,0-3 0 0,3-3 0 15,-5-1 0-15,4-3 0 0,3-5 0 0,-9-1 0 16,0 3 0-16,-3-5 0 0,1-5 0 16,-5 2 0-16,-3 3 0 0,-3 1 0 0,-3 3 0 15,0-1 0-15,-2 3 0 0,-3-2 0 16,-2 3 0-16,-6 1 0 0,-1-1 0 0,-2 5 0 16,-1 0 0-16,0 4 0 0,-2 2 0 15,4 0 0-15,-2 0 0 0,-1 0 0 16,4 0-45-16,-6 2-211 0,6 2-34 15,3-2-44-15,-2 1-44 0,3 0-41 0,1 0-46 16,0 1-68-16,0 0-137 0,6 0-55 16,-1 0 83-16,4-4-526 0,4 13-634 0</inkml:trace>
  <inkml:trace contextRef="#ctx0" brushRef="#br0" timeOffset="586.28">26082 10157 3258 0,'0'-8'40'0,"0"1"69"0,0 0 43 0,0 7 26 0,0-7 8 0,0 7-8 0,0 0-19 15,2-7-17-15,-2 7 2 0,0 0 4 16,0 0 1-16,9 19-6 0,-6-7-4 0,-3 2 9 15,2 3-6-15,0 2 5 0,-2 0-4 16,0 1-1-16,-2 7-17 0,0-6-17 0,1 1 12 16,-4 1 2-16,5-4-8 0,-2-3-9 15,-2-1-7-15,2-3-3 0,2 0 10 16,-1-3 10-16,1-3 13 0,-2 1 14 16,2-2 21-16,0-5-5 0,-2 7-16 0,2-7-15 15,0 0-8-15,0 0-15 0,0 0-9 16,-2-29-36-16,6 12-59 0,-1-5 0 0,8-12 0 15,0-1 0-15,2 0 0 0,1 0 0 16,-2 2 0-16,0 2 0 0,5 2 0 0,-8 8 0 16,2 3 0-16,-2 1 0 0,0 8 0 15,1-1 0-15,1 3 0 0,-2 3 0 0,3 4 0 16,-12 0 0-16,24 11 0 0,-10 1 0 16,-3 3 0-16,7 8 0 0,-2 4 0 15,-7 0 0-15,-2-1 0 0,1 4 0 16,-2-4 0-16,-2-1 0 0,-2-2 0 0,0 0 0 15,-1-4 0-15,1-1 0 0,-2 0 0 16,2-5 0-16,0-1 0 0,0 1 0 0,0-5 0 16,-1 0 0-16,-1-1 0 0,2 0 0 15,-2-7 0-15,0 10 0 0,2-5 0 0,-2-5 0 16,2 7 0-16,-2-7 0 0,2 7 0 16,-2-7 0-16,0 0 0 0,0 0-218 0,-2 7-328 15,2-7-144-15,0 0-210 16,0 0 75-16,-6 4 92 0,6-4-722 0,0 0-905 15</inkml:trace>
  <inkml:trace contextRef="#ctx0" brushRef="#br0" timeOffset="1466.33">27097 10200 3913 0,'0'0'-92'0,"2"10"62"0,-2-10 71 0,5 4 61 0,-5-4 37 16,11 4 14-16,-2-3 6 0,0 1-4 0,-9-2-3 15,18 1-11-15,-6-1-9 0,-12 0-6 16,25 0-7-16,-15-1-8 0,-10 1-4 0,26-2-9 15,-15-1-9-15,1-1-5 0,0-1-7 16,-1 0-7-16,-1-5-8 0,-1 3-4 16,-2-2-7-16,1-1-4 0,-4 0-4 15,2-2-10-15,-4 1 0 0,-2-1-2 0,0 4-5 0,-6-2-4 16,3 1 0-16,-8 1-5 16,2 4-2-16,-5 3-3 0,1 1-1 0,13 0 1 15,-37 5 1-15,13 1 3 0,1 1 3 16,-4 7 13-16,2 3 18 0,0 2 10 0,3 1 12 15,3 1 22-15,4-1 13 0,1 3 26 16,7 0 4-16,1-1 2 0,5-3-3 0,2-1-4 16,1 5-8-16,6-1-12 0,6 5-6 15,0-1-8-15,6-2-11 0,-2-4-7 0,3-1-5 16,1-6-47-16,-6-2-28 0,6-4 0 16,-3 0 0-16,-2-5-3 0,2-2-164 15,0-2-79-15,2 0-96 0,2-3-119 16,0-4-130-16,4-4-148 0,-7 1-63 0,5-4 87 15,0 1-688-15,-6 0-855 0</inkml:trace>
  <inkml:trace contextRef="#ctx0" brushRef="#br0" timeOffset="1882.92">27470 10135 4097 0,'2'-12'43'0,"2"-1"45"0,-1 4 39 0,6 0 32 0,-2 3 14 0,0 1 1 0,4 3-7 0,3 0-6 0,-14 2-16 16,29 5-8-16,-12-1-12 0,4 6-13 16,-4 0-9-16,0 2-10 0,1 2-6 15,-5 0-6-15,-1-1 10 0,-1 3 13 16,-8-3 11-16,1 1 11 0,-2-2 6 0,-4 1 0 16,-2 3-5-16,-1-1-7 0,-3-1-10 15,-5 1-11-15,1-1-11 0,0-4-8 0,0-1-4 16,0-3-7-16,0-2 1 0,3-4-9 15,9 0-6-15,-19-6 1 0,10-4-6 16,-1-3-5-16,8-3-6 0,-2-1-3 16,2 0-20-16,2 1 0 0,2-1 1 0,1-1 2 15,-3 6 0-15,1-1-2 0,-1 2-2 0,4 4-1 16,2 2-5-16,-6 5-2 0,13-1 0 16,-13 1 1-16,19 6-2 0,-6 1-4 15,1 0-3-15,1 3-28 0,0 4-30 16,2-2-44-16,-1 0-35 0,-2 2-33 0,0 0-23 15,1-3-34-15,-3-1-49 0,-5 0-65 16,1-3-62-16,-3-3-79 0,4 0-87 0,-2-3-126 16,-7-1 8-16,17-3-585 0,-5-1-732 15</inkml:trace>
  <inkml:trace contextRef="#ctx0" brushRef="#br0" timeOffset="2432.94">28017 9997 3491 0,'-4'-10'8'0,"2"4"50"16,-3 1 49-16,5 5 34 0,-12-4 31 15,12 4 15-15,0 0 3 0,0 0-5 16,-25 10-9-16,19-1-12 0,1 3-14 0,-1-1-16 16,3-1-10-16,-1 4-13 0,-1-3-15 15,3 3-7-15,4-2-10 0,3-1-6 0,-1 1-28 16,1 0-33-16,4-3-35 0,2 2-32 16,2-6-41-16,-2-1-45 0,2-4-47 15,2-4-31-15,3-3-21 0,0-3 3 16,5-9 6-16,-1-5 3 0,-3-3 4 15,-2-5 7-15,-3-2 12 0,0-12 19 0,2-5 18 16,-3-9 21-16,-2-2 30 0,-3-2 26 16,-4 4 38-16,0 4 39 0,-6 13 39 0,-4 6 34 15,-6 3 19-15,3 8 33 0,-2 7 35 16,-5 5 28-16,5 5 16 0,-5 5 21 0,4 1 15 16,-6 8 10-16,-11 10 5 0,3 11-6 15,-5 10-6-15,2 9-5 0,5 9-19 0,3 4-20 16,4 2-12-16,6 4-14 0,1 4-20 15,8-3-10-15,2 1-13 0,4-6-12 16,4-2-14-16,-1-9-7 0,0-11-10 16,2-6 0-16,-2-7-11 0,-3-4-8 0,1-9 6 0,1 2 14 15,0-5 6-15,4-5-5 16,-1-4-6-16,-9 0-7 0,32-13-4 0,-9-3-2 16,0-6-5-16,4-1 13 0,-5 0 1 15,-1 1 15-15,-5 10 13 0,-5 2 3 0,-1 1-10 16,-2 2-11-16,-3 4-13 0,1-2-10 15,-6 5-3-15,0 0-6 0,0 0-2 16,0 0-2-16,23 10-20 0,-21-5-19 0,2 4 0 16,-3-2 0-16,3 1 0 0,0 1 0 15,-1-1 0-15,1 1 0 0,1 1-82 0,0-1-86 16,-1 0-54-16,2-3-68 0,-3 3-91 16,6-3-110-16,-6-2-130 0,7 0-178 0,-3-3 40 15,-7-1 95-15,16 3-599 16,-16-3-724-16</inkml:trace>
  <inkml:trace contextRef="#ctx0" brushRef="#br0" timeOffset="3100.43">28663 9997 3837 0,'-8'0'155'0,"8"0"13"0,-5-4 21 0,5 4 16 0,0 0 6 0,0 0 16 0,0 0 18 0,0 0-12 16,-10 16-15-16,10-9-14 0,0 5-16 15,0 0-15-15,2 3-21 0,2-1-13 16,0 3-13-16,0 0-12 0,1-2-14 0,-1-3-11 16,-1-2-7-16,-1 2-7 0,3-3-5 15,-1-1-6-15,-2 1-1 0,-1-4-7 0,3 0-4 16,-4-5 0-16,7 4-11 0,-7-4-21 16,18-7 3-16,-7-3-11 0,5-3-9 0,6-9 2 15,1-1-5-15,-4 0 2 0,2 1-1 16,-7 6 15-16,-3 4 17 0,-1 6 8 15,-5-4 7-15,1 6 0 0,-1-2-12 0,-1 3-8 16,-4 3 8-16,0 0 7 0,0 0-3 16,14 11 0-16,-14-3-9 0,4 4 1 15,-2-1-6-15,-1 1 1 0,5 3-5 0,-2-3-4 16,-1 2-2-16,4-3-4 0,-2 1-8 16,1-1-4-16,1-3 0 0,1-1 0 15,2-2 0-15,1 0 0 0,1-5-36 0,3 2-30 16,0-4-10-16,2-3-13 0,3 0-13 15,0-3-1-15,1-1-1 0,-2 0 3 0,-2-1 22 16,-3 4 7-16,-1-1 22 0,-1-2 24 16,-3 4 11-16,-1 1 10 0,-3 2 13 0,2-2-6 15,-7 4 4-15,0 0 28 16,0 0 2-16,16 6 0 0,-12-2-9 0,-4-4 6 0,10 10-5 16,-6-5-2-16,-1 2 0 15,5 2-9-15,-3-3 1 0,3 0 2 0,0 1-3 0,-1-2 2 16,1 0-6-16,4-4 6 15,1 1-4-15,0-2-5 0,1 0 5 0,-2-3-4 16,6-1 2-16,-5 1 22 0,3-2 20 16,-5-2 17-16,1-2 15 0,-3-1 10 0,-2-5-7 15,-1-2-51-15,-2-2-39 0,-2 0 0 16,-2-1 0-16,-4 1 0 0,-4 3 0 0,1 1 0 16,-7 2 0-16,-1 4 0 0,-2 4 0 15,-2 2 0-15,-2 3 0 0,-4 2-51 16,-2 1-231-16,2 2-85 0,-11 2-105 0,4 2-100 15,10-3-155-15,2-1-88 0,8-3 89 0,0 2-695 16,4-2-873-16</inkml:trace>
  <inkml:trace contextRef="#ctx0" brushRef="#br0" timeOffset="3548.94">29765 9418 4022 0,'5'-27'108'0,"1"4"81"0,-2 3 81 0,-1 3 94 0,-1 3 35 0,0 1 5 16,0 4-20-16,-2 0-40 15,0 9-34-15,4-5 7 0,-4 5 2 0,0 0-10 16,8 38-43-16,-6-1-80 0,2 18-186 16,-3 3 0-16,1 5 0 0,-4-3 0 0,1-1 0 15,-5 1 0-15,0-8 0 0,2-7 0 16,0-6 0-16,-1-3 0 0,3-9 0 0,0-4 0 15,0-6 0-15,2-3 0 0,-4-2 0 16,4-3 0-16,-2-1 0 0,2-8 0 0,0 0 0 16,0 0 0-16,0 0 0 0,0 0 0 15,0 0 0-15,0-25 0 0,-3 8 0 0,-6 2 0 16,4-4 0-16,-4 2 0 0,-2 2 0 16,0 5 0-16,-3 1 0 0,-4 4 0 15,-1 5 0-15,0 0 0 0,2 5 0 16,-4 2 0-16,2 1 0 0,1 4 0 0,4 1 0 15,0 0 0-15,5-1 0 0,-1 5 0 16,7-1 0-16,-4-2 0 0,7-1 0 0,3-1 0 16,1-1 0-16,1 1 0 0,4 0 0 15,3-4 0-15,1 1 0 0,2-4 0 0,1 2 0 16,1-5 0-16,0-2-523 0,2 0-332 16,5-2-66-16,-1-2 104 0,2 2-909 0,11-3-1159 15</inkml:trace>
  <inkml:trace contextRef="#ctx0" brushRef="#br0" timeOffset="3915.51">30187 9999 4978 0,'0'0'-10'0,"-5"-5"65"0,5 5 56 0,0 0 36 0,-6-9 22 16,6 9 9-16,0 0 2 0,7-9-14 0,4 3 3 15,-11 6-10-15,18-5-12 0,-8 0-1 16,5 1-15-16,-1-2-13 0,1 3-9 15,0-3-8-15,0 0-14 0,-2 0 12 0,-1 1 12 16,-3 0 16-16,1 1 3 0,-2-1-10 16,-4 1-7-16,-3-4-13 0,-1 8-12 0,0-10-9 15,-5 5-9-15,-5 0-57 16,-3 2-13-16,-3 3 0 0,-2 0 0 0,-6 1 0 16,1 4 0-16,3 0 0 0,-1 2 0 15,1 0 0-15,4 3 0 0,2-1 0 0,3 1 0 16,2 0 0-16,2 1 0 0,2-3 0 15,1 2 0-15,4-2 0 0,0 1 0 0,4 0 0 16,1 0 0-16,3-1 0 0,4-1 0 16,-1 1 0-16,4-3 0 0,-4-2 0 0,9 1 0 15,-3-2 0-15,2 1-449 0,-3-6-225 16,2 3-148-16,0 0-40 0,-4 0 87 0,2 0-793 16,-1 0-1009-16</inkml:trace>
  <inkml:trace contextRef="#ctx0" brushRef="#br0" timeOffset="4215.74">30883 10197 4146 0,'-17'7'50'0,"-2"-1"79"0,-3-2 58 0,-5 0 54 16,-18 0 66-16,-16 3 44 0,-7-1 19 16,-10-2 4-16,-12 0-19 0,-28 2-30 0,-4-2-30 15,-9-1-25-15,-16-3-42 0,-8 4-19 16,-10 1-11-16,-9 2-42 0,-46 10-156 0,51 1 0 15,0 1 0-15,-33 18 0 0,51-8 0 16,8 6 0-16,8 0 0 0,13 1 0 0,19 1 0 16,13 0 0-16,15-2 0 0,23-4 0 15,7-4 0-15,9 0 0 0,11-6 0 0,2 1 0 16,10-5 0-16,1-2 0 16,6-4 0-16,0 0 0 0,5-2 0 0,2-2 0 15,3 0 0-15,2 0 0 0,1-2 0 16,3 0 0-16,1 1-283 0,-1-2-378 0,0-4-235 15,-1 4 20-15,-2-2 104 0,1 2-828 16,-8-4-1039-16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52:08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9484 8824 1166 0,'6'-2'527'15,"-6"2"-125"-15,9-6-82 0,-9 6-22 0,2-5-11 16,-2 5-6-16,0 0-5 0,0 0-11 15,0 0 10-15,0 0 11 0,6-7-2 16,-6 7-21-16,0 0-13 0,0 0-3 16,0 0-5-16,-8-13-19 0,8 13-8 0,0 0-18 15,-9-6-14-15,9 6-17 0,-8-6-23 16,0 2-11-16,8 4-12 0,-16-3-14 0,16 3-12 16,-23-4-12-16,5 6-5 0,2-2-8 15,-6 2-8-15,3-2-5 0,-1 1-7 0,-3 3-4 16,-2 1-5-16,-2-2-5 0,2 1-4 15,1 0-2-15,-10 4-1 0,7-3-3 0,4 3-4 16,0-2 0-16,-10 2 7 0,8 1 4 16,2-2-9-16,3 2-5 0,1-1 4 15,-3 0-5-15,2-1-3 0,2 3-1 0,0 0-4 16,-1 0 5-16,-1-1-7 0,4 1-2 16,0 1 4-16,1 2-2 0,-3-1 5 15,6 1-8-15,-6 3 2 0,5-1-2 16,-3 1 5-16,0 4-1 0,-2 1 1 0,3-2-5 15,3-1-4-15,1-3 0 0,1 2 0 16,-1-1 0-16,4 2 0 0,-3-1 0 0,4-3 0 16,0 1 0-16,1 1 0 0,-1-1 0 15,3 0 0-15,-1 1 0 0,-1 1 0 0,2 0 0 16,-1 0 0-16,2 0 0 16,0 2 0-16,0 0 0 0,1-1 0 0,-3-1 0 0,4 3 0 15,0-3 0-15,0 1 0 16,0-1 0-16,0 1 0 0,0-3 0 0,0 1 0 15,2-1 0-15,0 1 0 0,-1 1 0 16,-1-3 0-16,2 1 0 0,2 0 0 0,-2 1 0 16,1-1 0-16,-1 1 0 0,0-5 0 15,3 5 0-15,-2-3 0 0,-1 4 0 0,2-3 0 16,2 1 0-16,-3 0 0 0,6-1 0 16,-6 1 0-16,5-1 0 0,-1 3 0 0,0-3 0 15,4 3 0-15,-2 0 0 16,0-2 0-16,3 2 0 0,-1-1 0 0,0 0 0 15,1 1 0-15,-1 0 0 0,1-4 0 16,-1 4 0-16,2-2 0 0,-1-1 0 0,-1-1 0 16,5-1 0-16,-3 0 0 0,-2-3 0 15,5 4 0-15,-1-2 0 0,0-2 0 16,0 2 0-16,1-1 0 0,-1-3 0 0,2 3 0 16,-1-3 0-16,1 2 0 0,-2-1 0 15,2-4 0-15,0 1 0 0,-2 0 0 0,1 0 0 16,2-3 0-16,-2 2 0 0,4 0 0 15,-4-4 0-15,4 2 0 0,-6 0 0 0,8 0 0 16,-3-2 0-16,-1 2 0 16,6-2 0-16,-5 0 0 0,1 0 0 0,3 0 0 15,-1-2 0-15,2-2 0 0,-1-1 0 16,2 0 0-16,-4-2 0 0,1 2 0 0,1-4 0 16,-2 1 0-16,8-4 0 0,-6 2 0 15,-4-1 0-15,0 1 0 0,-1-1 0 0,0 2 0 16,0-3 0-16,-2 0 0 0,0 3 0 15,2-1 0-15,-2-2 0 0,7-5 0 0,-1-1 0 16,1-1 0-16,-1 3 0 0,-2-5 0 16,1 0 0-16,1 2 0 0,-4-1 0 0,1-3 0 15,1-1 0-15,-4 2 0 16,2-2 0-16,-1-1 0 0,-7 4 0 0,-1 0 0 0,0-7 0 16,3-1 0-16,-2 0 0 15,-3 0 0-15,-2 2 0 0,2-4 0 0,-3-5 0 16,-3-3 0-16,1-2 0 0,-4-6 0 15,-1-11 0-15,-6-4 0 0,0-3 0 0,-4 2 0 16,-2 2 0-16,-6 3 0 0,-4 3 0 16,0 7 0-16,-5 4 0 0,-1 5 0 0,-6 4 0 15,-8 8 0-15,0 6 0 0,-5 5 0 16,-4 4 0-16,6 9 0 0,-2 1 0 0,-2 6 0 16,-4 1 0-16,-4 3 0 0,7 4 0 15,10-1 0-15,7 3 0 0,2 1 0 0,0-1 0 16,5 1-705-16,6-5-282 15,7-2 97-15,0-3-1018 0,7-2-1329 0</inkml:trace>
  <inkml:trace contextRef="#ctx0" brushRef="#br0" timeOffset="1448.89">3140 9569 893 0,'0'0'302'16,"0"0"-37"-16,0 0-25 0,0 0 0 0,0 0-19 16,0 0-3-16,21-13 3 0,-21 13-12 15,0 0 17-15,0 0 13 0,2-7 8 16,-2 7 6-16,0 0 2 0,0 0-3 0,0 0-5 16,2-9-9-16,-2 9-11 0,0 0-6 15,0 0-16-15,0 0-15 0,0 0-14 0,0 0-6 16,0 0-21-16,-2-8-7 0,2 8-7 15,0 0-4-15,0 0-13 0,0 0-3 16,0 0-2-16,0 0 0 0,0 0-1 0,0 0-6 16,0 0-11-16,0 0-9 15,0 0-6-15,0 0-11 0,0 0-3 0,0 0-10 0,0 0-5 16,0 0-6-16,0 0 4 16,0 0 14-16,0 0 3 0,0 0 0 0,0 0 5 15,0 0 10-15,12 24-23 0,-9-14-58 16,-1 2 0-16,2 3 0 0,3 6 0 0,-3 1 0 15,3 10 0-15,4 3 0 0,-2 0 0 16,3 1 0-16,1 1 0 0,2 9 0 16,-2-8 0-16,0-2 0 0,-1-2 0 0,1-2 0 15,-1-3 0-15,-4-6 0 16,-1-5 0-16,0-1 0 0,-1-3 0 0,-1-2 0 16,-2-3 0-16,1 2 0 0,0-4 0 15,-1 2 0-15,-1-3 0 0,0 1 0 0,2-2 0 0,-4-5 0 16,4 9 0-16,-2-6 0 15,-2-3 0-15,0 0 0 0,4 9 0 0,-4-9 0 16,2 5 0-16,-2-5 0 0,0 0 0 16,0 0 0-16,0 0 0 0,0 0 0 0,0 0 0 15,-23-12-349-15,15 5-296 0,0-2-111 16,-1-2-144-16,0-5 82 0,1 2-788 16,-2-4-1047-16</inkml:trace>
  <inkml:trace contextRef="#ctx0" brushRef="#br0" timeOffset="2084.94">3007 9631 4250 0,'-8'-10'-139'0,"3"1"35"0,0 3 36 0,1-3 37 15,1 2 55-15,-1-4 24 0,4 3 25 16,-4-2 23-16,4-2 9 0,-2 0 11 16,2 0 6-16,2-2 3 0,2-1-1 0,2-1 0 0,2 5 2 15,1-7-3-15,4 3 11 0,6-5-14 16,1 7-2-16,-2 3-13 0,4 2 2 16,-3 2-8-16,1 2-4 0,3 4-12 15,4 6-6-15,7 2 2 0,2 6-10 16,0 1-5-16,1 10-7 0,-1 1 9 0,-9-3-5 15,-3 3 0-15,-3 0 17 0,-7 5-6 16,-3-2 15-16,-5-2 10 0,-4-2 3 0,-4-2 4 16,-5 9 6-16,-3-3-4 0,-4 0 1 15,-2 0-3-15,-2-6-3 0,1 0-4 0,6-6 1 16,0-5 6-16,-2-4 10 0,2 3 17 16,0-5-59-16,1 2-72 0,3-4 0 0,-1 0 0 15,3 1 0-15,5-5 0 16,-12 7 0-16,12-7 0 0,-8 5 0 0,8-5 0 15,0 0 0-15,0 8 0 0,0-8 0 16,13 9 0-16,-1-4 0 0,1 2 0 16,9 1 0-16,-1 0 0 0,9 3 0 0,3-1 0 15,-5 2 0-15,3-1 0 0,-9-3 0 16,-3 2 0-16,-4-5 0 0,1 1 0 0,-5 0 0 16,3-1 0-16,-5-2 0 0,0 1 0 15,0-2 0-15,-9-2 0 0,13 6 0 0,-13-6 0 16,9 4 0-16,-9-4 0 15,10 3 0-15,-10-3 0 0,0 0 0 0,9 4 0 16,-9-4 0-16,0 0 0 0,0 0 0 16,11 3 0-16,-11-3 0 0,0 0 0 0,0 0 0 15,10 0 0-15,-10 0 0 0,0 0 0 16,0 0 0-16,0 0 0 0,0 0 0 0,0 0-757 16,0 0-244-16,0 0 103 0,0 0-984 15,0 0-1307-15</inkml:trace>
  <inkml:trace contextRef="#ctx0" brushRef="#br0" timeOffset="2998.79">3858 9249 4845 0,'0'0'-145'0,"-9"-5"85"0,9 5 83 0,-7-6 59 0,7 6 64 15,-7-5 45-15,7 5 52 16,0 0 25-16,-9-6 19 0,9 6 8 0,0 0 5 16,-5-4 0-16,5 4-7 0,0 0-7 15,0 0-6-15,-10-8-16 0,10 8-19 0,0 0-197 16,0 0-48-16,0 0 0 0,-8-2 0 16,8 2 0-16,0 0 0 0,0 0 0 15,0 0 0-15,0 0 0 0,0 0 0 0,0 0 0 16,0 0 0-16,0 0 0 15,0 0 0-15,0 0 0 0,0 0 0 0,0 0 0 0,14 20 0 16,-7-11 0-16,2 5 0 0,3 1 0 16,-2 2 0-16,4 10 0 0,2 1 0 15,-1 2 0-15,1 3 0 0,-3 1 0 0,0 0 0 16,0-2 0-16,-1 1 0 0,0-1 0 16,-3-3 0-16,1 0 0 0,-1-5 0 15,-1-1 0-15,0-5 0 0,-3 2 0 0,3 0 0 16,-3-3 0-16,3-1 0 0,-5-3 0 15,4 1 0-15,-2-2 0 0,-1-3 0 0,0 3 0 16,-1-4 0-16,3 1 0 0,-1-3 0 16,-2 1 0-16,1-3 0 0,2 1 0 15,-6-5 0-15,9 10 0 0,-3-8 0 16,-6-2 0-16,19 3 0 0,-19-3 0 0,36-10 0 16,-6 0 0-16,3-2 0 0,-1-2 0 15,1 2 0-15,-2-1 0 0,-1 2 0 16,-6 2 0-16,-6 3 0 0,-2 1 0 0,-2 0 0 15,-3 0 0-15,0 1 0 0,-4 2 0 16,-7 2 0-16,13-6 0 0,-5 4 0 0,-8 2 0 16,11-4 0-16,-11 4 0 0,9-4 0 15,-9 4 0-15,0 0 0 0,11-3 0 0,-11 3 0 16,0 0 0-16,0 0 0 16,9-4 0-16,-9 4 0 0,0 0 0 0,0 0 0 0,0 0 0 15,0 0 0-15,0 0 0 0,0 0 0 16,0 0-900-16,-31-4-76 0,24 2-1172 15,7 2-1555-15</inkml:trace>
  <inkml:trace contextRef="#ctx0" brushRef="#br0" timeOffset="3498.82">4502 8969 5355 0,'-2'-8'-250'0,"2"-1"87"0,0 1 81 15,0 8 71-15,-5-12 56 0,3 5 55 0,2 7 41 16,-4-10 29-16,4 10 30 0,-3-12 22 16,3 12 11-16,-4-5 8 0,4 5-5 15,-2-8-11-15,2 8-24 0,0 0-22 16,0 0-24-16,0 0-17 0,0 0-9 16,0 0 0-16,0 0 5 0,20 25-4 0,-2 2-1 15,5 10 20-15,1 5-93 0,3 1-56 16,3-1 0-16,-1 1 0 0,2 0 0 0,-3-2 0 15,1-3 0-15,-4-1 0 0,-6-9 0 16,-2 1 0-16,-1-3 0 0,-4-7 0 0,-4-3 0 16,0-2 0-16,0-7 0 0,-5 3 0 15,1-4 0-15,1 0 0 0,-3 1 0 0,2-3 0 16,-4-4 0-16,3 6 0 0,-3-6 0 16,0 0 0-16,0 0 0 0,0 0 0 0,0 0-74 15,0 0-419-15,0 0-57 0,-16-14-56 16,12 7-72-16,-1-1-112 0,-3-4 24 15,-2 1-674-15,5-1-890 0</inkml:trace>
  <inkml:trace contextRef="#ctx0" brushRef="#br0" timeOffset="4065.37">4489 8956 3657 0,'-9'-12'-66'0,"-1"0"72"16,1 1 65-16,1 3 36 0,-4-4 49 0,5 0 34 16,0-1 30-16,-4 2 15 0,4-3 12 15,1 0-5-15,-1 1-31 0,3-3-16 16,3-1-9-16,1 1-11 0,1-1-10 16,3 0-14-16,2 2-15 0,3-3-15 0,5 5-18 15,0 1-5-15,6 3-6 0,1 2-16 16,-1 5-1-16,7 4-8 0,9 4-6 15,3 4-1-15,-3 3-3 0,6 8 13 16,-10 0 1-16,2 4 1 0,-7-1-7 0,-4 3 1 16,-3-2-4-16,-8 4 1 0,0-1-2 0,-8-5 1 15,-2 0-1-15,-2-2 10 16,-2 1 3-16,-2 0 9 0,-2-3 9 0,0-2 11 16,1-2-82-16,-1-3-21 0,-2 0 0 0,2-1 0 15,-1-3 0-15,0-1 0 0,1-1 0 16,0-2 0-16,0 0 0 0,6-4 0 15,-7 9 0-15,1-4 0 0,6-5 0 0,-2 7 0 16,2-7 0-16,0 12 0 0,0-12 0 16,10 14 0-16,1-7 0 0,4 6 0 0,10 4 0 15,2-2 0-15,2 1 0 0,-2-1 0 16,2 1 0-16,-2-1 0 0,-4-5 0 16,-4 1 0-16,-4-3 0 0,1-1 0 0,-3 0 0 15,-4 0 0-15,3-1 0 0,-3-2 0 16,-3-1 0-16,-6-3 0 0,12 7 0 0,-5-4 0 15,-7-3 0-15,10 4 0 16,-10-4 0-16,5 4 0 0,-5-4 0 0,8 4 0 16,-8-4 0-16,0 0 0 0,4 2 0 15,-4-2 0-15,0 0-699 0,0 0-300 0,0 0 107 16,0 0-1013-16,0 0-1327 0</inkml:trace>
  <inkml:trace contextRef="#ctx0" brushRef="#br0" timeOffset="4732.18">4899 8671 4774 0,'-6'-10'-163'0,"2"5"78"0,-1-2 63 0,1 0 56 15,1-3 55-15,-1 6 44 0,-1-3 39 0,5 7 12 16,-7-10 1-16,7 10-19 0,-4-8-15 16,4 8-20-16,0 0-10 0,0 0 18 0,0 0 38 15,0 0 13-15,23 29 13 0,-4-4 20 16,2 4 4-16,9 7-9 0,-3 5-15 0,4-3-15 15,-1 4-20-15,2-1-15 0,-3 0-15 16,-4-2-44-16,4 0-94 0,-11-9 0 16,0-3 0-16,-4-2 0 0,0-4 0 0,-6-3 0 15,-1-5 0-15,0-1 0 0,-4 0 0 16,-1-4 0-16,0-1 0 0,0-1 0 16,-4-2 0-16,2-4-348 0,-4 8-79 15,4-8-85-15,0 0-90 0,-21-10-111 0,14 0-91 16,-2-7 76-16,2-4-652 0,1 1-833 15</inkml:trace>
  <inkml:trace contextRef="#ctx0" brushRef="#br0" timeOffset="5081.82">5167 8969 3681 0,'0'0'-69'0,"0"0"47"16,2-8 43-16,-2 8 38 0,4-9 32 16,-4 9 12-16,5-10 7 0,-3 3-1 15,-2 7-11-15,3-16-3 0,-1 8-11 16,2 0-7-16,-2-3-7 0,-1-1-9 0,1-2-2 15,-2-3-18-15,0-1 9 0,2-9-6 16,-2 2-3-16,0-1-15 0,0 2 19 0,0 3 2 16,0 3 30-16,0 2 20 0,0 3 6 15,0 1 3-15,2 3-7 0,-4-1-5 0,2 10-2 16,2-9 37-16,-2 9 35 0,0 0 31 16,0 0 23-16,19 23 22 0,-8-8-2 15,7 12-5-15,0 2 0 0,7 9-2 0,0-2-17 16,-1 3-19-16,-6-10-13 0,7 8-52 15,-2 1-130-15,-4-7 0 0,-2-4 0 0,-1-3 0 16,-5-2 0-16,-2-7 0 16,1-2 0-16,-2-2 0 0,-3-1 0 0,3-4 0 15,-7 2 0-15,6-5 0 0,-3 3 0 16,-1-3 0-16,-3-3 0 0,6 5-362 0,-6-5-365 16,0 0-218-16,0 0 84 0,0 0 93 15,0 0-772-15,0 0-984 0</inkml:trace>
  <inkml:trace contextRef="#ctx0" brushRef="#br0" timeOffset="5448.87">5875 8969 4501 0,'0'0'105'0,"0"0"8"0,0 0 5 0,17 5 1 0,-17-5 17 0,0 0 21 15,0 0 1-15,-33 33 17 0,-1-2-10 16,-5 3 6-16,-21 16 15 0,-9 4-1 0,-8 7-7 16,-13 7-19-16,-9 4-12 0,-39 23-12 15,-3-3-17-15,33-20-9 0,-37 24-11 16,8 4-14-16,9 1-4 0,31-25-9 16,3 1-10-16,7-2-5 0,4-7-6 0,10-3-5 0,6-4-6 15,8-10 1-15,16-10-3 16,2-3-3-16,5-5 2 0,9-12-4 0,2 0-1 15,5-1-1-15,4-7-7 0,5-5 1 16,3 1 1-16,0-4-7 0,3 1-6 0,3-3-25 16,2-3-57-16,0 0-65 0,0 0-74 15,0 0-82-15,0 0-101 0,23-13-94 0,-16 7-136 16,4-2-206-16,1-3 64 0,-4 3 87 16,1-2-539-16,1-2-678 0</inkml:trace>
  <inkml:trace contextRef="#ctx0" brushRef="#br0" timeOffset="8365.98">21324 7707 3325 0,'-6'6'-11'16,"6"-6"46"-16,0 0 46 0,-5 7 46 0,5-7 35 16,0 0 30-16,0 0 26 0,0 0 26 15,0 0 18-15,-10 2 8 0,10-2 3 0,0 0 2 16,0 0-13-16,0 0-5 0,-10 4-16 16,10-4-8-16,0 0-16 0,0 0-11 15,0 0-14-15,0 0-10 0,0 0-7 0,0 0-8 16,0 0-6-16,0 0-4 0,0 0-10 15,0 0-14-15,0 0-125 0,0 0-8 16,0 0 0-16,0 0 0 0,-7-13 0 16,7 13 0-16,0 0 0 0,0 0 0 0,0 0 0 15,-23 2 0-15,12 3 0 0,-4-1 0 16,1 4 0-16,1-2 0 0,3 2 0 0,-1-1 0 16,3 1 0-16,1 0 0 0,2 1 0 15,2-1 0-15,-1-4 0 0,2 6 0 0,2-10 0 16,-2 12 0-16,2-12 0 0,2 8 0 15,-2-8 0-15,6 9 0 0,-6-9 0 0,10 3 0 16,-10-3 0-16,0 0 0 0,18-3 0 16,-18 3 0-16,14-8 0 0,-5 4 0 15,-5-3 0-15,4 0 0 0,-5 0 0 16,4 1 0-16,-7 6 0 0,5-12 0 0,-3 7 0 16,-2 5 0-16,4-9 0 0,-4 9 0 0,2-7 0 15,-2 7 0-15,0 0 0 0,0 0 0 16,0 0 0-16,0 0 0 0,0 0 0 15,0-8 0-15,0 8 0 0,0 0 0 0,0 0 0 16,0 0 0-16,0 0 0 0,0 0 0 16,0 0 0-16,0 0 0 0,0 0 0 0,0 0 0 15,25 12 0-15,-25-12 0 16,0 0 0-16,5 4 0 0,-5-4 0 0,0 0 0 0,0 0 0 16,0 0 0-16,0 0 0 15,0 0 0-15,0 0 0 0,0 0-39 0,0 0-949 16,0 0 29-16,0 0 106 0,-27-16-967 15,27 16-1248-15</inkml:trace>
  <inkml:trace contextRef="#ctx0" brushRef="#br0" timeOffset="14248.08">7450 10560 4587 0,'0'0'-252'0,"0"-9"44"0,0 3 39 0,0 6 41 16,-2-14 27-16,2 9 33 0,0-2 32 15,-1 0 21-15,-1-1 10 0,0 1 8 16,-2 0 6-16,2 2 1 0,2 5 1 0,-11-10 0 16,1 6 9-16,-1 1 10 0,0-1 9 15,-7 2 15-15,-1 2-4 0,-1 0-1 0,-2 2-9 16,-3 1-1-16,-1-1-11 0,1 2 5 15,1 1-7-15,-3 0 3 0,-4 4 6 0,-1-1 12 16,5 2-3-16,4-4 4 0,-5 4-9 16,3 0 0-16,-4 3-1 0,0 0 2 15,4 1-3-15,-6 1-1 0,4-1-3 0,0 5-1 16,-1-3 0-16,1 1-2 16,0-2-4-16,2 0-1 0,0 1 3 0,1-2 0 15,-1 1-2-15,6-1 0 0,2-4 8 16,0 2 4-16,0 1-4 0,1 2-2 0,2-1 1 15,-2-2-12-15,-2 2 6 0,0 7-2 16,0 0-3-16,5-5 4 0,0 1-6 0,2 0-1 16,-1-1-2-16,0 2-1 0,-4 6-2 15,4-6 2-15,4 1-4 0,-3-2 2 16,1 1-3-16,1 0 0 0,2 2-3 16,-1-2-2-16,0 0 2 0,0 1 0 0,5-5-7 15,-3 1 6-15,4 2 3 0,-4-3-2 16,2 3-2-16,2-2 0 0,0-3-6 0,-1 1 6 15,3 0 0-15,-2 2 1 0,2-3 0 16,0 1 3-16,0 1-3 0,2-2 9 16,-2 2-1-16,2-2 5 0,-1 5 0 0,1 0 7 15,0 2 10-15,0-2-6 0,3 1 5 16,-2-1-3-16,-1 2 0 0,2-5-4 0,0 4-1 16,-3-1-1-16,3-1-2 0,0 1-2 15,1-2 2-15,2 0 7 0,-2 3 11 0,-1-3 1 16,3 1-6-16,-1-1-3 15,0-1 7-15,0 2 4 0,1-3-1 0,1 1 6 16,2 1-6-16,1 3-4 0,-2-3 1 16,3 0-3-16,-1 1-5 0,0-2-6 0,5 4 4 15,2 3-7-15,-4-4 1 0,-1-2-1 16,-1 1 1-16,1-1-4 0,1 1 1 16,-3-3-1-16,0 1 1 0,3-1-4 0,-5-1 8 15,4 0 3-15,-4-5 17 0,0 3 10 16,1 0-11-16,-1-2 4 0,1-1-2 0,-1 0-7 15,1 0-7-15,-1 0-4 0,0 0 25 16,2-2-23-16,-2 1-6 0,0 0-6 0,1 0 0 16,1 0 9-16,-1-1-8 15,2 0-5-15,-3-2 7 0,2 1 28 0,1-2 8 0,1 1 4 16,-1-3-3-16,5 0 3 16,-4 0-3-16,2-3-9 0,6 2-7 0,3-2-4 15,-4-1-1-15,5 3-8 0,-2-2-2 16,0-1 1-16,-1 1-7 0,1-3-5 15,0 2 4-15,-4 2-1 0,0-2-2 0,2-1-2 16,3-2 3-16,-6 0-5 0,1-1 0 16,10-6-4-16,-2 2 0 0,-3-4-4 0,5 2 2 15,-5 0 5-15,3-1-3 16,0-3-6-16,0 4 1 0,-2-3-2 0,2 1 4 0,-3 1 6 16,2-1-1-16,-3 1 2 15,2-2 1-15,-1 0-12 0,-8 3-4 0,2 1 0 16,-4 1 0-16,10-7 0 0,-8 5 0 15,-2 0 0-15,-1 1 0 0,5-3 0 0,-6 3 0 16,2-3 0-16,-3 1 0 0,3-1 0 16,3-5 0-16,1-5 0 0,-2 4 0 0,2-1 0 15,-4-1 0-15,0 5 0 0,1-5 0 16,-1-2 0-16,-3 6 0 0,-2 1 0 0,1-3 0 16,3-5 0-16,-5 4 0 0,-2 0 0 15,2 3 0-15,-3-3 0 0,1 1 0 16,-3 0 0-16,-1-2 0 0,1-1 0 0,-1 4 0 15,-4-4 0-15,2 5 0 0,-5-5 0 16,4 4 0-16,-5-1 0 0,2-3 0 16,-3 4 0-16,1-1 0 0,-6-8 0 15,1 4 0-15,2 2 0 0,-5-5 0 0,3 3 0 16,1 4 0-16,3 2 0 0,-3 2 0 16,1 1 0-16,-1-1 0 0,4 5 0 0,-5-4 0 15,1 1 0-15,1 1 0 0,3 1 0 16,-4 1 0-16,-1-3 0 0,0 1 0 0,-3-1 0 15,1 3 0-15,-3-3 0 0,0 2 0 16,-2 3 0-16,4-1 0 0,-10 4 0 0,3 1 0 16,-1 3 0-16,-3 2 0 15,-2 2 0-15,0 2 0 0,-1 0 0 0,-10 2 0 0,0 3 0 16,1-1 0-16,1 4 0 16,0-2 0-16,6 0 0 0,3 1 0 0,6-2 0 15,0 0 0-15,2 2 0 0,1 1-283 16,7-2-242-16,0 1-160 0,3-1-212 0,2-1 64 15,3 2 81-15,-1-2-682 0,4-7-884 16</inkml:trace>
  <inkml:trace contextRef="#ctx0" brushRef="#br0" timeOffset="16064.59">6799 10374 4042 0,'0'7'-157'0,"0"-2"17"16,0-5 12-16,-2 6 22 0,2-6 33 15,0 7 39-15,0-7 32 0,0 0 23 16,0 0 16-16,2 7 4 0,-2-7 21 0,0 0 5 15,0 0 0-15,0 0-14 0,0 0-2 16,19-14-2-16,-15 9 1 0,4-1-5 0,-3-1 3 16,1 0-7-16,-5-3-9 0,1 5 3 15,1-4-4-15,-3 4-9 0,0 5 4 16,-5-12-15-16,5 12 12 0,-5-9-13 0,-1 7 6 16,6 2-3-16,0 0-4 0,-23 11 4 0,14-7-1 15,3 4-3-15,-4 0-5 0,3 1 13 16,1-3 0-16,3 2 11 0,1 0-1 15,0-1 6-15,2-7 14 0,4 10 5 16,-1-5 3-16,5-3-3 0,-8-2-2 16,15 2-4-16,-15-2-6 0,19-4-2 0,-9 1-2 15,-1-3-1-15,1 2-5 0,-7-3-6 16,2-3 3-16,0 1-6 0,-5-1-4 0,-3-2 2 16,-4 0-5-16,-2 0-6 0,-2-3 2 15,-5 5-4-15,1 2-2 0,-4 3-7 0,2 1 8 16,-4 2-5-16,2 0 6 15,4 2-3-15,-1 2-3 0,3 0 5 0,-1 2-3 16,3-2 3-16,2 2-2 0,4 0 1 16,0 3-16-16,1-1-63 0,2 2-80 0,2 0-95 15,-1 3-125-15,-1-1-264 0,2 0 11 16,-2 1 80-16,-2 1-269 0,2 0-303 16</inkml:trace>
  <inkml:trace contextRef="#ctx0" brushRef="#br0" timeOffset="17866.4">22105 8020 2141 0,'0'0'-97'0,"0"0"19"15,0 0 16-15,6-20 19 16,-6 20 29-16,-2-9 16 0,2 9 22 0,-2-5 19 16,2 5 16-16,-2-8 9 0,2 8 5 15,-2-6 12-15,2 6 2 0,-1-8 0 0,1 8 5 16,0 0-1-16,-2-8 1 15,2 8 1-15,-2-5-2 0,2 5-8 0,0 0-2 0,-6-6-7 16,6 6 1-16,0 0 1 16,-12-2 4-16,12 2 8 0,0 0 0 0,0 0 3 15,0 0 2-15,-18 4-1 0,18-4 6 0,-7 7 2 16,2-1-7-16,3-2-1 0,2-4 3 16,-2 10-1-16,2-10-3 0,4 12 0 15,-2-8 0-15,-2-4 3 0,3 10 0 0,-3-10 7 16,1 6 3-16,-1-6 13 0,0 0 9 15,4 5-6-15,-4-5-7 0,0 0-10 0,0 0-7 16,0 0-7-16,0 0-7 0,0 0-12 16,0 0-3-16,0 0-10 0,0 0-6 15,-4-21-5-15,4 21-7 0,0 0-1 0,-4-7-6 16,4 7-5-16,0 0-8 0,0 0-49 16,0 0-55-16,0 0-90 0,0 0-120 15,0 0-143-15,0 0-212 0,0 0-75 0,-21 16 94 16,16-9-477-16,-3 2-576 0</inkml:trace>
  <inkml:trace contextRef="#ctx0" brushRef="#br0" timeOffset="19412.21">6174 12944 819 0,'-4'-7'118'0,"-2"2"-20"0,1-2 11 15,1 0-7-15,-3 0-10 0,0 1-2 0,2-2-10 16,-5 2-3-16,0-1 2 0,-3-1 6 16,0 2 2-16,-8-2 8 0,0 1-4 0,-2 2-7 15,-1-2-2-15,-3 3-6 0,0 0-3 16,-5 4-1-16,-8 0-3 0,0 4-3 0,-2 0-4 15,-1 3-7-15,2 2 3 16,-13 4-8-16,5 4-5 0,-1 2-4 0,1 1-2 16,1 3-6-16,-1 1 3 0,1-1 5 15,2 4 1-15,5-2-6 0,-2 0-6 16,3 4 7-16,1-3-5 0,3 3-1 0,-1 0-7 16,4 1 8-16,-1-1 6 0,2 2 2 15,1 0-2-15,10-2-2 0,1-2 10 0,0 5-3 16,1-3-8-16,2 2 3 0,4 5 6 15,3 1 6-15,1 4 4 0,4 2 4 16,-2 11 8-16,5 4-11 0,2-10 1 0,5 12-10 16,0 0 0-16,1 0-5 15,5-2-2-15,3-3-5 0,2-4-3 0,2 1-3 0,5-3-1 16,6-4-6-16,1-2 11 16,6-3 0-16,2-7-5 0,7-3 1 0,3-4 1 15,8-8 0-15,7-4 1 0,3-5 2 16,4-11-7-16,5-5 2 0,-1-3-2 0,19-12-5 15,-3-4 1-15,-4-5-1 0,-4-6-3 16,-4-6 10-16,-3-2 2 0,-7-5 5 16,-5-2 14-16,-6 1 15 0,-17 5 4 0,-3-4 7 15,-7-1 7-15,-9-3-5 0,-6-6-5 16,-7-4-5-16,-6-6-10 0,-10-3-4 16,-3-1-5-16,-14-15-6 0,-2 6-4 15,-10 0-4-15,-10 13-6 0,-6 6 0 0,-10 10-8 16,7 19-22-16,-17 0-22 0,10 14-41 15,-6 10-55-15,-2 11-47 0,-1 9-65 0,0 9-58 16,-12 16-83-16,7 5-116 0,3 6-176 16,21-10 63-16,6 3-284 0,2 1-369 15</inkml:trace>
  <inkml:trace contextRef="#ctx0" brushRef="#br0" timeOffset="22099.05">22839 7815 2315 0,'0'0'-2'0,"2"-11"25"0,-2 11 9 0,0-9 23 0,3 4 21 16,-3 5 18-16,0-12 14 0,0 5 1 16,0 7-4-16,0-13-12 0,-3 8-1 15,3 5-6-15,-2-9 11 0,2 3 1 16,0 6 4-16,-2-9 2 0,2 9-1 0,-4-9 2 15,4 9 3-15,0-5-4 0,0 5-6 16,-2-6-13-16,2 6-5 0,0 0-4 0,-9-2 3 16,9 2 5-16,0 0 1 0,-28 8 4 15,17-3 2-15,-2-3-4 0,4 4-9 0,-1 1-5 16,3-2-1-16,-1 0-2 0,5 2 0 16,-1-2 3-16,2-1 2 0,2-4 1 0,2 10-4 15,-2-10 3-15,5 8 0 0,-5-8 1 16,6 5 3-16,0-3 5 0,-6-2 5 15,0 0 9-15,0 0 1 0,0 0-2 16,0 0-10-16,0 0-1 0,0 0-12 0,0 0-5 16,21-8-11-16,-21 8-3 0,-2-5-6 15,2 5-10-15,0 0-3 0,0 0-29 16,0 0-54-16,0 0-71 0,0 0-79 0,0 0-120 16,0 0-128-16,0 0-173 0,0 0-146 15,0 0 86-15,0 0-570 0,0 0-708 0</inkml:trace>
  <inkml:trace contextRef="#ctx0" brushRef="#br0" timeOffset="23747.24">8456 13000 1195 0,'-13'-3'116'0,"1"-1"-20"0,-6 4-13 15,3 0-2-15,-2 4-6 0,-5-3 1 16,0 3-5-16,-3-1-4 0,-2 3 4 0,-7 2 3 15,0 1-1-15,2 1-5 0,-1 0 3 16,-2 4-3-16,1-1-4 0,5 1 6 0,-3 3-2 16,0 5 2-16,-4 3-3 0,0 4-5 15,3 4-2-15,-3 1-5 0,1 5-5 16,3 2-1-16,1 2-4 0,5 1-1 0,0-1-5 16,-1 1-5-16,6-1-2 0,3-9-5 15,5 0 0-15,0 0 7 0,1 1 6 0,3 0 12 16,4 2 5-16,3 1 16 0,2 5 6 15,2 1 0-15,1 1 8 0,7 9-15 16,-3-3-2-16,7 3-3 0,4-4 0 16,3-6 9-16,3-1 0 0,2-6 2 0,3-4 0 15,5-6-2-15,4 0 0 0,8-7 4 16,5-5-1-16,6-7-3 0,2-5-5 0,6-6 2 16,4-8-6-16,0-7-2 0,19-8-11 15,1-7-3-15,-6-3-7 0,-2-7 1 16,-11-3-5-16,-3-2-2 0,-12-7-1 15,-11 11-1-15,-10-7 9 0,-3-1 5 0,-12-8-3 16,-8-5-3-16,-5-5-3 0,-8-6-9 0,-11-19-2 16,-10 2-4-16,-6-1-4 15,-7 4 2-15,-6 2-6 0,-2 10-2 0,-4 5-9 0,-1 13-13 16,5 19-15-16,-3 8-6 16,-3 10-23-16,-2 11-30 0,7 10-26 0,-5 6-45 15,-5 11-40-15,2 5-38 0,1 6-29 16,4 3-73-16,10 0-161 0,12-5-150 0,5-3 76 15,7-3-282-15,9-7-333 0</inkml:trace>
  <inkml:trace contextRef="#ctx0" brushRef="#br0" timeOffset="25044.76">23518 7853 972 0,'0'0'246'0,"0"0"-71"0,0 0-29 0,0 0-11 15,0 0-9-15,0 0 2 0,0 0-1 16,0 0-13-16,0 0-3 0,0 0-4 16,0 0-9-16,0 0-8 0,0 0-3 15,0 0 5-15,0 0-4 0,0 0-5 0,0 0-8 16,-2-10-6-16,2 10-2 0,0 0 11 15,0 0 7-15,0 0 12 0,-25 5 3 0,20-3-2 16,-4 2 5-16,9-4-4 0,-13 6-2 16,10-3-2-16,3-3 2 0,-10 4 3 0,10-4 4 15,-6 1 2-15,6-1 3 0,0 0-3 16,-8 4-5-16,8-4-6 0,0 0-3 16,0 0-10-16,0 0 0 0,0 0 6 0,0 0 7 15,0 0 16-15,-11 3 9 0,11-3 9 16,0 0-2-16,0 0-4 0,0 0-15 0,0 0-5 15,-17 0-14-15,17 0-13 16,0 0-6-16,-25-1-19 0,25 1-66 0,-22 1-89 16,10 1-136-16,-3 2-153 0,-3 0-176 15,2 3-176-15,-4 4 73 0,3-3-557 0,-5 9-692 16</inkml:trace>
  <inkml:trace contextRef="#ctx0" brushRef="#br0" timeOffset="28860.75">6130 10287 1029 0,'0'-5'32'0,"0"5"-16"15,0 0 5-15,0 0 23 0,-19 15 12 0,8-5 1 16,-5 5-5-16,-1 7 8 16,-2 3-2-16,4 0-3 0,-1 1-3 0,7-6-3 15,4-1-5-15,-1-3-2 0,6-2 1 16,0-1 1-16,6-1 11 0,1 1 12 0,6-4 3 15,6-3 3-15,-1-5-3 0,4-1-4 16,15-7-5-16,-3-2-5 0,0-2-2 16,-3 0-5-16,-6 1 5 0,-7 4-1 0,-4-2 7 15,-1 2-3-15,-4 0-7 0,3 1 0 16,-6 0-7-16,1-2-5 0,2 4-4 0,-4-2-5 16,1 3-18-16,-6 2-43 0,9-5-34 15,-4 3-42-15,-5 2-56 0,14-3-78 0,-14 3-211 16,19-4-156-16,-5 1-107 15</inkml:trace>
  <inkml:trace contextRef="#ctx0" brushRef="#br0" timeOffset="30542.86">12494 10334 1718 0,'0'0'28'0,"0"0"11"0,0 0 12 16,0 0 19-16,0 0 21 0,0 0 21 15,0 0 11-15,0 0 13 0,0 0 17 0,-31-2 1 16,25 0 2-16,-2-2-4 0,8 4-12 16,-13-6 3-16,5 3-7 0,1-3-7 15,-3 5-16-15,1-2 1 0,-3-1-13 0,1 2-10 16,-3 2-7-16,1-2-3 0,-2 4-4 16,-6 0 1-16,-2 2-4 0,-4-2 8 15,-9 3-2-15,0 1 2 0,-3 0-2 16,3-2-1-16,-1 2-5 0,-1-2-3 0,2 4-2 15,-1-3-7-15,3-1-2 0,3 2-7 16,4 0 2-16,3-1-8 0,-9 3-1 0,1-1-8 16,1 3-2-16,4 1-3 0,0-1-5 15,-2 2-3-15,0 0-2 0,3 1-3 0,-1 3-1 16,2 0-1-16,0-1-2 0,6-1-1 16,2-1-5-16,-6 5 3 0,2 1-5 0,0-2 3 15,5-1-5-15,2 0 0 16,3-1-3-16,-3 3 2 0,3-1 1 0,-1 0-1 15,2 2-4-15,1 0 4 0,2-1-2 0,-2 2-4 16,4-2 0-16,-1 2 4 16,1 1 0-16,3-1-3 0,0 2 2 0,-1-3 2 15,3 0 4-15,0 6-2 0,3-1-2 16,1 0 3-16,1 1-4 0,-3 0 7 0,6 4-3 16,-3-4-1-16,4-4 3 0,-4 1-2 15,2-2-2-15,-1 0-4 0,4 1 7 0,-2-3 2 16,-1 3 4-16,0-2 13 15,3 1-3-15,-2 1-2 0,3 6 2 0,3-1 2 0,-3 3-7 16,0-3 2-16,5 1 2 0,-3-2-7 16,0 4 4-16,2-5-5 0,1-1 0 0,2 1 2 15,-2-1-3-15,4-1 0 0,-2-1-2 16,0-4-1-16,0 1 1 0,1 0-1 16,3-3 1-16,-4-1-3 0,2-2 1 15,-3-1-2-15,3 1 6 0,0-2-1 16,9 1 22-16,-5-3 13 0,-1 2-5 0,2-6 6 15,9 2 33-15,-4-4 11 0,1-2-9 16,9-4 3-16,0-1-4 0,3-2-7 0,11-7-10 16,-2 1-6-16,1-3-1 0,-4 1-8 15,3-3-5-15,-2 1-1 0,-10 4-6 0,-2-3-6 16,-2 2-4-16,-1-2 3 16,-3-2-1-16,0 2-2 0,-3-2-7 0,0 1 41 15,-5 0 2-15,1 0 7 0,-4-5-5 16,0-1-6-16,-1 0-4 0,-2-4-7 0,-1 0 1 15,-2-3-7-15,-4-3 0 0,5-11-3 16,-5 7-3-16,0-1-4 0,-1-1-3 0,0 2-6 16,-5-5-2-16,4-1 1 0,-8 2-6 15,-1 0-18-15,0-5 0 0,-6-10 0 0,-1 0 0 16,-6-2 0-16,-7 0 0 0,-1 0 0 16,-10-1 0-16,-8-7 0 0,-1 15 0 15,-2 7 0-15,-6 2 0 0,-3 9 0 0,-5 8 0 16,-3 8 0-16,-2 11 0 0,10 6-28 15,-13 6-95-15,-2 5-51 0,5 7-56 16,8 7-63-16,0 2-85 0,8 4-75 16,6 3-91-16,5-4-174 0,9-3-73 0,6-2 89 15,7-4-576-15,5-5-737 0</inkml:trace>
  <inkml:trace contextRef="#ctx0" brushRef="#br0" timeOffset="31876.1">24221 8724 3303 0,'-14'2'-101'0,"7"-2"34"0,7 0 24 0,-13 3 26 15,13-3 28-15,0 0 26 0,-10 0 26 16,10 0 9-16,0 0-19 0,0 0-5 15,0 0-5-15,0 0-4 0,0 0-2 0,0 0-1 16,0 0-7-16,25-8 1 16,-25 8-3-16,10-2-2 0,-10 2 15 0,0 0 8 0,0 0 10 15,0 0 11-15,0 0 10 0,0 0 1 16,-41 0 3-16,14 0 4 0,-11 3-1 16,-1 1 5-16,1-1 7 0,4-1-2 15,11 1-3-15,-1-1-2 0,7 0-2 0,2-2-1 16,3 1 3-16,3 1-8 0,9-2-7 15,0 0-4-15,0 0-6 0,0 0-6 0,0 0-2 16,53-7-6-16,-28 5-9 0,0-1-1 16,-1 1-6-16,-1 1-7 0,-5 1 3 0,-3-2-4 15,-1 2-1-15,-5-2 8 0,-9 2 2 16,15-1-3-16,-15 1-1 0,0 0-5 0,0 0-1 16,0 0-4-16,0 0 0 15,0 0-20-15,0 0-69 0,-42 8-102 0,31-5-122 16,-1 3-120-16,-1-5-169 0,1 3-115 15,1 1 71-15,4-3-435 0,-3-1-529 0</inkml:trace>
  <inkml:trace contextRef="#ctx0" brushRef="#br0" timeOffset="33127.94">13830 12422 1613 0,'-49'-17'52'0,"-4"0"14"0,-4 7-3 15,-6 3 1-15,-4 5 9 0,-3 6 3 16,-5 3 7-16,1 11 3 0,-12 15 25 15,-1 11 17-15,3 6 13 0,4 14 11 0,3 13 9 16,4 14-2-16,1 11 15 0,11 10-7 16,11 11-9-16,5 6-10 0,18-2-8 15,16-5-12-15,19-4-13 0,20-7-5 0,15-14-8 16,14-12-10-16,15-10-5 0,23-9-9 16,16-10-6-16,17-13-1 0,19-14-9 0,7-10-8 15,9-15-4-15,4-11-1 0,42-24-6 16,-15-13-1-16,-12-13-1 0,-57 4-5 0,-10-9 0 15,-15-8-9-15,-17-9 1 0,-21-9-5 16,-12-8-1-16,-19-12-3 0,-15-1 4 16,-16-1-6-16,-14-4-4 0,-23-7-6 15,-12-4 1-15,-33-33-24 0,-12 12-15 16,-8 12-19-16,14 42-7 0,-4 10 4 0,-6 16-18 16,-11 19-12-16,-10 22-6 0,-3 22 3 15,-1 17-17-15,-3 16-35 0,10 19-43 0,5 11-62 16,14 7-97-16,16-1-252 15,18-4 7-15,26-13 67 0,8-7-174 0,14-11-186 0</inkml:trace>
  <inkml:trace contextRef="#ctx0" brushRef="#br0" timeOffset="33993.75">25426 8724 2071 0,'-34'-2'54'0,"10"1"14"0,5-1 23 0,1 2 22 15,5-2 20-15,4 0 8 0,1 1-7 16,8 1-14-16,3-7-13 0,-3 7-3 16,27-15-14-16,5 4-14 0,2 1-8 0,-2 0-42 15,-5 6-53-15,-7-1-56 0,0 3-61 16,-9 1-40-16,-6 1-59 0,-5 0-149 0,0 0-88 15,0 0-147-15,0 0-125 16</inkml:trace>
  <inkml:trace contextRef="#ctx0" brushRef="#br0" timeOffset="38008.93">27916 7868 4784 0,'4'-8'286'15,"-2"1"-84"-15,0 4-102 0,-2 3-43 0,0 0 38 16,0 0 48-16,-14 24 17 0,-3 4-10 16,-4 13 3-16,1 2-4 0,-2 3-3 0,5 0-13 15,2 1-13-15,5-9-8 0,1 0-14 16,1 1-11-16,3-1-6 0,-2-5-9 0,4-8-6 16,-1-3-13-16,0 1-48 0,2-6-48 15,0-1-53-15,2-5-74 0,0 2-76 0,-1-5-102 16,1-3-128-16,0-5-147 0,0 0-127 15,0 0 62-15,0 0-609 0,-2-32-754 0</inkml:trace>
  <inkml:trace contextRef="#ctx0" brushRef="#br0" timeOffset="38192.89">27678 7892 3707 0,'-10'-5'105'0,"2"0"50"15,8 5 38-15,-7-5 27 0,7 5 16 16,0 0-8-16,7-14-6 0,7 5-9 0,17-2-20 15,5-3-17-15,16 0-25 16,0 1-14-16,4-1-26 0,-1 4-52 0,-12 3-71 16,0 3-101-16,-11 2-116 0,-1 4-122 15,-8 4-121-15,6 7-204 0,-13 3 19 0,-7 3 69 16,-4 6-435-16,-11 12-498 0</inkml:trace>
  <inkml:trace contextRef="#ctx0" brushRef="#br0" timeOffset="38358.98">27569 8535 3141 0,'-13'8'165'0,"3"-6"25"0,2 2 21 0,5 0 34 16,3-4 27-16,-9 4 11 0,9-4-6 15,0 0-22-15,0 0-25 0,0 0-17 16,0 0-26-16,47-20-46 0,-13 11-79 0,3-3-104 16,3 2-117-16,13-3-140 0,-4-3-168 15,5-1-203-15,-3-2 8 0,-2 3 77 16,1-1-431-16,-4-3-492 0</inkml:trace>
  <inkml:trace contextRef="#ctx0" brushRef="#br0" timeOffset="38693.61">28339 8203 3052 0,'0'0'116'0,"0"0"56"0,0 0 39 16,-42 13 30-16,31-3 20 0,-1 3 16 0,-1 1 5 16,2 3-11-16,1-1-23 0,0 4-12 15,7-2-21-15,-1 2-22 0,0-3-24 16,3 1-7-16,1-1-22 0,-3-3-4 0,3 1-24 15,3-2-2-15,-3-1-19 0,0-2-11 16,1-2 3-16,1-1-9 0,-2-7-11 16,9 4-16-16,-9-4-23 0,24-16-19 0,-1-4-11 15,-1-6-17-15,8-8-13 0,3-4-2 16,-3 0 1-16,1 1 9 0,-10 12 0 0,0 2 7 16,-8 7-2-16,-1 2 4 0,-3 4 0 15,-1 0-2-15,-1 8 11 0,-7 2 13 16,0 0 9-16,0 0 0 0,21 15 1 0,-13-4-2 15,0 3-2-15,-1 4-3 0,3 1 0 16,-1 0 1-16,7 6 0 0,-4-3-11 16,1-5-27-16,-2 0-42 0,2-3-48 15,0 1-49-15,-2-5-68 0,3-1-83 0,-3-4-87 16,1-2-115-16,1-3-161 0,0-1 18 16,1-1 80-16,3-3-442 0,2-4-503 0</inkml:trace>
  <inkml:trace contextRef="#ctx0" brushRef="#br0" timeOffset="39058.99">29149 7980 3028 0,'-27'6'114'16,"16"-2"43"-16,-2 9 35 0,-5-1 30 0,-1 13 21 0,-3-1 9 15,2 2 10-15,5 1-2 0,0 2-10 0,4 0-17 16,1-1-9-16,8-5-16 0,2-2-16 16,3-2-20-16,4-2-15 0,0 1-13 0,8-4-13 15,1 1-14-15,4-5-17 0,1-1 0 16,3-4-15-16,0-3-7 0,-3-2-15 0,4-4-8 16,0-3-3-16,5-3-2 0,-1-5-15 15,-6-2 4-15,-7-4-8 0,2-7 19 16,-7-1-7-16,-1-4-2 0,-6-1-3 0,-4 5-6 15,-4 4-4-15,0 4-7 0,-6-1-5 16,-1 8-10-16,-4 3-4 0,-6 1-34 16,0 4-43-16,0 6-59 0,2 2-91 15,-4 5-142-15,2 4-161 0,4-1-227 0,2 1-23 16,5 1 91-16,7-4-654 0,5-1-796 16</inkml:trace>
  <inkml:trace contextRef="#ctx0" brushRef="#br0" timeOffset="39509.18">29694 8364 3789 0,'0'0'82'0,"-4"5"47"0,4-5 39 0,0 0 23 16,0 0 9-16,0 0-11 0,0 0-16 16,0 0-19-16,0 0-15 0,21-15-12 0,-11 8-16 15,1-2-10-15,3-1-11 0,-2 0-7 16,2-5-6-16,1 1-10 0,1-11-11 0,-1 0-3 15,-5-3-4-15,-1-2-3 0,-3-1-8 16,-5 5-4-16,-1 5-8 0,-3 3 1 16,-1 2-5-16,-2 2-2 0,-4 3-4 0,1-1-4 15,-4 6-3-15,-3 0 4 16,2 6-3-16,-8 0-2 0,-3 4 0 0,4 4-5 0,-1-2 3 16,4 3-6-16,4-3 0 15,3-1 4-15,8 1-4 0,3-6 1 0,0 0 2 0,30 5-3 16,-1-9 2-16,11 0-2 15,4 0 1-15,-2-1-4 0,-4 2 1 0,-7 3 5 16,-9-2 0-16,-3 4 14 0,1-1 22 16,-7 4 39-16,0 1 22 0,-3 4 10 0,-5 2 1 15,1 0 4-15,-4 5-9 0,0 0-7 16,-4 4-10-16,0 1-8 0,-4 0-9 0,3 2-12 16,-5 9-23-16,4-8-53 0,0-4-65 15,0-3-70-15,2 2-89 0,2-5-111 0,0-1-114 16,2-4-149-16,2-1-167 0,3-4 70 15,0-3 77-15,6-2-525 0,3-4-626 16</inkml:trace>
  <inkml:trace contextRef="#ctx0" brushRef="#br0" timeOffset="39907.67">30732 7184 3267 0,'-4'-15'30'0,"3"1"49"0,-3 4 28 16,0 3 23-16,4 7 29 0,-9-4 42 0,9 4 37 15,-16 15 43-15,3 14 45 0,0 17 26 16,-2 12 18-16,-1 10-10 0,-1 24-15 0,-2-1-26 16,2 7-24-16,-2-7-30 0,0 4-26 15,-5-4-21-15,0-9-25 0,7-19-17 16,-3-6-16-16,2-4-79 0,-1-5-81 16,6-12 0-16,-1-5 0 0,5-8 0 0,1-4 0 15,3-7 0-15,0-2 0 0,3-2 0 16,2-4 0-16,0-4 0 0,0 0 0 15,0 0 0-15,9-22 0 0,-6 5 0 0,1 1 0 16,-2-3 0-16,0 1 0 0,-6 3 0 16,-2 1 0-16,-4 4 0 0,-5 3 0 0,-8 2 0 15,0 5 0-15,-3 3 0 0,-14 6 0 16,6 3 0-16,1 4 0 0,6 3 0 16,4 0 0-16,5 1 0 0,6-1 0 15,4-3 0-15,3-3 0 0,3 1 0 0,0-2 0 16,4 0 0-16,4-2 0 0,1-3 0 15,5 2-84-15,5-5-233 0,2 0-103 0,4-2-129 16,15-8-160-16,0 0-138 0,4-3 76 16,7-5-757-16,3-3-974 0</inkml:trace>
  <inkml:trace contextRef="#ctx0" brushRef="#br0" timeOffset="40390.92">30793 8150 3974 0,'0'0'-64'0,"-15"3"61"0,15-3 66 0,-14 1 36 0,14-1 28 0,-11 4 12 0,11-4 1 16,-11 5-4-16,11-5-9 15,-3 7-8-15,3-7-10 0,0 9-8 0,0-9-10 16,7 8-8-16,0-3-11 0,3-3-5 16,2 0-10-16,1-1-8 0,2 1-7 0,0-4-4 15,-1 1-2-15,-1-1-3 0,3-5-3 16,-3-3 0-16,-2 0 10 0,1-4 20 0,-3-1 23 15,-4-6 17-15,4 0 19 16,-6-2 11-16,-1-3 3 0,0 3-3 0,-4 2-9 16,-1 1-6-16,-1 3-20 0,-4 3-7 15,-4 2-11-15,5 5-9 0,-5 5-34 0,-1-1-4 16,13 3-3-16,-30 7-5 0,12 1 1 16,3 1-6-16,1 0 4 0,5 2-6 15,6-1-1-15,4-2 21 0,5 1-8 0,10-2-6 16,6 2-18-16,17-4-3 0,4-3-2 15,5 2-4-15,-1-2 2 0,-1-1 2 0,-2-1 2 16,-10 0 12-16,-7 0 21 0,-4 3 19 16,-4-3 28-16,0 4 27 0,-4 4 19 0,-3-2 13 15,-3 5 11-15,-1 2-3 0,-4 1-131 16,-2 0-16-16,-2 1 0 0,0 4 0 0,-2-1 0 16,-2 3 0-16,-1 1 0 15,2-1 0-15,-1 0 0 0,-3-3 0 0,1 3 0 16,-4 8-398-16,3-4-102 0,3-3-97 15,-2-2-193-15,3-4-49 0,-1-3 86 0,6-1-714 16,3-3-916-16</inkml:trace>
  <inkml:trace contextRef="#ctx0" brushRef="#br0" timeOffset="40658.24">31575 8457 4287 0,'-19'6'47'0,"-4"4"48"0,-13 3 52 0,-17 3 47 0,-12 4 39 0,-28 1 41 0,-11 0 15 15,-10 4 2-15,-10-1-29 16,-15 3-24-16,-13-2-22 0,-52 13-17 0,-4 0-24 16,0-2-13-16,-2 3-11 0,-5 0-17 15,13-4-6-15,52-6-5 0,9 4-7 0,8 3-14 16,14 0-32-16,14 0-13 0,13-2-31 16,26-8-29-16,9-2-23 0,8-3-51 0,12-6-57 15,9-1-40-15,5-2-34 0,5-3-29 16,5-3-11-16,5 1-5 0,1-2-20 0,3-1-26 15,-1-1-43-15,5-3-49 0,0 0-87 16,0 0-155-16,0 0-29 0,0 0 72 0,-4-15-426 16,4 15-492-16</inkml:trace>
  <inkml:trace contextRef="#ctx0" brushRef="#br0" timeOffset="42740.85">28426 9722 2760 0,'3'-8'31'0,"-3"8"55"0,0 0 48 15,0 0 32-15,0-7 29 0,0 7 19 0,0 0 7 16,0 0 4-16,0 0-1 0,0 0 2 16,0 0-5-16,0 0 2 0,0 0 15 0,2-10-1 15,-2 10 2-15,0 0-3 0,0 0-13 16,0 0-17-16,0 0 25 0,0 0 29 0,0 0 3 16,-18 34-2-16,9-5-7 0,-3 3-5 15,-8 9-31-15,0 7-68 0,1-3-150 16,-1 1 0-16,-2 0 0 0,8-3 0 0,-2-8 0 15,3-4 0-15,1-2 0 0,1-2 0 16,4-4 0-16,-2-7 0 0,5-2 0 16,1-3 0-16,-1-2 0 0,0 0 0 0,1-2 0 15,-1 1 0-15,4-8 0 0,-5 11 0 16,4-5 0-16,1-6 0 0,3 13 0 0,4-6 0 16,2 2 0-16,2-3 0 0,8 2 0 15,3 0 0-15,3-3 0 0,13-1 0 0,1 0 0 16,6-2 0-16,-6-2 0 0,3-2 0 15,-10 1 0-15,-3-2 0 0,-4 1 0 0,-8 2 0 16,0 0 0-16,-1 0 0 16,-5 0 0-16,-2-2 0 0,-9 2 0 0,18 0 0 15,-18 0 0-15,12 0 0 0,-12 0 0 16,13 0 0-16,-13 0 0 0,0 0 0 0,12 0 0 16,-12 0 0-16,0 0 0 0,0 0 0 15,12-1 0-15,-12 1 0 0,0 0 0 0,0 0 0 16,10-4 0-16,-10 4-46 0,2-8-1005 15,-2 8 105-15,5-8-1145 0,1 2-1502 0</inkml:trace>
  <inkml:trace contextRef="#ctx0" brushRef="#br0" timeOffset="43208.11">29591 9724 5327 0,'4'-6'-103'0,"0"-1"94"0,-4 7 82 0,3-6 70 0,-3 6 91 0,0 0 68 0,2-8 34 16,-2 8 11-16,0 0-10 0,0-6-24 0,0 6-33 15,0 0-30-15,0 0 15 0,0 0-169 16,-15 52-96-16,7-11 0 0,-3 14 0 0,-2 10 0 16,-1-1 0-16,3 0 0 0,-1 0 0 15,5-1 0-15,-4-4 0 0,1-7 0 0,4-8 0 16,2-6 0-16,-1-4 0 15,1-10 0-15,2-6 0 0,0 0 0 0,0-7 0 0,2 0 0 16,-1-3 0-16,1-1 0 0,0-7 0 16,0 0 0-16,0 0 0 0,0 0 0 0,0 0 0 15,3-24 0-15,1 9 0 0,0-8 0 16,-1 0 0-16,3 0-289 0,2-8-735 16,1 2 92-16,1-1 101 0,2 1-909 15,-3 0-1171-15</inkml:trace>
  <inkml:trace contextRef="#ctx0" brushRef="#br0" timeOffset="43673.91">29563 9731 4693 0,'-4'-17'7'0,"2"8"64"0,-2-3 53 0,4 4 36 16,2-1 18-16,2 1 9 0,5-4 8 16,4 0-3-16,5 1-7 0,3 4-12 0,9-4-8 15,6 6-23-15,0-1-15 16,2 9-11-16,3 4-14 0,-5 5-3 0,-2 5-21 15,4 8-5-15,-13-2-7 0,-6 2-3 16,-6 4-3-16,-7 0 0 0,-6-4 7 0,-8 11 16 16,-6 10 1-16,-9-3 4 15,-4 1-10-15,-4-5-3 0,3-3-6 0,1-4 17 0,4-8 7 16,8-6 7-16,1-5-48 0,5-1-52 16,3-3 0-16,-3-4 0 0,1 0 0 0,4-2 0 15,4-3 0-15,-11 5 0 0,11-5 0 16,-9 4 0-16,9-4 0 0,0 0 0 0,-10 3 0 15,10-3 0-15,-2 9 0 16,4-2 0-16,-1 1 0 0,8 6 0 0,0 3 0 16,9 8 0-16,2-1 0 0,1 1 0 15,0 0 0-15,2 0 0 0,-2-1 0 0,-4-2 0 16,-2-5 0-16,-2-2 0 0,-5-4 0 16,0-1 0-16,-3-3 0 0,1 1 0 0,-2-2 0 15,2-1 0-15,-2 0 0 0,-1 0 0 16,-3-5 0-16,6 7 0 0,-4-4 0 0,-2-3 0 15,5 5 0-15,-5-5 0 0,4 5 0 16,-4-5 0-16,0 0 0 0,0 0 0 16,0 0 0-16,0 0 0 0,0 0 0 15,0 0-748-15,0 0-242 0,19-8 111 0,-13 4-1017 0,-6 4-1318 16</inkml:trace>
  <inkml:trace contextRef="#ctx0" brushRef="#br0" timeOffset="44009.15">30825 9646 5665 0,'0'-10'136'0,"-1"3"-2"0,1 7-11 15,0-8-14-15,0 8 42 0,0 0 39 16,0 0 36-16,-10 43 0 0,7-10-9 15,-1 10-5-15,-1-1 7 0,-2 15-13 0,0 2-11 16,-3-1-17-16,-4-3-174 0,3-1-4 16,-1-4 0-16,-2-4 0 0,1-9 0 0,3-4 0 15,-2-4 0-15,5-4 0 0,2-9 0 16,-2-3 0-16,3-1 0 0,3-4 0 0,-1 1 0 16,2-6 0-16,0-3 0 0,0 0-63 15,0 0-279-15,0 0-54 0,15-20-56 0,-5 3-42 16,3-18-47-16,2-10-18 15,3-6-6-15,-2-2 14 0,-5 0 2 0,2-3-702 0,-2 2-713 16</inkml:trace>
  <inkml:trace contextRef="#ctx0" brushRef="#br0" timeOffset="44373.75">30803 9714 3172 0,'-5'-29'-111'0,"0"4"58"15,1 4 45-15,3-3 42 0,-3 2 45 16,2 0 41-16,-2-2 28 0,6 4 14 0,0 2 8 16,4-2 2-16,-1 5-3 0,5 1-12 15,1 3-14-15,0 5-10 0,7 1-10 0,1 7-11 16,5 3-7-16,10 10-15 0,-2 3-6 15,0 10-8-15,-8-2-10 0,-4 3-4 16,-3 0-8-16,-7 2-5 0,-7-4-2 0,-5-1-5 16,-5 7-1-16,-12 7-1 0,-8 3 0 15,-2-5 0-15,-3-4 21 0,10-11 20 16,0-1 20-16,7-7 10 0,2-2 38 16,5-5 52-16,0-3 8 0,3-3-13 0,5-2 0 15,0 0 17-15,0 0 7 0,-11 1 4 16,11-1-7-16,0 0-12 0,0 0-14 0,0 0-133 15,-13 5-58-15,13-5 0 0,5 14 0 16,-1 1 0-16,1 5 0 0,6 7 0 0,5 4 0 16,1-2 0-16,-2 0 0 0,5-1 0 15,-3 1 0-15,-2-3 0 0,0-3 0 0,-4-3 0 16,-3-5 0-16,-2-3 0 16,-1-4 0-16,-1 1 0 0,2-1 0 0,-3-2 0 0,2 0 0 15,-1-2 0-15,-4-4 0 16,0 0 0-16,9 2 0 0,-9-2-385 0,0 0-406 15,14-12-152-15,-9 4 83 0,3 0-913 16,1-3-1202-16</inkml:trace>
  <inkml:trace contextRef="#ctx0" brushRef="#br0" timeOffset="44941.68">31388 9496 4833 0,'2'-10'-3'0,"-2"2"34"0,0 8 22 0,0 0 86 0,0 0 62 16,0 0 41-16,14 26 26 16,-10-3 11-16,-3 2 0 0,3 13-14 0,-4 1-20 15,0 4-22-15,0-1-22 0,-4 4-19 16,3-3-18-16,-6 1-17 0,1-1-24 0,-1-2-30 16,0-4-40-16,-2 2-40 0,2-8-44 15,0-6-38-15,-1-4-43 0,5-7-34 0,-1 1-34 16,-1-5-29-16,3-1-32 0,2-4-29 15,0-5-25-15,0 0-16 0,0 0-5 16,0 0 3-16,18-18 30 0,-7 0 28 16,5-8 25-16,-2-1 29 0,4 3 32 0,-5 3 39 0,-1 5 48 15,-5 5 53-15,1 0 50 16,-5 2 37-16,3 1 33 0,1 1 22 0,-6 1 14 16,5 0 10-16,-1 1 10 0,1 0 11 15,2-2-4-15,0 2-12 0,1 0-14 0,0 0-9 16,1-2-9-16,3-2-12 0,1 1-10 15,1-6-8-15,6-5-1 0,-1 0-15 0,-4 2-5 16,-1 2-9-16,-1 3 1 0,-5 2-14 16,3 0 2-16,-5 6-10 0,-1 0 10 0,-6 4 59 15,0 0 42-15,4 14 11 0,-8 2 9 16,-2 8 4-16,-6 10 10 0,-4 10-8 16,-4 1-3-16,2 5-14 0,-3-2-15 0,1 0-12 15,4-2-16-15,-4-2-19 0,4 0-87 16,2-11 0-16,3-4 0 0,0-8 0 15,4-1 0-15,2-5 0 0,-3-3 0 16,5-2 0-16,-4-1-84 0,1 1-195 0,3-3-99 16,-5 0-112-16,1-4-116 0,-3 2-184 15,1 0-22-15,-2-1 96 0,-2-1-657 0,2 2-826 16</inkml:trace>
  <inkml:trace contextRef="#ctx0" brushRef="#br0" timeOffset="45290.9">31901 10392 3893 0,'7'-6'50'0,"-1"2"17"0,-3 1 0 0,-3 3-3 15,0 0 7-15,0 0 49 0,0 0 37 0,0 0 29 16,-37 25 16-16,-5-2 12 0,-12 1 26 15,-7 1 2-15,-30 9 6 0,-11-1 3 0,-15 2-7 16,-7-3-8-16,-12 1-9 0,-4-2-10 16,-7-1-14-16,-5-1-6 0,1-1-16 15,2-2-16-15,12 1-15 0,6 4-21 16,3 0-3-16,13 0-82 0,13 0-44 0,9-2 0 16,25-7 0-16,12-1 0 0,4-4 0 15,16-4 0-15,6-1 0 0,7-3 0 0,9-1 0 16,4-2-4-16,7-1-132 0,3-5-33 15,15 7-41-15,13-4-51 0,24 0-53 0,23-11-60 16,31-6-62-16,14-1-72 0,8-4-87 16,4 3-118-16,-5-4 20 0,-3 6-592 0,-11 1-744 15</inkml:trace>
  <inkml:trace contextRef="#ctx0" brushRef="#br0" timeOffset="45474.05">30927 10943 3560 0,'4'0'69'0,"-4"0"51"0,0 0 43 15,0 0 53-15,-45 15 50 16,8-6 31-16,-24 1 34 0,-13 0 18 0,-32 4-1 15,-9-4-9-15,-8 4-24 0,-4-2-25 16,-5 1-25-16,3-5-21 0,1 2-25 0,7 3-23 16,13 4-20-16,30-3-21 0,10-1-16 15,7-5-29-15,19 1-86 0,8-3-24 0,7-1-102 16,9 1-135-16,7-1-116 0,6-1-149 16,5-4-197-16,0 0-159 0,0 0 80 0,0 0 78 15,38 0-648-15,-24-5-802 16</inkml:trace>
  <inkml:trace contextRef="#ctx0" brushRef="#br0" timeOffset="48623.75">9401 9757 601 0,'0'0'303'0,"0"0"-72"16,0 0-67-16,0 0-21 0,0 0-26 0,0 0-7 16,0 0-10-16,0 0-13 0,0 0 5 15,14 0 7-15,-14 0 31 0,0 0 11 16,0 0 5-16,0 0 7 0,8 6-7 0,-8-6-2 15,0 0-11-15,0 0-29 0,8 6 18 16,-8-6-20-16,0 0-11 0,0 0-3 0,0 0 3 16,0 0-10-16,7 0-8 0,-7 0-6 15,0 0-5-15,0 0-9 0,0 0 2 0,0 0 15 16,0 0 6-16,0 0 2 0,0 0-2 16,0 0 1-16,0 0-7 0,0 0 0 15,0 0-7-15,0 0-2 0,0 0-6 16,0 0-1-16,0 0-3 0,0 0 0 0,0 0-8 15,0 0-3-15,0 10-5 0,0-10-1 16,0 0 0-16,0 0 0 0,0 0-6 16,0 0 5-16,0 0-5 0,0 0 3 0,0 0-4 15,0 0 0-15,0 0-5 16,0 0 0-16,24-10 2 0,-24 10-1 0,0 0 5 0,7-6 17 16,-7 6 5-16,0 0-1 0,2-6 0 15,-2 6 0-15,0 0-3 0,0 0-8 0,0 0-3 16,0 0-9-16,0 0-1 15,-18-10-2-15,18 10-5 0,0 0-4 0,0 0 0 16,0 0-3-16,0 0 0 0,-18 4 1 16,18-4-2-16,0 0 2 0,0 0-4 0,0 0-1 15,0 0 4-15,0 0-6 0,0 0 7 16,0 0-9-16,0 0 1 0,0 0-11 16,0 0-21-16,0 0-20 0,0 0-34 0,0 0-32 15,0 0-54-15,0 0-64 0,0 0-62 16,0 0-63-16,-18 6-94 0,11 2-203 0,-2-4 45 15,-2 4 79-15,4-3-289 0,1 2-305 16</inkml:trace>
  <inkml:trace contextRef="#ctx0" brushRef="#br0" timeOffset="51928.23">6727 11403 2177 0,'0'0'4'0,"-5"7"35"0,5-7 17 15,0 0 11-15,0 0 12 0,0 0 8 16,0 0 19-16,0 0 6 0,0 0 7 15,0 0-16-15,0 0-4 0,0 0-9 16,0 0-13-16,0 0-7 0,0 0-6 16,0 0-13-16,18-13 6 0,-18 13-4 0,5-4-4 0,-5 4-6 15,4-4 7-15,-4 4-10 16,0 0-3-16,0 0-2 0,0 0-1 0,0 0-10 16,0 0 15-16,0 0-4 0,-22 18 1 15,14-9 6-15,2 0 2 0,1 0-1 0,-3-4 1 16,4 4-2-16,0-2 3 0,2-1-1 15,0 1 0-15,2-7 7 0,-2 8 12 0,2-8 3 16,4 7 0-16,-4-7-1 0,8 2-9 16,-8-2 2-16,0 0-1 0,13 0 2 15,-13 0-1-15,0 0-6 0,11-7 5 16,-11 7 5-16,7-7 7 0,-7 7-1 16,4-7 5-16,-4 7-3 0,1-9-5 0,-1 9-5 15,0-7-8-15,0 7-4 0,0 0-6 16,-1-9-7-16,1 9 3 0,0 0-7 0,-8-4-6 15,8 4-3-15,0 0 2 0,0 0-9 16,0 0-2-16,0 0-32 0,-21 10-50 0,15-4-66 16,0 2-83-16,-2-2-92 0,-1 3-106 15,4-3-164-15,-4 7-81 0,4-4 65 0,1 0-355 16,0 3-430-16</inkml:trace>
  <inkml:trace contextRef="#ctx0" brushRef="#br0" timeOffset="55822.07">5282 14190 2755 0,'0'0'-35'0,"2"5"5"0,-2-5 4 15,0 7 23-15,0-7 20 0,0 7 18 16,0-7 3-16,0 0 6 0,2 7-2 0,-2-7 0 16,5 5 1-16,-5-5 8 15,0 0-7-15,9 4 7 0,-9-4 8 0,0 0 6 16,0 0 16-16,0 0 19 0,13 1 15 15,-13-1 5-15,0 0 3 0,0 0 1 16,0 0-6-16,0 0-2 0,0 0-1 0,0 0-5 16,0 0-6-16,0 0-9 0,0 0-7 15,0 0-8-15,0 0-13 0,1 7-2 0,-1-7-12 16,0 0-5-16,-9 12-3 0,5-7-4 16,1 3-3-16,-2-2-5 0,3 0 1 0,-1 0 2 15,1 1 1-15,2-7-1 0,-4 8 4 16,4-8 1-16,-2 8 2 0,2-8 1 15,-2 5-2-15,2-5-3 0,0 0 1 16,0 7-2-16,0-7 0 0,0 0-1 16,0 0-5-16,0 0-4 0,0 0 0 0,0 0-1 15,0 0 0-15,0 0 5 0,13-22 11 16,-13 22 8-16,2-8 0 0,-2 8 2 0,0 0-4 16,-2-9-9-16,2 9-5 0,0 0-6 15,0 0-6-15,0 0 0 0,-13-2-5 0,13 2 1 16,0 0-2-16,-14 9-6 0,14-9-2 15,-5 8-1-15,5-8 0 0,0 0 1 16,-4 6 1-16,4-6 4 0,0 0 2 0,0 0 4 16,0 0 1-16,0 0 3 0,23 4-6 15,-23-4 3-15,0 0-4 0,23-10 1 16,-11 6 1-16,-5-1-3 0,1-3 1 16,-2 4 2-16,-1-2 1 0,-5 6 7 0,8-12-7 15,-5 7 4-15,-3 5-5 0,4-8-7 16,-4 8-5-16,5-9-4 0,-5 9-1 0,3-5 0 15,-3 5-7-15,0 0 1 0,0 0-2 16,0 0-8-16,0 0-19 0,0 0-25 16,0 0-26-16,0 0-37 0,0 0-43 0,0 0-69 15,-6 22-75-15,2-15-64 0,2-2-92 16,-1 2-110-16,-1 1-115 0,2-3 64 0,0 1-368 16,2-6-468-16</inkml:trace>
  <inkml:trace contextRef="#ctx0" brushRef="#br0" timeOffset="56954.78">5338 14038 2421 0,'0'0'-185'0,"0"0"40"0,0 0 33 16,0 0 35-16,0 0 21 0,0 0 25 0,0 0 20 15,5 8 27-15,-5-8 20 0,0 0 21 16,0 0 11-16,0 0 9 0,0 0 9 16,0 0 0-16,2 7-3 0,-2-7-6 0,0 0-12 15,0 0-4-15,0 0-7 0,0 0-4 16,0 0-6-16,0 0-4 0,0 0-7 15,0 0-3-15,0 0-2 0,0 0-2 16,0 0-4-16,0 0 0 0,0 9-2 0,0-9-4 16,0 0-1-16,0 0-10 0,0 0-27 15,0 0-27-15,0 0-39 0,0 0-46 16,0 0-67-16,0 0-84 0,0 0-188 0,0 0-95 16,0 0-69-16</inkml:trace>
  <inkml:trace contextRef="#ctx0" brushRef="#br0" timeOffset="57739.81">5352 14117 1873 0,'0'0'210'16,"0"8"25"-16,0-8 23 0,0 0 16 15,0 0 11-15,0 0 1 0,0 0-6 16,0 0-15-16,0 0-8 0,0 0 3 0,0 0 3 16,0 0 23-16,0 0-16 0,0 0 10 15,0 0-3-15,0 0-8 0,0 0-12 0,0 0-12 16,0 0-13-16,0 0-13 0,0 0-16 15,0 0-13-15,7 7-21 0,-7-7-21 0,0 0-16 16,0 0-13-16,0 0-14 0,0 0-61 16,0 0-44-16,0 0 0 0,0 0 0 15,0 0 0-15,0 0 0 0,0 0 0 16,0 0 0-16,0 0 0 0,0 0 0 16,0 0 0-16,0 0 0 0,0 0 0 0,0 0 0 15,0 0 0-15,0 0-288 0,0 0-260 16,-3-25-202-16,1 11-167 0,0-3 88 0,-1 0-824 15,-3-2-1089-15</inkml:trace>
  <inkml:trace contextRef="#ctx0" brushRef="#br0" timeOffset="58487.85">6951 11701 4251 0,'0'-8'-128'0,"0"8"54"0,0 0 43 0,-3-12 49 16,3 12 49-16,0 0 30 0,0-9 20 0,0 9 22 15,0 0 9-15,0-8 11 0,0 8 17 16,0 0 7-16,3-8 11 0,-3 8 20 0,0 0 8 16,4-6 12-16,-4 6 0 15,0 0-3-15,0 0-4 0,0 0-9 0,2-8-15 16,-2 8-10-16,0 0-12 0,0 0-16 15,0 0-12-15,0 0-13 0,0 0-14 0,0 0-12 16,0 0-94-16,0 0-20 0,0 0 0 16,0 0 0-16,0 0 0 0,0 0 0 15,0 0 0-15,0 0 0 0,0 0 0 0,0 0 0 16,0 0 0-16,0 0 0 0,0 0 0 16,0-7 0-16,0 7 0 0,0 0 0 0,0 0-50 15,0 0-525-15,0 0-214 16,0 0-138-16,0 0 92 0,0 0-871 0,0 0-1139 15</inkml:trace>
  <inkml:trace contextRef="#ctx0" brushRef="#br0" timeOffset="59124.11">8239 13443 5090 0,'0'0'115'0,"0"0"28"0,0 0 39 0,0 0 60 0,0 0 38 0,0 0 33 0,0 0 10 16,0 0-4-16,0 0-16 0,0 0-20 0,0 0-19 16,0 0-17-16,0 0-160 0,0 0-87 15,0 0 0-15,-13-13 0 0,13 13 0 16,0 0 0-16,0 0 0 0,0 0 0 0,0 0 0 16,0 0 0-16,0-6 0 0,0 6 0 15,0 0-56-15,0 0-644 0,0 0-305 16,-25 4 113-16,16-2 94 0,9-2-814 15,-21 7-1052-15</inkml:trace>
  <inkml:trace contextRef="#ctx0" brushRef="#br0" timeOffset="60472.11">20310 10467 1281 0,'-9'2'604'0,"-1"2"-203"16,1-2-48-16,1 1-35 0,1-1-18 15,7-2-17-15,-12 3-7 0,12-3-11 0,0 0 5 16,-13 4-6-16,13-4 5 0,0 0 8 16,0 0 0-16,0 0-14 0,41 2-18 0,-14-4-24 15,13 0-21-15,3-3-20 16,0 0-18-16,-2-1-15 0,-4 1-15 0,-8 0-12 15,-7 3-13-15,-1-1-8 0,-3 0-10 16,-5 1-8-16,1 0-12 0,-5 1-5 0,-9 1-5 16,20-4 2-16,-20 4-14 0,11-2-9 15,-11 2-10-15,11-1-32 0,-11 1-52 0,10-4-58 16,-10 4-74-16,0 0-91 0,11-2-123 16,-11 2-127-16,7-3-142 0,-7 3-122 0,9-5 75 15,-9 5-675-15,7-4-846 16</inkml:trace>
  <inkml:trace contextRef="#ctx0" brushRef="#br0" timeOffset="60904.18">21040 10427 3711 0,'-13'0'-65'0,"-1"-2"47"0,3 2 43 15,11 0 47-15,-17 0 51 0,17 0 41 16,-15-2 33-16,15 2 20 0,-16 0 8 15,16 0-1-15,0 0 2 0,0 0 5 0,0 0-7 16,0 0 7-16,0 0-13 0,0 0-19 16,0 0-20-16,43-8-16 0,-23 6-15 0,1 2-8 15,8-2-23-15,-4 1-10 0,-2-1-14 16,-3 2-4-16,0-2-11 0,-4 2-5 0,-2 0-10 16,1-2-7-16,-7 2-5 0,-8 0-2 15,21-1-8-15,-11 1-6 0,-10 0-3 16,11-2-16-16,-11 2-26 0,13-2-46 15,-13 2-62-15,0 0-66 0,15 2-76 0,-15-2-107 16,0 0-122-16,13-2-151 0,-13 2-159 16,11-3 78-16,-6-1-670 0,2 2-844 0</inkml:trace>
  <inkml:trace contextRef="#ctx0" brushRef="#br0" timeOffset="61354.95">21673 10428 3539 0,'-16'5'-114'0,"9"-1"55"0,-2-2 46 0,3-1 43 0,6-1 55 15,-8 4 38-15,8-4 46 0,0 0 25 16,0 0 6-16,0 0 3 0,0 0-11 15,0 0-14-15,35 0-18 0,-19-4-18 0,4 3-12 16,-4 1-12-16,6-2-9 0,-5-2-11 16,2 3-11-16,-5-1-3 0,-3 0 7 0,0 1 6 15,-11 1-3-15,17-4-6 16,-17 4-8-16,11-3-6 0,-11 3-10 0,13-3-11 0,-13 3-47 16,9-2-77-16,-9 2-99 0,0 0-127 15,5-5-157-15,-5 5-230 0,0 0-16 0,0-7 79 16,0 7-503-16,0 0-593 15</inkml:trace>
  <inkml:trace contextRef="#ctx0" brushRef="#br0" timeOffset="63503.73">9379 9862 3005 0,'0'0'-91'15,"0"0"33"-15,-2-10 41 0,2 10 31 0,0 0 24 16,0 0 23-16,-3-8 5 0,3 8-1 15,0 0-5-15,0 0-6 0,0 0-4 16,0 0-3-16,0 0 18 0,0 0 13 0,0 0-11 16,0 0 4-16,0 0-8 0,0 0-3 15,0 0-1-15,0 0-13 0,0 0 1 16,0 0-4-16,0 0 1 0,0 0 0 16,0 0-7-16,0 0-1 0,3 20 3 0,-3-20 14 15,0 0 16-15,0 0 2 0,0 0-6 16,0 0-6-16,0 0-5 0,0 0-5 0,0 0-9 15,0 0-1-15,0 0-5 0,0 0-9 16,-24-10 0-16,24 10-6 0,-17 2-1 0,17-2-5 16,-18 3 1-16,11-1 2 0,7-2-6 15,-14 5-2-15,10-3-4 0,4-2 0 0,0 0 7 16,-3 5 1-16,3-5 5 0,0 0-2 16,0 0 0-16,36 0 2 0,-21-2-1 15,2 0-4-15,1 1 0 0,-5-1-1 16,0 0 1-16,-3 0 4 0,-10 2 4 0,14-5-8 15,-14 5 0-15,0-5-4 0,0 5-2 16,0 0-4-16,-24-6 5 0,9 6-4 16,-2-2 1-16,0 4-2 0,-5-2 2 0,9 0-3 15,-2 1 3-15,0 1-6 0,6-2 2 16,-2 1-1-16,11-1-4 0,-16 2 3 0,10 0 0 16,6-2-1-16,-8 3-4 0,8-3-4 15,-2 7-44-15,2-7-50 0,-2 11-68 16,2-3-66-16,-2 2-54 0,1 3-62 15,-5 2-94-15,-3 3-134 0,-7 8 53 0,-2-2-225 16,2-2-244-16</inkml:trace>
  <inkml:trace contextRef="#ctx0" brushRef="#br0" timeOffset="64638.23">22180 10411 2110 0,'-4'4'78'0,"4"-4"14"16,-4 3-10-16,4-3-3 0,0 0-15 0,0 0-3 15,35-5-4-15,-15 0-4 0,7 0-6 16,11-2-5-16,3 0-1 0,-4 0-4 0,-2 0-7 16,-9 1 2-16,-6 4-5 0,-5-2-1 15,-1 2-4-15,-7 1 1 0,-7 1 3 16,0 0 7-16,0 0 8 0,0 0 10 15,-29 12 7-15,12-7 23 0,-2 0 13 0,3 0 4 16,2 0 2-16,0 1 9 0,5-5 11 0,-1 3 5 16,0-3 1-16,5 1 3 0,5-2-8 15,0 0-3-15,0 0-11 0,0 0-8 16,0 0-12-16,26 4-6 0,-13-4-10 16,3 0-5-16,-1 0-11 0,-1-2-16 0,-1 4-30 15,-13-2-25-15,17 0-35 0,-9 0-48 16,-8 0-38-16,0 0-50 0,0 0-57 15,0 0-87-15,0 0-112 0,0 0-139 0,0 0 41 16,0 0-281-16,-31 3-308 0</inkml:trace>
  <inkml:trace contextRef="#ctx0" brushRef="#br0" timeOffset="69269.23">11332 12184 1573 0,'-3'3'6'0,"-3"1"20"0,6-4 15 16,-11 0 5-16,11 0 1 0,0 0 2 0,0 0-5 15,-14 0-4-15,14 0-4 0,0 0-9 16,0 0-20-16,-11 1-25 0,11-1-24 15,-4 8-31-15,3-2-38 0,-3 3-40 0,1 1-92 16,-1 2-201-16,2 3 48 0</inkml:trace>
  <inkml:trace contextRef="#ctx0" brushRef="#br0" timeOffset="69419.5">11251 12446 1182 0,'-2'5'-18'0,"-1"1"17"0,2 0 17 15,-3 2 19-15,0-2 12 0,-1 2 15 16,-1-2 4-16,1 3 2 0,-2-1 1 15,2 0-8-15,-3-1-6 0,1 5-3 16,-2-2-6-16,2 1-4 0,0 1-10 0,-1 0-25 16,-2 7-27-16,1-1-33 0,1-1-56 15,-7 10-42-15,0-1-87 0,1-1-187 0,3-4 64 16</inkml:trace>
  <inkml:trace contextRef="#ctx0" brushRef="#br0" timeOffset="69572.89">10954 13012 1163 0,'-6'7'12'0,"2"-3"15"0,4-4 18 16,-4 6 13-16,4-6 12 0,0 0 0 16,-8 5-3-16,8-5-8 0,0 0-7 0,-11 6-9 15,11-6-5-15,-12 8-5 0,8-1-19 16,-5 0-32-16,4 2-49 0,-4 1-41 0,4-2-89 16,-3 4-266-16,3-3 29 0</inkml:trace>
  <inkml:trace contextRef="#ctx0" brushRef="#br0" timeOffset="71068.81">23085 10320 1293 0,'-33'4'79'0,"7"-4"12"0,3 0 7 0,2 2 15 0,2-2 12 0,0 0 7 0,3 0 13 16,5 0 11-16,-2 0 7 0,13 0 7 15,-13 0-7-15,13 0-5 0,0 0-12 16,0 0-8-16,0 0-8 0,57-7-8 0,-17 3-16 16,2 0-10-16,1 3-8 0,-3 0-8 15,-6-3-7-15,-11 4-5 0,-1-2 2 16,-8 2 16-16,2-2 15 0,-3 0 11 0,-1 2 8 15,-3-2 8-15,-9 2-5 0,11-3-13 16,-11 3-11-16,5-5-11 0,-5 5-7 16,0 0-10-16,-5-8-10 0,5 8-23 0,0 0-62 15,-5-9-98-15,5 9-112 0,0 0-135 16,0 0-232-16,0-7-32 0,0 7 74 0,0 0-352 16,8-7-393-16</inkml:trace>
  <inkml:trace contextRef="#ctx0" brushRef="#br0" timeOffset="71621.89">23767 10611 2592 0,'0'0'52'0,"0"0"37"0,-7-8 28 0,7 8 30 0,-10-6 34 15,10 6 28-15,0 0 29 0,-13-3 28 16,13 3 15-16,0 0 4 0,-8-4 4 16,8 4-30-16,0 0-23 0,21-12-18 15,0 4-25-15,13-2-22 0,4 1-16 0,6-3-10 16,6 0-54-16,-8 7-40 0,-4-1-33 16,-4 0-39-16,-9 1-46 0,-6 4-50 0,-6-3-55 15,-4 4-34-15,-9 0-29 0,0 0-28 16,0 0-39-16,-9 14-60 0,-6-6-98 0,-4-1-174 15,-8 7 44-15,-1 1-381 0,-7 1-448 16</inkml:trace>
  <inkml:trace contextRef="#ctx0" brushRef="#br0" timeOffset="79616.98">18938 13280 1329 0,'2'-5'180'0,"-2"5"-17"0,0-7-22 0,0 7-3 0,0 0-4 0,2-10-10 16,-2 10-4-16,2-5-10 0,-2 5-3 15,0 0-7-15,2-7 3 0,-2 7 8 16,0 0 5-16,2-9 0 0,-2 9 15 0,0 0 2 15,0 0-2-15,0 0-3 0,0 0 4 16,1-7-4-16,-1 7-5 0,0 0-14 16,0 0-8-16,0 0-14 0,0 0-6 0,0 0 22 15,0 0 18-15,0 0 3 0,-7 29 4 16,5-13 7-16,-1 5-5 0,-1 2-2 0,-5 10 2 16,4 2-10-16,-4-1 13 0,1 2-8 15,-2 0-7-15,1-2 6 0,0 0 1 16,-2-1-4-16,2-2-12 0,0-2 5 0,4-8-7 15,-2-1-8-15,3-5-14 0,2 1-11 16,-1-3-3-16,-1-1-6 0,4 2-3 16,0-3-2-16,0 1-6 0,0 0-1 0,4-3 1 15,-2 4 10-15,1-5 5 0,6 2 7 16,-4-1 5-16,6-2 2 0,7 0-4 0,-3 1-4 16,6-6-3-16,-3 0-3 0,5-1-2 15,-1-2-5-15,-1 1-1 0,-1-2-3 0,2 0-31 16,-7 2-27-16,-2 0 0 15,0 0 0-15,-1-3 0 0,-3 3 0 0,-9 0 0 16,18-2 0-16,-18 2 0 0,13 0 0 16,-13 0 0-16,14 0 0 0,-14 0 0 0,0 0 0 15,13 0 0-15,-13 0 0 0,0 0 0 16,11 2 0-16,-11-2 0 0,0 0 0 0,0 0 0 16,0 0 0-16,0 0 0 0,10 0-69 15,-10 0-264-15,0 0-125 0,0 8-161 0,0-8-316 16,0 0 102-16,-12 7 95 15,12-7-693-15,0 0-880 0</inkml:trace>
  <inkml:trace contextRef="#ctx0" brushRef="#br0" timeOffset="80201.7">19998 13441 3545 0,'-5'-8'-220'0,"0"3"46"0,5 5 55 0,-6-10 55 0,6 10 45 0,-3-6 46 0,3 6 27 0,-6-11 46 0,6 11 22 16,-4-6 14-16,4 6 4 0,0 0-8 15,-5-8-5-15,5 8-16 0,0 0-15 16,0 0-8-16,0 0 52 0,0 0 9 0,-16 31-1 16,12-10 10-16,-1 14 6 0,-1-1 7 15,5 2-2-15,-4 2 3 0,3-3-3 0,-2 6-10 16,4-6 9-16,-3 2-10 0,3-8 8 15,-8 3-15-15,6-8-10 0,2-3-11 0,-1-5-10 16,-1 3-15-16,0-8-6 0,2 3-18 16,-4-4-7-16,4 0 2 0,0-1-12 15,-3-3-38-15,2 2-50 0,1-8-82 16,-4 7-114-16,4-7-145 0,-8 2-131 0,8-2-139 16,0 0-166-16,-17-13 75 0,11 7-589 15,1-6-773-15</inkml:trace>
  <inkml:trace contextRef="#ctx0" brushRef="#br0" timeOffset="80649.31">19819 13387 3764 0,'3'-20'-59'0,"3"5"35"16,1 1 20-16,5-1 28 0,1 1 7 0,10-5 1 15,2 4-6-15,-1 6-3 0,-4 2-4 16,1 6 1-16,0 1-1 0,8 3-3 0,3 5-5 15,2 6-2-15,-3 5-2 0,-6 2-1 16,-5 2 4-16,-2 2-6 0,-7 4 2 16,-7-5 8-16,-4-3 21 0,-4 2 26 0,-7 12 25 15,-3-8 19-15,-3-1 6 0,0-4 10 16,-2 0 6-16,5-8 17 0,1-2 18 0,3-5 7 16,3 1 15-16,-2-3-24 0,1 1-2 15,2-3-10-15,6-3-9 0,-9 5-6 0,9-5-15 16,-10 4-19-16,10-4-15 15,-5 6-21-15,5-6 1 0,-4 9-5 0,4-1-3 0,4 2-8 16,1 3-8-16,5 1 0 0,-1 3 0 16,8 6 0-16,3 1-2 0,-2-3 9 15,2 2-2-15,-6-6 4 0,-2-1 17 16,0-3-17-16,-2-3-6 0,-3 2 1 16,0-3-4-16,-3-2-5 0,2 0-6 0,-1-4 2 15,0 4-2-15,-5-7 12 0,7 8-20 16,-7-8-6-16,6 5-40 0,-3-1-43 0,-3-4-52 15,4 5-66-15,-4-5-79 0,4 3-98 16,-4-3-139-16,0 0-213 0,0 0-64 0,0 0 86 16,16-12-550-16,-7 3-704 0</inkml:trace>
  <inkml:trace contextRef="#ctx0" brushRef="#br0" timeOffset="81284.22">20455 13399 3613 0,'2'-15'14'0,"-2"3"32"0,0 2 9 0,2 6-1 0,-2 4 2 16,0 0-11-16,0 0 26 0,0 0 31 0,0 0 0 16,0 0 7-16,4 35 6 0,-6-10 4 15,2 0-2-15,0 0-7 0,0 5-6 16,-2 6-12-16,0-5-5 0,2-6-10 15,-2 1-7-15,2-1-7 0,-2 0-8 0,2-7-7 16,0 2-1-16,-1-2-12 0,1-4-19 16,0-3-21-16,0 1-7 0,0 0-10 15,0-4-5-15,0-1 3 0,0-7-15 0,-2 8-19 16,2-8-7-16,0 0 2 0,0 0 7 16,0 0 4-16,0 0 2 0,0 0 4 0,0 0 4 15,0 0 6-15,16-23 5 16,-12 17 5-16,4-2-1 0,-2 2 7 0,1 0-2 15,4 0 2-15,1-3-1 0,3 1 6 16,3 0-3-16,-2-2 3 0,4 3 1 0,-3-3 0 16,4 2 6-16,-6 1-2 0,-2 1 2 15,-1 2 5-15,1-3-4 0,-4 2 5 0,4 1-9 16,-6-4 1-16,0 1 2 0,-1-1 1 16,0-1 7-16,0-1 4 0,-1 2 16 15,-3-3 12-15,2 4 12 0,-2 0 8 0,-2 7 3 16,3-12-3-16,2 9-9 0,-5 3-9 15,0 0 3-15,0 0 18 0,0 0 9 0,0 0 1 16,6 19 0-16,-6-6 2 16,-2 4 11-16,4 3 5 0,0 1-2 0,-1 4-3 15,1 1-7-15,2-2-14 0,1 10 1 16,-1-1-3-16,3-6-4 0,-6-3-5 0,1 0 1 16,0-4-7-16,2 3-5 0,0-6-3 15,-3-1-2-15,1-5 0 0,-2 1-6 0,0-2-1 16,4-1-5-16,-4-3-31 0,0-6-35 15,4 12-48-15,-4-10-106 0,0-2-138 16,0 0-150-16,0 0-258 0,0 0 66 0,3-18 77 16,0 10-385-16,3-1-466 0</inkml:trace>
  <inkml:trace contextRef="#ctx0" brushRef="#br0" timeOffset="81599.31">21547 13421 2973 0,'-2'-11'131'0,"2"2"7"0,-1 3-27 0,1 6-2 0,0 0-1 0,0 0 33 15,0 0 30-15,0 0 7 0,-11 35-2 0,11-10 2 16,-1 14 2-16,1 1-1 0,1 4-5 15,-1-1-11-15,0 2-9 0,-1-1-8 16,1 1-17-16,-2-4-9 0,2 2-10 16,-4-6-10-16,2-7-5 0,0-5-13 0,1-2-8 15,-1-6-11-15,0-1-3 0,0-2-10 16,0-1-23-16,0-1-38 0,2-4-47 0,0 0-61 16,0-8-127-16,-2 4-141 0,2-4-156 15,0 0-199-15,0 0 61 0,-1-25 79 0,2 5-395 16,-1-4-473-16</inkml:trace>
  <inkml:trace contextRef="#ctx0" brushRef="#br0" timeOffset="82049.78">21463 13258 2850 0,'-2'-12'44'0,"2"3"15"15,6 2 7-15,-1 0 19 0,8 4 31 16,-1 0 3-16,4 3-7 0,4 1-9 0,4 4-7 15,6 6-12-15,2 6-6 0,-1 1-14 16,-3 3-2-16,-3 1-2 0,-5 6-2 16,-4 1-4-16,-3 2 32 0,-10 2 21 0,-3-2 13 15,-6 5 21-15,-4-2 10 0,1-5 8 16,0-5 6-16,1-6-9 0,0-4 5 0,5 0 14 16,-1-4 22-16,-2-1 14 15,5-3 8-15,-4 0-8 0,5-6-21 0,-4 8-9 16,4-8-6-16,-2 7-16 0,2-7-16 15,0 0-16-15,2 10-14 0,-2-10-2 0,12 12 1 16,-3-5-13-16,4 6-5 0,7 0-10 16,3 6-1-16,4 2-1 0,-1-1-13 0,0 4-69 15,3-2 0-15,-6 1 0 0,-2-1 0 16,1-1 0-16,-8-4 0 0,-3-3 0 0,1-3 0 16,-4-1 0-16,-3 0 0 0,3-3 0 15,-4-3 0-15,2 4 0 0,-1-6 0 0,-5-2 0 16,4 10 0-16,2-8 0 0,-6-2 0 15,0 0 0-15,3 7 0 0,-3-7 0 16,0 0 0-16,5 8 0 0,-5-8 0 0,0 0-44 16,-16 6-756-16,5-4-184 0,-1-2 101 15,-3-2 88-15,-2 1-798 0,-2-2-1035 16</inkml:trace>
  <inkml:trace contextRef="#ctx0" brushRef="#br0" timeOffset="84632.86">9305 9907 3875 0,'0'0'-273'0,"13"0"52"0,-13 0 50 0,0 0 39 0,0 0 31 0,8-3 31 0,-8 3 28 16,0 0 19-16,0 0 17 0,7-4 4 15,-7 4 7-15,0 0 5 0,0 0 1 16,0 0 7-16,10-2 5 0,-10 2 11 16,0 0 8-16,0 0 0 0,13-1 0 0,-13 1 1 15,0 0 4-15,10-2 1 0,-10 2-1 16,0 0 0-16,0 0-8 0,0 0-2 0,6-3 2 16,-6 3-5-16,0 0-2 0,0 0-6 15,0 0-7-15,0 0-26 0,0 0-62 16,0 0-71-16,0 0-109 0,0 0-148 0,0 0-136 15,0 0 55-15,0 0-82 0,-25 12-62 16</inkml:trace>
  <inkml:trace contextRef="#ctx0" brushRef="#br0" timeOffset="85201.04">7369 11422 1607 0,'7'-4'30'15,"-7"4"23"-15,11-8 23 0,-7 5 29 0,-4 3 15 0,9-8 10 0,-8 2 0 0,-1 6-1 0,10-12 1 16,-9 6-8-16,1 0-13 0,-2 6-4 15,4-8-14-15,-4 8-3 0,5-9-5 0,-5 9-12 16,0 0-12-16,1-8-5 16,-1 8-9-16,0 0-6 0,0 0-28 0,0 0-40 15,0 0-40-15,0 0-45 0,0 0-63 16,0 0-83-16,0 0-210 0,0 0-37 0,0 0-92 16,0 0-99-16</inkml:trace>
  <inkml:trace contextRef="#ctx0" brushRef="#br0" timeOffset="86265.85">15603 15398 1920 0,'-13'-12'140'0,"-2"1"30"0,4 2 53 0,0 1 34 0,6 4 24 16,-3-2 5-16,8 6 10 0,-7-7-12 0,7 7-18 15,-5-7-29-15,5 7-24 0,0 0 14 16,0 0 36-16,0 0 3 0,-3 29-4 16,7-9-14-16,2 1-15 0,-1 1-14 15,1 10-16-15,1-7-19 0,-5-1-15 16,5-1-16-16,-4-1-19 0,-1-4-9 0,0 2-11 0,-2-3-10 16,0 1-16-16,-2-6-8 15,2 3-25-15,-2-1-55 0,1-5-69 0,-1 2-84 16,2-2-81-16,-2-4-102 0,0 1-163 15,2-6-170-15,0 0-177 0,0 0 80 0,0 0-638 16,-18-23-856-16</inkml:trace>
  <inkml:trace contextRef="#ctx0" brushRef="#br0" timeOffset="86615.65">15370 15197 4070 0,'-11'-13'-14'0,"6"5"82"15,-1 2 22-15,2-2 20 0,4 8 2 0,2-9 15 16,-2 9 13-16,17-8 7 0,1 7-5 16,2 2-8-16,19 5-11 0,0 5-14 0,11 9-8 15,-1 3-10-15,-1 5-6 0,3 4-7 16,-5 8-2-16,-6 3-7 0,-4 2 1 0,-5 3 9 16,-6-1-2-16,-8-1 7 0,-8-4 26 15,-5-5 24-15,-4 2 7 0,-6-4 17 0,-3 0 0 16,-3-3 6-16,-4-2 0 0,-4-1-2 15,-3-1-9-15,-1-3-13 0,-8 3-15 16,1-9-12-16,5-1-8 0,-5-1-12 16,2-5-10-16,8-3-63 0,5-3-20 15,2-2 0-15,3 0 0 0,-1-4 0 0,2 3 0 16,10-3 0-16,0 0 0 0,-25-3 0 16,16 1 0-16,4-2-169 0,5 4-193 0,-11-6-104 15,6 4-113-15,5 2-138 0,-6-7-149 16,6 7 81-16,0 0-659 0,0 0-895 0</inkml:trace>
  <inkml:trace contextRef="#ctx0" brushRef="#br0" timeOffset="87498.96">16432 15363 3877 0,'-2'-15'-65'0,"0"1"57"0,0 3 65 0,1-1 42 0,1 2 34 0,-2 3 31 16,2 7 12-16,-2-11-5 0,2 11-19 15,-2-9-19-15,2 9 5 0,0 0 48 16,0 0 20-16,0 39 26 0,2-2 5 0,3 6 7 15,-1 1 0-15,6 9-1 0,1 0 3 16,-1-5-5-16,-2-7-9 0,-1-2-14 0,1-1-17 16,-3-6-18-16,-1-3-24 0,0-9-67 15,-4-1-92-15,2-2 0 0,-2-5 0 0,2 0 0 16,-2-1 0-16,2-2 0 0,-2-2 0 16,0-7 0-16,-4 14 0 0,0-10 0 0,4-4 0 15,-11 0-139-15,11 0-395 0,-18-14-167 16,9 0-252-16,2-5 87 0,-6-11 100 15,4-4-673-15,4-1-890 0</inkml:trace>
  <inkml:trace contextRef="#ctx0" brushRef="#br0" timeOffset="87702.16">16410 15276 4260 0,'0'0'72'0,"-18"0"29"0,18 0 25 0,0 0 23 15,-13-2 24-15,13 2 11 0,0 0 18 16,0 0-13-16,0 0-16 0,36-11-11 0,-14 7-14 16,3 0-25-16,2-1-25 0,9 2-58 15,-1-1-61-15,-9 4-82 0,-3-2-118 0,4 2-123 16,-6 2-123-16,-2 0-173 16,-2 0-80-16,-2-1 83 0,-1 3-399 0,-5 1-511 15</inkml:trace>
  <inkml:trace contextRef="#ctx0" brushRef="#br0" timeOffset="87916.68">16532 15642 2804 0,'-18'10'133'16,"5"-6"49"-16,3 0 25 0,5-2 30 16,5-2 29-16,0 0 6 0,0 0-27 15,0 0-18-15,-10-12-18 0,10 12-22 16,19-16-23-16,-3 9-18 0,0-3-29 0,4 4-50 15,-1-2-59-15,-1 3-74 0,2 2-90 16,-1 2-94-16,2 1-80 0,-8 1-80 0,4 2-121 16,-5 0-109-16,-1 3 60 0,-4 0-273 15,-3 4-338-15</inkml:trace>
  <inkml:trace contextRef="#ctx0" brushRef="#br0" timeOffset="88099.83">16598 15830 2341 0,'-12'10'10'0,"3"-3"42"0,3-1 35 16,-1 2 35-16,3-4 47 0,4-4 31 15,-8 5 18-15,8-5 15 0,-4 4 8 16,4-4 17-16,0 0 9 0,0 0-7 16,0 0-14-16,25 3-15 0,-12-3-29 15,-13 0-19-15,35-3-24 0,-16 1-9 0,0 0-28 16,2 1-56-16,-2-1-52 0,0 2-68 16,2 0-82-16,-6 0-90 0,5 0-93 0,-5-1-119 15,0 1-210-15,2-4-30 0,-1 3 81 16,-2-3-333-16,6-1-411 0</inkml:trace>
  <inkml:trace contextRef="#ctx0" brushRef="#br0" timeOffset="88533.7">17294 15300 2852 0,'-7'-6'174'0,"4"0"18"0,3 6-3 0,-6-9 0 0,6 9 8 0,0 0 58 0,0 0 51 15,0 0 23-15,9 34 12 0,3-5-8 16,0 6-8-16,0 3-22 0,0 6-24 0,2-6-28 16,-3-1-23-16,0-1-23 0,2-1-20 15,-4-3-21-15,-2 1-13 0,1-8-18 16,-4-4-11-16,0 1-34 0,-2-2-56 15,0-3-68-15,-1-2-95 0,-1 0-107 0,-1-2-121 16,1-1-127-16,-2-2-161 0,-4-3-219 16,6-7 93-16,-4 3 84 0,4-3-535 0,0 0-686 15</inkml:trace>
  <inkml:trace contextRef="#ctx0" brushRef="#br0" timeOffset="88882.05">17328 15313 3314 0,'-16'-17'58'0,"3"0"63"15,6 3 45-15,2 1 14 0,4-1-1 16,-1 1-10-16,5-1-9 0,6 0-10 16,2 0-17-16,6 3-15 0,2 5-13 15,4 1-12-15,4 5-8 0,9 5-9 16,0 7-8-16,1 3-6 0,3 8-5 0,-4 6-7 16,-6 2-6-16,-5 6 9 0,-10-6 23 15,-3 4 36-15,-7 1 29 0,1-4 44 0,-4-3 25 16,-2-6 11-16,0-3 8 0,2-1-3 15,-4 0-16-15,4-2-12 0,-1 3-15 0,1-2-4 16,3-1-11-16,0 4-15 0,-1 0-16 16,2 1-15-16,-3 0-122 0,5 1 0 0,-5 0 0 15,2 0 0-15,-3 2 0 0,-2 2 0 16,-2-6 0-16,-3 3 0 0,4-2 0 16,-7-6 0-16,4-1 0 0,-3 3 0 0,-2-4 0 15,-3 1 0-15,-3-5 0 16,-2 0 0-16,-7-3 0 0,-2 5-16 0,2-3-543 15,1-4-219-15,-4-3-168 0,-2 0 93 16,2-3-861-16,0 0-1147 0</inkml:trace>
  <inkml:trace contextRef="#ctx0" brushRef="#br0" timeOffset="89798.43">15540 16211 4286 0,'-11'2'-213'0,"1"0"59"0,10-2 47 0,-15 2 47 0,15-2 49 0,-15 0 40 0,15 0 43 15,0 0 27-15,-15 2 20 0,15-2 9 16,0 0 7-16,0 0 3 0,-16 1 10 16,16-1 1-16,0 0 2 0,0 0 2 0,0 0 2 15,0 0-13-15,0 0-4 0,0 0-4 16,0 0-2-16,0 0-4 0,0 0-4 0,0 0-7 15,0 0-8-15,23-14-9 0,10-2-8 16,11-1 0-16,3-3-8 0,3 3-15 0,-3-3-13 16,-6 8-5-16,-3 0-4 15,-4 2 1-15,-7 1-13 0,-9 4-3 0,1-2-2 16,-5 2-3-16,-3 2-3 0,1-1 3 16,-4 2 5-16,-8 2 7 0,13-6-4 15,-13 6 10-15,9-4-4 0,-9 4-7 0,0 0-5 16,12-5-4-16,-12 5-3 0,0 0 9 15,9-3-12-15,-9 3-4 0,0 0-26 0,9-5-61 16,-9 5-83-16,0 0-108 0,0 0-130 16,0 0-165-16,0 0-297 0,0 0 70 0,0 0 94 15,0 0-547-15,0 17-699 0</inkml:trace>
  <inkml:trace contextRef="#ctx0" brushRef="#br0" timeOffset="90381.82">16573 16324 3258 0,'-17'0'-40'0,"17"0"52"0,-15 0 34 0,15 0 48 0,0 0 37 0,-19 0 37 15,19 0 31-15,0 0 20 0,-21 0 9 16,21 0 1-16,0 0 4 0,-14 0-22 16,14 0-1-16,0 0-1 0,0 0-8 15,0 0-15-15,0 0-14 0,0 0-14 0,0 0-13 16,36-19-16-16,-12 9-9 0,6 2-14 15,4-2-12-15,0-1-11 0,3 3-8 0,-11 2-12 16,-3 2-3-16,2-2-1 0,-5 4-16 16,-6-1-7-16,0-1-3 0,-1 2-8 0,-2 0 1 15,-11 2 9-15,18-4-11 0,-11 4-1 16,-7 0-6-16,14-5-5 0,-14 5-4 16,9-1-9-16,-9 1-30 0,0 0-37 15,13-4-39-15,-13 4-67 0,0 0-78 16,10-2-93-16,-10 2-112 0,0 0-157 0,0 0-182 15,0 0 74-15,0 0-561 0,0 0-743 16</inkml:trace>
  <inkml:trace contextRef="#ctx0" brushRef="#br0" timeOffset="90864.73">17506 16365 3448 0,'-14'0'-32'0,"14"0"40"0,-24-2 45 15,24 2 51-15,-12 0 40 0,12 0 34 0,0 0 20 0,-15 0 9 16,15 0-9-16,0 0-15 16,0 0-15-16,0 0-11 0,0 0-9 0,0 0 2 15,0 0-11-15,40-10-31 0,-4 2-10 16,0 4-9-16,-2-1-8 0,-6-1-10 15,-3 3-3-15,0-2-4 0,-5 1-12 0,-6 2-1 16,2 1 20-16,-3-2 23 0,-4 1 26 16,-9 2 12-16,16-2 13 0,-16 2-2 0,15-3-2 15,-15 3-17-15,10-2-9 0,-10 2-14 16,0 0-13-16,15-2-5 0,-15 2-16 16,0 0-31-16,9-3-61 0,-9 3-81 15,0 0-86-15,0 0-95 0,14-3-102 16,-14 3-127-16,0 0-170 0,0 0-119 0,0 0 74 15,0 0-581-15,0 0-768 0</inkml:trace>
  <inkml:trace contextRef="#ctx0" brushRef="#br0" timeOffset="91432.16">17911 16063 3215 0,'0'0'-259'16,"0"0"-13"-16,0 0-79 0,0 0-146 0,0 0-128 0,0 0-122 0</inkml:trace>
  <inkml:trace contextRef="#ctx0" brushRef="#br0" timeOffset="94981.77">18452 15377 1882 0,'-1'-7'73'0,"1"7"29"0,-8-13 21 0,5 6 10 0,2 1 14 0,-1-2 18 0,2 8 16 15,-8-13 7-15,6 3 10 0,1 4-4 0,1 6-2 16,-2-11-6-16,2 11-7 0,-4-10-11 16,4 10-4-16,-2-7-11 0,2 7-19 15,0 0-12-15,0 0 0 0,0 0 54 0,0 0 25 16,4 32 31-16,-2 5 25 0,-2 10 5 16,0 11 0-16,0 2-1 0,2 4-3 15,-1 1-9-15,1-1 0 0,2 0-12 16,0-4-9-16,-1-4-12 0,2-11 0 0,2-3-135 15,-5-5-81-15,4-9 0 0,-3-5 0 16,-1-4 0-16,0-4 0 0,0-1 0 0,0-2 0 16,1 0 0-16,-3-4 0 0,2-1 0 15,-2 0 0-15,0-7 0 0,0 11 0 0,0-11 0 16,0 0 0-16,0 0 0 0,0 0 0 16,0 0 0-16,0 0 0 0,-9-30-198 15,7 17-559-15,0-4-227 0,2-1 79 0,0-5 110 16,0-4-753-16,4-8-992 15</inkml:trace>
  <inkml:trace contextRef="#ctx0" brushRef="#br0" timeOffset="95197.33">18567 15329 4529 0,'-18'-2'3'0,"6"0"26"16,-1 2 12-16,6-2 13 0,7 2 16 0,-9-3 2 15,9 3-3-15,0 0 7 0,0 0 7 16,0 0-5-16,0 0-5 0,45-12-13 0,-20 7-4 16,11-2-24-16,-2 1-57 15,-3 2-62-15,-6 1-77 0,-4 2-99 0,-3 1-114 16,2 1-155-16,-6 2-128 0,-3 1 64 16,-6 2-296-16,1 3-373 0</inkml:trace>
  <inkml:trace contextRef="#ctx0" brushRef="#br0" timeOffset="95396.98">18609 15683 2735 0,'-8'3'149'0,"3"2"23"0,5-5 39 16,-9 4 37-16,9-4 30 0,-5 5 7 16,5-5-17-16,0 0-27 0,0 0-24 0,0 0-18 15,0 0-24-15,0 0-17 0,38-5-21 16,-23 3-60-16,7 0-65 0,-4 0-79 0,1 0-99 15,5 2-115-15,-10 0-131 0,4 0-222 16,-3 2-39-16,-1 2 75 0,-2-2-331 16,1 1-409-16</inkml:trace>
  <inkml:trace contextRef="#ctx0" brushRef="#br0" timeOffset="95897.39">19882 15408 2723 0,'0'0'118'16,"11"-4"29"-16,-11 4 8 0,0 0 19 15,0 0-4-15,0-9 2 0,0 9 1 16,3-8-3-16,-3 8-7 0,0-7-9 16,0 7-9-16,7-9-6 0,-7 9 1 15,2-9-6-15,-2 9-8 0,-6-14-14 0,2 6-9 0,-4 0-13 16,-1 1-1-16,-5-3-18 16,-1 6-5-16,-4 0 7 0,-10 2-5 0,2 4 4 15,-12 6 0-15,-13 7 13 0,-1 6 7 16,3 5 13-16,2 3 5 0,5 3 13 15,5 5 12-15,9-1 7 0,12-4 8 0,10 1 15 16,7-4 15-16,11 6 11 0,6-5 6 16,17 4-7-16,4-4-12 0,8-1-20 0,3-8-8 15,1-1-129-15,0-3-21 0,-10-5 0 16,-2-2 0-16,-1-1 0 0,-3 0 0 16,-7-4 0-16,-9-1 0 0,2 0 0 15,-9-1 0-15,3-1 0 0,-5 2 0 0,-2-3 0 16,-7-1 0-16,16 6 0 0,-16-6 0 15,7 4 0-15,-7-4-412 0,6 2-214 0,-6-2-196 16,0 0-82-16,0 0 94 0,0 0-760 16,0 0-1013-16</inkml:trace>
  <inkml:trace contextRef="#ctx0" brushRef="#br0" timeOffset="96463.72">20427 16041 4719 0,'0'0'122'0,"0"0"5"0,0 0 1 0,0 0 17 0,0 0 29 0,0 0 16 16,-18-9-19-16,18 9-15 0,7-14-19 15,-4 6-10-15,7-4-5 0,-3-3-18 0,3 1-7 16,-1-5-11-16,4-6-12 0,1-6-8 15,-5-2-5-15,2-5-7 0,0-12-10 0,-6-7-11 16,3-5-19-16,-1-4-3 0,-2-1-2 16,0 5-5-16,-1 5 12 0,-1 17 0 15,-1 3 1-15,2 12 10 0,-2 4 1 16,0 4-1-16,-2 5 1 0,0 2-8 0,3 3 3 16,-3 7 36-16,11 0 23 0,-11 0 19 15,25 19 2-15,0 1 15 0,14 11 3 16,3 3-3-16,-3 4-11 0,8-1-8 0,-8 2-9 15,4-2-74-15,-3-2-16 0,-4-3 0 16,-4-1 0-16,-5-9 0 0,-2-1 0 0,-9-6 0 16,0-5 0-16,-7-1 0 15,1-1 0-15,0-2 0 0,-5 0 0 0,3-2 0 0,-8-4 0 16,0 0 0-16,0 0 0 16,0 0 0-16,0 0 0 0,0 0 0 0,-40-18 0 15,8 7 0-15,-6 3 0 0,-5 0 0 16,2 3 0-16,-6 4 0 0,6-1 0 0,-1 2 0 15,12 0 0-15,3 2 0 0,6-1 0 16,1-1 0-16,6 0 0 0,1 3 0 16,-1-3 0-16,5 0 0 0,9 0 0 0,-20 0 0 15,20 0 0-15,-15 0 0 0,15 0 0 16,-12 2 0-16,10 4 0 0,2-6 0 0,-3 10 0 16,3-2-177-16,0 1-898 0,2 2 114 15,-1-2 105-15,7 5-886 0,-2 1-1174 0</inkml:trace>
  <inkml:trace contextRef="#ctx0" brushRef="#br0" timeOffset="98098.09">21698 15894 4247 0,'0'0'-286'0,"0"0"68"0,5 2 55 0,-5-2 55 0,0 0 52 0,0 0 50 0,11 2 38 16,-11-2 46-16,0 0 41 0,0 0 10 15,0 0 16-15,0 0 0 0,0 0-3 0,9 5-12 16,-9-5-12-16,0 0-14 0,0 0-11 16,0 0-11-16,0 0-5 0,0 10 9 0,0-10 17 15,-18 21 18-15,-7 3 14 0,-14 5 1 16,-17 4 4-16,-21 12-1 0,-18 1 10 16,-11 0 4-16,-14 5 10 0,-13-5-3 15,-53 18-4-15,-13-2-14 0,-13-4-12 16,-9-5-15-16,0-3-3 0,-9-2 0 0,-5-1 9 15,2-8-6-15,9-1-6 0,-1-1-14 16,3-1-7-16,9-5-5 0,51-5-13 0,3-3-8 16,-2-3-2-16,5-3-6 0,-2 0-2 15,5-1 3-15,6-1 7 0,2 0-5 0,10 1-5 16,-2-1-52-16,7 1 0 0,3-1 0 16,1 2 0-16,3 3 0 0,2 3 0 0,3-3 0 15,9 1 0-15,12-1 0 16,25-5 0-16,5-1 0 0,8-3 0 0,13-2 0 15,7 0 0-15,0-1 0 0,4-1 0 0,12 0 0 16,-1-2 0-16,9 0 0 16,-2-2 0-16,5 1 0 0,-1-1 0 0,-1 1 0 15,3-1 0-15,2 0 0 0,-5-1 0 16,5 2 0-16,1-3 0 0,-2 1 0 0,10-2 0 16,-14 5 0-16,6-5 0 0,8 0 0 15,-8 4 0-15,8-4 0 0,0 0 0 0,-11 0 0 16,11 0 0-16,0 0 0 0,0 0 0 15,0 0 0-15,0 0 0 0,0 0 0 0,0 0 0 16,0 0 0-16,0 0 0 16,0 0 0-16,-13-7 0 0,13 7 0 0,0 0 0 15,0 0 0-15,0 0 0 0,-12-5 0 0,12 5 0 16,-8-4 0-16,8 4 0 16,0 0 0-16,-9-5 0 0,9 5 0 0,0 0 0 15,-12-7 0-15,12 7 0 0,-5-5 0 16,5 5 0-16,-10-8 0 0,3-1 0 0,0-1 0 15,-4-6 0-15,-1-7 0 0,-8-6 0 16,-3-8 0-16,-4 2 0 0,0-9 0 0,-1 1 0 16,-5-4 0-16,1-3 0 15,-9-16 0-15,-1-4 0 0,3 0 0 0,7-7 0 0,-1-2 0 16,5-2 0-16,9 14 0 0,0-21 0 16,6 18 0-16,5-5 0 0,2-3 0 15,4-5 0-15,2-20 0 0,4 1 0 16,3 7 0-16,4 18 0 0,-4 3 0 0,2 4 0 15,5 6 0-15,-3 8 0 0,0 6 0 16,-1 14 0-16,0 3 0 0,-5 11 0 16,5 5 0-16,0 5 0 0,2 4 0 0,6 2 0 15,3 4 0-15,5 1 0 0,15 2 0 16,4 5 0-16,16 1 0 0,4 0 0 16,4 1 0-16,7-1 0 0,2-3 0 0,8 2 0 15,4-4 0-15,1 0 0 0,23-2 0 16,0 0 0-16,-3-4 0 0,-1-2 0 15,-20 4 0-15,19-5 0 0,2-3 0 0,2 0 0 16,4-4 0-16,-3 1 0 0,5-3 0 0,-3-1 0 16,-1 2 0-16,0 1 0 0,-2 1 0 15,-7 2 0-15,-1 3 0 0,-19-1 0 16,-2 3 0-16,-1 2 0 0,-2 2 0 16,-4 2 0-16,2 0 0 0,0 2 0 0,-6-2 0 15,2-2 0-15,3 1 0 0,0-1 0 16,4-3 0-16,2-4 0 0,19-1 0 0,2 0 0 15,-1-1 0-15,-22 1 0 0,2 1 0 16,-1 4 0-16,-6-1 0 0,4-1 0 0,-4 3 0 16,2 1 0-16,-7 3 0 0,1-2 0 15,-7 4 0-15,1 0 0 0,-3 1 0 0,-1 1 0 16,5-4 0-16,-4 1 0 16,5-4 0-16,1 1 0 0,1-3 0 0,3 0 0 15,0-4 0-15,3 3 0 0,-4-3 0 16,2 0 0-16,-5 2 0 0,-1 1 0 0,-5-1 0 15,-3 3 0-15,-14-2 0 0,1 2 0 16,-5 0 0-16,1 0 0 0,-6-1 0 0,-2-1 0 16,-5 0 0-16,-4 2 0 0,-4-1 0 15,-1 2 0-15,-3-3 0 0,-1 3 0 16,-3-1 0-16,-1 0 0 0,-3 1 0 0,0 0 0 16,1 1 0-16,-5 0 0 15,-7 2 0-15,15-2 0 0,-7-1 0 0,-8 3 0 16,17-2 0-16,-10 1 0 0,-7 1 0 15,18-2 0-15,-18 2 0 0,14 0 0 0,-14 0 0 16,13 0 0-16,-13 0 0 0,12 3 0 16,-5 2 0-16,0 4 0 0,1 5 0 0,-3 6 0 15,5 17 0-15,-6 5 0 0,2 18 0 16,-4 2 0-16,-1 10 0 0,1 5 0 0,6 21 0 16,0 4 0-16,1-7 0 0,2-1 0 15,7-5 0-15,-2 1 0 0,-4-23 0 16,1 0 0-16,-1-8 0 0,-1-7 0 15,-1-2 0-15,-5-14 0 0,2-12 0 0,-4-4 0 16,-1-3 0-16,2-1 0 0,0-4 0 16,-3-3 0-16,-1-1 0 0,2 2 0 0,0-5 0 15,0 1 0-15,0 0 0 0,-2-6 0 16,0 0 0-16,0 0 0 0,0 0 0 0,0 0 0 16,-20-14 0-16,9 3-232 0,-2-5-832 15,-2-6 113-15,-2-4-1070 0,3-3-1438 16</inkml:trace>
  <inkml:trace contextRef="#ctx0" brushRef="#br0" timeOffset="99262.9">13745 15802 5522 0,'0'-20'-345'0,"0"6"76"0,0 4 30 0,0 3 23 0,0 7 24 0,0 0 79 15,0 0 59-15,-5 36 43 0,-2 3 33 16,-2 18 21-16,2 4 13 0,-1 5 1 0,7-3-2 16,2-3 3-16,5-3-2 15,5-5 14-15,7-5 2 0,2-4 0 0,9-5 4 16,-1-6 0-16,9-4-3 0,-5-10-6 16,5-1-7-16,0-5-6 0,1-3-3 15,3-4-3-15,0-2-18 0,1-6-37 0,-3 0-55 16,-1-6-88-16,-4-3-89 0,-2-3-112 15,-3-6-187-15,-8-3-136 0,-4-3 74 0,-14 1-270 16,-1 1-354-16</inkml:trace>
  <inkml:trace contextRef="#ctx0" brushRef="#br0" timeOffset="99497.17">14231 16171 2656 0,'0'0'119'0,"0"0"-3"16,0 0-13-16,0 0 10 0,0 0 33 0,15 13 17 15,5-2-1-15,10 5-7 0,8 10-10 16,4 7-14-16,-4 0-16 0,-4 1-7 0,1 2-7 16,-9 0-10-16,-6-3-10 0,-4-1-2 15,-3 2-5-15,-8 1-6 0,1 0-9 16,-6-5-5-16,-4 5-7 0,-2-1-4 0,-2-4 0 16,-1 5-18-16,0-4-34 15,-3 0-37-15,-1-4-57 0,3-4-77 0,0-7-81 0,1-3-106 16,3-5-199-16,3-4-69 0,-4-4 61 15,7 0-194-15,0 0-256 0</inkml:trace>
  <inkml:trace contextRef="#ctx0" brushRef="#br0" timeOffset="100779.69">21286 14940 2052 0,'2'-14'-6'0,"0"1"25"0,-2 4 22 0,1 0 22 16,-1 1 9-16,0-1 16 0,-1 1 11 0,1-1 15 15,-2 2 21-15,2 7-3 0,-2-13-11 16,-2 7-11-16,4 6-8 0,-5-10-10 0,-3 6-16 15,-2-1 0-15,-3 1 6 0,-3 4-2 16,-2-4 10-16,-5 0 0 0,-4 2-2 0,-2 0 1 16,1-1-2-16,-16 6-4 15,2-3 1-15,-2 4-5 0,-2-2-2 0,5 4-3 16,-3-2-6-16,5 3-1 0,3-1-1 16,2 6-1-16,4-2-7 0,-1 3-1 15,4 1-1-15,1 5-5 0,2-5 3 0,1 8 1 16,1 2-1-16,3 2 1 0,0 3-2 15,2 1 0-15,0 3 7 0,-2 10-2 0,-1-3-4 16,9-1 4-16,-6 7 7 16,4 2 3-16,2 1 1 0,2-6 0 0,2-4 4 0,5 3-2 15,0-1-3-15,2-1 0 16,0 1-1-16,4-2-1 0,0-1 0 0,1-1 3 0,4 1-4 16,-2 0 1-16,0-1 0 15,5 2-6-15,-2-3-2 0,1-1 1 0,-3-2-4 16,3 2 24-16,0-2-4 0,1-1-2 15,-1 0-12-15,5-1-1 0,-1 0-9 16,2 0-3-16,7 8-4 0,-1 1-2 0,2-2-2 16,2 0-3-16,2-1-8 0,1 1 0 15,-3-4 2-15,6 3-7 0,-5-4-3 0,3 0-2 16,-5-9 2-16,-2-1-7 16,1 0 0-16,0-2 2 0,0-2 6 0,-2-2-4 0,0-5 4 15,-2-2 5-15,-2-3 1 0,3 0 9 16,1-3-1-16,2-3-2 0,2-2 2 0,0-3-4 15,7-5 14-15,0-1 4 0,2-4 4 16,-3 1 6-16,-1-6 0 0,0 0-7 0,4-7-1 16,-2-1-35-16,-2-4-17 15,-1-1 0-15,-5 0 0 0,3-7 0 0,-7-2 0 16,1-4 0-16,-2-1 0 0,3-8 0 16,-8-6 0-16,5-4 0 0,-2 0 0 0,-2-1 0 15,-2-2 0-15,-1 3 0 0,-3 5 0 16,-1 1 0-16,0 5 0 0,-7 11 0 15,1 3 0-15,-2-1 0 0,-4 2 0 0,-2 2 0 16,-1 1 0-16,-4-3 0 16,-4 1 0-16,-3-4 0 0,-4-5 0 0,-5 0 0 0,-1-4 0 15,-5 4 0-15,-1 4 0 0,-6 1 0 16,-4 4 0-16,2 6 0 0,-7 4 0 16,-5 10 0-16,-4 0 0 0,-1 6 0 15,-4 8 0-15,-5 1 0 0,3 7 0 0,-4 6 0 16,6 0 0-16,-1 7 0 0,2 0 0 15,7 6-172-15,-3 2-172 0,8 2-118 0,1 2-140 16,8-4-242-16,3 3-5 0,11-9 101 16,3 1-670-16,9-3-870 0</inkml:trace>
  <inkml:trace contextRef="#ctx0" brushRef="#br0" timeOffset="102812.78">21591 7960 3422 0,'0'-8'-282'0,"-2"1"39"0,-4-1 41 0,4-1 24 0,-5 0 28 0,-1 0 31 0,-1-4 33 15,-4 1 11-15,-3-1 18 0,-3 1 11 16,-7-4 21-16,-3 3 10 0,0 2 17 0,1 5 9 16,-8 0 15-16,3 6 21 0,-9 6 12 15,-12 5 17-15,2 8 12 0,-7 11 12 16,-18 14 17-16,-1 12 5 0,3 8 1 0,1 5 12 16,1 5 6-16,7 2 6 0,5 5-1 15,7-2 2-15,13-5-5 0,14-16-10 16,10-1-1-16,11-2 2 0,11-11-4 0,9 7-8 15,11-3-9-15,9-3-10 0,15-8-8 16,7-2-9-16,22 1-9 0,-7-14-3 0,3-6-10 16,6-8-3-16,4-4-4 15,2-9-9-15,15-9-3 0,-6-3-8 0,-6-10-1 16,-5-6-5-16,-7-4-2 0,-5-9-4 16,-11-14-3-16,-7-3-6 0,-13-10 3 0,-7-2-5 15,-12-12-5-15,-17 15-4 0,-8-6 0 16,-21-17-1-16,-10 3-5 0,-15 8 1 0,-12 7-4 15,-13 7-1-15,-9 11 1 0,-2 14-3 16,-4 18 0-16,10 17-22 0,-1 10-38 0,-3 12-65 16,-12 15-80-16,5 5-94 0,13 4-131 15,13 12-235-15,22-7 66 0,11-3 70 16,7 5-238-16,11-8-264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54:24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7651 4125 1741 0,'-4'-5'198'0,"2"-1"-14"0,2 6 4 0,-7-9-5 0,2 4 18 15,5 5-2-15,-7-12-5 0,5 7 2 16,0-3 4-16,2 8 6 0,-4-8 8 0,4 8-3 15,-1-7-14-15,1 7-12 0,0 0-19 16,-4-8-21-16,4 8-5 0,0 0 19 0,0 0 4 16,0 0 2-16,0 39-4 0,2-16-2 15,-2 2-3-15,3 13-12 0,-1-1-17 16,0-1-1-16,2 4-21 0,-2-2-6 16,1-1-10-16,-1 1-4 0,1-4-4 15,1-5-15-15,-2-4-1 0,-1-2-12 0,-1-2-45 16,0-1-49-16,0-8-51 0,0 3-54 15,0-1-46-15,0-9-85 0,-1 3-107 0,1-8-130 16,-6 4-179-16,6-4-41 0,0 0 86 16,-12-25-453-16,10 9-572 0</inkml:trace>
  <inkml:trace contextRef="#ctx0" brushRef="#br0" timeOffset="465.41">7506 4062 3153 0,'-2'-14'-41'16,"2"4"28"-16,2 0 23 0,0-1 21 0,1 3 15 16,6-1 14-16,-2 2 12 0,12-2-6 15,-6 3-5-15,9 0-4 0,3 4 4 16,0-1-17-16,2 6-2 0,14-1-2 0,-3 6-4 16,-6 4-2-16,-1-1 4 0,-6 7-3 15,-9-3 19-15,-2 3 34 0,-8-4 27 0,-5 9 27 16,-1-2 17-16,-3 2 7 0,-11 10 3 15,-1-2-3-15,-10 5 2 0,4-7 0 16,1-5 8-16,-4-3-2 0,7-5 11 0,6-7 8 16,0-1 6-16,0 0-11 15,4-3-9-15,3-1-10 0,4-4-15 0,-11 6-15 16,11-6-18-16,-10 6-16 0,10-6-13 16,-4 4-10-16,4-4-8 0,0 0-9 0,13 11-9 15,-4-4-5-15,4 0-2 0,4 1-7 16,12 8-4-16,1-3-3 0,-1 1 0 0,2 3-3 15,-3-3-2-15,-1 0 1 0,-5-1 5 16,-4-4-4-16,-4-1 3 0,-2 0 1 16,0-4 0-16,-5 3 8 0,1-2 3 0,1 0-43 15,-3-3-4-15,-6-2 0 16,9 6 0-16,-9-6 0 0,0 0 0 0,12 2 0 0,-12-2 0 16,0 0 0-16,0 0 0 0,6-10-211 15,-6 10-90-15,0-8-92 0,0 8-112 16,-4-11-127-16,2 5-213 0,0 0 38 15,-1-4 96-15,1 0-577 0,2-3-746 0</inkml:trace>
  <inkml:trace contextRef="#ctx0" brushRef="#br0" timeOffset="901.8">8432 3834 3760 0,'0'-9'36'0,"0"4"47"0,0 5 30 0,0-8 22 0,0 8 4 0,0 0-14 0,0 0-14 15,0 0 3-15,0 0 50 0,0 0 40 16,11 19 12-16,-9-2 23 0,2-1 18 0,-2 9 17 16,3 2 6-16,-4 10-4 0,-1 0-6 15,2-2-7-15,-2-3-11 0,0-8-15 16,2 0-10-16,-2-5-22 0,2-1-4 0,-2-4-191 15,0 0-10-15,0-2 0 0,2-2 0 16,-2-3 0-16,2 1 0 0,-2-8 0 16,1 14 0-16,1-10 0 0,-2-4 0 15,16 4 0-15,1-4 0 0,0-1 0 0,7-2 0 16,3-2 0-16,10-1 0 0,-3-1 0 16,-3 2 0-16,-9 2 0 0,1-1 0 0,-6 1 0 15,-2-2 0-15,-3 3 0 0,-1 0 0 16,-11 2 0-16,16-1 0 0,-16 1 0 0,13-4 0 15,-13 4 0-15,0 0 0 0,15 0 0 16,-15 0 0-16,6-3 0 0,-6 3 0 0,0 0 0 16,0 0 0-16,0 0 0 0,0 0 0 15,0 0-337-15,0 0-502 0,0 0-128 16,-14-11 101-16,9 7-896 0,5 4-1194 0</inkml:trace>
  <inkml:trace contextRef="#ctx0" brushRef="#br0" timeOffset="1233.08">9166 3671 4510 0,'0'-7'-94'0,"0"7"66"0,-2-9 32 0,2 9 14 0,0 0-2 0,0 0 40 0,0 0 52 0,0 0 36 16,9 25 4-16,-3-6 5 0,0 1 2 16,4 11-22-16,-1 0-8 0,1 1-3 15,1 1-20-15,-2-4-5 0,3 0-11 16,-4-5-3-16,-3-3-9 0,1-3-6 0,-3-1-13 16,4-1-5-16,-3-3 2 0,-3-1-53 15,1-7-38-15,0 7-51 0,-2-6-75 0,0-6-89 16,-2 7-92-16,2-7-92 0,0 0-102 15,0 0-138-15,0 0 43 0,-19-21-403 16,15 6-511-16</inkml:trace>
  <inkml:trace contextRef="#ctx0" brushRef="#br0" timeOffset="1599.38">9160 3631 2684 0,'-3'-13'-20'0,"-1"-1"50"0,4 2 39 0,2 2 39 15,-2 1 33-15,4 0 14 0,-1 1 12 16,5 1-10-16,-3 1 1 0,7 4-7 15,-1 0 1-15,-11 2-6 0,33 4-8 0,-14 4-11 16,1 0-15-16,7 6-9 0,-2 2-14 16,-2 2-6-16,-8-1-7 0,-3 1-2 0,-5-1-8 15,-1 4-8-15,-2-5-1 0,-6 4-4 16,0-4 7-16,-2 0 19 0,2-2 16 16,-1-5 22-16,-1 4 4 0,2-6-4 15,-2 0 3-15,4-7 4 0,-6 8 6 16,6-8 4-16,-4 6-9 0,4-6-1 0,0 0-13 15,-5 6-9-15,5-6-21 0,0 0-11 16,0 0-10-16,0 9-9 0,0-9 4 0,7 8 0 16,1-1-4-16,2 2 5 0,1-1-7 15,3 3-7-15,-2 1-1 0,4-1-10 16,1 2 9-16,0 1-6 0,-2-3 2 0,1 3-7 16,-1-2-5-16,-5-3-3 15,-1-3-20-15,-2 2-62 0,3-4-63 0,-4 2-71 0,2-3-93 16,-5-1-128-16,-3-2-164 0,0 0-253 15,0 0 54-15,16-14 100 0,-9 3-534 16,1-9-675-16</inkml:trace>
  <inkml:trace contextRef="#ctx0" brushRef="#br0" timeOffset="2018.14">9623 3553 3229 0,'-7'-5'47'0,"-2"-1"81"16,9 6 32-16,-7-5 25 0,7 5 9 15,0 0 0-15,0 0 7 0,0 0 41 0,0 0 31 16,-9 16-5-16,9-5-23 16,2 3-19-16,0 1-26 0,-1 4-18 0,3-3-15 0,2 6-20 15,-2 0-11-15,6 7-12 16,-3-3-45-16,-2-5-51 0,-1-2-27 0,3-2-22 16,-6-3-23-16,3-2-7 0,-2-2 9 15,2-1-6-15,-2-3 0 0,-2-6 1 0,1 7 3 16,-1-7 3-16,0 0 2 0,0 0 5 15,12-19 1-15,-10 6 6 0,4-3 4 16,-2-4 1-16,1 0 6 0,2 2 16 0,-3 3 24 16,1 1 17-16,-2 3 16 0,-1 2 8 15,0 0-7-15,2 3 6 0,-4 6 39 0,7-5 36 16,-7 5 24-16,0 0 18 0,0 0-13 16,27 14-6-16,-18-6-12 0,5 2-8 15,5 1-15-15,-2 3-10 0,6 1-12 0,-1 1-9 16,-8-4-11-16,1-2-17 15,-1-2-68-15,-1 1 0 0,-1-3 0 0,-3 2 0 16,-2-3 0-16,-1-1 0 0,-6-4 0 16,10 6 0-16,-10-6-178 0,9 6-221 0,-9-6-167 15,0 6-188-15,0-6-145 0,-3 13 95 16,-3-3-757-16,-4 0-1005 0</inkml:trace>
  <inkml:trace contextRef="#ctx0" brushRef="#br0" timeOffset="3583.16">9822 4570 4069 0,'0'0'-142'0,"0"0"63"0,20-3 58 0,-20 3 68 0,14-8 56 0,-14 8 44 15,11-4 35-15,-11 4 29 0,9-2 23 16,-9 2 16-16,11-4 25 0,-11 4 10 0,0 0 10 16,0 0 6-16,7-6-11 0,-7 6-4 15,0 0-12-15,0 0-10 0,9-2-17 0,-9 2-6 16,0 0-22-16,0 0-19 0,6-7-187 15,-6 7-13-15,0 0 0 0,0 0 0 0,-11-10 0 16,11 10 0-16,-13-8 0 0,1 6 0 16,2 0 0-16,10 2 0 0,-25-3 0 0,11 1 0 15,0 2 0-15,-3 0 0 16,0 0 0-16,-3 2 0 0,0 0 0 0,1-1 0 16,-6 3 0-16,2 0 0 0,-2 0 0 15,2 0 0-15,-2 2 0 0,0 1 0 16,-3 2 0-16,4 0 0 0,3-1 0 0,-3 1 0 15,3-1 0-15,1 4 0 0,0-5 0 16,1 3 0-16,2 2 0 0,0-4 0 0,2 1 0 16,1 1 0-16,1-2 0 0,0 3 0 15,0 1 0-15,-4-2 0 0,1 3 0 16,1-1 0-16,-2 2 0 0,1 0 0 16,-4 6 0-16,2-4 0 0,-2 5 0 0,4-6 0 15,3-1 0-15,1 1 0 0,1-1 0 16,1-1 0-16,1-1 0 0,1 2 0 0,1-1 0 15,3 2 0-15,-2-1 0 0,2-2 0 16,0 1 0-16,4-1 0 0,-3 2 0 0,1 1 0 16,0 2 0-16,2-1 0 0,2 1 0 15,0 0 0-15,-2 3 0 0,3-3 0 16,1 5 0-16,2-2 0 0,0 1 0 0,0 0 0 16,1-4 0-16,1 3 0 0,0-1 0 15,-1 0 0-15,2-2 0 0,4 2 0 0,-4-2 0 16,2 0 0-16,1-4 0 15,-1 5 0-15,4-5 0 0,-1 1 0 0,-3 0 0 16,3-3 0-16,-2 3 0 0,2-4 0 16,-3-1 0-16,4 1 0 0,5 0 0 0,-7-3 0 15,0 1 0-15,2-1 0 0,3 0 0 16,-1-2 0-16,-2 0 0 0,4 0 0 0,-4-1 0 16,5 2 0-16,-6-2 0 0,4-1 0 15,1 1 0-15,-2-3 0 0,2-1 0 0,-2 0 0 16,2-1 0-16,1-1 0 0,-2 0 0 15,4-1 0-15,-1-3 0 0,-1 2 0 16,3-2 0-16,-2 1 0 0,-2 0 0 16,-2 2 0-16,0-1 0 0,-3 1 0 0,3 0 0 0,-5-1 0 15,1 0 0-15,-1 2 0 16,0 0 0-16,1-3 0 0,-2 1 0 0,1 0 0 16,1-2 0-16,-1-2 0 0,2 1 0 15,-1 1 0-15,0 0 0 0,1-4 0 0,-1 2 0 16,3-1 0-16,-2-3 0 0,-2 4 0 15,3-5 0-15,-1 3 0 0,-3 0 0 0,0 0 0 16,-1-1 0-16,2-1 0 0,-5 2 0 16,3-2 0-16,-1 0 0 0,1-1 0 15,-2 1 0-15,-1 0 0 0,1-2 0 0,-1 2 0 16,1-3 0-16,-2 2 0 0,1-1 0 16,1 3 0-16,-3-3 0 0,4 2 0 0,-4-1 0 15,1-3 0-15,-1 0 0 0,3-1 0 16,-6 0 0-16,4-4 0 0,-1-1 0 15,-5-2 0-15,4-2 0 0,-2 1 0 16,-2-2 0-16,2-12 0 0,-6 6 0 0,0-2 0 16,-3 4 0-16,1 5 0 0,-2 6 0 15,-1-1 0-15,-2 3 0 0,-9-1 0 0,5 2 0 16,-2 5 0-16,-2 0 0 0,-2 6 0 16,-14-5 0-16,1 7 0 0,4 2 0 0,-3 2 0 15,-5 4 0-15,-6 1 0 16,2 0 0-16,3 0 0 0,3 2-854 0,3 3-138 15,10-3-1166-15,4 2-1565 0</inkml:trace>
  <inkml:trace contextRef="#ctx0" brushRef="#br0" timeOffset="4699.42">10357 4638 5419 0,'0'0'-234'0,"0"0"46"0,0 0 30 0,0 0 19 16,0 0 30-16,0 0 47 0,0 0 30 0,-6-7 40 15,6 7 34-15,0 0 19 0,0 0 11 16,0 0 0-16,0 0-5 0,0 0 0 16,13-14-2-16,3 2-3 0,12-7 0 0,5 0-4 15,8-6-9-15,9-5 0 0,2 3-7 16,7-2-9-16,21-7 2 0,4 4 8 0,7-10-5 15,13 1-7-15,17-3-3 0,13-4-5 16,54-17-22-16,14 0-27 0,15 3-15 16,13 3-15-16,9 1-7 0,8 7 1 0,2 6 11 15,0 0 0-15,-5 9-4 16,-7 8 12-16,-13 3 1 0,-54 11 2 0,-3 3-3 16,2 3 12-16,-10 4-2 0,-6 0 5 15,-6 6 6-15,-9 4 2 0,-4-6-3 0,-4 2 2 16,-3 5 9-16,3-2 0 0,-6 4 3 15,-4 1-1-15,0 4 4 0,-8 5-3 0,-5-2 5 16,-2 4 2-16,-4 1-1 0,-4 2 3 16,-3 2-3-16,-5 0-1 0,-1 2 0 15,-20-6 3-15,-1 1 5 0,-2-4-10 0,-3 1 7 16,1 1 18-16,-5-1 14 0,-3 0 14 16,0-4 9-16,-5 4 6 0,7-1 9 0,-6-2 6 15,7 0 9-15,1-2 5 0,-2 4 6 16,2-4 8-16,2 1-1 0,-4-1 0 15,-6 0-4-15,-8-2-8 0,-4-2 4 16,-4-4-8-16,-9 0 4 0,-2 0 10 0,-1-2 22 16,-1 0-5-16,1-3-7 0,2 4-13 15,2-5-6-15,12 2-12 0,6 0-4 16,2-1-11-16,3 2-10 0,11 4-1 16,0-4-26-16,0 4-2 0,-6-3-4 0,-12 3-2 15,-5-4-8-15,-9 0-4 0,-6 0 4 16,-2 0 2-16,-4-1 1 0,2-1-4 0,-6-2-8 15,3 2 7-15,-3-2 3 0,1 2-1 16,1 0-6-16,-3-2 8 0,-12 0-1 0,22 2-7 16,-22-2 2-16,17 0 11 0,-17 0 1 15,15 0 6-15,-15 0 1 0,14 0 3 16,-14 0-14-16,0 0-29 0,13-2-58 0,-13 2-73 16,0 0-112-16,8-8-156 0,-8 3-212 15,0 5-226-15,-4-12 82 0,4 12 88 16,-6-15-574-16,4 11-715 0</inkml:trace>
  <inkml:trace contextRef="#ctx0" brushRef="#br0" timeOffset="7864.35">7719 6817 3214 0,'10'-9'-91'0,"-4"3"41"0,-1-3 36 0,1 2 38 0,-1 0 36 16,-3 0 50-16,-2 7 33 0,5-11 27 15,-3 6 17-15,-2 5 6 0,-2-11-14 0,2 11-11 16,-7-8-13-16,2 3-16 0,-4 1-2 16,-3 1-7-16,-3-1-4 0,-5 3-11 15,2 1-5-15,-3 1-11 0,-6 3-10 16,-9 1-11-16,0 3-7 0,-2 3-7 15,-1 2-5-15,-6 3-7 0,-1 5 0 0,2 0-4 16,-2 2-2-16,1-1 2 0,1 3 4 16,0 2 1-16,4-2 0 0,0 3 7 0,11-6-6 15,0 0 2-15,6 2-4 0,-2 2-1 16,3 1 3-16,3 4 10 0,2 2 8 0,2 2-9 16,3 0-8-16,0 12 11 15,1-6 5-15,0 10 9 0,9-6 9 0,2 1-3 16,2 10-5-16,4-13-10 0,1 11-1 0,7-2-2 15,-1-6-7-15,8 1 5 0,2-5 4 16,1-5-1-16,7-1-1 0,4-2-2 16,3-8-7-16,2-2 7 0,2-2 2 0,3-6 4 15,-5-3 3-15,4-5-3 0,4-4-25 16,1-4-47-16,12-6 0 0,4-4 0 16,3-3 0-16,-2-7 0 0,2-1 0 0,16-10 0 15,-21 4 0-15,13-10 0 0,-6-1 0 16,-14 4 0-16,-6-4 0 0,-7-3 0 0,-1-2 0 15,-5-2 0-15,-9-3 0 16,-1-4 0-16,-7-2 0 0,-6 0 0 0,-10-7 0 0,-6-3 0 16,-11-1 0-16,-8 1 0 0,-17-13 0 15,-6 7 0-15,-8 6 0 0,-3 12 0 0,4 15 0 16,-9 8 0-16,-2 9 0 16,-5 6 0-16,-4 9 0 0,1 7 0 0,0 6 0 15,-3 6 0-15,2 3 0 0,3 6 0 16,5 2 0-16,2 3-200 0,4-2-192 0,7 4-77 15,7 1-96-15,2 0-126 0,9 0-140 16,5-8 78-16,8-2-706 0,2 2-908 0</inkml:trace>
  <inkml:trace contextRef="#ctx0" brushRef="#br0" timeOffset="10814.66">5991 8949 4187 0,'0'-5'-73'0,"0"5"24"0,0 0 26 0,-6-12 41 0,6 12 39 0,-9-4 31 0,2 4 14 0,-6-3 4 16,2 1-6-16,-4 0-8 0,0 2-7 15,-1 0-5-15,1 0-1 0,-6 0-4 16,0 2-7-16,-3 2-7 0,-1-3-3 0,-4 3-5 15,-7 2-7-15,-3 5-2 0,-2 1-5 16,-4 6-6-16,-2 0-1 0,6 4-6 0,-2 2 1 16,0 3-3-16,0 2-2 0,4 4-1 15,1 2-3-15,0-1 3 0,1 3 7 0,5 4 3 16,-1 1 2-16,3 1 1 16,1 3 0-16,5 4 4 0,5 1 6 0,-1 4-2 15,7 1 8-15,6 7-8 0,2-1 7 0,10 2-5 16,2 1-1-16,8-2 2 0,6-3-8 15,4-3 0-15,2-7-6 0,6-4 5 16,4-5-4-16,5-5 2 0,6-7 1 0,8-9 6 16,3-9 5-16,3-7-2 0,7-12 0 15,6-9-6-15,23-15-2 0,1-11-2 16,-2-6-7-16,-3-9 1 0,-3-4 1 0,-7-6-6 16,-5 2 3-16,-15-6 1 0,-10-1 14 15,-12 2 5-15,-19 9 12 0,-9-3 9 0,-12 0 1 16,-5-6-7-16,-21-13-4 0,-12 4-5 15,-11 7-1-15,-15 0-13 0,-8 15 2 16,-7 10-15-16,-2 12-9 0,14 15-4 16,-5 13-4-16,1 6-32 0,1 6-19 0,-5 8-33 0,7 13-35 15,-13 13-32-15,11 6-34 16,3 6-48-16,19-7-71 0,-6 16-90 0,16-12-97 16,4 5-162-16,5-8-80 0,0-1 63 15,7-4-496-15,6-6-623 0</inkml:trace>
  <inkml:trace contextRef="#ctx0" brushRef="#br0" timeOffset="15430.45">6300 7306 3289 0,'2'-15'16'0,"-2"1"31"0,-2 4 44 0,2-1 26 16,0 4 16-16,0 7 7 0,-3-10-11 0,3 10-12 16,0 0-4-16,0 0 33 0,0 0 4 15,-7 29 5-15,5-5-13 0,2 2-7 0,0 12 8 16,2 3 3-16,0-2-12 16,1 0-1-16,4-3-2 0,-1-1-13 0,-3-7-7 0,1-6-12 15,1-2-9-15,-3-3-10 16,0-1-6-16,0-3 1 0,0-1-14 0,-4 0-9 0,0-3 2 15,0-1-7-15,0 0-21 16,-5-4-34-16,7-4-33 0,-9 0-25 0,9 0-25 16,-16-12-14-16,7-6-9 0,-3-11-6 15,4-6 2-15,1-7 1 0,0-8 8 16,3-4 11-16,-1 11 8 0,5-3 9 0,0 3 14 16,0 4 25-16,3 2 15 0,1 2 16 15,1 3 7-15,3 7 9 0,1 5-2 0,1 3-4 16,3 1 17-16,3 4-8 0,0 5 5 15,2 1-5-15,-1 2 6 0,0 1-3 0,3 4-1 16,-4 3-4-16,-2 4 6 0,6 9 2 16,-9 6-1-16,-6 8 3 0,-7 6-1 0,-4 5-1 15,-11 4 0-15,3-12 2 16,3-6 28-16,2-6 46 0,2-5 50 0,0-5-17 16,3-4-2-16,-1 0-20 0,1-4-4 15,4-4 2-15,-5 10-12 0,1-6-8 16,4-4-10-16,-5 9-15 0,5-9 1 0,3 12-12 15,1-1 9-15,3 1-17 0,2 2 9 16,-1 3-7-16,9 8-7 0,-1-1 0 0,3 0 2 16,-2 0 6-16,2-2-13 15,-2-1-21-15,-2-4-46 0,-1-2-52 0,1-2-71 0,-5-4-94 16,-3 4-123-16,0-3-142 0,-5-3-251 16,-4 0 58-16,-3 2 84 0,-6-1-500 15,-7 2-600-15</inkml:trace>
  <inkml:trace contextRef="#ctx0" brushRef="#br0" timeOffset="15997.06">4897 8562 3083 0,'-4'-17'-30'0,"2"3"38"0,2 1 32 0,0 1 30 0,0 0 33 0,0 0 35 16,0 2 24-16,0-1 21 0,0 1 10 0,2 2-6 16,-2 1-15-16,0 7-20 0,0-11-16 15,0 11 1-15,0 0 37 0,0 0 18 16,10 28 1-16,-8-6 23 0,0 4-1 0,0 10 6 16,-2 1-2-16,0 0 2 0,4-1-9 15,-4-9-32-15,1-3-14 0,-1-1-13 0,2-5-8 16,2-1-2-16,-2-1-3 0,1-1 3 15,1-3 4-15,4-3 12 0,2-1 20 16,1 0-140-16,6-4-39 0,0-1 0 0,4-6 0 16,6 3 0-16,0-6 0 0,1 2 0 15,8-3 0-15,-3 0 0 0,-5 2 0 0,-6 3 0 16,-4-2 0-16,0 0 0 0,-7 2 0 16,1 0 0-16,-3-1 0 0,-9 3 0 15,18-3 0-15,-18 3 0 0,11-2 0 16,-11 2 0-16,7-2 0 0,-7 2 0 0,0 0 0 15,0 0-432-15,0 0-246 0,0 0-178 16,0 0-17-16,0 0 99 0,0 0-783 0,0 0-1000 16</inkml:trace>
  <inkml:trace contextRef="#ctx0" brushRef="#br0" timeOffset="17446.27">8556 9411 4076 0,'0'0'-89'0,"0"0"41"0,0 0 33 0,4-5 41 0,-4 5 42 0,0 0 36 0,0 0 26 16,0 0 15-16,0 0 5 0,-6-9 4 16,6 9-2-16,0 0-13 0,-7-6 0 15,7 6-1-15,0 0 8 0,-14-6 3 16,14 6 0-16,-13-10 1 0,3 5-8 0,3 0-6 15,-4 0 5-15,-3-2-5 0,4 4-2 16,-1-3-6-16,-3 3-10 0,3 1-14 0,-4-2-9 16,0 4-4-16,-3-2-10 0,2 4-14 15,-6 2 1-15,-1-4-9 0,-2 5-7 0,-9 4 6 16,2 2-6-16,1 0-4 0,-1 1-5 16,3 2 8-16,3 1-8 0,-1 1-2 0,1 1 2 15,5 3-3-15,-1-3-4 16,1 5-5-16,3 0 0 0,0 0 1 0,3 2 2 15,3-2 0-15,5-3-4 0,0 3 4 16,-3 7 1-16,6 0 3 0,0-6-16 0,-1 14-22 16,5-2 0-16,0-4 0 0,1 7 0 15,3-1 0-15,4 1 0 0,0 2 0 16,3-2 0-16,6 5 0 0,-4-8 0 0,7 8 0 16,1-5 0-16,3-1 0 0,1 0 0 15,4-4 0-15,1-2 0 0,2 1 0 0,3-6 0 16,2 3 0-16,0-6 0 0,3-2 0 15,5-2 0-15,-8-5 0 0,5-6 0 0,4-2 0 16,1-3 0-16,3-5 0 0,11-3 0 16,-4-4 0-16,-1-3 0 0,-4-3 0 0,2-2 0 15,-4-4 0-15,-3 2 0 16,-1-4 0-16,0 4 0 0,-6-5 0 0,0-3 0 16,-4-4 0-16,-4 2 0 0,-7 2 0 15,4-4 0-15,-8 1 0 0,-2-2 0 0,-4 2 0 16,-4-6 0-16,-7-2 0 0,-2-5 0 15,-8-10 0-15,-7-7 0 0,-4-7 0 0,-15-14 0 16,-8-3 0-16,-10 4 0 0,-5 2 0 16,-12 8 0-16,4 12 0 0,-5 12 0 15,11 17 0-15,-3 10 0 0,-1 9 0 16,12 8 0-16,-12 9 0 0,0 8 0 0,3 7 0 0,-1 4-24 16,8 8-565-16,-4-1-113 0,12 6-171 15,-4-1 36-15,6-1 88 0,4-2-753 16,1 0-949-16</inkml:trace>
  <inkml:trace contextRef="#ctx0" brushRef="#br0" timeOffset="18312.73">8282 10198 3721 0,'-8'2'-242'0,"8"-2"34"0,0 0 17 0,0 0 13 0,0 0 22 16,0 0 22-16,0 0 24 0,0 0 11 0,0 0 19 15,0 0 17-15,0 0 22 0,-19-2 22 16,19 2 22-16,0 0 14 0,0 0 16 0,0 0 18 16,-4 6 19-16,4-6 13 0,0 0 10 15,-5 6 10-15,5-6 2 0,-5 2 4 16,5-2 6-16,0 0 1 0,-5 6-6 15,5-6 9-15,0 0-4 0,0 0-10 0,-8 3-5 0,8-3-10 16,0 0-4-16,0 0-12 16,-7 3-2-16,7-3-6 0,0 0-8 0,-12 5-3 15,4-3-8-15,8-2-5 0,-11 8-3 16,4-6 4-16,-1 4 0 0,-2-2-3 0,1 1 6 16,-1-1-2-16,4 1 5 0,-3-2-2 15,4 1-1-15,-2 0-5 0,7-4 0 0,-11 5-3 16,11-5-6-16,-7 5 3 0,7-5 2 15,-8 3-7-15,8-3 2 0,-6 4-3 16,6-4-1-16,-8 4-2 0,8-4-6 0,0 0-6 16,-5 4 0-16,5-4-3 15,-7 6-3-15,3-3-2 0,-1 2-6 0,5-5-24 16,-7 9-32-16,5-7-41 0,2-2-49 16,-6 8-48-16,6-8-59 0,-7 6-80 0,3-3-123 15,4-3-120-15,-10 9 44 0,3-6-288 16,-1 3-305-16</inkml:trace>
  <inkml:trace contextRef="#ctx0" brushRef="#br0" timeOffset="19365.4">7439 11755 2141 0,'2'-4'42'0,"-2"4"28"0,6-6 13 0,-6 6 3 0,1-5 10 0,-1 5 13 16,0 0 18-16,0 0 26 0,0-12 0 0,0 12 3 15,0 0-6-15,-1-10-5 0,1 10 1 16,-4-8 0-16,4 8-3 0,0 0-2 0,-6-7-7 16,6 7-10-16,-9-4-4 0,9 4-3 15,-17-2 1-15,6 4-4 0,-7-2 0 16,0 2-3-16,-6-2-10 0,-4 0-11 0,-3 0-5 16,-8 4-8-16,-6-4-11 0,4 0-5 15,-2 7-2-15,3 0-11 0,-1 4-2 16,2-1-6-16,-1 4 0 0,-5 3-2 0,1 4-2 15,0-3 3-15,4 5 10 0,5-5 3 16,-2 7 10-16,-1 0-3 0,2 1 6 16,7-6-4-16,0 5 0 0,3-1 4 0,2-1-1 15,0 4-3-15,0-4-1 0,4 5 5 16,1 1 3-16,2 0-5 0,1 2-5 0,5 1-1 16,3 1-8-16,2 3-2 0,3 2-3 15,1 0-7-15,6 3 4 0,5 6 4 0,3 2-7 16,3-2-5-16,2 2-1 0,4-3-4 15,5-3 1-15,1 1-3 0,4-2 4 16,-1-3-8-16,2 1 2 0,2-2-5 16,4-1-4-16,-1-3-1 0,1-3 3 0,8-2 3 15,-2-2-5-15,6-1-5 0,2-5 6 16,0-6-3-16,4 1-2 0,1-7 1 0,-9-3-1 16,3-8 1-16,12-2-6 0,-6-8 8 15,6-8-6-15,-8-4 7 0,-1-5-5 0,-3-5 0 16,-2-4-6-16,-2-1 5 0,-10-5 1 15,-1-2-4-15,-3-1 2 0,-5-5-1 0,-4-1 1 16,-3-2 0-16,-6 1 3 0,-8 1-6 16,-1-3 4-16,-7 0-1 0,-6-2 1 15,-6-6 4-15,-4 0-6 0,-16-14 5 16,-5 4-2-16,-5 5-2 0,-3 9-5 0,4 14-2 16,0 13 0-16,-4 2-7 0,-3 10-6 15,-3 10-30-15,8 6-32 0,-5 8-35 16,-6 6-46-16,1 3-50 0,6 5-45 0,1 2-61 15,8 5-71-15,7-5-70 0,3 1-102 16,7 2-166-16,1-2 29 0,7-3 86 0,5-5-482 16,3-5-559-16</inkml:trace>
  <inkml:trace contextRef="#ctx0" brushRef="#br0" timeOffset="19995.4">7102 11535 3080 0,'-5'8'63'0,"1"-1"16"0,0-2 16 0,-1 0 16 0,0-1 35 0,5-4 31 15,-6 5 23-15,6-5 6 0,-3 4-11 0,3-4-10 16,0 0-9-16,-6 4-12 0,6-4-5 16,0 0-20-16,0 0-5 0,0 0-15 0,-17-17-13 15,9 5-10-15,5-3-14 16,-8-8-6-16,4-9-9 0,1-7-9 0,-1-3-7 16,3-18-15-16,1-5-9 0,-2-6-13 15,5-5-12-15,2-7 1 0,6-23-3 0,5 5 2 16,8 6-1-16,6 12-5 0,7 8 2 15,-3 19 1-15,1 6-1 0,4 6-4 0,2 4 2 16,3 3 3-16,-3 8-3 0,1 2 0 16,2 4-1-16,-11 9 4 0,-7 3-1 0,2 5 17 15,-4 0 0-15,-3 0 4 16,4 2-5-16,-5 1 2 0,0 1 4 0,-2 0 0 16,0 1-3-16,-1 1-2 0,-14 0 2 0,22 0-3 15,-12 0-2-15,-10 0 0 0,19 0-5 16,-19 0-1-16,0 0-10 0,17 0-42 15,-17 0-64-15,11 3-87 0,-11-3-127 16,2 3-140-16,-2-3-201 0,-2 12-7 0,-5-8 68 16,-2 4-466-16,-3 1-542 0</inkml:trace>
  <inkml:trace contextRef="#ctx0" brushRef="#br0" timeOffset="20262.62">7443 10185 2979 0,'0'0'159'0,"-2"-4"16"0,2 4-17 0,0 0-3 15,0 0 19-15,0 0 35 0,23-3 28 0,-23 3 10 16,34 5-9-16,-11 0-13 0,13 5-18 16,-1 2-19-16,-1 2-23 0,0 1-13 0,-5 4-12 15,-3 1-7-15,-4-1-10 0,-6 4-5 16,-2-3-11-16,-5 0-17 0,-5 1 1 15,0 1-13-15,-6-4-11 0,0 0-31 0,0-1-37 16,-1-2-50-16,-1 1-65 0,-2-3-79 16,3-3-109-16,-1-2-117 0,-3 0-139 0,2-5-165 15,1 1 69-15,4-4-576 16,-9 6-694-16</inkml:trace>
  <inkml:trace contextRef="#ctx0" brushRef="#br0" timeOffset="22345.48">23853 4871 1480 0,'0'0'349'0,"0"0"-127"0,-12 0-49 0,12 0-18 0,0 0 9 15,0 0 8-15,0 0-1 0,0 0-21 0,-15-1-1 16,15 1-6-16,0 0-11 0,0 0-13 15,0 0 5-15,0 0 11 0,0 0 2 0,0 0-3 16,0 0-6-16,0 0-8 16,38 4-8-16,-38-4-8 0,23 0-9 0,-12 0-11 15,-11 0-10-15,22 0-5 0,-22 0-4 16,14 0-4-16,-14 0 5 0,14 0 0 0,-14 0 7 16,0 0 3-16,0 0-2 0,0 0-8 15,0 0-6-15,0 0-8 0,0 0-4 16,0 0-6-16,-50-9-4 0,28 7 0 0,-3 0 2 15,2 2-1-15,2 0 2 0,1 0 3 16,-2 0 2-16,7 0 2 0,0 0 7 0,15 0 1 16,-21 0-1-16,21 0 3 0,-17 2-2 15,17-2 3-15,0 0-6 0,-16-2 1 0,16 2 0 16,0 0 3-16,0 0-7 0,0 0 8 16,0 0-9-16,0 0-5 0,0 0-5 0,0 0 0 15,48 2-5-15,-48-2 0 0,13 0-4 16,-13 0 4-16,0 0-9 0,18 0 11 15,-18 0 27-15,0 0 3 0,0 0-18 16,0 0-7-16,0 0-8 0,0 0 1 16,0 0-4-16,-56-13-10 0,32 12 2 0,-3-1-2 15,0 0 3-15,7 2 7 0,-3-2-5 16,1 2 1-16,6 2 1 0,0-2 3 0,1 0 2 16,-1 0 3-16,16 0 5 0,-19 0-7 15,19 0-2-15,-15 2-8 0,15-2 4 0,0 0 0 16,-17 0-4-16,17 0 3 15,0 0 0-15,0 0 5 0,0 0 4 0,0 0 4 0,0 0-4 16,0 0-3-16,51 10-4 16,-24-8 5-16,15 2-12 0,0-2 2 0,0 0-5 15,-1-2-1-15,-5 0-6 0,-6 0-11 16,-3 0 0-16,-7 0 0 0,1 0 0 0,-8 0 0 16,1 0 0-16,-14 0 0 0,21 0 0 15,-21 0 0-15,13 0 0 0,-13 0 0 16,0 0 0-16,0 0 0 0,0 0 0 0,0 0 0 15,-51-2 0-15,30 4 0 0,0-2 0 16,0 3 0-16,2-3 0 0,2 2 0 16,1-2 0-16,3 2 0 0,13-2 0 0,-19 2 0 15,19-2 0-15,-17 2 0 0,17-2 0 16,-12 0 0-16,12 0 0 0,0 0 0 16,0 0 0-16,0 0 0 0,0 0 0 0,0 0 0 15,0 0 0-15,0 0 0 0,0 0-49 16,0 0-246-16,0 0-117 0,41-8-143 0,-28 5-168 15,-1 1-141-15,-1 0 86 0,-6 0-758 16,-5 2-979-16</inkml:trace>
  <inkml:trace contextRef="#ctx0" brushRef="#br0" timeOffset="30327.18">11698 7032 4081 0,'0'0'-111'0,"0"0"36"0,0 0 40 0,0 0 53 0,0 0 59 0,0 0 46 0,14 0 28 16,-14 0 15-16,0 0 7 15,0 0-7-15,0 0-5 0,0 0-6 0,0 0-14 16,0 0-10-16,0 0-10 0,0 0-3 16,0 0 2-16,0 0-2 0,0 0-8 0,0 0-10 15,0 0-2-15,0 0-10 0,0 0-3 16,0 0-7-16,-44 1 7 0,33 3-4 0,-7-1 4 16,1 2 1-16,-6 0 7 0,2 2 2 15,1 0-1-15,-2 0-1 0,-1 0 2 16,3 0-12-16,1-1 6 0,-3 2-8 15,8-1-5-15,-4-1-8 0,5-1-1 0,-3 2-9 16,4 1-6-16,-4-1-1 0,3 0-5 16,-3 2 0-16,3-1 3 0,-2 2-5 15,-2-1-3-15,1 4-3 0,0-1 1 0,-2 1-5 16,-2 5-2-16,0-6-4 0,-1 8-24 16,6-3-4-16,0-2 0 0,2-1 0 0,1 2 0 15,-1-3 0-15,3 2 0 0,-2-4 0 16,5 1 0-16,0 0 0 0,-4 2 0 0,4-1 0 15,2 0 0-15,-5 1 0 16,7 2 0-16,-4 0 0 0,-2 1 0 0,5 0 0 0,1-1 0 16,-5 2 0-16,3-2 0 15,2 1 0-15,-3 0 0 0,4 0 0 0,1-1 0 0,-5-1 0 16,6-1 0-16,-4 2 0 16,6-2 0-16,-2 1 0 0,0-1 0 0,2 2 0 15,2 1 0-15,-2 1 0 0,-1-1 0 16,3-1 0-16,0 1 0 0,-1 1 0 0,4-1 0 15,-1 4 0-15,-3-2 0 0,6 0 0 16,0 1 0-16,-4-1 0 0,5 1 0 0,-3-3 0 16,3 1 0-16,-1 1 0 0,1-3 0 15,0 1 0-15,-1-3 0 0,2 1 0 16,1-1 0-16,1 1 0 0,0-1 0 0,1-1 0 16,-1 1 0-16,2-1 0 15,-2 0 0-15,3 0 0 0,1-1 0 0,-2-1 0 0,2-1 0 16,2 3 0-16,5-5 0 15,-6 1 0-15,12 1 0 0,-1-4 0 0,-4-1 0 16,2-2 0-16,0 2 0 0,-2-3 0 16,0 0 0-16,0 0 0 0,0-2 0 0,-2 0 0 15,2-4 0-15,0 1 0 0,-1-1 0 16,1-2 0-16,-2 0 0 0,12-6 0 0,-5 4 0 16,1-6 0-16,-5 0 0 0,-3 4 0 15,-6 2 0-15,2-1 0 0,-3 0 0 0,3-2 0 16,-2-1 0-16,0-1 0 15,-1 2 0-15,-4-1 0 0,4-2 0 0,-1 0 0 16,-1 1 0-16,1-2 0 0,-3 1 0 16,-1 2 0-16,0-5 0 0,-1 5 0 0,-3-1 0 15,1-1 0-15,-3 3 0 0,4-3 0 16,-6-2 0-16,3 3 0 0,-2-3 0 0,-3 1 0 16,1-4 0-16,-2 0 0 0,0-7 0 15,-2-8 0-15,-3-7 0 0,-3 0 0 0,-2-10 0 16,-1 1 0-16,0 2 0 0,-5 1 0 15,4 3 0-15,-4 9 0 0,1 2 0 0,-3 3 0 16,-1 2 0-16,-1 5 0 16,-3 0 0-16,-4 4 0 0,-2 4 0 0,-1 1 0 0,-4 4 0 15,-1 1 0-15,-3 2 0 16,1 4 0-16,5 3 0 0,4 0 0 0,-3 3 0 16,-5 1 0-16,2 4 0 0,1 3 0 15,5 2 0-15,7-2-69 0,2 2-609 0,2-2-94 16,0 1-135-16,3-2 80 0,5-2-852 15,1 1-1116-15</inkml:trace>
  <inkml:trace contextRef="#ctx0" brushRef="#br0" timeOffset="31375.95">11642 7914 4866 0,'0'0'-30'0,"0"7"17"0,0-7 29 0,0 0 47 0,-3 7 52 0,3-7 37 0,0 0 11 0,0 0-12 16,0 0-14-16,0 5-16 15,0-5-7-15,0 0-15 0,0 0-12 0,0 0-13 16,0 0-13-16,0 0-5 0,3 7-25 15,-3-7-31-15,0 0-40 0,0 0-43 0,0 9-66 16,0-9-122-16,-9 12-156 0,4-1-221 16,-8 3-58-16,-5 6 84 0,-5 6-506 0,-2 11-597 15</inkml:trace>
  <inkml:trace contextRef="#ctx0" brushRef="#br0" timeOffset="32393.29">11036 9263 3115 0,'5'-4'12'0,"-3"1"35"0,-2 3 37 0,0 0 46 0,6-6 45 0,-6 6 30 0,0 0 14 16,0 0 6-16,2-8-4 0,-2 8-12 0,0 0-10 16,-6-9-9-16,6 9-14 0,-4-5-6 15,4 5-5-15,-8-7-14 0,8 7-8 0,-9-6-18 16,1 4-7-16,8 2-10 0,-21-4 3 16,6 4-3-16,-4 0-9 0,2 2 11 15,-8 2-3-15,-1-1-2 0,-1 2 7 0,-2-3-1 16,-9 6 0-16,2 1-6 0,-3-1-4 15,3 3-10-15,-1 2-8 0,-1 1-2 16,-9 6-5-16,15-4 0 0,-2 1-4 16,3 2 3-16,-1-4 1 0,5 4 6 0,1-2-10 15,1 0-32-15,1 0-40 0,6-2 0 16,-3 3 0-16,2 2 0 0,4-3 0 0,-5 5 0 16,5 2 0-16,0 0 0 0,0 3 0 15,-1 2 0-15,5-2 0 0,-2 2 0 16,-1 2 0-16,1 1 0 0,1-2 0 0,1 1 0 15,2 2 0-15,-1-1 0 0,4-1 0 16,1-5 0-16,1-5 0 0,2 2 0 16,2 1 0-16,2 1 0 0,4 8 0 0,1 1 0 15,5 2 0-15,7 6 0 0,2 1 0 16,6 1 0-16,-1-3 0 0,9 2 0 0,1 1 0 16,3-1 0-16,6-4 0 0,-2-1 0 15,5-3 0-15,1-1 0 0,6-9 0 0,3-3 0 16,1-6 0-16,7-6 0 0,-1-5 0 15,3-8 0-15,-4-7 0 0,-1-8 0 0,0-7 0 16,11-17 0-16,-7-1 0 16,-9-8 0-16,-11 7 0 0,-10-4 0 0,-4-5 0 0,-8-3 0 15,-8-4 0-15,-6-8 0 0,-7-5 0 16,-8-3 0-16,-10-25 0 0,-15-2 0 16,-3 1 0-16,-11 10 0 0,-6 6 0 15,-4 8 0-15,-8 7 0 0,0 13 0 0,-4 6 0 16,13 23 0-16,0 6 0 0,0 9 0 15,8 8 0-15,0 6-103 0,-2 8-152 0,-4 9-47 16,3 5-56-16,3 3-73 0,4 4-68 16,2 2-100-16,7 0-180 0,10-7 57 0,6-7 68 15,3 0-533-15,7-8-651 0</inkml:trace>
  <inkml:trace contextRef="#ctx0" brushRef="#br0" timeOffset="33592.81">13644 9440 3190 0,'-9'-8'-43'0,"-1"0"23"0,-2 0 9 15,3 2 23-15,2-1 27 0,-3 3 36 0,-2-2 38 0,-2 0 23 16,0 1 10-16,-3 0 4 0,0 1 8 0,-2 3 2 16,-6-3 4-16,0 1 1 15,-2 2 1-15,1-3-1 0,-16 2-6 0,10 0-4 16,1 2-10-16,3 0-5 0,-11 4-8 16,3 1-7-16,2 5-7 0,-1 4-9 0,1 3-4 15,-2 8-5-15,6 4 8 0,-3 5-4 16,8 2-4-16,1 3 2 0,4 2-7 0,3 2-9 15,4 3 0-15,7-5-13 0,2 1 0 16,3 4-2-16,2 1-12 0,3 7 0 16,5 2-1-16,3-1-1 0,5-3-6 0,4 2 4 15,4-7-11-15,2 1 1 0,7-3-6 16,8-3-3-16,2-5-1 0,3-6-7 0,9-7 3 16,5-5-6-16,3-7-8 0,6-9 3 15,-2-5-10-15,0-8-7 0,-1-7-18 16,-4-4-4-16,-6-6-1 0,-4-10-1 15,-3 0 4-15,-6-4 4 0,-10 0 3 0,-5-5-1 16,-10-4-1-16,-8-6 25 0,-5 1-2 16,-12-8-5-16,-7-2 3 0,-14-17 0 0,-9-2 5 15,-8 8-6-15,-8 8-3 0,1 7 4 16,5 24-21-16,-3 8-15 0,-1 8-15 16,-1 11-31-16,4 8-44 0,-2 10-48 0,-8 6-54 15,3 3-52-15,2 4-57 0,9 7-66 0,0 5-88 16,9-2-155-16,0 1-69 0,9-8 74 15,3 2-546-15,2-4-644 0</inkml:trace>
  <inkml:trace contextRef="#ctx0" brushRef="#br0" timeOffset="34642.89">13246 10489 3160 0,'0'9'-69'0,"0"-9"2"0,-6 7-28 0,6-7-28 0,-5 5-29 0,5-5-26 0,-10 4-46 15,10-4-86-15,0 0-351 0,-12 0-156 16</inkml:trace>
  <inkml:trace contextRef="#ctx0" brushRef="#br0" timeOffset="35577.11">12306 11660 2001 0,'0'-9'100'0,"-2"2"11"0,0 2 3 0,-1-1 19 0,-3 0 23 0,4 1 31 15,-3-2 7-15,-4 1-4 0,0 2-7 0,2-1-13 16,-2-1-13-16,-3 4-9 0,-1-1-5 16,-7 0-1-16,5 3-4 0,-6 0-12 0,0 1-6 15,-15 5-9-15,-2 2-4 0,-5 2-7 16,-9 6-3-16,0 3-1 0,0 3-6 0,2 3 4 15,-4 4-2-15,2 4 0 16,-1 4-5-16,-6 12 3 0,-1 4-2 0,15-8-5 0,5 1-1 16,-2 3-7-16,4-3 4 0,8 0-9 15,-1 3 0-15,4-3-7 0,2-1-1 0,9 4-1 16,0-1-9-16,3 1 0 16,8-6-2-16,1 2 2 0,1 2-5 0,6-1 9 15,2 12-9-15,5-4-2 0,3 1-6 16,4-1 4-16,4-2 4 0,3 2-13 0,10-6-3 15,2-4-2-15,2-2-3 0,5-5-3 16,3-2-5-16,2-4 4 0,3-8-10 0,4-4 5 16,6-5-7-16,0-7 2 15,4-4 0-15,2-8-15 0,0-8-8 0,3-3-9 16,12-14-14-16,0-8-17 0,-4-8-12 0,-8-6 4 16,2-5 6-16,-10-4 3 0,-11 1 7 15,-5-6 10-15,-19 11-1 0,-5-3 10 16,-10-3 16-16,-8-1 15 0,-9-5 7 15,-11 2 0-15,-15-21-2 0,-6 0-1 0,-12 4 0 16,-3 1-2-16,-5 10-5 0,-4 9 0 16,-4 6 1-16,0 9-6 0,14 17-9 0,-10 8-21 15,1 10-14-15,10 9-21 0,2 6-32 16,-15 9-40-16,4 9-54 0,-1 4-77 0,7 8-62 16,-10 15-68-16,19-7-84 0,4 0-156 15,9 2 3-15,5-3 72 0,11-9-382 0,1-1-425 16</inkml:trace>
  <inkml:trace contextRef="#ctx0" brushRef="#br0" timeOffset="36897.18">10023 14258 2472 0,'-25'12'23'0,"-3"2"31"0,-3 3-7 0,-5 10 1 0,-4 4 0 15,4 8 20-15,2 5 38 16,-3 2 38-16,3 7 20 0,-2 20 9 0,7 2-2 16,8-7-8-16,6 20-10 0,10-12-5 15,7 3-3-15,9 18-8 0,10 1-3 0,10 1-5 16,8-7-7-16,11-8-6 0,6-4-11 16,1-5-11-16,6-13-10 0,3-8-8 0,6-13-23 15,-9-18-23-15,8-5-22 0,-1-10-25 16,4-8-31-16,1-8-39 0,-1-10-47 15,16-17-38-15,-12-10-29 0,-6-10-12 0,-7-10-3 16,-12-10-6-16,-4-4 6 0,-10-6 9 16,-3-7 21-16,-11-6 22 0,-10-1 28 0,-9-1 34 15,-7-2 33-15,-22-5 25 16,-12-3 10-16,-13-1 16 0,-15 0 2 0,-30-38 5 16,-7 14 4-16,-10 13 3 0,23 33 7 15,-1 14 13-15,2 18 8 0,1 17 5 0,18 21 2 16,-2 14 9-16,5 15-1 0,1 15-10 15,-7 22-4-15,2 16-3 0,12 11 0 0,2 9-1 16,12 12-8-16,2 2-14 0,9-2-20 16,6-6-19-16,9-20-33 0,6-7-46 15,4-11-89-15,8-13-194 0,6-9-57 16,3-8-113-16,9-11-74 0</inkml:trace>
  <inkml:trace contextRef="#ctx0" brushRef="#br0" timeOffset="37660.01">14746 11913 1681 0,'-16'2'129'0,"0"1"32"0,-11 14 9 0,-4 4 10 0,-7 16 20 0,-4 9 18 15,-5 20 28-15,4 8 28 0,9 7 23 16,6 3 10-16,13-12-10 0,5 1-16 16,11 2-25-16,8-9-26 0,9 1-25 15,15 11-9-15,7-12-22 0,11-8-14 0,8-8-21 16,-2-16-30-16,4-5-34 0,4-8-29 15,3-6-28-15,2-5-12 0,2-6-12 16,3-6 0-16,-1-6-4 0,-4-6 1 0,3-5-8 16,9-10-5-16,-16 3-4 0,8-15-4 15,1-3-1-15,-6-5-1 0,-7-6-2 0,-8-6-3 16,-3-4 3-16,-23 5 5 0,-6-2 9 16,-8-7 7-16,-11-3 7 0,-9-9 13 0,-15-19 12 15,-4-3 2-15,-14-6-7 0,-11 0-1 16,-9-2-3-16,-10 13-6 0,-5 12 0 15,-8 20-6-15,-4 21 1 0,-3 21-4 16,3 21 0-16,-27 26 0 0,-7 18-10 0,-34 38-48 16,-2 17-70-16,-1 11-75 0,9 11-73 15,8 6-79-15,16-3-108 0,18-2-173 0,38-32 47 16,16-3 76-16,16-13-328 0,17-16-330 16</inkml:trace>
  <inkml:trace contextRef="#ctx0" brushRef="#br0" timeOffset="45690.61">18666 9532 649 0,'-8'-5'273'0,"5"1"-95"0,3 4-52 0,-9-8-50 0,4 6-22 16,5 2-9-16,-9-5-7 16,9 5-5-16,-11-2 0 0,11 2-3 0,-14 0 0 15,14 0 7-15,-13 3 3 0,3 1 4 16,-1 1 13-16,0-2 8 0,0 4 6 0,-2-2 6 15,-1 4 3-15,2-1 7 0,-4 4 4 16,-3 1 3-16,-4 5 1 0,-2 1 7 0,2 0 4 16,1 0 6-16,-3 3-3 0,4 0-2 15,0-2 10-15,0 6 1 0,2-3-3 0,2 0 0 16,5 1-5-16,5-6 4 0,-1 3-12 16,5 1-6-16,-2 0-4 0,5 0-4 0,5 2-9 15,0-3-5-15,6 8-6 0,3-4-4 16,5-3-1-16,0-2-7 0,4-1-1 15,1-5-6-15,-1-4-4 0,0-5-2 16,2 1-6-16,-1-5-1 0,-1-1-7 0,6-3-3 16,7-6-1-16,-2-1 0 0,1-2-6 15,-2-4-1-15,-6 1 1 0,-3-5-2 0,-1 3-1 16,-4-3-3-16,0-1 2 0,-6-4-7 16,-1 3-1-16,-5 1-1 0,-1 2 0 0,-2-3-2 15,-2 3 0-15,-2 0 1 0,-2 2-2 16,0-1-1-16,-1 4-5 0,-6-1 0 15,4-2 3-15,-6 3-2 0,-3 2-1 0,-1 1 2 16,-3 5-2-16,2 2 1 0,-4 2-1 16,-3 2 5-16,-1 6-2 0,-9 4 0 15,2 1-5-15,4 5 1 0,-2 1 2 16,4 4-2-16,6-3 0 0,-1 5 4 0,9-3-1 16,6-3 4-16,1-3-1 0,4 0 0 15,4 1 2-15,1-1-3 0,5-2 2 0,3 0 4 16,6-4-1-16,0-2 0 0,4 0 0 15,-1-4-2-15,0-2 4 0,3-5-7 0,7-2 5 16,0-1 2-16,-3-3-7 0,3-1 1 16,-5-3 1-16,2 3 8 0,-8 2 10 15,-1 1 8-15,0 1-1 0,-4 2-6 0,-4 2-1 16,1 2-4-16,1 0-3 0,1 2 2 0,3 5-4 16,-4 2-1-16,6 1 2 15,-5 5-3-15,8 4 1 0,-6 1 1 0,-4-4-4 16,1 1 0-16,-5 2 2 0,3-3 6 15,-3 1 4-15,-1-3 1 0,-4-2 7 0,1-2 8 16,2 1 28-16,-4-2 28 0,1-2 27 16,0-1 2-16,-4-4-14 0,0 0-11 0,0 0-13 15,17-12-11-15,-8 2-4 0,4-3-7 16,1-3-5-16,8-3-11 0,0 2-6 0,1 0-2 16,-7 2-1-16,4 4-4 0,-3 3-12 15,4 1-2-15,-6 2-1 0,5 3-4 0,-4 2 2 16,0 4-2-16,4 2-3 0,-2 6-2 15,-1-1-4-15,4 7 6 0,-5 7-3 16,-2-2-5-16,-3-1-1 0,0-5 0 16,-2 3 0-16,-2-1-2 0,2 0-25 0,-6-5-15 15,5 1-20-15,-3-3-25 0,1-2-31 16,-3 2-44-16,-3-5-75 0,5-2-105 16,-3 0-126-16,-2-5-180 0,0 0-56 0,0 0 74 15,0 0-434-15,0 0-534 0</inkml:trace>
  <inkml:trace contextRef="#ctx0" brushRef="#br0" timeOffset="46358.53">20097 10178 3109 0,'0'8'-14'0,"2"-2"24"0,-2-6 44 0,11 8 45 16,-3-4 25-16,3-2 8 0,3 2 0 0,5-4-7 15,2 2-4-15,0-2-12 0,5-2-9 16,-1 2 3-16,2-4 11 0,-4-4 3 16,0 2 4-16,-3-3-5 0,1-1 2 0,-5-2-5 15,-1-2-9-15,-2-1-10 0,-1-2-7 16,-7 1-10-16,-3 1-5 0,0 0-8 0,-4 1-10 15,-1-1-5-15,-5 1-6 0,-4 3-5 16,-1 5-2-16,-8-2-8 0,1 8 1 0,-5 2-3 16,-8 9 3-16,-2-1 4 15,6 4 4-15,4 3 3 0,3 2 9 0,8-1 9 16,-2 8 0-16,9-5-3 0,5-1 6 16,2-1 7-16,5 1-3 0,12 9-7 0,2 0-5 15,15 1-9-15,3-1 7 0,1-4-10 16,-3-5-13-16,-3-3-56 0,0-2-67 0,2-1-90 15,-5-3-141-15,-2-5-161 0,-9-4-210 16,4 0-30-16,-9-4 85 0,0 0-496 0,0 0-605 16</inkml:trace>
  <inkml:trace contextRef="#ctx0" brushRef="#br0" timeOffset="46741.46">20749 10121 3354 0,'8'-11'53'0,"-5"2"34"15,5 0 45-15,1 3 30 0,1 4 28 0,3 0 4 16,3 2-2-16,-2 4-12 0,10 4-13 16,-3 1-13-16,6 3-15 0,-11 1-17 0,2-1-3 15,-7-1-4-15,-2 0 12 0,-2 2-2 16,-4-2 4-16,-3 0 5 0,-2 2-12 0,-2-4-3 16,-6 3-12-16,-1-2-7 0,-4 2-10 15,-4-3-4-15,4-3-11 0,-2-2-9 0,-1-4-4 16,4-2-12-16,-2-4-11 15,1-2-17-15,1-7-18 0,5-4-15 0,3 1 6 16,2-3-7-16,2 2 6 0,4 4 1 16,1 1 1-16,0 0-3 0,5 4 0 0,-1 3 0 15,2 2 3-15,3 4 0 0,3 1 2 16,3 3 1-16,5 2 0 0,5 6-1 0,7 0 5 16,-3 3-3-16,2 1 1 0,0-3 4 15,0 2-20-15,1-2-34 0,-1 0-37 16,-6-1-41-16,-3-5-50 0,-7-3-63 0,-3 3-70 15,-3-6-80-15,-1 0-91 0,2 0-144 0,-1-4-52 16,-1-1 73-16,1-1-405 0,1-6-485 16</inkml:trace>
  <inkml:trace contextRef="#ctx0" brushRef="#br0" timeOffset="47324.17">21442 9968 2810 0,'-4'-6'35'0,"1"2"40"0,-5 2 40 15,8 2 44-15,-14-5 32 0,14 5 18 0,0 0 5 16,-22 7-3-16,14-1-6 0,0 0-7 15,-1 5-16-15,6-1-14 0,-1 0-14 0,4 4-13 16,2-3-11-16,3 3-15 0,6 2-8 16,3 0-12-16,5-6-8 0,7 6-7 15,1-6-12-15,4-5-24 0,-4-3-21 0,-1-4-20 16,14-3-15-16,0-9-12 0,-1 1-7 16,2-11-3-16,-1-1-2 0,-3-4-4 0,-5-6-5 15,1-6-14-15,-7-5-9 16,-2-8-22-16,-1-6-14 0,-5-10-15 0,-5-1-11 15,-1-3-1-15,-7 0 7 0,1 4 17 16,-4 5 10-16,-4 8 22 0,2 18 27 0,-4 10 17 16,2 7 10-16,-3 6 14 0,-3 5 15 15,-4 5 31-15,0 6 18 0,-8 6 26 0,-7 7 13 16,-7 16 16-16,6 4 7 0,-3 9 2 16,4 7-4-16,6 3-7 0,4 6-7 0,3 5-10 15,3 0-6-15,6 5-6 0,5-8-10 16,2 2-5-16,3 0-2 0,4-4-6 15,4-4-11-15,-2-7 1 0,0-14-6 16,-1-2-2-16,1-2-5 0,-6-10 6 0,6-3 22 16,-4-8 1-16,2-3-9 0,5-3-13 15,1-6-3-15,4-2 0 0,10-11-5 0,1-4 0 16,3-8-15-16,-5 7 11 0,-1 5-20 16,-3-1 8-16,-4 5-6 0,-5 3-5 0,-2 6 0 15,-4 0-4-15,4 6 6 0,-13-2-1 16,16 12 12-16,-6-1 20 0,-2 1 33 0,1 6 5 15,-2-1 3-15,4 0 4 0,-4 3 4 16,4-3-3-16,-1-2-10 0,1 1 3 16,2-3 4-16,1-1-5 0,-1-3 10 0,1-1-10 15,1-5-5-15,2 1-2 0,3-4-12 16,0-4-7-16,5-1-45 0,0 0-54 16,3-5-70-16,3-4-115 0,-4-1-165 0,0 0-199 15,20-26-309-15,-34 28 101 16,-5 1 77-16,-3 4-663 0,-3 0-844 15</inkml:trace>
  <inkml:trace contextRef="#ctx0" brushRef="#br0" timeOffset="47891.02">23428 10034 4086 0,'8'-2'-4'0,"-8"2"2"0,13 8-2 0,-11-2 26 0,4 1 39 0,-4 0 33 0,1 0 14 15,-1 1 8-15,2-1 7 0,0 3-5 0,-2-1-8 16,-1 0-6-16,-1 0-5 0,0 0-1 15,0 2-1-15,0-3-6 0,0-1 19 0,0-2 29 16,0-5 27-16,4 9 4 0,-4-9-7 16,0 0-23-16,0 0-14 0,33-14-11 0,-7-3-8 15,5-1-13-15,1 2-16 16,-2-1-11-16,4 5-6 0,-8 3-9 0,-5 4-18 16,-2 2 4-16,2 2 0 0,-2 5-10 15,0 3 3-15,2 3-7 0,-4-1 2 0,8 9 3 16,-4-4-5-16,-6 0-9 0,8 3 3 15,-2 2-4-15,-2-4 5 0,-3-3-7 0,0 0-24 16,-2 0-40-16,-1-4-50 0,-2 0-66 16,1-2-97-16,-2-2-128 0,-1 0-162 0,-3-2-253 15,-6-2 64-15,17 0 87 16,-17 0-533-16,17-6-655 0</inkml:trace>
  <inkml:trace contextRef="#ctx0" brushRef="#br0" timeOffset="48189.6">24215 10086 3254 0,'0'0'-32'0,"0"0"32"0,0 0 55 16,0 0 50-16,0 0 30 0,0 0 15 16,0 0 10-16,-13 24 7 0,13-17-4 0,0-7-5 15,12 8-11-15,-5-3-12 0,6-2-14 16,3 1-12-16,2-2-8 0,3-2-14 0,8 0-7 16,9-4-8-16,1 1-11 0,-2-2-4 15,0-4-10-15,-3 1-3 0,-9-1-3 0,-8 2-1 16,-2-1-7-16,-6 1-5 0,0-3-3 15,-8-2-2-15,-1-1-1 0,-3-3-4 16,-4-1 0-16,0 0-1 0,-2-1-5 16,-3 2-3-16,-1 3 0 0,2-1-4 0,-1 3 0 15,-1 3-1-15,-5 4-3 0,1 0 0 16,-4 5-15-16,0 2-46 0,-1-1-64 0,-3 3-100 16,2 0-120-16,3 0-180 0,6 1-164 15,0-3 70-15,4 0-433 0,10-3-525 16</inkml:trace>
  <inkml:trace contextRef="#ctx0" brushRef="#br0" timeOffset="48607.06">25277 9174 3226 0,'2'-13'157'16,"-2"5"3"-16,2 0-22 0,-2 8-2 0,0 0 43 15,0 0 37-15,16 31 17 0,-6-1 20 16,-2 8 17-16,-1 13-10 0,-3 4-6 0,0 1-16 16,-3 5-24-16,4-3-13 0,-1 0-22 15,-4-12-14-15,0 1-17 0,2-5-10 16,-2 0-19-16,-2-4-15 0,2-9-6 0,-2-6-9 16,2-4-3-16,-2-2-8 0,2-3-14 15,0-4 7-15,-2-1 0 0,2-4-11 0,0-5-3 16,0 0-12-16,0 0-27 0,0 0-20 15,-23-22-27-15,11 6-13 0,-8-6 2 16,-2 2 4-16,5 4-3 0,0 6 4 0,2 3-1 16,-4 4 8-16,0 1 4 0,-3 6 13 15,-2 1 14-15,3 3 10 0,-6 6 18 0,11-1 5 16,0 1 0-16,9-2 4 0,-1 4-5 16,5-2 4-16,3-1-6 0,7 1-6 0,2-2 6 15,9-1-5-15,4 5-2 0,3-6-58 16,-2-3-59-16,2-2-149 0,-1-2-205 0,6-1-262 15,-1-2-174-15,-2 0 97 16,1 0-782-16,-1 2-1007 0</inkml:trace>
  <inkml:trace contextRef="#ctx0" brushRef="#br0" timeOffset="48972.75">25837 9950 4649 0,'-9'-5'63'0,"5"-1"0"0,4 0 2 0,0 6 24 0,11-14 21 0,3 5-4 0,2 1-8 0,11-4-9 15,5-2-10-15,3 2-7 0,-3-2-9 0,0 3-4 16,-1-3-7-16,-6-1-5 16,-8 3-4-16,-4 0-7 0,-4 0-4 0,-2-1-10 15,-5 1-11-15,-9 3-4 0,-6 0-8 16,-13-6 0-16,-12 8 1 0,-10 9 0 0,-3-2 2 15,-14 9 1-15,0 5 17 0,2 3 22 16,4 4 37-16,8 3 31 0,5 1 42 0,10 1 17 16,13 2 20-16,6-1 21 0,7-3 16 15,8-2 5-15,6 0-7 0,4-1-3 0,12 4-23 16,9-1-24-16,13 1-86 16,5-4-88-16,5-6 0 0,6-5 0 0,-3-3 0 15,-8-2 0-15,-3-1 0 0,-2-4 0 16,-2-2 0-16,-8 0 0 0,-5 0-266 0,-4-1-299 15,-4 2-230-15,-2-3-108 0,-3 4 96 16,-7 0-844-16,-7 0-1089 0</inkml:trace>
  <inkml:trace contextRef="#ctx0" brushRef="#br0" timeOffset="49605.91">27689 9931 4473 0,'0'0'-75'0,"-13"12"71"0,1-5 41 0,1 5 33 0,0-2 31 0,1-1 23 16,1-1 8-16,-1 0-1 0,2 0-10 15,2-2-9-15,3-1-9 0,-1 3-4 0,4-8 6 16,-4 8 7-16,4-8-10 0,11 8-6 16,1-8-10-16,-12 0-14 0,33 0-8 0,-13-4-7 15,3 0-2-15,2 0-6 0,0 0-8 16,-3 0-4-16,-1 0-5 0,-3 2-2 0,-5-1-7 16,-1 3-7-16,-12 0-5 0,18 0 2 15,-18 0 2-15,14 4-3 0,-6-1 0 16,-8-3 0-16,11 8 8 0,-6 0 8 15,6-2 27-15,0 2 25 0,2 0 10 0,10-1 2 16,2-1-9-16,11-1 0 0,2-2-12 16,2-1-11-16,2-7-1 0,-2 5-11 0,-4-7 0 15,-3 3-2-15,-8-2-11 0,-3 2 6 16,-1-3-6-16,0 1-4 0,-8-2 1 0,-1 0-8 16,-1-1-5-16,-1-3-14 0,-2 0-35 15,-3-1-33-15,-1-3-42 0,0-1-50 16,0-4-78-16,-3-3-110 0,5-10-114 15,0-5-117-15,5-14-174 0,2-7 7 16,5-6 79-16,9-18-511 0,0-2-640 0</inkml:trace>
  <inkml:trace contextRef="#ctx0" brushRef="#br0" timeOffset="49774.48">28654 8993 3147 0,'0'0'-81'0,"-4"-8"31"0,4 8 6 0,-2-6 8 15,2 6 17-15,0 0 43 0,0 0 35 16,0 0 13-16,-12 26-2 0,8-9-4 0,-1 5-4 15,-4 7-8-15,0 6-2 0,0 1-4 16,2 2-15-16,-7 7-52 0,-1 2-59 0,-1 1-96 16,1-2-125-16,-2 0-225 15,2 0 35-15,1-10-149 0,5-2-134 0</inkml:trace>
  <inkml:trace contextRef="#ctx0" brushRef="#br0" timeOffset="50223.24">28388 9980 2019 0,'0'5'170'0,"0"-5"43"0,11 2 36 16,-11-2 36-16,20 2 25 0,-3-4 14 16,4 0-3-16,2-1-18 0,13-1-18 0,-8-2-20 15,-3 2-22-15,0-2-29 0,8-3-17 16,-6 3-22-16,3-5-16 0,-7 6-19 0,-4-4-7 16,-4 2-12-16,0 2-12 15,-1-7-10-15,-5 6-15 0,-1-3-13 0,-7-1-3 0,-1 3-17 16,0 7-4-16,-13-10-5 0,-4 8-1 15,-14 2-10-15,-8 3 1 0,-7 6-4 16,-3 6-1-16,7-6 12 0,7 5 4 16,3 1 11-16,8 2 18 0,0 5 25 0,12-2 11 15,5-4 6-15,1 1 8 0,6-2-11 16,6 2-1-16,0 1-8 0,4 0-10 0,5-3-10 16,8 2-7-16,3-1-8 0,3-4-20 15,2-2-47-15,3-2 0 0,-6-3-59 0,8 4-130 16,-1-4-122-16,-5 0-150 0,-5-5-178 15,-2 0-242-15,4 0 65 0,-7 0 90 16,3-3-672-16,-1 0-849 0</inkml:trace>
  <inkml:trace contextRef="#ctx0" brushRef="#br0" timeOffset="50675.2">29541 9167 3943 0,'0'-10'-35'16,"2"8"-2"-16,-2 2 12 0,0 0 35 0,-5 21 55 0,1-3 42 0,-2 15 40 0,3 9 30 0,-6 16 30 15,6 6 12-15,-5 2 6 0,6 4 1 16,-3 0-11-16,3-2-13 0,-2-1-13 0,-2-3 2 15,0-3-12-15,3-4-16 0,-1-15-10 16,-2-1-15-16,3-7-21 0,-2-8-5 0,1-4-9 16,3-7-6-16,-1-3-6 0,-2 0 15 15,2-2 19-15,4-5-13 0,-2-5-12 0,0 0-11 16,0 0-13-16,0 0-23 0,21-29-17 16,0 4-30-16,2-3-14 0,5-5-7 0,5 4 4 15,-8 8-4-15,0 1 7 16,-7 7-3-16,-4 4-4 0,-1 4-1 0,-1 5 1 0,-1 0 6 15,-2 5-1-15,1 0 4 0,0 5-6 16,-5 2 4-16,2 3 8 0,2-1-4 16,-4 1-2-16,-1 2 0 0,2 0-9 15,-3-4-65-15,2 3-74 0,0-2-79 0,-1-2-93 16,0-2-90-16,1-2-99 0,5-1-134 16,0-3-127-16,1-1 68 0,1-2-596 0,1-2-763 15</inkml:trace>
  <inkml:trace contextRef="#ctx0" brushRef="#br0" timeOffset="51205.64">30174 9906 3777 0,'6'-6'-30'0,"-6"6"57"0,0 0 76 0,0 0 50 0,0 0 34 15,0 0 34-15,0 0 18 16,-27 19-13-16,20-12-11 0,-3 0-9 0,3-1-16 16,-1 2-18-16,0-2-15 0,1 1-10 15,-2 1-15-15,0-2-15 0,0 1-9 0,-5 1-10 16,-1 0 7-16,3-4-27 0,-4 2-24 15,5-2-6-15,-3-4-10 0,14 0-13 0,-17-6-15 16,14-2-16-16,3 0-7 0,0-5 2 16,7-1-2-16,2-1 2 0,0 3 1 0,3 1 5 15,-2 1-2-15,-1 3 0 0,1 4 13 16,-10 3 27-16,17 0 23 0,-17 0 27 16,15 10 23-16,-7-3 20 0,-1-1 8 15,0 6-1-15,4-3-9 0,-4 1-3 16,4 0-10-16,-3-2-5 0,0-2-9 0,1 1-9 15,-2-2-3-15,2 0-23 0,0-3-62 16,-9-2 0-16,16 0 0 0,-16 0 0 0,20-8 0 16,-8 0 0-16,3-5 0 0,-1-1 0 15,4-5 0-15,3-3 0 0,3 0 0 0,-2 0 0 16,-1 3 0-16,-2 5 0 0,-8 4 0 16,0 3 0-16,2 2 0 0,-2 2 0 0,-11 3 0 15,17 4 0-15,-8 2 0 0,1 4 0 16,-2 1 0-16,-1 2 0 0,1 1 0 0,-1-2 0 15,3 5 0-15,0-5 0 16,1 0 0-16,3 1 0 0,-2-5 0 0,2-2 0 16,5-3 0-16,0-1 0 0,1-2 0 15,-2-2 0-15,7-1 0 0,-4-2 0 0,0-2 0 16,0 1 0-16,0-5 0 0,-3 1 0 16,6-7 0-16,-1-2 0 0,-2 0 0 0,-4 4 0 15,-5 1 0-15,-1 5-321 0,-8 3-661 16,-3 2 32-16,0 4 102 0,0 0-883 0,-50 10-1164 15</inkml:trace>
  <inkml:trace contextRef="#ctx0" brushRef="#br0" timeOffset="52122.58">20868 10468 4976 0,'9'-9'-91'0,"-8"4"1"0,-1 5 11 0,0 0 45 16,6 29 42-16,-10 6 34 0,2 5 40 0,-3 16 31 16,-3-1 19-16,-2 9 8 0,1 3-4 15,-1 1-5-15,1 2-10 0,-1-5-12 16,0-4-8-16,3-3-8 0,1-2-13 0,3-17-8 15,3-1-7-15,-2-12-5 0,0-4-4 16,2-4-9-16,-2-4-4 0,2-2-2 0,-2-5-10 16,2 0-30-16,0-7-27 0,0 0-22 15,0 0-14-15,0 0-9 0,-17-15-4 0,6-1-8 16,-9-4-4-16,-3-3 12 16,-1 1 4-16,-1 7 11 0,0-2 5 0,-2 5 3 15,4 2 6-15,3 6 19 0,1 2 11 16,1 2 10-16,3 2 6 0,1-2 4 0,2 3-2 15,0-2 5-15,6 3 4 0,6-4 9 16,0 6 3-16,0-6 1 0,19 2-2 0,6-4 2 16,19-5-4-16,17-7-3 0,8 0 1 15,5-4-2-15,0 1-2 0,-1 2-2 0,-3 1 0 16,-5 6-4-16,-15 4 2 16,-11-1-5-16,-6 5 1 0,-10 5 1 0,-8 3-2 15,-4 0 15-15,-3 5 15 0,-4 1 6 16,-4 1 0-16,0 2 0 0,-2-1-2 0,2-2 0 15,0 2-6-15,2 1 0 0,1-3-2 16,7 3 0-16,3-3 2 0,12 1-2 0,6-2-4 16,5-7-1-16,2-4-4 0,2-2-1 15,2-6-6-15,-1-4 4 0,-7 0-3 0,-4-1-2 16,-3-8-1-16,-7-1 0 0,-8 0-2 16,-8-3-6-16,-6-2 1 0,-8-7 2 0,-7 1-3 15,-9-1-3-15,-9 6-3 0,5 4 2 16,-2 7-12-16,-7 3-21 0,5 5-28 15,3 3-42-15,4 6-56 0,9 0-100 16,-5 5-90-16,3 3-114 0,7 0-233 0,6 2 6 0,3-1 87 16,6 0-441-16,7 3-517 15</inkml:trace>
  <inkml:trace contextRef="#ctx0" brushRef="#br0" timeOffset="53373.02">22801 11190 3159 0,'-11'-14'93'0,"-7"3"-2"0,2 5 1 0,-7 2 19 0,-6 2 28 0,-11 4 29 0,-2 4 17 0,-4 1 4 16,-2 10-8-16,1-1-13 0,7 9-15 0,9-3-18 15,11 2-9-15,2 2-15 0,13-3-9 16,7-4-5-16,9 9-10 0,14-3-8 0,12 4-7 15,10-9-10-15,6-5-3 0,4-4-10 16,4-7-18-16,2-7-24 0,4-5-20 0,-2-8-17 16,-3-4-18-16,5-8-18 0,8-8-16 15,-7-4-3-15,-3-9 8 0,-10-4 7 16,-8-7 5-16,-10 6 11 0,-6-1 0 0,-5-8 11 16,-7-2 2-16,-3 0 7 0,-7 1 9 15,-7 4 10-15,-6 16 19 0,-3 7 8 16,-7 6 2-16,-5 7 9 0,-9 12 11 0,-3 9 15 15,-8 11 14-15,-8 11 16 0,-3 11 11 16,3 10 7-16,-8 18-1 0,14-10 0 16,3 20-1-16,13-10-6 0,9-1-7 0,4 4-11 15,4-1-8-15,10-2-4 0,8-5-8 16,3 0-2-16,7-6-6 0,2-7 1 0,-6-9-9 16,9-5 1-16,-1-5-2 0,-3-9 7 15,-2-3-15-15,0-6 4 0,2-3-7 0,0-3-1 16,12-8-5-16,-5-3 1 15,3-1-2-15,-6-1 2 0,1 0-3 0,-7 3-3 16,-3 3 5-16,-5 1-7 0,-2 3-5 0,-1 0 0 16,0 4-4-16,-3-1 3 0,-5 3 18 15,0 0 7-15,11 11 2 0,-6-5 4 16,-1 5-11-16,-1-3-1 0,5 2-3 0,-3 1-1 16,5-1 6-16,1 1-5 0,2-3 2 15,7-2 3-15,-1-4 1 0,1-2-3 0,5-5-6 16,10-3-1-16,-3-4 3 0,5-4-7 15,-8 1-2-15,3-1-2 0,-4 3-4 0,-9 3 5 16,-3 1-2-16,-5 2-7 0,0 2-3 16,-3 1 5-16,0 1-1 0,-8 3-8 0,11 3 10 15,-11-3-7-15,0 0 10 16,12 9-2-16,-9-6 6 0,-1 3-7 0,-2-6 6 0,8 11-5 16,-3-7 1-16,3 0 7 15,0-1-5-15,-8-3 3 0,16 3-1 0,-2-3-4 16,5-5 7-16,-2 2-9 0,0-2 0 15,1 0 3-15,-7 1-4 0,1-1 1 0,-1 1-2 16,-2 3-5-16,-9 1 6 0,16-5-3 16,-9 3 1-16,-7 2-4 0,14-4-4 0,-14 4 4 15,7-5 4-15,-7 5-7 0,0 0 3 16,11-1-1-16,-11 1 1 0,0 0 2 0,0 0-2 16,0 0-5-16,18 8 8 0,-14-2-2 15,-4-6 0-15,5 10 2 0,3-5-12 16,-4 1-28-16,4 0-25 0,-1-1-33 15,2-2-35-15,3 1-28 0,3-4-25 0,3-2-14 16,3-5 12-16,5-6 2 0,-1-6 9 16,1-6 11-16,5-8 18 0,-4-7 20 0,0-9 1 15,-3-2 7-15,0-10-2 0,5-20-1 16,-2-3 0-16,-6-3 8 0,0-2 11 16,2 0 4-16,-10 22 14 0,-2 5 9 0,0 10 15 15,-8 18 23-15,1 9 16 16,-6 8 13-16,0 8 42 0,-6 6 36 0,-1 3 35 15,-8 12 26-15,-4 13 15 0,-8 15 13 16,4 4-6-16,4 5-9 0,4 6-5 0,5-3-7 0,3 6-13 16,6-3-9-16,10 4-8 15,3-1-10-15,3-2-9 0,5-2-5 0,2-5-11 16,-3-3-7-16,3-5-4 0,-5-9-13 16,-2-6-15-16,-1-5-16 0,-5-5-16 0,-2-4-11 15,-1-1-11-15,3-1-6 0,-4-2-9 16,-3 1-1-16,-1-3 5 0,-3 0 6 0,-1-1 2 15,5-5 9-15,-11 2 7 0,11-2 12 16,0 0 9-16,-17-14 21 0,13 4 4 0,2-6 5 16,4-3 2-16,3-1 4 15,7-11 0-15,5 2 29 0,2-4 7 0,5 6-2 16,-1 1 3-16,-3 2 5 0,1 3-3 16,-3 8-9-16,-5 1-1 0,-2 2-18 0,-1 2-9 15,-3 3 1-15,1-2-23 0,1 1-45 16,-4 2-40-16,-5 4-62 0,9-5-69 0,-9 5-90 15,0 0-82-15,0 0-82 0,0 0-122 16,0 0-118-16,-32 0 64 0,14 0-473 0,0 0-569 16</inkml:trace>
  <inkml:trace contextRef="#ctx0" brushRef="#br0" timeOffset="53522.67">24554 10926 2823 0,'-12'4'-50'0,"3"2"60"0,4-2 50 0,1 6 77 0,0 0 62 16,2 2 49-16,2 2 30 0,2-1 20 15,4 5 10-15,-3 0-18 0,5 3-22 16,0-2-23-16,5 6-21 0,0-3-25 15,1-5-27-15,-1-1-11 0,4 5-18 0,0-5-13 16,-1-3-38-16,-3-1-43 0,2 2-47 16,-4 1-60-16,3 1-73 0,-4-5-86 0,-1 8-91 15,-3-5-105-15,4 2-147 0,-9-3-134 16,1-1 65-16,0 1-485 0,0 0-584 0</inkml:trace>
  <inkml:trace contextRef="#ctx0" brushRef="#br0" timeOffset="56690.11">26100 10972 3311 0,'4'-7'91'0,"-1"2"34"0,-3 5 16 0,2-7 30 0,-2 7 21 15,2-5 6-15,-2 5-12 0,0 0-21 16,0 0-15-16,0 0 22 0,0 0 10 0,0 26 8 16,-2-7 0-16,0 9 12 0,-1 7 3 15,-1 6-7-15,2 1-4 0,0-1-11 16,2 2-5-16,-1 1-13 0,-1-1-10 15,-3-2-13-15,1-2-13 0,2-3-13 0,1-7-10 16,-1-4-10-16,0-3-9 0,-4-2-5 16,5-3-9-16,-3 1-10 0,2-6-9 0,-3 1-30 15,3-2-36-15,1 0-46 0,-1-6-45 16,0 1-64-16,2-6-104 0,0 0-112 0,0 0-81 16,0 0-69-16,4-26-83 0,-1 4-145 15,8-14 56-15,-6-1-602 0,2 0-765 0</inkml:trace>
  <inkml:trace contextRef="#ctx0" brushRef="#br0" timeOffset="57106.24">26107 11039 3461 0,'-3'-26'-102'16,"-1"6"52"-16,2 2 54 0,0 3 55 0,2 1 33 15,0 0 14-15,0 4-9 0,4-2-8 16,3 3-5-16,4 2 2 0,3 3 3 0,5 4 0 16,2 2-9-16,10 7-9 0,3 7-3 15,5 7-9-15,-7 9-5 0,-2-1-6 0,-9-4 2 16,-4 3-12-16,-6 3-2 0,-2-4-3 15,-9 0-2-15,-11 5 2 0,-5 0 9 16,-7 4 12-16,-6-2 6 0,0-4 22 0,1-7 21 16,3-6 17-16,-2 1 13 0,7-8 14 15,0-6 6-15,7-1 4 0,0-3-2 0,0-2-10 16,13 0-4-16,-22-2 2 0,22 2 1 16,-14-2-9-16,14 2-14 0,-12 0-17 0,12 0-7 15,0 0-11-15,0 0-3 16,0 0-2-16,3 15-2 0,13-4-7 0,4 8 1 15,5 0-10-15,2 1-2 0,2 1 0 16,-1 2-3-16,-1-3-2 0,-2-1 5 0,0-2 10 16,-6-2 2-16,-6-3 5 0,-2-4 7 15,1-2 7-15,-4-1-75 0,-1 1-17 0,1-1 0 16,-8-5 0-16,9 9 0 0,-4-5 0 16,-5-4 0-16,7 4 0 0,-7-4 0 0,5 4 0 15,-5-4 0-15,8 4 0 0,-8-4 0 16,0 0 0-16,10 4 0 0,-10-4-216 0,9 3-477 15,-9-3-287 1,20-7 109-16,-20 7 94 0,11-4-806 0,-4 0-1024 16</inkml:trace>
  <inkml:trace contextRef="#ctx0" brushRef="#br0" timeOffset="57605.03">27429 11060 4584 0,'7'-20'-8'0,"-2"7"56"0,1 1 43 0,-4 3 35 0,0-1 37 0,0 3 35 0,-1-1 27 15,1 1-8-15,-2 7-31 0,3-11-19 16,-3 11-17-16,2-6-31 0,-2 6-10 0,0 0-1 15,0 0-16-15,-5 29 11 0,2-4 8 16,-3 14 30-16,0 1 9 0,-3 12 18 0,1 4 13 16,0 3 0-16,-1 1 0 15,0-1 4-15,-1-1 5 0,1-4-165 0,-1-4-25 0,2-11 0 16,1-5 0-16,3-8 0 16,0-5 0-16,2-4 0 0,2-5 0 0,0 0 0 15,-1-1 0-15,4-5 0 0,7-3 0 16,5 0 0-16,7-3 0 0,7-3 0 0,14-2 0 15,-4-1 0-15,6-3 0 0,-7 3 0 16,-1 2 0-16,-8 0 0 0,-6 0 0 0,-4 3 0 16,-6 0 0-16,0 1 0 0,1-3 0 15,-5 2 0-15,-9 1 0 0,15 0 0 0,-15 0 0 16,12 1 0-16,-12-1 0 0,9 0 0 16,-9 0 0-16,0 0 0 0,13 3 0 0,-13-3 0 15,0 0 0-15,11 0 0 0,-11 0 0 16,0 0 0-16,0 0 0 0,0 0 0 0,9-15-891 15,-9 15-79 1,4-12 92-16,-1 4-976 0,6-3-1280 0</inkml:trace>
  <inkml:trace contextRef="#ctx0" brushRef="#br0" timeOffset="57938.32">28654 11039 5427 0,'-4'-16'24'0,"-2"6"21"0,4 1 11 0,0 2 14 0,-2 4 11 0,4 3-3 16,0 0 80-16,0 0 54 0,-13 35 8 0,6 0 4 15,-5 13 10-15,4 5 14 0,-1 5 6 16,1 3-1-16,0-1-19 0,3-1-18 0,3-1-59 15,-4-4-157-15,5-11 0 0,-3-1 0 16,2-5 0-16,2-7 0 0,-5-7 0 0,3-1 0 16,-1-4 0-16,3-5 0 0,-2-1 0 15,2-2 0-15,0 0 0 0,0-5 0 0,0-5 0 16,0 0-20-16,0 0-431 0,0 0-64 16,0 0-55-16,5-35-62 0,6 0-94 15,-2-3-51-15,0-17 70 0,1-5-583 16,1-4-749-16</inkml:trace>
  <inkml:trace contextRef="#ctx0" brushRef="#br0" timeOffset="58305.41">28655 11068 3530 0,'4'-18'-41'0,"0"3"44"0,-1 1 27 16,6 1 34-16,0 1 26 0,4 0 17 15,5 2 1-15,3 1 5 0,3 2-13 16,1 4-8-16,3 5-9 0,8 4-12 0,0 5-8 16,-4 7-3-16,-2-2-10 0,-1 8-3 15,-7 2-3-15,-2 3-3 0,-8 2 2 0,-3-1 17 16,-9 0 14-16,-10 6 18 0,-9 10 11 15,-8-2 7-15,-5-2-6 0,0-5 1 16,3-6 13-16,4-9 25 0,8-7 42 16,0-3 17-16,3-6 5 0,3-3 2 0,0-1 16 15,3 2 8-15,8-4 2 0,-15 2-6 16,15-2-17-16,-9 3-17 0,9-3-27 0,-11 3-23 16,11-3-13-16,-5 7-125 0,5-7-7 15,4 14 0-15,1-4 0 0,3 6 0 0,3 1 0 16,6 6 0-16,1 8 0 0,1-5 0 15,0 2 0-15,0 1 0 0,0-2 0 16,0 1 0-16,-2-6 0 0,-2 2 0 0,-3-7 0 16,-3-3 0-16,1-4 0 0,-7-1 0 15,6-3 0-15,-6 1 0 0,1-1 0 16,0-1 0-16,-1 0-472 0,-3-5-181 16,0 8-261-16,0-8 50 0,0 0 92 0,0 0-764 15,10-24-980-15</inkml:trace>
  <inkml:trace contextRef="#ctx0" brushRef="#br0" timeOffset="58772.55">29256 11147 4327 0,'0'-14'46'0,"-2"3"14"0,2 5-2 0,0 6 10 0,0 0 89 0,0 0 59 0,0 0 53 0,-14 26 24 0,9-4-6 15,-1 11-9-15,2 4-20 0,3 2-16 16,-1 5-24-16,2-3-23 0,0 2-19 15,2-5-12-15,-1 1-21 0,1-3-17 0,0-10-11 16,0-2-12-16,0-8-11 0,-2 0-10 16,2-4-12-16,-2 2-18 0,1-6-15 0,-1-1-11 15,0-7-24-15,4 7-33 0,-4-7-22 16,0 0 2-16,0 0-13 0,23-29 1 0,-5 1-13 16,-3-2-3-16,4 1 6 0,-1-1 2 15,2 6 17-15,-3 1 15 0,-5 7 11 0,-3 3 15 16,-2 5 14-16,1-1 9 0,-2 5 25 15,0 2 33-15,-6 2 16 0,0 0 11 0,21 4-1 16,-12 0 2-16,-2 3 3 0,4 1 1 16,-2 4-56-16,4 1-44 0,-1 3 0 15,-1-1 0-15,1 1 0 0,-1 1 0 16,-2 1 0-16,1 3 0 0,-2 0 0 0,1 9 0 16,-2 2 0-16,0-7 0 0,-5 0 0 15,-2 2 0-15,0-2 0 0,0-3 0 16,-2 1 0-16,-1-3 0 0,3-6 0 15,-2 0 0-15,2-2 0 0,0-4 0 0,-2 2 0 16,2-10 0-16,0 9 0 0,0-9 0 0,0 0-12 16,0 0-355-16,0 0-106 15,0 0-123-15,-9-23-169 0,2 12-84 0,-1-1 86 16,0 0-722-16,-3 1-932 0</inkml:trace>
  <inkml:trace contextRef="#ctx0" brushRef="#br0" timeOffset="59122.35">26606 12181 3895 0,'-34'0'34'0,"5"0"22"0,5-2 0 0,7 2-5 0,-1 0 15 16,9-2 46-16,9 2 48 0,0 0 16 0,0 0 11 15,0 0 5-15,75-12-5 0,29 4-15 16,27 1-15-16,22 3-23 0,13-2-11 16,21 6-6-16,60 3-17 0,-5 2-10 0,1 5-12 15,-11 3-6-15,-2 0-7 0,-58-1-5 16,-8 0-5-16,-16-5-4 0,-22 0-4 0,-40-4-12 16,-17 1 4-16,-20 0 9 0,-6-2 3 15,-13-2 4-15,-8 0-7 0,-2 0-4 16,-9 0-5-16,-3 0-23 0,-8 0-50 15,0 0-74-15,0 0-107 0,0 0-148 0,0 0-164 16,0 0-253-16,0 0 40 0,-37-2 87 16,37 2-520-16,-38 2-638 0</inkml:trace>
  <inkml:trace contextRef="#ctx0" brushRef="#br0" timeOffset="65869.39">26405 12726 1951 0,'2'-10'434'0,"-2"3"-127"0,2 2-70 0,-2 5-39 0,0-7-20 0,0 7-8 0,0 0-6 0,0 0 13 0,0 0 50 15,0 0 25-15,0 0 4 0,-18 49 5 16,3-12 4-16,-6 7 2 0,-2 5 13 16,-3 3 5-16,-3 0 5 0,3-1 1 0,-1-3-7 15,2-3-12-15,4-5-9 0,6-8-4 16,-1-5 3-16,7-4 3 0,2-6-169 16,1-2-96-16,-1-3 0 0,4 0 0 0,1-2 0 15,-2 1 0-15,4-1 0 0,4 3 0 16,1-4 0-16,8 1 0 0,5 2 0 0,11-2 0 15,11 0 0-15,6-6 0 0,2-1 0 16,2-3 0-16,11-4 0 0,-2-3 0 16,-12 3 0-16,-6-1 0 0,0 0 0 0,-12 1 0 15,-7 1 0-15,-5 2 0 0,-2-1 0 16,-3 0 0-16,-3 0 0 0,-9 2 0 16,16-1 0-16,-16 1 0 0,9-2 0 0,-9 2 0 15,0 0 0-15,0 0 0 0,11 2 0 16,-11-2 0-16,0 0 0 0,0 0 0 0,0 0 0 15,6 5 0-15,-6-5 0 0,0 0 0 16,0 0-115-16,0 0-937 0,0 0 117 0,0 0-1136 16,16-7-1483-16</inkml:trace>
  <inkml:trace contextRef="#ctx0" brushRef="#br0" timeOffset="66187.17">27777 12736 6112 0,'-4'-7'26'0,"4"2"-3"0,0 5-1 0,0 0 16 0,0 0 72 0,0 0 46 15,0 26 22-15,0-5 5 0,-2 14 8 16,0 6 0-16,-1 15-7 0,-4-3-10 15,2 0 0-15,-3-2-8 0,3-7-10 16,-3-5-49-16,2-2-107 0,0 0 0 0,1-7 0 16,-1-4 0-16,3-7 0 0,-1-4 0 15,-1-3 0-15,2-2 0 0,1 1 0 0,0-3 0 16,0-4 0-16,2-4-383 0,0 0-117 16,0 0-99-16,0 0-112 0,-4-21-118 0,4 4 64 15,4-7-733-15,2-15-944 0</inkml:trace>
  <inkml:trace contextRef="#ctx0" brushRef="#br0" timeOffset="66585.45">27876 12597 4323 0,'14'-15'-34'0,"-3"1"28"0,2 6 22 16,2 1 39-16,3 1 33 0,0 4 14 0,2 2 11 16,1 2-7-16,1 2-2 0,7 9-5 15,-2 2-7-15,-4 5-8 0,-2 3-3 0,-5 1-5 16,-6-2-9-16,-4 0 3 0,-2 0 13 15,-4-3 19-15,-6 5 17 0,-4 8 18 0,-5-1 11 16,-8-2 4-16,-9 3-8 0,-6 0-12 16,2-4-14-16,-5-4-5 0,11-5-16 15,1-3-5-15,11-3 1 0,2-5 9 0,5 1 11 16,4-3 17-16,-4 0 11 0,8 0 8 16,3-6-9-16,-2 8-6 0,2-8-3 15,7 11-6-15,4-4-65 0,0 5-60 16,1 2 0-16,12 6 0 0,1 1 0 0,0 4 0 15,-1-1 0-15,0 1 0 0,5 6 0 16,-6-4 0-16,-2 0 0 0,0 0 0 0,-4-6 0 16,-4-2 0-16,-3-5 0 0,-2-2 0 15,-3-2 0-15,1-1 0 0,-1-1 0 0,-4-4 0 16,5 4 0-16,-2-5 0 0,-4-3 0 16,3 10 0-16,-3-10 0 0,6 7 0 0,-2-4 0 15,-4-3 0-15,6 6 0 0,-4-1 0 16,-2-5-394-16,0 6-636 0,0-6 109 15,0 0-1067-15,7 6-1406 0</inkml:trace>
  <inkml:trace contextRef="#ctx0" brushRef="#br0" timeOffset="66887.16">29213 12711 5901 0,'0'-9'76'0,"-1"5"-6"0,1 4 61 0,0 0 88 0,0 0 49 0,-6 38 25 15,4-14 15-15,-3 16 7 0,-5 17-7 16,4-1-18-16,-1 2-278 0,-1 0-12 16,4 2 0-16,1-4 0 0,-2-2 0 15,1-9 0-15,3-4 0 0,-3-3 0 0,2-3 0 16,-2-10 0-16,2-4 0 0,1-4 0 15,-1-5 0-15,-2 0 0 0,0-2 0 0,0-6 0 16,4-4 0-16,0 0 0 0,0 0-432 16,0 0-187-16,-4-26-65 0,6 3-95 0,3-15-37 15,2-13 72-15,0-9-656 0,4-2-853 16</inkml:trace>
  <inkml:trace contextRef="#ctx0" brushRef="#br0" timeOffset="67236.25">29258 12789 3820 0,'7'-22'-36'0,"0"7"54"0,2 1 24 16,0 2 42-16,0 0 36 0,7 2 22 15,1-1 10-15,-2 6-2 0,4 4-11 16,2 1-8-16,-2 5-4 0,4 3-7 0,2 8-2 16,-2 4-10-16,-4 2-6 0,-4 4-10 15,-8-2 0-15,0-2-8 0,-5 1-3 0,-4 3 4 16,-7-2 2-16,-2 7 7 0,-4 1-9 16,-9 4-1-16,-7-4-7 0,-1-1-9 0,3-9-8 15,1-5-2-15,6-3-4 0,5-4-5 16,2-5 4-16,6-3 1 0,-2 2 19 0,11-4 11 15,-11 4 34-15,11-4 13 0,0 0 20 16,0 0 8-16,-7 4 8 0,7-4 14 16,0 0 9-16,13 15 1 0,-8-5-39 15,8 2-152-15,-1 3 0 0,6 9 0 0,-1 2 0 16,2 1 0-16,0-1 0 0,0 3 0 16,0-2 0-16,0 2 0 0,-2-2 0 15,-2-6 0-15,-5-3 0 0,0-3 0 0,-5-4 0 16,3-2 0-16,-4-1 0 0,0-1 0 15,-2-5 0-15,-1 4 0 0,-1-6-357 16,0 0-432-16,0 0-156 0,0 0 78 16,12-13-913-16,-12 4-1209 0</inkml:trace>
  <inkml:trace contextRef="#ctx0" brushRef="#br0" timeOffset="67420.03">29835 12915 5031 0,'-4'-10'-193'0,"1"6"-27"0,1-1-28 0,2 5-17 0,0-7-23 0,0 7-59 16,4-7-94-16,-4 7-110 0,7-6 40 16,-7 6-158-16,9-2-165 0</inkml:trace>
  <inkml:trace contextRef="#ctx0" brushRef="#br0" timeOffset="67903.11">29856 12872 1858 0,'17'4'75'0,"-17"-4"44"15,0 0 37-15,0 0 48 0,0 0 47 16,0 0 43-16,0 0 28 0,0 0 17 0,0 0 5 16,0 0 6-16,0 0-12 0,0 0 0 15,0 0-1-15,0 0 0 0,0 0-13 0,0 0-16 16,0 0-27-16,0 0-24 0,0 0-26 16,0 0-18-16,0 0 21 0,-17 23 15 15,17-4-3-15,-4 16-60 0,-2 7-186 0,-3 13 0 16,-2 7 0-16,-1 2 0 0,-3 6 0 15,-2-5 0-15,0 1 0 0,-1-2 0 16,3-5 0-16,0-7 0 0,2-4 0 16,3-17 0-16,2-4 0 0,5-8 0 0,-1-5 0 15,-1-1 0-15,2-1 0 0,3-4 0 16,0-8 0-16,0 6 0 0,0-6 0 0,0 0 0 16,0 0 0-16,12-22 0 0,-5 7 0 15,0-6 0-15,2 3 0 0,0-3 0 0,-3 5 0 16,-1 3 0-16,2 1 0 15,-2 2 0-15,3 1 0 0,-1 2 0 0,5 2 0 0,-1 2 0 16,4 1 0-16,-1 4 0 16,4-1 0-16,0 5 0 0,1 2 0 0,0 2 0 15,2 7 0-15,0 4 0 0,-8-2 0 16,-4-1 0-16,0 3 0 0,-4 1 0 0,-1 1 0 16,-4 3 0-16,2 0 0 0,-2-6 0 15,0 2 0-15,-2-1 0 0,2-2 0 0,0-4 0 16,0-1 0-16,0-4 0 0,0-1 0 15,0 1 0-15,2-3 0 0,-2-1 0 0,1 2 0 16,-1-8 0-16,0 9 0 0,0-5 0 16,0-4 0-16,0 8 0 0,0-8 0 0,0 0 0 15,0 0 0-15,0 0-920 0,0 0-54 16,0 0-1167-16,0 0-1551 0</inkml:trace>
  <inkml:trace contextRef="#ctx0" brushRef="#br0" timeOffset="69902.35">26035 14305 5562 0,'-1'-8'-282'0,"-1"0"37"0,-1 2 43 0,1-1 44 0,-2 1 46 15,4 6 46-15,-2-10 29 0,2 10 11 0,-1-8 8 16,1 8-3-16,0 0 3 16,0 0 63-16,0 0 54 0,0 0 51 0,0 41 28 15,-2 2 38-15,-4 15 28 0,1 5 21 0,-5 1 16 16,-2 2 5-16,1 5 2 0,-6 17-1 16,4-22-7-16,-7 0-4 0,6-4-11 15,-4-8 4-15,2-4-9 0,5-11-135 0,-2-6-125 16,3-4 0-16,5-6 0 0,-3-7 0 15,5-3 0-15,-1-3 0 0,-1-1 0 0,3-2 0 16,1-1 0-16,1-6 0 0,0 0 0 16,0 0 0-16,0 0 0 0,0 0 0 15,0 0-236-15,1-32-524 0,1 15-195 0,7-16 70 16,-2 4 90-16,2-3-756 0,1 0-994 16</inkml:trace>
  <inkml:trace contextRef="#ctx0" brushRef="#br0" timeOffset="71119.19">25921 15100 3917 0,'-21'2'-84'0,"21"-2"61"0,0 0 41 0,-13 2 37 0,13-2 49 0,-12 2 50 0,12-2 38 0,0 0 24 15,-13 2 22-15,13-2 9 0,0 0 22 16,0 0 2-16,0 0 16 0,0 0 8 15,0 0-7-15,0 0-23 0,50 1-27 0,-13-8-34 16,9 5-20-16,-2-6-20 0,1 3-16 16,3 1-16-16,-4 0-10 0,-4 0-16 15,-7 2-10-15,-6 2-8 0,-5-2-88 0,-3 2 0 16,1-1 0-16,-8 0 0 0,1 1 0 16,-13 0 0-16,20 0 0 0,-20 0 0 0,14-3 0 15,-14 3 0-15,0 0 0 16,14 0 0-16,-14 0 0 0,0 0 0 0,11-3 0 15,-11 3 0-15,9-4 0 0,-9 4-262 16,0 0-233-16,7-2-156 0,-7 2-247 0,6-6 54 0,-6 6 96 16,7-7-712-16,-7 7-909 15</inkml:trace>
  <inkml:trace contextRef="#ctx0" brushRef="#br0" timeOffset="71802.32">27585 14533 4354 0,'-4'-10'91'0,"-1"3"-4"16,5 0 1-16,0 7-5 0,0 0 22 15,0 0 77-15,0 0 58 0,-13 34 13 0,10 1-4 16,-5 5-2-16,5 18-6 0,-2 0-10 16,1 2-5-16,2 0-15 0,-1-1-21 0,3-1-11 15,-2-12-25-15,0-4-15 16,0-1-13-16,0-4-15 0,-1-10-8 0,1-4-11 0,2-6-9 16,-2-3-7-16,-1-3-26 15,-1 1-50-15,4-5 0 0,-3 0 0 0,3-7 0 16,0 0-1-16,0 0-153 0,0 0-47 15,-29-25-49-15,24 6-50 0,-5-16-55 0,-2-15-40 16,5-6-10-16,3-6 17 0,4-8 25 16,6-4 28-16,-2-3 37 0,4 3 33 0,1 8 42 15,0 6 50-15,5 2 41 0,1 9 38 16,4 3 36-16,3 6 37 0,2 5 37 16,-1 9 24-16,4 6 21 0,1 4 9 0,-1 6 12 15,-2 10-2-15,-5 0 3 0,3 8-8 16,8 10 0-16,-6 3-1 0,-4 7-3 0,-4 3 3 15,-5 3 10-15,-9 2 21 16,1 1 18-16,-9-2 27 0,-6 2 14 0,-3 7 12 16,-6-10-15-16,-3 3-11 0,-4-1-5 15,7-8-10-15,-1-6-2 0,-2-3 8 0,6-3-2 16,3-4 8-16,5-3 5 0,1-3-1 16,-2 0-1-16,7 0-8 0,-3 0-3 0,6-6-9 15,-5 5-11-15,5-5-8 0,-6 8-12 16,6-8-5-16,0 14 21 0,2-4 1 0,3 4-5 15,1 1-83-15,1 2-28 0,11 6 0 16,-1 2 0-16,0 2 0 0,2-6 0 16,2 1 0-16,-6-6 0 0,0 0 0 15,-3-7 0-15,-1 2 0 0,0-2 0 16,-2 1-113-16,-4-3-282 0,3-2-158 0,0-1-223 16,-4 0-119-16,-4-4 104 0,7 4-797 15,-7-4-1028-15</inkml:trace>
  <inkml:trace contextRef="#ctx0" brushRef="#br0" timeOffset="72234.52">28169 14279 4731 0,'-1'-9'68'0,"-1"9"34"0,2 0 84 0,0 0 80 0,3 35 46 15,1 0 14-15,0 9-2 16,0 14-5-16,-4 2-16 0,1 6-25 0,1 0-26 15,-2 3 8-15,-2-2 9 0,2-4-74 16,-1-1-195-16,-3-3 0 0,-4-6 0 0,5-10 0 16,-5-4 0-16,4-4 0 0,-2-10 0 15,2-4 0-15,1-4 0 0,-1-4 0 0,2-2 0 16,0-1 0-16,1-2 0 0,1-8 0 16,-2 5 0-16,2-5 0 0,0 0 0 0,0 0 0 15,9-29 0-15,0 12 0 0,1-1 0 16,1 3 0-16,2 1 0 0,-2 2 0 0,-2 1 0 15,2 2 0-15,-1 2 0 0,-1 5 0 16,0 2 0-16,-9 0 0 0,20 4 0 16,-11 4 0-16,1 2 0 0,-2 3 0 0,-1 1 0 15,0 5 0-15,0 0 0 0,-1 5 0 16,1 6 0-16,0 3 0 0,-1-7 0 16,-2-3 0-16,2-4 0 0,-4-1 0 0,0-5 0 15,0 1 0-15,-1-3 0 0,1-1 0 16,0-2 0-16,0 1 0 0,-4-5 0 15,2-4 0-15,-4 8 0 0,4-8-461 16,0 0-567-16,0 0 107 0,-7-19-1045 0,9 5-1385 16</inkml:trace>
  <inkml:trace contextRef="#ctx0" brushRef="#br0" timeOffset="72901.42">29642 14483 5811 0,'3'-13'78'0,"1"4"-11"0,-3 5-8 0,-1 4 37 0,0 0 76 0,-5 28 53 0,-5 4 33 15,-1 6 11-15,1 16 0 16,0 1-12-16,5 6-21 0,-5 2-13 0,9-2-52 15,-1-1-171-15,0-4 0 0,-1-10 0 16,-1-3 0-16,3-6 0 0,-1-8 0 0,-2-5 0 16,0-6 0-16,2-2 0 0,1-2 0 15,-1-2 0-15,0-3 0 0,-2 1 0 0,1-7 0 16,3-3 0-16,0 0 0 0,0 0 0 16,-27-29 0-16,17 0 0 0,4-10 0 0,-1-19 0 15,8-5 0-15,5-7 0 16,1-7 0-16,11-19 0 0,5 10 0 0,-3 23 0 0,2 9 0 15,-1 8 0-15,6 9 0 16,0 2 0-16,-4 11 0 0,8 7 0 0,-1 3 0 16,-3 5 0-16,0 9 0 0,0 2 0 15,3 7 0-15,3 5 0 0,-5 1 0 0,-3 6 0 16,-3 3 0-16,-6 1 0 0,-5 2 0 16,-4-1 0-16,-5-1 0 0,-9 7 0 15,-6 2 0-15,-10 6 0 0,-6-2 0 0,-5-2 0 16,-6-1 0-16,-4 0 0 0,4-10 0 15,4 2 0-15,11-13 0 0,7-1 0 0,4-5 0 16,3-1 0-16,3-1 0 16,4-2 0-16,4-4 0 0,2 8 0 0,-2-8 0 15,16 15 0-15,-4-3 0 0,10 5 0 16,1 3 0-16,0 5 0 0,-1 2 0 0,1 0 0 16,6 8 0-16,-8-6 0 0,-1 0 0 15,3 6 0-15,-1-6 0 0,-6 0 0 0,0-4 0 16,-3-4 0-16,-5-6 0 0,2-1 0 15,-5-2 0-15,1-4 0 0,-1 1 0 0,2-2 0 16,-5 0 0-16,-1-1 0 0,-1-6 0 16,4 6 0-16,-4-6 0 0,0 0 0 0,0 0 0 15,-16 4-904-15,16-4-90 0,-20-2 108 16,2 0-953-16,-1 0-1265 0</inkml:trace>
  <inkml:trace contextRef="#ctx0" brushRef="#br0" timeOffset="73453.5">23072 14909 5489 0,'0'0'112'0,"0"0"27"0,23-12 19 0,-5 2 20 0,17-1 10 0,14-4-6 0,10-3-14 0,8 0-13 16,4 1-17-16,3-3-15 0,21 0-15 0,-20 3-63 16,-3 2-77-16,0-1-100 0,-1 1-105 15,-6-1-132-15,-8 3-144 0,-1-4-205 16,-9 3-57-16,-13 2 81 0,-4-1-569 15,-7 6-723-15</inkml:trace>
  <inkml:trace contextRef="#ctx0" brushRef="#br0" timeOffset="73751.37">24676 13232 3895 0,'-39'-10'196'0,"2"1"5"16,2 1 20-16,11 2 22 0,7 3 32 0,1-2 7 15,7 2-3-15,5-5-27 0,4 8-26 16,25-14-23-16,26 1-21 0,17 3-29 0,9 0-78 15,13 6-118-15,24-1-168 16,5 2-223-16,-7 0-316 0,0-3-23 0,-28 6 80 16,-4-2-592-16,-2 2-745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3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773 194 344 0 0,'-10'-6'308'0'0,"-28"-11"6155"0"0,30 5-2213 0 0,7 12-4088 0 0,0-1 0 0 0,1 0 0 0 0,-1 1 0 0 0,0-1 1 0 0,0 0-1 0 0,1 0 0 0 0,-1 1 0 0 0,0-1 1 0 0,1 0-1 0 0,-1 0 0 0 0,1 0 0 0 0,-1 0 1 0 0,1 0-1 0 0,0 0 0 0 0,-1 0 0 0 0,1 0 0 0 0,0 0 1 0 0,0 0-1 0 0,-1 0 0 0 0,1 0 0 0 0,0 0 1 0 0,0 0-1 0 0,0-2 0 0 0,3-4 171 0 0,-1-1-1 0 0,1 0 1 0 0,0 1 0 0 0,0 0-1 0 0,1 0 1 0 0,0 0 0 0 0,0 0-1 0 0,1 1 1 0 0,0 0 0 0 0,0-1-1 0 0,0 2 1 0 0,1-1 0 0 0,0 1-1 0 0,10-8 1 0 0,-12 10-244 0 0,0 0 0 0 0,1 0 1 0 0,-1 0-1 0 0,0 0 0 0 0,1 1 0 0 0,0 0 0 0 0,0 0 1 0 0,0 0-1 0 0,-1 0 0 0 0,2 1 0 0 0,-1 0 0 0 0,0 0 1 0 0,0 0-1 0 0,0 1 0 0 0,0 0 0 0 0,0 0 0 0 0,1 0 1 0 0,-1 0-1 0 0,0 1 0 0 0,0 0 0 0 0,0 0 0 0 0,0 0 1 0 0,0 1-1 0 0,5 2 0 0 0,-6-2-60 0 0,-1 0 0 0 0,-1 0 0 0 0,1 1 0 0 0,0-1 0 0 0,-1 1 0 0 0,1-1 0 0 0,-1 1 0 0 0,1 0 0 0 0,-1 0 0 0 0,0 0 0 0 0,-1 0 0 0 0,1 1 0 0 0,0-1 0 0 0,-1 0 0 0 0,0 1 0 0 0,0-1 0 0 0,0 1 0 0 0,0-1 0 0 0,0 1 0 0 0,-1 0 0 0 0,0-1 0 0 0,1 1 0 0 0,-1 0 0 0 0,-1 4 0 0 0,0 8 33 0 0,-1-1-1 0 0,-1 1 1 0 0,0-1 0 0 0,-8 21-1 0 0,-12 22 78 0 0,-2 0-1 0 0,-3-2 1 0 0,-36 55-1 0 0,32-58 0 0 0,1 2 0 0 0,3 1 0 0 0,-24 73 1 0 0,48-119-100 0 0,1 0 1 0 0,1 0-1 0 0,0 0 1 0 0,1 1-1 0 0,0-1 1 0 0,0 0-1 0 0,1 1 1 0 0,0-1-1 0 0,1 1 1 0 0,0-1-1 0 0,5 17 1 0 0,-4-19-4 0 0,1 0 1 0 0,1 0-1 0 0,-1-1 0 0 0,1 1 1 0 0,1-1-1 0 0,-1 0 1 0 0,1 0-1 0 0,1-1 0 0 0,-1 1 1 0 0,1-1-1 0 0,0-1 0 0 0,0 1 1 0 0,1-1-1 0 0,13 9 1 0 0,0-3 36 0 0,1 0 0 0 0,0-2 1 0 0,1 0-1 0 0,0-1 0 0 0,0-2 1 0 0,0 0-1 0 0,1-1 0 0 0,0-1 1 0 0,1-1-1 0 0,-1-2 0 0 0,0 0 1 0 0,0-1-1 0 0,1-1 0 0 0,-1-2 1 0 0,0 0-1 0 0,31-9 0 0 0,-50 12-37 0 0,-1-1 1 0 0,0 0-1 0 0,0 0 0 0 0,1 0 0 0 0,-1-1 0 0 0,0 1 0 0 0,0-1 0 0 0,0 0 0 0 0,-1 0 0 0 0,1 0 0 0 0,0 0 0 0 0,-1 0 0 0 0,1 0 0 0 0,-1-1 0 0 0,0 1 0 0 0,1-1 0 0 0,-1 0 0 0 0,-1 1 0 0 0,1-1 0 0 0,0 0 0 0 0,-1 0 0 0 0,1 0 0 0 0,-1-1 0 0 0,0 1 0 0 0,0 0 0 0 0,1-4 0 0 0,-2 0 8 0 0,-1 1 0 0 0,1 0-1 0 0,-1 0 1 0 0,0 0-1 0 0,0-1 1 0 0,-1 1 0 0 0,0 0-1 0 0,0 0 1 0 0,0 1-1 0 0,-1-1 1 0 0,0 0 0 0 0,0 1-1 0 0,-6-8 1 0 0,-9-12 30 0 0,-2 1 1 0 0,-1 0 0 0 0,-1 2-1 0 0,0 1 1 0 0,-2 0-1 0 0,-1 2 1 0 0,-48-30-1 0 0,-10 2 103 0 0,-113-45-1 0 0,-67-12 294 0 0,-38-15 797 0 0,295 116-1238 0 0,-5-2 118 0 0,-1 0 0 0 0,1-1 0 0 0,0 0 0 0 0,1-1 0 0 0,-15-11 0 0 0,23 16-119 0 0,1 1 0 0 0,-1-1 0 0 0,1 1 0 0 0,0-1 0 0 0,0 1 0 0 0,-1-1 0 0 0,1 0 0 0 0,0 0 0 0 0,1 1 1 0 0,-1-1-1 0 0,0 0 0 0 0,0 0 0 0 0,1 0 0 0 0,-1 0 0 0 0,1 0 0 0 0,-1-4 0 0 0,2 3-16 0 0,-1 1 0 0 0,1-1 0 0 0,-1 1 1 0 0,1-1-1 0 0,0 1 0 0 0,0 0 0 0 0,0-1 0 0 0,0 1 0 0 0,1 0 1 0 0,-1 0-1 0 0,1 0 0 0 0,-1 0 0 0 0,1 0 0 0 0,0 0 0 0 0,0 0 1 0 0,-1 1-1 0 0,4-3 0 0 0,17-13-20 0 0,0 2 1 0 0,2 0-1 0 0,-1 2 0 0 0,2 0 1 0 0,-1 2-1 0 0,45-14 0 0 0,-4 6-508 0 0,103-17-1 0 0,-89 25-811 0 0,-1 4 0 0 0,1 3 0 0 0,1 4-1 0 0,126 16 1 0 0,51 32-4682 0 0,-12 28-3305 0 0,-154-41 1463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3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778 526 15517 0 0,'1'-2'163'0'0,"0"0"-1"0"0,-1 1 0 0 0,1-1 0 0 0,0 1 0 0 0,0-1 0 0 0,1 1 1 0 0,-1 0-1 0 0,0 0 0 0 0,0-1 0 0 0,1 1 0 0 0,-1 0 0 0 0,1 0 1 0 0,-1 0-1 0 0,1 0 0 0 0,-1 0 0 0 0,1 1 0 0 0,-1-1 0 0 0,1 0 1 0 0,0 1-1 0 0,0-1 0 0 0,-1 1 0 0 0,1 0 0 0 0,0 0 0 0 0,0-1 1 0 0,-1 1-1 0 0,1 0 0 0 0,0 0 0 0 0,0 1 0 0 0,-1-1 0 0 0,1 0 0 0 0,0 0 1 0 0,0 1-1 0 0,-1-1 0 0 0,1 1 0 0 0,0 0 0 0 0,-1 0 0 0 0,4 1 1 0 0,19 5 478 0 0,-20-6-519 0 0,1 0 0 0 0,-1 0 0 0 0,1 0 0 0 0,0-1 0 0 0,0 0-1 0 0,-1 0 1 0 0,1 0 0 0 0,0 0 0 0 0,-1-1 0 0 0,1 0 0 0 0,0 0 0 0 0,-1 0 0 0 0,1 0 0 0 0,-1-1 0 0 0,0 0 0 0 0,1 0 0 0 0,-1 0 0 0 0,0 0 0 0 0,0-1 0 0 0,0 0 0 0 0,0 0 0 0 0,5-5 0 0 0,-4 2-62 0 0,0 1 0 0 0,-1-1 0 0 0,0 0 0 0 0,0-1 1 0 0,0 1-1 0 0,-1-1 0 0 0,0 1 0 0 0,0-1 0 0 0,-1 0 0 0 0,0 0 0 0 0,0 0 0 0 0,-1-1 0 0 0,1 1 1 0 0,-1-13-1 0 0,0 3-14 0 0,-1-1 1 0 0,-1 1-1 0 0,-1 0 1 0 0,0 0-1 0 0,-1 0 1 0 0,-1 0-1 0 0,-1 0 1 0 0,0 1-1 0 0,-1 0 1 0 0,-1 0-1 0 0,-13-24 0 0 0,13 29-30 0 0,-1 1 1 0 0,0-1-1 0 0,0 1 0 0 0,-1 1 0 0 0,0 0 0 0 0,-1 0 0 0 0,0 0 0 0 0,0 1 0 0 0,-1 1 0 0 0,0 0 0 0 0,0 1 0 0 0,-1 0 0 0 0,0 0 0 0 0,0 1 0 0 0,0 1 0 0 0,-14-4 0 0 0,1 3 1 0 0,-1 1-1 0 0,1 1 1 0 0,0 1 0 0 0,-1 1 0 0 0,0 2 0 0 0,1 0-1 0 0,-30 6 1 0 0,40-5-3 0 0,-1 1 0 0 0,1 1 0 0 0,0 0 0 0 0,0 1 1 0 0,0 1-1 0 0,0 0 0 0 0,1 1 0 0 0,0 1 0 0 0,0 0 0 0 0,1 1 0 0 0,0 0 0 0 0,-20 20 0 0 0,29-25 2 0 0,0 0-1 0 0,0 1 0 0 0,1-1 1 0 0,0 1-1 0 0,-1 0 1 0 0,1 0-1 0 0,1 0 1 0 0,-1 1-1 0 0,1-1 0 0 0,0 0 1 0 0,0 1-1 0 0,1 0 1 0 0,-1-1-1 0 0,1 1 1 0 0,1 0-1 0 0,-1 0 1 0 0,1 0-1 0 0,0 7 0 0 0,1-6 5 0 0,1 1 1 0 0,0-1-1 0 0,1 0 0 0 0,-1 0 0 0 0,1 0 0 0 0,1 0 0 0 0,-1 0 0 0 0,1 0 1 0 0,0-1-1 0 0,1 0 0 0 0,-1 0 0 0 0,8 7 0 0 0,8 6 64 0 0,0-1 0 0 0,1-2 0 0 0,1 0 0 0 0,0-1 0 0 0,1-1 1 0 0,41 18-1 0 0,11-6 679 0 0,-59-22-214 0 0,0 1 1 0 0,0 1-1 0 0,-1 1 1 0 0,0 0-1 0 0,24 14 0 0 0,-37-18-522 0 0,1 0 0 0 0,0-1-1 0 0,-1 1 1 0 0,0 0-1 0 0,0 1 1 0 0,0-1 0 0 0,0 0-1 0 0,0 0 1 0 0,-1 1 0 0 0,1-1-1 0 0,-1 1 1 0 0,0-1 0 0 0,0 1-1 0 0,0 0 1 0 0,0 6-1 0 0,1 62-97 0 0,-2-51 105 0 0,0 2-34 0 0,-1-1 0 0 0,-1 1 0 0 0,-1-1 0 0 0,-1 1 0 0 0,-1-1 0 0 0,-1 0 0 0 0,-1-1 0 0 0,0 1 0 0 0,-2-2 0 0 0,-1 1 0 0 0,0-1 0 0 0,-17 24 0 0 0,21-37 0 0 0,0 0 0 0 0,-1 0 0 0 0,0 0 0 0 0,0-1 0 0 0,-1 0 0 0 0,1-1 0 0 0,-1 0 0 0 0,0 0 0 0 0,-1 0 0 0 0,1-1 0 0 0,-12 4 0 0 0,5-4 0 0 0,0 0 0 0 0,0-1 0 0 0,0-1 0 0 0,-1 0 0 0 0,1-1 0 0 0,-20 0 0 0 0,-10-5 0 0 0,0-2 0 0 0,0-2 0 0 0,-71-22 0 0 0,-67-35-1136 0 0,180 64-1197 0 0,49-2-14873 0 0,-6 3 6970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3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19038 0 0,'5'-6'102'0'0,"1"0"0"0"0,0 1 1 0 0,0 0-1 0 0,1 0 1 0 0,0 1-1 0 0,-1 0 0 0 0,1 0 1 0 0,1 1-1 0 0,-1-1 0 0 0,0 1 1 0 0,1 1-1 0 0,0 0 0 0 0,-1 0 1 0 0,1 0-1 0 0,0 1 0 0 0,0 0 1 0 0,0 1-1 0 0,0 0 0 0 0,0 0 1 0 0,0 0-1 0 0,0 1 0 0 0,0 0 1 0 0,-1 1-1 0 0,1 0 1 0 0,0 0-1 0 0,-1 1 0 0 0,1 0 1 0 0,-1 0-1 0 0,0 1 0 0 0,13 8 1 0 0,-12-7 7 0 0,0 0 1 0 0,0 1 0 0 0,-1-1-1 0 0,0 2 1 0 0,0-1-1 0 0,0 1 1 0 0,-1 0 0 0 0,0 1-1 0 0,-1-1 1 0 0,1 1 0 0 0,-2 1-1 0 0,1-1 1 0 0,-1 0-1 0 0,0 1 1 0 0,-1 0 0 0 0,0 0-1 0 0,0 0 1 0 0,-1 0 0 0 0,0 1-1 0 0,0-1 1 0 0,-1 0-1 0 0,-1 1 1 0 0,0-1 0 0 0,0 1-1 0 0,-1-1 1 0 0,-1 11 0 0 0,-4 2 102 0 0,0 0 1 0 0,-2-1 0 0 0,0 0-1 0 0,-21 36 1 0 0,-56 76 773 0 0,11-21-15 0 0,62-95-744 0 0,10-14-166 0 0,-1-1 0 0 0,1 1-1 0 0,1-1 1 0 0,-1 1 0 0 0,0 0-1 0 0,1 0 1 0 0,-1 0 0 0 0,1 0-1 0 0,0 0 1 0 0,0 0 0 0 0,-1 6-1 0 0,4-8-33 0 0,-1 0 1 0 0,1 1-1 0 0,0-1 0 0 0,0 0 0 0 0,0 0 0 0 0,0-1 0 0 0,1 1 0 0 0,-1 0 1 0 0,0-1-1 0 0,0 1 0 0 0,4 0 0 0 0,-5-1-11 0 0,8 1-28 0 0,0 0 0 0 0,1-1 0 0 0,-1 0 0 0 0,0 0 0 0 0,1-1 0 0 0,-1 0 0 0 0,0-1-1 0 0,11-3 1 0 0,74-27-538 0 0,-63 20 319 0 0,344-167-3892 0 0,-228 103 2462 0 0,-38 12 462 0 0,28-12 973 0 0,-158 98 4250 0 0,-59 79-1053 0 0,69-86-2445 0 0,1 0 0 0 0,0 1 0 0 0,1 0 0 0 0,1 1 0 0 0,-11 32 0 0 0,17-45-492 0 0,1 1 1 0 0,0-1 0 0 0,1 0 0 0 0,-1 1-1 0 0,1-1 1 0 0,0 0 0 0 0,0 1 0 0 0,0-1-1 0 0,0 0 1 0 0,1 1 0 0 0,-1-1 0 0 0,1 0-1 0 0,1 0 1 0 0,-1 0 0 0 0,0 0 0 0 0,1 0 0 0 0,0 0-1 0 0,0 0 1 0 0,0 0 0 0 0,0 0 0 0 0,1-1-1 0 0,0 1 1 0 0,-1-1 0 0 0,1 0 0 0 0,0 0-1 0 0,1 0 1 0 0,-1 0 0 0 0,0 0 0 0 0,1-1-1 0 0,0 0 1 0 0,4 3 0 0 0,8 2-36 0 0,0 0 0 0 0,1-1 0 0 0,0 0 0 0 0,0-2 0 0 0,1 0 0 0 0,-1-1 0 0 0,1-1 0 0 0,0 0 0 0 0,-1-1 0 0 0,1-1 0 0 0,0-1 0 0 0,28-5 0 0 0,-18 2 0 0 0,0-2 0 0 0,0 0 0 0 0,-1-2 0 0 0,0-2 0 0 0,0 0 0 0 0,-1-1 0 0 0,30-19 0 0 0,-45 23 0 0 0,-1 0 0 0 0,0 0 0 0 0,0-1 0 0 0,-1 0 0 0 0,0-1 0 0 0,0 0 0 0 0,-1 0 0 0 0,0-1 0 0 0,0 0 0 0 0,-1-1 0 0 0,-1 1 0 0 0,0-1 0 0 0,0-1 0 0 0,-1 1 0 0 0,-1-1 0 0 0,0 0 0 0 0,0 0 0 0 0,-1 0 0 0 0,-1 0 0 0 0,0-1 0 0 0,0 1 0 0 0,-2-1 0 0 0,1 1 0 0 0,-2-1 0 0 0,1 1 0 0 0,-2-1 0 0 0,0 1 0 0 0,0 0 0 0 0,-1-1 0 0 0,-1 1 0 0 0,0 0 0 0 0,0 1 0 0 0,-1-1 0 0 0,-1 1 0 0 0,0 0 0 0 0,0 0 0 0 0,-1 1 0 0 0,-9-11 0 0 0,5 8 73 0 0,0 1 0 0 0,-1-1 0 0 0,-1 2 0 0 0,0 0 0 0 0,0 0 1 0 0,-1 1-1 0 0,-1 1 0 0 0,0 0 0 0 0,0 2 0 0 0,0-1 0 0 0,-1 2 0 0 0,-28-9 0 0 0,29 11-381 0 0,1 1 0 0 0,-1 1 0 0 0,0 0 0 0 0,0 1 0 0 0,0 1 0 0 0,1 0 0 0 0,-1 1 0 0 0,-18 3 0 0 0,21-1-979 0 0,0 0-1 0 0,-1 1 1 0 0,1 0 0 0 0,1 1 0 0 0,-1 0-1 0 0,-12 8 1 0 0,23-13 219 0 0,-3 3 231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3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17478 0 0,'5'-6'36'0'0,"0"1"0"0"0,1-1 0 0 0,-1 2 1 0 0,1-1-1 0 0,0 1 0 0 0,1 0 0 0 0,-1 0 1 0 0,1 0-1 0 0,-1 1 0 0 0,1 0 1 0 0,0 0-1 0 0,0 1 0 0 0,1 0 0 0 0,-1 0 1 0 0,0 1-1 0 0,1 0 0 0 0,-1 0 0 0 0,1 1 1 0 0,-1 0-1 0 0,0 0 0 0 0,1 0 1 0 0,-1 1-1 0 0,1 0 0 0 0,-1 1 0 0 0,0 0 1 0 0,0 0-1 0 0,1 0 0 0 0,-2 1 0 0 0,14 7 1 0 0,-13-6 105 0 0,0 1 0 0 0,0-1 1 0 0,0 2-1 0 0,-1-1 0 0 0,0 1 1 0 0,0-1-1 0 0,-1 2 0 0 0,1-1 0 0 0,-1 0 1 0 0,-1 1-1 0 0,1 0 0 0 0,-1 0 1 0 0,0 1-1 0 0,-1-1 0 0 0,0 1 1 0 0,0 0-1 0 0,0 0 0 0 0,-1 0 1 0 0,0 0-1 0 0,-1 0 0 0 0,1 16 0 0 0,-2 8 1117 0 0,-1 0 0 0 0,-2-1 0 0 0,-2 1 0 0 0,-10 42 0 0 0,7-35 572 0 0,7-37-1758 0 0,1-1-1 0 0,-1 1 1 0 0,1 0 0 0 0,0 0 0 0 0,0 0-1 0 0,0 0 1 0 0,0 0 0 0 0,0 0-1 0 0,1 0 1 0 0,-1 0 0 0 0,1 0-1 0 0,-1 0 1 0 0,1 0 0 0 0,-1 0 0 0 0,1-1-1 0 0,0 1 1 0 0,0 0 0 0 0,0-1-1 0 0,0 1 1 0 0,0 0 0 0 0,0-1-1 0 0,1 1 1 0 0,-1-1 0 0 0,1 1-1 0 0,-1-1 1 0 0,1 0 0 0 0,-1 0 0 0 0,1 0-1 0 0,-1 0 1 0 0,1 0 0 0 0,0 0-1 0 0,0 0 1 0 0,0 0 0 0 0,-1-1-1 0 0,1 1 1 0 0,0-1 0 0 0,0 1-1 0 0,0-1 1 0 0,0 0 0 0 0,2 0 0 0 0,11 2-261 0 0,0-1 1 0 0,0 0 0 0 0,0-2 0 0 0,18-2 0 0 0,-25 3 100 0 0,47-8-1134 0 0,1-1-1 0 0,-2-4 0 0 0,1-1 1 0 0,89-38-1 0 0,-36 4-2352 0 0,124-75 0 0 0,20-36-5150 0 0,-157 94 780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3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1005 110 14189 0 0,'-2'-6'31'0'0,"-2"1"-1"0"0,1-1 0 0 0,0 1 0 0 0,-1-1 0 0 0,0 1 1 0 0,-1 0-1 0 0,1 1 0 0 0,-1-1 0 0 0,0 1 1 0 0,0 0-1 0 0,-8-5 0 0 0,-63-31 2686 0 0,74 39-2638 0 0,1 0-22 0 0,0 1 0 0 0,1-1 0 0 0,-1 1 0 0 0,0-1-1 0 0,0 1 1 0 0,0 0 0 0 0,0-1 0 0 0,1 1 0 0 0,-1 0 0 0 0,0 0 0 0 0,0-1-1 0 0,0 1 1 0 0,0 0 0 0 0,0 0 0 0 0,0 0 0 0 0,0 0 0 0 0,0 0-1 0 0,0 1 1 0 0,0-1 0 0 0,0 0 0 0 0,1 0 0 0 0,-1 1 0 0 0,0-1-1 0 0,0 0 1 0 0,0 1 0 0 0,0-1 0 0 0,0 1 0 0 0,1-1 0 0 0,-2 2-1 0 0,1-1-1 0 0,0 1 0 0 0,0 0 0 0 0,1-1 0 0 0,-1 1-1 0 0,1 0 1 0 0,-1-1 0 0 0,1 1 0 0 0,-1 0-1 0 0,1 0 1 0 0,0-1 0 0 0,0 1 0 0 0,0 0-1 0 0,0 0 1 0 0,1 2 0 0 0,0 6 112 0 0,1 1 0 0 0,1-1-1 0 0,6 20 1 0 0,28 52 382 0 0,-14-34-98 0 0,28 90 0 0 0,-46-122-200 0 0,-1 1 0 0 0,-1-1-1 0 0,-1 0 1 0 0,0 1-1 0 0,-1-1 1 0 0,-1 1 0 0 0,-1 0-1 0 0,0-1 1 0 0,-1 1-1 0 0,-4 15 1 0 0,3-19 72 0 0,-3 8 694 0 0,1 1 1 0 0,1 0-1 0 0,-2 31 1 0 0,6-45-818 0 0,0-1 1 0 0,1 1 0 0 0,0-1 0 0 0,0 0-1 0 0,1 1 1 0 0,0-1 0 0 0,0 0 0 0 0,0 0-1 0 0,1 0 1 0 0,0 0 0 0 0,1 0-1 0 0,0-1 1 0 0,8 12 0 0 0,4 2 214 0 0,0 1-247 0 0,0 0 1 0 0,17 32 0 0 0,-30-48-169 0 0,-1 0 0 0 0,1 0-1 0 0,-1 0 1 0 0,0 1 0 0 0,0-1 0 0 0,-1 1 0 0 0,1-1 0 0 0,-1 1 0 0 0,0 0 0 0 0,-1-1 0 0 0,1 1 0 0 0,-1 0-1 0 0,-1 0 1 0 0,1-1 0 0 0,-1 1 0 0 0,-2 9 0 0 0,0-8 1 0 0,-1-1 0 0 0,1-1 0 0 0,-1 1 0 0 0,0 0 0 0 0,-1-1 0 0 0,1 0 0 0 0,-1 0 0 0 0,0 0 0 0 0,-1-1 0 0 0,1 1 0 0 0,-1-1 0 0 0,0-1 0 0 0,0 1 0 0 0,-8 3 0 0 0,-16 7 0 0 0,-50 17 0 0 0,78-30 0 0 0,-112 34-134 0 0,-171 29 0 0 0,111-33-3625 0 0,73-14-1103 0 0,4 2-607 0 0,31-3-2058 0 0,16-2-1499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2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56 14945 0 0,'-16'0'-1481'0'0,"13"-3"627"0"0,23-11 437 0 0,49-12 598 0 0,-46 21-172 0 0,-1 2 0 0 0,1 0 0 0 0,0 2 0 0 0,0 1 0 0 0,35 3 0 0 0,-46-2-4 0 0,-1 1-1 0 0,1 0 0 0 0,-1 1 1 0 0,0 1-1 0 0,0-1 1 0 0,0 2-1 0 0,0-1 0 0 0,-1 1 1 0 0,0 1-1 0 0,0 0 0 0 0,0 1 1 0 0,13 11-1 0 0,-19-14 27 0 0,-1 0-1 0 0,1 0 1 0 0,-1 1-1 0 0,0-1 1 0 0,0 1 0 0 0,-1-1-1 0 0,0 1 1 0 0,0 0-1 0 0,0 0 1 0 0,0 0 0 0 0,-1 0-1 0 0,1 0 1 0 0,-1 0-1 0 0,-1 1 1 0 0,1-1-1 0 0,-1 0 1 0 0,0 1 0 0 0,0-1-1 0 0,0 0 1 0 0,-1 1-1 0 0,0-1 1 0 0,0 0 0 0 0,0 0-1 0 0,-1 0 1 0 0,1 0-1 0 0,-1 0 1 0 0,-1 0-1 0 0,-3 6 1 0 0,-5 10 186 0 0,-1 0-1 0 0,-2 0 1 0 0,0-1 0 0 0,-28 30-1 0 0,-125 111 1084 0 0,106-106-422 0 0,-66 77 0 0 0,123-128-798 0 0,-1 2-1 0 0,1-1 1 0 0,1 0 0 0 0,-1 1 0 0 0,1 0-1 0 0,0-1 1 0 0,0 1 0 0 0,0 1-1 0 0,1-1 1 0 0,0 0 0 0 0,0 0 0 0 0,1 1-1 0 0,-1 7 1 0 0,2-10-37 0 0,0 0 1 0 0,1-1-1 0 0,0 1 1 0 0,-1-1-1 0 0,1 1 0 0 0,1-1 1 0 0,-1 1-1 0 0,0-1 0 0 0,1 1 1 0 0,0-1-1 0 0,0 0 1 0 0,0 0-1 0 0,0 0 0 0 0,0 0 1 0 0,0 0-1 0 0,1-1 1 0 0,0 1-1 0 0,-1-1 0 0 0,1 1 1 0 0,0-1-1 0 0,0 0 1 0 0,0 0-1 0 0,1 0 0 0 0,4 2 1 0 0,5 3 80 0 0,1 0 0 0 0,0-1 0 0 0,0 0 0 0 0,0-1 0 0 0,1-1 0 0 0,0 0-1 0 0,0-1 1 0 0,0 0 0 0 0,0-2 0 0 0,0 1 0 0 0,29-3 0 0 0,-41 1-65 0 0,0-1-1 0 0,-1 1 0 0 0,1-1 0 0 0,0 0 1 0 0,0 0-1 0 0,-1 0 0 0 0,1 0 1 0 0,0-1-1 0 0,-1 1 0 0 0,1-1 0 0 0,-1 1 1 0 0,0-1-1 0 0,0 0 0 0 0,1 0 1 0 0,-1 0-1 0 0,-1 0 0 0 0,1 0 0 0 0,0-1 1 0 0,2-2-1 0 0,-2 1 24 0 0,-1-1 0 0 0,1 1 0 0 0,-1 0 0 0 0,0 0 0 0 0,0-1 0 0 0,0 1 0 0 0,-1 0 0 0 0,1-1 0 0 0,-1 1 0 0 0,0-1 0 0 0,-1-6 0 0 0,-3-7 176 0 0,1 0 0 0 0,-2-1 0 0 0,-1 1 0 0 0,-14-32 1 0 0,-17-23 600 0 0,-57-86 0 0 0,-21-37 1060 0 0,111 189-1801 0 0,1-1 0 0 0,0 1 0 0 0,0-1 0 0 0,0 0 0 0 0,1 0 0 0 0,0 0 0 0 0,1 0 0 0 0,0 0 0 0 0,0-15 0 0 0,1 19-73 0 0,1 0-1 0 0,-1 0 0 0 0,1 0 0 0 0,0 0 0 0 0,0 0 0 0 0,1 0 0 0 0,-1 0 0 0 0,1 1 1 0 0,0-1-1 0 0,0 0 0 0 0,0 1 0 0 0,0 0 0 0 0,1-1 0 0 0,-1 1 0 0 0,1 0 0 0 0,0 0 0 0 0,0 0 1 0 0,0 1-1 0 0,0-1 0 0 0,0 1 0 0 0,7-4 0 0 0,7-2-86 0 0,1 0 0 0 0,0 1 0 0 0,0 1-1 0 0,1 1 1 0 0,-1 1 0 0 0,1 0 0 0 0,0 2-1 0 0,0 0 1 0 0,0 1 0 0 0,23 1 0 0 0,31 5-1670 0 0,93 17 0 0 0,-148-19 1334 0 0,268 49-7730 0 0,-102-5-708 0 0,-116-25 1434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3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1809 76 12641 0 0,'-34'-15'-154'0'0,"-2"2"0"0"0,1 1 0 0 0,-2 2 0 0 0,1 2 0 0 0,-1 1 0 0 0,-1 2 0 0 0,1 1 0 0 0,-1 2 0 0 0,-71 6 0 0 0,28 5 496 0 0,0 3-1 0 0,2 4 0 0 0,-118 38 0 0 0,124-28 10 0 0,1 2 0 0 0,2 4 0 0 0,1 3 0 0 0,-76 51 0 0 0,93-51 12 0 0,2 2 0 0 0,2 2 0 0 0,2 2 0 0 0,1 2 0 0 0,-63 81 0 0 0,87-96-129 0 0,2 0 0 0 0,1 1 0 0 0,1 1-1 0 0,1 0 1 0 0,2 1 0 0 0,-18 59 0 0 0,27-69-67 0 0,0 0 1 0 0,2 1-1 0 0,0 0 0 0 0,1 0 0 0 0,1 0 1 0 0,1 0-1 0 0,1 0 0 0 0,2 0 0 0 0,0 0 1 0 0,1 0-1 0 0,12 38 0 0 0,-3-27-5 0 0,2-1 0 0 0,0-1-1 0 0,3-1 1 0 0,0 0 0 0 0,2-1 0 0 0,1-1-1 0 0,1-1 1 0 0,2-1 0 0 0,0-1-1 0 0,2-2 1 0 0,0 0 0 0 0,39 25 0 0 0,15 4 149 0 0,2-4 1 0 0,3-3 0 0 0,118 45-1 0 0,-103-52-102 0 0,2-4-1 0 0,2-5 1 0 0,0-4-1 0 0,108 11 1 0 0,-124-26-56 0 0,0-5 0 0 0,0-3 0 0 0,-1-3 0 0 0,1-5-1 0 0,110-21 1 0 0,-158 19-90 0 0,-1-2 0 0 0,0-2 0 0 0,0-1 0 0 0,-2-2 0 0 0,1-1 0 0 0,-2-2-1 0 0,44-29 1 0 0,-56 29-30 0 0,-1 0-1 0 0,0-1 0 0 0,-1-2 1 0 0,-1 0-1 0 0,-1-1 0 0 0,-1-2 1 0 0,-1 1-1 0 0,-2-2 0 0 0,0 0 1 0 0,19-43-1 0 0,-20 31-9 0 0,-1-1 0 0 0,-2-1 0 0 0,-2 0 0 0 0,-1 0 0 0 0,-3-1 0 0 0,-1 0 0 0 0,-1 0 0 0 0,-3 0 0 0 0,-4-54 0 0 0,-4 27 3 0 0,-2-1-1 0 0,-4 2 1 0 0,-2-1 0 0 0,-41-108 0 0 0,36 123-44 0 0,-2 1 0 0 0,-2 1 0 0 0,-3 1 0 0 0,-2 1 0 0 0,-44-56 0 0 0,55 82-78 0 0,-1 0 1 0 0,-1 1 0 0 0,-1 1-1 0 0,-1 1 1 0 0,0 1 0 0 0,-1 1-1 0 0,-1 2 1 0 0,-1 0 0 0 0,0 1-1 0 0,-1 1 1 0 0,-1 2 0 0 0,-28-9-1 0 0,18 10-259 0 0,-1 3-1 0 0,-1 1 1 0 0,1 1-1 0 0,-1 3 1 0 0,1 1-1 0 0,-1 1 1 0 0,0 3-1 0 0,-42 7 0 0 0,14 3-1128 0 0,2 3-1 0 0,0 3 0 0 0,-113 48 0 0 0,126-41-26 0 0,1 1-1 0 0,2 3 0 0 0,0 2 1 0 0,3 2-1 0 0,-51 48 0 0 0,-3 7-3645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2182 73 9841 0 0,'9'-7'235'0'0,"0"0"0"0"0,0-1 0 0 0,-1 0 0 0 0,0 0 0 0 0,0-1 0 0 0,10-15 0 0 0,-17 23 248 0 0,-5 1-386 0 0,1 0 0 0 0,-1 1 1 0 0,0 0-1 0 0,1-1 0 0 0,-1 1 0 0 0,0 1 0 0 0,1-1 0 0 0,0 1 1 0 0,-7 3-1 0 0,-8 4 111 0 0,-88 39 1152 0 0,-195 122 1 0 0,149-79-603 0 0,-552 323 2239 0 0,20 31 1015 0 0,612-392-3331 0 0,-55 35-987 0 0,92-76-15645 0 0,24-3 9746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4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850 408 11877 0 0,'6'-3'535'0'0,"0"-1"1"0"0,-1 0-1 0 0,1 0 1 0 0,-1-1-1 0 0,8-8 0 0 0,-12 11 771 0 0,2 1-838 0 0,1-1-1 0 0,-1 0 1 0 0,1 0 0 0 0,-1 0 0 0 0,0 0-1 0 0,0-1 1 0 0,0 1 0 0 0,0-1 0 0 0,-1 0-1 0 0,4-4 1 0 0,-5 5-627 0 0,8-8 398 0 0,0-1-1 0 0,-1-1 1 0 0,0 1 0 0 0,-1-1 0 0 0,-1-1 0 0 0,0 1 0 0 0,0-1 0 0 0,-1 0 0 0 0,-1 0 0 0 0,4-22 0 0 0,-6 28-204 0 0,0 0 1 0 0,-1 1-1 0 0,-1-1 1 0 0,1 0-1 0 0,-1 0 1 0 0,0 0 0 0 0,-1 0-1 0 0,1 0 1 0 0,-1 0-1 0 0,-1 0 1 0 0,1 0 0 0 0,-1 1-1 0 0,-1-1 1 0 0,1 0-1 0 0,-1 1 1 0 0,0 0-1 0 0,0 0 1 0 0,-1 0 0 0 0,0 0-1 0 0,0 0 1 0 0,0 1-1 0 0,-10-9 1 0 0,10 10-23 0 0,-1 1 1 0 0,1 0-1 0 0,-1 0 0 0 0,0 1 1 0 0,0-1-1 0 0,0 1 0 0 0,0 0 1 0 0,0 0-1 0 0,0 1 0 0 0,-1 0 1 0 0,1 0-1 0 0,-1 0 1 0 0,1 0-1 0 0,-8 1 0 0 0,3 1-2 0 0,-1 0 0 0 0,1 0 0 0 0,0 1 0 0 0,0 1-1 0 0,0-1 1 0 0,0 2 0 0 0,-11 4 0 0 0,0 2 2 0 0,1 1 1 0 0,0 1-1 0 0,1 0 1 0 0,1 2-1 0 0,0 0 1 0 0,-22 22-1 0 0,25-20-3 0 0,1 0 0 0 0,1 1 0 0 0,0 0-1 0 0,1 1 1 0 0,1 0 0 0 0,1 1 0 0 0,-15 37 0 0 0,22-48-3 0 0,1 0 0 0 0,-1 0 0 0 0,1 0 0 0 0,1 0 0 0 0,-1 0 0 0 0,1 1 0 0 0,1-1 0 0 0,0 0 0 0 0,0 1 0 0 0,0-1 0 0 0,1 1 0 0 0,0-1 1 0 0,1 0-1 0 0,0 0 0 0 0,0 0 0 0 0,1 0 0 0 0,0 0 0 0 0,0 0 0 0 0,1-1 0 0 0,0 1 0 0 0,1-1 0 0 0,-1 0 0 0 0,8 8 0 0 0,-5-8 8 0 0,0 0 0 0 0,1 0-1 0 0,0 0 1 0 0,0-1 0 0 0,0 0-1 0 0,1-1 1 0 0,0 0 0 0 0,17 7-1 0 0,1-3 121 0 0,51 11-1 0 0,9 3 71 0 0,-83-22-182 0 0,1 1 1 0 0,-1-1 0 0 0,0 1-1 0 0,1 0 1 0 0,-1 1 0 0 0,0-1-1 0 0,0 0 1 0 0,-1 1-1 0 0,1 0 1 0 0,0 0 0 0 0,-1 0-1 0 0,0 1 1 0 0,0-1 0 0 0,0 1-1 0 0,0 0 1 0 0,0 0 0 0 0,-1 0-1 0 0,1 0 1 0 0,-1 0 0 0 0,0 0-1 0 0,-1 0 1 0 0,1 1-1 0 0,-1-1 1 0 0,0 1 0 0 0,0 0-1 0 0,0-1 1 0 0,0 1 0 0 0,-1 0-1 0 0,0-1 1 0 0,0 1 0 0 0,0 0-1 0 0,-1-1 1 0 0,1 1-1 0 0,-3 6 1 0 0,0 1 181 0 0,0 0 0 0 0,-1-1-1 0 0,0 0 1 0 0,-1 1 0 0 0,0-1 0 0 0,-1-1 0 0 0,0 1-1 0 0,-1-1 1 0 0,0 0 0 0 0,0-1 0 0 0,-1 0 0 0 0,-14 13-1 0 0,-1-4 149 0 0,-1-2-1 0 0,-1 0 0 0 0,0-1 0 0 0,-1-2 1 0 0,-1-1-1 0 0,-44 15 0 0 0,7-8 23 0 0,-119 19 0 0 0,123-29-375 0 0,-88 0 0 0 0,131-9-333 0 0,0 0 0 0 0,-1-1 0 0 0,-22-5 0 0 0,11-6-4158 0 0,7-11-5036 0 0,24 4-6034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4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850 46 15657 0 0,'-1'-3'-36'0'0,"-1"0"0"0"0,0 1-1 0 0,0-1 1 0 0,-1 0 0 0 0,1 1-1 0 0,0 0 1 0 0,-1 0-1 0 0,1 0 1 0 0,-1 0 0 0 0,0 0-1 0 0,0 0 1 0 0,0 0 0 0 0,0 1-1 0 0,0 0 1 0 0,0 0-1 0 0,0-1 1 0 0,-6 0 0 0 0,3 2 60 0 0,1-1 0 0 0,-1 1 1 0 0,0 0-1 0 0,0 1 1 0 0,0-1-1 0 0,1 1 1 0 0,-1 0-1 0 0,0 1 1 0 0,-7 2-1 0 0,-9 5 238 0 0,1 1 1 0 0,0 2-1 0 0,-37 25 0 0 0,57-36-257 0 0,-55 40 549 0 0,2 2-1 0 0,1 3 1 0 0,3 2-1 0 0,-79 97 0 0 0,92-96-138 0 0,2 0-1 0 0,2 2 1 0 0,3 2-1 0 0,2 1 1 0 0,-36 97-1 0 0,54-119-206 0 0,2-1-1 0 0,0 2 0 0 0,3-1 1 0 0,0 1-1 0 0,2-1 0 0 0,2 1 1 0 0,0 0-1 0 0,3 0 0 0 0,0 0 1 0 0,3 0-1 0 0,0-1 0 0 0,19 60 1 0 0,-11-56-51 0 0,1-1 1 0 0,2-1 0 0 0,2 0 0 0 0,1-2-1 0 0,1 0 1 0 0,2-1 0 0 0,1-1 0 0 0,1 0-1 0 0,2-2 1 0 0,53 45 0 0 0,-36-40-24 0 0,1-3 1 0 0,1-1 0 0 0,1-2-1 0 0,1-2 1 0 0,2-3 0 0 0,0-1 0 0 0,2-3-1 0 0,0-2 1 0 0,61 11 0 0 0,-52-16-16 0 0,0-2 0 0 0,0-4 1 0 0,1-1-1 0 0,-1-4 1 0 0,1-2-1 0 0,-1-3 0 0 0,110-23 1 0 0,-135 20-64 0 0,0-2 0 0 0,-1-2-1 0 0,0-1 1 0 0,-1-2 0 0 0,0-1 0 0 0,-2-1 0 0 0,0-2 0 0 0,-1-1 0 0 0,-1-1-1 0 0,35-34 1 0 0,-42 33-32 0 0,-1-1 0 0 0,-2-1 0 0 0,0 0-1 0 0,-1-2 1 0 0,-2 0 0 0 0,-1-1 0 0 0,0-1-1 0 0,-3 0 1 0 0,0-1 0 0 0,-2 0 0 0 0,0 0 0 0 0,6-46-1 0 0,-9 27-50 0 0,-2-1 0 0 0,-3 0-1 0 0,-2 0 1 0 0,-2 0 0 0 0,-15-90 0 0 0,-3 42-276 0 0,-61-178 1 0 0,64 227 192 0 0,-2 2 1 0 0,-2 0-1 0 0,-2 1 0 0 0,-2 2 0 0 0,-1 0 0 0 0,-41-47 0 0 0,50 70 46 0 0,0 0 0 0 0,-2 2 0 0 0,0 0 0 0 0,-1 1 0 0 0,-1 2 0 0 0,-1 0 0 0 0,0 0 0 0 0,-1 2 0 0 0,0 1 0 0 0,-1 1 0 0 0,0 1 0 0 0,0 1 0 0 0,-45-9 0 0 0,31 12-297 0 0,-1 3-1 0 0,0 0 1 0 0,0 3-1 0 0,0 1 1 0 0,1 2-1 0 0,-1 2 0 0 0,1 2 1 0 0,0 1-1 0 0,0 1 1 0 0,1 3-1 0 0,0 1 0 0 0,1 1 1 0 0,1 2-1 0 0,-62 38 1 0 0,73-38-748 0 0,0 0 1 0 0,-33 31 0 0 0,50-40 490 0 0,-1 0 1 0 0,1 1 0 0 0,1-1-1 0 0,-1 1 1 0 0,1 1-1 0 0,1-1 1 0 0,-1 1 0 0 0,2 0-1 0 0,-1 0 1 0 0,-5 16-1 0 0,9 7-3339 0 0,6-6-1468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93 114 11669 0 0,'-28'-35'589'0'0,"-36"-35"3593"0"0,65 70-4151 0 0,-1 0-1 0 0,0-1 1 0 0,0 1-1 0 0,0 0 1 0 0,0 0-1 0 0,1 0 1 0 0,-1 0-1 0 0,0 0 1 0 0,0 0-1 0 0,0 0 1 0 0,0 0-1 0 0,1 0 1 0 0,-1 0 0 0 0,0-1-1 0 0,0 1 1 0 0,0 0-1 0 0,0 0 1 0 0,0 0-1 0 0,0 0 1 0 0,0 0-1 0 0,1-1 1 0 0,-1 1-1 0 0,0 0 1 0 0,0 0-1 0 0,0 0 1 0 0,0 0-1 0 0,0 0 1 0 0,0-1-1 0 0,0 1 1 0 0,0 0-1 0 0,0 0 1 0 0,0 0-1 0 0,0-1 1 0 0,0 1 0 0 0,0 0-1 0 0,0 0 1 0 0,0 0-1 0 0,0 0 1 0 0,0-1-1 0 0,0 1 1 0 0,0 0-1 0 0,0 0 1 0 0,0 0-1 0 0,0 0 1 0 0,0-1-1 0 0,-1 1 1 0 0,1 0-1 0 0,0 0 1 0 0,0 0-1 0 0,0 0 1 0 0,0 0-1 0 0,0-1 1 0 0,0 1-1 0 0,-1 0 1 0 0,1 0 0 0 0,0 0-1 0 0,0 0 1 0 0,0 0-1 0 0,0 0 1 0 0,0 0-1 0 0,-1 0 1 0 0,1 0-1 0 0,0 0 1 0 0,0-1-1 0 0,0 1 1 0 0,0 0-1 0 0,-1 0 1 0 0,1 0-1 0 0,309 382 4443 0 0,138 153-1930 0 0,-326-408-2036 0 0,405 454 1981 0 0,-475-513-5087 0 0,-51-67 2357 0 0,0-1 0 0 0,0 1 0 0 0,0-1-1 0 0,0 1 1 0 0,0 0 0 0 0,0-1 0 0 0,-1 1 0 0 0,1 0-1 0 0,0-1 1 0 0,0 1 0 0 0,0-1 0 0 0,-1 1-1 0 0,1-1 1 0 0,0 1 0 0 0,-1 0 0 0 0,1-1 0 0 0,0 1-1 0 0,-1-1 1 0 0,1 1 0 0 0,-1-1 0 0 0,1 0-1 0 0,-1 1 1 0 0,1-1 0 0 0,-1 1 0 0 0,1-1 0 0 0,-1 0-1 0 0,1 1 1 0 0,-1-1 0 0 0,1 0 0 0 0,-2 0-1 0 0,-17 11-3084 0 0,18-10 3210 0 0,-23 12-5227 0 0,-3 3-2461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3 176 15837 0 0,'-1'-7'190'0'0,"0"0"0"0"0,1 1 0 0 0,0-1 0 0 0,0 0-1 0 0,1 1 1 0 0,0-1 0 0 0,0 0 0 0 0,1 1 0 0 0,0-1-1 0 0,0 1 1 0 0,0 0 0 0 0,1-1 0 0 0,0 1 0 0 0,0 0-1 0 0,0 1 1 0 0,1-1 0 0 0,0 0 0 0 0,0 1 0 0 0,7-7-1 0 0,-5 7-28 0 0,0 0 0 0 0,0 1 0 0 0,1 0 0 0 0,-1 0 0 0 0,1 0 0 0 0,0 1 0 0 0,0 0-1 0 0,0 0 1 0 0,1 1 0 0 0,-1 0 0 0 0,1 0 0 0 0,-1 1 0 0 0,1 0 0 0 0,-1 0 0 0 0,1 1 0 0 0,0 0 0 0 0,7 1-1 0 0,1 1-34 0 0,0 0-1 0 0,0 0 0 0 0,0 2 0 0 0,-1 0 0 0 0,0 1 0 0 0,1 0 1 0 0,-2 1-1 0 0,1 1 0 0 0,-1 1 0 0 0,0 0 0 0 0,0 0 0 0 0,16 15 0 0 0,-23-17-42 0 0,-1 0-1 0 0,0 0 0 0 0,0 0 1 0 0,-1 1-1 0 0,1 0 0 0 0,-2 0 1 0 0,1 0-1 0 0,-1 1 0 0 0,0-1 0 0 0,0 1 1 0 0,-1 0-1 0 0,0 0 0 0 0,0 1 1 0 0,-1-1-1 0 0,-1 0 0 0 0,1 1 0 0 0,-1-1 1 0 0,0 1-1 0 0,-1 0 0 0 0,0-1 1 0 0,-1 1-1 0 0,1 0 0 0 0,-2-1 0 0 0,-3 15 1 0 0,-4 5 401 0 0,-1 1 0 0 0,-15 26 1 0 0,14-33 17 0 0,1 1 1 0 0,1 0-1 0 0,1 1 0 0 0,-6 29 1 0 0,13-51-508 0 0,1 1 0 0 0,-1-1-1 0 0,1 1 1 0 0,0-1 0 0 0,0 1 0 0 0,0-1 0 0 0,0 1 0 0 0,1 0 0 0 0,-1-1 0 0 0,1 0 0 0 0,-1 1 0 0 0,1-1 0 0 0,0 1-1 0 0,0-1 1 0 0,0 0 0 0 0,0 1 0 0 0,0-1 0 0 0,1 0 0 0 0,-1 0 0 0 0,0 0 0 0 0,1 0 0 0 0,0 0 0 0 0,0 0 0 0 0,-1-1-1 0 0,1 1 1 0 0,0 0 0 0 0,0-1 0 0 0,0 0 0 0 0,1 1 0 0 0,-1-1 0 0 0,0 0 0 0 0,0 0 0 0 0,1 0 0 0 0,-1 0-1 0 0,1-1 1 0 0,-1 1 0 0 0,1-1 0 0 0,-1 1 0 0 0,1-1 0 0 0,3 0 0 0 0,8 1-372 0 0,0-1 1 0 0,0 0-1 0 0,0-1 1 0 0,0-1-1 0 0,-1 0 0 0 0,15-4 1 0 0,10-6-575 0 0,-1-1 0 0 0,0-2 1 0 0,-1-1-1 0 0,-1-2 0 0 0,42-28 1 0 0,152-124-3165 0 0,-203 149 3805 0 0,-12 11 421 0 0,0-1 1 0 0,-1 0-1 0 0,0 0 1 0 0,-1-2-1 0 0,-1 1 1 0 0,19-27 0 0 0,-28 35-23 0 0,-12 5 2485 0 0,-1 5-2319 0 0,0 0 0 0 0,0 1 1 0 0,1 0-1 0 0,0 0 0 0 0,1 1 0 0 0,-1 1 0 0 0,1 0 0 0 0,1 0 0 0 0,0 0 0 0 0,0 1 1 0 0,1 1-1 0 0,0-1 0 0 0,-7 16 0 0 0,11-21-161 0 0,1 1 0 0 0,-1-1 0 0 0,1 1 0 0 0,0-1 0 0 0,0 1-1 0 0,1 0 1 0 0,0 0 0 0 0,0 0 0 0 0,0 0 0 0 0,1 0 0 0 0,0 0 0 0 0,0 0 0 0 0,0 0 0 0 0,1 0 0 0 0,0 0 0 0 0,0 0 0 0 0,0 0 0 0 0,1 0-1 0 0,0 0 1 0 0,0-1 0 0 0,0 1 0 0 0,1-1 0 0 0,0 1 0 0 0,0-1 0 0 0,0 0 0 0 0,1 0 0 0 0,0-1 0 0 0,0 1 0 0 0,0-1 0 0 0,0 0 0 0 0,8 6 0 0 0,-1-3-42 0 0,0 0 1 0 0,1 0 0 0 0,0-1-1 0 0,0 0 1 0 0,0-1 0 0 0,1-1-1 0 0,0 0 1 0 0,0-1 0 0 0,0 0-1 0 0,0-1 1 0 0,23 1 0 0 0,-11-2-142 0 0,0-1 0 0 0,0-2 1 0 0,-1 0-1 0 0,1-2 0 0 0,33-8 0 0 0,-52 10 77 0 0,-1 1-1 0 0,1-1 0 0 0,-1 0 0 0 0,0 0 0 0 0,0-1 0 0 0,0 0 1 0 0,0 0-1 0 0,0 0 0 0 0,-1 0 0 0 0,1-1 0 0 0,-1 1 0 0 0,0-1 0 0 0,0 0 1 0 0,0-1-1 0 0,-1 1 0 0 0,1-1 0 0 0,-1 0 0 0 0,0 1 0 0 0,0-1 1 0 0,-1 0-1 0 0,1-1 0 0 0,-1 1 0 0 0,-1 0 0 0 0,1-1 0 0 0,-1 1 0 0 0,0-1 1 0 0,0 0-1 0 0,0 1 0 0 0,-1-1 0 0 0,0 0 0 0 0,0 1 0 0 0,0-1 0 0 0,-2-8 1 0 0,0 4-21 0 0,0 0 1 0 0,0 0 0 0 0,-1 1 0 0 0,0-1-1 0 0,-1 1 1 0 0,0-1 0 0 0,0 1 0 0 0,-1 1-1 0 0,0-1 1 0 0,-1 1 0 0 0,0-1 0 0 0,0 2 0 0 0,-1-1-1 0 0,0 1 1 0 0,0 0 0 0 0,-1 0 0 0 0,1 1-1 0 0,-15-9 1 0 0,5 7-340 0 0,-1 1-1 0 0,0 0 1 0 0,0 1 0 0 0,0 1-1 0 0,-1 1 1 0 0,0 1-1 0 0,0 0 1 0 0,0 1 0 0 0,0 1-1 0 0,-35 3 1 0 0,-15 5-4159 0 0,-111 27 0 0 0,91-15-950 0 0,49-10-301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1639 7 11089 0 0,'-55'-4'201'0'0,"-1"2"1"0"0,0 3-1 0 0,1 2 0 0 0,-1 2 1 0 0,1 3-1 0 0,-88 25 0 0 0,63-9 488 0 0,2 4-1 0 0,0 3 1 0 0,-128 72 0 0 0,141-65-119 0 0,1 3-1 0 0,3 3 1 0 0,1 2 0 0 0,3 3 0 0 0,1 2 0 0 0,3 3 0 0 0,-62 82 0 0 0,89-101-155 0 0,2 2 1 0 0,2 1 0 0 0,1 1-1 0 0,2 1 1 0 0,-27 82 0 0 0,37-89-126 0 0,1-1 0 0 0,2 2 0 0 0,2-1 0 0 0,1 1 0 0 0,1-1 0 0 0,2 1 0 0 0,1 0 0 0 0,10 52 0 0 0,-3-45-67 0 0,2 0-1 0 0,2-1 0 0 0,1 0 0 0 0,3-1 1 0 0,0 0-1 0 0,3-2 0 0 0,1 0 0 0 0,2-1 1 0 0,31 38-1 0 0,-18-32 25 0 0,1-1 0 0 0,2-2 1 0 0,2-2-1 0 0,2-1 0 0 0,1-2 1 0 0,74 43-1 0 0,-53-41-116 0 0,2-3 0 0 0,1-3 0 0 0,1-3-1 0 0,1-3 1 0 0,2-3 0 0 0,0-3 0 0 0,1-3 0 0 0,0-3 0 0 0,1-4 0 0 0,142-1-1 0 0,-153-11-180 0 0,-1-3-1 0 0,0-3 0 0 0,-1-2 0 0 0,0-3 0 0 0,-1-2 0 0 0,-1-4 1 0 0,84-40-1 0 0,-116 48 28 0 0,0-1 0 0 0,0-2 1 0 0,-2 0-1 0 0,0-2 1 0 0,-1-1-1 0 0,-1 0 0 0 0,0-2 1 0 0,-2-1-1 0 0,0 0 0 0 0,-2-1 1 0 0,0-1-1 0 0,-2-1 0 0 0,0-1 1 0 0,-2 0-1 0 0,-1 0 1 0 0,-1-2-1 0 0,-2 1 0 0 0,10-39 1 0 0,-2-16-46 0 0,-3-1-1 0 0,-5-1 1 0 0,-3 0 0 0 0,-3-1 0 0 0,-4 1 0 0 0,-4-1 0 0 0,-4 1 0 0 0,-3 1 0 0 0,-4-1-1 0 0,-41-128 1 0 0,44 175-7 0 0,-3-1 0 0 0,-1 2 0 0 0,-1 0-1 0 0,-2 1 1 0 0,-1 1 0 0 0,-46-57-1 0 0,49 72-20 0 0,-1 0 0 0 0,0 1 0 0 0,-2 1 0 0 0,0 1 0 0 0,0 1 0 0 0,-2 0 0 0 0,0 2 0 0 0,0 1 0 0 0,-1 0 0 0 0,-1 2 0 0 0,-40-13 0 0 0,20 13-287 0 0,0 1-1 0 0,-1 2 0 0 0,-1 2 0 0 0,1 3 0 0 0,0 1 1 0 0,-1 2-1 0 0,1 2 0 0 0,-76 16 0 0 0,54-5-823 0 0,0 4-1 0 0,1 3 1 0 0,1 3 0 0 0,1 2-1 0 0,-63 37 1 0 0,83-38-1086 0 0,1 2 0 0 0,2 2 1 0 0,-62 55-1 0 0,46-27-3026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2000 18 11321 0 0,'-3'-13'196'0'0,"2"12"-168"0"0,0 1 0 0 0,0-1 0 0 0,1 1-1 0 0,-1-1 1 0 0,0 1 0 0 0,0 0-1 0 0,0-1 1 0 0,0 1 0 0 0,0 0 0 0 0,0 0-1 0 0,0 0 1 0 0,0 0 0 0 0,0 0-1 0 0,0 0 1 0 0,0 0 0 0 0,0 0 0 0 0,0 0-1 0 0,0 0 1 0 0,0 0 0 0 0,0 1-1 0 0,0-1 1 0 0,0 0 0 0 0,0 1 0 0 0,0-1-1 0 0,0 1 1 0 0,-1 0 0 0 0,-85 40 1072 0 0,2 4 0 0 0,-114 80 0 0 0,-155 139 1395 0 0,256-188-1816 0 0,-272 225 1886 0 0,294-231-1575 0 0,3 2-1 0 0,-103 134 1 0 0,118-123-413 0 0,32-43-422 0 0,-2-2 1 0 0,-1 0-1 0 0,-49 46 0 0 0,63-71-1798 0 0,-2-2 0 0 0,0 0 0 0 0,0-2 0 0 0,-1 1 0 0 0,-30 10 0 0 0,-20 10-5895 0 0,36-13 1318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59 193 13617 0 0,'-4'-1'196'0'0,"1"0"0"0"0,-1-1-1 0 0,1 1 1 0 0,-1-1 0 0 0,1 0-1 0 0,0 0 1 0 0,0 0 0 0 0,0 0 0 0 0,0 0-1 0 0,0-1 1 0 0,0 1 0 0 0,0-1-1 0 0,1 0 1 0 0,0 0 0 0 0,-1 0-1 0 0,1 0 1 0 0,0 0 0 0 0,-1-4 0 0 0,2 5-75 0 0,0-1 0 0 0,1 0 0 0 0,0 1 0 0 0,-1-1 0 0 0,1 0 0 0 0,0 0 0 0 0,0 1 0 0 0,1-1 0 0 0,-1 0 0 0 0,0 1 0 0 0,1-1 0 0 0,0 0 0 0 0,-1 1 0 0 0,1-1 0 0 0,0 1 0 0 0,1-1 0 0 0,-1 1 0 0 0,0-1 0 0 0,1 1 0 0 0,-1 0 0 0 0,1 0 0 0 0,0 0 0 0 0,-1 0 0 0 0,1 0 0 0 0,4-3 0 0 0,4-3 74 0 0,0 0 0 0 0,0 1 1 0 0,0 0-1 0 0,1 1 0 0 0,0 0 1 0 0,0 1-1 0 0,1 0 0 0 0,0 1 1 0 0,-1 0-1 0 0,14-2 0 0 0,-3 1 85 0 0,1 1 0 0 0,-1 2 0 0 0,1 0 0 0 0,37 3 0 0 0,-48 0-191 0 0,-1 0 0 0 0,1 1 1 0 0,-1 1-1 0 0,1 0 1 0 0,-1 0-1 0 0,0 1 1 0 0,0 0-1 0 0,0 1 0 0 0,-1 1 1 0 0,0-1-1 0 0,13 11 1 0 0,-18-12-43 0 0,0-1 0 0 0,-1 1 1 0 0,0 1-1 0 0,0-1 0 0 0,0 1 1 0 0,0 0-1 0 0,-1-1 0 0 0,1 2 1 0 0,-1-1-1 0 0,0 0 1 0 0,-1 1-1 0 0,0-1 0 0 0,1 1 1 0 0,-2 0-1 0 0,1-1 0 0 0,-1 1 1 0 0,0 0-1 0 0,0 0 0 0 0,0 0 1 0 0,-1 0-1 0 0,0 0 0 0 0,0 0 1 0 0,-1 0-1 0 0,-1 6 0 0 0,-2 4 129 0 0,0 0-1 0 0,-2 0 1 0 0,0-1-1 0 0,0 0 1 0 0,-2 0-1 0 0,0-1 1 0 0,-14 21-1 0 0,-82 95 1468 0 0,61-80-947 0 0,20-24-302 0 0,16-20-214 0 0,1 1 1 0 0,0 0-1 0 0,0 0 1 0 0,0 1 0 0 0,1 0-1 0 0,0 0 1 0 0,1 0-1 0 0,-4 10 1 0 0,7-16-185 0 0,5-1-383 0 0,4 1 37 0 0,0-1 0 0 0,0 0-1 0 0,0 0 1 0 0,0-1 0 0 0,0 0 0 0 0,0 0 0 0 0,0-1-1 0 0,0 0 1 0 0,0 0 0 0 0,-1-1 0 0 0,12-4 0 0 0,19-6-1781 0 0,37-20 1 0 0,-35 15 433 0 0,241-111-10106 0 0,-185 80 3965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8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24 15797 0 0,'-70'-14'1422'0'0,"22"6"1275"0"0,44 7-722 0 0,10 5-1435 0 0,9 8-288 0 0,1-1 1 0 0,0-1 0 0 0,1-1-1 0 0,0 0 1 0 0,26 9 0 0 0,-22-10-19 0 0,0 1 0 0 0,-1 1 0 0 0,0 1 0 0 0,30 22 0 0 0,-47-30-108 0 0,0-1 0 0 0,-1 1-1 0 0,1-1 1 0 0,-1 1 0 0 0,1 0 0 0 0,-1 0-1 0 0,0 0 1 0 0,0 0 0 0 0,0 1 0 0 0,-1-1-1 0 0,1 0 1 0 0,-1 1 0 0 0,1-1 0 0 0,-1 1-1 0 0,-1 0 1 0 0,1-1 0 0 0,0 1 0 0 0,-1 0 0 0 0,0-1-1 0 0,1 1 1 0 0,-1 0 0 0 0,-1-1 0 0 0,1 1-1 0 0,-2 4 1 0 0,-1 6 712 0 0,-2 0 0 0 0,0 0 0 0 0,-1-1 0 0 0,-14 25-1 0 0,5-9-520 0 0,8-18-317 0 0,6-10 0 0 0,-1 1 0 0 0,1 0 0 0 0,-1 1 0 0 0,1-1 0 0 0,0 0 0 0 0,0 0 0 0 0,0 1 0 0 0,0-1 0 0 0,0 0 0 0 0,1 1 0 0 0,-1-1 0 0 0,1 1 0 0 0,-1-1 0 0 0,1 1 0 0 0,0-1 0 0 0,0 1 0 0 0,0 2 0 0 0,3 6 0 0 0,-1-1 0 0 0,2 1 0 0 0,0 0 0 0 0,0-1 0 0 0,0 0 0 0 0,1 0 0 0 0,1 0 0 0 0,0-1 0 0 0,9 12 0 0 0,-8-14 0 0 0,-2 1 0 0 0,1 0 0 0 0,-1 0 0 0 0,0 0 0 0 0,-1 1 0 0 0,0 0 0 0 0,0-1 0 0 0,-1 2 0 0 0,0-1 0 0 0,0 0 0 0 0,-1 0 0 0 0,0 1 0 0 0,0 16 0 0 0,-3-22 0 0 0,0 0 0 0 0,0-1 0 0 0,0 1 0 0 0,0 0 0 0 0,-1 0 0 0 0,0-1 0 0 0,0 1 0 0 0,0-1 0 0 0,0 1 0 0 0,0-1 0 0 0,-1 0 0 0 0,0 0 0 0 0,1 0 0 0 0,-1 0 0 0 0,0 0 0 0 0,0-1 0 0 0,-1 0 0 0 0,-3 3 0 0 0,-9 5 0 0 0,0-1 0 0 0,-29 11 0 0 0,33-14 0 0 0,-8 2 38 0 0,0-1 0 0 0,0 0-1 0 0,0-2 1 0 0,0 0 0 0 0,-1-1 0 0 0,0-1 0 0 0,0-1-1 0 0,-28-1 1 0 0,41-1-194 0 0,1 0-1 0 0,-1-1 0 0 0,1 0 1 0 0,-1-1-1 0 0,1 1 0 0 0,0-1 1 0 0,0 0-1 0 0,0-1 0 0 0,0 0 1 0 0,0 0-1 0 0,0-1 0 0 0,1 1 1 0 0,0-2-1 0 0,0 1 0 0 0,0-1 1 0 0,0 1-1 0 0,0-1 0 0 0,1-1 1 0 0,0 1-1 0 0,0-1 0 0 0,1 0 1 0 0,0 0-1 0 0,0-1 0 0 0,0 1 1 0 0,1-1-1 0 0,-5-12 0 0 0,4 6-1110 0 0,0 0-1 0 0,1 0 0 0 0,1 0 1 0 0,0 0-1 0 0,1-18 0 0 0,4-35-6676 0 0,7 0-3527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48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2752 396 19642 0 0,'-21'-9'-78'0'0,"-1"1"0"0"0,0 2 0 0 0,0 0 0 0 0,-1 1 0 0 0,1 1 1 0 0,-1 1-1 0 0,0 2 0 0 0,0 0 0 0 0,0 1 0 0 0,-37 5 0 0 0,-2 4 333 0 0,-1 3-1 0 0,-92 31 0 0 0,36 1 319 0 0,3 4 0 0 0,1 6 0 0 0,4 4 0 0 0,-188 132 0 0 0,192-113 258 0 0,5 4-1 0 0,-156 160 1 0 0,213-194-432 0 0,3 3-1 0 0,2 1 1 0 0,2 1-1 0 0,3 2 1 0 0,2 2-1 0 0,2 1 1 0 0,-32 87-1 0 0,56-124-262 0 0,0 0-1 0 0,2 1 1 0 0,1 0-1 0 0,0 0 1 0 0,2 0-1 0 0,0 0 1 0 0,2 0-1 0 0,0 0 1 0 0,1 0-1 0 0,1 0 1 0 0,1 0-1 0 0,1 0 1 0 0,1 0-1 0 0,0-1 1 0 0,2 0-1 0 0,0 0 1 0 0,2 0-1 0 0,0-1 1 0 0,1-1-1 0 0,1 1 1 0 0,0-2-1 0 0,19 23 1 0 0,4-1 19 0 0,1-2 1 0 0,2-2 0 0 0,1-1 0 0 0,1-1 0 0 0,2-3 0 0 0,2-1 0 0 0,0-2 0 0 0,51 22 0 0 0,-5-8-117 0 0,2-4-1 0 0,2-4 1 0 0,121 27-1 0 0,-88-33-38 0 0,0-5 0 0 0,2-6 0 0 0,0-6 0 0 0,169-7 0 0 0,-195-9 0 0 0,0-5 0 0 0,-1-4 0 0 0,-1-4 0 0 0,-1-5 0 0 0,187-71 0 0 0,-234 73 0 0 0,-2-2 0 0 0,-1-3 0 0 0,-2-1 0 0 0,0-3 0 0 0,-2-1 0 0 0,-1-3 0 0 0,-2-1 0 0 0,52-58 0 0 0,-61 54 0 0 0,-1 0 0 0 0,-2-3 0 0 0,-2 0 0 0 0,-2-2 0 0 0,-2 0 0 0 0,-2-2 0 0 0,-2-1 0 0 0,-3 0 0 0 0,15-60 0 0 0,-17 39 0 0 0,-4-1 0 0 0,-2 0 0 0 0,-3 0 0 0 0,-4-1 0 0 0,-2 1 0 0 0,-4-1 0 0 0,-3 1 0 0 0,-3 0 0 0 0,-2 0 0 0 0,-4 2 0 0 0,-28-77 0 0 0,16 68 0 0 0,-3 1 0 0 0,-4 2 0 0 0,-2 1 0 0 0,-91-129 0 0 0,105 172-56 0 0,-2 2 1 0 0,-2 0-1 0 0,0 2 1 0 0,-2 1-1 0 0,0 1 1 0 0,-2 2-1 0 0,0 1 0 0 0,-2 1 1 0 0,0 2-1 0 0,-1 1 1 0 0,-1 2-1 0 0,0 1 0 0 0,-60-14 1 0 0,39 16-145 0 0,-2 3 0 0 0,0 2 1 0 0,0 3-1 0 0,0 2 0 0 0,0 3 1 0 0,0 2-1 0 0,0 3 0 0 0,-72 16 0 0 0,6 7-502 0 0,1 6 0 0 0,1 5-1 0 0,-137 66 1 0 0,90-23-1328 0 0,-249 165 0 0 0,-131 160-3688 0 0,37 29-2067 0 0,240-194-178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5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8129 0 0,'13'-31'1284'0'0,"-7"2"-112"0"0,4 3 44 0 0,-1 0 12 0 0,-2 3 4 0 0,2 3-24 0 0,-5 3-31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47 7597 0 0,'0'0'188'0'0,"-42"-12"-104"0"0,32 9-8 0 0,-2-2 60 0 0,-11-7-80 0 0,14 6 12 0 0,-7-2-232 0 0,16 216-304 0 0,-13-217-328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7005 0 0,'9'-25'1589'0'0,"-5"12"283"0"0,1-1 0 0 0,1 1 1 0 0,0 0-1 0 0,14-23 0 0 0,-19 35-764 0 0,12 85 766 0 0,-6-6-1350 0 0,-3 0 0 0 0,-4 0 0 0 0,-3 0 0 0 0,-14 84 0 0 0,8-137-1196 0 0,2 3-4816 0 0,7-26 2893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26 354 10989 0 0,'-24'-9'2898'0'0,"22"7"-2167"0"0,7-2 4 0 0,16-14-236 0 0,1 1 0 0 0,1 1 0 0 0,1 1 0 0 0,0 2 0 0 0,1 0 0 0 0,31-11-1 0 0,-11 4-309 0 0,48-29-1 0 0,-73 36-988 0 0,-1 0 0 0 0,27-25 1 0 0,-40 33-113 0 0,0-1 1 0 0,0 0-1 0 0,-1-1 1 0 0,0 1-1 0 0,-1-1 1 0 0,7-13-1 0 0,-10 19 693 0 0,-1 0 0 0 0,1 0-1 0 0,-1 0 1 0 0,0 0 0 0 0,1 0 0 0 0,-1 0-1 0 0,0 1 1 0 0,0-1 0 0 0,0 0 0 0 0,1 0-1 0 0,-1 0 1 0 0,0 0 0 0 0,-1-1 0 0 0,1 1-1 0 0,0 0 1 0 0,0 1 0 0 0,0-1-1 0 0,0 0 1 0 0,-1 0 0 0 0,1 0 0 0 0,-1 0-1 0 0,0-1 1 0 0,-7-8-3324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7961 0 0,'-6'14'486'0'0,"1"0"-1"0"0,0 0 1 0 0,2 1 0 0 0,-1 0 0 0 0,2 0 0 0 0,0 0 0 0 0,1 0 0 0 0,0 0-1 0 0,1 0 1 0 0,1 0 0 0 0,0 0 0 0 0,1 0 0 0 0,1 0 0 0 0,0 0 0 0 0,1-1-1 0 0,6 15 1 0 0,-2-8-36 0 0,1-1-1 0 0,0 0 1 0 0,2-1 0 0 0,16 24-1 0 0,-14-26-1043 0 0,0-1 0 0 0,1 0 0 0 0,0-1 0 0 0,24 19 0 0 0,-35-31-316 0 0,18 13-2109 0 0,-14-4-2824 0 0,-7 0 1973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8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7 8533 0 0,'11'-3'106'0'0,"0"2"1"0"0,0-1 0 0 0,0 2-1 0 0,0-1 1 0 0,0 1 0 0 0,0 1-1 0 0,0 0 1 0 0,14 4 0 0 0,-23-5-69 0 0,1 1 0 0 0,0 0 0 0 0,0 0 0 0 0,-1 0 0 0 0,1 1 0 0 0,-1-1 0 0 0,1 0 0 0 0,-1 1 1 0 0,0 0-1 0 0,0-1 0 0 0,1 1 0 0 0,-1 0 0 0 0,0 0 0 0 0,-1 1 0 0 0,1-1 0 0 0,0 0 0 0 0,-1 1 0 0 0,1-1 0 0 0,-1 0 1 0 0,0 1-1 0 0,1 0 0 0 0,-1-1 0 0 0,-1 1 0 0 0,1 0 0 0 0,0 0 0 0 0,-1-1 0 0 0,1 1 0 0 0,-1 0 0 0 0,0 0 1 0 0,0 0-1 0 0,0-1 0 0 0,0 1 0 0 0,0 0 0 0 0,-1 0 0 0 0,1 0 0 0 0,-1 0 0 0 0,0-1 0 0 0,-1 4 0 0 0,-4 13 170 0 0,0 0 0 0 0,-2-1 0 0 0,0 0-1 0 0,-1-1 1 0 0,-1 0 0 0 0,-20 28-1 0 0,-84 91 1128 0 0,63-79-635 0 0,38-42-448 0 0,1-2 74 0 0,0 0 0 0 0,1 0 0 0 0,1 1 0 0 0,0 0 0 0 0,1 1 0 0 0,1 0 0 0 0,0 0 0 0 0,-8 24 0 0 0,15-37-247 0 0,0 1 0 0 0,1-1 0 0 0,0 0 0 0 0,0 0 0 0 0,-1 0-1 0 0,1 1 1 0 0,1-1 0 0 0,-1 0 0 0 0,0 0 0 0 0,0 1 0 0 0,1-1 0 0 0,-1 0 0 0 0,1 0 0 0 0,0 0 0 0 0,0 0 0 0 0,0 0 0 0 0,0 0-1 0 0,0 0 1 0 0,0 0 0 0 0,3 3 0 0 0,-1-2 15 0 0,0 0 0 0 0,0 0 0 0 0,0-1 0 0 0,1 1 0 0 0,0-1 0 0 0,-1 0 0 0 0,1 0 0 0 0,0 0 0 0 0,0 0 0 0 0,5 1 1 0 0,5 0-85 0 0,0 1 0 0 0,1-2 1 0 0,-1 0-1 0 0,1 0 1 0 0,21-2-1 0 0,1-3-1186 0 0,0-2 0 0 0,0-2 1 0 0,0-1-1 0 0,-1-2 0 0 0,0-1 0 0 0,-1-2 0 0 0,0-1 0 0 0,-1-2 0 0 0,-1-2 0 0 0,0 0 0 0 0,35-29 1 0 0,-9 0-3266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9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36 10153 0 0,'-13'-30'2872'0'0,"11"24"3321"0"0,19 116-3798 0 0,22 169-645 0 0,-29-89-8674 0 0,-10-176 5422 0 0,3 29-6102 0 0,0-35 2127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9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0 456 11657 0 0,'11'-39'4986'0'0,"-10"36"-4644"0"0,-1 0 0 0 0,0-1 0 0 0,1 1 1 0 0,0 0-1 0 0,0 0 0 0 0,0 0 0 0 0,0 0 0 0 0,0 1 0 0 0,0-1 1 0 0,1 0-1 0 0,0 0 0 0 0,-1 1 0 0 0,4-4 0 0 0,16-13 358 0 0,1 2-1 0 0,1 0 0 0 0,0 2 1 0 0,27-13-1 0 0,4-4-304 0 0,-26 15-418 0 0,-4 4-586 0 0,0-2-1 0 0,-2 0 1 0 0,1-1 0 0 0,-2-1-1 0 0,-1-1 1 0 0,0-1 0 0 0,26-32-1 0 0,-45 50 486 0 0,0 0 0 0 0,0 0 0 0 0,0 0 0 0 0,0 0 0 0 0,0 0-1 0 0,-1 0 1 0 0,1 0 0 0 0,0 0 0 0 0,-1 0 0 0 0,1 0 0 0 0,-1 0 0 0 0,1-1 0 0 0,-1 1-1 0 0,1 0 1 0 0,-1 0 0 0 0,0-1 0 0 0,0 1 0 0 0,0 0 0 0 0,1 0 0 0 0,-1-1 0 0 0,-1 1-1 0 0,1 0 1 0 0,0-1 0 0 0,0 1 0 0 0,0 0 0 0 0,-1 0 0 0 0,1-1 0 0 0,0 1 0 0 0,-1 0-1 0 0,1 0 1 0 0,-1 0 0 0 0,0-1 0 0 0,1 1 0 0 0,-1 0 0 0 0,0 0 0 0 0,0 0 0 0 0,0 0-1 0 0,0 0 1 0 0,1 0 0 0 0,-1 1 0 0 0,-1-1 0 0 0,1 0 0 0 0,-2-1 0 0 0,-3 0-878 0 0,0-1 1 0 0,-1 1-1 0 0,1 1 1 0 0,-1-1 0 0 0,1 1-1 0 0,-1 0 1 0 0,-9 0 0 0 0,-13 1-4098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10561 0 0,'-2'0'91'0'0,"0"0"1"0"0,0 0-1 0 0,0 0 1 0 0,0 1-1 0 0,0-1 0 0 0,0 0 1 0 0,0 1-1 0 0,0 0 1 0 0,0-1-1 0 0,0 1 0 0 0,0 0 1 0 0,0 0-1 0 0,0 0 1 0 0,1 0-1 0 0,-1 0 0 0 0,0 0 1 0 0,1 1-1 0 0,-1-1 1 0 0,1 1-1 0 0,-1-1 0 0 0,-1 3 1 0 0,1-1 120 0 0,1 0-1 0 0,-1 1 1 0 0,1-1 0 0 0,-1 1 0 0 0,1-1 0 0 0,0 1 0 0 0,1-1 0 0 0,-1 1 0 0 0,0 0-1 0 0,1-1 1 0 0,0 6 0 0 0,1 10 727 0 0,1 0-1 0 0,1 0 1 0 0,9 33 0 0 0,-8-36-800 0 0,7 25 689 0 0,1 0-1 0 0,3-1 1 0 0,1-1-1 0 0,36 64 0 0 0,-28-64-2022 0 0,2-1-1 0 0,34 39 0 0 0,-33-51-2886 0 0,5-5-3649 0 0,-19-13 1842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8:5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11521 0 0,'12'-6'423'0'0,"1"0"-1"0"0,0 0 1 0 0,0 2-1 0 0,0 0 1 0 0,0 0-1 0 0,1 1 1 0 0,-1 1-1 0 0,28-2 1 0 0,-37 4-264 0 0,0-1 0 0 0,0 1 0 0 0,1 0 0 0 0,-1 1 0 0 0,0-1 0 0 0,-1 1 1 0 0,1 0-1 0 0,0 0 0 0 0,0 0 0 0 0,0 0 0 0 0,0 0 0 0 0,-1 1 0 0 0,1 0 1 0 0,0 0-1 0 0,-1 0 0 0 0,0 0 0 0 0,1 1 0 0 0,-1-1 0 0 0,0 1 0 0 0,0 0 0 0 0,-1 0 1 0 0,1 0-1 0 0,-1 0 0 0 0,1 0 0 0 0,-1 0 0 0 0,0 1 0 0 0,0-1 0 0 0,0 1 0 0 0,-1 0 1 0 0,1-1-1 0 0,-1 1 0 0 0,0 0 0 0 0,0 0 0 0 0,1 6 0 0 0,-3 2 119 0 0,1 1-1 0 0,-2 0 1 0 0,1 0-1 0 0,-2-1 1 0 0,0 0-1 0 0,0 1 1 0 0,-1-1-1 0 0,-1 0 1 0 0,0-1-1 0 0,-1 1 0 0 0,-10 16 1 0 0,-21 53 1073 0 0,34-71-1130 0 0,0-1 0 0 0,1 1 0 0 0,0 0 0 0 0,1 0 1 0 0,0 0-1 0 0,0 0 0 0 0,1 0 0 0 0,0 0 0 0 0,3 19 0 0 0,-1-24-159 0 0,-1-1-1 0 0,0 0 0 0 0,1 1 1 0 0,0-1-1 0 0,0 0 0 0 0,0 0 0 0 0,0 0 1 0 0,1 0-1 0 0,0 0 0 0 0,0-1 0 0 0,0 1 1 0 0,0-1-1 0 0,0 0 0 0 0,1 0 1 0 0,-1 0-1 0 0,1 0 0 0 0,0-1 0 0 0,0 1 1 0 0,0-1-1 0 0,0 0 0 0 0,0 0 1 0 0,0-1-1 0 0,1 1 0 0 0,4 1 0 0 0,0-2-372 0 0,-1 0 1 0 0,0 0-1 0 0,1-1 0 0 0,-1 0 0 0 0,1-1 0 0 0,-1 1 0 0 0,1-2 0 0 0,-1 1 0 0 0,0-1 0 0 0,0 0 0 0 0,0-1 0 0 0,0 0 0 0 0,0 0 0 0 0,0-1 0 0 0,-1 0 0 0 0,9-6 1 0 0,15-10-1790 0 0,-2-1 1 0 0,36-33 0 0 0,-59 49 1786 0 0,99-97-7906 0 0,-63 57 873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9:0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111 139 12877 0 0,'6'-30'2194'0'0,"-15"52"2557"0"0,-4 12-4343 0 0,-5 14 1021 0 0,2 2 0 0 0,3-1 1 0 0,-14 94-1 0 0,17-102-1197 0 0,8-35-464 0 0,0 0 1 0 0,0 0 0 0 0,1 1 0 0 0,0-1 0 0 0,0 0 0 0 0,0 1 0 0 0,1-1 0 0 0,0 1 0 0 0,0-1 0 0 0,0 0 0 0 0,3 10-1 0 0,-2-15 20 0 0,0 0-1 0 0,1 0 1 0 0,-1 1-1 0 0,1-1 0 0 0,0 0 1 0 0,-1-1-1 0 0,1 1 0 0 0,0 0 1 0 0,-1 0-1 0 0,1-1 0 0 0,0 1 1 0 0,0-1-1 0 0,0 0 0 0 0,0 1 1 0 0,-1-1-1 0 0,1 0 0 0 0,0 0 1 0 0,0 0-1 0 0,0 0 0 0 0,0 0 1 0 0,0-1-1 0 0,0 1 0 0 0,-1-1 1 0 0,1 1-1 0 0,0-1 0 0 0,0 1 1 0 0,2-2-1 0 0,46-19-256 0 0,9-44 5264 0 0,-1-2-3085 0 0,186-167-1001 0 0,-209 202-1347 0 0,-18 18-281 0 0,-1-1-1 0 0,-1 0 0 0 0,0-1 0 0 0,-2 0 1 0 0,1-2-1 0 0,17-30 0 0 0,-31 48 350 0 0,5-15-479 0 0,-6 11-1507 0 0,-27-4-8533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9:0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 10049 0 0,'-25'25'414'0'0,"2"2"0"0"0,0 0 1 0 0,2 2-1 0 0,-17 31 0 0 0,28-45 150 0 0,2 1 0 0 0,0 1 0 0 0,1-1 1 0 0,1 1-1 0 0,1 0 0 0 0,0 1 0 0 0,1-1 0 0 0,1 1 0 0 0,-2 31 0 0 0,5-44-645 0 0,0 1 0 0 0,1-1 0 0 0,-1 0 0 0 0,1 1 0 0 0,1-1 0 0 0,-1 0 1 0 0,1 0-1 0 0,-1 0 0 0 0,2 0 0 0 0,-1 0 0 0 0,0 0 0 0 0,1-1 0 0 0,0 1 0 0 0,4 4 0 0 0,-3-4-1517 0 0,0-1 0 0 0,0 0 0 0 0,1 0 1 0 0,0 0-1 0 0,0 0 0 0 0,10 5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59:0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7689 0 0,'0'0'876'0'0,"9"11"6915"0"0,-6-9-7574 0 0,1 0 0 0 0,0 0 0 0 0,0-1 1 0 0,0 1-1 0 0,0-1 0 0 0,0 0 1 0 0,0 0-1 0 0,1-1 0 0 0,-1 1 0 0 0,0-1 1 0 0,0 0-1 0 0,1 0 0 0 0,-1 0 1 0 0,0-1-1 0 0,0 1 0 0 0,0-1 1 0 0,1 0-1 0 0,-1 0 0 0 0,7-4 0 0 0,16-4-522 0 0,42-21 0 0 0,-61 26 340 0 0,23-12-267 0 0,-1-2 1 0 0,-1 0-1 0 0,0-2 0 0 0,-2-1 1 0 0,0-2-1 0 0,28-30 0 0 0,-73 61 2610 0 0,12-6-2337 0 0,0 0 1 0 0,0 0-1 0 0,1 1 0 0 0,-1 0 0 0 0,1 0 1 0 0,-1 0-1 0 0,-4 5 0 0 0,-5 6-24 0 0,0 1 0 0 0,-23 31 0 0 0,9-11-3912 0 0,-3-2-6100 0 0,20-24 4478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43:02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4303 6402 1021 0,'3'-3'498'0,"-3"3"-101"0,0 0-44 0,0 0-13 0,0 0-33 15,4-7-18-15,-4 7-13 0,0 0-15 0,0 0 9 16,0 0 6-16,0 0 6 0,0 0-1 16,0 0 6-16,0 0-6 0,0 0-4 15,0 0-9-15,0 0 0 0,0 0-12 0,0 0-10 16,0 0-6-16,0 0-6 0,-4-13-9 15,4 13-3-15,0 0-15 0,0 0-3 16,0 0-79-16,0 0-125 0,0 0 0 0,0 0 0 16,0 0 0-16,0 0 0 0,0 0 0 15,0 0 0-15,0 0 0 0,0 0 0 16,0 0 0-16,0 0 0 0,0 0 0 0,0 0 0 16,0 0 0-16,0 0 0 0,0 0 0 15,0 0 0-15,0 0 0 0,0 0 0 0,0 0 0 16,0 0 0-16,-5 34 0 0,3-18 0 15,0 7 0-15,2 3 0 0,-3 10 0 0,0 1 0 16,1 0 0-16,0-1 0 0,2-6 0 16,0-2 0-16,0-2 0 0,0-1 0 15,-2-1 0-15,0-2 0 0,1 2 0 16,1-5 0-16,-4 0 0 0,2-3 0 0,0-3 0 16,2-1 0-16,0-2 0 0,0 0 0 15,-2-3 0-15,2 1 0 0,0-8 0 0,0 12 0 16,0-12 0-16,-2 7 0 0,2-7 0 15,-1 6 0-15,1-6 0 0,0 0 0 0,-9 2 0 16,9-2 0-16,0 0 0 0,-11-10 0 16,9 3-468-16,-3-1-395 0,-1-4-75 15,2 3 97-15,-2-5-887 0,2 2-1161 16</inkml:trace>
  <inkml:trace contextRef="#ctx0" brushRef="#br0" timeOffset="733.13">4217 6429 4339 0,'-4'-4'-172'16,"4"4"65"-16,-4-12 49 0,1 5 47 0,3 7 45 0,-5-14 26 0,5 7 23 0,-2-1 7 0,4-3 0 0,0 1 6 16,3-2 5-16,-2 0 4 0,3-1 5 15,1 1 7-15,1 0-1 0,0-1-2 0,1 1 0 16,2 1-5-16,3-2-17 0,3 3-2 16,-2 3-13-16,2 0-2 0,-1 2-4 0,3 2-15 15,2 1 3-15,0 2-12 0,0 2-2 16,3 4-3-16,7 3-5 0,-5 5-4 0,-1 0 1 15,-2 4 3-15,-6 4 14 16,-3-2 26-16,-5-1 28 0,-5-1 25 0,2 5 26 16,-6-5 20-16,-3 7 19 0,-2-2 5 15,-4 10-4-15,-4-2-3 0,-1-2-25 16,-1-4-9-16,-2 0-18 0,4-4-22 0,-1-8-119 16,3-1 0-16,3-2 0 0,-2-2 0 15,3 0 0-15,-1-3 0 0,3-3 0 0,5-2 0 16,-16 6 0-16,16-6 0 0,-9 2 0 15,9-2 0-15,0 0 0 0,0 0 0 0,-16 2 0 16,16-2 0-16,0 0 0 0,0 0 0 16,0 7 0-16,0-7 0 0,0 0 0 0,16 14 0 15,-7-8 0-15,0 3 0 16,3 1 0-16,-1 2 0 0,3 2 0 0,-1 0 0 16,2 2 0-16,-1-2 0 0,-1 2 0 15,-1-1 0-15,-1-1 0 0,-2-1 0 0,1-1 0 16,0-5 0-16,-5 3 0 0,2-2 0 15,0-2 0-15,-1 2 0 0,-3-4 0 16,1 1 0-16,-4-5 0 0,9 10 0 0,-9-10 0 16,8 6 0-16,-8-6 0 0,6 6 0 15,-6-6 0-15,6 5 0 0,-6-5 0 16,0 0 0-16,0 0 0 0,9 4 0 16,-9-4 0-16,0 0 0 0,0 0 0 0,10 2 0 15,-10-2 0-15,0 0 0 0,0 0 0 16,0 0 0-16,0 0 0 0,0 0 0 0,0 0 0 15,0 0 0-15,0 0 0 0,0 0 0 16,4-11-941-16,-4 11-30 0,0 0 105 0,0 0-975 16,0 0-1267-16</inkml:trace>
  <inkml:trace contextRef="#ctx0" brushRef="#br0" timeOffset="1883.41">5108 6266 4695 0,'0'0'-182'0,"0"0"79"0,0 0 65 0,-1-9 72 0,1 9 53 0,0 0 47 0,0-8 34 0,0 8 24 15,0 0 19-15,0-12 22 0,0 12 13 16,1-8 7-16,-1 8 1 0,0 0-7 0,0-9-3 15,0 9-11-15,0 0-15 0,0 0-17 16,0-10-16-16,0 10-20 0,0 0-12 0,0 0-14 16,0 0-19-16,0 0-18 15,0 0-102-15,0 0 0 0,0 0 0 0,0 0 0 16,0 0 0-16,0 0 0 0,4 31 0 16,-4-15 0-16,0 5 0 0,-2 4 0 0,0 14 0 15,-1 3 0-15,-3-1 0 0,2 3 0 16,-5 7 0-16,3-10 0 0,0-1 0 0,-1-1 0 15,1 0 0-15,1-5 0 0,0-7 0 16,3-3 0-16,0-5 0 0,-1 0 0 0,1-4 0 16,0 2 0-16,2-5 0 0,-2 3 0 15,2-4 0-15,0-1 0 0,2 0 0 16,-2-2 0-16,2-1 0 0,2 1 0 16,-1 1 0-16,1-2 0 0,4-2 0 0,1-1 0 15,1 0 0-15,5 0 0 0,0-3 0 16,3 0 0-16,-2 2 0 0,4-3 0 15,-3 0 0-15,-2 0 0 0,1 1 0 0,-16-1 0 16,25-1 0-16,-14 2 0 0,-11-1 0 16,18 0 0-16,-18 0 0 0,18 2 0 0,-18-2 0 15,16 2 0-15,-16-2 0 0,11 0 0 16,-11 0 0-16,0 0 0 0,13 2 0 0,-13-2 0 16,0 0 0-16,0 0 0 0,15 2 0 15,-15-2 0-15,0 0 0 0,0 0 0 0,0 0 0 16,13 0 0-16,-13 0 0 0,0 0 0 15,0 0 0-15,0 0 0 0,0 0 0 0,0 0 0 16,0 0 0-16,0 0 0 0,0 0 0 16,0 0 0-16,0 0-313 0,0 0-722 15,0 0 106-15,0 0-1082 0,0 0-1428 16</inkml:trace>
  <inkml:trace contextRef="#ctx0" brushRef="#br0" timeOffset="2467.21">5732 6342 5221 0,'-4'-6'-174'0,"4"-3"84"0,0 9 72 0,-2-12 53 0,2 4 52 0,0 8 47 0,0-12 41 15,0 12 32-15,0-13 20 0,-1 9 14 0,1 4 4 16,0-12-3-16,0 12-7 0,0 0-13 16,0-7-18-16,0 7-24 0,0 0-20 0,0 0-22 15,0 0-13-15,0 0-8 0,0 0 12 16,5 23-5-16,-3-4-99 0,-2 7-25 15,6 14 0-15,-5 4 0 0,3-1 0 16,-2 1 0-16,-2-1 0 0,4-2 0 0,-3 1 0 16,-1-6 0-16,3-7 0 0,-3-5 0 15,0-4 0-15,0 1 0 0,-3-8 0 16,3 3 0-16,0-4 0 0,0 0 0 0,0-4 0 16,0 1 0-16,0-1 0 0,-1-3 0 15,1-5 0-15,-2 9 0 0,2-9 0 0,-6 6 0 16,6-6 0-16,0 0-683 0,0 0-220 15,0 0-3-15,-15-16 104 0,12 8-863 0,0-5-1103 16</inkml:trace>
  <inkml:trace contextRef="#ctx0" brushRef="#br0" timeOffset="2999.05">5642 6304 4232 0,'-5'-12'-89'0,"1"2"71"16,1 2 55-16,1-5 35 0,2 5 35 0,0-2 35 16,0-2 19-16,2 1 9 0,3 3-6 15,2-6-4-15,-1 2-15 0,3 0-12 0,5 0-3 16,3 2-15-16,-2 0-12 0,5-1-8 16,-2 5-12-16,3 2-10 0,1 3-8 15,-2 2-5-15,3 1-8 0,0 4-4 16,-1 3 7-16,1 9-14 0,-1 0-2 15,-8-1 2-15,-1 0 20 0,-6 4 36 0,-2 1 24 16,-5 2 25-16,0 2 7 0,-7 11 4 16,-4 0-2-16,-3-1 1 0,-2 9-2 0,-2-13-6 15,0 0-16-15,2-7-11 0,7-5-12 16,-2-5-44-16,4-3-65 0,1-1 0 0,1-3 0 16,1-2 0-16,1-2 0 0,3-4 0 15,-7 11 0-15,7-11 0 0,-4 4 0 0,4-4 0 16,0 0 0-16,-3 6 0 15,3-6 0-15,0 0 0 0,5 11 0 0,1-6 0 16,0 2 0-16,3-1 0 0,3 5 0 16,1 1 0-16,2 0 0 0,1 2 0 0,0-1 0 15,6 6 0-15,-3-4 0 0,-4-1 0 16,1-2 0-16,-7-2 0 0,-2-1 0 16,2-1 0-16,0-2 0 0,-2 0 0 0,-1-1 0 15,-6-5 0-15,9 9 0 0,-4-6 0 16,-5-3 0-16,5 6 0 0,-5-6 0 0,6 6 0 15,-6-6 0-15,0 0 0 0,7 0 0 16,-7 0 0-16,0 0-261 0,0 0-481 0,14-8-183 16,-9 4 54-16,-5 4 103 15,8-6-805-15,-3-1-1014 0</inkml:trace>
  <inkml:trace contextRef="#ctx0" brushRef="#br0" timeOffset="3349.07">6236 6036 4220 0,'0'-12'-4'0,"0"5"71"0,0-1 52 0,0 8 35 0,0-8 22 0,0 8 11 0,0 0-4 0,0-9-17 15,0 9 2-15,0 0 11 0,0 0 25 16,9 23 1-16,-6-6 13 0,3 14 0 15,-1 8 5-15,3 2-2 0,0 12-4 16,1 0-12-16,-1-1-11 0,2 3-18 0,-4-2-9 16,-3-10-5-16,3 0-5 0,-3-4-148 15,1 1-9-15,-2-5 0 0,-2-8 0 0,0-3 0 16,2-5 0-16,-4-6 0 0,2 1 0 16,0 0 0-16,0-6 0 0,0 1 0 0,0-9 0 15,0 12 0-15,0-12 0 0,-2 5 0 16,2-5 0-16,0 0-357 0,0 0-323 0,0 0-134 15,0 0-57-15,10-26 87 16,-6 18-809-16,2-3-1035 0</inkml:trace>
  <inkml:trace contextRef="#ctx0" brushRef="#br0" timeOffset="3665.97">6333 6582 4212 0,'-7'-8'-44'16,"1"2"81"-16,5 1 50 0,1 5 47 15,-4-8 25-15,4 8 30 0,0 0 12 0,5-16 16 16,-1 8 4-16,5 1-1 0,0 0-3 16,2 0-8-16,1 0-2 0,3 2-4 0,-3 2-1 15,1 1-1-15,-1 2-8 16,4 3-10-16,-1 4-7 0,3 2-3 0,-4 5-3 16,8 5 3-16,-9-1 8 0,-2-1-111 15,4 10-70-15,-5-7 0 0,-2-1 0 0,-3-3 0 16,1-1 0-16,0 0 0 0,-2-1 0 15,0-2 0-15,1-2 0 0,-3-1 0 0,0-3 0 16,2 1 0-16,-1 0 0 0,-3-7 0 16,3 10 0-16,-3-6 0 0,0-4 0 15,4 7 0-15,-4-7 0 0,0 0 0 0,0 0 0 16,-7 8-389-16,2-3-568 0,-1-1 31 16,-5 4 97-16,-1 1-902 0,-3 3-1164 15</inkml:trace>
  <inkml:trace contextRef="#ctx0" brushRef="#br0" timeOffset="5899.21">9833 7515 4342 0,'0'0'-221'0,"0"0"63"0,0 0 66 0,0 0 55 0,0 0 70 0,5-11 56 0,-5 11 39 16,0 0 37-16,0 0 29 0,0 0 19 16,0 0 14-16,0 0 6 0,2-8-3 0,-2 8 2 15,0 0-7-15,0 0-16 0,0 0-2 16,0 0-9-16,0 0-8 0,0 0-12 0,0 0-18 15,0 0-11-15,0 0-17 16,0 0-14-16,0 0-8 0,0 0-14 0,0 0-5 16,0 0-8-16,27 11-10 0,-27-11-2 15,0 0-7-15,0 0-5 0,0 0-2 0,0 0-2 16,6 4-3-16,-6-4-16 0,0 0-36 16,0 0 0-16,0 0 0 0,0 0 0 0,0 0 0 15,0 0 0-15,0 0 0 0,0 0 0 16,0 0 0-16,0 0 0 0,0 0 0 0,0 0 0 15,0 0 0-15,0 0 0 0,-33 4 0 16,33-4 0-16,-7 4 0 0,7-4 0 16,-6 6 0-16,6-6 0 0,-5 6 0 0,5-6 0 15,-7 8 0-15,7-8 0 0,0 9 0 16,0-9 0-16,0 8 0 0,0-8 0 16,0 0 0-16,2 9 0 0,-2-9 0 15,0 0 0-15,7 9 0 0,-7-9 0 0,0 0 0 16,0 0 0-16,0 0 0 0,0 0 0 15,0 0 0-15,27-13 0 0,-24 8 0 0,-3 5 0 16,8-8 0-16,-7 1 0 0,-1 7 0 16,4-10 0-16,-4 10 0 0,0-11 0 0,0 11 0 15,-4-10 0-15,4 10 0 0,-9-7 0 16,1 4 0-16,8 3 0 0,0 0 0 0,-20 2 0 16,20-2 0-16,-18 5 0 15,12-2 0-15,-3 0 0 0,1 4 0 0,2-2 0 16,3 1 0-16,-3 1 0 0,6-7 0 15,-5 11 0-15,1-6 0 0,4-5 0 0,-3 13 0 16,3-13 0-16,0 10 0 0,0-10 0 16,8 8 0-16,-2-4 0 0,-6-4 0 0,17 1 0 15,-17-1 0-15,19-1 0 0,-19 1 0 16,19-6 0-16,-8 2 0 0,-3 0 0 0,0 1 0 16,1-2 0-16,-9 5 0 0,10-11 0 15,-7 4 0-15,-1 3 0 0,-2 4 0 0,2-13 0 16,-2 13 0-16,-2-8 0 15,2 8 0-15,-5-9 0 0,-1 5 0 0,6 4 0 16,-15-3 0-16,15 3 0 0,-14 0 0 16,14 0 0-16,-21 5 0 0,12-1 0 0,2-1-317 15,-5 2-454-15,2 1-175 0,1-1 86 16,2 0 95-16,-2 0-776 0,9-5-986 0</inkml:trace>
  <inkml:trace contextRef="#ctx0" brushRef="#br0" timeOffset="7865.02">23148 7500 3895 0,'-12'-4'-102'0,"1"3"54"0,1-4 43 0,1 5 67 0,9 0 48 0,-19-4 47 16,9 2 44-16,10 2 26 0,-13-6 37 0,13 6 14 15,-7-3 16-15,7 3 2 0,-8-1-15 16,8 1-16-16,0 0-21 0,0 0-16 0,24-7-15 15,-8 9-23-15,6-4-15 0,5 2-20 16,2 2-18-16,-1-2-14 0,-1 0-11 0,4 2-11 16,-4 0-13-16,-3-2-11 0,3 1-6 15,-6-1-8-15,0 1-24 0,-6 2-39 0,-2-3 0 16,-1 0 0-16,0 0 0 16,-12 0 0-16,12 0 0 0,-12 0 0 0,0 0 0 15,0 0 0-15,0 0 0 0,-43 12 0 16,4-10 0-16,0 2 0 0,-3 0 0 0,12-1 0 15,3 1 0-15,5-3 0 0,6 1 0 16,6-2 0-16,-1 1 0 0,11-1 0 0,-16 4 0 16,16-4 0-16,0 0 0 0,0 0 0 15,25 6 0-15,-8-3 0 0,5-2 0 0,5 1 0 16,0 2 0-16,-2-3 0 0,-2-1 0 16,-2 1 0-16,0 2 0 0,-6-3 0 15,0 2 0-15,-1-2 0 0,-3 0 0 16,0 1 0-16,-1-1 0 0,0 2 0 0,-10-2 0 15,11 2 0-15,-11-2 0 0,10 2-478 16,-10-2-144-16,0 0-183 0,0 0-62 0,0 0 90 16,-27 3-802-16,11-1-1020 0</inkml:trace>
  <inkml:trace contextRef="#ctx0" brushRef="#br0" timeOffset="10880.16">5095 7263 4118 0,'8'2'-88'0,"-8"-2"48"0,0 0 40 0,0 0 24 0,0 0 31 0,0 0 21 0,0 0 12 0,14 0 18 16,-14 0 19-16,9 2 3 0,-9-2-5 0,18 0-7 16,-18 0-9-16,31-5-14 0,-4 3-3 15,8-4-11-15,5 0-9 0,-4 0-4 16,-2 2-5-16,2-3-7 0,-8 1-7 15,-8 5-5-15,-4-2-5 0,-2 2-6 16,-1-2-6-16,-1 1-8 0,-12 2 2 0,0 0-4 16,0 0-1-16,0 0-4 0,0 0 0 15,0 0-1-15,-28 16 0 0,4-9 1 0,3-3 1 16,6 0-4-16,-4-1 7 0,2 1 7 16,5-1 15-16,0-1 9 0,2 0 8 0,10-2 4 15,-15 2-2-15,15-2-4 0,-12 1 3 16,12-1-13-16,0 0-2 0,0 0-6 0,0 0-6 15,0 0-2-15,0 0-53 16,38-5-55-16,-38 5-67 0,20-4-97 0,-11 4-113 16,-9 0-119-16,15 0-230 0,-15 0 33 15,12 2 81-15,-12-2-421 0,0 0-492 16</inkml:trace>
  <inkml:trace contextRef="#ctx0" brushRef="#br0" timeOffset="11915.99">7321 11193 2886 0,'0'0'226'0,"0"0"24"0,7-3 16 0,-7 3 19 15,0 0 21-15,0 0 34 0,0 0 10 0,0 0-2 16,0 0-18-16,2-8-23 0,-2 8-28 16,0 0-25-16,0 0-23 0,3-6-22 15,-3 6-18-15,7-5-20 0,-5-1-16 16,2 2-11-16,-4 4-10 0,5-10 0 0,-3 4-2 15,-2 6-3-15,6-13-4 0,-6 6-116 16,0 7-9-16,0-11 0 0,0 11 0 0,-4-10 0 16,0 4 0-16,4 6 0 0,-16-1 0 15,16 1 0-15,-21 7 0 0,10-1 0 0,-5 3 0 16,7 0 0-16,-2-1 0 0,4 1 0 16,3 1 0-16,2-1 0 0,2 1 0 15,0-2 0-15,4 2 0 0,4-4 0 0,0 1 0 16,-1-2 0-16,2-1 0 0,-3-1 0 15,-6-3 0-15,16 4 0 0,-16-4 0 0,11 1 0 16,-11-1 0-16,0 0 0 16,0 0 0-16,16-7 0 0,-16 7 0 0,0 0 0 15,0 0 0-15,-9-8 0 0,9 8 0 16,0 0 0-16,-16-4-244 0,8 1-397 0,8 3-179 16,-17-2-76-16,7 1 96 0,10 1-829 15,-13 4-1068-15</inkml:trace>
  <inkml:trace contextRef="#ctx0" brushRef="#br0" timeOffset="13347.87">24164 7311 1852 0,'-11'0'286'0,"-1"-3"-38"0,12 3-7 0,-12 0 22 0,12 0 15 0,-5-2-10 0,5 2-22 15,0 0-21-15,0 0 1 0,0 0-7 16,0 0-5-16,20-9-13 0,-10 9-16 16,3-1-17-16,1 1-14 0,-1 0-19 15,0 0-11-15,-13 0-13 0,21-2-11 0,-11 4-13 16,-10-2-12-16,15 1-9 0,-15-1-9 15,9 0-6-15,-9 0-5 0,0 0-2 0,2 6-1 16,-2-6-7-16,0 0-4 0,-22 5-1 16,8-5-5-16,3 3 0 0,-1-1-5 0,3-1 0 15,2 1-4-15,7-2 1 0,-14 4-4 16,14-4 2-16,0 0 1 0,-13 3-1 0,13-3-1 16,0 0 1-16,0 0-8 0,0 0-37 15,0 0-42-15,0 0-62 0,0 0-88 16,0 0-104-16,0 0-105 0,0 0-149 0,0 0-145 15,0 0 75-15,0 0-501 0,0 0-618 16</inkml:trace>
  <inkml:trace contextRef="#ctx0" brushRef="#br0" timeOffset="15247.62">13179 11125 2961 0,'0'0'319'0,"-2"-9"-129"0,2 3-7 0,0 6 16 0,-2-13 8 0,2 6 5 16,0 0-16-16,0 7-10 0,0-15 2 0,-1 8-14 16,-1 0-14-16,2 0-8 0,0 7-9 15,-4-12-6-15,2 6-5 0,2-1-8 16,-2 2-10-16,2 5-8 0,0-13-13 0,0 13-6 15,0-8-2-15,0 8 3 0,-1-7 0 0,1 7 3 16,1-10-12-16,-1 10 0 0,0-7 0 16,0 7-15-16,0 0-9 0,-3-7 6 15,3 7 8-15,0 0 7 0,0 0 2 16,-23 17 2-16,10-10-14 0,4 3-5 0,2 1-2 16,0 1 0-16,0-2-9 0,1 2 7 15,5-2 0-15,1 0 0 0,1-6 1 0,1 6 0 16,4-3 3-16,0 1-3 0,-4-4 6 15,6 1 11-15,-7 0-59 0,-1-5-16 0,10 3 0 16,-10-3 0-16,0 0 0 0,0 0 0 16,0 0 0-16,0 0 0 0,21-10 0 0,-17 6 0 15,-4 4 0-15,1-9 0 0,-1 9 0 16,2-11 0-16,-2 11 0 0,4-7 0 0,-4 7 0 16,2-5 0-16,-2 5 0 15,0 0 0-15,0 0 0 0,0 0 0 0,0 0 0 16,0 0 0-16,-19 0 0 0,19 0 0 15,-12 5 0-15,5 1 0 0,7-6 0 0,-11 6 0 16,4 0 0-16,0-3-606 0,1 0-186 16,6-3-134-16,-11 0 102 0,11 0-891 0,0 0-1149 15</inkml:trace>
  <inkml:trace contextRef="#ctx0" brushRef="#br0" timeOffset="16464">25170 7393 1225 0,'0'0'324'0,"-13"-2"-132"0,13 2-40 0,-18-1 1 0,11 0 4 0,7 1 16 0,-14 0 18 0,14 0 3 15,-13-3 2-15,13 3 13 0,-7-1 1 16,7 1 4-16,0 0 7 0,-11-4 5 0,11 4-10 16,0 0-12-16,0 0-13 0,0 0-8 15,0 0-18-15,37-4-9 0,-16 4-16 0,0 0-19 16,8-3-8-16,-1 3-15 0,-1 0-7 16,-4 0-9-16,-3 0-8 0,-4-3-6 0,-1 3-11 15,-1 0-7-15,-5-1-6 16,-9 1-3-16,13-2-1 0,-13 2-7 0,0 0-1 0,0 0-3 15,0 0-4-15,-43-4-1 16,19 4-3-16,4 0 1 0,-1 0 0 0,0-2 6 16,2 1 1-16,4 2 13 0,2-1 6 15,1 0 12-15,12 0 14 0,-19 0 21 0,19 0 1 16,0 0-8-16,0 0-5 0,0 0-11 16,0 0-6-16,0 0-17 0,0 0-7 0,0 0-8 15,0 0-27-15,45-6-57 0,-35 6-65 16,-10 0-83-16,15 1-107 0,-15-1-105 0,15 3-108 15,-15-3-158-15,10 0-72 16,-10 0 85-16,8 2-565 0,-8-2-689 0</inkml:trace>
  <inkml:trace contextRef="#ctx0" brushRef="#br0" timeOffset="22178.23">3462 8843 3091 0,'0'-8'-94'0,"0"8"71"0,0 0 61 0,0 0 53 0,0 0 54 16,0 0 49-16,0 0 29 0,0 0 29 15,0 0 16-15,0 0 16 0,0 0 9 0,-2-9-9 16,2 9-9-16,0 0-16 0,0 0-14 15,0 0-9-15,0 0-25 0,0 0-11 16,0 0-22-16,0 0-21 0,0 0-15 0,0 0-11 16,0 0-14-16,0 0-12 15,0 0-16-15,0 0-4 0,0 0-5 0,0 0 16 16,0 0-12-16,-9 27 10 0,11-15 13 16,-2 1 6-16,-2 5-1 0,2 5-83 0,-2 2-29 15,-3 12 0-15,2-1 0 0,-1 0 0 16,0-2 0-16,-1-1 0 0,-1 0 0 0,3-10 0 15,1-1 0-15,-3-5 0 16,5-2 0-16,-2-1 0 0,2-2 0 0,-2-4 0 16,2 1 0-16,0-1 0 0,0 3 0 15,2-5 0-15,2 3 0 0,1-1 0 0,2 1 0 16,2-2 0-16,3-2 0 0,3 2 0 16,3-2 0-16,-2-2 0 0,2 2 0 0,0-3 0 15,2 0 0-15,-3-2 0 0,0 0 0 16,-3 0 0-16,2 0 0 0,-5 0 0 15,-11 0 0-15,22 2 0 0,-22-2 0 0,17 0 0 16,-17 0 0-16,13 0 0 0,-13 0 0 16,0 0 0-16,16 0 0 0,-16 0 0 0,0 0 0 15,11 0 0-15,-11 0 0 0,0 0 0 16,0 0 0-16,11-4 0 0,-11 4 0 0,0 0 0 16,5-2-543-16,-5 2-323 15,0 0-64-15,3-8 89 0,-3 8-863 0,0 0-1139 16</inkml:trace>
  <inkml:trace contextRef="#ctx0" brushRef="#br0" timeOffset="22662.65">4267 8896 4304 0,'0'0'-77'0,"-7"-10"95"0,5 4 59 0,-1 0 46 0,3 6 31 0,0 0 21 0,-2-11 15 16,2 11-3-16,-6-6-14 0,6 6-14 15,0 0-21-15,0 0-15 0,0 0-14 16,0 0-3-16,0 0 7 0,0 23-9 0,2-4-6 16,-2 5 35-16,4 10 7 15,-2 2 13-15,1 2 9 0,-3-7-1 0,2-4-4 16,-2-2-6-16,0 0-4 0,0-4-10 15,0-3-13-15,0 0-12 0,0-3-11 0,2-3-8 16,-2-2-7-16,0 1-26 0,0-5-60 16,0 3 0-16,0-9 0 0,0 0 0 0,0 10 0 15,0-10-54-15,0 0-171 16,0 0-80-16,0 0-93 0,0 0-92 0,0 0-89 16,0 0-103-16,-2-29-100 0,4 17 54 15,0-1-615-15,3 1-798 0</inkml:trace>
  <inkml:trace contextRef="#ctx0" brushRef="#br0" timeOffset="23144.83">4199 8831 3552 0,'-2'-13'-65'0,"-1"3"55"16,1 1 55-16,2 1 28 0,2 2 22 16,-2 6 14-16,3-17 0 0,1 9-3 0,4 1-7 15,2-2-7-15,-1 4-10 16,3 0-7-16,3 2-7 0,4 1-5 0,1 2-4 15,0 3-8-15,3 4-5 0,7 4-5 0,-5-1-5 16,2 7-8-16,-5 0 3 16,-4-3-7-16,-5 0 0 0,-3-3 19 0,-3 3 11 15,-3 0 20-15,0-1 17 0,-2 2 22 16,-2-1 3-16,-6 1 6 0,-1-1 6 0,-1-2 7 16,-2 1 22-16,3-1-8 0,-2-2-10 15,0-1-5-15,2-2-10 0,1-2-12 0,1 0-7 16,5-5 0-16,-9 7-10 0,9-7-15 15,-9 7-1-15,9-7-10 0,-4 5-11 0,4-5-14 16,-5 9-11-16,5-9 1 0,2 11 0 16,1 1-2-16,1-3-6 0,5 3 2 0,0 4-9 15,2-1-1-15,1 3 2 16,-3-4-4-16,2 3 0 0,1 0-3 0,-3-5 1 16,-1 0-1-16,1-1 2 0,-1-1-7 15,-2-1 2-15,-4-2 11 0,3 0-4 16,-1-2 5-16,1 0 3 0,-2 0 2 0,3-1-7 15,-6-4 4-15,5 7-26 0,-5-7-41 16,0 0-48-16,0 0-46 0,6 1-63 0,-6-1-71 16,0 0-76-16,0 0-78 0,0 0-89 15,0 0-102-15,0 0-130 0,0 0 62 0,0 0-536 16,5-12-684-16</inkml:trace>
  <inkml:trace contextRef="#ctx0" brushRef="#br0" timeOffset="23478.88">4624 8679 3205 0,'0'-5'-46'0,"2"0"50"0,-2 5 26 0,0-8 8 0,0 8-8 0,0 0 18 0,0 0 26 0,0 0 16 0,14 22 7 16,-8-7-2-16,-3 4-5 0,3 3-7 15,4 11-2-15,-5-1-2 0,5 3 0 16,-3 0 0-16,1 0 0 0,-4 0-2 16,3 0-9-16,-5-9 1 0,2-4-10 0,-2-1-7 15,0-1-5-15,0-6-3 0,2 3-1 16,-4-5-8-16,2 1-23 0,0-3-46 0,-2-1-47 15,2-3-68-15,0 2-74 0,-2-8-114 16,1 8-132-16,-1-8-124 0,0 4 58 16,0-4-254-16,0 0-278 0</inkml:trace>
  <inkml:trace contextRef="#ctx0" brushRef="#br0" timeOffset="23828.26">4683 9065 2098 0,'0'0'53'0,"-3"-12"46"0,3 7 29 15,0 5 25-15,5-14 26 0,-1 7 8 0,4-1-3 16,1 1-10-16,-3 0-9 16,6 0-11-16,1 2-14 0,-2 2-5 0,5 1-10 15,-1 2-14-15,-2 4-4 0,0-1-5 16,3 4-7-16,1 3-4 0,-2 2-5 0,0 3-4 15,3 8 0-15,-4-6 4 0,-1 1 14 16,-6-1 11-16,2 0 12 0,-1-1 16 0,0 0 5 16,-3-3 1-16,-1 3-22 0,2-5-11 15,-2-1-14-15,-2 0-2 0,4-1-7 0,-3-4-15 16,-1 2-5-16,-2-7 8 0,4 8-25 16,-4-8-13-16,2 7-46 0,-2-7-43 15,0 0-52-15,5 7-62 0,-5-7-86 16,0 0-89-16,0 0-89 0,0 0-146 0,0 0-120 15,0 0 67-15,2 3-452 0,-2-3-550 0</inkml:trace>
  <inkml:trace contextRef="#ctx0" brushRef="#br0" timeOffset="24262.97">5549 8789 2778 0,'0'-10'-12'0,"-2"3"66"0,2-2 61 0,0 9 66 0,0-10 38 0,0 10 22 0,-2-7 11 0,2 7-8 0,0 0-23 15,0 0-5-15,0 0 24 0,0 0 12 0,0 0 10 16,4 36-29-16,0-14-5 0,-1 13-24 16,-1 4-16-16,2 6-8 0,1-4-12 0,2 3-17 15,-1-2-17-15,-5-3-11 16,5-2-17-16,-4-6-9 0,0-10-12 0,-1 4-1 15,1-9-15-15,0 2-3 0,0-5-11 16,-2 0-7-16,0-2-33 0,2 0-40 0,-2-4-66 16,0-1-81-16,0 1-94 0,0-7-118 15,0 0-112-15,0 0-123 0,0 0-155 0,0 0 52 16,0 0-621-16,0 0-798 0</inkml:trace>
  <inkml:trace contextRef="#ctx0" brushRef="#br0" timeOffset="24795.09">5490 8804 3445 0,'-6'-15'-53'16,"0"-1"85"-16,2 1 59 0,4 1 46 0,-2 1 23 16,4 1 21-16,0-2 3 0,3 4-6 15,2-4-11-15,0 2-14 0,1 0-11 16,6 4-16-16,-1-1-11 0,2 4-11 0,4 2-13 15,0 3-11-15,4 4-6 16,-1 5-7-16,5 7-7 0,0 1-8 0,-6 0-6 0,1 3-3 16,-8-1-7-16,-4-2-2 15,-2 2 0-15,-3-2 12 0,-3 0 22 0,-2 3 20 16,-2 1 21-16,-3 3 15 0,-2-3 4 16,-2 8 12-16,-2-8 5 0,4-5 14 0,-2-3 0 15,4-1-2-15,-1-3 1 0,3-2 1 16,-1-1-1-16,4-6-7 0,-7 7-7 0,7-7-8 15,-7 9-14-15,7-9-61 0,-2 7-61 16,2-7 0-16,-3 7 0 0,3-7 0 0,3 10 0 16,1-2 0-16,1 3 0 0,2 2 0 15,2-1 0-15,0 5 0 0,3-1 0 16,1 1 0-16,5 3 0 0,-5-1 0 0,1-3 0 16,-3-1 0-16,-2-3 0 0,1 1 0 15,-1-5 0-15,-3 1 0 0,1-1 0 16,-1-2 0-16,0 0 0 0,0-2 0 15,-6-4 0-15,7 6 0 0,-7-6 0 0,8 6 0 16,-8-6 0-16,8 5 0 0,-8-5 0 16,0 0 0-16,7 5 0 0,-7-5 0 0,0 0 0 15,0 0 0-15,0 0 0 0,0 0 0 16,0 0 0-16,0 0 0 0,0 0 0 0,0 0-974 16,0 0 3-16,0 0 104 0,-1-17-962 15,1 17-1257-15</inkml:trace>
  <inkml:trace contextRef="#ctx0" brushRef="#br0" timeOffset="34576.25">7607 11172 5103 0,'0'-8'-237'0,"0"8"35"0,2-9 36 0,-2 9 42 0,0-7 59 0,0 7 35 0,0-9 33 0,0 9 19 16,-2-11 0-16,2 11 12 0,-1-10 6 15,-2 6 20-15,3 4 12 0,-4-9 8 16,2 2 7-16,2 7 0 0,-3-8-3 0,-3 3-6 16,2 1-3-16,4 4-8 0,-14-8 1 15,5 4-9-15,-2 2 5 0,1-1-1 0,-1-1-2 16,0 2 1-16,-1-2 1 0,1 2 3 15,-3 0-5-15,5-2 1 0,-8 0-7 0,3 2-3 16,1-1-3-16,-1 1-4 0,1-1 1 16,-1 0 1-16,3 3-8 0,-3-2-3 15,-4-2 0-15,2 3-4 0,0 2-6 16,-4 1-1-16,2 0-1 0,-2 0 3 0,1-1-6 16,2 2 6-16,-2 1-3 0,4-2-5 15,0 3-7-15,-2-2 3 0,1 2-1 0,3 1-3 16,-1 0 1-16,3-2-6 0,-3 1-2 15,-2 0 2-15,4 2 2 0,-1 1-2 0,2 1 0 16,-3-1-1-16,1 1 2 0,1 2-4 16,-1-2 2-16,-1 3-1 0,5-2 3 0,-2 0-3 15,-1-1-1-15,4 3-1 0,-3-4-3 16,1 3 4-16,1 0 1 0,3 1-1 16,-3 0-2-16,1 0 0 0,2-1 3 0,1 6-3 15,-3-3 2-15,3 3-1 0,0-2 0 16,2 0 2-16,-3 2 0 0,2 4-2 15,3-1 2-15,-5 0-2 0,2 0 4 16,2-1 2-16,-4-3-2 0,4 2 2 0,-2-1 0 16,3 1-1-16,-5-3 4 0,4 1 0 15,0-3-5-15,0-1 2 0,2 3 0 0,-3-4 3 16,1-1-2-16,-3 4 4 0,5-3-2 16,-2 1 0-16,-1-1 1 0,1 1 6 15,0 2 3-15,0-3 5 0,2 4-6 16,-2 2 1-16,1-2-5 0,1 1 4 0,-2 1-3 0,0 0 0 15,4-1 0-15,-2 4-4 16,-2-3-5-16,2 0 4 0,0 2-3 0,2-2-2 0,-4 0 8 16,4-3-4-16,0 2-6 15,-1 0 3-15,-1-3 0 0,2 1-4 0,0-1 0 16,0-1 5-16,0 0 1 0,0 2 0 16,-1-2 2-16,1 2-5 0,1-2 2 0,1 0 2 15,-1 1 3-15,-1-1 0 0,2 0 10 16,0 0-13-16,1 2 11 0,-1-2-3 15,2 1 3-15,0 0-5 0,1 0 3 0,1-1-5 16,-3 1 6-16,5-2-4 0,-2 1 2 16,1 1 2-16,-1-3-12 0,0 2 5 0,1-2-5 15,0 1 3-15,1-3 6 16,-2 2 7-16,1-2-4 0,-1 1 2 0,3-2 10 0,-3 0 8 16,2-2-5-16,-1 2 5 15,2-2 1-15,1 2-5 0,-1-2 5 0,0 0 2 16,3-1-14-16,-1 1 4 0,1-2-1 15,3 1-4-15,-1 1-4 0,-2-2-3 0,2 1 3 16,2-1-10-16,-2 1 4 0,4-1-8 16,-6 0 4-16,4-1-4 0,0 0 2 0,2-2 6 15,1 1-3-15,-1-1-7 0,2-1-2 16,-3 1 0-16,-1 0 0 0,4 0 2 0,-4-2-4 16,3 2 5-16,-5-2-4 15,3 2-2-15,-2 0 1 0,0-3 1 0,0 0 1 0,-4 1-1 16,5-2 6-16,-5 1 3 15,4 0-6-15,1-3-9 0,0 1 0 0,2-1 0 16,-2-3 0-16,3 2 0 0,-1-3 0 16,-2 0 0-16,9-4 0 0,-2-1 0 0,-4 1 0 15,-4 4 0-15,1-1 0 0,-4-1 0 16,2 2 0-16,-1-3 0 0,-3 5 0 0,-1 0 0 16,1-2 0-16,-1 1 0 0,-4 1 0 15,4-2 0-15,-2 2 0 0,0-1 0 16,0-1 0-16,3 1 0 0,-1-1 0 0,0 0 0 15,-2-4 0-15,4 1 0 0,-1-4 0 16,-1 3 0-16,0-2 0 0,1-1 0 0,-3 2 0 16,2 1 0-16,-1-1 0 0,0 1 0 15,-1-1 0-15,-1 1 0 0,-2 1 0 16,-1 1 0-16,1-2 0 0,-1-1 0 16,0 2 0-16,1-3 0 0,-3-1 0 0,-1 0 0 15,0-2 0-15,0-3 0 0,1-5 0 16,-3-8 0-16,0-4 0 0,0-1 0 0,0 1 0 15,-3-1 0-15,-1 4 0 16,-1 1 0-16,-6 4 0 0,0 0 0 0,-2 1 0 0,-2 4 0 16,-7 0 0-16,0 1 0 15,-1 4 0-15,-6 0 0 0,1 2 0 0,-3 3 0 0,-3 1 0 16,0 3 0-16,4 3 0 16,1 6 0-16,2 1 0 0,4 4 0 0,-2 1 0 15,-9 6-336-15,3 3-235 0,1 5-87 16,3 2-176-16,3 1 15 0,1 5 80 0,4 2-701 15,0 2-890-15</inkml:trace>
  <inkml:trace contextRef="#ctx0" brushRef="#br0" timeOffset="35375.69">7054 12841 3658 0,'0'0'-189'0,"0"0"41"0,0 0 31 0,0 0 35 0,0 0 35 0,0 0 37 15,0 0 37-15,-26 14 37 0,12-5 20 16,-5 11 14-16,-3 1 16 0,-3 6 12 16,-8 5 6-16,-1 4-1 0,2 2-5 0,-5-1-12 15,1 2-7-15,0 0-13 0,0 1-11 16,0-3-10-16,-1-1-3 0,6 0-9 16,-1-4-4-16,5 1-3 0,5-7-12 0,-1-1-2 15,4-2-5-15,-2 0-3 16,2-1-4-16,4-5-5 0,3-3-15 0,-1-2-23 0,1-2-17 15,5-3-28-15,-1-1-28 16,-1 1-35-16,3 0-42 0,0-2-53 0,2-3-58 0,4-2-72 16,-9 2-96-16,9-2-104 15,0 0 32-15,0 0-183 0,0 0-193 0</inkml:trace>
  <inkml:trace contextRef="#ctx0" brushRef="#br0" timeOffset="35911.83">7226 12939 2221 0,'-4'-7'135'0,"0"1"18"0,1 0 17 0,1-1 25 0,-3-1 22 0,3 2 20 0,1 0 10 0,1 6-2 16,-2-11-20-16,2 11-26 0,0-6-15 15,0 6-8-15,0 0-1 0,0 0-7 0,34 21-18 16,-11-1-14-16,0 0-9 0,8 12-16 16,-1 4-4-16,2 0-16 0,1 0-10 0,5 5-9 15,-1-6-6-15,0 5-6 0,-2-4-6 16,-1-1 3-16,-2-2-14 0,-7-7-5 0,0-3-1 15,-5 0-2-15,-4-5-3 0,-5-4-4 16,-1-3-4-16,0-5-5 0,-5 4-12 16,2-5-16-16,0-1-27 0,-1 2-34 15,-1 1-37-15,1-2-54 0,-3-1-74 16,-3-4-73-16,6 5-76 0,-6-5-112 0,0 0-183 16,0 0 56-16,0 0 62 0,8 1-342 15,-8-1-383-15</inkml:trace>
  <inkml:trace contextRef="#ctx0" brushRef="#br0" timeOffset="37275.8">5628 11775 2656 0,'-3'5'10'0,"1"1"4"0,2-6 4 0,-2 7 16 0,2-7 36 0,0 0 45 15,0 0 28-15,7 7 8 0,-7-7-3 16,0 0-12-16,37-14-15 0,-8 1-12 0,5-3-12 16,2-1-14-16,8-4-45 0,-2-1-44 15,-8 4-74-15,-3 1-76 0,-1-1-101 0,-5 1-161 16,-6 3-129-16,-7 7 58 0,-5 1-188 16,-3 2-172-16</inkml:trace>
  <inkml:trace contextRef="#ctx0" brushRef="#br0" timeOffset="37459.28">5922 12011 2218 0,'0'5'229'0,"0"-5"-7"16,0 0 3-16,0 0 11 0,2 3-11 0,-2-3-23 16,0 0-19-16,14-14-18 0,-5 5-28 15,6-4-59-15,6-4-61 0,4-2-84 16,-2 1-89-16,1-3-122 0,1 0-155 0,-2-1-132 15,-3 1 57-15,-7 3-217 0,-6-1-216 16</inkml:trace>
  <inkml:trace contextRef="#ctx0" brushRef="#br0" timeOffset="40958.97">23158 11728 2005 0,'-10'2'86'0,"10"-2"17"0,-10 2 2 0,10-2 13 15,0 0 7-15,0 0 19 0,0 0 13 0,0 0 13 16,32 2-8-16,-16-2-7 0,4-2-14 16,5 2-12-16,6-2-17 0,10 2-11 0,0-2-7 15,-1 0-11-15,1 1-11 0,-9 1-6 16,-5 0-4-16,-5-3-7 0,-3 3-10 0,-1 0-2 16,-5 0-6-16,-2 0-5 0,-11 0-4 15,16 0-1-15,-16 0 0 0,0 0-3 16,0 0-6-16,0 0-1 0,0 0 0 15,-40 3 7-15,19-3 3 0,-1 0 7 0,-1 0 10 16,5 0 14-16,-4 0 9 0,8 0 9 16,-4 0 7-16,9 1 8 0,9-1 18 15,-19-1 14-15,19 1-1 0,-10-3-9 0,10 3-7 16,0 0-7-16,0 0-8 0,23-8 0 16,-12 4-13-16,4 2-4 0,3-1-11 15,-3 3-5-15,2-2-6 0,-1 0-8 16,-1 2 2-16,-2 2-8 0,0-2-4 0,-3 2-9 0,-10-2-1 15,17 0-6-15,-9 3 6 16,-8-3-4-16,9 2 1 0,-9-2 2 0,0 0 2 16,-2 8 5-16,2-8 6 0,0 0-5 15,-13 8 1-15,9-4-7 0,4-4 0 0,-10 5-4 16,10-5-2-16,-4 5-6 0,4-5-1 16,-3 3-6-16,3-3-40 0,0 0-41 0,0 0-62 15,-4 8-84-15,4-8-100 0,0 0-100 16,0 0-118-16,-2 8-180 0,2-8 26 0,-5 5 76 15,-1-1-423-15,2 1-514 0</inkml:trace>
  <inkml:trace contextRef="#ctx0" brushRef="#br0" timeOffset="42541.79">3154 9615 2946 0,'-8'2'-76'0,"8"-2"28"0,0 0 12 0,-14 0 10 0,14 0 29 16,0 0 30-16,0 0 34 0,0 0 16 16,0 0 7-16,0 0-1 0,0 0-7 0,0 0-11 15,0 0-4-15,0 0-7 0,31-7-9 16,-10 7 6-16,6 0-12 0,1 4-5 0,8-1-4 15,-5 1 6-15,-4-1-11 16,-2 0-3-16,-1 1-1 0,-5 0-5 0,1-3 3 16,-4 2-3-16,0-1-2 0,-3 0-8 15,-1-1-15-15,-1 1-17 0,0 0-31 0,-1 0-31 16,-1-1-33-16,-1 1-46 0,-8-2-76 16,21 0-88-16,-10-2-195 0,3-1 3 15,1 1-106-15,2 0-122 0</inkml:trace>
  <inkml:trace contextRef="#ctx0" brushRef="#br0" timeOffset="43373.96">4565 9751 1703 0,'-13'-6'36'0,"2"1"20"0,1 1 5 15,1 0-5-15,1 0 7 0,-2 2 20 0,5 0 30 16,5 2 22-16,-13-8 20 0,13 8 12 16,-8-2-1-16,8 2-16 0,-2-5-3 15,2 5-17-15,0 0-17 0,19-15-8 16,0 6-8-16,14 0-12 0,1-2-7 0,2 2-10 0,5-1-7 15,0 3-4-15,-1 1-1 16,0-1-9-16,-5 2-5 0,-8-2-4 0,-2 5-9 16,-5 0 3-16,-3-1-4 0,-4 0-1 15,0 3-4-15,-3-2-3 0,1 0-1 16,-11 2-2-16,16-3-4 0,-8 3 0 0,-8 0 2 16,7-2-4-16,-7 2-2 0,0 0-2 15,9-3-7-15,-9 3 11 0,0 0-19 0,0 0-6 16,0 0-18-16,0 0-10 0,0 0-8 15,0 0-5-15,-40-2-1 0,24 4-7 16,-5-1 3-16,-6 3 9 0,-7 1 2 16,-4 3 5-16,-3-4 6 0,3 3 3 0,0-2 2 15,-1 0 2-15,3-1 4 0,8 0 1 16,7 0 8-16,0-3 10 0,4 1 19 0,2 0 18 16,4-2 10-16,2 0 9 0,9 0-3 15,-12-4 3-15,12 4-11 0,0 0 0 16,3-9-3-16,6 3-4 0,5-1-6 0,7-1-6 15,2 1 4-15,9-2-4 0,2 3-1 16,-5 0-1-16,5-1-2 0,-7 4-5 0,-4 0 4 16,-4 1-4-16,-2-1-11 0,-3 3-3 15,-3-2 5-15,-2 2-8 0,-9 0 3 0,12 0 1 16,-12 0 0-16,0 0-1 0,0 0 4 16,0 0 4-16,-34 9-11 0,9-6-7 15,-16 2 13-15,0 0-4 0,-1 2 3 16,0-2-2-16,2 1 3 0,11-2 7 0,4-4 18 15,9 2-11-15,2 0 8 0,3-1 4 16,4-1 6-16,7 0-7 0,0 0 2 16,0 0-3-16,0 0 0 0,24-9-9 0,-5 7 3 15,6-4 0-15,2 5-3 0,-1-1 1 16,1 0-17-16,-6 1-5 0,-2 1-4 0,-2 0-9 16,-2-2 3-16,-4 2-6 0,1 0 1 15,-12 0 2-15,13 0-3 0,-13 0 9 0,6 3-1 16,-6-3 0-16,0 0-1 15,0 0-10-15,0 0-28 0,-22 11-38 0,13-9-54 16,-2 2-58-16,2 0-87 0,1-1-144 16,0 1-122-16,1-1 56 0,7-3-108 0,-14 7-109 15</inkml:trace>
  <inkml:trace contextRef="#ctx0" brushRef="#br0" timeOffset="44506.93">13635 12446 1826 0,'-27'-5'49'0,"6"2"7"0,2 1 7 0,6 2 9 0,3 0 30 0,10 0 45 15,-13-3 43-15,13 3-17 0,0 0-16 16,0 0-12-16,18-14-14 0,7 11-9 15,13-2-14-15,7 1-9 0,-2 1-5 16,1 3-17-16,-2 0-4 0,-6 0-12 0,-7 1 3 16,-3 1-17-16,-8 0-2 0,-5 1-14 15,-3-1-1-15,-6 3 2 0,-4-5-4 0,-16 9 0 16,-7-1-4-16,-15-1-5 0,-7 0 1 16,-11 1-4-16,10-4-3 0,5 1 4 0,1-1 13 15,11-3 9-15,8 2 6 0,3-3 9 16,7 0 5-16,0 1 0 0,11-1-4 15,0 0-9-15,0 0-2 0,0 0-4 16,0 0-5-16,0 0-11 0,42-9-40 0,-21 9-46 16,1-2-75-16,7 4-79 0,-2 0-112 15,0 0-199-15,-3-1-85 0,-6 3 81 16,0-3-238-16,-2 1-258 0</inkml:trace>
  <inkml:trace contextRef="#ctx0" brushRef="#br0" timeOffset="45390.86">24440 11436 2082 0,'-13'-1'-37'0,"1"0"6"0,3 1 7 0,9 0 18 0,0 0 29 0,-11-2 36 0,11 2 36 0,0 0 12 0,0 0-7 16,0 0 5-16,0 0-5 16,37 2-9-16,-12-1-7 0,11 3-7 0,4 2-5 15,3 0-8-15,-4-2-8 0,5 13-5 16</inkml:trace>
  <inkml:trace contextRef="#ctx0" brushRef="#br0" timeOffset="51240.18">5519 9550 2739 0,'-25'-13'190'0,"3"3"-70"0,2 1-34 16,6 4-26-16,3 0 22 0,4 0 33 0,-2 0 7 0,8-3-18 0,1 0-14 0,7-2-12 16,18-5 3-16,19-6-13 0,12 5-6 15,12 1-5-15,10-1-1 0,21 2-10 16,-15 4-18-16,-2 1-36 0,-6 3-57 15,-9 0-53-15,-4 3-60 0,-20 1-75 0,-9 4-68 16,-11 0-129-16,-9 1-81 0,-3 1 53 16,-9-1-128-16,-2-3-106 0</inkml:trace>
  <inkml:trace contextRef="#ctx0" brushRef="#br0" timeOffset="60038.3">3116 13863 1326 0,'0'0'215'0,"5"-7"-112"0,-5 7-21 0,6-7-27 0,-3 2-7 0,-3 5 23 16,2-8 8-16,0 4-1 0,-2 4-3 16,4-5-5-16,-4 5-7 0,0 0-9 0,6-7 2 15,-6 7 2-15,0 0 7 0,2-5 3 16,-2 5 5-16,0 0-2 0,0 0 1 0,0 0-11 16,0 0-7-16,0 0 2 15,0 0 32-15,0 0 15 0,0 0-4 0,0 25 12 16,-2-7 18-16,-1 6 7 0,0 15 17 15,-5 12-5-15,1 5 18 0,-2 4-6 16,-5 3-1-16,1 3-16 0,-5 4-1 0,-3 17 20 16,6-19 1-16,-6-1-8 0,-4 15-14 15,7-16-9-15,-4 0-9 0,1 1-4 0,1-3 12 16,-1-5-5-16,-1 2-11 0,2-6-6 16,1-1-6-16,1-4-12 0,3 1 2 0,-4-1 29 15,-1-1 17-15,2-2-16 0,-1-2-9 16,2-2-9-16,3-7-8 0,1 0-16 15,0-2-3-15,-1-3-10 0,3 0-5 16,-2-2-7-16,3-7-6 0,1-5-5 16,1 0-2-16,0-2-4 0,5-6-3 0,-3 2-2 15,2-2 5-15,1 0 10 0,-2-4 0 16,3 1 1-16,0 0 0 0,-1 0-9 0,1 0-1 16,2-6-9-16,-4 8-1 0,2-3-4 15,2-5-1-15,-5 10-10 0,1-3-15 0,2 0 0 16,0-2 0-16,-2 2 0 0,0-2 0 15,0 0 0-15,4-5 0 0,-5 11 0 16,3-6 0-16,2-5 0 0,-2 8 0 0,2-8 0 16,-4 5 0-16,4-5 0 15,-3 6 0-15,3-6 0 0,0 0 0 0,-2 6 0 16,2-6 0-16,0 0 0 0,0 0 0 16,0 0 0-16,5 9 0 0,3-6 0 0,3-1 0 15,14 1 0-15,17 4 0 0,2-1 0 16,15 2 0-16,4-1 0 0,3 0 0 0,5 1 0 15,-8-1 0-15,7 0 0 0,-3 3 0 16,-1-5 0-16,-6 3 0 0,-3 0 0 16,2-3 0-16,-13 1 0 0,1-5 0 0,-2 0 0 15,-2-1 0-15,5-5 0 0,-3 1 0 16,0-2 0-16,-2 0 0 0,1-2 0 0,-4 0 0 16,0 1 0-16,-4-1 0 15,0 1 0-15,-9 0 0 0,-2 4 0 0,-6-1 0 16,0 2 0-16,-6 1 0 0,4-3 0 15,-3 3 0-15,-1 1 0 0,-13 0 0 0,21-2 0 16,-12 0 0-16,-9 2 0 0,18 0 0 16,-18 0 0-16,17-2 0 0,-17 2 0 15,0 0 0-15,17 2 0 0,-17-2 0 0,0 0 0 16,16-2 0-16,-16 2 0 0,0 0 0 16,0 0 0-16,0 0 0 0,16 0 0 0,-16 0 0 15,0 0 0-15,0 0 0 0,0 0 0 16,0 0 0-16,16-1 0 0,-16 1 0 0,4-6 0 15,-4 6 0-15,7-12 0 0,-3-3 0 16,0-2 0-16,1-15 0 0,2-8 0 16,-2-15 0-16,1-9 0 0,1-8 0 15,0-25 0-15,2-7 0 0,0-6 0 0,2 4 0 16,-1-5 0-16,3 2 0 0,-1 2 0 16,1 8 0-16,-4 22 0 0,-3 9 0 15,4 2 0-15,-3 9 0 0,-3 16 0 0,2 2 0 16,-3 10 0-16,0 5 0 15,-1 5 0-15,0 1 0 0,3 5 0 0,-5-1 0 0,0 4 0 16,0 1 0-16,2 1 0 16,0 2-111-16,-2 0-50 0,0 6-34 0,0 0-53 15,0 0-66-15,0 0-89 0,0 0-93 16,0 0-121-16,-25 12-201 0,16-4 64 0,0 1 87 16,-7 1-492-16,-7 7-625 0</inkml:trace>
  <inkml:trace contextRef="#ctx0" brushRef="#br0" timeOffset="67187.98">3659 14508 3045 0,'0'0'-57'0,"0"0"17"0,0 0 10 0,0 0 21 0,0 0 30 0,0 0 39 0,0 0 42 16,0 0 28-16,0 0 18 0,0 0 17 16,0 0 13-16,0 0 2 0,0 0 12 15,0 0 2-15,0 0 3 0,0 0 0 0,0 0-3 16,0 0-7-16,0 0-10 0,0 0-14 16,0 0 3-16,0 0-22 0,0 0-2 15,0 0-14-15,0 0-6 0,0 0-2 0,0 0 0 16,0 0-3-16,0 0 0 0,0 0-6 15,0 0-17-15,0 0-12 0,-3-13-1 0,3 13-20 16,-17-1-13-16,17 1-1 0,-34 6-8 16,2 3-7-16,-4 5-4 0,-1 0-4 15,-5 4 1-15,6-1-3 0,6-2-4 0,3 3-7 16,2-1-8-16,6-1 5 0,9-3 9 16,1 0 1-16,4-1 14 0,0 1 23 15,5-1 21-15,5 2 16 0,2-2 18 16,4 3 10-16,5-3-2 0,6 5-2 0,5-2-11 15,1-1-77-15,1-5-28 0,-8 0 0 16,-1-4 0-16,-4 1 0 0,-5-3 0 0,3 0 0 16,-3 1 0-16,0-2 0 0,-4 0 0 15,-7-2 0-15,15 4 0 0,-15-4 0 0,10 4 0 16,-10-4 0-16,7 3 0 0,-7-3 0 16,0 0 0-16,10 4-329 0,-10-4-190 15,-6 8-123-15,0 1-210 0,-11 3-7 0,-7 8 98 16,-13 11-677-16,-1 0-889 15</inkml:trace>
  <inkml:trace contextRef="#ctx0" brushRef="#br0" timeOffset="68504.1">3138 15675 3786 0,'-6'8'-92'0,"6"-8"31"0,-5 4 27 0,5-4 41 0,0 0 49 0,0 0 42 0,-4 6 24 15,4-6 17-15,0 0 4 0,0 0-1 0,0 0-7 16,0 0 4-16,0 0 3 15,0 0 1-15,0 0 2 0,0 0-6 0,0 0 5 16,0 0-2-16,0 0-3 0,0 0-13 0,0 0-10 16,0 0-2-16,0 0-15 0,18-22-8 15,-9 13-4-15,-2-3-7 0,2-6-9 0,2-9-6 16,2-4-6-16,-1-5-3 16,4-8-27-16,4-6-4 0,-2 1-4 0,5-4-4 15,-2 5-1-15,0 4 0 0,-6 10-1 16,0 5 0-16,-3 0-4 0,-3 9 3 15,1 4 1-15,-4 3-2 0,0 1-9 0,-3 4-8 16,1 2-2-16,0 2-3 0,-4 4 3 16,0 0 16-16,19 16 7 0,-10 1 1 0,9 9 8 15,-3 6 0-15,8 5 1 0,-2 3 3 16,1-1 7-16,3 2-7 0,-4-2-1 16,-1-7-3-16,-3-1 3 0,-2-6-4 0,-2-4 32 15,-4-4 24-15,0-5 9 16,-2 0 4-16,0-2-5 0,-3-2-1 0,2 1 11 0,-2-4 17 15,-2 1 10-15,-2-6 11 0,6 8 9 16,-6-8-132-16,0 0-14 0,0 0 0 16,0 0 0-16,0 0 0 0,0 0 0 15,0 0 0-15,-22-29 0 0,11 20 0 0,-4 1 0 16,-7 1 0-16,2 2 0 0,-5 0 0 16,-2 3 0-16,4 2 0 0,3-2 0 15,-1 2 0-15,-1 2 0 0,6 0 0 0,0 1 0 16,1-1 0-16,1-1 0 0,3 1 0 15,0 2 0-15,-1-2 0 0,-1 1 0 16,1 0 0-16,3 1-133 0,-2-3-372 16,-1 5-138-16,1-3-206 0,-3 0-32 0,5 2 90 15,-2 1-702-15,3-1-939 0</inkml:trace>
  <inkml:trace contextRef="#ctx0" brushRef="#br0" timeOffset="69435.98">3578 14400 3957 0,'0'0'-114'0,"0"0"17"0,0 0 16 0,0 0 24 0,0 0 42 0,0 0 37 0,0 0 21 16,0 0 12-16,0 0 8 0,-12-18 7 0,12 7-6 16,0-9-6-16,0-1-8 0,3-4 2 15,-1-12-6-15,-2-8-9 0,2 0 2 16,0-13 1-16,1-5-10 0,3-5-7 0,1-4 0 16,5-20-8-16,3 1 20 0,6 3-23 15,4 7-3-15,10 2-1 0,4 5-2 0,9 5 23 16,5 6-3-16,8 3-5 0,6 6-1 15,5 6-1-15,9 2-2 0,8 5-5 16,1 3 0-16,3 4 7 0,4 5-8 0,0 2 5 16,0 4-8-16,-5 2 1 0,-19 9 0 15,-7-2-5-15,-5 5-24 0,-15 3-38 16,-4 0-39-16,-4 0-43 0,-11 4-48 16,-4 4-47-16,-7 0-58 0,-2 4-83 0,-6 1-196 15,-5 2 39-15,-3 4-186 0,-11 18-211 16</inkml:trace>
  <inkml:trace contextRef="#ctx0" brushRef="#br0" timeOffset="69985.74">3620 15083 2160 0,'0'0'105'0,"0"0"8"0,0 0 4 0,0 0 19 0,0 0 42 0,-17-8 21 0,17 8 22 0,0 0 8 16,-3-9 4-16,3 9-17 0,3-15-19 0,1 1-23 15,11-10-16-15,15-10-18 0,15-5-13 16,25-14-13-16,12-8-16 0,17-7-40 15,39-25-48-15,9-4-42 0,4 2-54 16,4 1-44-16,-7 14-16 0,-37 18 11 16,-6 5 12-16,-10 4 15 0,-7 8 9 0,-10 6 13 15,-19 12 7-15,-2 0 11 0,-7 6 8 16,-5 1 9-16,-12 9 8 0,-5-1 7 0,-5 4 4 16,-8 2 3-16,-1 1 3 0,-5 1 3 15,1 2-2-15,-2-2 5 0,-8 4 5 16,13-4-4-16,-13 4 4 0,0 0-3 15,11-2-17-15,-11 2-54 0,0 0-85 16,0 0-124-16,0 0-198 0,0 0-2 0,0 0-145 0,-22 21-139 16</inkml:trace>
  <inkml:trace contextRef="#ctx0" brushRef="#br0" timeOffset="71202.12">24137 11673 1817 0,'-56'-21'51'0,"9"4"13"0,-3 0 8 0,-1 3 6 0,-4 3 1 0,11 4-1 0,2 1-5 0,4 3-6 16,12 1-8-16,4 2 3 0,8 0 21 16,5 4 18-16,9-4 9 0,12 14-3 0,19 1-11 15,21 6-8-15,36 4-6 16,16 2-3-16,7 0-12 0,15-3 0 0,6-1-15 16,-1-2-10-16,-7-3-28 0,-7 2-30 15,-13-6-22-15,-26-6-23 0,-11 0-1 0,-19-2 8 16,-8-3 6-16,-12 1 3 0,-8-4 8 15,-9 0 1-15,-6-2 8 0,-5 2 13 0,0 0 21 16,-30-15 20-16,-2 3 20 16,-19-6 11-16,-6 0 16 0,-4-1 12 0,-2 1 11 0,5 3 17 15,10 0-5-15,14 4-3 0,9 5-5 16,7 1-18-16,2 1-10 0,5 2-9 0,5 2-29 16,6 0-32-16,0 0-59 0,-10 8-72 15,10-8-80-15,8 11-120 0,-4-5-205 16,0 2-9-16,-2 1 64 0,-2-3-146 15,0-6-122-15</inkml:trace>
  <inkml:trace contextRef="#ctx0" brushRef="#br0" timeOffset="76768.78">1560 5409 2144 0,'6'-8'231'0,"-4"2"32"0,-2 6 18 0,4-6-2 0,-4 6-19 16,0 0-32-16,0 0-30 0,0 0-16 0,0 0 33 15,5 25 22-15,-3-1-17 0,0 9-10 16,2 9-12-16,-1-1 8 16,6 15-23-16,-4-5-10 0,3 1-4 0,-3-10-40 15,3-1-9-15,-2-2-15 0,2-2-9 16,-3-2-12-16,2-1-7 0,-3-9 2 0,3-5-14 15,-4-3-11-15,-3-3-14 0,2-3-34 16,0-1-48-16,0 0-40 0,-2-4-46 0,0-6-87 16,2 9-101-16,-2-9-94 0,0 0-100 15,0 0-153-15,0 0-37 0,3-29 62 16,-1 12-392-16,0-3-504 0</inkml:trace>
  <inkml:trace contextRef="#ctx0" brushRef="#br0" timeOffset="77284.47">1592 6057 2496 0,'-2'10'-204'0,"2"-6"43"0,0-4 30 0,0 13 31 0,0-8 26 0,0-5 30 0,0 10 21 0,2-7 19 0,-2-3 22 16,3 9 22-16,-3-9 20 0,2 7 18 16,-2-7 25-16,2 7 20 0,-2-7 26 15,0 0 21-15,5 10 21 0,-5-10 21 0,9 7 19 16,-3-6 19-16,-6-1 11 0,19 6 6 16,-6-5 1-16,5-1-5 0,1-1-33 15,5-5-22-15,10-6-14 0,-2 2-20 16,0-2-14-16,-3 2-8 0,-7 2-21 0,-3 1-16 15,-4-2-10-15,1 4-8 0,-5 0-11 16,-1 1-16-16,-1 0-28 0,-1 1-30 16,-8 3-32-16,14-6-49 0,-14 6-60 0,7-7-66 15,-3 2-74-15,-4 5-68 0,5-4-98 16,-5 4-130-16,4-6-108 0,-4 6 64 0,0 0-382 16,0 0-468-16</inkml:trace>
  <inkml:trace contextRef="#ctx0" brushRef="#br0" timeOffset="79851.07">2086 5709 2702 0,'0'-5'36'0,"0"5"30"0,0-9 26 0,0 9-3 0,0 0 6 0,0 0-10 0,0 0-13 16,0 0 16-16,0 0 48 0,0 0-4 16,8 25-7-16,-3-4-7 0,-3 1-11 0,2 1-3 15,6 11-13-15,-10-7 0 0,4-3-18 16,0-2-5-16,-3 1-5 0,3-5-7 16,-2-1-8-16,0 0 0 0,1-1-12 0,-1-5-8 15,-2 1-30-15,2-2-37 0,1-3-30 16,-3-7-83-16,0 8-98 0,0-8-121 0,0 0-159 15,0 0-54-15,0 0 58 16,4-25-197-16,-3 9-216 0</inkml:trace>
  <inkml:trace contextRef="#ctx0" brushRef="#br0" timeOffset="80001.17">2144 5360 1998 0,'-5'-11'80'0,"0"1"31"0,1 3 15 0,0 2 6 15,4 5-6-15,-5-9-9 0,5 9-22 16,-4-5-30-16,4 5-49 0,0 0-47 0,0 0-63 16,0 0-97-16,0 0-183 0,0 0-105 15,0 0-98-15,4 24-79 0</inkml:trace>
  <inkml:trace contextRef="#ctx0" brushRef="#br0" timeOffset="80220.07">2294 5159 1657 0,'-4'-10'211'16,"-4"2"42"-16,3 1 10 0,1 3-16 16,4 4-21-16,0 0-19 0,0 0-7 15,0 0 0-15,-16 23-11 0,13 1-18 0,3 3-12 16,0 14-17-16,2 2-12 16,1 12-11-16,7-1-12 0,-4 2-10 0,-1-13-13 15,1-1-35-15,2-1-45 0,0-3-49 16,-1-4-51-16,-1-1-49 0,-1-6-50 0,2-6-52 15,-4-3-68-15,-1-1-84 0,2-2-108 16,-2-5-27-16,0-2-225 0,-1 0-250 16</inkml:trace>
  <inkml:trace contextRef="#ctx0" brushRef="#br0" timeOffset="80383.67">2294 5744 2183 0,'-10'-10'143'16,"3"0"60"-16,1 3 51 0,3 3 44 15,3 4 38-15,-7-10 5 0,7 10 6 16,-2-8-9-16,2 8-38 0,-2-6-23 0,2 6-36 15,0 0-33-15,0 0-31 16,7-14-74-16,0 9-78 0,2 1-118 0,5-4-133 16,3-1-156-16,8-6-201 0,5 3-121 15,-3-2 73-15,-2 8-442 0,-5-3-545 0</inkml:trace>
  <inkml:trace contextRef="#ctx0" brushRef="#br0" timeOffset="80933.89">2559 5608 2930 0,'-10'4'82'0,"10"-4"51"0,-13 4 31 0,9-3-2 16,4-1 4-16,0 0 9 0,0 0-3 15,-6 5-15-15,6-5-12 0,0 0-9 16,0 0-10-16,0 0-12 0,34-10-13 16,-20 5-7-16,-1-2-12 0,1 0-8 0,-3 2-13 15,0-2-6-15,1 0-8 0,-4 0-3 16,-3 0-3-16,1 1-5 0,-2-1 11 0,-4 7 9 15,2-14 4-15,-2 14-8 0,-2-8-9 16,2 8-8-16,-10-4-3 0,10 4-7 16,-15 2 0-16,3 3-5 0,1 4 0 0,-2 1-3 15,3 0 1-15,-1 4-2 0,-1 1 12 16,5-1-7-16,1 0-2 0,2-1 1 16,1-3 2-16,3 2 8 0,3 0 7 0,1-1-2 15,5-1-5-15,3-3 2 0,3-1-4 16,3-4-5-16,-2-2 1 0,2-2-5 15,1 2 4-15,-4-4 0 0,-1 2 5 16,1-3 22-16,-4 1 17 0,-1-1 16 0,-1-2 12 16,-3-1-8-16,-1-1-8 0,0-1-4 15,-3-2 7-15,0 0-12 0,-2-2-8 0,-2 2-10 16,0-1-1-16,-1 2-7 0,1 1-11 16,2 2-13-16,-2 1-4 0,2 7-4 15,0-14-5-15,0 14-3 0,0-12-1 0,0 12-7 16,2-8 0-16,0 0 4 0,5 4 3 15,2-2-4-15,0 0 1 0,3 4-4 16,-1-1-6-16,2 3 9 0,-13 0-2 16,27 0-1-16,-13 5 0 0,-1-1 0 0,1 4-7 15,-3 0 8-15,0 1-7 0,-1 3-41 16,-3 0-44-16,-1 1-54 0,1 1-84 16,0-2-79-16,-2 3-86 0,1 1-115 0,-3-3-195 15,1 1-19-15,0-2 77 0,0 0-473 16,2 0-591-16</inkml:trace>
  <inkml:trace contextRef="#ctx0" brushRef="#br0" timeOffset="81483.25">3249 5482 3404 0,'0'0'152'0,"-8"-3"11"0,8 3 7 0,0 0-1 0,-7-6-14 0,7 6-17 16,0 0-17-16,0 0-11 0,0 0-7 15,0 0-14-15,2 19-1 0,1-9-11 16,-3 1-7-16,2 1-5 0,-4 1-5 0,2 3-4 16,-1 3-9-16,-6-3-2 0,2 3-10 15,-3 0 0-15,-1 3-7 0,-3-5-17 16,1-1-6-16,3-3-2 0,-2-1 3 16,3-4-5-16,1-5-9 0,6-3-6 0,-11 0-6 15,11 0 4-15,-10-11 8 0,8 1-8 16,2-2 2-16,0-1-6 0,2-1 6 0,2-3 0 15,2 3 0-15,2-1 7 0,-3 1-1 16,4 0-1-16,3 1-4 0,-2 1 5 16,3 0 7-16,-1 0-11 0,-3 2 2 0,7-4 3 15,-5 3-7-15,-2 1 1 0,3-5 6 16,-3 3-6-16,0-5 2 0,2-3-1 0,-6 1 4 16,1-5-4-16,-3-10 4 0,-1-5-1 15,-2 2 18-15,-2-7 1 0,2-1-4 16,-2-1-2-16,-7-7 0 0,-1 2 7 15,5 12 13-15,-5 3 10 0,3 5 13 0,1 9 1 16,0 4-7-16,2 4-9 0,2 7-8 16,-3 5 3-16,5 2-7 0,0 0 9 15,-8 19 5-15,7 1-6 0,4 13 0 0,8 4 7 16,9 9-5-16,5 4 0 0,1-2-2 16,2-3-4-16,1-2-3 0,-1-4-1 0,-1-5-8 15,-4-5-10-15,-1-1-14 0,-4-4-19 16,3-2-27-16,-3-1-44 0,-5-8-62 0,-2 1-77 15,1-6-71-15,-7 0-70 0,3-1-109 16,-3-3-119-16,-3 0 15 0,-2-4-334 16,0 6-408-16</inkml:trace>
  <inkml:trace contextRef="#ctx0" brushRef="#br0" timeOffset="81635.25">3428 5380 2810 0,'-14'-14'214'0,"5"6"48"0,1 3 46 0,3 0 32 0,-1 0 29 0,6 5 3 0,-10-7-19 16,10 7-31-16,-9-4-30 0,9 4-38 15,0 0-30-15,-6-7-26 0,6 7-46 16,0 0-81-16,0 0-122 0,21-3-145 0,-4-1-176 16,6-2-225-16,8-3-192 0,3 1 82 15,-7 4-595-15,-4-1-761 0</inkml:trace>
  <inkml:trace contextRef="#ctx0" brushRef="#br0" timeOffset="81917">3794 5293 3879 0,'0'0'91'16,"0"0"10"-16,0 0-5 0,0 0 24 16,0 0 35-16,0 0 4 0,0 0-3 0,-4 19-12 15,11-14-10-15,1 3-15 0,0-1-13 16,3 0-10-16,0 0-5 0,3 0-12 0,-1 0-4 16,-1-4-9-16,1 0-9 0,0-3 0 15,1 0-7-15,-14 0 0 0,25-6-1 16,-12-1-9-16,-1 0-5 0,-1-2 21 0,-2-1 18 15,-2-2-2-15,2 0 2 16,-4-3-6-16,-1-2-7 0,-4-4-2 0,0 0-18 16,0-2 2-16,0 1-5 0,-2 5-43 15,0 0-39-15,0 5-55 0,-1 2-81 0,1 3-92 16,-2 2-91-16,-2 3-127 0,6 2-194 16,0 0-20-16,0 0 79 0,-15 20-438 15,13-11-535-15</inkml:trace>
  <inkml:trace contextRef="#ctx0" brushRef="#br0" timeOffset="82317.57">4291 5380 3331 0,'0'0'263'0,"0"0"37"0,0 0 21 16,0 0 11-16,-17-6-26 0,17 6-32 0,0 0-31 15,-4-13-25-15,4 13-25 0,0-12-20 16,0 6-56-16,2-5-25 0,2-1-16 0,-2 0-14 15,2-1-13-15,-4-4-6 0,-2-2 7 16,2 2-19-16,-4-2-3 0,0 2-3 0,2-3-10 16,-4 7 2-16,0-3 7 0,1 4-15 15,1 3-3-15,-1-2-5 0,1 4-1 0,0 1 1 16,0 3-2-16,0-5 1 0,4 8-3 16,-4-9 2-16,4 9 1 0,0-9-3 15,0 9 6-15,0 0-4 0,14-8 2 16,-3 7 5-16,2 1-1 0,-13 0 8 15,29 1 18-15,-12 4 21 0,0 0 22 0,0 2 19 16,1 4 20-16,-1-2 24 0,-2 4 8 16,-2 0-2-16,-2 3-5 0,3 0-11 0,-3 0-13 15,1 4-10-15,-4-1-11 0,-1-1-6 16,3 1-29-16,-4 0-61 0,-1-5-82 0,1-1-99 16,1-1-111-16,-3-1-138 0,3-3-154 15,-2-4-208-15,1-1-37 0,-6-3 94 16,11 0-682-16,-11 0-872 0</inkml:trace>
  <inkml:trace contextRef="#ctx0" brushRef="#br0" timeOffset="82635.46">4674 5167 3810 0,'0'0'-19'0,"0"0"63"15,0 0 20-15,-34 0 8 0,34 0 12 16,0 0-3-16,17-17-5 0,-7 9 1 15,1-2-8-15,0 2-6 0,1-2-2 0,-5 3 33 16,1-3 29-16,0 4 26 0,-1-2 11 16,-3 3 0-16,-4 5 5 0,8-8-2 0,-8 8-16 15,-2-7-15-15,2 7-17 0,0 0-8 16,0 0-3-16,-38 17-18 0,15 0-5 16,1 4-9-16,2-1-3 0,-1 5-5 15,1-4 3-15,4 3-8 0,5-4 2 0,2-3 1 16,6-2-3-16,-1 1 1 0,0-3 7 15,4 0-1-15,2 0-4 0,0-1-4 0,5 2-6 16,-1-4-1-16,4 0-47 0,-1-3-83 16,7 3-107-16,1-6-146 0,4-3-161 15,6-2-215-15,0-3-84 0,9-4 81 0,1-2-615 16,-1-2-784-16</inkml:trace>
  <inkml:trace contextRef="#ctx0" brushRef="#br0" timeOffset="82833.36">5734 5134 4257 0,'-18'0'416'0,"7"2"7"0,11-2 4 16,-16 0-14-16,16 0-27 0,0 0-42 0,0 0-38 16,0 0-34-16,0 0-39 0,0 0-77 15,0 0-91-15,72-15-140 0,-17 8-147 0,4-3-177 16,4 1-182-16,-4-3-240 15,-4 1 10-15,-13 2 91 0,-2-1-664 0,-2 1-837 0</inkml:trace>
  <inkml:trace contextRef="#ctx0" brushRef="#br0" timeOffset="83065.75">6069 4886 3840 0,'-11'0'27'0,"11"0"42"0,-12-2 21 16,12 2 60-16,0 0 64 0,2 12 50 0,-2-12 29 15,12 20 9-15,-1-5-22 0,0 2-15 16,5 8-21-16,-1-2-15 0,-2 5-16 0,-3 1-17 16,-3-5-17-16,-2 0-14 0,-2-1-16 15,-3-5-14-15,-1 5-14 0,-6-2-14 16,2 1-26-16,-5-2-47 0,-5 4-76 16,-4-2-84-16,0 0-93 0,-6-5-117 15,0-1-139-15,5-6-177 0,-11 2-165 0,8-5 66 16,3-2-687-16,6 0-889 0</inkml:trace>
  <inkml:trace contextRef="#ctx0" brushRef="#br0" timeOffset="83799.97">6727 4795 4234 0,'-5'-22'126'0,"3"7"52"0,-1 3 42 0,1 2 37 0,0 1 32 0,0 4 10 0,2 5-17 16,-2-9-29-16,2 9-34 15,0 0-14-15,0 0 24 0,-5 26-1 0,3-2-8 16,-2 18-21-16,2 2-12 0,1 14-18 15,2 1-13-15,-1 0-11 0,6-4-49 16,-2-10-96-16,-1 0 0 0,1-4 0 0,0-4 0 16,-1-7 0-16,-1-6 0 0,-2-4 0 15,0-1 0-15,0-6-91 0,-2 1-181 0,2-4-97 16,-3-3-128-16,-3-5-115 0,6-2-126 16,0 0-74-16,-11-15 77 0,7 1-648 0,3-3-835 15</inkml:trace>
  <inkml:trace contextRef="#ctx0" brushRef="#br0" timeOffset="84032.92">6717 4671 3859 0,'0'-12'56'15,"0"1"51"-15,2 5 31 0,-4-1 17 16,2 7 7-16,3-10-2 0,-3 10-4 0,11-8-7 16,-11 8-11-16,14 0-16 0,-14 0-8 15,24 4-10-15,-15 0-11 0,1 1-6 0,-1 1-6 16,0 0-8-16,-3 4-4 0,0 0-8 15,-2 3-4-15,-2 0-3 0,-2 2-10 16,-4-1-13-16,2 1-26 0,-4-1-24 0,0-4-40 16,3 2-43-16,-3-3-65 15,2-3-93-15,-3 0-109 0,1-4-138 0,6-2-204 16,-11 0 58-16,11 0 82 0,0 0-333 16,0 0-385-16</inkml:trace>
  <inkml:trace contextRef="#ctx0" brushRef="#br0" timeOffset="84382.74">7011 4921 2752 0,'-16'19'167'0,"3"-5"40"0,4 5 20 15,0-3 15-15,2 2 22 0,1-3 3 0,6 0-7 16,-1 1-28-16,2-3-13 0,5 1-11 15,1-2-17-15,5 0-17 0,1-4-18 0,3 0-1 16,2-2-23-16,2-2-11 0,-1-6-14 16,2 0-10-16,2-4-8 0,-2-2-15 15,-1 0-1-15,0-1-6 0,-3-4-5 0,-2 1-6 16,-3-2 12-16,-3 2 2 0,-1-3 0 16,-5 1 9-16,-3-1-33 0,-1-2 3 0,-3 0-8 15,-2-3-6-15,-1 2-6 0,0 6-9 16,0 0-5-16,-2 2-11 0,0 4-28 0,-3 2-12 15,0 4-30-15,-5 6-32 16,2-2-43-16,1 2-65 0,0 5-70 0,1-3-85 16,4 1-77-16,2-2-80 0,7-2-84 15,0-5-87-15,0 0 51 0,21 2-393 0,-1-6-506 16</inkml:trace>
  <inkml:trace contextRef="#ctx0" brushRef="#br0" timeOffset="84699.85">7579 4625 2835 0,'3'-12'41'0,"-3"2"48"0,0 3 37 16,0 7 17-16,-3-8-6 0,3 8-1 16,0 0 3-16,-18 2-10 0,18-2 2 15,-21 15-9-15,6-3-8 0,1 2-12 16,1 1-5-16,-4 10-9 0,8-3-12 16,-1-3-3-16,5 0-4 0,1-1-12 0,1-1-3 15,6-1-4-15,1 1 3 0,5 0 17 16,0 1 16-16,9 3 19 0,-2-5 18 0,2 5 24 15,0-4-3-15,-6-3 3 0,1 1 8 16,-1 1 22-16,-2-3 10 0,-1-1 6 0,-1 2 6 16,-4-4 0-16,1 5-7 0,-5-1-4 15,0-2-3-15,-3 0-17 0,-3 2-14 16,-2-1-12-16,-1-1-17 0,-2 2-14 0,-3-5-10 16,1-1-69-16,-3 0-32 0,-1-4-18 15,4-4-142-15,-4-4-118 0,-1-6-147 16,2-11-169-16,0-10-211 0,7-7-46 15,5-7 86-15,4-11-696 0,8-6-909 0</inkml:trace>
  <inkml:trace contextRef="#ctx0" brushRef="#br0" timeOffset="84937.08">8049 4209 4451 0,'-2'-10'235'15,"-2"2"58"-15,3 0 2 0,1 8-1 16,-8-5-24-16,8 5-31 0,0 0-5 15,-10 22 23-15,8 2-3 0,-3 13-14 16,-1 15-14-16,4 12-17 0,0 5-20 0,1 3-15 16,-1 3-20-16,-2 3-13 0,-1 2-105 15,0-3-36-15,-1-1 0 0,3-5 0 0,-3-4 0 16,1-6 0-16,-2-7-222 0,5-12-84 16,0-4-85-16,2-11-79 0,0-10-63 0,-1-3-93 15,1-7-127-15,1-7 12 0,-1 0 81 16,0 0-527-16,6-21-651 0</inkml:trace>
  <inkml:trace contextRef="#ctx0" brushRef="#br0" timeOffset="85099.84">7900 4957 3407 0,'-11'-15'132'0,"2"3"78"0,2 3 72 15,0 1 59-15,3 2 13 0,-1 3 13 16,5 3-13-16,-6-10-28 0,6 10-31 16,-6-6-30-16,6 6-31 0,0 0-21 15,0 0-22-15,0 0-19 0,0 0-36 0,35-2-70 16,-17 4-97-16,11-2-114 0,2 2-136 15,8-4-172-15,7 2-237 0,-10 2-139 16,-3-2 85-16,-5 2-675 0,-1 0-870 0</inkml:trace>
  <inkml:trace contextRef="#ctx0" brushRef="#br0" timeOffset="85369.91">8562 4791 4108 0,'-22'1'91'0,"4"3"39"15,0-1 30-15,4 3 35 0,-2 0 34 16,-1 4 9-16,2 3 1 0,2 0-40 0,1 5-11 16,2 1-23-16,7 4-15 0,1 1-9 15,4-1-16-15,1 2-11 0,3 6-15 0,-1-5-55 16,2-8-45-16,0 3-59 0,3-1-74 15,-1-3-89-15,5 1-115 0,0-5-113 16,2-2-159-16,1-4-115 0,2-1 64 16,2-3-500-16,2-3-626 0</inkml:trace>
  <inkml:trace contextRef="#ctx0" brushRef="#br0" timeOffset="85666.17">8939 4890 3357 0,'-10'-6'162'0,"10"6"56"0,0 0 45 0,0 0 37 15,-26 8 12-15,16-1 25 0,3 0 2 16,1 3-19-16,-4-1-26 0,5 4-29 0,1-3-23 16,4 2-23-16,0 1-19 15,4-2-17-15,-1 0-19 0,3-3-19 0,4 1-13 0,1-1-13 16,2-3-15-16,1 1-25 16,1-6-27-16,2 0-11 0,3-4-14 0,-2-1-4 15,3 0-7-15,-1-2 4 0,-4 0 4 16,-2-1-5-16,-3-1-5 0,-1-2 5 15,-5 0-8-15,2-3-3 0,-4-1-1 0,-4-3 2 16,-3 1 0-16,-3-1-3 0,0 1-7 16,1 1 0-16,-3 5-8 0,-3 1-15 0,-1 2-31 15,-1 6-46-15,1 4-46 0,0-1-67 16,-4 3-78-16,-1 5-113 0,4-2-133 0,-4 2-203 16,5 2-61-16,1-2 86 15,7-3-649-15,-3 2-819 0</inkml:trace>
  <inkml:trace contextRef="#ctx0" brushRef="#br0" timeOffset="86150.17">9530 4305 4051 0,'0'-15'118'16,"0"7"41"-16,0 0 24 0,0 1 6 0,0 7 6 15,0 0-9-15,0 0 35 16,0 0 56-16,0 0 16 0,-2 44 2 0,-2-7-2 16,-1 20 0-16,-4 4-10 0,0-2-24 15,-2 2-21-15,-1 1-23 0,1 0-18 0,-1-2-23 16,1-4-102-16,0 2-72 0,1-7 0 16,-1-3 0-16,3-14 0 0,1-9 0 15,2-4 0-15,3-4 0 0,1-5 0 0,-3 0 0 16,0-2 0-16,4 0 0 15,-2-6 0-15,2-4 0 0,0 0 0 0,0 0 0 0,0 0 0 16,0 0 0-16,6-25 0 16,-6 11 0-16,0-7 0 0,0 4 0 0,-4-2 0 15,0 2 0-15,-1 2 0 0,-3 1 0 16,-2 3 0-16,-3 3 0 0,-4 5 0 0,2 1 0 16,-2 4 0-16,-3 3 0 0,2 3 0 15,-9 6 0-15,4 2 0 0,1 2 0 0,8-1 0 16,1-3 0-16,4-2 0 0,2 0 0 15,3 0 0-15,3 0 0 0,2-4 0 0,1 1 0 16,7-2 0-16,0-1 0 0,7-2 0 16,-2-1 0-16,7-3-155 0,-2 0-94 15,6-3-92-15,2-1-112 0,-1-2-130 0,-3 3-141 16,0-4-93-16,-4 3 76 0,-4 2-663 16,-1 1-856-16</inkml:trace>
  <inkml:trace contextRef="#ctx0" brushRef="#br0" timeOffset="87432.19">8605 5471 4046 0,'-26'2'67'0,"1"2"31"0,8-2 15 0,2-2 24 0,5 0 29 15,10 0 31-15,0 0 14 0,0 0 3 16,0 0 2-16,0 0-10 0,48-24-25 0,18 10 9 16,30-6-25-16,13 3-14 0,7 4-21 15,2-4-55-15,-1 4-66 0,-6 0-78 0,-28 4-100 16,-9-1-108-16,-12 1-67 0,-15 2-45 16,-8 1-18-16,-12 2-6 0,-9 1 22 0,-9 3 45 15,-5-2 76-15,-4 2 81 0,0 0 78 16,0 0 65-16,-76 5 46 0,15 0 41 0,-8-1 48 15,-5-3 60-15,5 1 50 16,2 0 35-16,16-2 24 0,8 0 12 0,11 0-2 16,9 0-14-16,6 0-21 0,0 1-9 15,6-2-24-15,11 1-32 0,0 0-13 0,0 0-11 16,0 0-33-16,43-5-63 0,2 6-79 16,3-2-108-16,4-1-139 0,13-1-156 15,0-2-190-15,-2-4-92 0,-3 2 77 0,-4-1-495 16,-3-6-603-16</inkml:trace>
  <inkml:trace contextRef="#ctx0" brushRef="#br0" timeOffset="87967.46">9682 4806 3303 0,'4'-10'25'15,"-4"10"19"-15,2-7 16 0,-2 7 13 16,0 0 24-16,0 0 50 0,0 0 28 0,0 0 24 16,0 0 13-16,0 0-5 0,14 27-3 15,-11-15-16-15,-3 1 0 0,2 1-17 0,-2-2-18 16,0 3-12-16,2-1-13 16,0-3-12-16,0 1-10 0,0-1-8 0,0-1-13 0,-1-2-13 15,3-2 2-15,2 2 2 16,-6-8-9-16,13 5-14 0,-1-5-4 0,-12 0-7 15,28-7-8-15,-14 1-2 0,5-6-4 16,-4 1 3-16,0-3 12 0,3-1-18 16,-6 3 6-16,1 2 4 0,-2 1 18 0,-4 3 33 15,-2-2-14-15,2 4-6 0,0-2-5 16,-3 2-7-16,-4 4-10 0,9-5-4 0,-5 1-3 16,-4 4-3-16,14-4 2 0,-14 4-5 15,16 0 1-15,-2 0-6 0,-3 2 3 0,3-2-7 16,-1 0 3-16,3-2-3 15,-3 2 1-15,4 0-4 0,-4-4-3 0,1 3 3 0,-1-3 0 16,0 1 1-16,-1 1 21 16,-3-2 20-16,3 3 8 0,-12 1 0 0,15-2-10 15,-15 2-7-15,11 0-7 0,-11 0-2 16,16 3 0-16,-9 3-32 0,5 0-11 0,-1 0 0 16,0 2 0-16,3 1 0 0,-1 1 0 15,1 0 0-15,-1-3-79 0,0 1-111 16,-1 0-65-16,1 1-67 0,-1-1-81 0,-3-2-74 15,0 2-96-15,-3-1-139 0,-1 3-55 16,-5-2 80-16,-7 3-580 0,-4 6-728 0</inkml:trace>
  <inkml:trace contextRef="#ctx0" brushRef="#br0" timeOffset="88182.63">9171 5521 3761 0,'-43'8'136'0,"9"-2"29"0,-1 2 34 0,6-2 37 0,9-3 62 0,2-1 62 15,7 1 23-15,2-1 0 0,9-2-17 0,0 0-22 16,0 0-27-16,54-9-32 0,14-4-31 16,11 1-20-16,28-9-38 0,2-4-66 0,-6-1-70 15,-6 3-78-15,-27 4-76 0,16-9-79 16,-23 6-82-16,0 2-107 0,-2-3-125 0,-8 3-129 16,-1 3-154-16,-5 0-15 15,-11 3 88-15,-7 6-612 0,-8-1-768 0</inkml:trace>
  <inkml:trace contextRef="#ctx0" brushRef="#br0" timeOffset="88382.75">8350 5813 3954 0,'0'0'135'15,"27"-5"-4"-15,0 1-11 0,37-8 12 16,8-1 35-16,34-7 17 0,8-3-1 0,0-2-13 15,-3 1-18-15,-9 3-17 16,-7-4-32-16,-27 8-58 0,-5 1-82 0,-4 3-99 16,-5 1-136-16,-17-2-146 0,-2 2-237 15,-5 0 11-15,-9 4 60 0,-8-1-391 0,-4 4-451 16</inkml:trace>
  <inkml:trace contextRef="#ctx0" brushRef="#br0" timeOffset="99380.76">10645 15983 1607 0,'0'-8'182'0,"2"2"4"0,-2 6-9 0,2-11-6 0,-2 11 14 15,2-8 6-15,-2 8 8 0,0-9-8 0,0 9 14 16,1-8 9-16,-1 8 4 0,0 0 4 15,2-10 3-15,-2 10 1 0,0 0-8 16,2-8-8-16,-2 8-5 0,0 0-8 0,0 0-4 16,2-9 2-16,-2 9-13 0,0 0-13 15,0 0-13-15,0 0-21 0,0 0-9 0,0 0-1 16,0 0-3-16,0 0 0 16,0 0 4-16,0 0 0 0,0 0-14 0,0 0-2 15,-7 31-3-15,7-24 6 0,-2 3 4 16,0 2 2-16,0 5 1 0,0 3 5 0,-3 2 1 15,0 14 4-15,-2 0-124 0,-3 3-6 16,-2 7 0-16,1 5 0 0,-2-5 0 0,-1 0 0 16,-2 1 0-16,4-13 0 0,-1 0 0 15,3-3 0-15,0-2 0 0,3-9 0 16,3 0 0-16,-1-6 0 0,0-4 0 16,3 0 0-16,-1-1 0 0,1-1 0 0,0-1 0 15,2-7 0-15,-2 12 0 0,2-12 0 16,8 12 0-16,-5-7 0 0,9 0 0 15,1 0 0-15,7-1 0 0,5-1 0 0,1-1 0 16,2-2 0-16,2-2 0 0,-1 1 0 16,10-3 0-16,-10 1 0 0,-5-1 0 0,-1 1 0 15,2-2 0-15,-8 5 0 0,-2-4 0 16,1 0 0-16,-9 3 0 0,-7 1 0 0,20-3 0 16,-20 3 0-16,14-2 0 0,-14 2 0 15,11-2 0-15,-11 2 0 0,0 0 0 0,16-1 0 16,-16 1 0-16,0 0 0 0,11-4 0 15,-11 4 0-15,0 0 0 0,0 0 0 16,10-4 0-16,-10 4 0 0,0 0 0 16,0 0 0-16,0 0 0 0,0 0-687 0,0 0-324 15,0 0 96-15,0 0-982 0,0 0-1320 16</inkml:trace>
  <inkml:trace contextRef="#ctx0" brushRef="#br0" timeOffset="100280.26">11436 16190 4783 0,'-6'-13'-203'0,"3"5"51"0,2 0 50 0,-3 0 51 0,4 8 53 0,0-13 48 16,0 13 52-16,0-9 17 15,0 9-4-15,0 0-9 0,4-8 5 0,-4 8 33 16,0 0 21-16,0 0 22 0,15 29 18 16,-11-7 16-16,3 12 5 0,-1 2-7 0,0 6-6 15,-6 1-10-15,2-2-9 0,0 0-14 16,-2 0-11-16,-2-3-7 0,0-3-16 16,2-6-11-16,-3-4-11 0,-2-5-11 0,3-3-9 15,0-1-9-15,-3-4-9 0,3 0-66 16,0-2-20-16,0-1 0 0,1-2 0 0,-3-2 0 15,4-5 0-15,-9 5 0 16,9-5-210-16,0 0-58 0,0 0-58 0,-20-20-44 0,16 2-32 16,3-6-21-16,-4-15 3 15,5-4 23-15,0-5 33 0,0-8 32 0,0-3 31 16,5 4 33-16,-4 11 40 0,-1 2 46 16,4 2 43-16,-2 1 36 0,0 0 38 0,3 5 29 15,1 1 32-15,4 3 21 0,-1 5 25 16,2 0 12-16,7 2 1 15,0 4 6-15,2 2-13 0,-1 9 12 0,2 1-12 0,2 2 9 16,-4 5-9-16,0 3-13 0,4 6 6 16,2 4-4-16,-4 6 4 0,-3 3-1 0,-6-1 8 15,-2 0 20-15,-7 3 19 16,-3 0 19-16,-7 10 29 0,0 2 4 0,-9-1 7 16,-5 6 2-16,0-10-14 0,0-4-1 15,2-4 2-15,6-5 7 0,2-4 17 16,0-5 19-16,2-3 1 0,5 0-3 0,-1-3-15 15,5-3 4-15,-8 5-6 0,8-5-5 16,-8 5-18-16,8-5-9 0,0 0-10 0,-4 7-9 16,4-7 2-16,10 10-3 0,-2-3-4 15,3 3-10-15,4 4-7 0,6 3-4 0,4 5-7 16,0-5-10-16,-2 4-7 16,1-4-3-16,-1 3-5 0,0-4-20 0,-6-3-30 15,-1-4 0-15,-5 0 0 0,-1-3 0 16,-1 0 0-16,-1 0 0 0,-3-3 0 0,-5-3 0 15,12 8 0-15,-6-4 0 0,-6-4 0 16,7 4 0-16,-7-4 0 0,7 6 0 16,-7-6 0-16,7 4 0 0,-7-4-118 0,7 5-356 15,-7-5-178-15,8 3-314 16,-3 2 110-16,-5-5 94 0,9 9-722 0,-4-4-931 16</inkml:trace>
  <inkml:trace contextRef="#ctx0" brushRef="#br0" timeOffset="100916.95">12350 16147 3946 0,'-1'-16'93'0,"-1"4"36"0,-2 4-14 0,4 1-13 0,0 7-10 0,0 0 41 15,0 0 39-15,0 0 23 0,-2 27-4 16,2-5-10-16,2 16-24 0,0 4-11 0,2 0-14 16,-3 1-13-16,-1 2-10 0,0-2-9 15,0-4-11-15,-1 0-7 0,-3-4-8 16,2-6-4-16,0-7 3 0,-2-1 1 16,0-2-11-16,2-5-3 0,-2-1-1 0,2-3 5 15,-1 1-13-15,-1-6-6 0,4-5-2 16,-5 3-11-16,5-3-24 0,0 0-25 15,-11-22-33-15,10 2-20 0,-1-17-27 0,2-7-20 16,2-13-11-16,-1-8-11 0,8-7-4 16,-4-2-3-16,3 3 19 0,-1 3 10 0,5 5 14 15,-3 5 6-15,2 9 15 0,0 12 11 16,0 4 9-16,0 6-2 0,1 5 13 0,1 6 8 16,1 3 7-16,-2 6 7 15,4 1 1-15,-1 5 4 0,2 2 4 16,0 6-2-16,2 4 0 0,-2 2 3 0,4 8 6 15,-5 3-2-15,-5 3 11 0,-5 2 16 16,-6-4 21-16,-8 11 27 0,-7 10 15 0,-8 0 8 16,-5 0 5-16,-3-5-6 0,3-5 2 15,-1-5 11-15,8-6 11 0,-1-5 11 0,10-6-2 16,1-5-2-16,0-3 2 0,8 0-8 16,-3-3-10-16,6-3-13 0,-7 5-7 0,7-5-3 15,0 0-10-15,-9 5-4 0,9-5 0 16,0 0-14-16,0 0 4 0,0 0-2 15,12 12 2-15,-8-7 0 0,3 2-12 16,4 2-7-16,-2 1 1 0,2 4-7 16,5-1-3-16,-3 1-2 0,1 1 0 0,-2-1-27 15,-1 1-49-15,3-1-57 0,-3-5-55 16,0 1-66-16,-2 0-60 0,0-1-73 0,0-2-88 16,1-4-155-16,0 1-150 0,-1-2 70 15,1-2-508-15,-10 0-662 0</inkml:trace>
  <inkml:trace contextRef="#ctx0" brushRef="#br0" timeOffset="101379.96">12827 15821 3495 0,'-5'-12'117'0,"0"4"35"0,1 1 2 0,4 7-9 0,0 0 35 0,0 0 64 0,0 0 64 15,-7 25 9-15,5 3-5 0,0 15-4 16,0 13-19-16,2 8-24 0,0-2-20 15,-3 2-17-15,0 4-13 0,-1-6-20 0,0-1-16 16,1-5-19-16,-1-13-12 0,0 0 4 16,3-4 5-16,-5-4 5 0,1-9-98 0,3-6-64 15,1-2 0-15,-1-7 0 0,-2 0 0 16,4-3 0-16,0-8 0 0,0 6 0 0,0-6 0 16,0 0 0-16,0 0 0 15,21-36 0-15,-4 7 0 0,2-4 0 0,-3 1 0 16,1 3 0-16,0 2 0 0,0 6 0 15,-5 4 0-15,-3 5 0 0,0 4 0 0,-3 3 0 16,2 3 0-16,-8 2 0 0,0 0 0 16,24 12 0-16,-14-2 0 0,-2 2 0 0,-1-2 0 15,3 4 0-15,-2-3 0 0,-1-1 0 16,2 0 0-16,-2-1 0 0,0-3 0 16,2-2 0-16,-1 0 0 0,-8-4 0 0,19 0 0 15,-19 0 0-15,25-6 0 0,-14-1 0 16,3 2 0-16,-3-2 0 0,5-7 0 0,-3 1 0 15,-4-1 0-15,3 0 0 16,-4 2 0-16,-5 1 0 0,1-2 0 0,0 3 0 16,-6-2-84-16,-2 2-981 0,0-1 97 15,-3 3-1098-15,2 0-1478 0</inkml:trace>
  <inkml:trace contextRef="#ctx0" brushRef="#br0" timeOffset="102846.92">10663 8824 5110 0,'0'0'-368'0,"4"-4"60"0,-4 4 46 0,0 0 42 0,0 0 38 0,7-6 40 15,-7 6 46-15,0 0 27 0,0 0 20 0,0 0 11 16,0 0 8-16,0 0 9 0,0 0 13 16,0 0 12-16,3-4 12 0,-3 4 0 15,11-2 0-15,3 0 1 0,7-2-5 16,2 3 3-16,5-3-8 0,8 0 5 16,-5 2-3-16,-8-2-1 0,-5 2 0 0,-4 2 0 15,-1-3 2-15,-3 2 0 0,-10 1-3 16,0 0-4-16,0 0 1 0,0 0 1 0,0 0 0 15,-50 4 5-15,26-4-4 16,-3 4-4-16,-2 0 0 0,5 0-1 0,1 0-4 0,4-3 7 16,2 1-4-16,3 2-1 15,1-2 7-15,1-1 9 0,7 2 9 0,5-3-2 16,0 0 1-16,0 0-5 0,0 0 2 16,26-10-2-16,5 3-5 0,9-1 3 0,0 1 0 15,6-2-1-15,-6 3-2 0,0-3 2 16,-2 2-7-16,-10 0 0 0,-4 4 2 0,-10 0 4 15,0-1-5-15,-5 2 7 0,-3-1-5 16,-6 3-5-16,0 0 6 0,0 0-6 0,-38-5 5 16,11 3-6-16,-1 2-2 0,-16 2 0 15,0 0 1-15,2-1-4 0,4 1 7 16,4 0-2-16,9 1-2 0,4-3-8 0,3 2 11 16,6 0 2-16,1-1-5 0,0 1 1 15,11-2 1-15,0 0-1 0,0 0 0 16,0 0-4-16,34 5 8 0,-10-3-3 15,2 0 3-15,3-1-4 0,9 4 3 0,-6-3-4 16,-7 2 0-16,-4-3-1 0,-6-1 1 16,1 2 2-16,-3 0 4 0,-3-2-6 0,-10 0 1 15,0 0-4-15,0 0-1 0,0 0-2 16,0 0 5-16,0 0 2 0,-32-7-2 0,14 5-6 16,1 0 7-16,-4 2-5 0,0-5 8 15,3 4-4-15,-4-1-5 0,3 2 0 0,-1 0-14 16,2 0-51-16,0 2-56 15,-2-1-64-15,3 1-79 0,-5 1-120 0,2-1-163 0,2 0 46 16,-7 1-141-16,1-3-142 16</inkml:trace>
  <inkml:trace contextRef="#ctx0" brushRef="#br0" timeOffset="108378.39">8115 11155 1765 0,'2'-12'-26'0,"3"1"23"0,-1 1 17 0,-2 0 12 0,-1 0 12 0,-1 1 17 0,0 1 14 16,0-2 13-16,-1 2 6 0,-5-3 1 0,1 1 6 16,0 1-6-16,-1-1-7 15,-1 1-5-15,1-1 7 0,-4 1-6 0,3-1-6 16,-2 0 0-16,-4 0-10 0,4 3-6 15,-4 0-5-15,1-2-2 0,-2 2-6 0,-4 0-8 16,1 1-4-16,-8 1 0 0,2-1-3 16,-2 2-8-16,-12 2 4 0,-10 0-3 0,2 4-4 15,-5-2 0-15,-1 1 2 0,-11 3-5 16,-4-1 3-16,-1 2-2 0,1-1-1 0,1 0 5 16,1 4 6-16,-3-2-5 0,1 2 6 15,2 0-3-15,3-1-1 0,0 3-1 16,5-3 1-16,4 5 0 0,9-4-6 0,2 3-7 15,1 1 2-15,-3 7-3 16,7-4 3-16,4 4 0 0,2 1-2 0,-5 8-1 16,5 3 1-16,1 2 0 0,8-3 2 15,4 1-5-15,-2 10 3 0,3 4-1 0,5-8-4 16,2 1 2-16,2 2 6 0,-2-2-2 16,4 1-1-16,-1 1 1 0,4-3-2 0,1 1 0 15,1-3 1-15,0-4-1 0,0 8 0 16,1-4-1-16,1 2-4 0,2 0 5 0,0 3-4 15,1-5 4-15,2 3 2 0,-2-1-1 16,3 0 4-16,-1-1 7 0,3 0 2 0,-1 0 15 16,2 0-5-16,1-2 9 0,1 5 1 15,5 2 16-15,-3-6-4 0,6 5-3 16,4-1-4-16,-7-8-8 0,7 5-5 16,2-1 0-16,-6-9-2 0,3 3-1 0,10-2-1 15,0 0-2-15,2-3 4 0,5-2 11 16,6-3 3-16,0 0-1 0,4-4-4 15,3 2-3-15,1-8-2 0,2 1-4 0,0 0-7 16,0-4 3-16,-9-3-4 0,1 0-2 16,-1-3 1-16,-1-3-1 0,0 0 0 0,-1-3-5 15,7-4 6-15,-4-1 11 0,0-5 0 16,-6-3-2-16,0-2 0 0,0-4-5 0,0-6-1 16,0-2-2-16,-2-4-2 15,3-6 0-15,0-1-6 0,-1-1 0 0,0-2-3 16,12-9 0-16,-17 12-1 0,0-2 12 15,-2 0 12-15,0 3 2 0,-2-1 1 0,-4 3 7 16,-2 0 3-16,-2 2 1 0,1-2 4 16,-4 0-4-16,2 2-4 0,-8-2 7 0,2 0-1 15,-9 2-1-15,-5-2-5 0,0-5-1 16,-3-1-9-16,-4-10 1 0,-7-1-6 0,-2-2-4 16,-4 1-3-16,-6-1-9 0,-7 2 6 15,-15-9-8-15,3 17 1 0,-13-5-3 16,4 20-2-16,-6 0-9 0,-3 8-29 15,-1 5-36-15,0 6-33 0,-4 8-42 16,0 1-46-16,1 8-57 0,-1 8-52 0,2 6-56 16,3 4-78-16,3 4-125 0,3 2-86 15,7 4 55-15,3 3-325 0,5 0-391 0</inkml:trace>
  <inkml:trace contextRef="#ctx0" brushRef="#br0" timeOffset="108961.96">7994 12489 2425 0,'0'0'-32'0,"3"2"22"0,-3-2 6 0,0 0 1 0,0 0-2 0,0 0 19 0,0 0 19 0,0 0 15 15,0 0 0-15,0 0-8 0,0 0 1 16,5 5-9-16,-5-5-2 0,0 0-2 16,0 0-3-16,0 0 3 0,0 0 1 15,0 0 5-15,0 0 7 0,5 4 0 0,-5-4-2 16,0 0 2-16,0 0-8 0,0 0 2 16,0 0-4-16,0 0-6 0,0 0 3 0,0 0-3 15,0 0-1-15,0 0-6 0,0 0-7 16,0 0-40-16,0 0-52 0,0 0-62 0,0 0-78 15,0 0-127-15,0 0-138 0,0 0-155 16,0 0-139-16</inkml:trace>
  <inkml:trace contextRef="#ctx0" brushRef="#br0" timeOffset="111028.25">10372 9350 1675 0,'-23'-9'-69'0,"-2"1"26"0,6-1 10 0,2 0 27 0,-2-1 20 15,2 0 27-15,3-2 9 0,3-2 12 0,4 2 4 16,5-1-6-16,6-3-7 0,9-1-8 16,14-5-1-16,14-6-4 0,13 3-4 15,3 0-5-15,8 3-2 0,-1 5 5 0,1 1-11 16,3 1-4-16,-4 1-1 0,-3 4 2 16,-5 0-1-16,-19 1-5 0,-8 4-3 0,-8 4-2 15,-6-1 2-15,-6 0-4 0,-9 2 2 16,0 0-3-16,0 0 5 0,0 0-7 0,-74 12-2 15,15-5 2-15,-5 1-2 16,-8 1 3-16,0-2-1 0,4 1 7 0,3 1 0 16,8-1 6-16,16 0-3 0,11-4 6 15,8 0 14-15,2-3 6 0,8 3 0 0,1-2 0 16,11-2-5-16,0 0-1 0,0 0-3 16,0 0-3-16,77-6-2 0,-34 5 2 0,5-1-7 15,2 2-13-15,-4 0-26 0,-3 0-18 16,-10 0-19-16,-11 2-16 0,-2-1-1 15,-9 3 11-15,-3 0 6 0,-8-4 3 0,0 0 7 16,0 0 1-16,-35 8 9 0,11-6 4 16,-17 1 0-16,-2-3 2 0,-5 5 2 15,3-3 2-15,-3 1 7 0,1 4-2 16,-11 0-25-16,14 3-49 0,1-4-54 0,3 3-100 16,3-1-264-16,-1 2-17 0</inkml:trace>
  <inkml:trace contextRef="#ctx0" brushRef="#br0" timeOffset="112843.69">13907 11194 1339 0,'0'-14'-73'0,"0"-1"21"16,-2 1 9-16,-1 2 14 0,-3-2 15 0,0-1 8 0,-6-2 11 0,1-1 9 15,-4-5 8-15,-6 1 2 0,0 2 0 16,-4-3 0-16,-4 4 0 0,-5 1 0 0,-5-4 4 16,-8-1 3-16,0 4 5 0,-3 1 0 15,0 1-2-15,-4 1-4 0,2 3 5 16,-1 3 3-16,-3 2 1 0,9 2 7 0,-3 5-2 16,-2 2 6-16,-8 3 6 0,-3 4-2 15,-4 4 5-15,1 5 5 0,1 3 2 16,4 7 4-16,-12 15 12 0,10 7 13 0,6 4 12 15,4 10 4-15,7 8 8 0,8 5 7 16,4 9 6-16,7 2-1 0,10 5-5 0,6 2-5 16,7-13-4-16,8 18-5 0,9-1-3 15,6-6-8-15,10-5 2 0,7-4-3 0,10-5 7 16,6-5-1-16,14-7-1 0,2-5-4 16,6-10-6-16,10-6-11 0,4-7-2 15,4-9-9-15,1-11-3 0,-14-6-9 0,4-10-6 16,4-4-6-16,22-10-4 0,-4-6-5 15,-4-10-6-15,0-5-4 0,-6-8-3 16,-3-10-4-16,-6-6-4 0,-6-9-3 0,-8-12 2 16,-11-6-3-16,-4-9-7 0,-11-8 0 15,-16-6-4-15,-7-11-2 0,-14 0 0 0,-12-6-3 16,-16 0 4-16,-15 4-5 0,-16 6-13 16,-11 7-18-16,-15 3-18 0,-43-9-27 0,22 42-27 15,-9 11-44-15,-9 16-39 16,-3 14-44-16,-7 17-38 0,-7 13-55 0,-2 14-106 15,-4 11-136-15,6 4 46 0,12 5-229 16,12 5-241-16</inkml:trace>
  <inkml:trace contextRef="#ctx0" brushRef="#br0" timeOffset="115560.32">21761 14516 2286 0,'-2'-16'78'0,"-4"6"-6"0,0 10-8 0,6 0 21 0,-33 31 45 0,1 6 37 16,-6 9 23-16,-13 19 8 0,-9 8 23 0,1 8 17 15,7 0-5-15,4 1 1 0,10-2 2 16,7 1-10-16,17-16-1 0,11 0-4 0,8-1 8 15,11-1-16-15,11-4-19 16,12 8-23-16,1-18-13 0,5-3-17 0,3-8-5 16,1-3-23-16,0-4-7 0,0-6-9 15,-2-3-16-15,-2-4-44 0,-10-7-49 0,3-4-51 16,-4 0-63-16,-3-3-71 0,-7-6-89 16,0-1-95-16,-4-3-108 0,-1-4-179 15,-2 0-48-15,-1-4 72 0,-5-1-444 0,-3-4-558 16</inkml:trace>
  <inkml:trace contextRef="#ctx0" brushRef="#br0" timeOffset="115794.52">22001 15371 3295 0,'-12'-2'92'0,"12"2"-11"16,0 0-13-16,0 0 6 0,0 0 30 15,-9 8 42-15,12 4 24 0,-1 5 20 16,7 6 2-16,0 9 2 0,2 4-9 0,-6 5 3 15,4-2-13-15,-16 3-9 0,5 1-7 16,-12 4-9-16,-8 2-10 0,-10 0-19 0,-22 10-6 16,-7-5-13-16,-7-1-11 0,-8 1-25 15,-8-1-75-15,0 0-82 0,2-2-97 0,-6 2-110 16,7-4-119-16,-1-1-157 0,-2-2-151 16,10-3 72-16,4-4-473 0,20-6-593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56:34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10980 6570 991 0,'-14'-4'89'0,"3"1"-10"0,4-1 9 16,-3 0-33-16,2 2-3 0,1-2-13 15,7 4 9-15,-12-4-4 0,12 4 2 0,-11-2-5 16,11 2-5-16,-7-4-6 0,7 4-1 16,0 0-6-16,0 0 0 0,-16 6 1 15,16-6 2-15,-6 10-5 0,4-4-10 0,4 5-60 16,-2 1-80-16,4 3-162 16,-2 5-160-16,-6-3 40 0</inkml:trace>
  <inkml:trace contextRef="#ctx0" brushRef="#br0" timeOffset="1097.72">7218 9568 1148 0,'6'-4'-78'15,"1"-1"17"-15,1-2 5 0,4-1 17 0,-3 1 7 16,3-2 17-16,-1 0 16 16,-4 5 10-16,1-3-3 0,-2 3 3 0,0-1-5 15,-1 2 3-15,-5 3 5 0,8-6 6 16,-8 6 4-16,5-4 13 0,-5 4 11 0,7-6 7 15,-7 6 12-15,5-4 2 0,-5 4-7 16,4-4-6-16,-4 4-6 0,4-7-3 0,-4 7-3 16,5-4-5-16,-5 4-6 0,0 0-3 15,0 0-4-15,0 0 1 0,0 0-5 16,0 0 1-16,0 0-1 0,0 0-4 0,0 0-3 16,-25 8 0-16,25-8-5 15,-9 5 3-15,9-5 1 0,-5 6-5 0,5-6 3 16,0 0-3-16,-10 4-5 0,10-4 0 15,0 0-8-15,0 0-15 0,-8 2-2 0,8-2-17 16,0 0-15-16,0 0-13 0,-9 3-16 16,9-3-9-16,0 0-20 0,-9 0-13 0,9 0-30 15,0 0-216-15,-12-7 116 0</inkml:trace>
  <inkml:trace contextRef="#ctx0" brushRef="#br0" timeOffset="8212.99">7545 9557 906 0,'0'0'-79'0,"-7"-7"13"0,7 7 8 0,-4-6 11 16,4 6-3-16,0 0 10 0,-5-4-2 16,5 4 7-16,-6-5 6 0,6 5 3 15,0 0 12-15,-9-5 7 0,9 5 11 0,-10-5-5 16,4-1 8-16,-3 2-3 0,1-2 2 15,-1 1 0-15,-1-1 2 0,-2 0 2 0,3 0-8 16,-2 2 6-16,-3-2 4 0,3 4-11 16,-5 2 5-16,3-2-4 0,-8 4-4 0,1 2 5 15,-5 2-3-15,-7 0 6 0,-3 5-3 16,3-1 2-16,3 2-4 0,4-2 3 16,2-1-2-16,4-1-4 0,2-2 7 15,3 0-4-15,0 1-1 0,0 0 6 16,1 0-6-16,0 0 9 0,1 0-10 0,-1 2 3 15,1-3-2-15,-1 1-2 0,-1 1 7 16,1 4-6-16,0-3 2 0,-4 1-3 0,2 2 1 16,-1-1 4-16,2 1-4 0,-4-2 0 15,7 1 5-15,-5-1-3 0,5 0-1 0,-3-1 2 16,3-1-6-16,2 1 5 0,-3 0-2 16,6-1 2-16,-3 1-1 0,1-1 2 15,2-1-2-15,-1 2 6 0,0-1 0 0,-1 1-5 16,2-1-5-16,-2 1 4 15,1 1-2-15,1 0 4 0,3-1-3 0,-4 1 2 16,2 0-5-16,-1 1 8 0,2-1-7 16,1 0 4-16,-1 1 1 0,2 1 3 0,2-1 1 15,0 1-2-15,0 3-2 0,2-3-2 16,0 6 7-16,2-2 1 0,-3-1-5 0,3 2-1 16,0-1-1-16,-1-1 1 0,-1-1 1 15,2-1 1-15,1-1 1 0,-4 1-6 0,3-3 2 16,-2 2 5-16,4 1-3 0,-3-2-5 15,3-1 14-15,-3 2-13 0,6-2 0 16,-2 2 2-16,2-1-1 0,-1 0 2 0,4 1-3 16,-1 3 2-16,1-3-2 15,-1 2 1-15,-2 1 6 0,1 3-2 0,0-1-5 0,-3 3 5 16,2-2 3-16,0 0-4 16,-2 0 2-16,0 1-5 0,4-2 3 0,-2 1-2 15,0-2 5-15,5 1 0 0,-1-4-3 16,4 1 2-16,-2-3-4 0,12 3 4 0,3-2 1 15,-3-1-5-15,6 1-3 0,-3-2 6 16,4-3 4-16,0 3-8 0,1-3-3 16,-1 0 4-16,-6-2 2 0,-1-2-1 0,0 0-2 15,0-1 4-15,1-2 1 0,-3 2 3 16,2-4 0-16,2 0-4 0,-1-1 8 0,-4 0-3 16,9-6 3-16,0 1 0 15,-2-4-2-15,-6 1 1 0,2-3-2 0,0-1-2 16,0-3 3-16,0 1 5 0,-1-1 0 15,-3-1-2-15,1 0 0 0,-2 0 7 0,1-1 1 16,0 1 2-16,-3 0-2 0,1 0-1 16,-3 1-2-16,1-2 1 0,-6 2-3 0,-2 1 16 15,1 0-14-15,-4-1-2 0,-1-1 8 16,-1-2-8-16,-3-1-8 0,1-3 3 16,0-10-8-16,-4 6 10 0,-2-5-7 0,-2-3-4 15,-1 0 4-15,-4-1-1 0,-7-8-2 16,-3 4 1-16,-6-3-1 0,-7-1-10 0,-4 3 7 15,-10 2-26-15,-8 4-9 16,-1 5 2-16,-1 3-6 0,-5 6-7 0,0 5-10 16,1 2-20-16,5 6-45 0,12 1-138 15,2 2 221-15</inkml:trace>
  <inkml:trace contextRef="#ctx0" brushRef="#br0" timeOffset="10696.89">3797 12659 684 0,'0'0'-27'0,"-9"-4"1"15,9 4 4-15,-10-1-1 16,10 1 6-16,-15-1 2 0,15 1-5 0,-23 2 6 16,12 2 0-16,-7 0 1 0,2 2-2 15,-7 0 3-15,-6 4 3 0,-3 0 2 0,1 2 0 16,-3 0-2-16,0 2 2 0,-3-1 8 16,1-1-4-16,4 2 1 0,-1-2 2 15,3 0-1-15,1 0 9 0,6 1-8 0,-1 0 0 16,-3 0-2-16,6-2-4 0,3 1 3 15,0-3 6-15,0 1-2 0,4-2-5 0,0 0 4 16,3 0-2-16,-2 2 3 0,-1-1 19 16,-1 3-7-16,-1 0 3 0,-7 10 10 0,1 2-2 15,-1 2-1-15,-2 1 3 16,4 2-2-16,1 1-7 0,-2 3-4 16,7-4 7-16,0 3 0 0,4-3-5 0,2-5-1 15,6-2-1-15,1-1-11 0,4-2 10 16,0 1-6-16,1 2 4 0,7 8-2 0,2-1-4 15,-1 0 4-15,4 0 0 0,3 2 2 16,-2-2-6-16,4 4-1 0,0-4-4 0,5 8 11 16,-2-8-13-16,4 5 4 0,4-2 4 15,-1 1-5-15,2-2 10 0,4-4-6 16,0-2 2-16,-7-2-4 0,10 2 2 0,-9-6 8 16,3-3-3-16,1-3 5 15,0-3 17-15,2-2 11 0,-2-8 3 0,11-6 4 16,7-2-5-16,6-5-1 0,-1-9-4 15,0 1-6-15,2-7-6 0,-1-3 2 0,-3-3-1 16,10-12 0-16,-6-5-4 0,0 0-3 16,-18 8-1-16,-3 2 4 0,-7 2 11 15,-10 10-2-15,-10 2-6 0,-4 4-2 0,-12 3-6 16,-4 3-3-16,-18-6-1 0,-15-1-1 16,-13 1-4-16,-12 6-1 0,-22-8-10 0,12 13 9 15,1 2-11-15,4 4-2 0,1 3 5 16,8 1 0-16,18 2-6 0,4 2-11 15,11 0-16-15,10 3-19 0,2 0-16 16,3 2-33-16,5-1-77 0,3 0-205 16,5 1 106-16</inkml:trace>
  <inkml:trace contextRef="#ctx0" brushRef="#br0" timeOffset="12065">9263 12576 1100 0,'-13'0'22'0,"1"0"-3"15,1-2 2-15,0 0-8 0,-3 4-1 0,-3 0 6 16,-4 4-3-16,-2 3 0 0,-8 5-3 16,3 1 11-16,-5 2 9 0,-3 7 0 0,10 2 20 15,-7 3 4-15,1 7 9 0,3 4 2 16,-3 7 3-16,3 5 8 0,4 6 2 0,2 2-2 15,5 6-8-15,6 2-5 0,8 4-6 16,6 1-5-16,16 18-5 0,7-2-4 16,12-6-4-16,5 1-6 0,12-3-4 15,3 1-1-15,6-5-3 0,3-6-6 0,2-5-4 16,0-6-3-16,0-7-11 0,-1-7-6 16,-12-11-3-16,3-8-2 0,4-2 5 15,-1-7-1-15,4-7 2 0,0-7-1 0,-1-4 0 16,4-4-2-16,2-8 2 0,4-8 1 15,17-6-2-15,-1-6 4 0,-4-4 0 0,-6-2 3 16,-2-3 5-16,-23 6 1 0,-1 2 3 16,-7-6-1-16,-1 3 1 0,-8-3 3 0,-11-3 0 15,-6-1-3-15,-8-7-2 0,-13 1-3 16,-13-13 0-16,-19-23-3 0,-18-2 4 16,-20-6-3-16,-39-25 0 0,-17 6-1 15,-11 7-3-15,-8 9 3 0,29 31-4 16,-6 9-1-16,-6 8 1 0,3 13-10 0,7 9-38 15,5 9-57-15,8 6-83 0,27 8-233 16,6 3-183-16,22 3-102 0</inkml:trace>
  <inkml:trace contextRef="#ctx0" brushRef="#br0" timeOffset="14011.27">14884 9486 1754 0,'-22'-12'-22'0,"-3"1"8"0,-11 5 2 0,-6 9 8 16,-14 9 9-16,-5 10 14 0,-22 17 12 15,-4 9 17-15,-7 10 8 0,-1 10 3 0,-1 11-4 16,-24 33-2-16,37-25-4 0,8 0-3 16,19 0-3-16,15-3-4 0,23-13 6 0,18-3 1 15,12-1 4-15,23 10-4 16,8-4-2-16,16-9-8 0,14-5 0 0,10-10 0 16,13-8-5-16,5-8-5 0,5-10 1 15,7-11-6-15,2-7 0 0,-6-14-3 0,-5-6-1 16,-2-13 0-16,0-12 3 0,-5-16-7 15,-4-13-2-15,-14-11-4 0,-13-10-2 16,-18-16-4-16,-22-8 3 0,-24-12-4 0,-22-8 1 16,-37-38-5-16,-31 11 4 0,-23 20-3 15,-22 17 6-15,-10 23-6 0,-10 17-11 0,30 35-27 16,-9 10-36-16,-3 18-55 16,-11 9-67-16,8 14-157 0,-2 10-310 0,7 9-162 15</inkml:trace>
  <inkml:trace contextRef="#ctx0" brushRef="#br0" timeOffset="26709.08">17292 13662 3534 0,'2'4'45'0,"3"0"-19"0,8-4-13 15,3-2-15-15,9 0 7 0,18 0 2 16,7 0-7-16,15-2 4 0,2 1-2 15,3-2-40-15,-1 3-46 0,-1 2-55 16,1 0-75-16,-5 0-115 0,-10 2-197 0,-6-2 38 16,-1 4-130-16,-1-4-116 0</inkml:trace>
  <inkml:trace contextRef="#ctx0" brushRef="#br0" timeOffset="26976.74">18087 13234 1975 0,'1'-9'152'16,"7"6"-12"-16,4 1-12 0,-12 2 4 15,32 12 2-15,1 5 11 0,3 10 7 0,0 6-11 16,-2 8-12-16,-6 2-10 0,-1 3-14 16,-4 3-3-16,-6-3-4 0,-3 5-6 15,-7-10-6-15,-3-1-3 0,-4-2 2 0,-8 1-10 16,-4-3-3-16,-12 7-12 0,-4-2-1 15,-8-4-8-15,-12-6-9 0,-6 0-31 0,-5-4-77 16,-4 0-107-16,0-5-129 16,2-3-228-16,0-2-64 0,2-2 75 0,8-1-224 0,7-8-234 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45:07.8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1470 11722 2735 0,'3'-14'270'0,"-1"-1"-19"0,-2 3-20 0,2 3 19 0,-2-1 4 0,2-1 3 0,-1 0-10 0,-1 0-20 15,2-1 13-15,-2 3 4 0,2 1-23 16,0 0-22-16,-2 8-24 0,2-13-32 16,-2 13-15-16,0 0 11 0,0 0 27 15,0 0-7-15,11 34-12 0,-6-12-9 0,-4 15 4 16,1 1-3-16,-4 3-18 0,2 1-7 16,-4-1-11-16,0 2-8 0,0-2-10 0,-3-1-5 15,1-2-6-15,-1-4-9 0,-1-1-5 16,4-8-7-16,0-6-4 0,-1-4-5 15,1 1-5-15,0-4-3 0,3-2-3 16,-4-1-39-16,3-1-76 0,-2-3-90 0,4-5-112 16,-5 7-128-16,5-7-107 0,0 0-133 15,0 0-223-15,0 0 76 0,0-20 87 16,5 6-526-16,-1-5-700 0</inkml:trace>
  <inkml:trace contextRef="#ctx0" brushRef="#br0" timeOffset="267.24">1444 11630 3444 0,'0'-15'-10'16,"0"4"37"-16,2 0 8 0,4 2 12 0,-1 0 26 15,5 5 16-15,3-3 14 16,2 3 1-16,5 1-4 0,1 3-7 0,3 1-10 16,1 3-3-16,2 1-7 0,-4 1-9 15,7 5-2-15,-7 1 3 0,-6-3 5 0,-3 1-7 16,-5 0-1-16,0 0-1 0,-5 1 12 15,1-1 9-15,-8 2 0 0,1 0-4 16,-4 1-6-16,-1-1-9 0,0 1-4 0,-4-1-7 16,-1 1-4-16,-2-2-11 0,1-2-60 15,0-1-61-15,-1-1-93 0,1-2-123 16,-5-3-168-16,7-1-241 0,-4 1 62 16,5-2 64-16,10 0-248 0,-17 0-317 15</inkml:trace>
  <inkml:trace contextRef="#ctx0" brushRef="#br0" timeOffset="765.95">1909 12235 2593 0,'-7'2'166'0,"-2"0"31"15,9-2 33-15,0 0 45 0,-9 6 28 16,9-6 17-16,0 0-29 0,0 0-15 0,0 0-35 15,0 0-12-15,0 0-28 0,0 0-28 16,0 0-14-16,34-16-16 0,-22 9-15 0,-1 0-12 16,0 0-13-16,3 0-16 15,-4-2 1-15,-1-1-14 0,-1 0-3 16,1-2-9-16,-5-2-8 0,3-9-4 0,-5 4-7 16,0-5-8-16,-2 1-1 0,0 0-10 15,-2 1-3-15,0 1-3 0,-1 3-3 0,-3 3-6 16,3 1-1-16,-3 5-7 0,1-3 2 15,-4 5 1-15,5 2-6 0,-3 2-3 0,0 0 2 16,-2 2 0-16,9 1 4 0,0 0-7 16,-13 0 3-16,13 0 2 0,0 0-5 15,0 0 2-15,0 0 7 0,0 0-4 16,0 0 3-16,50 6-2 0,-31-5 1 16,6 4 2-16,0 1-2 0,-2-3 2 0,-3 5-7 15,1-2 2-15,-3 2 1 0,0 5 0 16,-2-1-7-16,-1-1 8 0,-1 2-3 0,-5-1 1 15,0 2 8-15,0-1-7 0,-2 0 5 16,-2 0 0-16,1-1-2 0,0 0-1 0,-3 0 3 16,4-2-5-16,-4 0-5 0,-1 1-48 15,0-3-58-15,2 2-83 0,-2-3-98 16,-1 2-128-16,-1-2-170 0,-1 0-194 0,-1 1 84 16,2-1-546-16,0-7-707 15</inkml:trace>
  <inkml:trace contextRef="#ctx0" brushRef="#br0" timeOffset="1181.94">2623 12042 3491 0,'0'0'23'0,"0"0"26"0,0 0 26 0,-5-7 24 0,5 7 16 0,0 0 3 0,0 0 3 0,15-9-14 0,-7 5-9 15,3 1-7-15,3 0-11 0,0-2-7 0,0-1-8 16,-1 0-5-16,3 0-4 16,-5-2-8-16,3 2-1 0,-3-1-6 0,-4-1-6 15,1 0-1-15,-2 2-7 0,0-3-3 16,-4 1-6-16,-2 0 0 0,0 8-4 0,-6-14-5 16,-4 9 1-16,-3 4-3 0,-5 1 0 15,-4 3 0-15,-13 4 0 0,3 5 13 0,1 2 24 16,-1 5 23-16,5 0-3 15,5 1-5-15,3 0 7 0,1 3 13 0,9-2 6 16,2-6 6-16,3 0 0 0,4-1-4 16,2-2-6-16,3 2-5 0,4 0-8 15,3-1-2-15,5-2-5 0,2-1-11 0,10 1-1 0,-2-3-18 16,-5-3-45-16,1 0-51 0,2-1-58 16,-4-6-71-16,0 2-96 0,0 0-97 15,-2-6-128-15,-2 4-197 0,1-4 44 16,-4 0 70-16,-2 3-335 0,-1-2-413 15</inkml:trace>
  <inkml:trace contextRef="#ctx0" brushRef="#br0" timeOffset="1415.24">3121 12131 3012 0,'-7'-3'271'0,"7"3"5"0,-9-6 1 0,9 6-14 0,0-8 4 0,0 8-13 0,11-7-28 0,0 2-39 0,3-3-18 16,8 4-7-16,1-1-26 0,2 0-54 16,3 1-87-16,-1 1-111 0,9-2-159 0,-3 3-196 15,-7 0-242-15,3-1 48 0,-2 3 77 16,0 0-347-16,0 0-415 0</inkml:trace>
  <inkml:trace contextRef="#ctx0" brushRef="#br0" timeOffset="1815.25">3887 11979 2850 0,'-9'-3'154'15,"0"-1"-2"-15,9 4 2 0,0 0 23 0,-20 4 29 16,10 1 27-16,3 1 20 16,-1 0-2-16,1 4-22 0,-2-1-14 0,4 1-18 15,3 3-23-15,-2 0-15 0,6 0-13 16,0 2-13-16,5 1-12 0,7-3-14 0,-3 3-4 16,5-4-25-16,1-2-34 0,2-2-33 15,1 1-28-15,-2-6-24 0,1-1-13 16,1-2-1-16,-2-2 9 0,0-1 3 0,-1-2 6 15,-4-2 5-15,0-3 5 0,-2 0 0 16,1-6 10-16,-6 4 15 0,-2 0 2 0,-3-8 7 16,-1 0 3-16,-3-6-5 0,-5-5 1 15,-1 0 0-15,-3 4-1 0,3 5 0 0,0 5-2 16,-1 5-5-16,-3 5-4 0,-3 1 1 16,-1 4 1-16,2 2-13 0,-4 5-57 15,-2 0-93-15,0 4-131 0,-8 6-173 0,7 5-259 16,8-4 63-16,3 3 77 15,7-2-351-15,6 3-419 0</inkml:trace>
  <inkml:trace contextRef="#ctx0" brushRef="#br0" timeOffset="2248.21">4188 12296 2605 0,'0'0'126'16,"0"0"33"-16,2-17 6 0,-2 17 9 0,4-7 11 15,-4 7-5-15,3-6-12 0,3 2-17 16,-6 4-14-16,16-11-13 0,-7 7-10 16,1 0-13-16,1-2-7 0,-2 2-11 15,2-4-6-15,-2 4-5 0,-2-3-9 0,2-2 0 16,0 0-3-16,-2-3-5 0,-1-1-15 16,-3-1-4-16,-3-3-2 0,2-1-3 0,0-2-5 15,-4 1 0-15,2 0-6 0,-2 2-4 16,-3 0-2-16,1 1 0 0,0 1-5 15,-1 5-5-15,-2 0 1 0,2 1-3 0,1 3 0 16,1 2 1-16,3 4 0 0,-8-9 5 16,8 9 3-16,-2-8 6 0,2 8-2 15,11-10 0-15,3 0-5 0,14-2 1 16,2 5-2-16,4-6 3 0,-7 6-1 0,-4 2-6 16,2 2 1-16,-3 2-2 0,-4 1 1 15,3 1 0-15,-3 0-4 0,-1 4 4 0,-2 2-1 16,0 2-2-16,-1 3 1 0,-1 1 0 15,-4 3 1-15,-1-1-4 0,-2 1 3 0,0 1 2 16,-5 1-1-16,1-1-20 0,0-2-39 16,0-1-70-16,0 3-85 0,0-5-92 15,-2 2-141-15,1-1-234 0,-1-3 58 0,5 2 70 16,-3-1-275-16,3-3-311 16</inkml:trace>
  <inkml:trace contextRef="#ctx0" brushRef="#br0" timeOffset="2666.86">5080 11329 2589 0,'0'-7'182'0,"-2"3"-6"0,2 4 0 0,0 0 63 0,0 0 38 0,2 22 27 0,-4-2 16 15,0 17 11-15,-2 5-12 0,2 4-28 0,-1 9-24 16,3-8-24-16,0 1-22 15,-2 10-22-15,2-12-19 0,0-2-19 0,0-4-7 16,0 2-22-16,0-11-10 0,0-5-11 16,0-5-14-16,-2-4-6 0,4-1-9 0,-2-5-5 15,0 1-4-15,0-3-4 0,0-3-2 16,0-6-12-16,0 0-26 0,0 0-11 0,0 0-10 16,0 0-16-16,0 0-25 0,-16-31-19 15,5 16 10-15,-10-6-5 0,-1 3 6 0,-3 2 7 16,2 4-9-16,1 5 7 0,2 6 8 15,-3 2-6-15,-2 3 5 0,-7 4 20 16,3 8 13-16,0 3 28 0,6 4 38 16,1 0 4-16,6 2-6 0,-1 0-2 15,8-3 2-15,3-3-6 0,4-4-4 0,4 3-4 16,2-3-5-16,7 0-7 0,1-1-4 16,3-2-46-16,4-2-90 0,2-1-110 0,2-6-143 15,3-1-179-15,1-2-225 0,2-4-101 16,9-1 91-16,-3 0-710 0,1-3-924 0</inkml:trace>
  <inkml:trace contextRef="#ctx0" brushRef="#br0" timeOffset="3248.26">5191 12037 4265 0,'0'0'-37'0,"-10"3"72"16,10-3 56-16,0 0 46 0,-6 7 29 15,6-7 9-15,0 0 2 0,0 0-11 0,0 0-6 16,12 10-12-16,-12-10-20 0,16 2-15 16,-3-2-6-16,-13 0-8 0,25-2 1 0,-13-1-3 15,-1 0-9-15,2-2-4 0,-4 1 14 16,0-1-7-16,-1 0 0 0,0-2-8 0,-3-4-7 16,-1 2-6-16,-2-3-10 0,-2 2-4 15,-2-1-13-15,-2 3 1 0,1 0-13 0,-7 3 1 16,0 0-6-16,-1 3-1 0,0 2 3 15,-3 3 4-15,-2 2 25 0,-6 7 24 16,-1 4 11-16,-2 3 15 0,3 4 5 16,-1 1 7-16,4-1-3 0,2 0-4 15,5-4-8-15,4-2-6 0,5-2-90 0,3-3-8 16,3 0 0-16,5 0 0 0,4-2 0 16,3-3 0-16,2-2 0 0,0-1 0 0,6-4 0 15,4-1 0-15,5-9 0 0,2 2 0 16,-1-3 0-16,-1-2 0 0,-2-3 0 0,-1-4 0 15,-2-1 0-15,1 2 0 0,-3 2 0 16,-8 5 0-16,-1 2 0 0,-3 3 0 0,-3 4 0 16,-3 0 0-16,-7 3 0 0,17 3 0 15,-7 4 0-15,-1 0 0 0,-1 8 0 16,0 2 0-16,-1 2 0 0,-3 1 0 16,0 4 0-16,-1-3 0 0,3 12 0 0,1-6 0 15,-6-3 0-15,5 1 0 0,-2-2 0 16,1 0 0-16,-3-5 0 0,0-3 0 0,1-1 0 15,-1-1 0-15,1-3 0 0,-1-4 0 16,-2-2 0-16,0-4 0 0,0 0 0 0,0 0 0 16,0 0 0-16,20-14-617 0,-13 2-387 15,2-1 93-15,-2 1 96 0,-1-2-832 16,-1 3-1086-16</inkml:trace>
  <inkml:trace contextRef="#ctx0" brushRef="#br0" timeOffset="3898.16">6690 11322 1990 0,'-7'-11'480'0,"-8"11"-175"0,-5 7-38 0,-23 17-17 0,-5 14-14 0,-17 21 3 0,-1 9 2 0,1 0 10 16,1 7 39-16,14 0 31 0,5 2 13 15,11-2-9-15,19-15-23 0,10 2-20 16,8-4-24-16,8-1-26 0,11-2-18 0,6-6-21 15,1-3-22-15,5-2-13 0,2-5-15 16,-2-8-15-16,2-5-15 0,-7-6-37 0,-2-4-41 16,-4-5-59-16,-6-2-63 0,-2-4-65 15,0-1-72-15,-1-2-65 0,-5-1-114 16,0-2-96-16,-9 1-131 0,14-8-162 0,-8 3 64 16,-3 0-635-16,3 0-816 0</inkml:trace>
  <inkml:trace contextRef="#ctx0" brushRef="#br0" timeOffset="5630.82">7188 11668 3709 0,'5'-8'-63'0,"-1"2"39"0,0-2 43 0,0 2 45 0,-4 6 31 0,6-11 20 0,-2 5 13 0,-1 4 8 16,-3 2 4-16,4-10-10 0,0 7-12 16,-4 3-15-16,0 0-12 0,5-8-13 0,-5 8-7 15,0 0 17-15,0 0 6 0,0 0 3 16,8 23 6-16,-8-11 15 0,3 5 14 16,-6 4 14-16,1 3 23 0,-2 13 39 15,-1 2-6-15,-5 0-12 0,-2 9 11 0,-1 0-6 16,-4-4-4-16,-2 0 4 15,-2-3-3-15,6-9-10 0,-2-1-7 0,-1-2-6 0,5-3-4 16,2-5-96-16,1-6-69 0,5-2 0 16,-1-3 0-16,1-1 0 0,1-2 0 0,0 0 0 15,1 1 0-15,3-8 0 0,-2 11 0 16,2-11 0-16,7 12 0 0,2-7 0 0,2-2 0 16,7 1 0-16,-2-2 0 0,6-1 0 15,-1 1 0-15,-1 0 0 0,3-2 0 0,-3 0 0 16,-4 0 0-16,0 0 0 15,1 0 0-15,-3 0 0 0,-1 2 0 0,-13-2 0 16,21 0 0-16,-14-2 0 0,-7 2 0 16,16 0 0-16,-16 0 0 0,11 0 0 0,-11 0 0 15,0 0 0-15,18 0 0 0,-18 0 0 16,0 0 0-16,0 0 0 0,12 0 0 0,-12 0 0 16,0 0 0-16,0 0 0 0,0 0 0 15,0 0 0-15,14 0 0 0,-14 0 0 0,0 0 0 16,0 0 0-16,0 0 0 0,0 0 0 15,0 0 0-15,0 0 0 0,0 0 0 16,0 0 0-16,0 0 0 0,0 0 0 0,0 0 0 16,0 0 0-16,0 0 0 0,0 0 0 15,0 0 0-15,11 2 0 0,-11-2 0 16,0 0 0-16,0 0 0 0,0 0 0 16,0 0 0-16,0 0 0 0,0 0 0 0,0 0 0 15,0 0 0-15,0 0 0 0,0 0 0 16,0 0 0-16,0 0 0 0,0 0 0 0,0 0 0 15,0 0 0-15,0 0 0 0,0 0 0 16,0 0 0-16,0 0 0 0,0 0 0 16,0 0 0-16,0 0 0 0,0 0 0 15,0-9 0-15,0 9 0 0,0 0 0 0,-9-14-321 0,4 4-720 16,-4-1 98-16,4 1 103 16,-1-4-876-16,1-1-1150 0</inkml:trace>
  <inkml:trace contextRef="#ctx0" brushRef="#br0" timeOffset="6564.13">7193 11728 4528 0,'2'-12'-162'0,"0"1"56"0,0 2 46 0,-2-2 48 0,2 2 57 0,0 1 37 0,0 0 29 0,-1-1 11 0,-1 2 5 16,5 0-2-16,-3-1-5 0,0 2-4 0,-2 0-3 15,0 6-13-15,3-9-5 0,-3 9-14 16,4-7-11-16,-4 7 2 0,0 0 4 0,0 0 13 16,0 0 5-16,6 22 10 0,-8-8 17 15,-2 9 27-15,-5 10 38 0,-1 4 14 0,-5 13-6 16,-1 6-4-16,1 1-1 0,-4 2-12 15,2 0-11-15,-2-1-15 0,1-1-13 16,2-2-11-16,0-3-10 0,3-3-7 0,2-11-63 16,-1-4-47-16,3-3 0 0,3-7 0 15,-2-5 0-15,4-4 0 0,1-5 0 16,-1 0 0-16,0 2 0 0,2-6 0 16,1 0 0-16,1-6 0 0,0 0 0 0,0 0 0 15,0 0 0-15,0 0 0 0,0 0 0 16,-4-34 0-16,9 12 0 0,3-14 0 0,6-15 0 15,0-6 0-15,-1-7 0 0,9-2 0 16,-5 3 0-16,3 4 0 0,-2 5 0 0,1 8 0 16,-4 2 0-16,-4 10 0 0,3 3 0 15,-3-1 0-15,3 6 0 0,-1 0 0 0,3 2 0 16,2-1 0-16,3 2 0 16,3-1 0-16,2 1 0 0,5 5 0 0,1-1 0 15,2 4 0-15,-3 6 0 0,-1 4 0 16,-7 5 0-16,1 5 0 0,-6 4 0 0,9 7 0 15,-6 6 0-15,-6 4 0 0,1 3 0 16,-15 0 0-16,-1-3 0 0,-4 10 0 0,-9 2 0 16,-8 5 0-16,-3 0 0 0,-5-1 0 15,-3-3 0-15,-4-3 0 0,0-4 0 0,0-3 0 16,0-3 0-16,8-7 0 16,-1-2 0-16,2-3 0 0,6-6 0 0,4-1 0 15,2-2 0-15,2-1 0 0,1-1 0 16,3-3 0-16,-1 0 0 0,10 0 0 0,-15 2 0 15,15-2 0-15,0 0 0 0,-15 1 0 16,15-1 0-16,0 0 0 0,-2 6 0 16,2-6 0-16,15 10 0 0,-3-2 0 0,4 3 0 15,0 1 0-15,9 5 0 0,-1 3 0 16,1-1 0-16,2 0 0 0,-4 1 0 0,2 0 0 16,-3-1 0-16,-3-6 0 0,-6-1 0 15,-1-1 0-15,-1-3 0 0,1 1 0 0,-2-2 0 16,-1-2 0-16,-2 0 0 0,4-2 0 15,-4 1 0-15,-7-4 0 0,17 3 0 0,-17-3 0 16,17 0 0-16,-17 0 0 16,16 0 0-16,-16 0 0 0,15-3 0 0,-15 3 0 15,0 0 0-15,13-2 0 0,-13 2 0 16,11-2 0-16,-11 2 0 0,0 0 0 0,10-3 0 16,-10 3 0-16,0 0 0 0,8-3 0 15,-8 3 0-15,0 0 0 0,0 0-224 0,2-9-827 16,-2 9 105-16,0 0 94 0,0-7-889 15,0 7-1172-15</inkml:trace>
  <inkml:trace contextRef="#ctx0" brushRef="#br0" timeOffset="7063.73">8103 11718 4993 0,'1'-17'-64'0,"3"3"41"0,0 3 43 0,-1 3 50 0,-1 2 25 0,-2-2 1 16,0 8-14-16,0 0-2 0,0 0 20 0,0 0 14 15,11 19 8-15,-11 1 16 16,-2 3 39-16,-5 16 6 0,0 3 11 0,-2 7-4 0,-2 5 1 15,-5-2-10-15,1-1-5 16,-3-3 4-16,1 1 3 0,0-2-5 0,3-12 0 16,1-2-4-16,2-1-3 0,1-9-159 15,3-4-12-15,1-3 0 0,1-3 0 0,1-1 0 16,1-2 0-16,1-3 0 0,4 1 0 16,5 0 0-16,0 0 0 0,4-1 0 0,5 0 0 15,2-2 0-15,0-2 0 16,1 1 0-16,3 1 0 0,-4-2 0 0,2-1 0 0,-4 0 0 15,2 1 0-15,-4-3 0 0,0 2 0 16,-1 0 0-16,-4-1 0 0,-9-1 0 16,20 2 0-16,-20-2 0 0,16 2 0 15,-16-2 0-15,11 1 0 0,-11-1 0 0,0 0 0 16,13 0 0-16,-13 0 0 0,0 0 0 16,0 0 0-16,0 0 0 0,13 0 0 0,-13 0 0 15,0 0 0-15,0 0 0 0,0 0 0 16,4-6 0-16,-4 6-358 0,0 0-676 15,0 0 105-15,0 0-1067 0,0 0-1414 0</inkml:trace>
  <inkml:trace contextRef="#ctx0" brushRef="#br0" timeOffset="8146.98">8743 11773 5029 0,'5'-16'-244'0,"1"2"68"0,-1 1 64 0,-2 5 50 0,1-4 69 0,0 7 64 0,-3-3 40 0,3 1 10 0,-2 2-13 0,-2 5-9 0,0 0 33 0,0 0 32 16,7 20 12-16,-7 0 15 0,2 6 1 16,-6 15-14-16,4 3 10 0,-3 13-1 15,6 1-14-15,-10-1-14 0,5-1-17 0,-3-3-18 16,-1-10-12-16,3-3-1 0,-4-3-17 15,1-2-8-15,1-10-5 0,-1-2-9 0,5-4-11 16,-5-4-2-16,3-3-8 0,1 0 4 16,2-4-4-16,-1-1 3 0,-3 0-9 0,4-7-6 15,-6 5-5-15,6-5-7 16,0 0 1-16,0 0-24 0,-14-22-15 0,9 7-19 16,3-2-23-16,0-12-12 0,4-10-12 15,6-17-12-15,2 0-6 0,-1-4-12 0,7-3 6 16,0 4 6-16,2 5 5 0,0 1 10 15,3 4 6-15,-3 4 4 0,4 4 12 0,-2 12 3 16,-3 1 5-16,3 6 4 0,2 1 3 16,-3 9 5-16,0 0 1 0,-2 4 3 0,0 6 5 15,-2 2-3-15,0 4 9 0,3 6 3 16,-1 2-1-16,-4 3 2 0,0 11 3 16,-3-3 3-16,-6-1 0 0,-2 1 5 0,-6 4 5 15,-6 8 21-15,-7 6 13 0,-4-3 8 16,1-9 7-16,0-1 6 0,3-6 13 15,2-5 22-15,6-3 25 0,1-5 21 16,0-1 14-16,5-2-9 0,-1-3-22 0,4-3-11 16,0 0-6-16,-6 3-11 0,6-3-12 15,0 0-13-15,0 0-8 0,-4 7-6 0,4-7-3 16,4 11-10-16,-2-2-1 0,2 2-1 16,0 3-4-16,-3 4-7 0,1 3-4 0,0-2-1 15,4 3-14-15,-5 2-4 0,1 0 0 16,5-2 0-16,-4 2 0 0,1-2 0 0,0-2 0 15,0-3 0-15,-3-2 0 0,3-1 0 16,0-5 0-16,0 3 0 0,-2-2 0 0,0-3 0 16,4-1 0-16,-5 0-11 15,3-1-176-15,4-2-84 0,-8-3-114 0,5 4-125 16,-5-4-165-16,0 0-181 0,0 0 69 16,16-9 87-16,-13 2-596 0,5 2-753 0</inkml:trace>
  <inkml:trace contextRef="#ctx0" brushRef="#br0" timeOffset="8298.37">9263 11841 3501 0,'2'-13'-100'0,"0"2"8"0,-1 4-11 0,-1 2-34 0,0 5-16 0,4-5-30 0,-4 5-62 16,0 0-173-16,0 0-46 0,0 0-83 15,7 28-48-15</inkml:trace>
  <inkml:trace contextRef="#ctx0" brushRef="#br0" timeOffset="8830.4">9353 11690 1805 0,'-2'-10'225'0,"2"0"21"0,0 4 14 16,-2 0 13-16,2 6-2 0,0-11-26 16,0 11-22-16,0 0 11 0,0 0 14 15,0 0 1-15,-4 32 1 0,0-12 7 0,-1 13 10 16,-2 4 3-16,-4 3-15 0,-2 11-15 15,0 2-14-15,0-2-15 0,-7 3-14 0,5-4-17 16,-4-3-14-16,3 0-11 0,3-11-15 16,2-1-9-16,-1-4-11 0,1-2-9 15,4-9-8-15,0-5-5 0,4-3 1 16,-3-1 16-16,2-1 19 0,4-3 24 0,-1-2-129 16,1-5-29-16,0 0 0 0,0 0 0 15,0 0 0-15,0 0 0 0,14-29 0 0,2 5 0 16,2-3 0-16,4 4 0 0,-1-2 0 15,0 2 0-15,1 2 0 0,-6 6 0 0,-3 6 0 16,1 1 0-16,-3 2 0 0,3 3 0 16,-5 3 0-16,-9 0 0 0,25 7 0 0,-14 1 0 15,0 1 0-15,-1 1 0 0,1 1 0 16,-1 0 0-16,-2 2 0 0,-1-1 0 0,1-1 0 16,-1 1 0-16,2 0 0 15,-4-5 0-15,2 3 0 0,-3-2 0 0,2-1 0 16,-2 0 0-16,0-2 0 0,0 0 0 15,-1 0 0-15,-1 0 0 0,0 0-260 0,-2-5-545 16,0 0-157-16,7 4 100 0,-7-4-941 16,0 0-1232-16</inkml:trace>
  <inkml:trace contextRef="#ctx0" brushRef="#br0" timeOffset="9112.64">9838 11434 4673 0,'0'-29'-74'0,"0"5"87"0,0 7 77 0,0 0 57 0,2 5 17 16,0 2 4-16,4 7 30 0,-6 3 14 16,21 8 44-16,-2 14 13 0,3 19-5 15,2 8 7-15,-5 7 4 0,-4 11 2 0,-3 5 19 16,-7 9 1-16,-6 18-13 0,-9 5-173 16,-4-3-111-16,-2-2 0 0,-9 1 0 0,-6-10 0 15,1-8 0-15,5-22 0 0,-2-3 0 16,2-7 0-16,0-7 0 0,3-6 0 0,5-9 0 15,5-9 0-15,0-4 0 0,5-5 0 16,0-3 0-16,-1-4 0 0,2-3 0 16,6 0 0-16,0 0-317 0,-15-6-720 0,9-1 103 15,1-2-1074-15,0 1-1423 0</inkml:trace>
  <inkml:trace contextRef="#ctx0" brushRef="#br0" timeOffset="12164.87">9852 1922 930 0,'0'0'304'0,"0"0"-23"0,0 0-11 0,0 0-12 0,0 0 2 0,0 0-18 15,0 0-10-15,0 0-21 16,10 13 3-16,-10-13-3 0,0 0-7 0,0 0-11 16,0 0-9-16,0 0-18 0,0 0-14 15,0 0-15-15,0 0-15 0,0 0-12 16,0 0-10-16,0 0-12 0,0 0-8 0,0 0-8 15,0 0-4-15,0 0-7 0,0 0-2 16,0 0-7-16,0 0-1 0,0 0-5 0,0 0 2 16,0 0-3-16,0 0-5 0,0 0-4 15,0 0-5-15,0 0-11 0,0 0 3 16,0 0-4-16,0 0-2 0,-10 12-1 16,10-12-4-16,-12 9 2 0,9-4-1 15,-3 0 1-15,6-5 0 0,-9 12-1 0,4-6 1 16,5-6-1-16,-3 12-1 0,1-7 3 15,2-5 2-15,-2 8 7 0,2-8 4 16,-2 8 10-16,2-8 17 0,0 0 13 0,4 14 13 16,-4-14-5-16,3 3 7 0,-3-3-13 15,12 2 0-15,-12-2-5 0,0 0-6 0,0 0 2 16,17-2-9-16,-17 2-3 0,0 0-8 16,18-7 8-16,-18 7 0 0,7-6-9 0,-7 6 14 15,5-4-19-15,-5 4-1 16,2-8 11-16,-2 8-21 0,0 0 7 15,2-7-13-15,-2 7-11 0,0 0-1 0,0 0-1 16,-15-6-4-16,15 6 4 0,0 0-5 16,0 0 0-16,-19 3 2 0,19-3-5 0,0 0-4 15,-13 6 7-15,13-6-7 0,-4 6 9 16,4-6-4-16,0 0 5 0,-5 6-6 16,5-6 2-16,0 0 8 0,0 0-6 0,0 0 10 15,16 12 4-15,-16-12-5 0,16 0-4 16,-16 0 8-16,19 0 5 0,-19 0-12 0,15-4 3 15,-15 4 5-15,13-4 4 0,-13 4 3 16,9-4-1-16,-9 4-5 0,7-6-4 16,-7 6 0-16,6-6-11 0,-6 6-5 15,0 0-32-15,0 0-41 0,0 0-44 16,0 0-38-16,-13-11-45 0,4 11-60 0,9 0-67 16,-18 2-74-16,18-2-111 0,-27 3-177 15,13 0-59-15,-1 0 83 0,-2 1-385 0,4-2-526 16</inkml:trace>
  <inkml:trace contextRef="#ctx0" brushRef="#br0" timeOffset="15479.37">9833 1951 2806 0,'0'0'-57'0,"5"-5"38"0,-5 5 32 0,0 0 38 0,8-5 29 16,-8 5 27-16,0 0 22 0,6-7-2 15,-6 7-10-15,0 0-13 0,0 0-10 16,0 0-8-16,0 0-9 0,0 0 7 0,0 0 8 15,0 0-4-15,0 0 0 0,-12 29-6 16,10-19 2-16,-1 2 2 0,1 0-3 16,0 0-7-16,0 0-6 0,0 1 2 0,2-1 7 15,2 0 0-15,0-1-3 0,0-3 2 16,0 2 0-16,3-2-3 0,1 1 6 0,8-1 0 16,0-2-8-16,11 0-5 15,11 0-12-15,9-3-3 0,6-1-3 0,14-6-8 16,2-1-4-16,-3 0-7 0,1-4-8 0,-4-1-8 15,-2-3 1-15,-3-1 0 16,-5-1-4-16,-15 3 3 0,-1 2-2 0,-10 3 16 16,-7 1 12-16,-2 0 16 0,-3 1 8 15,-1 2 3-15,-5-1 8 0,2 2-11 0,-9 2-8 16,16-4-2-16,-9 0-10 0,-7 4-3 16,10-3-5-16,-10 3-1 0,0 0-4 15,13-4-1-15,-13 4-5 0,0 0-10 0,10-2 10 16,-10 2-19-16,3-3-32 15,-3 3-26-15,0 0-46 0,0 0-57 0,0 0-82 16,0 0-60-16,0 0-87 0,0 0-124 16,0 0-242-16,0 0 44 0,-21-9 74 0,21 9-303 15,-20 0-413-15</inkml:trace>
  <inkml:trace contextRef="#ctx0" brushRef="#br0" timeOffset="17378.07">4889 13237 2202 0,'0'0'323'0,"0"-10"-101"0,0 10-8 0,2-9 8 15,-2 9 12-15,0-7-5 0,0 7-8 0,0 0-14 16,0-12 2-16,0 12-7 0,0 0-9 15,0-8-12-15,0 8-14 0,0 0-16 0,0 0-19 16,0 0-10-16,0 0-16 0,0 0 30 16,0 0 5-16,0 0 10 0,-13 29 28 15,-1-3-2-15,-2 4 3 0,-7 10-1 0,1 2-10 16,-4 1-10-16,5-1-9 0,-4-1-7 16,0-2-8-16,4-8-15 0,5 0-11 15,-4-4-8-15,5-1-12 0,0-6-8 16,6-3-5-16,-4-1-8 0,4-3-7 0,2-1-11 15,-1 0-50-15,-2-3 0 0,3 0 0 16,1-2 0-16,-1 2 0 0,0-4 0 0,0-1-40 16,7-4-185-16,-9 5-90 0,9-5-127 15,0 0-125-15,0 0-172 0,-4-17-117 0,4 17 90 16,9-16-676-16,1 3-893 0</inkml:trace>
  <inkml:trace contextRef="#ctx0" brushRef="#br0" timeOffset="17677.93">4853 13287 3798 0,'4'-16'-28'15,"-4"3"56"-15,2 2 36 0,0 4 37 16,1 1 23-16,-3 6 6 0,4-11-7 16,-4 11 10-16,0 0 31 0,0 0 17 0,32 17-2 15,-10 6 0-15,-1 4-16 0,6 12-14 16,-5 3-11-16,3 3-13 0,-2-2-7 0,-2 1-5 15,-2-5-13-15,-4-5-1 0,0-1 12 16,-1-2-6-16,-1-3 2 0,-1-9 3 0,-3-2 10 16,2 1-16-16,-2-6-8 0,-4 0-8 15,3-1-8-15,-5-3-9 0,3 1-4 16,-3-4-19-16,2 0-39 0,-5-5-91 16,8 5-79-16,-8-5-79 0,7 2-110 15,-7-2-107-15,0 0-129 0,0 0-213 0,7-12 67 16,-7 12 82-16,0-10-452 0,0 10-572 15</inkml:trace>
  <inkml:trace contextRef="#ctx0" brushRef="#br0" timeOffset="17999.23">4853 13484 3135 0,'-17'-5'50'0,"4"2"27"16,4 1 32-16,0-2 32 0,9 4 54 0,-11-2 44 16,11 2 22-16,0 0 11 0,-9-4 3 15,9 4-5-15,0 0-18 0,0 0-19 16,0 0-12-16,45-5-26 0,-18 5-16 0,13 3-24 16,2-1-29-16,-2 0-15 15,-6 0-14-15,-7 0-16 0,-2 2-29 0,-4-4-22 0,-4 2-12 16,0-2-7-16,-6 0-13 15,2 3-4-15,-13-3-17 0,16 1-22 0,-16-1-29 16,13-1-33-16,-13 1-52 0,0 0-69 16,0 0-90-16,0 0-101 0,10-3-146 0,-10 3-181 15,0 0 69-15,0 0-485 0,0 0-628 16</inkml:trace>
  <inkml:trace contextRef="#ctx0" brushRef="#br0" timeOffset="21662.35">8185 11061 4236 0,'0'0'609'0,"0"0"-197"0,0 0-110 0,2-7-32 0,-2 7 5 0,0 0-8 0,0 0-20 16,0 0-26-16,0 0-10 0,0 0-21 15,0 0-18-15,0 0-19 0,0 0-14 0,0 0-13 16,0 0-15-16,0 0-11 0,0 0-2 15,0 0-46-15,0 0-52 0,0 0 0 0,0 0 0 16,0 0 0-16,0 0 0 0,0 0 0 16,0 0 0-16,0 0 0 0,0 0 0 0,0 0 0 15,0 0 0-15,0 0 0 0,0 0 0 16,0 0 0-16,-9 21 0 0,7-15 0 0,2 3 0 16,-3 1 0-16,-1 0 0 15,0 2 0-15,4-2 0 0,-1 1 0 0,-1-3 0 16,4 2 0-16,-2-3 0 0,1 3 0 15,-1-3 0-15,4 0 0 0,-2-2 0 0,-2-5 0 16,7 8 0-16,0-6 0 0,-7-2 0 16,0 0 0-16,15-2 0 0,-15 2 0 0,0 0 0 15,13-8 0-15,-9 5 0 0,-4 3 0 16,8-8 0-16,-7 4 0 0,-1 4 0 0,4-8 0 16,-4 8 0-16,0-9 0 0,0 9 0 15,0 0 0-15,-2-8 0 0,2 8 0 0,0 0 0 16,-9-2 0-16,9 2 0 15,0 0 0-15,-19 13 0 0,11-7 0 0,1 0 0 16,0 0 0-16,4 1 0 0,-3-2 0 16,2 0 0-16,3 2 0 0,-3-2 0 0,4-5 0 15,-2 8 0-15,2-8 0 0,6 8 0 16,-6-8 0-16,0 0 0 0,11 2 0 0,-11-2 0 16,0 0 0-16,17-11 0 0,-9 6 0 15,-3-2 0-15,2 0 0 0,-4 2 0 0,1-1 0 16,0 2 0-16,-2-4 0 0,-2 8 0 15,1-8 0-15,-1 8 0 0,0 0 0 0,-5-8 0 16,5 8 0-16,-9-1 0 16,9 1 0-16,0 0 0 0,-18 1 0 0,18-1 0 0,0 0 0 15,-14 4 0-15,14-4 0 16,-5 4 0-16,5-4 0 0,0 0 0 0,0 0-48 16,-10 2-312-16,10-2-110 0,0 0-106 15,-7 4-159-15,7-4-93 0,-8 2 87 0,8-2-767 16,-10 6-953-16</inkml:trace>
  <inkml:trace contextRef="#ctx0" brushRef="#br0" timeOffset="23362.19">7016 3798 3689 0,'0'0'-238'0,"0"0"53"0,-7 19 34 0,7-19 32 0,0 0 30 0,0 0 30 15,0 0 29-15,-4 6 25 0,4-6 14 0,0 0 19 16,0 0 17-16,0 0 6 0,-2 8 10 16,2-8-2-16,0 0 6 0,0 0-2 0,0 0-8 15,0 0 2-15,-2 10 4 0,2-10-1 16,0 0 4-16,0 0-5 0,0 0 8 16,0 0-2-16,0 0 3 0,0 0-4 0,0 0 10 15,0 0 10-15,0 0 1 0,0 0 8 16,0 0-3-16,0 0-13 0,0 0-6 0,-3 7-6 15,3-7-8-15,0 0-5 16,0 0-8-16,-11 3-3 0,11-3-7 0,-9 7 0 16,4-5-3-16,-2 4-6 0,7-6-6 15,-11 11 0-15,7-8 6 0,4-3-6 16,-7 9-11-16,7-9 7 0,-4 6-3 0,4-6-2 16,-1 7 1-16,1-7 2 0,0 0-3 15,-2 11 10-15,2-11-4 0,0 0 2 0,0 0 23 16,0 0 19-16,3 8 11 0,-3-8 12 15,0 0 0-15,0 0 0 0,0 0 1 0,0 0-8 16,0 0 8-16,0 0 1 0,29-12 14 16,-29 12-15-16,6-7 4 0,-6 7 3 15,3-7 1-15,-3 7 12 0,2-6-3 16,-2-12 145 0,0 18-284-16,-4-7 45 15,4 7-33-15,0 0 36 0,0 0-21 16,0 0 2-16,0 0 28 0,-23 13-84 15,21-8 100-15,2-5-80 0,-7 11 40 0,3-2-5 16,4-2 58-16,-1 0-107 0,1-7 54 16,0 14 57-16,1-7-81 0,-1-7 52 15,6 10 26-15,-1-4-71 0,-5-6 43 0,13 4 18 16,-6-4-98-16,-7 0 62 0,13 2 62 16,-13-2-91-16,16-4 26 0,-16 4 15 15,12-2 15-15,-8-2-45 0,-4 4 19 16,7-6 36-16,-7 6-37 0,7-5 19 15,-7 5-7-15,4-5-70 0,-4 5-17 16,0 0 63-16,2-7-115 0,-2 7-203 0,0 0-41 16,0 0-133-16,0 0-272 0,0 0-103 15,0 0-381-15,-25 2-61 0</inkml:trace>
  <inkml:trace contextRef="#ctx0" brushRef="#br0" timeOffset="35107.83">5558 13406 1711 0,'0'0'235'0,"-3"-7"-56"0,3 7-29 0,-2-6-12 0,2 6 3 0,-4-9 2 15,4 9-7-15,-4-12-6 0,4 12-6 16,0-8 8-16,0 8-4 0,0-9-1 16,0 9-1-16,0 0-7 0,-1-12-7 0,1 12-8 15,0 0-13-15,0-7-8 0,0 7-9 16,0 0-8-16,0 0 8 0,0 0 27 0,0 0 8 15,0 0 4-15,0 0 7 16,1 35 15-16,-1-15 0 0,0 7 11 0,-1 12 3 16,-1 2 12-16,4 0-27 0,-7 2-9 15,5-4-1-15,-2 0-4 0,0 0 5 0,2-10-2 16,0-4 2-16,-2-2-5 0,0 1 4 16,2-7-3-16,0-4-13 0,0 1-6 0,0-2-8 15,0-2-3-15,-3-1-10 0,3 1-2 16,-2-3 0-16,2-7-12 0,-2 10-6 15,2-10-17-15,0 0-66 0,-2 7-53 0,2-7-79 16,0 0-82-16,0 0-99 0,0 0-109 16,0 0-109-16,0 0-158 0,0 0-60 15,-25-9 86-15,25 9-524 0,-7-6-671 16</inkml:trace>
  <inkml:trace contextRef="#ctx0" brushRef="#br0" timeOffset="35675.11">5436 13316 3486 0,'-2'-11'-42'0,"2"3"29"0,0-1 33 0,4 1 21 0,2-1 36 0,0-1 19 16,3 0-8-16,4-1-7 0,3 1-8 0,3 0-10 16,-2 1 5-16,4 1-7 0,1 4-11 15,3-1-7-15,-1 2 1 0,-3 3-6 16,-1 0-7-16,3 5-4 0,0 2-5 0,-1 3 2 16,-4 2-4-16,-2 2-4 0,-1 1 1 15,-5 2 1-15,-3 2-1 0,-3 0 0 0,-4 1 19 16,-2-1 18-16,-2 4 16 0,-4-5 13 15,-1 11 10-15,-1-4 1 0,3-6 1 16,-1-2-4-16,0 0-2 0,3-4-8 16,-1 0-4-16,3-5-5 0,-2 1-4 0,3-2-7 15,0-1-3-15,2 1-6 0,0-7-2 16,2 14-1-16,3-5-7 0,0-1-2 0,5 2-8 16,-5-3-4-16,5 3-1 0,-1 2-3 15,1-1-3-15,2 4-5 0,-3-2-1 16,0 2-2-16,0-1 2 0,-2 1 3 0,-2-1 22 15,-3 3 21-15,0-1 31 0,-2-3 39 16,-2 3 26-16,-3-1 27 0,-1-1 10 0,-2-1 4 16,0-1-9-16,-4 2-12 15,0-5-8-15,-1-1-25 0,-1-1-10 0,-1 0-9 16,3-4-20-16,-1-1-61 0,0 0-44 16,13-2-21-16,-27-4-142 0,15 1-87 0,1-1-103 15,-3 1-127-15,3-1-151 0,2 3-248 16,9 1 73-16,-16-2 97 0,16 2-617 0,0 0-783 15</inkml:trace>
  <inkml:trace contextRef="#ctx0" brushRef="#br0" timeOffset="38358.31">4527 6125 3515 0,'0'0'-96'0,"16"0"41"0,-16 0 33 0,0 0 35 0,0 0 43 0,0 0 32 16,0 0 15-16,0 0 13 0,0 0-2 15,0 0-5-15,0 0-13 0,0 0-4 0,0 0-2 16,0 0-2-16,0 0-8 16,0 0 4-16,0 0-7 0,0 0-9 0,17 0-2 15,-17 0-6-15,0 0 1 0,0 0 5 16,0 0 4-16,0 0 3 0,0 0-4 0,1-9 0 16,-1 9-5-16,0 0-3 0,0 0-4 15,0 0-9-15,0 0-5 0,0 0-7 0,0 0-7 16,0 0-3-16,0 0-3 0,0 0-2 15,0 0-2-15,0 0-4 0,0 0-8 16,0 0 6-16,0 0-4 0,0 0 0 0,0 0 3 16,0 0-2-16,-20 13-3 15,20-13 3-15,0 0 2 0,0 0-2 0,0 0 3 0,0 0 3 16,0 0 9-16,0 0 4 0,0 0 2 16,0 0 7-16,0 0 1 0,0 0-1 0,0 0-1 15,0 0-4-15,0 0-3 16,0 0-1-16,0 0-8 0,0 0-3 0,6-23-10 15,-6 23-24-15,-4-7-39 0,4 7-40 16,0 0-54-16,-2-5-79 0,2 5-76 16,0 0-96-16,0 0-146 0,-19 10-143 0,11-3 71 15,-4 0-401-15,1 0-494 0</inkml:trace>
  <inkml:trace contextRef="#ctx0" brushRef="#br0" timeOffset="42824.14">6075 13358 1433 0,'0'0'352'16,"2"-4"-95"-16,-2 4-48 0,0 0 0 0,1-11-8 0,-1 11 0 0,2-9-4 0,-2 9-13 15,2-8 8-15,-2 8-1 0,2-9-8 16,-2 9-10-16,3-8-6 0,-3 8 0 0,3-9-1 16,-3 9-5-16,0-8-10 0,0 8-16 15,0 0-9-15,2-9-16 0,-2 9-14 16,0 0-10-16,0 0-7 0,0 0 13 0,0 0 18 16,0 0 9-16,4 31 5 15,-4-12-3-15,2 6 21 0,2 8-17 0,-3 6 9 16,1-5-3-16,2 2-1 0,1 1-6 15,-3-3-4-15,3-1 9 0,-1-6-2 0,-3-6 2 16,1-2-6-16,0-3-10 0,-2-2-8 16,2-1-6-16,-2-3-4 0,2 0-10 0,-2 1-9 15,0-3-5-15,2-2-6 0,-2-6-5 16,2 13-44-16,-2-13-16 0,0 10 0 0,0-10 0 16,0 9 0-16,0-9 0 15,0 0 0-15,0 9-174 0,0-9-111 0,0 0-94 16,0 0-110-16,0 0-129 0,0 0-204 15,0 0 17-15,-12-20 90 0,12 14-613 16,0-1-784-16</inkml:trace>
  <inkml:trace contextRef="#ctx0" brushRef="#br0" timeOffset="43306.3">6084 13264 3773 0,'-2'-8'19'0,"0"-1"33"0,2 9 19 0,-2-13 27 0,2 6 16 0,0 7 18 0,0-14 7 15,0 6 0-15,2 0-12 0,2 0-11 0,4 1-11 16,2-1-7-16,1 4 2 0,4-2-7 15,2 6-2-15,2 0-6 0,4 4-1 16,8 7 6-16,-1 4 5 0,-1 4 4 0,0 5 8 16,1 8-4-16,-1 6 12 15,-5 3-3-15,-1-2 13 0,-4 4 1 0,-2-9-1 16,-5 2 12-16,-1-2-6 0,1 1 1 16,-5 0 5-16,-5-6 14 0,-4-2 5 0,2 10 3 15,-7-4 9-15,-3-1 2 0,-1-1 8 16,-7-2-39-16,2-2-139 0,-6-1 0 0,-3-1 0 15,0-2 0-15,3-3 0 0,-3-1 0 16,0-4 0-16,6-3 0 0,2-2 0 0,4-4 0 16,0-1 0-16,3-1 0 0,-2-2 0 15,3 0 0-15,9-2 0 0,-17 3 0 0,17-3 0 16,-17 1 0-16,10-1 0 0,7 0 0 16,-16-4 0-16,16 4 0 0,-13-2 0 15,13 2 0-15,0 0-76 0,-12 0-791 16,12 0-111-16,0 0 94 0,0 0-948 15,0 0-1258-15</inkml:trace>
  <inkml:trace contextRef="#ctx0" brushRef="#br0" timeOffset="45590.62">1949 8352 4979 0,'0'0'-74'0,"0"0"54"0,0 0 41 0,0 0 43 16,3 6 48-16,-3-6 35 0,0 0 23 0,0 0 5 16,0 0-7-16,0 0-20 0,0 0-5 15,0 0-24-15,0 0-19 0,0 0-6 0,0 0-17 16,0 0-59-16,0 0-67 0,0 0-77 15,4 3-86-15,-4-3-110 0,0 0-169 16,0 0-280-16,0 0 64 0,0 0 90 0,0 0-453 16,0 0-542-16</inkml:trace>
  <inkml:trace contextRef="#ctx0" brushRef="#br0" timeOffset="50222.61">6734 13534 2807 0,'0'-5'-67'0,"0"-4"30"0,0 9 30 0,0-15 45 0,0 10 34 16,-1-4 23-16,1 2 26 0,-2-1 26 15,2-2 9-15,-2 3 2 0,2 1 1 0,-2 0 3 16,2 6 3-16,0-14-5 0,0 14 1 16,0-9-5-16,-2 3-10 0,2 6-11 0,0 0-11 15,0-8-13-15,0 8-14 0,0 0 10 16,0 0 47-16,0 0 22 0,4 23-21 0,-4-3 5 15,2 6-5-15,0 10 23 0,-2 3 8 16,0-1 0-16,-2 3-8 0,2-4-14 16,0-1-13-16,2 3-13 0,-2-8-9 0,1-4-7 15,-1-3-7-15,2 0-14 0,-2-4-8 16,2-1-11-16,-2-2-4 0,0-3-13 16,0 0-4-16,0-3-1 0,0-2-10 15,0 0-3-15,-2-1-6 0,2-8-41 0,-2 11 0 16,2-11-52-16,-1 8-94 0,1-8-73 15,-4 2-70-15,4-2-86 0,0 0-85 0,0 0-83 16,-9-18-93-16,9 11-155 0,2-6 65 16,3 4-619-16,-3-6-800 0</inkml:trace>
  <inkml:trace contextRef="#ctx0" brushRef="#br0" timeOffset="50655.29">6786 13767 3498 0,'9'0'-58'0,"-9"0"28"0,0 0 24 0,0 0 33 15,0 0 55-15,0 0 55 0,11-2 25 16,-11 2-1-16,16-6-10 0,-5 4-14 0,0-2-12 16,1-2-11-16,3 2-15 0,6-3-9 15,1-1-9-15,-4-2-4 0,3 2-11 0,1-1-4 16,-6-1-7-16,2 0-6 0,-4-1-6 16,2-1-1-16,-3 0-4 0,-1 1-6 0,-3-3-4 15,-1 0-2-15,0 3-6 0,-4-3 4 16,1 1-6-16,-3 3 0 0,0 0 0 15,0 3 2-15,2-1 5 0,-3 1 12 16,-1 2 10-16,0 5 8 0,2-11 0 16,-2 11 5-16,0 0 19 0,0 0 22 0,0 0 26 15,0 0-15-15,-9 33 15 0,5-11 21 16,1 12 24-16,-1 1 22 0,-1 5 2 0,5 1-6 16,0 2-3-16,3-2 4 15,-1 1 0-15,2-1-7 0,-1 1-16 0,-1-5-29 0,2-2-139 16,0-8 0-16,-3-5 0 0,-1-3 0 15,2-2 0-15,0-1 0 0,0-5 0 0,-2 2 0 16,2-3 0-16,-2-1 0 0,3-3 0 16,-2 1 0-16,-1-7 0 0,0 12 0 15,2-7 0-15,-2-5 0 0,0 7 0 0,0-7 0 16,0 0 0-16,0 0 0 16,-6 5-230-16,6-5-388 0,0 0-160 0,0 0-133 15,-17-1 86-15,17 1-817 0,0 0-1081 16</inkml:trace>
  <inkml:trace contextRef="#ctx0" brushRef="#br0" timeOffset="56187.95">6168 8496 4358 0,'0'0'-132'0,"0"0"33"0,7 3 33 0,-7-3 34 0,0 0 38 0,0 0 34 15,0 0 33-15,0 0 18 0,0 0-4 16,0 0 5-16,0 0 2 0,0 0-3 0,0 0 1 16,0 0 3-16,0 0 4 0,0 0 5 15,0 0 1-15,0 0-1 0,18-5-5 0,-18 5-2 16,0 0-4-16,0 0 4 0,0 0 0 16,0 0-7-16,0 0-10 0,0 0-4 15,0 0-3-15,0 0-6 0,0 0-7 0,0 0-12 16,0 0-2-16,0 0-5 0,0 0-8 15,0 0 1-15,0 0-7 0,0 0-3 0,4 5 2 16,-4-5-3-16,0 7 1 16,0-7 1-16,0 0-2 0,-2 12 4 0,2-12 2 15,2 8-3-15,-2-8 5 0,1 5 3 16,-1-5-3-16,0 0 2 0,2 9 11 0,-2-9 11 16,0 0 10-16,2 7 12 0,-2-7 1 15,0 0 8-15,0 0-3 0,0 0 4 0,0 0-2 16,4 8-6-16,-4-8-7 0,0 0-4 15,0 0-7-15,0 0-5 0,0 0-6 16,0 0-10-16,0 0-4 0,0 0-4 0,0 0-4 16,0 0-7-16,0 0 1 0,0 0-8 15,0 0 4-15,0 0-9 0,0 0-1 16,0 0 0-16,0 0-6 0,0 0-37 0,0 0-48 16,0 0-60-16,0 0-64 0,0 0-71 15,0 0-116-15,0 0-136 0,0 0-205 16,0 0-72-16,0 0 91 0,0 0-669 0,-24-10-838 15</inkml:trace>
  <inkml:trace contextRef="#ctx0" brushRef="#br0" timeOffset="57772.44">7509 13561 3767 0,'2'-5'-34'0,"-2"5"31"0,0 0 38 0,0 0 38 0,3-9 34 0,-3 9 15 0,0 0 20 16,2-8 10-16,-2 8 4 0,0 0 0 0,2-7-6 15,-2 7-5-15,0 0-3 16,0 0 1-16,0-9-3 0,0 9-9 0,0 0-9 16,0 0-8-16,0 0-2 0,0 0-9 15,3-8 7-15,-3 8-3 0,0 0 9 0,0 0 3 16,0 0-7-16,0 0 2 0,0 0 10 16,0 0-15-16,0 0-3 0,0 0-10 15,0 0-6-15,0 0-8 0,0 0-11 0,0 0-16 16,0 0 0-16,0 0 4 15,0 0 6-15,0 0-6 0,4 34 0 0,-2-17-3 0,0 2-5 16,-2 5 12-16,4 2 4 0,-3 9-3 16,3-1-6-16,3 5-8 0,-4-2-3 0,-1 3 5 15,0-4-52-15,2 0 0 16,-3 1 0-16,1-8 0 0,0-6 0 0,0-3 0 16,0 0 0-16,0-1 0 0,-2-6 0 15,0 1 0-15,2-2 0 0,-2-2 0 0,1-1 0 16,-1 1 0-16,0-3 0 0,0-7 0 15,0 12 0-15,0-12 0 0,2 10 0 0,-2-10 0 16,0 9 0-16,0-9 0 0,0 0 0 16,3 8 0-16,-3-8 0 0,0 0 0 15,2 4 0-15,-2-4 0 0,0 0 0 0,0 0 0 16,0 0-9-16,0 0-663 0,0 0-152 16,0 0-101-16,0 0 94 0,-20-17-846 0,15 10-1112 15</inkml:trace>
  <inkml:trace contextRef="#ctx0" brushRef="#br0" timeOffset="58190.62">7387 13470 4511 0,'-7'-6'-99'0,"2"1"37"0,-1-1 42 0,2 3 40 0,4 3 41 0,-6-5 35 0,6 5 21 0,-6-4 9 15,6 4-1-15,0 0-7 0,0 0-4 0,0 0 12 16,0 0 14-16,0 0 17 0,31-4-1 15,-10 4-16-15,10 0-8 0,10 0-16 0,3 0 2 16,-2 0-17-16,2 0-19 0,-4-2 2 16,-6 0-11-16,-5 2-10 0,-6 0-4 0,-3 0-7 15,-2 0-1-15,-2-3-8 16,-3 3-9-16,-1 0-3 0,-12 0-4 0,20 0-3 16,-20 0-7-16,17 0-7 0,-17 0-35 15,12 0-49-15,-12 0-56 0,0 0-55 16,9 3-79-16,-9-3-94 0,-2 6-93 0,2-6-149 15,-7 16-140-15,-1-5 78 0,-4 5-513 16,-6 13-640-16</inkml:trace>
  <inkml:trace contextRef="#ctx0" brushRef="#br0" timeOffset="58621.25">7371 14326 3160 0,'-7'0'71'0,"7"0"51"0,-13 2 16 16,13-2 30-16,0 0 44 0,0 0 46 0,0 0 37 15,0 0 24-15,0 0-16 0,0 0-5 0,0 0-21 16,0 0-23-16,50-10-24 16,-23 8-17-16,9-1-22 0,-2-3-15 0,4 0-17 15,-2 2-13-15,-2 0-19 0,-10 0-8 16,0 2-11-16,-2-1 8 0,-4 2 5 16,3-1 0-16,-3-1 5 0,-3 3-9 0,-1-2-6 15,-3 1-9-15,-11 1-69 0,19-5-33 16,-10 5 0-16,-9 0 0 0,13 0 0 0,-13 0 0 15,0 0 0-15,16-4 0 0,-16 4 0 16,0 0 0-16,7-6 0 0,-7 6-108 0,0 0-327 16,-1-6-134-16,1 6-183 0,0 0-137 15,-24-2 96-15,24 2-787 0,-24 6-1021 0</inkml:trace>
  <inkml:trace contextRef="#ctx0" brushRef="#br0" timeOffset="64920.04">8359 6395 3987 0,'0'0'-159'0,"0"0"73"0,0 0 56 0,0 0 49 0,0 0 33 0,0 0 36 15,0 0 21-15,0 0 8 0,0 0 5 0,0 0-6 16,0 0 0-16,0 0-2 0,14-16-3 15,-14 16-11-15,0 0-12 0,4-6-6 16,-4 6-5-16,0 0-8 0,0 0-10 0,0 0-8 16,5-6-1-16,-5 6-10 0,0 0-6 15,0 0-3-15,0 0 3 0,0 0-9 0,0 0 2 16,0 0 0-16,0 0-3 16,0 0 8-16,0 0 5 0,-18 22-2 0,13-17-3 15,5-5-1-15,-3 10-4 0,3-10 0 16,-4 7-3-16,4-7 3 0,-2 7 6 0,2-7 20 15,0 0 21-15,0 0 6 0,8 9 14 16,-8-9 8-16,0 0-1 0,0 0-1 0,0 0 2 16,0 0-11-16,0 0-6 0,0 0-12 15,0 0 2-15,23-13-17 0,-23 13-25 16,0 0-57-16,0 0-66 0,0 0-71 0,0 0-102 16,0 0-130-16,-33-3-170 0,20 8-228 15,-4-1 76-15,-3 3 80 0,2-3-482 16,2 3-587-16</inkml:trace>
  <inkml:trace contextRef="#ctx0" brushRef="#br0" timeOffset="66654.19">8760 13450 1007 0,'6'-9'432'0,"-2"3"-173"0,-4 6-75 0,1-7-38 0,-1 7-9 16,4-6 1-16,-4 6 9 0,0 0 7 0,2-8 6 15,-2 8-18-15,0 0-8 16,-17-6-7-16,5 6-5 0,-1 0-3 0,-10 2 8 16,-2 2 0-16,-1 0-10 0,-14 0-7 15,2 4-10-15,-1-5 1 0,3 3-4 0,7-2-2 16,6 0-8-16,1-1-11 0,1-2-3 15,3 1-3-15,-2 0-1 0,3 0-2 0,2-2-7 16,-1 0 0-16,1 0-3 0,1 0-4 16,1 0-3-16,13 0-5 0,-23 0-3 15,12-2-3-15,1 0-6 0,10 2 2 0,-16-2-5 16,8 1-1-16,8 1 3 0,-14-3-1 16,14 3 5-16,0 0 0 0,-13 0 3 15,13 0-3-15,-7-4-1 0,7 4 1 16,-5-4-2-16,5 4-4 0,0 0 1 0,-7-6 1 15,7 6 0-15,0 0-2 0,0 0-3 16,-6-3-8-16,6 3-2 0,0 0-5 0,0 0-2 16,0 0-3-16,-5 13 3 0,3-1 15 15,0 5 7-15,0 7 8 0,0 12 19 0,-4 3 11 16,2 2 8-16,2 5 0 0,1-3 17 16,-3 3 4-16,0 10 3 0,2-10 0 15,-1 1 11-15,-1-6 5 0,-1-1-10 16,0-3-7-16,1 0-5 0,0-4 8 15,-1-6 2-15,1-4-8 0,1-1-5 0,-4-1-10 0,3 2-8 16,1-4-4-16,-3-1-4 16,2-1-6-16,-1-1-8 0,3-2-5 0,-3-1 6 15,3-3 14-15,2-1-3 0,0-3-65 16,0 1 0-16,4-2 0 0,8-1 0 0,1-2 0 16,8-2 0-16,6 0 0 0,2-2 0 15,12-2 0-15,2 0 0 0,-5 3 0 0,2-4 0 16,-12 3 0-16,-3 0 0 0,-4-2 0 15,-2 4 0-15,-2 0 0 0,-4-2 0 0,1 1 0 16,-3-1 0-16,-11 2 0 0,22-2 0 16,-22 2 0-16,12-2 0 0,-4 0 0 15,-8 2 0-15,10-1 0 0,-10 1 0 0,0 0-151 16,0 0-508-16,0 0-246 16,0 0-17-16,0 0 110 0,0 0-801 0,0 0-1052 15</inkml:trace>
  <inkml:trace contextRef="#ctx0" brushRef="#br0" timeOffset="66887.17">8190 14159 4219 0,'-3'-7'29'0,"3"7"30"0,0 0 8 0,0 0 15 0,14-15 27 0,-2 10 18 15,1-2 5-15,2 2-14 0,1-2-10 16,1 1-13-16,-2 0-7 0,5 1-13 16,-6 2-51-16,0-1-69 0,-1 3-96 0,-2-1-121 15,-1 0-117-15,-2 0-140 0,-8 2-142 16,0 0 67-16,0 0-335 0,0 0-409 0</inkml:trace>
  <inkml:trace contextRef="#ctx0" brushRef="#br0" timeOffset="69039.17">12026 4032 934 0,'0'0'289'0,"0"0"-48"0,0 0-36 0,0 0-21 0,0 0-11 0,0 0-18 16,0 0-26-16,0 0-17 0,0 0-6 0,0 0-6 16,0 0-1-16,0 0-9 0,0 0-9 15,18-11-8-15,-18 11-7 0,0 0-8 16,3-5 2-16,-3 5-5 0,0 0-5 0,0 0-13 16,0 0-2-16,0 0-7 15,0 0-4-15,0 0-1 0,0 0 4 0,0 0-5 16,0 0-5-16,0 0-3 0,0 0 2 15,0 0 2-15,0 0 1 0,0 0-4 0,-34 9 3 16,31-4 0-16,3-5-1 0,-11 6-3 16,11-6-2-16,-5 6 2 0,5-6-1 0,-6 6 3 15,6-6 15-15,-3 7 11 0,3-7 11 16,0 0 9-16,0 0 8 0,0 0-1 16,0 0-7-16,9 12 7 0,-9-12 3 0,0 0 6 15,0 0 2-15,0 0-2 0,21-5-4 16,-21 5-6-16,0 0 1 0,13-10-6 0,-13 10-4 15,7-10-7-15,-7 10-3 0,5-6-5 16,-5 6-4-16,6-6-4 0,-6 6-6 16,0 0 2-16,1-9-10 0,-1 9-2 15,0 0-1-15,2-8-5 0,-2 8-18 0,0 0-37 16,0 0-49-16,0 0-65 0,0 0-75 16,0 0-101-16,-16 0-141 0,16 0-187 15,0 0 62-15,-18 4-272 0,11 0-353 0</inkml:trace>
  <inkml:trace contextRef="#ctx0" brushRef="#br0" timeOffset="72550.74">9469 13500 2519 0,'4'-6'62'0,"-4"6"22"0,5-6 28 0,-5 6 23 15,9-6 24-15,-9 6 26 0,5-6 21 0,-5 6 8 16,6-6 0-16,-6 6-8 0,1-5-9 16,-1 5-10-16,6-3-6 0,-6 3 1 0,0 0-6 15,0 0-10-15,7-5-6 0,-7 5-16 16,0 0 0-16,0 0-25 0,0 0 2 16,4-7 0-16,-4 7 7 0,0 0-6 15,0 0-6-15,0 0-1 0,0 0-10 0,-2-11-17 16,2 11-4-16,0 0-11 0,-5-9-2 15,5 9-12-15,-10-8 9 0,5 4-23 16,5 4-4-16,-12-8-5 0,4 4-4 0,-1 2 0 16,9 2-2-16,-23-7-5 0,10 5-5 15,-1 0 7-15,1 2-4 0,-4 0 8 16,17 0 1-16,-31 2-3 0,15 0 0 0,-4 1 2 16,1 1-7-16,0 2 3 0,-2 2 1 15,2 2 5-15,-7 5 6 0,1 1 5 16,0 5 0-16,2 4 2 0,2 0 1 0,0 3 14 15,2 2 6-15,2 5-5 0,2-3-2 16,4 2-2-16,-1 1-3 0,2 0-45 0,7-1-10 16,1-4 0-16,4-6 0 0,3 11 0 15,4-5 0-15,7-1 0 0,5-4 0 0,2-4 0 16,1 0 0-16,7-5 0 0,3 0 0 16,0-9 0-16,1 3 0 0,-7-8 0 15,-1 3 0-15,-2-4 0 0,-2-1 0 0,4 2 0 16,-4 0 0-16,-3-2 0 0,1 0 0 15,-4 0 0-15,1 0 0 0,-3 0 0 16,-2 0 0-16,0 0 0 0,-13 0 0 16,25 0 0-16,-15 2 0 0,-10-2 0 0,19 0 0 15,-19 0 0-15,16 0 0 0,-16 0 0 16,0 0 0-16,14-2 0 0,-14 2 0 0,9 0 0 16,-9 0 0-16,0 0 0 0,0 0 0 15,0 0 0-15,0 0-856 0,0 0-136 0,0 0 107 16,-32 3-971-16,21-1-1282 0</inkml:trace>
  <inkml:trace contextRef="#ctx0" brushRef="#br0" timeOffset="77133.38">10081 6210 4853 0,'0'0'-159'0,"0"0"61"0,0 0 62 0,11 0 44 0,-11 0 39 0,0 0 35 0,0 0 20 16,0 0 12-16,0 0-2 0,0 0-3 15,12-2-14-15,-12 2-11 0,0 0-6 0,0 0-9 16,0 0-3-16,0 0-6 15,5-5-5-15,-5 5-8 0,0 0-4 0,0 0-5 16,0 0-6-16,0 0 2 0,0 0-2 16,0 0-5-16,0 0-3 0,0 0-7 0,0 0 0 15,2-5-4-15,-2 5-4 0,0 0-2 16,0 0-3-16,0 0 1 0,0 0-3 0,0 0 3 16,0 0-5-16,0 0 1 0,0 0 3 15,0 0 1-15,0 0 3 0,0 0 1 0,0 0 0 16,0 0 7-16,0 0 10 0,0 0-1 15,0 0-1-15,0 0-3 0,0 0 0 0,0 0-2 16,0 0-2-16,0 0-11 0,0 0-30 16,0 0-47-16,0 0-57 0,0 0-96 15,0 0-121-15,0 0-128 0,0 0-211 16,11-3 3-16,-11 3 78 0,-2-7-409 16,2 7-487-16</inkml:trace>
  <inkml:trace contextRef="#ctx0" brushRef="#br0" timeOffset="79233.42">9985 13459 1594 0,'4'-12'547'0,"0"-2"-202"0,-2 7-66 0,-1-1-34 0,-1 2-17 0,0-2-5 0,0 8-12 16,0-7-27-16,0 7-12 0,2-6-22 15,-2 6-21-15,0 0-7 0,0 0 5 0,0 0 16 16,7 21 3-16,-5-3 2 16,1 16-2-16,1 2 12 0,2 1 1 0,-5 6 10 15,5 0 9-15,-2 2-3 0,-3 1-13 16,2-3 15-16,-1 0-9 0,0-3-4 0,-2-7-4 0,0-6-4 16,-2 2 3-16,2-6-17 15,0-3-9-15,0-3-14 0,0-1-6 0,0-5-16 16,-2 3-7-16,2-4-9 0,0-3-3 15,0 3-10-15,0-3-25 0,0-7-51 0,0 7-81 16,0-7-98-16,0 0-96 0,0 0-118 16,0 0-119-16,-12-24-143 0,12 15-178 15,-2-3 68-15,1 0-697 0,1-3-919 0</inkml:trace>
  <inkml:trace contextRef="#ctx0" brushRef="#br0" timeOffset="79467.42">10054 13513 4261 0,'-8'-5'103'15,"8"5"30"-15,-7-7 18 0,7 7-2 0,0-8-3 16,0 8 17-16,13-14-6 0,4 3-5 16,12-2-22-16,3-1-7 0,4 1-12 15,2 3-16-15,0-2-12 0,-1 5-45 0,-3-3-69 16,-5 8-83-16,-5-2-109 15,-5 2-109-15,-1 2-118 0,-3 2-166 0,0-1-66 16,-5 2 68-16,-1 3-384 0,-4 1-473 16</inkml:trace>
  <inkml:trace contextRef="#ctx0" brushRef="#br0" timeOffset="79683.39">10179 13751 2876 0,'-13'6'256'15,"6"-4"32"-15,1 1 17 0,6-3 28 16,-10 5 61-16,10-5 31 0,0 0 18 16,0 0 1-16,0 0-32 0,0 0-40 15,0 0-38-15,0 0-35 0,35-8-27 0,-20 4-30 16,4 0-27-16,-4 0-30 0,2 2-89 16,-3 0-96-16,1 0-35 0,-1 0-154 0,-5 0-106 15,-9 2-105-15,17-1-100 0,-11-1-91 16,-6 2-143-16,0 0-66 0,0 0 81 0,0 0-617 15,0 0-792-15</inkml:trace>
  <inkml:trace contextRef="#ctx0" brushRef="#br0" timeOffset="81084">9720 7389 3352 0,'0'0'-193'0,"0"0"22"0,0 0 29 0,0 0 11 0,0 0 13 0,0 0 12 15,0 0 10-15,0 0 11 0,0 0 7 16,0 0 6-16,0 0-2 0,0 0-15 0,0 0-20 15,0 8-30-15,0-8-19 0,-15 6-64 16,7-2-244-16,-3 3 27 0</inkml:trace>
  <inkml:trace contextRef="#ctx0" brushRef="#br0" timeOffset="81249.42">9421 7706 1274 0,'-6'5'27'0,"6"-5"11"0,0 0 20 16,-5 4-8-16,5-4 2 0,0 0-8 16,0 0-1-16,0 0-7 0,0 0-5 15,0 0-8-15,-20-4-33 0,20 4-39 0,-9 4-55 16,0-1-103-16,-3 5-238 16,-3 2 48-16</inkml:trace>
  <inkml:trace contextRef="#ctx0" brushRef="#br0" timeOffset="81432.77">9038 8177 1280 0,'0'0'57'0,"-1"8"11"0,1-8 4 16,0 0-4-16,0 0-3 0,0 0-8 15,0 0-2-15,0 0-12 0,0 0-27 0,0 0-50 16,0 0-47-16,-14 0-50 0,14 0-106 15,0 0-205-15,2 5 50 0</inkml:trace>
  <inkml:trace contextRef="#ctx0" brushRef="#br0" timeOffset="81599.39">9026 8414 1156 0,'0'5'35'0,"0"-5"25"15,-1 8 20-15,1-8 16 0,0 0 18 16,1 6 14-16,-1-6 11 0,0 0-10 15,0 0-13-15,0 0-12 0,0 0-12 0,0 0-16 16,0 0-36-16,0 0-51 0,0 6-66 16,0-6-93-16,0 0-175 0,0 0-255 0,0 0-98 15</inkml:trace>
  <inkml:trace contextRef="#ctx0" brushRef="#br0" timeOffset="83050.91">11269 8330 1603 0,'0'6'-22'0,"0"-6"29"0,0 0 34 0,0 0 35 0,0 0 36 16,0 8 36-16,0-8 28 15,0 0 27-15,0 0 26 0,0 0 4 0,0 0-10 16,0 0-5-16,0 0-9 0,0 0-2 16,0 0-5-16,0 0-12 0,0 0-21 0,22-12-15 15,-22 12-13-15,5-4-16 0,-5 4-12 16,0 0-14-16,4-5-11 0,-4 5-22 0,0 0-73 16,0 0-104-16,0 0-146 0,0 0-178 15,-15 13-242-15,5-5 77 0,-1 0 64 0,2 1-276 16,-5 6-299-16</inkml:trace>
  <inkml:trace contextRef="#ctx0" brushRef="#br0" timeOffset="84683">10757 13468 2435 0,'-6'-6'142'0,"3"3"11"0,3 3 7 0,-4-6 6 16,4 6 12-16,-6-6 5 0,6 6-2 0,0 0-10 15,0 0-16-15,-3-6-18 0,3 6-9 16,0 0-12-16,0 0 0 0,0 0 7 16,0 0 7-16,0 0-2 0,0 0-6 0,0 0-6 15,0 0-7-15,25 0-9 0,-25 0-5 16,0 0-8-16,18 0 0 0,-18 0-2 0,0 0-5 16,19 0 0-16,-19 0-2 15,0 0-4-15,13-2-6 0,-13 2-6 0,0 0-2 16,14-4-13-16,-14 4 0 0,0 0-7 15,11-2-2-15,-11 2-6 0,0 0 1 0,13-3-9 16,-13 3 5-16,0 0-10 0,10-2-1 16,-10 2-7-16,0 0 2 0,0 0-5 0,0 0-2 15,0 0 4-15,13 7 1 0,-11 1 2 16,2 4 8-16,-2-1 5 0,0 7 6 16,-2 3 4-16,1 3 11 0,-2 3 3 0,1 11 19 15,0 1-3-15,0 0-5 0,-2 3 2 16,0-3-17-16,0 1 1 0,-2 1 5 0,4 0 45 15,0 1 17-15,0-5-11 16,0-8-12-16,0-5-9 0,-2-1-6 0,2-3-8 0,0-1-6 16,0-4-5-16,-1-1 1 15,1-1 18-15,-2-1 8 0,0-1 10 0,0-1-85 16,0 0-9-16,0-1 0 0,-3 1 0 16,-2-1 0-16,-4-3 0 0,-3 3 0 0,0-4 0 15,-8 2 0-15,-3-4 0 0,3 1 0 16,-3-3 0-16,-1 1 0 0,2-2 0 0,4 0 0 15,1 2 0-15,-1-4 0 16,7 2 0-16,13 0 0 0,-25 0 0 0,25 0 0 0,-19 0 0 16,19 0 0-16,-13-2 0 15,13 2 0-15,0 0 0 0,-17 0 0 0,17 0 0 16,0 0 0-16,-13 0 0 0,13 0 0 16,0 0 0-16,-10-1 0 0,10 1 0 0,0 0 0 15,0 0 0-15,0 0 0 0,-10-4 0 16,10 4-800-16,0 0-202 0,0 0 118 15,0 0-988-15,0 0-1297 0</inkml:trace>
  <inkml:trace contextRef="#ctx0" brushRef="#br0" timeOffset="87714.29">14384 6193 1496 0,'0'0'698'0,"0"0"-141"0,0 0-104 0,0 0-45 0,0 0-24 0,0 0-18 16,0 0-9-16,-16 0-22 0,16 0 17 0,0 0 10 16,0 0-1-16,0 0-4 0,0 0-1 15,0 0-19-15,0 0-15 0,0 0-13 16,0 0-20-16,0 0-197 0,0 0-92 16,-5-5 0-16,5 5 0 0,0 0 0 0,0 0 0 15,0 0 0-15,0 0 0 0,0 0 0 16,0 0 0-16,0 0 0 0,0 0 0 0,0 0 0 15,0 0 0-15,0 0 0 0,0 0-579 16,-19 0-413-16,11-2 78 0,8 2 95 0,-17-1-843 16,17 1-1099-16</inkml:trace>
  <inkml:trace contextRef="#ctx0" brushRef="#br0" timeOffset="90498.08">11746 13552 2699 0,'0'0'262'0,"6"-3"-80"0,-6 3-24 0,0 0 34 0,0 0 19 0,5-5 14 0,-5 5-2 16,0 0-6-16,0 0 6 0,0 0-2 16,4-10-9-16,-4 10 3 0,0 0-13 15,0 0-22-15,5-7-11 0,-5 7-17 0,0 0-19 16,0-10-11-16,0 10-12 0,1-12-8 15,-1 7-10-15,0 5-11 0,0-14-4 0,0 4-8 16,-1 2-3-16,-4-1 7 0,3-3-22 16,-2 2 1-16,1 1-10 0,-1-1 1 0,-1 0-8 15,-1 1-4-15,-1 1-4 0,0 0-10 16,2 0 6-16,-3 0-5 0,1 1 5 16,-2 2-8-16,-2-2-3 0,2 2-3 15,-3 2 0-15,1-3 0 0,-3 3-1 0,1 1 3 16,-1-1-10-16,1 2 0 0,-4 1 2 15,17 0 1-15,-32 1-7 0,13 2-2 16,2 1 15-16,-2 1-9 0,2 3-4 0,-5-2 3 16,4 2 1-16,-2 1-5 0,1 1 24 15,6 0-19-15,0 1-3 0,-3 1 1 0,5 0 18 16,1-3-9-16,-3 5 6 0,4-2 3 16,-1 1-4-16,2-1 8 0,1 0-3 0,-2 0 8 15,0 2 3-15,2-2 3 0,0 0 3 16,-2 0 2-16,2 1 3 0,1-1-4 0,3 2 0 15,-1 0-6-15,0 1 3 16,1 0-4-16,1 2-2 0,-1 0-2 0,3 1-2 16,-2 3 0-16,2-1-2 0,0 3 7 15,2 0-7-15,3 12 1 0,-2-6-2 16,-1 5-1-16,4-8 0 0,-1 9-4 0,1-10 5 16,-1-2-3-16,2-2 0 0,0 1 2 15,2 7 1-15,4-8 5 0,-1 4-13 0,0-7-12 16,1-2 0-16,2-1 0 0,1-3 0 15,0 0 0-15,4-2 0 0,-1-1 0 0,2-2 0 16,-4-3 0-16,3 0 0 16,-2-4 0-16,-2 0 0 0,0 0 0 0,0-3 0 15,-3 2 0-15,1-3 0 0,-3 0 0 0,0-2 0 16,1-3 0-16,-5 1 0 0,3-1 0 16,-7-1 0-16,2-6 0 0,-3 3 0 15,-2-1 0-15,0-1 0 0,-2 1 0 0,0 2 0 16,-2 0 0-16,-2 0 0 0,0 2 0 15,1 0 0-15,-1 4 0 0,-2-2 0 0,3 0 0 16,-3 1 0-16,3 5 0 0,5 2 0 16,-11-12 0-16,6 9 0 0,1 0 0 15,4 3 0-15,-5-6 0 0,5 6 0 0,0 0 0 16,-8-5 0-16,8 5 0 0,0 0 0 16,0 0 0-16,0 0 0 0,19-8 0 15,-19 8 0-15,25 0 0 0,-10 0 0 16,-2-2 0-16,7 0 0 0,-6 2 0 0,2 0 0 15,-1 0 0-15,1 0 0 0,-16 0 0 16,27 0 0-16,-15 4 0 0,-1 2 0 0,3 1 0 16,-3 1 0-16,1 2 0 0,-2 2 0 15,-1 5 0-15,1-1 0 0,-1 1 0 0,-3 2 0 16,-1-2 0-16,1 1 0 0,0 0 0 16,-4-3 0-16,4 1 0 0,-1-3 0 0,-3-1 0 15,0-1 0-15,4-1 0 0,-5-2 0 16,-1-1 0-16,5 0 0 0,-5-7 0 0,4 13 0 15,-2-11 0-15,-2-2 0 16,1 9 0-16,-1-9 0 0,2 8 0 0,-2-8 0 16,0 0 0-16,0 0 0 0,0 0 0 15,0 0 0-15,0 0-734 0,0 0-259 16,0 0 85-16,0 0 102 0,0 0-809 0,-9-23-1056 16</inkml:trace>
  <inkml:trace contextRef="#ctx0" brushRef="#br0" timeOffset="92083.37">12937 8301 4338 0,'0'0'-55'0,"0"0"65"0,0 0 44 0,18-2 55 0,-18 2 47 0,0 0 35 0,0 0 45 16,0 0 24-16,9-6-1 0,-9 6-6 15,0 0-5-15,0 0-18 0,0 0-19 16,5-4-17-16,-5 4-21 0,0 0-19 0,0 0-11 16,0 0-16-16,0 0-16 0,0 0-23 15,0 0-58-15,9-6-79 0,-9 6-90 0,0 0-105 16,0 0-146-16,7-3-151 0,-7 3-239 15,6-6-6-15,-6 6 87 0,1-6-625 0,-1 6-780 16</inkml:trace>
  <inkml:trace contextRef="#ctx0" brushRef="#br0" timeOffset="93047.47">12198 13246 3914 0,'4'-17'55'0,"-2"3"33"0,-2 4 20 0,1-1 19 0,-1 5 14 0,0 6 0 15,0-12-16-15,0 12-18 0,0 0-4 0,0 0 43 16,0 0 1-16,0 33-12 0,-1-8-13 15,-5 17-4-15,4 1-8 0,-2 3-6 0,-2 7-7 16,4-6-12-16,-2-3-1 16,-3 8-10-16,3-11-12 0,-1-2-4 0,-4-5-6 15,8 1-5-15,-7-9-8 0,6-5-17 16,-1-4-45-16,-3-3-44 0,4-1-47 16,0-3-46-16,2-3-92 0,-3 0-105 0,-4-3-104 15,7-4-136-15,0 0-100 0,0 0 63 16,0 0-403-16,0 0-511 0</inkml:trace>
  <inkml:trace contextRef="#ctx0" brushRef="#br0" timeOffset="93214.97">12209 13614 3036 0,'10'-12'107'0,"-1"-3"27"16,4-1 17-16,3-8 18 0,4 0 10 16,2-3 1-16,1-1-1 0,5-7-19 0,5 2-14 15,-5 0-14-15,-4 7-15 0,-2 2-13 16,-3 1-14-16,2 2-46 0,-6 2-56 15,-3 5-72-15,-1 3-91 0,-3-1-92 0,-3 0-101 16,-3 6-136-16,-2 0-103 0,0 6 53 16,-4-7-248-16,4 7-289 0</inkml:trace>
  <inkml:trace contextRef="#ctx0" brushRef="#br0" timeOffset="93430.87">12331 13372 2399 0,'-2'7'87'0,"0"3"60"16,2 1 59-16,-2 1 21 0,2 2 16 15,0 3 14-15,2 2 12 0,2 1-4 0,2 3-7 16,0-3-19-16,3 9-12 0,2 0-25 16,5-1-23-16,-1-4-13 0,2-1-16 15,-2-6-15-15,-1-3-11 0,3 1-14 0,-5-3-10 16,1-2-11-16,-6-2-2 0,1 1-19 16,2-2-32-16,-5 0-47 0,1-2-57 0,0 0-66 15,0 0-80-15,-5-1-91 0,-1-4-103 16,0 10-177-16,0-10-128 0,0 0 70 0,0 0-442 15,0 0-555-15</inkml:trace>
  <inkml:trace contextRef="#ctx0" brushRef="#br0" timeOffset="93930.15">13247 13302 3187 0,'2'-17'111'0,"1"5"35"0,-3 3 2 15,2 3-2-15,-2-1 3 0,0 7 4 16,0 0 25-16,0 0 57 0,0 0 31 0,0 0 15 15,-8 43-3-15,-2-3 1 0,-3 13-1 16,-2 5 7-16,-7 0 8 0,0 4 4 16,-1-2-1-16,0-1-15 0,0 0-12 0,3-2 1 15,-2-5-26-15,3-2-123 0,6-11-121 16,0-5 0-16,1-4 0 0,7-5 0 0,-1-9 0 16,2 0 0-16,3-4 0 15,1-2 0-15,1 0 0 0,9-1 0 0,3-3 0 0,4 3 0 16,15 0 0-16,4-2 0 15,2-2 0-15,1 2 0 0,-3-2 0 0,-3-2 0 16,-9 1 0-16,1-1 0 0,-6 1 0 16,0-3 0-16,-2 1 0 0,-3 0 0 0,-1-1 0 15,-1 1 0-15,-12-2 0 0,16 0 0 16,-16 0 0-16,14 2 0 0,-14-2 0 0,11-5 0 16,-3 1 0-16,-8 4 0 0,6-5 0 15,-6 5 0-15,0-7 0 0,0 7-838 16,0 0-155-16,-10-8 99 0,10 8-965 0,-17 0-1284 15</inkml:trace>
  <inkml:trace contextRef="#ctx0" brushRef="#br0" timeOffset="95814.05">4068 12953 4878 0,'0'0'-234'0,"0"0"27"0,0 0 45 0,-40 27 47 0,6 0 52 0,-8 12 55 0,-4 4 32 15,-13 11 33-15,-2 8 21 0,0 1 7 16,2-2 27-16,6-7-3 0,17-13-3 15,5-6 4-15,10-8-9 0,4-2-3 0,5-6 6 16,5 0 22-16,3-3 26 0,4-5 3 16,0 3 6-16,2-2-8 0,4 0-13 0,-1 0-15 15,2 0-9-15,2-2-11 0,-2 0-10 16,4 2-4-16,-1-7-13 0,-2 3-6 0,3-4-32 16,3 2-65-16,1-2-72 15,2 0-82-15,-2-4-108 0,4 0-113 0,3 0-135 16,2-6-239-16,9-5 69 0,-1 2 81 15,-3-4-416-15,1-1-512 0</inkml:trace>
  <inkml:trace contextRef="#ctx0" brushRef="#br0" timeOffset="96062.64">4052 13459 3084 0,'0'0'81'15,"0"0"-8"-15,0 0 7 0,0 0 15 0,0 0 29 16,0 0 27-16,-7 30 19 15,5-14 6-15,2 2-3 0,0 1-13 0,0 5-12 16,2 2-2-16,0-1-4 0,-4 1-13 16,2 1-11-16,-2-4-7 0,0 2-11 0,-5 7-8 15,0-3-6-15,-7-3-7 0,-1 3-10 16,-4-4-7-16,-5-1-4 0,-1-1-25 0,-5-4-44 16,2-3-59-16,-2 1-70 0,1-4-84 15,1-1-95-15,1-6-123 0,5 0-203 16,3-2-13-16,2-6 71 0,0 0-312 0,4 0-382 15</inkml:trace>
  <inkml:trace contextRef="#ctx0" brushRef="#br0" timeOffset="101063.06">30535 6092 1572 0,'-77'-10'185'0,"7"1"-28"0,-4 1-21 0,-5-1-22 0,1 1-10 0,4 1-5 0,5 2-3 0,7 3-8 16,13 0-12-16,8 0 0 0,7 4-9 0,7-2-7 16,2 4-6-16,0 1-4 0,6-2-7 15,4 1-34-15,2-2-54 0,1 2-69 0,1 1-103 16,5 1-184-16,2-4-82 0,4-2-104 15,-8 6-88-15</inkml:trace>
  <inkml:trace contextRef="#ctx0" brushRef="#br0" timeOffset="101799.61">19554 4863 1903 0,'-8'8'163'0,"3"1"3"0,-1 3 8 0,0 5 5 0,-2 4 4 0,3-1 1 15,-1 1 3-15,4-1-2 0,1-1-14 16,2-2-9-16,7 2-8 0,5-2-5 0,10 2-8 16,9-6-7-16,13-7-9 0,5-6-14 15,21-9-8-15,23-9-6 0,3-10-15 16,0-1-10-16,-4-4-28 0,-5-1-27 16,-25 5-31-16,-10 0-48 0,-6-2-45 15,-6 4-69-15,-9-2-59 0,-9 7-77 0,-10 5-88 16,-2 2-160-16,-9 5-8 0,-4 1-266 15,-1 4-320-15</inkml:trace>
  <inkml:trace contextRef="#ctx0" brushRef="#br0" timeOffset="102029.29">19774 5378 2775 0,'-9'9'334'0,"4"-1"-7"16,1-4 13-16,4-4 24 0,0 0-19 0,0 0-13 15,0 0-27-15,25-21-26 16,2 1-29-16,11-4-25 0,3 2-17 0,9-4-28 16,4 2-19-16,-4 0-51 0,0 2-81 15,-3 0-93-15,-10 6-99 0,-4 3-116 0,-5 1-106 16,-7 2-111-16,-6 5-121 0,-4 5-99 16,-5-2 66-16,-6 2-436 0,0 0-558 0</inkml:trace>
  <inkml:trace contextRef="#ctx0" brushRef="#br0" timeOffset="105714.27">1425 15332 1895 0,'2'-5'204'0,"-2"5"-45"0,2-8-42 0,-2 8-26 0,0 0-28 0,0 0 29 15,0 0 36-15,0 0 14 0,0 0-16 0,-10 43 18 16,2-10 12-16,-1 4 31 0,-2 1-7 16,2 3-23-16,-2-2-11 0,2-1-6 15,2-1-4-15,-2-4-9 0,6-8-8 16,-1 0-6-16,0-3-8 0,1-5-5 16,-1 1-9-16,2-5-7 0,0-1-6 0,-1 0-8 15,0-3-7-15,1-2-4 0,2 1-7 16,0-8-2-16,-4 12-18 0,4-12-66 0,-2 5-97 15,2-5-110-15,0 0-101 0,0 0-132 16,0 0-231-16,0 0 44 0,0-30-298 16,0 19-436-16</inkml:trace>
  <inkml:trace contextRef="#ctx0" brushRef="#br0" timeOffset="106011.19">1321 15294 2522 0,'1'-6'-68'16,"5"0"7"-16,1 0 15 0,4 0 10 16,0 3 14-16,2-1 8 0,4 3 9 0,3 1 7 15,5 3 2-15,-2 1 0 0,2 3 2 16,0 0-2-16,1 4 2 0,-5 2 2 16,-5 0 17-16,-3 1 25 0,-6 0 29 0,0 1 21 15,-5 1 12-15,-2 0 10 0,-5 1 3 16,-2 0 4-16,-4 1-4 0,-3-1-13 15,-5 3-3-15,-6 0-6 0,2-5-16 16,3-1-3-16,2-4-9 0,-1-1-13 16,6-2 0-16,1-1-18 0,-1-6-43 0,4 2-57 15,9-2-58-15,-21-2-68 0,11-1-103 16,2-2-154-16,3 0-148 0,-1 0 54 16,2-2-50-16,4 7-84 0</inkml:trace>
  <inkml:trace contextRef="#ctx0" brushRef="#br0" timeOffset="106394.92">1721 15530 1668 0,'0'0'100'0,"-39"-7"4"0,39 7 5 15,0 0 15-15,-19 3 1 0,19-3 9 16,-17 8 3-16,8 3-7 0,1-1-9 0,0 4 0 15,0 1-6-15,3 2-8 0,1 1 17 16,4-3 5-16,0 3-9 0,4 0-12 16,1-1-6-16,5 2-5 0,5-3-9 0,5 3 7 15,-2-6 5-15,2-1-7 0,-2-3-4 16,3-4-4-16,-1-2-4 0,-2-3-4 16,4 0 0-16,-5-1 0 0,0-3 1 15,-2-4-5-15,0 1-7 0,-3-2-4 16,-3-4-3-16,-1 1-8 0,-3-5-3 0,-3-2-9 15,-2-3-4-15,-2-1-2 0,-3-10-7 16,-1 9-5-16,1 3-4 0,-3 3-5 16,2 2-25-16,0 3-29 0,1 2-40 0,-3 3-39 15,0 1-38-15,3 4-38 0,5 3-46 16,0 0-73-16,-21 5-106 0,21-5-219 16,-8 6 30-16,8 0-209 0,0-6-306 15</inkml:trace>
  <inkml:trace contextRef="#ctx0" brushRef="#br0" timeOffset="106778.04">2195 15453 2288 0,'-12'-12'-2'0,"5"3"28"16,-3-1 25-16,3 3 24 0,-3 1 20 15,3 1 0-15,-1 1-1 0,8 4-10 16,-17-5-8-16,17 5-9 0,-18 5-4 0,7-3-9 15,-1 4-9-15,3 1 3 0,2 3-8 16,1 2-5-16,0 2-5 0,4-1-1 16,4 1-1-16,2 3-4 0,2-1-4 15,3 3 3-15,2-2-7 0,7 5 4 16,-3-3-4-16,2 0 1 0,-3-1-1 0,-5-6-6 16,0 1 13-16,2 0 6 0,-4-1 4 15,0 0 32-15,-3-4 33 0,0 3 23 16,-1-1 37-16,-3 1 24 0,0-3 2 0,-3 2-4 15,-3-1-8-15,-1 2-13 16,-5-1-11-16,1-2-15 0,-2 1-13 0,3-2-12 0,-3-2-9 16,1 0-10-16,-1-3-10 0,2-1-18 15,11-1-45-15,-29-3-56 16,15 1-79-16,-1-4-85 0,1-1-82 0,3-3-90 0,0 2-112 16,3-2-215-16,2 0 59 15,5 1-336-15,-1-1-456 0</inkml:trace>
  <inkml:trace contextRef="#ctx0" brushRef="#br0" timeOffset="107044.25">2433 15175 2767 0,'-6'-17'11'0,"5"4"37"0,-3 3 43 15,2 4 52-15,0-1-6 0,2 7-8 0,-2-10-27 16,2 10-3-16,0 0 12 0,0 0 9 15,2 32 18-15,2-10 8 16,0 13-2-16,-1 9 1 0,1 9-6 0,1 3-6 16,-1-1-14-16,-1-9-16 0,-3-1-5 15,2-2-12-15,0-2-8 0,-2 0-6 0,-2-4-53 16,4-6-70-16,-4-6-63 0,0 1-78 16,-1 0-65-16,3-6-79 0,-4-3-88 15,4-3-132-15,-3 3-57 0,5-8-283 0,-1-1-379 16</inkml:trace>
  <inkml:trace contextRef="#ctx0" brushRef="#br0" timeOffset="107211.44">2402 15724 2553 0,'-12'-12'45'0,"-1"4"39"0,4 2 48 0,2 1 68 0,1-1 38 16,6 6-1-16,-10-8-17 16,10 8-21-16,-4-6-25 0,4 6-22 0,0 0-8 15,0 0-17-15,0 0-10 0,0 0-22 16,27-4-79-16,-7 4-110 0,0 1-112 15,9-1-114-15,-3-1-184 0,5-2-138 0,1 3 70 16,9 3-243-16,0-3-301 0</inkml:trace>
  <inkml:trace contextRef="#ctx0" brushRef="#br0" timeOffset="107427.32">2953 15727 2381 0,'-13'-2'248'16,"13"2"41"-16,-21-3 23 0,21 3 18 16,-11-2 10-16,11 2 11 0,0 0 3 0,-8-4-32 15,8 4-27-15,0 0-30 0,0 0-28 16,0 0-21-16,26-7-22 0,-6 4-23 0,-1 1-85 16,5-2-98-16,1 4-99 0,-4-5-116 15,2 5-114-15,-6-2-122 0,2 0-166 16,-6 2-120-16,-1 0 78 0,-1 0-413 15,-11 0-556-15</inkml:trace>
  <inkml:trace contextRef="#ctx0" brushRef="#br0" timeOffset="107961">3386 15451 3160 0,'-25'8'13'0,"4"1"27"0,2 1 22 0,-7 6 24 0,8-1 17 0,5-1 16 0,-2 1-2 0,5 1-1 16,7-1 12-16,3-1 5 0,0 1-12 15,2 2-8-15,3-1-8 0,4 3-12 16,3-3-4-16,1-2-10 0,9 6-6 15,2-5-4-15,2-3-7 0,-3-4-7 0,-1-2-3 16,1-2-7-16,1-2-3 0,-1-2-2 16,-2-2-4-16,-4 1-1 0,0-2-2 0,-4-3 0 15,1 0-2-15,-5-1 2 0,-1-3-1 16,-5 0-4-16,-4-3-1 0,-1-3 0 16,-6-5-7-16,-6-8-1 0,-6-3-4 0,4 6-1 15,-4-1-6-15,-5 5-2 16,0 3-14-16,0 4-36 0,1 8-35 0,-1 2-64 15,4 5-87-15,-4 3-99 0,7 0-173 16,-4 5-199-16,3 2 65 0,8 0-330 0,4 2-444 16</inkml:trace>
  <inkml:trace contextRef="#ctx0" brushRef="#br0" timeOffset="108562.53">3717 15712 2891 0,'-6'-4'69'0,"6"4"9"0,-7-8 21 0,7 8 14 0,0 0 1 16,-4-5 0-16,4 5-6 0,0 0-12 0,0 0-10 16,0 0-6-16,0 0-9 0,17-8-10 15,-17 8-5-15,16 0-3 0,-16 0-4 16,17-4-5-16,-17 4-6 0,11 0 0 0,-11 0-4 16,0 0 12-16,13-3 10 15,-13 3-5-15,7-5 2 0,-7 5-7 0,2-9-2 0,-4 1-7 16,-1-4 1-16,-3-3-6 15,1-4-5-15,-2 1-3 0,-7-11-4 0,-1 0 0 16,1 5 15-16,-1 0 13 0,2 6-6 16,-1 6-7-16,3 1-5 0,-2 1 1 15,0 2-8-15,2 5-6 0,0 1-4 0,2 0 1 16,9 2 1-16,-14-2-5 0,14 2 3 16,0 0-2-16,0 0 3 0,0 0-1 0,0 0-1 15,29 9 0-15,-6-9 0 0,7 0 0 16,-1 3-5-16,2-3 1 0,-3 1-2 15,1 1-3-15,-2 1-1 0,-4 0-4 16,-3 5 4-16,1-2-2 0,-4 7 4 16,-1 1-6-16,3 8 4 0,-4 0-1 0,-3-1 0 15,-3-1 2-15,2 7 3 0,1-1-2 16,-1-4 0-16,-1-1 1 0,-2-1-2 0,1-3 0 16,0 3-1-16,1-3 1 0,0-1 0 15,-1-1-38-15,0-1-62 0,0-6-79 16,0 3-99-16,-4-5-121 0,7-1-219 0,-4 1-37 15,3-3 78-15,-4-1-258 0,-7-2-318 16</inkml:trace>
  <inkml:trace contextRef="#ctx0" brushRef="#br0" timeOffset="109010.42">4482 15050 2538 0,'-4'-8'112'0,"-2"6"-5"0,6 2-6 0,0 0 36 0,-15 17 57 0,11-3 23 16,-8 15 19-16,1 8 2 0,2 4-3 15,3 11-10-15,-2 6-1 0,4-2-12 0,1 0-14 16,3-9-20-16,3-2-16 16,-1-3-11-16,2 0-19 0,-4-5-11 0,4-2-14 15,-2-8-6-15,-1-4-14 0,-1-5-8 16,3-2-6-16,-3-3-3 0,0 0-5 15,2-3-6-15,-2-3-1 0,0-7-3 0,0 9-7 16,0-9-39-16,0 0-28 0,2 4-23 16,-2-4-13-16,0 0-22 0,-10-18-25 0,0 4-8 15,-1-1-1-15,-8-6 12 0,-6 1 3 16,2 6 9-16,-1 3 5 0,1 5 12 0,0 3 6 16,1 3 18-16,-2 3 20 0,0 1 17 15,0 6 17-15,-2 2 21 0,7 2 8 16,7 1 4-16,1-1 14 0,6 1 10 15,1-2-1-15,1 1-2 0,3 0-1 0,3-3-5 16,2 3-6-16,-1 0-1 0,3-2-7 16,3-2-2-16,0 1-2 0,3-3-37 15,1 1-67-15,0-4-92 0,2-2-123 0,1 2-155 16,2-3-173-16,-4-2-128 0,4 0 80 16,-2-3-427-16,1-1-556 0</inkml:trace>
  <inkml:trace contextRef="#ctx0" brushRef="#br0" timeOffset="109643.57">4615 15677 3218 0,'-15'12'35'0,"15"-12"-4"0,0 0 26 0,0 0 34 0,0 0 29 0,0 0 1 0,31 4-11 0,-16-4-5 0,-15 0-12 15,32-2-12-15,-13 2-4 0,2-2-5 16,-2-1-12-16,0 0-4 0,-2 0-1 16,-3 0-6-16,-1-1-3 0,-1 2-7 0,-3 0-4 15,0-4 4-15,-9 6 3 0,10-9-1 16,-9 5 1-16,-1 4 9 0,-1-14 6 16,1 14 3-16,-13-11 13 0,3 9 3 15,0-2 6-15,-1 2 0 0,11 2 3 0,-25 2 3 16,14 2 8-16,1 0 0 0,-1 5 3 15,3-3 1-15,3 6-1 0,-2-3 7 16,6 1 9-16,2 0 13 0,-1 2 19 0,5-1 13 16,2-1-6-16,6 1-5 0,3-1-12 15,4-3-16-15,0 2-12 0,3-4-8 0,2-2-9 16,0 1-12-16,-5-3-5 0,0 1-5 16,-6-2-5-16,0 0-4 0,-14 0-7 15,25-3-8-15,-16-3-3 0,2 3-5 16,-5-4-7-16,2-1 0 0,-4 1-9 0,2-3 4 15,-3-2-6-15,-1 2-2 0,2 1-4 16,-1 2-1-16,0 0 2 0,-3 7-9 16,4-13-1-16,-2 9-2 0,-2 4 9 0,5-8-12 15,-5 8 1-15,6-8-2 0,1 4 0 16,-7 4 1-16,16-2-2 0,-16 2 0 0,23 2 4 16,-12 4-6-16,2 0 0 0,1 3 3 15,3 3 0-15,-4 2-2 0,-2-1 5 0,3 1 0 16,-3 4 10-16,-3-3 3 15,0 1 10-15,-2-3-3 0,-1 3-19 0,1-3-3 16,-1 1 0-16,-1-4 0 0,3 2 0 0,-4-3 0 16,3 0 0-16,-3-1-102 15,-1-1-161-15,0-2-109 0,0 2-114 0,0-1-129 16,-2-6-279-16,3 8 72 0,-3-8 99 16,0 0-608-16,9 3-788 0</inkml:trace>
  <inkml:trace contextRef="#ctx0" brushRef="#br0" timeOffset="109978.49">5872 15178 3757 0,'-3'-23'-9'0,"-5"9"16"0,-1 2 14 0,2 5 26 0,-5 3 31 0,-3 6 41 0,-8 7 29 15,-8 7 26-15,-3 17 27 0,2 8 13 0,3 9 27 16,4 6 18-16,6 8 12 0,6 1 11 16,1 0-23-16,6 2-2 0,3-1-18 0,4 0-21 15,1-2-22-15,9-5-18 16,-4-2-15-16,6-3-17 0,1-6-15 0,-3-11-13 15,4-4-25-15,-2-6-84 0,3 0-123 16,1-3-129-16,-2-6-134 0,-2-5-167 0,-2-6-197 16,3-2-117-16,-1-1 89 0,-1-4-650 15,-12 0-869-15</inkml:trace>
  <inkml:trace contextRef="#ctx0" brushRef="#br0" timeOffset="111993.21">6317 15334 3704 0,'3'-7'-149'0,"1"3"42"0,-4 4 38 0,4-8 31 0,-4 8 20 0,0 0 14 15,0 0 6-15,0 0-6 0,0 0 27 16,0 0 43-16,0 0 32 0,0 0 21 0,0 25 16 16,-2-8 26-16,-2 5 5 0,-3 11 19 15,1 0-2-15,-3 2 0 0,3-2 13 16,-4 2 4-16,3-1-3 0,2-4-5 16,0-5-10-16,-1-2 6 0,4-3-3 15,-1-2 1-15,1-4-6 0,0 1-6 0,0-4-5 16,0 2-10-16,2-3-6 0,0-1-11 15,0-1-9-15,0-2-6 0,0-6-4 0,4 15-1 16,3-9-5-16,-1 0-8 0,6 1-14 16,1-2-6-16,5 0-5 0,-2 0-31 15,4-2-53-15,-1-1 0 0,-1 1 0 0,0-1 0 16,0 0 0-16,-4 1 0 0,-1-1 0 16,1 0 0-16,-14-2 0 0,20 1 0 0,-11 1 0 15,-9-2 0-15,13 2 0 16,-13-2 0-16,9 2 0 0,-9-2 0 0,0 0 0 0,12 2 0 15,-12-2 0-15,0 0 0 16,7 1 0-16,-7-1-108 0,0 0-246 0,0 0-113 16,0 0-142-16,-14 12-188 0,3-9-67 15,0 1 84-15,2 3-653 0,-3-1-882 16</inkml:trace>
  <inkml:trace contextRef="#ctx0" brushRef="#br0" timeOffset="112526.34">7022 15494 3946 0,'0'-12'-46'0,"0"0"46"0,-2 5 43 0,2-1 40 0,0 8 43 0,0-10 17 0,0 10-1 16,0 0-21-16,0-8-16 0,0 8-11 0,0 0 25 16,0 0 32-16,0 29 9 0,0-11 2 15,0 9 17-15,-2 0 3 0,-4 7-2 16,-1 5-11-16,3-6 5 0,-6 2-18 15,3-5 3-15,-1 2-22 0,-2-3-11 16,5-5-11-16,-1-5-10 0,2-2-10 0,-1-4-8 16,1-1-4-16,2-1-16 0,-1-1-3 15,-2-3-6-15,3 0-39 0,0-1-61 0,2-6-69 16,-3 10-82-16,3-10-109 0,-2 5-126 16,2-5-123-16,0 0-155 0,0 0-90 0,0 0 79 15,0 0-527-15,7-23-706 0</inkml:trace>
  <inkml:trace contextRef="#ctx0" brushRef="#br0" timeOffset="113042.96">6950 15483 3359 0,'-6'-19'-76'0,"6"2"36"0,0-1 31 15,2 4 21-15,5-6 30 0,4 2 16 16,5-5 16-16,4 1-11 0,-2 3 13 0,7 0 1 15,-4 8-15-15,-1 2-8 0,0 2-12 16,-1 3 0-16,-2 6-6 0,2 2-1 0,3 3 1 16,-4 5-7-16,0 0 1 0,2 8 1 15,-3 4 4-15,-5-2 22 0,-6-2 14 16,0 2 12-16,-5-1 11 0,-1 3 12 0,-3-1 3 16,-9 5 2-16,-1-2 8 15,1-6 3-15,1-3 8 0,0-2 3 0,0-3 1 0,2-3 7 16,2-1 5-16,1-2-2 15,-2-3-2-15,8-3-12 0,-7 7-15 0,7-7-7 16,-8 4-2-16,8-4-16 0,0 0-13 16,-9 5-13-16,9-5-14 0,0 0-2 15,-2 8-2-15,2-8-7 0,9 14-5 0,-3-3-3 16,3 0-1-16,3 4-1 0,1 2-8 16,6 3 4-16,-2 1 0 0,-1-4 0 15,-5 0 25-15,1-2 7 0,-1-1 22 0,-2-2 21 16,1 0 14-16,-4-5 8 0,-1 1 15 0,1-1 11 15,1 0 15-15,-2-2 6 16,-5-5-120-16,7 9-49 0,-5-6 0 0,-2-3 0 16,0 0 0-16,8 9 0 0,-8-9 0 15,0 0 0-15,5 7 0 0,-5-7 0 16,0 0 0-16,0 0 0 0,9 1 0 0,-9-1 0 16,0 0-294-16,0 0-361 0,0 0-196 15,0 0-74-15,0 0 106 0,0 0-761 0,0 0-1023 16</inkml:trace>
  <inkml:trace contextRef="#ctx0" brushRef="#br0" timeOffset="114345.16">7857 15504 4202 0,'2'-14'-124'0,"-2"6"60"0,-2 1 44 0,2 7 29 0,-2-14 18 16,2 14 14-16,0 0 9 0,0 0 32 16,0 0 28-16,0 0 8 0,-18 34-5 15,13-11 4-15,-1-1 1 0,1 8-1 0,-2 3 2 16,4-4 8-16,-1-3-8 0,0-1 0 16,2-2-12-16,1 1-4 0,-1-1 5 0,0-6-12 15,0 1-12-15,0-1-4 0,-2-4-5 16,4 0-8-16,-1-3-7 0,-4 2-1 0,5-3-11 15,-2-1-1-15,0 1-9 16,2-9-2-16,0 12 2 0,0-7 5 0,0-5-3 16,-2 9 2-16,2-9-5 0,0 0 3 15,0 12 11-15,0-12 12 0,0 0 12 16,0 8-4-16,0-8 2 0,0 0-3 0,0 0-10 16,-3 8-5-16,3-8-6 0,0 0-2 15,0 0-4-15,-4 7-3 0,4-7 5 0,0 0-19 16,0 0-3-16,0 0 10 0,0 0-13 15,0 0-2-15,0 0 0 0,0 0-5 0,-2 6 3 16,2-6-4-16,0 0-2 0,0 0-3 16,0 0 4-16,0 0-4 0,0 0 0 15,0 0 0-15,0 0-2 0,0 0-7 0,0 0 3 16,0 0-2-16,0 0-4 16,0 0 7-16,0 0-7 0,0 0 5 0,0 0-8 15,0 0 8-15,-3 8-3 0,3-8-1 16,0 0-44-16,0 0-44 0,0 0-55 0,0 0-63 0,0 0-97 15,-9 0-135-15,9 0-155 16,0 0-251-16,-15 0 75 0,15 0 89 0,0 0-483 16,-23-2-632-16</inkml:trace>
  <inkml:trace contextRef="#ctx0" brushRef="#br0" timeOffset="115493.96">7447 15454 3068 0,'-2'-9'-119'0,"0"1"30"0,2 0 23 0,-2 3 30 0,2 5 25 16,-2-16 25-16,2 8 17 0,0 8 13 15,0-11 6-15,0 5 5 0,0 6 7 16,2-12 3-16,-2 12-7 0,0-9-8 16,0 9-8-16,0 0-2 0,0 0 5 15,0 0 35-15,0 0 4 0,0 0 11 0,6 38 19 0,-5-13 22 16,-2 1-1-16,1 13 11 16,-4 1 5-16,2 2 10 0,-2 1-11 0,3-2-1 15,-5 1-5-15,2-3-3 0,1-1-2 16,-4-2-1-16,2-2-5 0,-1-7 3 15,2-4-19-15,3-3-3 0,-3-2-10 0,-1-3-8 16,3-3-5-16,0-1-10 0,1-1 21 16,-1-2 12-16,0-2 14 0,2-6 8 0,-2 13-9 15,2-13-12-15,0 0-9 0,0 0-15 16,0 0-3-16,0 0-9 0,-15-21-7 0,12 7-6 16,0 3-12-16,1-5-4 15,2 3-7-15,0-1-9 0,2 0 1 0,1 3-8 16,-1-2 2-16,-1 1-7 0,-1 4-4 15,2 0-10-15,0 2 0 0,-2 6 2 0,6-9-10 16,-6 9-3-16,0 0 6 0,0 0-4 16,0 0 2-16,25 15-2 0,-20-3 3 15,2 0-2-15,-1 5 0 0,2 0 11 0,-2 1-8 16,-1 3 1-16,-3-5 1 0,2 1 1 16,-2 1 5-16,0-1-5 0,-1-3 5 0,-1-1-4 15,0 0 2-15,0-1 1 0,0-2-4 16,0-2 2-16,0-1-3 0,0 2 4 0,0-9-3 15,0 9-14-15,0-9-48 16,0 10-74-16,0-10-96 0,0 0-106 0,-1 5-108 16,1-5-117-16,0 0-164 0,0 0-98 15,0 0 90-15,0 0-563 0,0 0-752 16</inkml:trace>
  <inkml:trace contextRef="#ctx0" brushRef="#br0" timeOffset="116625.37">7430 15429 3283 0,'2'-11'-180'0,"0"1"33"0,1 0 33 0,1-1 25 0,0 3 28 0,1-2 33 0,0 4 20 15,1-3 12-15,-3 5 2 0,-3 4-8 0,8-10 4 16,-8 10 0-16,0 0 24 0,0 0 26 16,0 0 16-16,3 22 12 0,-5-5 26 0,1 4 13 15,-5 12 20-15,1 4 15 0,-3 0 9 16,2 3 7-16,-2 3-8 0,1-2 2 16,1-1 1-16,0 1-11 0,0 1-12 0,3-1-7 15,-3-3-13-15,2-2-12 16,3-9-9-16,-3-3-3 0,-1-2-10 0,3-2-9 15,0-3-1-15,-1-1-8 0,1-3 1 16,0-3 1-16,2-1 4 0,-2 0 7 0,2-1 3 16,0-8 12-16,-2 10-4 0,2-10-7 15,0 0-7-15,-1 5-10 0,1-5-6 0,0 0-8 16,0 0-7-16,-4-23-3 0,4 9-10 16,0 0-2-16,0-3-2 0,2-1-8 15,0 1 2-15,-1 1-1 0,1-1-9 0,0 0 2 16,0 6 1-16,0-3-5 0,1 0-6 15,4 2 2-15,-3 4-7 0,1-3 2 16,-1 3-2-16,1 1-6 0,3 4 2 16,-8 3-2-16,16-5 1 0,-16 5-2 0,19 8 3 15,-8-1-1-15,-2 5-3 0,3 1 14 16,-2 6-12-16,-5 0 18 0,2 2-6 16,0 0-2-16,-2 0 4 0,-1-2-2 0,0 1-4 15,-2-3 4-15,0-2 0 0,-1 1 2 16,-1-3-2-16,2-2-1 0,-2-1 1 0,2-2 3 15,-2 1-5-15,0-9 10 0,2 12-5 16,-2-7 3-16,0-5-7 0,2 7-2 16,-2-7-47-16,0 0-60 0,0 0-70 0,0 0-85 15,0 0-110-15,0 0-113 0,0 0-133 16,0 0-157-16,-9-22 78 0,9 22-467 0,0-9-625 16</inkml:trace>
  <inkml:trace contextRef="#ctx0" brushRef="#br0" timeOffset="117725.22">7959 15432 3099 0,'-1'-8'-83'0,"1"8"31"0,-4-6 20 0,4 6 23 0,0 0 7 15,0 0 12-15,0 0 24 0,0 0 17 0,0 0 20 16,-21 26 23-16,13-4 14 0,4 2 24 15,-1 12 15-15,-1 3 15 0,0 1 5 16,0 3 5-16,-1-2-5 0,1 2-8 0,-1 0 2 16,2-2 2-16,-2-2-5 15,3 0-4-15,-3-8-6 0,3-2-12 0,1-8-14 0,-2-1-9 16,-1-3-11-16,5 1-10 16,-3-7-9-16,0 2-9 0,2-1-2 0,2-5-4 15,-1 2-8-15,-1-3-1 0,2-6 0 16,-4 9-6-16,4-9-8 0,0 0-6 0,0 0-5 15,0 0-4-15,0 0-4 0,-7-32-12 16,7 8-29-16,0-2-22 0,0-16-26 16,2-4-27-16,3-14-14 0,4 0-16 0,2-6-1 15,3 4 0-15,-1 0 4 0,3 6 19 16,-1 4 11-16,-3 13 1 0,0 6 10 0,0 5 5 16,0 2 15-16,-1 5 3 0,3 3 8 15,-2 4 7-15,3 3-7 0,6 4 4 0,-3 2 8 16,0 5 1-16,6 1 5 15,-3 8 0-15,8 8 8 0,-5 6-1 0,-1 3 21 16,-6 3 15-16,-4 4 11 0,-5 0 21 16,-4-2 23-16,-6-6 12 0,-6 11 1 15,-1-3 5-15,-6 0 0 0,-3-3 0 0,-3-1 6 16,1 0-21-16,-1-6-5 0,-3 0-6 16,3-1-3-16,6-9-1 0,4-2 23 0,1-3 18 15,1-2-5-15,3-3-5 0,-1 0-11 16,7-3-6-16,0 0-2 0,-16 2-8 15,16-2-2-15,0 0-12 0,-9 2-14 0,9-2 1 16,0 0-1-16,0 0-4 16,4 12 20-16,-4-12-1 0,16 15 5 0,-2-6 21 0,3 5 12 15,6 4-1-15,4 3-6 16,1 0-9-16,-3-1-6 0,2-1-1 0,-5 0-8 16,1 0-8-16,-3-5-6 0,-7-1-2 15,-1-2-5-15,-3-3-4 0,0 2-6 0,1-3 9 16,-4 0-10-16,-1 0-4 0,1-2-5 15,0-2-45-15,-3 3-65 0,-3-6-67 0,10 5-78 16,-10-5-86-16,4 3-140 0,-4-3-162 16,0 0-225-16,0 0 69 0,15-14 98 15,-7 4-521-15,1-5-671 0</inkml:trace>
  <inkml:trace contextRef="#ctx0" brushRef="#br0" timeOffset="118076.01">8558 15207 3502 0,'-4'-14'4'0,"2"5"17"0,1 3 1 0,1 6 14 0,0 0 59 16,0 0 66-16,24 17 36 0,-3 9 13 0,4 15 18 16,3 9 23-16,-1 9 13 0,4 21 6 15,-3-1 4-15,-4 6-18 0,-12-13 2 0,-2 24-1 16,-7-14-8-16,-5-3-20 0,2 4-5 15,-9 16-3-15,0-21-3 0,-3-7-7 16,1-3-6-16,0-7 4 0,-3-6-90 16,1-6-119-16,3-12 0 0,2-6 0 0,3-8 0 15,-1-4 0-15,5-3 0 0,-3-4 0 16,1-2 0-16,1-3 0 0,0 2 0 16,1-3 0-16,1-6 0 0,-2 10 0 0,2-10 0 15,0 0 0-15,-4 4 0 0,4-4 0 16,0 0 0-16,0 0 0 0,0 0 0 0,-2-24-214 15,4 17-626-15,-2-5-148 0,-2 2 93 16,2 0-892-16,0-3-1216 0</inkml:trace>
  <inkml:trace contextRef="#ctx0" brushRef="#br0" timeOffset="124907.18">9320 15970 4634 0,'-15'-7'156'0,"2"0"-110"0,1 5 14 0,4-2 16 0,8 4-1 15,-11-6 29-15,11 6 6 0,0 0-1 0,-5-4-13 16,5 4 8-16,0 0-10 15,0 0-6-15,64 6-8 0,-24 0-3 0,8-2-14 16,7 3-4-16,-8 0 8 0,0-2-11 16,-2-1-4-16,-3 0-6 0,-2 2-28 0,-7-2-41 15,-9-2-46-15,1 3-53 0,-6-2-69 16,-2 2-81-16,0-1-80 0,-5 0-87 16,-3 2-139-16,2-3-123 0,-8 2 67 0,1-1-349 15,-4-4-459-15</inkml:trace>
  <inkml:trace contextRef="#ctx0" brushRef="#br0" timeOffset="125173.84">9854 15735 2949 0,'-10'-11'112'0,"3"-1"36"0,-1 6 7 16,5 0 0-16,3 6-5 0,-9-7-2 15,9 7 32-15,0 0 22 0,0 0 5 0,31 19-8 16,-8 3-18-16,5 2-16 0,1 8-13 15,0 2-9-15,-2 4-13 0,-11-4-15 0,0 1-9 16,-7 0 8-16,-3-1 7 16,-8-5 14-16,-6 5 2 0,-5-2-12 0,-6-1-4 0,-13 4-16 15,-2-5-13-15,-6-1-4 16,-1-3-9-16,0-2-35 0,-6-3-72 0,2 0-91 16,-3-3-127-16,14-3-157 0,0-1-186 15,1 0-218-15,10-4 76 0,9-1 70 16,0 0-419-16,4-1-550 0</inkml:trace>
  <inkml:trace contextRef="#ctx0" brushRef="#br0" timeOffset="132172.49">7037 3895 791 0,'0'0'293'0,"0"0"-83"0,6-3-42 0,-6 3-14 0,0 0-2 0,0 0-4 0,0 0-3 0,0 0 1 15,0 0 2-15,0 0 16 16,0 0-2-16,0 0 6 0,0 0 5 0,0 0-5 16,0 0 3-16,0 0-4 0,0 0-6 15,0 0-11-15,0 0-10 0,0 0-4 0,0 0-19 16,0 0-5-16,0 0-5 0,0 0-10 15,0 0 2-15,0 0-8 0,0 0-1 16,0 0-5-16,0-10-2 0,0 10-6 0,0 0-4 16,0 0-9-16,0 0-4 0,0 0-7 15,0 0-4-15,0 0-6 0,0 0-5 0,0 0 3 16,0 0-13-16,0 0 0 0,0 0-6 16,0 0-1-16,0 0-1 0,0 0-2 15,0 0-2-15,0 0 2 0,0 0-5 16,0 0 3-16,0 0-3 0,0 0-4 0,0 0 0 15,0 0 1-15,0 0-2 0,0 0 1 16,0 0-3-16,0 0-4 0,0 0 4 16,0 0 1-16,0 0-4 0,0 0-2 0,0 0 4 15,0 0 0-15,0 0 0 0,0 0-1 16,0 0 2-16,0 0-1 0,0 0-1 16,0 0 0-16,0 0 1 0,0 0-1 0,0 0-1 15,0 0-3-15,0 0 2 0,0 0 1 16,0 0-3-16,0 0 0 0,0 0 3 0,0 0-4 15,0 0 1-15,0 0 6 0,0 0-8 16,0 0 4-16,0 0-1 0,0 0 3 16,0 0-3-16,0 0 0 0,0 0 5 0,0 0-7 15,0 0 3-15,0 0-5 0,0 0-11 16,0 0-34-16,0 0-40 0,0 0-53 16,0 0-71-16,0 0-98 0,0 0-112 15,-13-4-173-15,13 4-73 0,0 0 69 0,-12-1-338 16,12 1-416-16</inkml:trace>
  <inkml:trace contextRef="#ctx0" brushRef="#br0" timeOffset="135690.12">4567 6150 2533 0,'6'-5'-6'0,"-6"5"19"0,0 0 10 0,0 0 23 0,0 0 26 0,0 0 21 15,0 0 16-15,0 0 10 16,0 0 13-16,0 0-13 0,2 15 1 0,-2-15-3 15,0 0-14-15,0 7-10 0,0-7-8 16,0 0-8-16,2 7-5 0,-2-7 1 0,0 0 0 16,2 5 1-16,-2-5 10 0,0 0 1 15,0 0 8-15,0 0 0 0,0 0 2 0,0 0-2 16,0 0-2-16,0 0-2 0,0 0-4 16,0 0-7-16,0 0-14 0,0 0-3 15,-6 9-5-15,6-9-5 0,-8 8-11 0,6-2 4 16,-1 0-4-16,-5 2-3 0,6-4-1 15,1 3 1-15,1-7-3 0,-6 7-5 16,4-2-3-16,2-5 6 0,0 0 0 16,0 10 8-16,0-10 3 0,0 0 1 0,0 0 0 15,0 0 9-15,6 2 3 0,-6-2 8 16,0 0 16-16,0 0 0 0,0 0 7 0,0 0 13 16,0 0 3-16,0 0 17 0,16-15-2 15,-16 15 0-15,2-11 1 0,-2 11-6 0,0 0-2 16,-4-11-3-16,4 11-15 0,0 0-9 15,-5-7-13-15,5 7-4 0,0 0-9 16,0 0-11-16,-13-2-4 0,13 2-5 0,0 0-10 16,0 0 0-16,0 0-5 15,0 0-3-15,-18 11 0 0,18-11-4 0,0 0-1 16,0 0-4-16,0 0-2 0,0 0-2 16,0 0 2-16,0 0-1 0,0 0-10 0,0 0-23 15,0 0-41-15,0 0-60 0,0 0-60 16,0 0-71-16,0 0-107 0,0 0-130 0,0 0-166 15,-11-2-160-15,11 2 83 0,0 0-693 16,0 0-880-16</inkml:trace>
  <inkml:trace contextRef="#ctx0" brushRef="#br0" timeOffset="142404.16">1952 8395 1547 0,'2'-5'302'0,"-2"5"-38"0,0 0-22 0,0 0-20 0,0 0-12 16,0 0 9-16,0 0-34 0,0 0-13 0,-2-12 9 15,2 12-4-15,0 0-6 0,0 0-11 16,0 0-10-16,0 0-6 0,0 0-5 15,0 0-10-15,2-9-6 0,-2 9-3 16,0 0-4-16,0 0-4 0,0 0 0 0,0 0-2 16,0 0 2-16,0 0-5 0,0 0 2 0,0 0-5 15,0 0 0-15,0 0 8 0,0 0-10 16,2-8 12-16,-2 8 1 0,0 0-14 16,0 0-12-16,0 0-3 0,0 0-17 15,0 0-9-15,0 0-8 0,0 0-6 0,0 0-3 16,0 0 12-16,0 0-26 0,0 0-4 15,0 0-5-15,0 0-1 0,0 0 0 16,0 0-4-16,0 0 2 0,0 0-5 16,-5 25-1-16,5-25-4 0,0 0 4 0,0 0 1 15,10 4 5-15,-10-4-6 0,0 0 3 0,0 0 5 16,0 0 7-16,13 3 8 16,-13-3 8-16,0 0 3 0,0 0 12 0,0 0 5 15,0 0-4-15,11-12 3 0,-11 12 5 16,0 0-2-16,0-8-9 0,0 8 1 15,0 0-10-15,0 0-4 0,0-12-6 0,0 12-6 16,0 0-9-16,0 0-2 0,0 0-3 16,0 0-20-16,0 0-19 0,0 0-18 0,0-7-34 15,0 7-46-15,0 0-51 0,0 0-66 16,0 0-99-16,0 0-98 0,0 0-126 16,-20 11-240-16,20-11 22 0,-9 9 88 0,5-5-569 15,4-4-719-15</inkml:trace>
  <inkml:trace contextRef="#ctx0" brushRef="#br0" timeOffset="150002.34">10641 15753 934 0,'0'-9'560'0,"0"9"-178"0,0 0-97 0,0-9-44 0,0 9-5 0,0 0 4 15,0-10-15-15,0 10-12 0,0 0 0 16,0-10 0-16,0 10-10 0,2-7-7 0,-2 7-5 15,4-8 3-15,-4 8-1 0,4-5-7 16,-4 5 3-16,3-8-11 0,-3 8-7 0,0 0-1 16,6-8 4-16,-6 8 0 0,0 0-5 15,0 0-3-15,3-8-14 0,-3 8-3 0,0 0-8 16,0 0-11-16,0 0-14 0,0-8-7 16,0 8-13-16,0 0-9 0,0 0-13 15,0 0-10-15,0 0-12 0,0 0-2 16,0 0-5-16,0 0 6 0,0 0 0 15,2 32 8-15,-2-18-2 0,0 6 10 0,-2 4 0 16,2 1-4-16,-3 15-1 0,-1-1-5 16,0 2-4-16,1 1-10 0,-3-3-43 0,0 0 0 15,0-1 0-15,1-2 0 0,-3-2 0 16,6-8 0-16,-1-4 0 0,1-5 0 0,-3 0 0 16,3-2 0-16,0-3 0 0,2-1 0 15,-1-3 0-15,-1 0 0 0,0 0 0 16,2-8 0-16,0 13 0 0,0-13 0 15,-2 10 0-15,2-10 0 0,0 7 0 0,0-7 0 16,0 0 0-16,-2 10 0 0,2-10 0 16,-2 2 0-16,2-2 0 0,0 0 0 15,0 0-462-15,0 0-195 0,0 0-165 0,0 0-69 16,0 0 75-16,0 0-729 0,0 0-989 16</inkml:trace>
  <inkml:trace contextRef="#ctx0" brushRef="#br0" timeOffset="150552.32">10735 16051 3997 0,'1'-6'-45'0,"-1"6"32"0,2-11 0 0,-2 11 17 0,8-5 23 0,-8 5 31 0,9-5 10 0,-9 5-3 15,16-4 3-15,-16 4-14 0,18 2-4 16,-4-2-2-16,-14 0-6 0,27-2-1 0,-14 0-19 16,1-1-11-16,-2 0-6 0,4 1-10 15,-1-4 5-15,1 2 1 0,-3-3 0 0,-2 1-2 16,1-2-3-16,-1-1 7 16,1-1-1-16,-1-4 9 0,0-3-13 0,-1 0 1 15,1-9 8-15,-2 5 1 0,3-8-1 16,-4 9 11-16,-1 1 12 0,1 4 25 0,-4 1 25 15,0 4 14-15,2-1-2 0,-5 2 0 16,3 1 4-16,0 3-3 0,-1-2-12 16,-3 7 18-16,0 0 45 0,0 0 21 0,0 0 34 15,0 0 7-15,0 36 8 0,-5-14 2 16,1 14-16-16,-1 4-22 0,-3 2-7 0,-2 8-9 16,6-7-9-16,-3 0 0 0,3 0 6 15,1-4 1-15,-2-1 3 0,1-2 3 16,2-11-130-16,2-1-36 0,0-7 0 15,-1-3 0-15,1-3 0 0,0-1 0 0,-2 1 0 0,0-4 0 16,2-7 0-16,0 11 0 16,0-11 0-16,0 9 0 0,0-9 0 0,0 0 0 15,7 5 0-15,-7-5 0 0,0 0 0 16,0 0 0-16,0 0 0 0,7 6 0 0,-7-6 0 16,0 0 0-16,0 0 0 0,0 0 0 15,0 0 0-15,0 0-933 0,-20 5-63 16,11-3 111-16,3 0-944 0,-4 4-1255 0</inkml:trace>
  <inkml:trace contextRef="#ctx0" brushRef="#br0" timeOffset="157585.82">11447 15770 1924 0,'0'0'283'0,"-2"-9"-92"0,2 9-32 0,-2-8 2 0,2 8-12 0,0-9 4 0,0 9-4 15,-2-9-2-15,2 9 1 0,0 0-10 16,-1-10-11-16,1 10-10 0,0 0-13 16,-2-7 0-16,2 7-14 0,0 0-6 15,0 0-8-15,-4-9 11 0,4 9 13 16,0 0 13-16,0 0 16 0,0 0 19 0,0 0 10 16,0 0 20-16,0 0 14 0,0 0 9 15,0-9 9-15,0 9-1 0,0 0-9 0,0 0-5 16,0 0-10-16,0 0-9 0,0 0-6 15,0 0-22-15,0 0-12 0,0 0-13 16,-7-5-15-16,7 5-9 0,0 0-13 0,0 0-5 16,0 0-3-16,0 0-16 15,0 0-9-15,0 0-5 0,0 0 11 0,0 0 13 0,0 0 4 16,0 0-69-16,0 25-7 16,0-18 0-16,0 4 0 0,-1 0 0 0,-3 3 0 15,0 1 0-15,2 2 0 0,1 4 0 16,-5 1 0-16,2 2 0 0,1 0 0 0,-6 9 0 15,4-2 0-15,1-6 0 0,0 0 0 16,-1-1 0-16,-1-3 0 0,2 2 0 0,0-1 0 16,0-1 0-16,2-2 0 0,1 1 0 15,-1-1 0-15,0-2 0 0,0 1 0 16,0-2 0-16,0 1 0 0,2-2 0 0,0-1 0 16,0-1 0-16,-1 1 0 0,1-2 0 15,1 1 0-15,-1-1 0 0,0 1 0 16,-1-3 0-16,1 0 0 0,1-1 0 15,-1-1 0-15,0 0 0 0,0-8 0 0,0 14 0 16,0-9 0-16,0-5 0 0,2 12 0 16,-2-12 0-16,0 9 0 0,0-9 0 0,0 8 0 15,0-8 0-15,0 0 0 0,0 0 0 16,-2 9 0-16,2-9 0 0,0 0 0 0,0 0 0 16,0 0 0-16,4 7 0 0,-4-7 0 15,0 0 0-15,0 0 0 0,0 0 0 0,0 0 0 16,-4 7 0-16,4-7 0 0,0 0 0 15,0 0 0-15,0 0-712 0,0 0-313 0,0 0 107 16,-34-14-965-16,28 9-1306 16</inkml:trace>
  <inkml:trace contextRef="#ctx0" brushRef="#br0" timeOffset="159903.32">11719 15782 2913 0,'2'-9'111'0,"-2"9"-11"0,0 0-2 0,0 0 29 0,2-5 34 0,-2 5 5 0,0 0-13 16,0 0 4-16,0 0-17 0,0 0-7 16,0 0-9-16,0 0-8 0,-2-10-10 15,2 10-4-15,0 0-8 0,0 0-12 0,0 0-5 16,0 0-11-16,0 0-6 0,0 0-7 15,0 0 41-15,0 0 20 0,0 0 5 0,9 24 24 16,-7-12 8-16,-2 5 31 0,3 8 11 16,-1 1 5-16,0 12-3 0,-2 3-8 15,2 1 3-15,0 2-9 0,-1-1-8 0,-1-2-10 16,2 0 13-16,0-2-7 0,0-3-7 16,-4-7 0-16,4-4-62 0,-2-8-100 15,0 0 0-15,2-3 0 0,-2 0 0 0,0-4 0 16,0-2 0-16,-2 1 0 0,2-1 0 15,2 1 0-15,-2-9 0 0,0 10 0 16,0-10 0-16,2 10 0 0,-2-10 0 0,0 9 0 16,0-9 0-16,0 0 0 0,0 10 0 15,0-10 0-15,0 0 0 0,0 0 0 0,0 10 0 16,0-10 0-16,0 0 0 0,-4 6-53 16,4-6-662-16,-6 2-203 0,6-2-9 0,-12 3 86 15,12-3-770-15,-13 5-1051 0</inkml:trace>
  <inkml:trace contextRef="#ctx0" brushRef="#br0" timeOffset="160434.04">11766 15848 4271 0,'-5'-10'-135'0,"5"10"44"0,0-8 46 0,0 8 36 0,0-11 44 15,0 11 31-15,5-10 22 0,-4 5 8 0,-1 5 6 16,10-12 4-16,-5 8 2 0,4-1 2 15,4 0 3-15,-4 2 5 0,5 1-4 0,-1-1-3 16,-13 3-5-16,36 6 10 0,-17 1-5 16,13 5 11-16,-1 5-12 0,-3 2-9 0,8 11-11 15,-3 4 0-15,-5 2 0 0,-1 4-1 16,-6 4-4-16,0 2-6 0,-7 2 15 16,-9-4 5-16,-3-1 31 0,-2 3 6 15,-4 7 12-15,-10-1 13 0,2-2 11 16,-8-5 15-16,-2-5 5 0,-3-3 8 0,-2-2 2 15,4-11-79-15,0-3-123 0,1-2 0 16,-3-1 0-16,7-7 0 0,5 0 0 0,1-4 0 16,1-2 0-16,2-2 0 0,4 1 0 15,5-4 0-15,-16 1 0 0,16-1 0 0,0 0 0 16,-17-1 0-16,17 1 0 0,0 0 0 16,-14-5 0-16,14 5 0 0,-9-6 0 0,9 6 0 15,-12-3 0-15,12 3 0 0,-11-2 0 16,11 2 0-16,0 0-953 0,-18 4-54 15,18-4 115-15,-9 3-924 0,9-3-1243 0</inkml:trace>
  <inkml:trace contextRef="#ctx0" brushRef="#br0" timeOffset="166299.48">12743 15857 1339 0,'0'0'351'0,"0"0"-122"0,42 2-73 0,-42-2-17 0,0 0-4 0,0 0 5 16,14-2 5-16,-14 2-2 0,0 0 4 0,0 0 13 15,0 0-2-15,0 0-4 0,9-4-5 16,-9 4 7-16,0 0 4 0,0 0 1 0,0 0-4 16,0 0-8-16,0 0-3 0,0 0-4 15,0 0-4-15,0 0 1 0,0 0-5 0,0 0-8 16,0 0-10-16,0 0-8 0,-48-1-8 16,8 4-11-16,-2-1-6 0,-2 0-9 15,2-2-6-15,8 2-7 0,6-2-3 16,3 1-5-16,2-1-6 0,1 0-5 15,6-1-4-15,-2 1-4 0,5 0-2 0,13 0 3 16,-23-2-10-16,23 2-2 0,-16 2-2 16,16-2-2-16,-14-2 3 0,14 2-7 0,0 0 5 15,-17 0-6-15,17 0-3 0,0 0 4 16,0 0 6-16,-16-2-10 0,16 2-2 0,0 0 3 16,0 0-8-16,0 0 2 0,0 0-4 15,0 0 2-15,0 0 0 0,0 0-2 16,0 0 3-16,2-9-1 0,-2 9-2 0,0 0 16 15,0 0-15-15,0 0-1 16,0 0 2-16,0 0-1 0,0 0 1 0,0 0-4 16,0 0 5-16,0 0-7 0,0 0 7 15,0 0 13-15,0 0 13 0,0 0 7 0,27 21 4 16,-22-6 22-16,-1 3 8 0,-2 5 23 16,6 14 20-16,-6 4 5 0,0 0 9 0,0 3-5 15,0 4-4-15,-4 10 0 0,0-11 0 16,-2-2-1-16,3 1-4 0,-4-3-1 15,1-4-8-15,0-1-81 0,3-9-25 0,1-6 0 16,-2-4 0-16,0-5 0 16,2 1 0-16,2-1 0 0,-2-2 0 0,0-4 0 0,2 1 0 15,-1-1 0-15,1-1 0 16,2-2 0-16,4 2 0 0,3-5 0 0,5 3 0 16,3-2 0-16,4-1 0 0,4 0 0 15,1-4 0-15,14 0 0 0,-3 0 0 0,-3 1 0 16,-8-1 0-16,0-1 0 0,-1 3 0 15,-2-2 0-15,-4 0 0 0,-3 0 0 0,-2 2 0 16,-3-2 0-16,-1 1 0 0,-12 1 0 16,18-2 0-16,-18 2 0 0,16 0 0 0,-16 0 0 15,0 0 0-15,17-1 0 0,-17 1 0 16,0 0 0-16,0 0 0 0,12 0 0 16,-12 0 0-16,0 0 0 0,0 0-594 15,0 0-150-15,0 0-195 0,0 0 74 16,0 0 91-16,-45 0-680 0,45 0-903 0</inkml:trace>
  <inkml:trace contextRef="#ctx0" brushRef="#br0" timeOffset="166600.03">12478 16339 4151 0,'0'0'67'0,"-9"-7"2"0,9 7 15 0,-6-5 39 16,6 5 29-16,0 0 27 0,0 0 26 0,19-11 0 15,-6 7-35-15,4 0-17 0,6-1-15 16,13 0-11-16,-5 2-13 0,-5-1-15 16,-1 2-9-16,0 0-9 0,-6 2-10 0,-3-1-8 15,-4-2-12-15,2 3-8 0,-14 0-6 16,21 0-17-16,-21 0-20 0,12 0-26 0,-12 0-39 15,0 0-61-15,0 0-72 0,3 4-85 16,-3-4-103-16,0 0-164 0,0 0-201 16,0 0 65-16,0 0-478 0,0 0-629 15</inkml:trace>
  <inkml:trace contextRef="#ctx0" brushRef="#br0" timeOffset="169815.26">13235 16020 1622 0,'3'-12'458'0,"-3"12"-154"0,-2-8-68 0,2 8-30 0,0 0-6 16,2-11-12-16,-2 11-1 0,0-8-2 15,0 8 7-15,2-11 4 0,-2 11-1 0,4-8-4 16,-4 8-7-16,2-8-13 16,-2 8-9-16,0 0-10 0,1-8-13 0,-1 8-18 15,0 0-10-15,0 0-11 0,0 0-5 16,0 0 27-16,0 0 13 0,0 0 0 0,12 25 14 16,-12-10 11-16,0 5 18 0,0 8 7 15,-1 10 0-15,-5 3-10 0,3 5-15 16,1 8-14-16,-1 3-13 0,-1-12-10 0,0-2-8 15,3 0-12-15,-1-2-4 0,-4-2-4 16,4-3-2-16,0-7-6 0,2-5-69 0,0-5-18 16,0-1 0-16,-1-3 0 0,1-3 0 15,0 0 0-15,-3-4 0 0,3 1 0 0,-2-2 0 16,2-7 0-16,0 13 0 16,0-13 0-16,-2 7 0 0,2-7 0 0,0 0 0 15,0 0 0-15,0 0-200 0,0 0-230 16,0 0-144-16,0 0-176 0,0 0-139 0,-13-22 85 15,11 17-741-15,2 5-990 0</inkml:trace>
  <inkml:trace contextRef="#ctx0" brushRef="#br0" timeOffset="170382.04">13139 15954 4168 0,'-1'-13'-85'0,"-1"3"22"0,2 2 25 0,2-2 25 0,-1 2 38 0,5-1 27 0,1 3 10 16,5-3 3-16,3 2-10 0,5-1 2 0,0 3-12 15,3 1-1-15,4 2-2 0,0 2-8 16,-1 2-1-16,1 2-8 0,9 1-4 16,-4 3-2-16,-1 2 0 0,-2 4-2 15,-6-4-5-15,-9 5 3 0,0-1 0 0,-3 1 0 16,-5-1 19-16,-2 3 25 0,-4 0 23 16,-2 5 19-16,-4 0 24 0,-3 9 10 15,-5-4 10-15,1 1 3 0,-1-3-7 0,3-4-12 16,4-2-12-16,0-3-13 0,0-2-8 15,1 1-10-15,5-3-8 0,-1 2-5 0,4-3-2 16,-1 1-10-16,1 2-5 0,7-1-4 16,-6 1-6-16,5 1-5 0,-1-1-5 0,2 2-5 15,2 1 5-15,-2-3-8 0,-4-1-4 16,4 1-4-16,-4 0-3 0,3 0 10 0,-5-1 10 16,1-1 41-16,-4 0 30 15,2 1 30-15,-4 1 16 0,0-2 19 0,-3 5 11 0,-5-5 13 16,0 3 1-16,-3-1-114 15,-3-2-84-15,2-1 0 0,-8 0 0 0,2-3 0 16,-1-1 0-16,0-2 0 0,-2 0 0 16,4-1 0-16,0-3 0 0,-1 3 0 15,7-2 0-15,-1-2 0 0,0 0-674 0,-28 0-351 16,34 1 114-16,8-1 90 16,-13 2-798-16,13-2-1058 0</inkml:trace>
  <inkml:trace contextRef="#ctx0" brushRef="#br0" timeOffset="184995.61">9526 7652 4259 0,'0'0'-143'0,"4"4"21"0,-4-4 18 0,0 0 9 0,0 0 21 0,0 0 22 0,0 0 24 16,0 0 13-16,0 0 3 0,0 0-2 0,0 0 5 15,0 0-10-15,0 0-14 16,0 0-21-16,0 0-23 0,0 0-30 0,-11 10-51 16,11-10-68-16,-9 8-82 0,4-4-128 15,-2 3-15-15,-4 1-135 0,-7 2-86 0</inkml:trace>
  <inkml:trace contextRef="#ctx0" brushRef="#br0" timeOffset="185179.04">8904 8278 1580 0,'-7'5'77'0,"3"1"9"0,-1-4-4 16,5-2-7-16,-6 6-8 0,6-6-6 0,-4 4-7 16,4-4-7-16,0 0-15 0,-10 6-28 15,10-6-53-15,-7 6-70 0,2-1-91 0,-1 1-398 16,-1 2-107-16</inkml:trace>
  <inkml:trace contextRef="#ctx0" brushRef="#br0" timeOffset="185312.23">8642 8698 1625 0,'-4'5'45'0,"-2"-1"19"0,2-1-2 0,4-3-7 15,0 0-6-15,0 0-11 16,-11 0-17-16,11 0-21 0,0 0-44 0,0 0-62 15,0 0-84-15,-7-8-361 0,7 8-53 16</inkml:trace>
  <inkml:trace contextRef="#ctx0" brushRef="#br0" timeOffset="187628.2">13816 16012 1588 0,'0'0'137'0,"0"0"11"0,0 0 4 0,0 0 3 0,0 0 29 15,0 0 14-15,0-11 23 0,0 11 12 16,0 0 6-16,0 0-16 0,0 0-12 0,0 0-9 15,0 0-17-15,0 0 3 0,0 0 17 16,0 0 3-16,0 0-3 0,0 0-14 0,23 2-10 16,-23-2-18-16,16 1-16 0,-16-1-11 15,20 0-5-15,-20 0-10 0,15 0 27 16,-15 0-4-16,13-1-3 0,-13 1-14 0,16-3-11 16,-16 3-13-16,9-5-8 15,-9 5-8-15,11-4-12 0,-11 4-1 0,11-2-2 16,-11 2-10-16,0 0-12 0,11-6-8 15,-11 6-6-15,0 0-8 0,0 0-5 0,9 0 1 16,-9 0-7-16,0 0 2 0,5 15 8 16,-5-5 1-16,2 7 15 0,-2 2 22 0,0 7 12 15,0 11 4-15,0 4 7 0,3 2-1 16,-3 3-3-16,4-2-2 0,-2 2-3 0,-1-3-64 16,1-2-15-16,2-2 0 0,-2-3 0 15,2-7 0-15,-3-7 0 0,-1-3 0 16,0 1 0-16,0-7 0 0,0-1 0 15,2 0 0-15,-2-1 0 0,0-3 0 0,0-1 0 16,0-7 0-16,-5 14 0 0,-1-9 0 16,-3 0 0-16,-3 0 0 0,-5-1 0 15,0-1 0-15,-5 0 0 0,-2 1 0 0,1-1 0 16,2-1 0-16,3-1 0 0,-2 3 0 16,6-2 0-16,0-1 0 0,1 1 0 0,1 0 0 15,12-2 0-15,-17 3 0 0,17-3 0 16,-16 0 0-16,16 0 0 0,-11 2 0 0,11-2 0 15,0 0 0-15,-14 2 0 0,14-2 0 16,0 0 0-16,0 0 0 0,-13 1 0 16,13-1 0-16,0 0 0 0,0 0 0 15,-12 2 0-15,12-2 0 0,0 0 0 0,0 0-243 16,0 0-834-16,0 0 116 0,0 0-1049 16,0 0-1426-16</inkml:trace>
  <inkml:trace contextRef="#ctx0" brushRef="#br0" timeOffset="188795.39">14291 16063 5079 0,'1'-10'-241'0,"-1"1"56"0,2 2 57 0,-2 7 53 0,2-12 62 0,-2 5 38 0,0 7 35 15,6-14 27-15,-6 10 18 0,0 4 13 16,3-13 15-16,-3 13 5 0,4-8 5 0,-4 8-1 15,5-9-6-15,-5 9-10 0,1-7-11 16,-1 7-17-16,0 0-11 0,0 0 32 16,0 0 35-16,0 0 3 0,8 24 15 15,-6-3 25-15,0 7 7 0,-2 11 0 16,0 4 2-16,0 4-7 0,0-1-2 0,-2 9-10 16,-4-9-9-16,4-2-111 0,0-3-67 15,1-2 0-15,-4-4 0 0,3-8 0 0,0-5 0 16,0-2 0-16,2-4 0 0,-1-2 0 15,1-1 0-15,-2-1 0 0,2-4 0 0,0 2 0 16,-2-3 0-16,2-7 0 0,2 12 0 16,-2-12 0-16,-2 11 0 0,2-11 0 0,2 6 0 15,-2-6 0-15,0 0 0 0,-2 5 0 16,2-5 0-16,0 0 0 0,0 0 0 0,0 0 0 16,0 0-210-16,0 0-566 15,2-24-205-15,-2 16 88 0,0-1 100 0,0-3-750 16,2 0-988-16</inkml:trace>
  <inkml:trace contextRef="#ctx0" brushRef="#br0" timeOffset="189062.79">14405 15986 4354 0,'-5'-9'18'0,"5"9"28"0,-3-8 25 0,3 8 48 0,0 0 72 0,0-9 36 0,0 9 36 0,12-6-10 0,-3 4-12 16,10-2-16-16,5 0-11 0,1 1-30 15,13-1-16-15,-1 1-18 0,-4 2-16 16,-7-3-19-16,-4 4-17 0,-2-2-43 0,-1 0-53 16,-4 2-52-16,-1 0-58 0,-14 0-79 15,20 0-94-15,-10 0-121 0,-10 0-141 16,11 0-225-16,-11 0 17 0,0 0 78 0,2 9-472 15,-2-9-611-15</inkml:trace>
  <inkml:trace contextRef="#ctx0" brushRef="#br0" timeOffset="189262.71">14422 16248 3561 0,'-8'2'213'15,"8"-2"18"-15,0 0 69 0,0 0 102 16,0 0 49-16,0 0 14 0,0 0-9 15,0 0-36-15,0 0-41 0,52-6-39 0,-34 3-32 16,0-1-33-16,1 2-28 0,-4 0-104 16,0 0-143-16,1 0 0 0,-7 0 0 0,-9 2-264 15,16-2-158-15,-16 2-186 0,11 0-258 16,-11 0-8-16,0 0 100 0,0 0-717 0,0 0-937 16</inkml:trace>
  <inkml:trace contextRef="#ctx0" brushRef="#br0" timeOffset="195145.42">14895 16195 1703 0,'0'-9'251'0,"0"9"-68"0,0 0-14 0,3-12-1 0,-3 12 14 0,8-13 6 0,-5 7 11 16,3-2-8-16,1-1 18 0,-2 2 17 15,1 2 11-15,-6 5 5 0,5-8 4 0,-1 2 11 16,-4 6 8-16,7-6 3 0,-7 6-7 16,5-7-11-16,-5 7-7 0,5-7-13 0,-5 7-2 15,0 0-14-15,4-7-11 16,-4 7-13-16,0 0-16 0,7-5-12 0,-7 5-9 0,0 0-17 15,0 0-16-15,0 0-15 16,0 0-15-16,0 0-7 0,0 0 1 0,0 0-3 16,4 31-81-16,-6-11 0 0,0 16 0 15,1 8 0-15,-1-1 0 0,-4 15 0 0,4-2 0 16,1 2 0-16,-1-11 0 0,2 0 0 16,0-1 0-16,0-7 0 0,0-1 0 15,-2-8 0-15,0-6 0 0,2-5 0 0,-3-2 0 16,3-2 0-16,-2-2 0 0,2-1 0 15,0-3 0-15,0 0 0 0,2-2 0 0,-2-7 0 16,0 13 0-16,0-13 0 0,0 0 0 16,0 5 0-16,0-5 0 0,0 0 0 15,0 0 0-15,0 0 0 0,0 0 0 16,-4-22-56-16,3 12-699 0,1 10-161 0,-6-15-8 16,4 8 105-16,2 7-787 0,-2-13-1045 15</inkml:trace>
  <inkml:trace contextRef="#ctx0" brushRef="#br0" timeOffset="195344">15006 16479 4746 0,'0'-14'54'0,"2"2"15"0,3 1 32 0,2-1 24 0,3-4 20 0,2 1-2 15,4-7-35-15,4 1-10 0,0 2-10 0,-3 4-15 16,8-2-28-16,-8 3-26 0,1 2-42 15,-7 2-46-15,1 1-66 0,-5 3-72 0,0 0-87 16,3 0-92-16,-6 1-103 0,-4 5-140 16,0 0 7-16,0 0-385 0,0 0-482 15</inkml:trace>
  <inkml:trace contextRef="#ctx0" brushRef="#br0" timeOffset="195560.06">15104 16404 2963 0,'2'12'111'0,"2"-5"61"0,1 1 57 0,1 3 60 15,1 0 53-15,4 3 33 0,-4 1 10 16,2 3 6-16,5-1-23 0,-5 1-22 16,2-1-28-16,1-3-25 0,-4 1-23 0,1-3-27 15,1 0-24-15,-1-2-21 0,1-1-20 16,-2-1-21-16,-2-1-39 0,-3 0-51 0,3-2-75 16,-6-5-101-16,5 8-96 0,-5-8-111 15,4 7-115-15,-4-1-139 0,0-6-187 0,0 0-73 16,-9 5 90-16,9-5-643 0,0 0-836 15</inkml:trace>
  <inkml:trace contextRef="#ctx0" brushRef="#br0" timeOffset="196527.04">15609 16140 3562 0,'-4'-12'-7'0,"2"2"30"0,2 1 38 0,0-1 41 0,0 1 40 16,0 9 36-16,6-14 40 0,-4 10 42 16,-1-5 32-16,-1 9 3 0,0-10-37 15,0 10-21-15,4-8-27 0,-4 8 10 16,0 0 26-16,0 0 16 0,7 38 0 0,-7-10-11 15,-4 11 6-15,1 6-1 0,-2 8-7 16,-1 2-4-16,2-11-133 0,4-3-112 0,-1 1 0 16,1-5 0-16,0 0 0 0,1-8 0 15,3-8 0-15,2 3 0 0,-3-4 0 0,9 6 0 16,-1-7 0-16,3-8 0 0,1 1 0 16,8 5 0-16,-2-6 0 0,0-4 0 0,0-2 0 15,2 2 0-15,-3-2 0 0,0-2 0 16,-3 0 0-16,0-1 0 0,-1 0 0 15,-2 0 0-15,0-1 0 0,-3 1 0 16,-11-2 0-16,17 3 0 0,-17-3 0 0,16 2 0 16,-16-2 0-16,11 0 0 0,-11 0 0 15,0 0 0-15,14 2 0 0,-14-2 0 0,0 0 0 16,5 4 0-16,-5-4 0 0,0 0 0 16,0 0 0-16,0 0-411 0,0 0-631 15,0 0 101-15,0 0-1030 0,0 0-1391 0</inkml:trace>
  <inkml:trace contextRef="#ctx0" brushRef="#br0" timeOffset="197526.75">16457 16068 4884 0,'9'-10'-232'0,"-2"3"76"0,-4 0 52 0,1 1 50 0,2 2 47 0,-6 4 48 0,3-7 46 0,-3 7 27 16,10-9 16-16,-10 9 9 16,4-6 6-16,-4 6 6 0,8-4 11 0,-8 4 6 15,0 0 10-15,5-5 3 0,-5 5-5 16,6-5 0-16,-6 5-5 0,0 0-12 0,0 0-6 16,5-5-10-16,-5 5-1 0,0 0-3 15,0 0 1-15,7-7-3 0,-7 7-12 0,0 0-13 16,0 0-9-16,-7-15-12 15,7 15-8-15,-5-8-3 0,1 3-11 0,4 5-7 16,-9-8-15-16,-1 4-3 0,0 0-32 0,-1 2-12 16,-1-1 0-16,-3 3 0 0,15 0 0 15,-32 3 0-15,11 1 0 0,-1 6 0 0,-3 2 0 16,-6 8 0-16,4 0 0 16,-7 11 0-16,7 5 0 0,-1 3 0 0,5 6 0 15,1 6 0-15,8 1 0 0,0 3 0 16,6-2 0-16,7-9 0 0,2 1 0 0,3-2 0 15,6 5 0-15,1-13 0 0,0 0 0 16,3-4 0-16,5-5 0 0,-4-6 0 0,0-4 0 16,3-4 0-16,-5-7 0 15,4-2 0-15,-2-1 0 0,3-2 0 0,-3-5 0 0,4 0 0 16,-2-5 0-16,0-2 0 0,4-9 0 16,-3-1 0-16,-3-4 0 0,-3 1 0 15,-3 1 0-15,-2 3 0 0,-1 2 0 16,-4 1 0-16,-1 6 0 0,1 1 0 0,-2 3 0 15,0-2 0-15,0 3 0 0,0 7 0 16,-2-12 0-16,2 12 0 0,0-6 0 0,0 6 0 16,0 0 0-16,0-11 0 0,0 11 0 15,0 0 0-15,12-4 0 0,-12 4 0 0,0 0 0 16,23 1 0-16,-23-1 0 0,23 12 0 16,-11-4 0-16,1 6 0 0,-2 2 0 0,1 2 0 15,-3 2 0-15,-2 1 0 0,2 1 0 16,-4 0 0-16,1 10 0 0,-1-9 0 15,-3-3 0-15,2-3 0 0,-2-1 0 16,0-3 0-16,0-1 0 0,0 1 0 0,-2-5 0 16,2 1 0-16,-2-3 0 0,4 1 0 15,-4-2 0-15,0-5 0 0,2 9 0 0,-2-9 0 16,-6 8 0-16,4-2 0 0,-4-2 0 16,-5 2-799-16,-2-1-199 0,-1 2 107 15,-1-2-981-15,-2 1-1295 0</inkml:trace>
  <inkml:trace contextRef="#ctx0" brushRef="#br0" timeOffset="200342.53">17238 15937 2689 0,'0'0'378'0,"0"0"-144"0,0 0-60 0,0 0-9 0,0-8 7 0,0 8 1 0,0 0 3 0,0 0-2 16,0 0 0-16,0 0-1 0,0 0-10 0,0 0-10 16,0 0-2-16,0 0-2 0,0 0-10 15,0 0-8-15,0 0-3 0,0 0-10 0,0 0-16 16,0 0-6-16,0 0-1 0,0 0 2 15,0 0-5-15,0-12 0 0,0 12-6 16,0 0-11-16,-13-5-6 0,13 5-2 0,-17-1-5 16,1 1 8-16,2 0-8 15,-8 1 0-15,-3 0 3 0,-9 5 14 0,-2 2-1 16,0 2 9-16,4 7 2 0,-1-1-5 16,1 3 7-16,7 4 5 0,2 2 4 0,5 4 3 15,7 2 11-15,2 2 9 0,5 2 4 16,4 0-113-16,6 2-14 0,3 1 0 0,11 7 0 15,-2-4 0-15,7-1 0 0,9-1 0 16,5-5 0-16,1-2 0 0,-2-7 0 0,-8-8 0 16,2-1 0-16,-3-4 0 0,-4-5 0 15,-4-1 0-15,0-2 0 0,-4-2 0 0,1-2 0 16,-5 0 0-16,0 0 0 0,-13 0 0 16,21 0 0-16,-12-2 0 0,-9 2 0 15,18-2 0-15,-18 2 0 0,13 0 0 16,-13 0 0-16,10-4 0 0,-10 4 0 0,3-4 0 15,-3 4 0-15,0 0-615 0,0-7-398 16,0 7 96-16,0 0 96 0,-7-12-820 16,7 12-1079-16</inkml:trace>
  <inkml:trace contextRef="#ctx0" brushRef="#br0" timeOffset="201042.32">17737 16589 4818 0,'-9'4'19'0,"9"-4"26"0,0 0 19 15,-7 2 32-15,7-2 34 0,0 0 33 0,0 0 37 0,0 0 2 16,0 0 3-16,0 0-14 0,0 0-4 16,0 0-3-16,0 0-14 0,0 0-15 0,0 0-16 15,0 0-9-15,11-19-19 0,-6 9-9 16,2-2-12-16,-2-5-8 0,5-3-9 0,-3-11-8 15,3-3-7-15,-2-4 0 0,-1-1-13 16,2-11-4-16,3-3-6 0,-1-2 1 0,3-1-6 16,-3 2-2-16,0 3-5 0,-1 10 2 15,-4-1-3-15,1 6-3 0,3-1 2 16,-4 4-5-16,2 9-1 0,-5 4-1 0,1 2-1 16,0 5-4-16,-1 1 2 15,1 2-7-15,-1 1 2 0,-1 4-8 0,-2 5 20 16,0 0 7-16,0 0-25 0,22 19 0 0,-10 7 0 15,4 6 0-15,8 11 0 0,-1 6 0 16,2 5 0-16,-1 1 0 0,2-1 0 16,-1 3 0-16,0-4 0 0,2 1 0 0,-4-6 0 15,-3-5 0-15,-4-9 0 0,1-5 0 16,-5-2 0-16,-3-8 0 0,-2-4 0 0,2-3 0 16,-6-3 0-16,3-2 0 0,-2 0 0 15,-1-1 0-15,-3-6 0 0,10 3 0 16,-10-3 0-16,0 0 0 0,0 0 0 15,21-13 0-15,-17 9 0 0,-3-6 0 0,-1 5 0 16,0 5 0-16,-5-20 0 0,-6 9 0 16,-9-1 0-16,-14 0 0 0,-6 2 0 0,-6 2 0 15,-4 6 0-15,1 0 0 0,3 1 0 16,5 4 0-16,1 0 0 0,9 2 0 16,7 1 0-16,0-1 0 0,1 2 0 0,5-1 0 15,-5 3 0-15,1 1-533 0,4 2-485 16,-7 5-1240-16,2 3-1660 0</inkml:trace>
  <inkml:trace contextRef="#ctx0" brushRef="#br0" timeOffset="204641.44">1516 17484 2278 0,'2'-8'309'16,"0"-2"-89"-16,0 6-62 0,-2 4-50 0,4-7-23 0,-4 7 12 0,0 0 91 15,0 0-25-15,-8 33-1 0,1-11-14 16,-3 9 1-16,-1 5 21 0,1-2 3 16,0 3-14-16,1-2-16 0,0 0-8 0,3-4-5 15,4-1 18-15,-2-8-2 0,2 1-21 16,0-6-13-16,0-2-7 0,0-1-8 15,2-2-16-15,-3-4-1 0,3 1-12 0,-2-1 0 16,2-8-8-16,-2 12-19 0,2-6-34 16,0-6-61-16,0 0-101 0,0 0-108 15,0 0-94-15,0 0-96 0,0 0-198 16,-14-27-66-16,14 15 77 0,0-1-320 16,3-4-439-16</inkml:trace>
  <inkml:trace contextRef="#ctx0" brushRef="#br0" timeOffset="204859.02">1301 17558 2967 0,'-16'-2'160'0,"5"1"18"16,11 1 34-16,0 0 39 0,-19-2 23 16,19 2 10-16,-7-4 17 0,7 4-18 15,1-10-32-15,-1 10-24 0,27-20-26 16,6 4-19-16,-3 1-16 0,20-3-20 15,-3 3-65-15,-3 5-78 0,7-2-78 0,-10 3-118 16,0 5-120-16,-10 4-90 0,-6 0-113 16,-6 3-222-16,-8-1 61 0,0 4 74 15,-4 3-298-15,-3 3-383 0</inkml:trace>
  <inkml:trace contextRef="#ctx0" brushRef="#br0" timeOffset="205075.18">1249 17999 2427 0,'-14'11'148'16,"2"-1"55"-16,2-2 15 0,5-4 22 16,-1-1 41-16,6-3 13 0,0 0 9 15,0 0 0-15,0 0 0 0,0 0-21 0,0 0-29 16,0 0-37-16,0 0-15 0,53-9-26 16,-30 6-11-16,0 0-54 0,4 1-93 15,-2 0-108-15,-1-2-139 0,-1 4-116 0,-4 0-109 16,2 2-176-16,-4 0-93 0,-4 0 61 15,1 0-357-15,-5 2-494 0</inkml:trace>
  <inkml:trace contextRef="#ctx0" brushRef="#br0" timeOffset="205457.97">1741 17844 3115 0,'0'0'183'0,"-4"-10"6"16,4 10-15-16,-2-7-8 0,2 7-4 15,0 0-11-15,0 0-16 16,0 0-6-16,0 0 16 0,0 0-8 0,0 0-13 0,0 0-13 16,25 19-12-16,-19-12-5 0,1 1-12 15,-2-3-8-15,0 2-6 0,-1 0-8 16,0 0-7-16,1 0-6 0,-5-7-2 0,4 10-3 16,-4-10-2-16,8 7 0 15,-8-7-4-15,4 5 3 0,-4-5-7 0,0 0 0 16,0 0-10-16,0 0-25 0,0 0-18 15,20-15-13-15,-13 4-6 0,2-4 1 16,-2 1 0-16,3-1 3 0,2 1 2 0,-5 2 4 16,2 2-2-16,0 1 8 0,-2 5 0 15,0 0 1-15,-7 4-1 0,20-2 4 16,-20 2-1-16,20 6 5 0,-10-2 4 0,1 5-1 16,3 0 6-16,-6 1-3 15,5 0-1-15,-1-1-2 0,-3 1-26 0,2-2-44 16,-3-1-46-16,0 0-51 0,1 0-41 0,0-2-45 15,-1 2-46-15,-2-4-106 16,-6-3-223-16,9 5 57 0,-9-5-242 0,0 0-311 16</inkml:trace>
  <inkml:trace contextRef="#ctx0" brushRef="#br0" timeOffset="205809.58">2391 17674 2485 0,'-17'5'73'0,"9"1"20"0,-1 0 39 0,-1 5 30 0,1 1 15 0,-2 2-10 0,0 1-9 16,6 3-15-16,1-3-15 0,4 0-12 16,4 2-8-16,1 1-11 0,9-2-8 15,-3 0-9-15,5-2-9 0,1-2-17 0,4-4-12 16,0-2-5-16,-2-5-12 0,-2 1-9 15,0-4 0-15,1 1-1 0,-4-5-1 16,0 1 3-16,-1-2 2 0,-5 2 14 0,0-4 6 16,-5 1 14-16,1-4-6 0,-2 0-6 15,-4-3 1-15,0-1-5 0,0-1-7 16,-3 0-5-16,-1 2-5 0,0-2-1 16,0 4-15-16,-3 1-24 0,2 4-45 15,-2 2-57-15,0 2-49 0,9 4-55 0,-21 1-72 16,10 4-138-16,0 3-197 0,-3 0 59 15,7 2-235-15,1-1-297 0</inkml:trace>
  <inkml:trace contextRef="#ctx0" brushRef="#br0" timeOffset="206291.51">2705 17960 2478 0,'-11'5'169'0,"1"-3"8"16,10-2-1-16,0 0 2 0,-15 0 11 0,15 0-11 16,0 0-18-16,0 0-12 0,0 0-15 15,0 0-14-15,0 0-13 0,27-17-17 16,-16 12-13-16,1 0-11 0,-2 1-1 0,-3-3-6 16,0-1-1-16,0 2-10 0,-2-3 1 15,-1-1-1-15,-2-2 2 0,-2-2-4 0,0-3 4 16,-4-2-11-16,2-5-1 0,-5-7-9 15,0 4-1-15,2-5-3 0,-2 7 0 16,-1 4 8-16,2 3 11 0,-2 2 2 16,5 3 1-16,-3 2-3 0,2 1-6 0,3 3-8 15,-3 0-1-15,4 7-8 0,-7-8 0 16,7 8-3-16,0 0 0 0,0 0-1 16,0 0 2-16,22-4-3 0,-22 4-5 15,39 4 1-15,-14-1-1 0,2 0-1 0,13 1-4 16,-3 4 2-16,-7 3-1 0,1-1 2 15,-9 3-2-15,1 1 0 0,-4 1 9 16,-6-1 3-16,1 3-1 0,3 7-1 0,-8-7-3 16,-1 3-2-16,-2-1 2 0,-1-4-4 15,1 1 2-15,-1-3-1 0,-2-1-5 0,-1 0-18 16,2-3-34-16,-2-1-64 0,0-1-87 16,-1 0-91-16,-1-7-131 15,6 5-237-15,-6-5-26 0,0 0 75 0,0 0-310 0,0 0-399 16</inkml:trace>
  <inkml:trace contextRef="#ctx0" brushRef="#br0" timeOffset="206775.5">3170 16939 2805 0,'0'-7'101'0,"0"7"-15"0,0 0 16 0,0 0 40 0,12 21 25 0,-6-1 26 0,1 13 16 16,0 9 13-16,4 12 6 0,0 6-4 15,1 5 5-15,-1 2-15 0,-4 0-15 16,3-4-15-16,-4-1-14 0,-2-4-11 16,1-3-1-16,-3-10-16 0,-4-4-6 0,4-2-14 15,-2-8-9-15,0-5-4 0,0-8-4 16,0 2-15-16,0-7-2 0,0-1 4 0,2 0-9 15,0-5-2-15,0-2-9 0,-2-5-11 16,0 0-9-16,0 0-23 0,0 0-11 16,10-24-31-16,-10 11-6 0,0-6-4 0,-5-3-12 15,1-2 3-15,-7-5 0 16,-2 6 0-16,-2 5 0 0,-3 7 3 0,-4 5 3 16,1 6 2-16,-8 2 0 0,-5 8 20 15,2 3 16-15,3 3 14 0,4 1 0 0,7 5 13 16,0 0 12-16,7 5 5 0,4-4-4 15,2-5-9-15,3-1 0 0,2 3-2 0,2-2-4 16,0-3 1-16,3 2-8 0,2-1 3 16,0-3-20-16,0-1-57 15,7 1-90-15,-3-4-115 0,4-2-133 0,6 1-168 0,44-2-329 16,-38-3 101 0,-2-3 74-16,-4 0-548 0,-2 0-712 0</inkml:trace>
  <inkml:trace contextRef="#ctx0" brushRef="#br0" timeOffset="207474.32">3677 17786 3630 0,'0'0'-8'0,"0"0"32"0,0 0 42 0,-9-5 33 0,9 5 39 0,0 0 26 0,0 0 18 16,0 0 2-16,0 0-5 0,0 0-13 15,0 0-14-15,0 0-11 0,0 0-6 0,15-11-13 16,-15 11-12-16,14-4-8 0,-14 4-7 15,16-5-13-15,-5 3-9 0,-4-2-3 0,0-2-12 16,3 4 0-16,-10 2-6 0,13-7 2 16,-9 2-15-16,2 0 1 15,-3-5-5-15,-1 2-8 0,-2-2 8 0,0 2-19 0,-2-5 6 16,0 1-6-16,-3 3-3 16,-2-1-3-16,-1 4-2 0,-4 2-1 0,-1 4-5 15,13 0-2-15,-38 8 3 0,19 2 0 16,-6 5 1-16,4 3 8 0,2 3 3 15,5 4 8-15,1 4-2 0,10-7 5 0,1 0 4 16,6-1-2-16,1 1 4 0,8 3 11 16,5-2 10-16,3-5-13 0,4-4-6 0,-5-3 4 15,0-5 1-15,-6 0 3 0,2-4-4 16,-3-4 18-16,5-2 1 16,-4-3-5-16,6-2-8 0,-6 0 2 0,2-5-2 15,-1 0-6-15,1-8-12 0,-2-2 0 16,4 2-1-16,-7 1 1 0,1 6-4 0,-3-1-1 15,1 3-7-15,-2 2-2 0,1 1 4 16,0 0-6-16,3 3 1 0,1-1-1 16,-2 4 3-16,1 0 6 0,1 4 11 0,-13 0 4 15,29 6 5-15,-13 0 7 0,2 1-1 16,0 3-6-16,-1 3 3 0,-2-1-2 0,-2 3-6 16,1 1 1-16,5 4-5 0,-6-3-7 15,-4 0-3-15,3 2-1 0,-4-2-1 16,1 0 1-16,1-2-4 0,-4 2-29 0,-1-8-68 15,1 2-101-15,-2-2-110 16,-1 0-119-16,1-2-150 0,-1-1-239 0,0-2-48 16,-3-4 106-16,2 10-651 0,-2-10-847 15</inkml:trace>
  <inkml:trace contextRef="#ctx0" brushRef="#br0" timeOffset="208107.57">4878 17079 3578 0,'0'0'-57'0,"-25"6"48"0,-1 15 59 0,-12 18 63 0,-1 11 56 0,-6 21 43 0,5 5 46 0,3 0 60 16,19-11 29-16,2 0 20 15,8 0-4-15,8 3-11 0,11-2-16 0,9-5-13 16,5-3-11-16,7-5-32 0,6-5-24 16,8-5-26-16,-4-4-22 0,-2-7-23 15,-2-3-185-15,-9-8 0 0,-7-4 0 0,-2-4 0 16,-5-2 0-16,-4-3 0 0,-3-1 0 15,-3 0 0-15,4-2 0 0,-6 0 0 0,1-2 0 16,-4-3 0-16,0 0-420 16,0 0-211-16,0 0-200 0,0 0-94 0,18-13 112 15,-11 9-742-15,-2-4-997 0</inkml:trace>
  <inkml:trace contextRef="#ctx0" brushRef="#br0" timeOffset="209706.96">5341 17420 3882 0,'4'-16'-161'0,"0"3"54"0,-1-1 46 0,-1 4 47 0,3 1 50 0,-2-4 47 15,1 4 16-15,0-3 40 0,0 3 22 16,-3 0 18-16,3 2 0 0,-2 0-6 0,2 1-13 16,-4 6-16-16,4-11-13 0,-4 11-15 15,0 0-5-15,0 0 14 0,0 0 14 0,0 0-3 16,11 32 13-16,-11-6 10 0,-2 14 15 15,-1 3 4-15,-6 11 1 0,-2 2 2 16,-8 0 4-16,2-2 2 0,-4 1 2 16,-2-1 0-16,6-6-1 0,-2-5 3 15,4-9-10-15,3-6-8 0,5-5-135 0,-1-6-38 16,3-1 0-16,1-4 0 0,-1-4 0 16,5 1 0-16,-1-1 0 0,1-8 0 0,3 13 0 15,4-11 0-15,-7-2 0 0,18 6 0 16,-6-4 0-16,3 0 0 0,1-2 0 15,4 0 0-15,1 0 0 0,3 0 0 0,-3 0 0 16,-1 0 0-16,-4 0 0 0,2 2 0 16,-2-2 0-16,-1 0 0 0,-15 0 0 0,21 2 0 15,-10-2 0-15,-11 0 0 0,16 0 0 16,-16 0 0-16,0 0 0 0,19 0 0 16,-19 0 0-16,0 0 0 0,13-2 0 15,-13 2 0-15,0 0 0 0,0 0 0 0,13 0 0 16,-13 0 0-16,0 0 0 0,0 0-135 15,0 0-609-15,0 0-238 0,0 0 68 16,0 0 96-16,0 0-746 0,0 0-1006 0</inkml:trace>
  <inkml:trace contextRef="#ctx0" brushRef="#br0" timeOffset="210273.95">5884 17483 3982 0,'-1'-13'-116'0,"-1"3"47"0,2-1 52 0,-2 3 59 0,2 0 60 0,0-1 46 16,0 9 35-16,0-16 14 0,-2 10-2 16,2 6-17-16,0-11-19 0,0 11-19 0,0 0 4 15,0 0 31-15,0 0 24 16,-2 44-7-16,-1-9 0 0,2 5 9 0,-5 1 1 16,2 2-7-16,4 1 4 0,-2 1-7 15,-3-2-8-15,3 1-8 0,-2-2-3 16,1-5-9-16,-2-2-12 0,1-8-12 0,4-5-12 15,-1-3-69-15,-1-4-59 16,-2 1 0-16,2-2 0 0,0-5 0 0,0 1 0 0,2-2 0 16,0 0 0-16,0-8 0 0,0 11 0 15,0-11 0-15,-1 6 0 0,1-6 0 16,0 0 0-16,0 0-414 0,0 0-127 0,0 0-106 16,0 0-175-16,-6-29-40 15,8 17 82-15,0 1-623 0,1-3-855 0</inkml:trace>
  <inkml:trace contextRef="#ctx0" brushRef="#br0" timeOffset="210774.37">5827 17435 4021 0,'-2'-17'-56'16,"2"-1"45"-16,0 5 40 0,4-1 41 15,2-1 22-15,1-1 16 0,7 0 8 0,2 3-7 16,4 1-7-16,1 3-11 15,-1 4-6-15,3 2-12 0,-3 5-5 0,5 4-5 16,7 8-9-16,-3 6-1 0,-4 6-5 16,2 9-3-16,-11-6-5 0,-3 0-5 15,-3 4 6-15,-6-4 18 0,-2-4 23 0,-8 9 15 16,-4 1 15-16,-3-5 15 0,-3 1 9 16,0-2 28-16,0-4 6 0,-1-4-5 15,2-4 3-15,6-5 3 0,-3-2 2 0,4-3-1 16,3 0-11-16,-3-2-11 0,8-5-8 15,-9 6-7-15,2-2-10 0,7-4-11 0,0 0-16 16,-7 7-13-16,7-7-12 16,-4 7-37-16,4-7-36 0,0 10 0 0,0-10 0 15,6 20 0-15,4-4 0 0,1 1 0 0,10 7 0 16,-4 1 0-16,4 2 0 16,2 0 0-16,-2-2 0 0,0 0 0 0,-2-1 0 15,-2-2 0-15,-3-5 0 0,-3-2 0 16,-2-4 0-16,0-3 0 0,-4 2 0 0,-1-3 0 15,-1-1 0-15,3 0 0 0,-6-6 0 16,7 9 0-16,-7-9 0 0,7 7 0 16,-7-7 0-16,0 0 0 0,9 1 0 0,-9-1 0 15,0 0 0-15,0 0 0 16,0 0 0-16,0 0-455 0,0 0-208 0,13-8-211 16,-13 8-39-16,0 0 102 0,0 0-711 15,0 0-967-15</inkml:trace>
  <inkml:trace contextRef="#ctx0" brushRef="#br0" timeOffset="211175.12">6729 17515 4417 0,'-2'-20'1'0,"0"1"65"0,-1 3 54 0,6 1 38 0,-3 3 48 0,-3 2 29 0,6-1 10 0,-3 3-22 16,0 0-25-16,0 8-17 0,0 0-13 16,0 0 18-16,0 0 11 0,0 0-1 15,8 39-9-15,-7-4-6 0,1 8-13 0,-2 2-15 16,0 3-8-16,-2 11-14 0,1 0-14 15,1 1-7-15,-6-5-11 0,1-12-9 0,0-2-77 16,-1-2-13-16,1-4 0 0,-3-4 0 16,2-5 0-16,2-8 0 0,0-2 0 15,3-2 0-15,-3-4 0 0,4-3 0 0,-2 1 0 16,2-8 0-16,-2 9 0 16,2-9-173-16,0 0-261 0,0 0-78 0,0 0-105 15,0 0-203-15,6-38-26 0,-3 21 87 16,1-5-612-16,3-2-824 0</inkml:trace>
  <inkml:trace contextRef="#ctx0" brushRef="#br0" timeOffset="211659.37">6659 17464 3749 0,'-5'-19'-36'16,"-1"5"53"-16,6 1 45 0,0 1 23 0,2-3 40 15,2 1 15-15,3 2 8 0,5-5-4 16,3 5-7-16,1-1-14 0,2 5-10 16,5 0-15-16,-3 7-11 0,1-1 5 0,5 5-19 15,6 9-7-15,3 0-4 0,-4 7-5 16,5 8-9-16,-11-4-5 0,-5 2-5 16,-4 4-3-16,-7-2 8 0,-2-1 19 0,-8-3 26 15,-7 10 26-15,-3-2 30 16,-5 4 17-16,-5-4-7 0,3-2-1 0,-4 0-8 15,1-6-12-15,6-5-8 0,6-5 10 16,-1-2 4-16,5-4 3 0,-3 0-12 0,4-5-10 16,4-2-11-16,-12 4-12 0,12-4-5 15,0 0-11-15,-11 2-5 0,11-2-10 16,0 0-10-16,0 0-11 0,0 0-5 0,-7 8-5 16,7-8-35-16,0 0 0 0,7 14 0 15,-1-4 0-15,1 4 0 0,3 3 0 0,5 7 0 16,-1 0 0-16,-3-2 0 0,5 2 0 15,-5-3 0-15,-2-3 0 0,1-1 0 16,-2-3 0-16,-3-1 0 0,1-3 0 0,-2 1 0 16,-1-3 0-16,2 1 0 0,0-2 0 15,-3-2 0-15,-2-5 0 0,6 10-172 0,-6-10-106 16,3 5-108-16,-3-5-101 16,0 0-126-16,0 0-207 0,0 0-27 15,0 0 105-15,0 0-566 0,0 0-766 0</inkml:trace>
  <inkml:trace contextRef="#ctx0" brushRef="#br0" timeOffset="212142.25">7127 17374 3800 0,'-2'-15'103'0,"0"4"24"0,2 3 11 0,2 1 5 0,-2 7 1 0,2-9 3 15,-2 9 37-15,0 0 24 0,0 0 3 0,17 35-11 16,-7-3 4-16,-3 2-5 0,-1 7 6 16,-3 15-9-16,1-1-15 0,-4 4-9 15,-4 1-1-15,1-1-6 0,-5-2-1 0,-4-3-1 16,3-4 11-16,0-12 4 0,0-1-3 16,-2-5-8-16,4-6-8 0,3-8-46 0,1-4-113 15,-1-2 0-15,2 0 0 0,-1-4 0 16,1-2 0-16,2-6 0 0,0 0 0 15,0 0 0-15,0 0 0 0,0 0 0 0,20-36 0 16,-9 7 0-16,5-2 0 16,-2 2 0-16,2 1 0 0,-1 6 0 0,-1 5 0 15,-3 1 0-15,-4 4 0 0,3 3 0 16,-2-1 0-16,-1 5 0 0,3 2 0 0,-10 3 0 16,0 0 0-16,24 6 0 0,-17 2 0 15,0 0 0-15,1 4 0 0,-1 1 0 16,1 4 0-16,-2-3 0 0,1 5 0 0,-3-5 0 15,0 2 0-15,-1-1 0 0,-1-3 0 16,1-1 0-16,3 1 0 0,-5-4 0 0,-1-1 0 16,2-1 0-16,0 3 0 0,-2-9 0 15,4 9 0-15,-2-4-258 0,-2-5-226 16,3 5-105-16,-3-5-167 0,0 0-141 16,0 0 89-16,0 0-688 0,0 0-943 15</inkml:trace>
  <inkml:trace contextRef="#ctx0" brushRef="#br0" timeOffset="212490.26">7506 17042 4463 0,'-2'-14'93'0,"2"5"2"0,0 1-6 0,0 8 27 0,0 0 49 0,14 2 45 0,-14-2 3 16,20 25-4-16,-4 6 2 0,-1 18-8 16,-3 7-19-16,-5 9-8 0,-1 5-10 0,-5 2-6 15,-4 2-7-15,-1 3 1 0,-2 2 11 16,1 1-3-16,-3-5-17 0,2-5-3 16,-3-5 4-16,1-6-1 0,-2-3 9 0,3-15-82 15,1-5-72-15,3-9 0 0,-1-5 0 16,-1-4 0-16,3-3 0 0,2 0 0 0,-1-7 0 15,-1 0 0-15,0-1 0 16,0-1 0-16,2-6 0 0,-4 6 0 0,4-6-96 16,0 0-424-16,0 0-150 0,0 0-227 15,0 0 5-15,-1-23 100 0,2 13-679 16,1 2-918-16</inkml:trace>
  <inkml:trace contextRef="#ctx0" brushRef="#br0" timeOffset="212990.1">8356 17696 4090 0,'-15'-2'-8'0,"-1"-1"31"0,5 3 24 0,11 0 32 0,-14-4 31 0,14 4 33 0,0 0 20 16,-7-6 8-16,7 6 7 0,0 0 2 16,41-4-5-16,-2 0-19 0,22 0-21 15,8 0-12-15,5 4-15 0,0 0-15 0,0 0-26 16,-3-3-18-16,-6 2-15 0,-15 1 0 16,-3 0-7-16,-3 0-3 0,-9 0-2 0,-9 0 1 15,-3 0-5-15,-4 0 1 0,0 0-7 16,-6 0-1-16,-2 0-3 0,-11 0-5 15,20 1-3-15,-20-1-6 0,14 0-22 0,-14 0-38 16,9 3-63-16,-9-3-78 16,0 0-76-16,9 2-78 0,-9-2-127 0,0 0-250 15,0 0 48-15,0 0 76 0,0 0-307 16,0 0-401-16</inkml:trace>
  <inkml:trace contextRef="#ctx0" brushRef="#br0" timeOffset="213324">8976 17445 2648 0,'-12'-14'205'0,"2"3"13"0,1 2-4 16,3 2-5-16,2-1-2 0,4 8 9 15,2-7 14-15,-2 7 14 0,16-6-4 16,-4 6-21-16,-12 0-19 0,52 13-18 0,-18 2-17 16,1 3-18-16,3 8-7 0,-3 5-10 15,-7 2-7-15,-8-4-2 0,-4 5-4 0,-7-1-7 16,-5 0-12-16,-6-2 10 0,-1 6-2 16,-12 1-5-16,-6 5-6 0,-8 1-12 15,-5-3-15-15,-7-4-9 0,-6 0-67 16,-7-4-87-16,-5-2-102 0,-4-2-122 15,2-2-112-15,2-3-185 0,2-4-200 0,4-3 83 16,15-5-555-16,3-5-748 0</inkml:trace>
  <inkml:trace contextRef="#ctx0" brushRef="#br0" timeOffset="-168897.52">9510 1829 312 0,'0'0'146'0,"0"0"21"0,-1 9-1 16,1-9-12-16,0 0-15 0,0 0-7 0,0 0-5 0,0 0-12 0,3 12 2 16,-3-12 3-16,0 0-1 0,7 5-8 15,-7-5 0-15,0 0-4 0,0 0-2 16,5 5-1-16,-5-5-6 0,0 0 1 0,0 0-5 16,0 0-8-16,0 0-9 15,0 0-13-15,0 0 7 0,0 0-7 0,0 0-3 16,21-10-5-16,-21 10-5 0,0 0-5 15,4-9 0-15,-4 9 10 0,0 0-16 0,4-6-8 16,-4 6 2-16,0 0-8 0,0 0-6 16,0 0-2-16,0 0 1 0,0 0-6 15,0 0 3-15,0 0-10 0,0 0 7 0,0 0-8 16,0 0-5-16,-34 10 6 16,34-10 3-16,0 0-9 0,-5 7-1 0,5-7 9 15,0 0 5-15,0 0 2 0,7 10 13 0,-7-10-2 16,0 0 0-16,14 2 2 0,-14-2 3 15,0 0 2-15,18 0 2 0,-18 0 10 16,0 0 2-16,18-5-1 0,-18 5 6 0,9-6-2 16,-9 6 3-16,7-5-11 15,-7 5-21-15,2-9 9 0,-2 9-5 0,4-6-7 16,-4 6-3-16,0 0 3 0,0 0-5 16,-4-12-4-16,4 12 11 0,0 0-20 0,0 0-1 15,-11-5-9-15,11 5-5 0,0 0-16 16,0 0-16-16,-10-4-20 0,10 4-20 15,0 0-18-15,0 0-42 0,0 0-65 0,-15 2-113 16,15-2-194-16,0 0-38 0,-16 4 52 16,16-4-72-16,-11 3-78 0</inkml:trace>
  <inkml:trace contextRef="#ctx0" brushRef="#br0" timeOffset="-164683.87">4597 6162 1687 0,'0'0'82'0,"0"0"33"0,0 0 23 0,0 0 33 0,0 0 34 16,0 0 22-16,0 0 15 0,0 0 4 15,0 0 2-15,0 0-6 0,0 0-11 0,0 0-12 16,0 0-12-16,0 0-10 16,0 0-17-16,0 0-11 0,0 0-7 0,0 0-14 15,0 0-11-15,0 0-8 0,0 0-6 16,0 0-4-16,0 0-5 0,0 0 2 0,0 0-4 15,0 0 0-15,0 0 18 0,0 0-25 16,0 0-1-16,0 0-2 0,0 0 2 16,0 0-10-16,0 0-5 0,0 0-7 0,0 0-13 15,0 0-4-15,0 0-2 0,0 0-15 16,0 0 7-16,0 0-5 0,0 0-15 0,0 0-4 16,0 0-38-16,0 0-57 15,0 0-67-15,0 0-87 0,0 0-108 0,0 0-136 16,0 0-157-16,-16 12-162 0,16-12 70 15,0 0-644-15,-6 5-811 0</inkml:trace>
  <inkml:trace contextRef="#ctx0" brushRef="#br0" timeOffset="-159434.72">9987 17420 3346 0,'0'0'-174'0,"0"0"57"0,-2-8 38 0,2 8 44 0,0 0 38 0,-1-10 34 0,1 10 34 15,-2-8 24-15,2 8 28 0,0 0 25 16,-4-11 12-16,4 11 7 0,-2-6 4 16,2 6 2-16,0 0-6 0,0 0-2 15,-2-8-6-15,2 8-4 0,0 0-14 16,0 0-1-16,0 0-2 0,0 0 2 0,0-10-2 15,0 10 6-15,0 0 1 0,0 0 2 16,0 0-6-16,0 0 4 0,0 0 1 16,0 0-9-16,-3-7-7 0,3 7-10 0,0 0-12 15,0 0-16-15,0 0-20 0,0 0-4 16,0 0-5-16,0 0 3 0,-5 33 4 0,3-12-5 16,0 2 3-16,0 14 4 15,2 0-2-15,0 1-4 0,2 1-2 0,-2 0-6 16,2 0-8-16,4-2-7 0,-2-2-7 15,0-8 1-15,-2-3-3 0,2-2-2 16,-3-3-2-16,1-2-3 0,0-3 0 0,0-2-5 16,-2-2-1-16,0 1 3 0,0-5-5 15,0 3 4-15,0-9-3 0,0 14-7 0,0-14-6 16,-4 10-30-16,4-10-51 0,-2 4-69 16,2-4-75-16,0 0-86 0,0 0-73 15,0 0-71-15,0 0-54 0,-19-16-79 0,19 9-117 16,0-1-49-16,2 0 56 0,0-2-448 15,-2 10-606-15</inkml:trace>
  <inkml:trace contextRef="#ctx0" brushRef="#br0" timeOffset="-158934.65">10016 17726 2988 0,'0'0'-22'0,"-2"-6"40"0,2 6 31 0,4-8 46 0,-4 8 42 15,3-6 30-15,-3 6 20 0,6-10-3 0,-1 5-1 16,4 1-9-16,-4-2-14 0,5 2-16 16,-2-2-15-16,3 0-15 0,-2 2-8 15,3-1-10-15,-1 1-11 0,0 0-8 0,1 0-7 16,-1-2-9-16,-1 4-7 16,0-4-12-16,-1-1-16 0,0 3-14 0,3-8-7 15,-1 2-8-15,-3-1 2 0,2-5-1 16,1-1-1-16,-4-2 1 0,4 2 0 0,-6 1-1 15,3 1 6-15,-5 1-4 0,1 4 3 16,1 2-3-16,-2-1 8 0,-1 1-1 16,2 2 3-16,-4 6-2 0,5-8 7 0,-5 8 24 15,0 0 23-15,0 0 27 0,0 0 5 16,11 26 16-16,-9-9 13 0,2 7 5 16,1 10 6-16,0 3-1 0,-1 1-13 0,1-1-6 15,1 1-11-15,-1 0 0 0,0-1 4 16,1 2 2-16,-3-7 3 0,3-4 1 0,-2-6-3 15,-3-5-12-15,3-2-2 16,1-2-2-16,-3-3-1 0,-1 1 4 0,-1-2 1 16,2-2 0-16,0 1 3 0,-2-8-4 15,6 11-24-15,-4-5-72 0,-2-6 0 16,1 6 0-16,-1-6 0 0,0 0 0 0,0 0 0 16,4 6 0-16,-4-6 0 0,0 0-67 15,0 0-293-15,0 0-109 0,0 0-121 0,0 0-189 16,-15 6-95-16,15-6 81 0,-10 6-656 15,5-3-897-15</inkml:trace>
  <inkml:trace contextRef="#ctx0" brushRef="#br0" timeOffset="-158184.1">9909 17633 3635 0,'0'-8'-177'0,"0"8"44"0,-2-6 38 0,2 6 45 0,0 0 42 0,-4-12 38 16,4 12 28-16,-2-8 23 0,2 8 24 15,-2-9 10-15,2 9 9 0,-1-13 11 0,1 13 12 16,-2-11 5-16,2 11 0 0,2-11-2 15,-2 11 5-15,-4-11-1 0,4 11-2 16,2-10-11-16,-2 10-1 0,-2-8-6 0,2 8-2 16,0 0-10-16,0-9-12 15,0 9-8-15,0 0-18 0,0 0 27 0,0 0 21 0,0 0 13 16,5 25-7-16,1-6 5 16,-2 2 3-16,2 13-5 0,2 4-12 0,-5-1-11 15,6 2-13-15,-5 0-8 0,3 2-10 16,0-3-7-16,-1-6-5 0,-3 1-8 15,1-8-7-15,0-3-1 0,-3-5 4 0,2-4 8 16,-1-1 1-16,-2 0 0 0,0-3 1 16,2-2-2-16,-2-2 6 0,0-5-65 0,-2 14-12 15,2-14 0-15,-2 6 0 0,2-6 0 16,0 0 0-16,0 0 0 0,0 0 0 16,0 0 0-16,0 0-217 0,0 0-125 15,0 0-89-15,0 0-67 0,-6-23-89 16,4 17-147-16,0 0-77 0,2 6 72 0,2-14-564 15,2 7-762-15</inkml:trace>
  <inkml:trace contextRef="#ctx0" brushRef="#br0" timeOffset="-157585.2">10068 17708 3567 0,'-4'-4'-46'0,"4"4"33"0,-5-9 27 0,5 9 54 0,0 0 27 0,-3-8 28 0,3 8-7 0,0 0-4 0,0 0-13 16,0-10-7-16,0 10 16 0,0 0 16 0,0 0 6 16,13-4-7-16,-13 4-7 0,17-2-12 15,-17 2-5-15,21-2-14 0,-8 0-9 16,-1 0-6-16,-1-1-7 0,1 2-4 0,-1-2-6 15,-11 3-3-15,15-6-5 0,-5 2-4 16,0 1-5-16,-5-2 0 0,3-2-4 0,-2 1-1 16,1-2-7-16,-3-4-2 0,3 0 1 15,-5 1-4-15,2 0 0 0,3-1 0 16,-6 2-2-16,1 0 2 0,0-1 9 16,0 1 16-16,0 2 7 15,0-1 10-15,-2 9 14 0,0-17 7 0,0 10 0 0,0-2 10 16,-2 3 17-16,2 6-4 0,-2-15-2 15,2 9 4-15,0 6-6 0,-2-8 0 16,2 8-14-16,0-10-12 0,0 10-10 0,0 0-8 16,0 0-10-16,0 0-5 0,0 0 13 15,0 0 10-15,0 0 0 0,9 35 5 0,-5-12-2 16,1 9 4-16,2 2 2 0,0 4 1 16,1 2-14-16,-3-2 2 0,2 1-6 15,-2-2-7-15,3 1-18 0,-3-2-32 16,-1-9 0-16,1-4 0 0,-2-2 0 15,1-5 0-15,0-2 0 0,-1 1 0 0,-3-6 0 16,4-1 0-16,-2 0 0 0,2-2 0 16,-4 1 0-16,0-7 0 0,1 8 0 0,-1-8 0 15,0 0 0-15,0 0 0 0,4 6 0 16,-4-6 0-16,0 0 0 0,0 0 0 16,0 0 0-16,-5 8-222 0,-3-4-482 0,5 0-204 15,-5-1-5-15,3 3 79 0,0 0-734 16,1 0-1010-16</inkml:trace>
  <inkml:trace contextRef="#ctx0" brushRef="#br0" timeOffset="-152785.95">10663 17601 3157 0,'-1'-9'124'0,"1"9"0"0,0-8 50 0,0 8 55 0,0 0-6 0,-2-9-10 0,2 9-21 16,0 0-28-16,0 0-22 0,0 0-12 15,0 0-15-15,3-7-11 0,-3 7 32 16,0 0 14-16,0 0 7 0,2 24 13 0,0-10 24 15,0 3 13-15,3 5 3 0,-2 4-1 16,-1 7-3-16,0 3-8 0,0-6-6 0,0-3-6 16,1 0-9-16,-4-3-8 0,2 0-11 15,1-6-11-15,-2 1-12 16,2-1-36-16,-2-1-99 0,0-5 0 0,0-1 0 16,2-1 0-16,-4-2 0 0,2 1 0 15,0-9 0-15,0 12 0 0,0-12 0 0,2 10 0 16,-2-10 0-16,0 0 0 0,0 0-274 15,-7 0-260-15,7 0-117 0,0 0-232 16,-13-19 22-16,6 12 81 0,-2-4-651 0,2 1-882 16</inkml:trace>
  <inkml:trace contextRef="#ctx0" brushRef="#br0" timeOffset="-152436.17">10489 17611 3745 0,'4'-12'-46'16,"-3"3"26"-16,3-3 22 0,3 2 37 16,3 3 48-16,4-5 26 0,-2 4 13 15,6-1 4-15,1 6 5 0,2 0 3 0,6 4 2 16,7 4 1-16,4 7-6 0,-1 5-12 16,8 4-8-16,1 4 1 0,-3 6-9 15,-7 2-1-15,-3 4 7 0,-6 2 3 0,-6-2 10 16,-10-1 17-16,-3 0 21 15,-6 0 23-15,-4-5 13 0,-6 4 16 0,2-4 6 16,-3-2-1-16,-5-2-2 0,1-2-13 16,-4 0-13-16,2-7-17 0,1-4-17 0,-1 0-61 15,0-2-98-15,-4-2 0 0,-2-1 0 16,2-3 0-16,-2 0 0 0,4-3 0 16,4 0 0-16,-1-3 0 0,1 0 0 0,13 0-277 15,-25-8-136-15,14 3-41 0,3 0-38 16,-2-2-50-16,3 0-89 0,2-2-184 0,-6 1 75 15,6-1-562-15,1 3-759 0</inkml:trace>
  <inkml:trace contextRef="#ctx0" brushRef="#br0" timeOffset="-151985.97">11470 17611 3634 0,'0'-10'6'0,"0"3"33"0,2-1 66 0,-2 8 45 0,4-11 43 0,-4 11 25 0,0-9-5 0,0 9-15 0,0 0-22 16,1-5-19-16,-1 5 5 0,0 0 22 15,0 0 22-15,6 25-5 0,-6-10 1 0,0 3 3 16,0 8-3-16,0 2-13 0,0-1-15 16,0 13-13-16,-2-1-15 0,2 1-8 15,-2-1 0-15,2-3-1 0,-2-9-3 16,1-3-3-16,-3 0-5 0,2-4-11 15,0-3-8-15,-2-3-63 0,3-1-44 0,-1-3 0 16,-1 2 0-16,1-5 0 0,0 1 0 16,0 0 0-16,2-8 0 0,0 0-182 0,-9 5-258 15,9-5-106-15,0 0-146 0,0 0-197 16,-11-14 64-16,11 14 88 0,-5-15-583 16,5 4-776-16</inkml:trace>
  <inkml:trace contextRef="#ctx0" brushRef="#br0" timeOffset="-151702.46">11287 17613 3527 0,'-16'-6'63'0,"3"1"43"16,1 4 32-16,3-3 48 0,9 4 60 0,-15-3 47 15,15 3 29-15,-13-4-5 0,13 4-13 16,-12 0-14-16,12 0-19 0,0 0-7 0,0 0-4 15,0 0-4-15,0 0-13 0,0 0-21 16,46-6-22-16,-7 4-21 0,4-2-19 16,3 1-17-16,-1 0-13 0,-5-1-59 0,1-1-71 15,-11 3 0-15,-5 2 0 0,-6-3 0 16,0 1 0-16,-2 1-80 0,-3 1-111 0,-14 0-58 16,18-2-66-16,-18 2-67 0,16 2-59 15,-13 1-65-15,-3-3-125 16,2 7-165-16,-2-7 45 0,-5 17-558 0,-3-4-767 15</inkml:trace>
  <inkml:trace contextRef="#ctx0" brushRef="#br0" timeOffset="-151352.39">11153 18222 3822 0,'-15'5'163'0,"4"-1"27"0,-1-4 38 15,12 0 63-15,-11 4 43 16,11-4 26-16,0 0 29 0,0 0-12 0,0 0-14 16,0 0-20-16,0 0-33 0,49-4-34 15,-22 2-22-15,12-2-28 0,-1 2-28 16,-1-2-131-16,3 1-67 0,-8 2 0 0,-7-3 0 16,0 0 0-16,-1 3 0 0,-6 1 0 15,0-2 0-15,-1 0 0 0,-2 2 0 0,-4 0 0 16,-11 0 0-16,19-3 0 0,-19 3 0 15,18 0 0-15,-18 0 0 0,15-3 0 16,-15 3 0-16,9-2 0 0,-9 2 0 0,0 0 0 16,14-4 0-16,-14 4 0 0,0 0 0 15,0 0 0-15,7 0 0 0,-7 0-350 0,0 0-690 16,0 0 74-16,0 0 107 16,0 0-833-16,-21 14-1128 0</inkml:trace>
  <inkml:trace contextRef="#ctx0" brushRef="#br0" timeOffset="-146685.45">12011 17691 1800 0,'0'-14'230'0,"2"8"-47"0,-2 6 0 0,2-10-1 0,-2 10-5 0,2-13 5 15,-2 7-4-15,4 0 8 16,-4 6 6-16,3-15-5 0,-1 9-4 0,4-3 0 0,-3 2 0 16,2 0 4-16,-1 1 5 15,-4 6 7-15,5-11 2 0,-1 6-3 0,-4 5-5 16,4-9-13-16,-4 9-12 0,1-6-20 16,-1 6-18-16,0 0-3 0,0 0 35 15,0 0 14-15,4 22 4 0,-4-5-1 0,-2 2 4 16,0 4-1-16,2 15-2 0,-3 2-19 15,-1 0-12-15,2-3-14 0,0 3-10 0,2-5-9 16,0-3-9-16,-1-7-103 0,-1 0-4 16,2-7 0-16,0 1 0 0,0-5 0 15,0-3 0-15,0 2 0 0,0-3 0 0,-2-2 0 16,2 0 0-16,0-8 0 16,2 13 0-16,-2-8 0 0,0-5 0 0,-4 9 0 15,4-9 0-15,-5 5 0 0,5-5-104 16,0 0-374-16,-13 0-120 0,13 0-156 0,0 0-134 15,0 0 74-15,-12-14-735 0,7 9-993 16</inkml:trace>
  <inkml:trace contextRef="#ctx0" brushRef="#br0" timeOffset="-146218.36">12005 17665 3980 0,'0'-15'-65'16,"3"3"27"-16,0 3 20 0,7-1 30 0,-3-2 32 16,9 0 19-16,-2 1 26 0,4 2-5 15,0-1-3-15,2 3-10 0,3 0-8 16,-5 4-9-16,0 1 0 0,1 2-7 0,0 3-11 16,-2 4 0-16,2 2-3 0,-2 1-2 15,-4 2 0-15,1 2 1 0,-4 4 20 0,-7-4 32 16,4 3 31-16,-7 2 28 15,-7 3 24-15,4 1 17 0,-7 6 13 0,-1 0 6 16,-1-3-7-16,3-4-13 0,3-3-13 16,-2-3-24-16,6-5-10 0,0 1-5 15,2 0-10-15,2-3-11 0,5 5-6 0,-2-2-13 16,3-1-11-16,1 1-6 0,1-2-7 16,1-1-11-16,0 1 0 0,-1 2-2 0,-2-2-1 15,1-1 5-15,-2 3 18 0,0-2 14 16,-2 0 25-16,-3-1 30 15,0 4-131-15,-4-1-14 0,0 0 0 0,-5 2 0 0,-5-4 0 16,-1 4 0-16,-3-1 0 0,-2-1 0 16,0-3 0-16,-1 0 0 0,4-4 0 0,-1-2 0 15,2-1 0-15,-4-2 0 0,3-2 0 16,1-1 0-16,0-2 0 0,-6-4 0 16,7 2-99-16,-1-3-812 0,3 3-73 15,2 0 104-15,-5 2-928 0,5-2-1237 16</inkml:trace>
  <inkml:trace contextRef="#ctx0" brushRef="#br0" timeOffset="-143785.5">12853 17544 2291 0,'5'-7'428'0,"-2"0"-96"0,1 3-19 0,-4 4-39 0,7-11-12 0,-3 6-3 0,-4 5-4 16,6-7-4-16,-6 7 8 0,1-5 5 0,-1 5-1 15,0 0-15-15,5-8-11 16,-5 8-13-16,0 0-11 0,4-7-4 0,-4 7-10 15,0 0-16-15,0 0-19 0,-10-11-17 16,2 5-15-16,-1 2-15 0,-3-1-13 16,-1 0-5-16,-3 2-16 0,3-3-8 0,2 3-8 15,-3 0-4-15,3 1-8 0,-1-2-2 16,1 0-7-16,11 4-24 0,-14-4-22 0,5 1 0 16,9 3 0-16,-13-4 0 0,13 4 0 15,-9-4 0-15,9 4 0 0,0 0 0 16,-12-6 0-16,12 6 0 0,0 0 0 15,0 0 0-15,0 0 0 0,-13 18 0 16,13-2 0-16,-4 6 0 0,3 4 0 0,-6 12 0 16,3-1 0-16,-1 4 0 0,-1 3 0 15,1 8 0-15,3-11 0 0,0 2 0 16,2-3 0-16,0-1 0 0,2-10 0 0,0-2 0 16,0-4 0-16,-1-5 0 0,3-1 0 15,0 0 0-15,1-1 0 0,1-2 0 0,2 2 0 16,0-2 0-16,1-2 0 0,1 0 0 15,-1 0 0-15,0 0 0 0,2-1 0 0,-2 0 0 16,0-3 0-16,-2 1 0 0,6-2 0 16,-6-2 0-16,2 0 0 0,1 0 0 15,1-3 0-15,0 2 0 0,-11-4 0 16,22 1 0-16,-13-1 0 0,-9 0 0 16,23-1 0-16,-23 1 0 0,19-2 0 0,-19 2 0 15,13 0 0-15,-13 0 0 0,12-4 0 16,-12 4 0-16,12-2 0 0,-12 2 0 0,7-6 0 15,-3 0 0-15,-3 1-313 0,1-3-643 16,1-1 1-16,-1-1 78 0,-2 0-854 16,0 0-1164-16</inkml:trace>
  <inkml:trace contextRef="#ctx0" brushRef="#br0" timeOffset="-143602.36">12774 17923 4911 0,'0'0'97'0,"-20"-2"35"0,20 2 47 0,0 0 65 16,-15 0 40-16,15 0 26 0,0 0-6 0,0 0-18 16,0 0-34-16,0 0-30 0,2-10-23 15,-2 10-54-15,0 0-86 0,20-10-139 16,-13 8-174-16,-7 2-167 0,11-5-172 0,-5 1-294 16,-6 4 69-16,0 0 88 0,9-4-576 15,-9 4-765-15</inkml:trace>
  <inkml:trace contextRef="#ctx0" brushRef="#br0" timeOffset="-139755.21">13410 17619 3270 0,'7'-13'250'0,"-3"2"-43"0,2 3-20 0,0-2 45 15,2 1 14-15,-5 2 10 0,5-3 0 16,-5 3-7-16,-1 0-4 0,0 0-3 0,-2 7-13 15,7-8-25-15,-7 8-18 0,0 0 13 16,0 0 37-16,0 0 6 0,-9 39-12 0,2-5-13 16,-1 7 5-16,-1 10-9 15,-1-1-19-15,-1 6-15 0,4-5-179 0,-6-1 0 16,8-11 0-16,-1 1 0 0,-4-7 0 16,7 1 0-16,-5-10 0 0,4-4 0 15,3-2 0-15,-5-5 0 0,2-1 0 0,3-2 0 16,-1 1 0-16,-3-3 0 0,3-1 0 15,2-7 0-15,-3 9 0 0,3-9 0 0,0 0 0 16,-8 1 0-16,8-1 0 0,0 0 0 16,0 0-8-16,-16-17-733 0,13 8-182 15,-1-4 9-15,0-2 89 0,4-2-801 0,0-1-1064 16</inkml:trace>
  <inkml:trace contextRef="#ctx0" brushRef="#br0" timeOffset="-139488.68">13412 17602 4236 0,'2'-12'-20'16,"0"2"56"-16,-1 3 20 0,-1 2 34 16,0 5 37-16,0 0 59 0,13-5 59 0,-13 5 31 15,0 0 2-15,34 14 2 0,-10 1 0 16,4 8-6-16,6 6-16 0,3 1-17 16,-2 8-15-16,-3 2-19 0,0 1-13 0,2 2-20 15,-3-2-15-15,-2-3-15 0,-6-3-14 16,-7-6-16-16,0-2-114 0,1-1 0 0,-5-9 0 15,-5-4 0-15,-1-1 0 16,-1-2 0-16,2-3 0 0,-6 0 0 0,3 0 0 16,-4-7 0-16,4 7 0 0,-4-7 0 15,0 0-445-15,0 0-129 0,0 0-157 16,0 0-169-16,-2-29 78 0,0 18-783 0,0 3-1045 16</inkml:trace>
  <inkml:trace contextRef="#ctx0" brushRef="#br0" timeOffset="-139272.17">13528 17981 4900 0,'-12'2'211'0,"12"-2"38"16,-13 0 50-16,13 0 47 0,0 0 27 16,0 0-1-16,0 0-16 0,0 0-28 15,29-16-33-15,-6 11-33 0,1 1-62 0,8-6-200 16,-5 7 0-16,-4 0 0 0,-3 5 0 15,-5-2 0-15,-2 1 0 0,-2 4-309 0,1-1-119 16,-9 2-114-16,4-1-154 0,-5 1-173 16,-2-6 52-16,1 10-724 0,-1-10-984 15</inkml:trace>
  <inkml:trace contextRef="#ctx0" brushRef="#br0" timeOffset="-130290.42">14097 17573 2760 0,'2'-12'389'0,"1"-1"-78"0,-1 2-17 0,-2 4-11 16,0 7-10-16,0-10-7 0,0 10-23 0,0-8-23 16,0 8 5-16,0 0-27 0,0 0-23 15,-2-11-17-15,2 11-7 0,0 0 11 0,0 0 0 16,4 26-7-16,-1-7-7 0,-3 5 5 15,2 1-3-15,0 16-5 0,2-3-10 16,-2 6-4-16,-1 0-2 0,-1-1-8 0,0 0-8 16,2-1 0-16,-2-7 6 0,0-4 3 15,0-6-7-15,0-4-43 0,-2-3-72 16,1-1 0-16,1-2 0 0,0-3 0 16,0-2 0-16,0-1 0 0,0-1 0 0,0 1 0 15,0-9 0-15,0 10 0 0,0-10 0 16,0 7 0-16,0-7 0 0,0 0-276 15,0 0-230-15,0 0-101 0,0 0-168 0,0 0-90 16,0 0 80-16,-10-24-704 0,10 24-935 16</inkml:trace>
  <inkml:trace contextRef="#ctx0" brushRef="#br0" timeOffset="-130056.71">14094 17602 4273 0,'-8'-7'101'0,"5"2"15"0,3 5 14 16,0-12 32-16,0 12 54 0,13-10 35 0,-1 3 12 15,0-1-20-15,10 1-25 0,8-3-25 16,-3 3-19-16,-2 2-19 0,-1 1-23 0,-1 3-42 16,-2-1-77-16,-4 0-84 0,1 2-76 15,-6 0-95-15,2 0-99 0,-1 2-85 16,-1 1-109-16,-4-1-152 0,-1 2-4 0,0-1 65 15,-5 4-382-15,-2-7-484 0</inkml:trace>
  <inkml:trace contextRef="#ctx0" brushRef="#br0" timeOffset="-129806.96">14192 17824 3155 0,'-12'5'234'0,"4"-3"7"16,8-2 29-16,-12 3 46 0,12-3 66 15,0 0 33-15,-3 7 2 0,3-7-22 16,0 0-31-16,0 0-37 0,26 8-34 0,-10-8-28 16,2 2-29-16,4 0-21 0,-7-2-27 15,4 2-19-15,-3-2-19 0,-3 1-24 0,-13-1-93 16,21 2-33-16,-14-2 0 16,-7 0 0-16,20 3 0 0,-20-3 0 0,9 2 0 15,-9-2-97-15,0 0-157 0,5 5-100 16,-5-5-106-16,0 0-148 0,0 0-228 15,0 0 4-15,0 0 92 0,-14 18-624 0,10-14-818 16</inkml:trace>
  <inkml:trace contextRef="#ctx0" brushRef="#br0" timeOffset="-128088.75">14664 17549 3558 0,'0'0'-56'0,"-18"-3"46"0,18 3 34 0,0 0 56 0,-9-2 53 16,9 2 48-16,0 0 22 0,0 0 18 0,0 0 4 15,0 0-6-15,0 0-11 16,-6-5 11-16,6 5 18 0,0 0-1 16,22-7-4-16,-11 4-18 0,3-2-8 0,0 1-22 15,8-1-12-15,-6 0-14 0,-2 2-5 16,-1-1-4-16,3-1-7 0,-9 2-2 0,4-1-9 16,-1 1-6-16,-10 3-4 0,15-4-10 15,-9 1-9-15,-6 3-9 0,0 0-13 16,14-3-80-16,-14 3 0 0,0 0 0 0,0 0 0 15,12 10 0-15,-8 0 0 0,-2 5 0 16,2 4 0-16,-1 7 0 0,-3 0 0 0,1 11 0 16,-1 7 0-16,0 2 0 0,2-2 0 15,-2 0 0-15,0-1 0 0,2 1 0 16,0-7 0-16,-4 2 0 0,4-10 0 16,-2 0 0-16,2-9 0 0,-2-1 0 15,0 0 0-15,0-4 0 0,2-1 0 0,-2-2 0 16,0-2 0-16,0 0 0 0,1-1 0 15,-1-2 0-15,0-7 0 0,0 12 0 0,0-12 0 16,-1 11 0-16,1-11 0 0,0 9 0 16,-6-4 0-16,6-5 0 0,-14 10 0 0,3-8 0 15,-3 1 0-15,-1-1 0 0,-4 0 0 16,2-2 0-16,-4 0 0 0,2 0 0 16,0-2 0-16,4 0 0 0,0 1 0 15,1-1 0-15,1 0 0 0,2 2 0 16,11 0 0-16,-18-4 0 0,18 4 0 0,-14-2 0 15,14 2 0-15,-14-2 0 0,14 2 0 16,0 0 0-16,-15-2 0 0,15 2 0 0,0 0 0 16,-12-2 0-16,12 2 0 0,0 0 0 15,0 0 0-15,-13 0 0 0,13 0 0 16,0 0 0-16,0 0 0 0,0 0 0 0,0 0 0 16,0 0 0-16,-8 2-668 15,8-2-353-15,0 0-1190 0,0 0-1616 0</inkml:trace>
  <inkml:trace contextRef="#ctx0" brushRef="#br0" timeOffset="-125857.54">15508 17553 5548 0,'0'0'-159'0,"9"-5"81"0,-9 5 3 0,0 0 40 0,0 0 44 0,0 0 57 0,4-7 47 0,-4 7 14 16,0 0 10-16,0 0-7 15,0 0-12-15,0 0-10 0,0 0 2 0,0 0-9 16,4-7 6-16,-4 7 5 0,0 0 6 16,0 0 10-16,0 0 4 0,0 0-6 0,0 0-17 15,-4-10-4-15,4 10-14 0,-4-9-5 16,4 9-9-16,-7-10-3 0,1 6-8 16,6 4-5-16,-12-8-4 0,5 5-10 0,-2-1-4 15,9 4-7-15,-25 0 7 16,7 4 3-16,-4 1 11 0,-7 8 5 0,1 5 9 0,1 2 5 15,2 4-35-15,0 1-41 16,7 7 0-16,0 1 0 0,7 1 0 0,3 3 0 16,4 4 0-16,4-1 0 0,8-3 0 15,2 1 0-15,2-4 0 0,4-3 0 0,6 0 0 16,-4-4 0-16,3-2 0 0,4-5 0 16,-1-3 0-16,1-1 0 0,-2-7 0 15,-2-1 0-15,-4-3 0 0,2-2 0 0,-2 1 0 16,1-2 0-16,-4-1 0 0,-2 1 0 15,1-2 0-15,-2 2 0 0,-11-2 0 0,16 2 0 16,-16-2 0-16,14 1 0 16,-14-1 0-16,9 2 0 0,-9-2 0 0,9 2 0 0,-9-2 0 15,0 0 0-15,0 0 0 16,0 0 0-16,0 0-135 0,-18 11-926 0,6-4 81 16,-3 0-1066-16,-4 2-1459 0</inkml:trace>
  <inkml:trace contextRef="#ctx0" brushRef="#br0" timeOffset="-120708.78">15830 17660 5200 0,'0'0'-286'0,"0"0"56"0,4-10 55 0,-4 10 54 0,0 0 56 16,2-6 40-16,-2 6 42 0,0 0 16 16,0 0 1-16,0 0 3 0,0 0-7 0,-2-11 2 15,2 11 2-15,0 0 0 16,0 0 8-16,0 0-1 0,-4-8-1 0,4 8 5 0,0 0 3 15,0 0 15-15,0 0 6 16,0 0 15-16,0 0 16 0,0 0 17 0,0 0 13 16,0 0 9-16,0 0 10 0,2-9 8 15,-2 9 9-15,0 0 8 0,0 0-2 16,0 0-9-16,0 0-8 0,0 0-11 0,-8-7-6 16,8 7-14-16,0 0-1 0,0 0-11 15,0 0-6-15,0 0-12 0,0 0 4 0,0 0-8 16,0 0-2-16,0 0-4 0,0 0-2 15,0 0-6-15,0 0-2 0,0 0-7 16,0 0-7-16,0 0-32 0,0 0-28 0,0 0 0 16,0 0 0-16,0 0 0 15,8 39 0-15,-6 0 0 0,0 2 0 0,-2 15 0 16,4 4 0-16,-2 2 0 0,-2-2 0 16,0 2 0-16,1-4 0 0,1-5 0 0,2-10 0 15,-2-3 0-15,2-4 0 0,-3-7 0 16,1-8 0-16,0-1 0 0,3-3 0 15,-3-3 0-15,-2-4 0 0,0 2 0 0,1-3 0 16,-1-2 0-16,0-1 0 0,2-1 0 16,-2-5 0-16,0 9 0 0,0-9 0 0,0 0 0 15,0 0 0-15,0 0 0 16,0 0 0-16,0 0 0 0,0 0 0 0,2-24 0 16,0 15 0-16,0-1-389 0,-2-2-481 15,0-1-95-15,2 1 89 0,-2-1-855 16,0 3-1165-16</inkml:trace>
  <inkml:trace contextRef="#ctx0" brushRef="#br0" timeOffset="-120489.46">15953 18110 4476 0,'7'-13'-98'15,"-2"0"53"-15,3 1 40 0,-1 1 62 0,5-7 59 0,1 1 42 0,8-7 16 16,1 1 1-16,-6 0-7 0,6 0-23 0,-6 3-11 15,4-1-15-15,-7 4-12 0,0 3-52 16,-3 2-54-16,-5 2-70 0,3 2-89 0,-6-1-63 16,0 2-58-16,-2 7-64 0,0 0-73 15,-7-5-90-15,7 5-105 0,-23 7 17 16,3 3-270-16,-7 5-348 0</inkml:trace>
  <inkml:trace contextRef="#ctx0" brushRef="#br0" timeOffset="-120275.34">15792 18090 2482 0,'-6'5'87'0,"4"2"33"15,2-7 73-15,8 15 71 0,-1-8 57 16,3 3 36-16,7 0 19 0,10 6 0 0,-1 1-7 16,5 0-12-16,-1 0-17 0,3 3-23 15,-5-6-28-15,5 3-21 0,-5 0-25 16,-1-2-25-16,-6-5-22 0,-2 0-18 16,-5-4-13-16,-1 2-23 0,-3-1-13 15,-3-2-16-15,3-2-9 0,-5 1-13 0,-5-4-21 16,10 7-44-16,-4-4-35 0,-6-3-63 15,0 0-76-15,5 9-110 0,-5-9-133 16,0 0-116-16,0 0-143 0,0 0-229 0,-28 1 83 16,28-1 89-16,-15 0-577 0,15 0-742 15</inkml:trace>
  <inkml:trace contextRef="#ctx0" brushRef="#br0" timeOffset="-119225.77">16810 17783 3533 0,'7'-7'-25'0,"-1"1"23"0,-6 6 37 0,7-4 35 0,-7 4 49 0,8-7 41 16,-8 7 20-16,6-4 8 0,-6 4-5 15,7-6-10-15,-7 6-8 0,0 0-6 0,0 0-10 16,6-4-4-16,-6 4-8 0,0 0-8 16,0 0-5-16,0 0-13 0,0 0-7 15,4-8 4-15,-4 8-13 0,0 0-9 0,0 0-8 16,0 0-12-16,-10-14-6 0,10 14-3 16,-7-9-3-16,3 3-7 0,-1 2-5 15,-4-4-2-15,2 3-5 0,0-1 2 0,-4 0-1 16,0 0-2-16,-1-2-4 15,-4 4-7-15,-3-1 4 0,2-1-4 0,-3 4-5 16,2-1 3-16,-3 2-3 0,-1 2 1 16,-2 2 2-16,-1 3 13 0,-7 7 19 0,3 5 22 15,-1 3 16-15,5 4 6 0,0 10 11 16,0 4 4-16,5 4 7 0,4 1 6 16,9-5 2-16,1-1-3 0,6 1-2 0,4 0-30 15,3-2-92-15,6-1 0 0,10 4 0 16,-1-10 0-16,6 2 0 0,-3-6 0 0,-1-6 0 15,5-3 0-15,-10-5 0 16,1-3 0-16,-8-3 0 0,0 0 0 0,0-4 0 16,1-2 0-16,-13 0 0 0,21-2 0 15,-14-4 0-15,3 0 0 0,-2-3 0 16,-5-3 0-16,5 0 0 0,-5-1 0 0,-3-2 0 16,2 3 0-16,-4 1 0 0,2 2 0 15,0-2 0-15,-1 5 0 0,1-3 0 0,0 9 0 16,-2-10 0-16,2 10 0 0,-4-8 0 15,4 8 0-15,-2-9 0 0,2 9 0 16,0 0 0-16,6-11 0 0,-3 6 0 0,-3 5 0 16,16-10 0-16,-5 5 0 15,3 2 0-15,-1-1 0 0,3 4 0 0,-16 0 0 16,30 5 0-16,-15 0 0 0,3 4 0 0,-4 1 0 16,2 4 0-16,-1-1 0 0,-3 5 0 15,-5-5 0-15,3 5 0 0,-1-1 0 16,-5-1 0-16,2 1 0 0,-1-4 0 15,-3 0 0-15,2 0 0 0,0-3 0 0,-2 1 0 16,1-1 0-16,-1-2 0 0,1-1 0 16,-1 0 0-16,0 0 0 0,-1-2 0 0,-1-5 0 15,4 7 0-15,-4-7 0 0,0 0-111 16,0 0-536-16,0 0-166 0,0 0-117 16,0 0 88-16,11-21-807 0,-7 15-1086 15</inkml:trace>
  <inkml:trace contextRef="#ctx0" brushRef="#br0" timeOffset="-118790.73">17290 17662 4841 0,'8'-10'36'0,"-5"0"15"0,3 4 40 0,-2 3 47 0,-4 3 58 0,0 0 57 0,0 0 40 15,17 27 15-15,-11-6 4 0,-5 18-3 16,-1 5-15-16,-7 14-1 0,0 0 3 16,-3 2 8-16,-3 1-128 0,-1-5-176 15,-1 0 0-15,1 0 0 0,5-9 0 0,1-7 0 16,1-2 0-16,2-6 0 0,4-4 0 16,1-8 0-16,0-1 0 0,4-2 0 0,2-3 0 15,1-2 0-15,4-1 0 0,7-2 0 16,1-2 0-16,3 0 0 0,1-1 0 15,1-2 0-15,1 1 0 0,1 0 0 0,-4-5 0 16,3 4 0-16,-1-2 0 0,-6 0 0 16,0-1 0-16,-6 2 0 0,4-3 0 15,-5 2 0-15,-11-2 0 0,18 2 0 0,-18-2 0 16,15 0 0-16,-15 0 0 0,0 0 0 16,13 2 0-16,-13-2 0 0,0 0 0 15,0 0 0-15,0 0 0 0,4 3 0 0,-4-3 0 16,0 0 0-16,0 0 0 0,-30 0-436 15,30 0-617-15,-25 4 124 0,12 0-1034 16,-5-1-1383-16</inkml:trace>
  <inkml:trace contextRef="#ctx0" brushRef="#br0" timeOffset="-117873.89">18451 18345 6001 0,'-16'-8'206'0,"16"8"-27"0,-8-5-2 0,8 5 15 0,-5-6 9 0,5 6-8 0,-2-8-15 0,2 8-22 15,4-12-16-15,-1 5-19 0,9-2-51 16,0-2-50-16,0 0-113 0,2 3-133 0,5-4-143 16,0 4-124-16,1 1-150 15,-7 3-204-15,-4 0 51 0,-9 4 94 0,0 0-545 16,0 0-707-16</inkml:trace>
  <inkml:trace contextRef="#ctx0" brushRef="#br0" timeOffset="-117725.95">18420 18456 3882 0,'-4'7'307'0,"3"-1"14"15,1-6 22-15,0 0 35 0,0 0 27 16,25-4 8-16,-9-3-4 0,4 0-43 0,5-4-32 16,9-2-32-16,-4-2-36 0,2 1-66 15,1 2-89-15,3-2-118 0,-6-1-162 0,-5 6-180 16,-3 1-150-16,-2 1-195 16,-4 6-206-16,-4-3 87 0,-2 2 94 0,-10 2-603 15,14 6-779-15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50:57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4825 1956 3310 0,'0'0'329'0,"0"0"9"0,3-14-11 0,-3 14-7 0,0-7 15 0,0 7 8 0,0 0-7 16,2-11-19-16,-2 11-21 0,0-7-4 15,0 7-4-15,0 0 4 0,2-11-20 16,-2 11-18-16,0 0-32 0,0 0-28 0,0 0-68 15,0 0-126-15,0 0 0 0,4 28 0 16,-2-3 0-16,0 10 0 0,-1 5 0 0,2 3 0 16,1 1 0-16,0-1 0 0,-3-2 0 15,1-4 0-15,2 1 0 0,-2-9 0 16,0-4 0-16,-2-1 0 0,1-6 0 0,-1-2 0 16,-1-2 0-16,1 1 0 15,0-3 0-15,-2-2 0 0,2-1 0 0,-4-2 0 0,0-2 0 16,-1-3 0-16,5-2-89 0,0 0-566 15,0 0-153-15,-25-14-117 0,18 3 82 16,-4-2-814-16,9-1-1093 0</inkml:trace>
  <inkml:trace contextRef="#ctx0" brushRef="#br0" timeOffset="318.19">4827 1867 4190 0,'-2'-8'-101'0,"0"1"74"16,2 7 49-16,-2-11 20 0,2 11 33 16,4-6 10-16,-4 6 9 0,11-6 7 15,-11 6 0-15,17 0-5 0,-17 0-4 16,29 4-6-16,-14-2-2 0,2 6-3 16,-2-1-3-16,3 2-3 0,-4 1 4 0,2 2 4 15,-5-2 4-15,-1 0 0 0,-2 2 12 16,-4 1 6-16,-3-4 4 0,-1 3 2 0,-1 0-2 15,-3 0-2-15,-4 1-14 0,0-3-3 16,1-2-10-16,-1-1-15 0,-3-2-36 16,1 0-46-16,-1-1-52 0,11-4-62 0,-21-2-67 15,12 0-79-15,9 2-92 0,-20-5-118 16,13 2-163-16,7 3-63 0,-8-4 84 0,8 4-380 16,0 0-485-16</inkml:trace>
  <inkml:trace contextRef="#ctx0" brushRef="#br0" timeOffset="866.75">5320 2344 3072 0,'-11'2'172'0,"11"-2"32"0,0 0 21 0,-9 5 16 16,9-5 5-16,0 0-2 0,0 0-5 15,0 0-24-15,0 0-14 0,0 0-15 16,0 0-19-16,0 0-11 0,0 0-10 0,0 0-19 16,0 0-9-16,0 0-9 15,0 0-10-15,28-15-4 0,-28 15-15 0,10-7 4 16,-7 1-13-16,-1-3-2 0,0 0 1 16,-2-4-9-16,-2-1-6 0,0-1-3 0,-1-1-1 15,-3-1-5-15,-1-1-3 0,-2-1-3 16,2 2 3-16,-1 5-3 0,-2-2-6 0,1 3-5 15,2 3-7-15,-2 1 2 16,4 2-11-16,-3 0-6 0,3 0 4 0,-1 2-13 16,6 3 0-16,-8-6-2 0,8 6-2 0,-6-5-2 15,6 5 0-15,0 0 6 16,0 0 7-16,20-6-4 0,-7 2 0 0,4-1-2 16,6 0 6-16,1-1-9 0,0 2 5 15,-5 2 5-15,-1 2-8 0,2 0-4 0,-1 4 2 16,0 6 5-16,-2 0 2 0,0 3 1 15,2 8-3-15,-3 3 5 0,-1 3 0 16,1 0 0-16,-4 0 2 0,-4 2 0 0,0-6-3 16,-2-3 5-16,-1-4 7 0,-1 1-16 15,1-2-2-15,1-1 5 0,-1-1 1 0,-2-3-6 16,1-1-2-16,0 0-4 0,-2-4-3 16,1 3-14-16,-1-3-27 0,-2-5-48 15,7 4-60-15,-7-4-77 0,0 0-83 16,18-11-88-16,-9 3-109 0,1-2-160 15,2-1-66-15,-3-1 82 0,3-1-480 0,-1-1-607 16</inkml:trace>
  <inkml:trace contextRef="#ctx0" brushRef="#br0" timeOffset="1317.08">5928 2112 3261 0,'-8'7'72'0,"8"-7"56"0,0 0 20 0,0 0 12 0,-7 5 29 0,7-5 19 0,0 0 9 15,0 0-1-15,0 0-15 0,0 0-16 16,27 6-18-16,-27-6-17 0,22 0-17 0,-22 0-6 16,23-6-12-16,-11 3-11 0,-1-2-7 15,0 1-6-15,-1-2-7 0,0 2 13 0,-3-3 0 16,-1 1 14-16,-3 0 5 0,-3 6-1 15,3-14-9-15,-3 14-14 0,-5-13-7 16,-2 8-11-16,-2 0-14 0,-3 5-8 16,12 0-2-16,-33 0-15 0,15 8-11 15,-5 1-4-15,3 1 2 0,-2 6-9 0,3-1-8 16,6 0 0-16,-1 1 2 0,5-1 3 16,2 2-7-16,0 0 4 0,3 0-2 0,4-3 13 15,2 1 2-15,2 1-6 0,4-1 7 16,3 0 1-16,3 1-2 0,1-3 1 15,10 1-4-15,-4-2 0 0,-1-3-4 0,-4-3-4 16,1 0-11-16,-1 2-31 0,-4-5-45 16,2 2-59-16,-3-2-61 0,0-1-89 0,1 2-98 15,0 0-122-15,-5-2-164 0,1 0-109 16,2 2 63-16,-5-1-528 0,2 0-707 16</inkml:trace>
  <inkml:trace contextRef="#ctx0" brushRef="#br0" timeOffset="2233.64">6450 2230 3234 0,'0'0'-76'0,"-9"0"50"0,9 0 35 0,0 0 34 0,0 0 27 15,0 0 35-15,0 0 19 0,0 0 15 16,0 0 22-16,0 0 18 0,0 0 19 0,0 0-2 15,0 0-8-15,0 0-6 0,48-6-24 16,-34 6-15-16,8 0-12 0,-3 0-15 0,-1-4-10 16,-2 4-5-16,-3 0-19 15,-13 0-7-15,23-2 3 0,-12 2-25 0,-11 0-15 16,16-1-30-16,-16 1-37 0,0 0-49 16,17 1-61-16,-17-1-58 0,10 0-79 15,-10 0-77-15,0 0-109 0,9 2-160 0,-9-2-9 16,2 6 66-16,-2-6-273 0,2 11-323 15</inkml:trace>
  <inkml:trace contextRef="#ctx0" brushRef="#br0" timeOffset="2983.86">4744 3343 2334 0,'0'0'99'0,"-3"-8"34"0,3 8 29 0,-2-7 21 0,2 7 42 0,0 0 33 16,0 0 24-16,-4-9 1 0,4 9-6 15,0 0-16-15,0 0 48 0,2 26 23 16,0-1-11-16,3 15-19 0,-1 13-22 0,3 2-27 15,-4 2-23-15,1-1-22 0,1 0-18 16,-1-13-15-16,-2 2-17 0,0 0-13 0,2-6-15 16,-3 1-10-16,2-4-11 0,-1-11-10 15,-2-1-11-15,0-8-8 0,0 0-24 0,2-4-39 16,-2-2-37-16,0-3-80 0,0-7-88 16,0 10-89-16,0-10-115 0,0 0-119 15,0 0-125-15,0 0-163 0,-7-27 20 0,7 9 90 16,-3-2-572-16,-1-6-722 0</inkml:trace>
  <inkml:trace contextRef="#ctx0" brushRef="#br0" timeOffset="3268.45">4674 3357 3453 0,'2'-12'15'0,"2"0"23"0,-4 3 15 15,3 2 32-15,3 3 19 0,2-5 23 16,1 7 13-16,-9 2 2 0,29 2 0 0,-8 0-8 15,2 5-14-15,12 4-12 0,-3 3-11 16,-1 1-6-16,-5 2-7 0,0 0 2 16,-1-1 9-16,-7 1 11 0,-7-1 11 15,-2 1 1-15,-3 1 15 0,-4-1-3 16,-2 0-9-16,-2-1-2 0,-4 2-19 0,-1-1-10 16,-3-5-7-16,-1 2-11 0,-1-4-22 15,-1-1-28-15,-1-3-39 0,2-4-44 0,-4-2-52 16,16 0-62-16,-27-3-72 0,14-1-74 15,2 1-72-15,-3-3-92 0,7 2-115 16,1 2-50-16,6 2 61 0,-10-5-338 0,10 5-406 16</inkml:trace>
  <inkml:trace contextRef="#ctx0" brushRef="#br0" timeOffset="3600.02">5210 3631 2715 0,'0'12'116'0,"-5"0"45"0,3-1 17 0,-1-1 40 16,1 2 32-16,-2 3 11 0,2-1 4 16,1 1-15-16,-1-2-21 0,2-2-21 0,0 1-22 15,2 1-14-15,-1-3-18 0,3-1-13 16,3-1-8-16,0-3-16 0,2 0-10 16,-9-5-22-16,23 0-21 0,-23 0-29 15,27-8-15-15,-12 3-1 0,2-6-2 0,-4 1-1 16,-2 0 3-16,-2-2 16 0,-4-2 7 15,-1-2 7-15,0 0 12 0,-4-1 10 16,-2-2-3-16,-4-4-3 0,-1 7-5 0,0-4-4 16,-2 6-13-16,4 2-13 0,-5 4-22 15,0 1-26-15,1 4-26 0,0 1-43 0,9 2-41 16,-23 7-52-16,14-2-67 0,-4 3-64 16,2 1-83-16,2 0-132 0,3 1-198 15,0-2 69-15,4 2 75 0,4-4-383 0,-2-6-440 16</inkml:trace>
  <inkml:trace contextRef="#ctx0" brushRef="#br0" timeOffset="3950.91">5713 3427 2827 0,'-6'-9'116'0,"2"4"49"15,1-1 29-15,3 6 21 0,-9-7 3 16,9 7-10-16,0 0-14 0,-16 0-13 15,16 0-15-15,-18 10-17 0,11-2-14 0,-1 4-13 16,-1 3-16-16,1-1-11 0,4 0-20 16,2 1-28-16,0-3-19 0,4 2-9 0,2 3-2 15,1 0-2-15,4-6 1 0,0 1 14 16,-2 1 16-16,5-2 29 0,0 3 31 0,-1-3 32 16,-1-1 34-16,-1 2 37 15,-2 1 20-15,4-4 13 0,-6 3 9 0,1-1 4 16,-3 1-8-16,-1-1-18 0,0 1-21 15,-4 2-15-15,0-2-24 0,-3 2-85 16,-1-2-84-16,-2-1 0 0,1 2 0 0,-3-3 0 16,-2 0 0-16,3-5 0 0,-2 1 0 15,2-6 0-15,-1 0-282 0,-3-6-113 0,2-3-124 16,-3-5-125-16,6-3-185 0,-2-4 18 16,6-2 86-16,-3 1-631 0,5-4-810 0</inkml:trace>
  <inkml:trace contextRef="#ctx0" brushRef="#br0" timeOffset="4182.3">6041 2927 3978 0,'1'-10'191'15,"1"4"70"-15,0 0 42 0,-2 6 14 16,0 0-3-16,0 0-19 0,0 0 10 16,0 0 20-16,7 20 4 0,-2 1-30 0,2 16-31 15,-1 4-21-15,1 11-27 0,2 2-22 16,-2 1-16-16,2-3-24 0,-3-1-157 0,-1-6-1 15,0-2 0-15,-1-1 0 0,-1-1 0 16,-1-4 0-16,0-8-98 0,0-3-161 0,0-4-74 16,-4-3-75-16,4-2-74 15,-4-3-82-15,2-2-87 0,-4-2-125 0,2-3 60 16,1-4-612-16,1-3-784 0</inkml:trace>
  <inkml:trace contextRef="#ctx0" brushRef="#br0" timeOffset="4366.43">6060 3571 3412 0,'-5'-5'-1'0,"5"5"97"15,-5-8 73-15,5 8 56 0,0 0 54 0,-6-7 53 16,6 7 37-16,0 0 12 0,0 0 6 16,0 0-10-16,0 0-24 0,16-8-36 15,-16 8-34-15,22-2-29 0,-8 0-28 0,-1 0-51 16,3-1-57-16,-2-1-61 0,0 3-93 16,-3-1-103-16,0-2-97 0,-11 4-108 15,20-2-118-15,-13 2-137 0,-7 0-168 0,16 2-10 16,-16-2 84-16,9 4-585 0,-9-4-736 15</inkml:trace>
  <inkml:trace contextRef="#ctx0" brushRef="#br0" timeOffset="5584.47">5002 4633 3761 0,'2'-8'158'0,"0"2"52"0,-2 6 17 0,0 0 7 0,2-6 11 0,-2 6 50 0,0 0 22 0,2 23 24 0,-2-2 1 15,1 5-9-15,-2 13-19 0,2 5-22 16,1-3-26-16,-2 2-24 0,4 3-26 15,-2-4-23-15,1-1-13 0,0 0-155 16,-1-3-25-16,0-9 0 0,0-5 0 0,-2-5 0 16,2-2 0-16,-2-1 0 0,0-4 0 15,0-3 0-15,-2 1-24 0,2-4-342 0,0-6-118 16,0 0-111-16,0 0-129 0,0 0-115 16,0 0 74-16,-9-35-729 0,8 11-942 15</inkml:trace>
  <inkml:trace contextRef="#ctx0" brushRef="#br0" timeOffset="5765.8">4825 4736 4473 0,'-16'0'147'15,"5"0"50"-15,11 0 44 0,-18-4 46 16,18 4 28-16,0 0-3 0,-11-1-12 16,11 1-17-16,0 0-19 0,0 0-28 0,23-16-25 15,1 11-23-15,0-2-31 0,9 0-65 16,1 0-80-16,2 1-118 0,-5 4-111 0,-5 0-132 15,12 4-150-15,-2 3-186 0,-2 4-150 16,-5 4 82-16,-6 6-700 0,-8 7-901 0</inkml:trace>
  <inkml:trace contextRef="#ctx0" brushRef="#br0" timeOffset="5949.2">4916 5303 4369 0,'-21'12'240'0,"4"-3"65"16,3-1 25-16,2-3 42 0,1 1 34 15,2-3 9-15,9-3-10 0,-13 3-32 0,13-3-37 16,-10 4-32-16,10-4-43 0,0 0-186 16,0 0-75-16,0 0 0 0,44-14 0 0,-11 2 0 15,3-2-132-15,6-4-402 0,4-3-205 16,-7-1-175-16,6-2 79 0,-4 0 85 16,-7 6-708-16,11-1-907 0</inkml:trace>
  <inkml:trace contextRef="#ctx0" brushRef="#br0" timeOffset="6316.74">5420 4988 4389 0,'-14'-7'167'16,"14"7"30"-16,-8-4 14 0,8 4 17 15,0 0 23-15,-12-3 4 0,12 3 6 0,0 0 15 16,0 0-4-16,0 0-28 0,0 0-22 16,3 22-20-16,1-13-22 0,1 1-18 15,-3 0-11-15,4 4-1 0,-2 1 9 0,-3 1 11 16,-1-1-126-16,2-1-44 15,-4-1 0-15,2 1 0 0,-1 2 0 0,-5-1 0 16,4-2 0-16,-2-4 0 0,3 2 0 0,-1-5 0 16,2-6 0-16,0 10 0 0,0-10 0 15,0 0 0-15,0 0 0 0,2-27 0 16,3 13 0-16,3-6 0 0,-1 3 0 0,3 0 0 16,1 1 0-16,-2 6 0 0,2 0 0 15,-2 5 0-15,0 1 0 0,3 1 0 0,-1 3 0 16,-11 0 0-16,21 3 0 0,-10 3 0 15,2 2 0-15,-1 3 0 0,1-1 0 0,-1 3 0 16,1 1 0-16,1 0 0 0,-5-2 0 16,-1-1 0-16,2-1 0 0,-3-1 0 0,-1-1-138 15,-1-4-567-15,4 4-164 0,-2-3-21 16,2-1 91-16,4 0-830 0,3-5-1068 16</inkml:trace>
  <inkml:trace contextRef="#ctx0" brushRef="#br0" timeOffset="6533.1">6209 4825 5227 0,'-22'1'449'0,"3"1"24"0,4 0 32 16,3 0 2-16,3 0-13 16,9-2-34-16,-13 4-384 0,13-4-76 0,0 0 0 0,-6 3 0 15,6-3 0-15,0 0 0 0,30 8 0 16,-11-7 0-16,5-1 0 0,2-1 0 15,-2-5 0-15,3 4 0 0,-2-5 0 0,7-3 0 16,-3-3-1028-16,2-1 63 0,-6 4 102 16,-8 0-951-16,-2-1-1243 0</inkml:trace>
  <inkml:trace contextRef="#ctx0" brushRef="#br0" timeOffset="6816.26">6720 3446 4696 0,'-11'0'34'16,"11"0"97"-16,0 0 50 0,-17 0 72 15,17 0 34-15,0 0 42 0,0 0 17 0,0 0-9 16,0 0-15-16,0 0-26 0,-8-4-31 16,8 4-29-16,0 0-25 0,27-17-45 15,-11 12-85-15,4-2-118 0,2-3-141 0,-1 3-150 16,3 0-167-16,-1 2-224 0,7-5-185 16,-3 7 91-16,-4 2-784 0,-1-2-1039 15</inkml:trace>
  <inkml:trace contextRef="#ctx0" brushRef="#br0" timeOffset="11630.91">7133 1988 3940 0,'0'0'-201'0,"-6"-10"73"0,6 10 68 0,0 0 64 0,-2-7 51 0,2 7 53 0,0 0 47 15,-8-7 30-15,8 7 28 16,0 0 21-16,0 0 12 0,-6-5 19 0,6 5 0 16,0 0-8-16,0 0-5 0,-5-6-11 15,5 6-12-15,0 0-7 0,0 0-10 0,0 0-17 16,0 0-12-16,-8-6-15 0,8 6-17 16,0 0-17-16,0 0-14 15,0 0-14-15,0 0-7 0,0 0-17 0,0 0-5 0,-9-3-10 16,9 3-9-16,0 0-1 0,0 0-57 15,0 0 0-15,-3 19 0 0,1-11 0 16,2 5 0-16,0 2 0 0,0 3 0 16,0 7 0-16,0 2 0 0,2 10 0 0,-4-2 0 15,4 3 0-15,-2-7 0 0,0-4 0 16,0 1 0-16,-2-5 0 0,2 2 0 16,-1-4 0-16,-1-3 0 0,2-4 0 0,-2 0 0 15,2 0 0-15,0-2 0 0,-2-4 0 16,2 1 0-16,-2-1 0 0,2-8 0 0,0 10 0 15,0-10 0-15,0 0 0 0,-2 7 0 16,2-7 0-16,0 0 0 0,0 0 0 16,-11-27 0-16,9 12 0 0,-2-8 0 15,0-2 0-15,0-14 0 0,1 0 0 16,-1-2 0-16,0 0 0 0,-1 0 0 0,1 3 0 16,-1-1 0-16,4 3 0 0,-3 9 0 15,2 2 0-15,2 6 0 0,-2 1 0 0,0-2 0 16,2 7 0-16,0-1 0 0,0-1 0 15,4-1 0-15,0 3 0 0,1-3 0 16,6 3 0-16,0-1 0 0,2 2 0 0,4 1 0 16,4 2 0-16,2 5 0 0,-6 2 0 15,8 6 0-15,0 1 0 0,5 7 0 0,-5 3 0 16,-1 1 0-16,-2 6 0 0,-7-3 0 16,-5 0 0-16,-7-1 0 0,1 3 0 15,-2 0 0-15,-6 0 0 0,0 2 0 16,-1-3 0-16,-9 9 0 0,3-2 0 15,-5-2 0-15,5-4 0 0,0-7 0 0,6-4 0 16,-4 0 0-16,4-3 0 0,-1-2 0 16,2-2 0-16,4-3 0 0,-12 4 0 0,12-4 0 15,0 0 0-15,-11 2 0 0,11-2 0 16,0 0 0-16,0 0 0 0,0 0 0 0,0 0 0 16,-13 5 0-16,13-5 0 0,8 15 0 15,-5-5 0-15,5 6 0 0,2 1 0 16,1-1 0-16,0 0 0 0,1 1 0 15,-1 0 0-15,0-3 0 0,3 1 0 16,-5-1 0-16,-1-2 0 0,0-3 0 0,0-1 0 0,-3 0 0 16,3 1 0-16,-5-4 0 15,2 0 0-15,-5-5 0 0,9 8 0 0,-9-8 0 16,7 6 0-16,-7-6 0 0,4 6 0 16,-4-6 0-16,4 4 0 0,-4-4 0 15,6 3 0-15,-6-3 0 0,0 0 0 0,0 0 0 16,0 0 0-16,0 0 0 15,0 0-538-15,0 0-169 0,13-17-238 0,-9 9 83 0,-2-3 99 16,3 1-725-16,2-2-936 0</inkml:trace>
  <inkml:trace contextRef="#ctx0" brushRef="#br0" timeOffset="13498.93">7765 1895 3843 0,'0'0'-139'0,"0"-9"67"0,0 9 55 0,0-9 48 0,0 9 48 0,0 0 33 0,0-10 32 16,0 10 12-16,0 0 5 0,-1-8-6 16,1 8-4-16,0 0-5 0,0 0-10 15,-2-9-7-15,2 9-6 0,0 0-7 0,0 0-2 16,0 0-12-16,0 0 1 0,2-9-8 15,-2 9-3-15,0 0-2 0,0 0 9 0,0 0 5 16,0 0 13-16,0 0-6 0,0 0 13 16,0 0 7-16,1-8-1 0,-1 8 4 15,0 0-11-15,0 0-6 0,0 0-10 16,0 0-9-16,0 0-9 0,0 0-16 16,0 0-10-16,0 0-9 0,0 0 2 0,0 0-6 15,0 0-4-15,-5 31-1 0,7-18-3 16,-2 8 13-16,-33 220-117 31,32-203 441-31,-6-2-323 0,1 0-78 0,1 0 44 16,-1-4-22-16,3-5 0 0,-1-7 0 0,1-1 0 15,1-3 0-15,0-3 0 0,-1-1 0 16,1-3 0-16,0-1 0 0,0 1 0 16,2-2 0-16,2 0 0 0,-2-7 0 15,4 6 0-15,1-2 0 0,4-1 0 16,-9-3 0-16,18 2 0 0,-4-2 0 0,-3 0 0 15,-11 0 0-15,23-2 0 0,-14 2 0 16,3 0 0-16,-12 0 0 0,13 0 0 16,-13 0 0-16,0 0 0 0,18 0 0 0,-18 0 0 15,0 0 0-15,13-1 0 0,-13 1 0 16,0 0 0-16,0 0 0 0,11 0-103 16,-11 0-395-16,0 0-209 0,0 0-224 0,0 0-121 15,10 1-290-15,-10-1 4555 16,0 0-4153-1,0 0 105-15,0 0-864 0,0 0-1134 16</inkml:trace>
  <inkml:trace contextRef="#ctx0" brushRef="#br0" timeOffset="15132.12">8295 1970 4292 0,'0'0'-184'0,"-4"-11"74"0,4 11 50 0,0-13 45 0,-2 6 46 0,2 7 35 0,0-11 26 15,0 11 15-15,0-8 8 0,0 8-3 16,0 0-5-16,0-12-3 0,0 12 1 15,0 0 0-15,0-9 8 0,0 9 1 0,0 0-3 16,0 0-4-16,2-8-4 0,-2 8-8 16,0 0-8-16,0 0-7 0,0 0-9 15,0 0 3-15,0 0 21 0,0 0 12 16,6 24-5-16,-6-7 4 0,1 7-11 16,-1 2-8-16,0 13-13 0,-1 3 4 0,-3 1-6 15,0 1-5-15,0-5-2 0,3 2-12 16,-3-3 0-16,0-4-1 0,2-5-11 0,-2-6-4 15,2-4-1-15,0-3 3 0,-2 1-22 16,4-4 7-16,-1-1 3 0,-1-2-4 16,0-1 2-16,2 0-3 0,-2-2-1 15,2-7-5-15,-2 10-20 0,2-10-29 0,0 0-31 16,0 0-28-16,0 0-26 0,-12-19-16 16,10 3-17-16,0-6-13 0,1-12-13 15,-1-5-4-15,0-5 1 0,4-2-4 0,-2 2 30 16,2 1-3-16,-1 2 12 0,-1 2 20 15,0 2 14-15,2 8 4 0,-2 3 12 0,2 2 15 16,1 2 6-16,-1-1 24 0,1 1 9 16,1 2 2-16,2 1 8 0,-1 0 6 15,5 2-9-15,1 2 13 0,2 3 3 0,3 0-4 16,-1 7 10-16,4-1-15 16,-3 6 14-16,2 2 7 0,6 4-11 0,4 3 9 15,-1 5 4-15,-7 0 1 0,3 3-11 16,-7-1 11-16,-3-3 19 0,-2 3 14 0,-3-3 30 15,-4 1 28-15,0-2 26 0,-4 0 8 16,-2 0 13-16,-4 1 5 0,1 1 3 16,-2-2-1-16,-2-3 2 0,2 1-7 0,-1-2-17 15,-2-2-5-15,1 0-12 0,0-1-13 16,0-3-13-16,9-2-4 0,-11 8-15 0,11-8 0 16,-9 4-12-16,9-4-11 0,-8 10-2 15,4-5 0-15,0 3-3 0,4 1-2 16,0 3-4-16,0 2-2 0,2 4-1 15,0-1-1-15,7 4-1 0,-6-1-1 16,6 1-1-16,-3-2-1 0,1 0 1 0,0-4-5 16,0 2 8-16,-1-2-10 0,-1-3 2 15,-1-3 1-15,0 1-6 0,0 0 1 0,0-5-3 16,-2 3 6-16,2-2 2 0,-4-6-5 16,3 12-3-16,-3-12-8 0,6 6-26 15,-6-6-43-15,3 5-47 0,-3-5-55 0,2 5-82 16,-2-5-81-16,0 0-85 15,0 0-131-15,0 0-178 0,0 0 45 0,0 0-479 0,0 0-630 16</inkml:trace>
  <inkml:trace contextRef="#ctx0" brushRef="#br0" timeOffset="15630.74">8754 1612 3285 0,'-2'-16'60'0,"0"1"51"0,0 4 23 0,2 5 9 0,0 6-16 0,0-11-9 0,0 11 19 15,0 0 37-15,0 0 20 0,23 30 0 16,-10 0-10-16,1 4-17 0,-1 12-10 0,1 5-9 16,-5 3-11-16,-1 1-12 15,-5 4-1-15,4-1-24 0,-5 3 0 16,-2-3 6-16,-4-4 8 0,1-9 1 0,-2-3 12 15,-1-4 9-15,1-4 1 0,-1-7-3 16,2-5-4-16,3-7-6 0,-4 0 0 0,3-1 10 16,0-3 8-16,2-3 10 0,-2-1 5 15,2-7-11-15,0 0-18 0,0 0-16 0,0 0-58 16,0 0-54-16,18-34 0 0,-3 7 0 16,0 3 0-16,0 1 0 0,-1 6 0 15,-3 1 0-15,3 3 0 0,-5 1 0 0,0 4 0 16,3 3 0-16,0 5 0 0,-1 2 0 15,1 3 0-15,-1 2 0 0,2 2 0 0,-3 2 0 16,-1 3 0-16,0 1 0 16,1 3 0-16,-2-3 0 0,-3 1 0 0,1-2 0 15,0 1 0-15,0 1 0 0,-2-6 0 16,-1 0 0-16,-1-1 0 0,2-2 0 0,1 1 0 16,-3-1 0-16,0-2 0 0,-2-5 0 15,7 9 0-15,-6-6 0 0,-1-3 0 16,0 0 0-16,0 0-112 0,0 0-358 0,0 0-108 15,0 0-161-15,0 0-157 0,0 0 84 16,-12 7-747-16,12-7-1002 0</inkml:trace>
  <inkml:trace contextRef="#ctx0" brushRef="#br0" timeOffset="19015.91">7279 3256 3780 0,'0'-8'-293'0,"0"8"62"0,0 0 48 0,0 0 52 0,0 0 50 0,0 0 42 0,0 0 35 16,4-11 34-16,-4 11 22 0,0 0 20 0,2-8 24 16,-2 8 22-16,0-8 21 0,0 8 33 15,2-9-2-15,-2 9 8 0,0-7 2 16,0 7-5-16,2-9 4 0,-2 9-5 0,0 0-7 15,1-12-8-15,-1 12-15 0,0 0-9 16,0 0-6-16,0-7-15 0,0 7-13 16,0 0-2-16,0 0-8 0,0 0-9 15,0 0-7-15,0 0-2 0,0 0-1 0,0 0-6 16,0 0-6-16,0 0 7 0,0 0 35 16,0 0 46-16,0 0 11 0,0 25 11 0,2-10-2 15,0-1-5-15,0 5 4 0,-2 1 4 16,0 5-2-16,0-3 2 0,-2 4 3 0,-2-2 1 15,4 2-108-15,-5-3-67 16,1 0 0-16,2-3 0 0,-3 0 0 0,3-3 0 16,-3-1 0-16,5-3 0 0,-1-3 0 15,-1 1 0-15,0-3 0 0,0 1 0 0,2-2 0 16,0-7 0-16,-2 12 0 0,2-6 0 16,0-6 0-16,-2 14 0 0,2-7 0 15,-2 2 0-15,2-1 0 0,0 1 0 0,0-1 0 16,0-8 0-16,-1 14 0 0,1-5 0 15,0-9 0-15,0 14 0 0,0-14 0 0,-2 8 0 16,2-8 0-16,0 8 0 0,0-8 0 16,0 0 0-16,2 9 0 0,-2-9 0 0,0 0 0 15,0 0 0-15,1 8 0 0,-1-8 0 16,0 0 0-16,0 0 0 0,6 6 0 16,-6-6 0-16,9 3 0 0,-9-3 0 15,18 0 0-15,-18 0 0 0,19 0 0 16,-19 0 0-16,22-1 0 0,-11 1 0 0,-11 0 0 15,16-2 0-15,-16 2 0 0,20-2 0 16,-20 2 0-16,12-1 0 0,-12 1 0 0,0 0 0 16,20 0 0-16,-20 0 0 0,0 0 0 15,13 0 0-15,-13 0 0 0,0 0 0 0,0 0 0 16,16-3 0-16,-16 3 0 0,0 0 0 16,0 0 0-16,0 0 0 0,0 0 0 0,12 0 0 15,-12 0 0-15,0 0 0 0,0 0 0 16,0 0 0-16,0 0 0 0,0 0 0 15,0 0 0-15,0 0-570 0,0 0-449 16,0 0 103-16,-12 17 96 0,12-17-835 16,-8 8-1092-16</inkml:trace>
  <inkml:trace contextRef="#ctx0" brushRef="#br0" timeOffset="19879.24">7861 3299 4291 0,'-4'-11'-99'0,"4"3"75"0,-4 1 66 0,4 7 48 0,-4-9 32 0,4 9 33 0,0 0 11 0,-4-6 1 0,4 6-18 0,0 0 0 15,0 0 15-15,0 0 14 0,0 37-2 0,3-15-12 16,-6 6-21-16,3 8-7 0,-2 3-15 16,0 0 1-16,2 0-8 0,-2-3-3 15,0-7 1-15,2-5-6 0,-3 1 2 0,1-4-2 16,0-2-5-16,0-4 2 0,0-2-7 16,2-2-5-16,0-1-7 0,0-1-4 0,-1 0-4 15,1-9-5-15,-2 8-8 0,2-8-12 16,0 0-6-16,0 0-15 0,0 0-14 0,0 0-17 15,-11-20-25-15,10 6-11 16,-1-5-24-16,2-8-7 0,2-11-11 0,-2-5-1 16,3-3 0-16,2 1 6 0,1-6 9 15,1 11 3-15,0 3 6 0,3 3 10 16,-2 4 1-16,1 1 4 0,0 6 1 0,1 6 3 16,0 3 1-16,-1 5 2 0,1 0 1 15,1 4 6-15,0 1-2 0,-1 4 6 0,-10 0-1 16,25 12 5-16,-12-1-3 0,-2 3 4 15,1 3 5-15,-2 2 4 0,-5-1 0 0,-1 3 2 16,1 0 11-16,-8-1 24 0,-1 3 15 16,-3 8 10-16,-3-8 11 0,3-4 2 15,-1-2 9-15,2-3 6 0,2-2-1 16,-3-2 6-16,3-1 8 0,3-2 2 16,-4-2 7-16,5-5-8 0,-6 6 0 0,6-6 0 15,-5 8-8-15,5-8-4 0,0 0-12 16,-4 7-54-16,4-7-17 0,0 0 0 0,-2 8 0 15,2-8 0-15,4 9 0 0,0-2 0 16,-1 0 0-16,3 1 0 0,0 0 0 0,2 5 0 16,-1-3 0-16,1 2 0 0,0-2 0 15,-3 1 0-15,1-3 0 0,-1 2 0 16,1-3 0-16,1 3 0 0,-4-6 0 0,1 3 0 16,0-2 0-16,-4-5 0 15,5 7 0-15,-5-7 0 0,7 3-204 0,-7-3-111 16,0 0-109-16,0 0-128 0,20-10-142 15,-15 1-146-15,3-3 63 0,4-5-714 0,3-4-939 16</inkml:trace>
  <inkml:trace contextRef="#ctx0" brushRef="#br0" timeOffset="20363.52">8244 3059 3943 0,'-3'-7'-102'0,"1"2"30"0,2 5 29 0,0 0 47 0,0 0 46 0,0 0 34 0,0 0 28 16,25 25 25-16,-15-6 5 0,1 8 8 15,-1 8 10-15,-2 3 12 0,-2 1 21 16,-5 3 15-16,1 0 4 0,-2 1 3 0,-2 0 3 16,1-1-3-16,-5-1-6 0,1-6-3 15,0-2-7-15,1-6-13 0,0-6-8 16,1-2-8-16,-1-4-14 0,2-3-8 15,0 0 0-15,1-2-1 0,1-3 3 16,0-7-8-16,-3 10-9 0,3-10-112 0,0 0-21 16,0 0 0-16,0 0 0 0,0 0 0 0,10-34 0 15,-5 21 0-15,7-4 0 0,-4 3 0 0,3 0 0 16,-4 0 0-16,5 2 0 16,-1 2 0-16,1 0 0 0,0 3 0 0,0 2 0 15,-4 2 0-15,4 2 0 0,-12 1 0 16,18 1 0-16,-7 5 0 0,-2 0 0 15,-2 2 0-15,3 1 0 0,-2 2 0 0,-3 2 0 16,1-2 0-16,-1 0 0 16,0 3 0-16,1-1 0 0,-5-1 0 0,3 0 0 0,-2 1 0 15,2-3 0-15,-3-2 0 0,1-1 0 16,0-1 0-16,-2-6 0 0,6 12 0 16,-6-12 0-16,4 8 0 0,-4-8 0 15,4 4 0-15,-4-4 0 0,0 0-329 0,6 5-174 16,-6-5-147-16,0 0-201 0,0 0 8 15,0 0 87-15,0 0-693 0,0 0-897 16</inkml:trace>
  <inkml:trace contextRef="#ctx0" brushRef="#br0" timeOffset="20679.14">9069 3206 3820 0,'-7'-8'42'0,"0"-2"91"0,5 6 38 0,2 4 24 0,0 0 10 0,-4-9 6 0,4 9 27 0,0 0 32 16,0 0-4-16,-5 38-15 0,3-17-19 0,2 5-18 16,0 13-13-16,0 3-15 0,0 1-16 15,-2-3-17-15,2 1-15 0,0-1-15 16,0-3-10-16,-2-6-10 0,2-7-13 0,-1 0-9 15,1-4-22-15,-4-4-35 0,1-2-39 16,3-1-48-16,-2-2-49 0,0-5-57 0,2 2-67 16,0-8-82-16,0 7-89 15,0-7-84-15,0 0-91 0,0 0-134 0,11-17 2 16,-8 5 73-16,3-9-456 0,3-10-567 16</inkml:trace>
  <inkml:trace contextRef="#ctx0" brushRef="#br0" timeOffset="21146.98">9098 3091 2937 0,'-2'-17'17'0,"0"3"56"0,2 1 45 0,0 1 34 16,2 1 15-16,0 3 14 0,-1-1-5 15,5 1-8-15,1 3-14 0,5-1-14 0,-1 5-9 16,4-1-16-16,-15 2-8 16,37 9-16-16,-17 1-4 0,5 5-12 0,0 6-6 0,-5 1-8 15,-2 0-3-15,-2 3-8 16,-5-7 1-16,-4 2-5 0,0 0-4 0,-3-2 14 15,-4 3 19-15,-4 2 12 0,-6 4 13 16,-3 4-1-16,-7-2 0 0,-1-2-9 16,-1 0-6-16,1-6 23 0,-1-2 27 0,6-5 11 15,2-6 14-15,7-1 8 0,-3-4 5 16,3 0-1-16,7-3-4 0,-10 3-7 0,10-3-12 16,0 0-14-16,-9 3-17 0,9-3-8 15,0 0 2-15,0 0 2 0,12 12-8 0,-5-4-89 16,2 2-16-16,2 0 0 0,3 4 0 15,-1 1 0-15,7 7 0 0,-6-1 0 16,4 1 0-16,-2-5 0 0,-4 1 0 16,0-3 0-16,-3 0 0 0,-1-3 0 15,0-2 0-15,-1 2 0 0,-2-5 0 0,2 2 0 16,-3-2 0-16,-1-1 0 0,-3-6 0 16,10 8 0-16,-9-5 0 0,-1-3 0 0,10 6 0 15,-10-6 0-15,6 4 0 0,-6-4 0 16,7 4 0-16,-7-4 0 0,0 0 0 15,0 0 0-15,0 0 0 0,0 0 0 0,0 0 0 16,12-11-974-16,-12 11-12 0,0 0 118 16,-10-11-956-16,10 11-1251 0</inkml:trace>
  <inkml:trace contextRef="#ctx0" brushRef="#br0" timeOffset="23163.26">6948 4536 4828 0,'0'0'-113'0,"-2"-10"76"0,2 10 43 0,-2-6 53 0,2 6 46 0,0 0 35 16,0-11 39-16,0 11 16 0,0 0 14 15,-2-9 2-15,2 9-11 0,0 0-15 16,0 0-9-16,0 0 29 0,0 0 21 0,-2 30 7 16,1-10-8-16,-4 14 1 0,-1 3 7 15,-1 2 0-15,0 1 1 0,-4 1-201 0,2-2-33 16,2 1 0-16,-1-5 0 0,2 0 0 16,2-8 0-16,1-2 0 0,3-5 0 15,-2-3 0-15,0-3 0 0,2 0 0 0,2-4 0 16,0 0 0-16,-2-1 0 0,1-3 0 15,5 0 0-15,0-3 0 0,5 0 0 0,2-1 0 16,3-2 0-16,-1 0 0 16,2 0 0-16,1 0 0 0,0-2 0 0,-2 2 0 15,-1 0 0-15,1 0 0 0,-16 0 0 16,25 0 0-16,-16-1 0 0,-9 1 0 0,18 0 0 16,-18 0 0-16,16 0 0 0,-16 0 0 15,0 0 0-15,19 0 0 0,-19 0 0 0,0 0 0 16,13 0 0-16,-13 0 0 0,0 0 0 15,0 0 0-15,11 0 0 0,-11 0 0 0,0 0 0 16,0 0 0-16,0 0-440 16,0 0-509-16,0 0 21 0,2 7 97 0,-2-7-884 15,0 0-1149-15</inkml:trace>
  <inkml:trace contextRef="#ctx0" brushRef="#br0" timeOffset="24195.99">7582 4631 4699 0,'0'-8'6'0,"-3"2"53"0,3 6 42 0,-2-10 38 0,2 10 32 0,-2-8 14 0,2 8 5 16,-3-7-20-16,3 7-16 0,0 0 14 16,0 0-1-16,0 0-2 0,5 43-3 15,-5-19-7-15,4 12 2 0,-4 0 6 16,1 1-11-16,1 1-7 0,0-3-3 0,-2-4 1 16,0-3-1-16,-2-3 8 0,2 2 5 15,-2-8-4-15,2-1-151 0,0-2 0 16,-1-3 0-16,1 0 0 0,-2-3 0 0,0-2 0 15,2-1 0-15,0-7 0 0,-2 10 0 16,2-10 0-16,0 0 0 0,0 0 0 0,0 0 0 16,0 0 0-16,-14-22 0 0,12 9 0 15,0-6 0-15,2-9 0 0,0-14 0 16,4-4 0-16,2-9 0 0,2-1 0 16,-1 3 0-16,5 4 0 0,-7 11 0 0,5 2 0 15,-1 5 0-15,3 3 0 0,0 6 0 16,-3 5 0-16,0 2 0 0,3 4 0 0,-1 1 0 15,0 3 0-15,3 5 0 0,-3-1 0 16,3 6 0-16,-1 1 0 0,1 4 0 0,1 3 0 16,-2 4 0-16,-1 1 0 0,-5 0 0 15,0 3 0-15,-2 0 0 0,-3 3 0 0,-4 3 0 16,-3-1 0-16,-2 6 0 0,-2-2 0 16,-5 0 0-16,1-8 0 0,2-3 0 0,-1-2 0 15,4-3 0-15,-1-4 0 16,1-2 0-16,0-1 0 0,3-1 0 0,5-4 0 15,-7 2 0-15,7-2 0 0,-9 4 0 0,9-4 0 16,0 0 0-16,-7 2 0 0,7-2 0 16,0 0 0-16,0 0 0 0,0 0 0 15,16 15 0-15,-9-11 0 0,2 4 0 0,3 0 0 16,1 1 0-16,1 1 0 0,-1 0 0 16,4 2 0-16,-5-3 0 0,0 3 0 0,2-2 0 15,-4-1 0-15,-1 3 0 0,-1-6 0 16,1 1 0-16,-3-1 0 0,1-2 0 15,0 2 0-15,-4-1 0 0,3-2 0 0,-6-3 0 16,7 5 0-16,-7-5 0 0,8 4 0 16,-8-4 0-16,6 2 0 0,-6-2 0 15,6 3 0-15,-6-3-171 0,0 0-506 16,0 0-168-16,0 0-48 0,13 0 93 0,-13 0-834 16,0 0-1073-16</inkml:trace>
  <inkml:trace contextRef="#ctx0" brushRef="#br0" timeOffset="24896.21">8512 4532 4369 0,'-6'-16'84'0,"-1"6"70"0,3 3 32 0,2 0 22 0,2 7 23 0,-7-10 17 0,7 10-13 15,-5-4-11-15,5 4 12 0,0 0-5 16,-2 26-21-16,4-6-14 0,3 13-21 0,-3 6-17 16,2 3-24-16,-3-1-14 0,-1 0-12 15,0 0-10-15,-1-1-7 0,1 0-6 0,-4-5 3 16,2-5 12-16,-1-6 9 0,-1-2 4 16,3-5-113-16,-3 0 0 0,2-5 0 0,0 0 0 15,0-4 0-15,1 1 0 16,1-9 0-16,-4 5 0 0,4-5 0 0,0 0 0 0,0 0 0 15,0 0 0-15,-2-25 0 16,2 6 0-16,2-3 0 0,0-16 0 0,0-2 0 16,-2-7 0-16,1-12 0 0,5-1 0 15,-1 2 0-15,4 1 0 0,-2 7 0 0,1 14-53 16,-1 2-56-16,1 10 8 0,0 3 5 16,-1 3 12-16,0 4 5 0,7 0 11 0,-4 6 4 15,1 1 6-15,-1 1 12 0,1 5 0 16,-2 1-2-16,5 3 13 0,-1 3 7 15,-1 0 1-15,1 5 6 0,-4-1-4 0,1 5 3 16,-1 1 9-16,-1 3 6 0,0-1 19 16,-6 1 8-16,0 0 25 0,-6 6 4 15,1-1 11-15,-10 7 8 0,2-2 6 16,-4-2 4-16,-2-4 6 0,3-3 8 0,3-7 8 16,2-3 7-16,1-3 4 0,-2-1-6 15,3-5-80-15,7-1-25 0,-14 2 0 0,14-2 0 16,0 0 0-16,-13-2 0 0,13 2 0 15,0 0 0-15,0 0 0 0,0 0 0 0,0 0 0 16,-4 5 0-16,4-5 0 0,0 0 0 16,17 14 0-16,-9-7 0 0,4 3 0 0,-1 0 0 15,2 3 0-15,0-1 0 0,1 1 0 16,1 1 0-16,-1-3 0 0,-3 3 0 16,0-2 0-16,-1-1 0 0,-1-3 0 15,-3 2 0-15,1-4 0 0,2 1 0 0,-4-3 0 16,-1 2 0-16,-4-6 0 0,11 9 0 15,-7-6 0-15,2 1-16 0,-6-4-459 16,9 5-130-16,-9-5-143 0,0 0-107 0,24-7 63 16,-15-1-806-16,2 0-1040 0</inkml:trace>
  <inkml:trace contextRef="#ctx0" brushRef="#br0" timeOffset="25346.21">8929 4316 4460 0,'-5'-13'76'0,"1"3"57"0,0 3 41 0,1 1 37 0,3 6 48 0,-5-9 17 16,5 9 13-16,0 0 23 0,0 0 14 0,0 0 1 15,8 34-25-15,-6-11-30 0,2 9-9 16,3 6-4-16,-3 3-7 0,-2 3-252 0,0 3 0 16,-2 1 0-16,-2 9 0 0,-2-11 0 15,2-3 0-15,1-1 0 0,-3-2 0 0,0-5 0 16,0-6 0-16,3-7 0 15,-1-5 0-15,-3-1 0 0,5-3 0 0,-2-1 0 0,2-3 0 16,0-4 0-16,0-5 0 0,0 0 0 16,0 0 0-16,0 0 0 0,0 0 0 15,16-26 0-15,-7 9 0 0,1-2 0 16,5-3 0-16,-2 1 0 0,-1 5 0 0,-1 3 0 16,-1 1 0-16,0 1 0 0,-1 3 0 15,3 1 0-15,-3 6 0 0,0-3 0 0,2 4 0 16,-11 0 0-16,18 5 0 0,-9 0 0 15,1 1 0-15,0 0 0 0,-3 3 0 0,3 1 0 16,-1 0 0-16,-3-3 0 0,1 3 0 16,2 2 0-16,-4-5 0 0,1 3 0 0,-1-4 0 15,-1 0 0-15,1 0 0 0,-5-6 0 16,7 9 0-16,-5-7 0 0,-2-2 0 0,4 8 0 16,-4-8 0-16,0 0-96 0,0 0-953 15,0 0 108-15,-8 9 96 0,8-9-944 16,0 0-1218-16</inkml:trace>
  <inkml:trace contextRef="#ctx0" brushRef="#br0" timeOffset="27761.55">4321 2060 1502 0,'7'0'493'0,"-7"0"-107"0,0 0-83 0,0 0-46 0,0 0-30 0,0 0-35 16,14-2-10-16,-14 2-11 0,0 0 10 16,6-10-4-16,-6 10 2 0,2-4-7 15,-2 4-10-15,0-8-8 0,0 8-17 0,0-7-12 16,0 7-10-16,-6-12-13 0,4 6-11 16,-1 0-10-16,-5 0-11 0,0-1-6 0,1 0-11 15,-3 2-7-15,-5-2 1 0,-2 2-16 16,0 1-7-16,-2 3-3 0,-2 1-4 15,-2 0-3-15,-4 3 0 0,-7 2-3 16,0 2 9-16,-1 5-11 0,-1-1-5 0,-1 5 1 16,3 1-1-16,0 1 4 0,4 3-4 15,-6 3-4-15,7 0 2 0,4-2 0 16,3 4-2-16,2-2-1 0,3 0-6 0,6-4-3 16,3-2 1-16,3-2 1 0,0 1 6 15,5 0-2-15,2 3-3 0,3 1 3 16,0 1 1-16,3-1-1 0,5 4 3 0,0 0-3 15,2 0 5-15,-1-5-1 0,4 2 2 16,-7-2-5-16,0-4 0 0,-2 1 3 0,3 0-1 16,-3-1-1-16,0 1 0 0,-2 4-2 15,-1-3 4-15,-3 6 1 0,-3-7 2 0,0 8 3 16,-2-2-1-16,-5 7 1 16,-5 3-1-16,-1-6 2 0,-3 1 0 0,-2-3 1 15,-2 1 4-15,-3-2-1 0,1 0 1 16,-5-1 0-16,-1-3-1 0,-1 1-2 15,2-6 1-15,6-1 7 0,4-4-2 0,0 0-2 16,4-3-1-16,3-2-3 0,2 0 1 16,-1 0-2-16,2-1 3 0,7-4-5 0,0 0-2 15,0 0-3-15,0 0-10 0,0 0-5 16,0 0-11-16,34-11-4 0,-16 8-12 16,7 0-1-16,-5 3 2 0,5 3 0 0,-1 5 4 15,4 3 3-15,-5 9 1 16,-1 8 7-16,-8 6 4 0,-1 15 7 0,-12-3 12 0,-2 17 21 15,-10 4 30-15,-2 3 16 16,-8 15 14-16,-2 0 24 0,-1 0 32 0,1-21 4 16,-6 17 3-16,8-18-10 0,-4-2-12 15,5-5-8-15,0-3-14 0,4-5-10 16,0-4-5-16,5-8-3 0,1-2-10 0,1-4-6 16,-1 0-7-16,7-3-5 0,-4-7 3 15,5-1-6-15,0-2-4 0,2 2-5 0,0-2-1 16,0 0 0-16,2-1-4 0,5-1-3 15,0 2 6-15,4-1 9 0,3-3 5 0,6-1 9 16,9 0 10-16,5-7 5 16,-3-1-2-16,-3-2-4 0,3-2-2 0,10-4-66 15,-2 2-2-15,-1-3 0 0,-2 1 0 16,-7-2 0-16,-4 4 0 0,-4-3 0 16,-4 4 0-16,-4-3 0 0,2 2 0 0,-3 1 0 15,-1 0 0-15,-11 1 0 0,18-5 0 16,-18 5 0-16,13-2 0 0,-13 2-119 0,12-2-232 15,-12 2-110-15,0 0-152 0,0 0-246 16,0 0 32-16,0 0 71 0,0 0-674 16,0 0-881-16</inkml:trace>
  <inkml:trace contextRef="#ctx0" brushRef="#br0" timeOffset="35393.1">9705 2205 1480 0,'-1'-4'423'0,"-6"-1"-84"0,7 5-74 0,-7-8-29 0,1 2 17 15,6 6 0-15,-9-6-2 16,9 6-4-16,-6-6 9 0,6 6 8 0,-8-6 1 16,8 6-11-16,0 0-10 0,-9-4-1 15,9 4-14-15,0 0-12 0,0 0-7 0,-8-5-18 16,8 5-11-16,0 0-10 0,0 0-6 15,0 0 6-15,0 0-3 0,31 0-15 16,-4 4-16-16,14-3-13 0,7 3-11 0,-1-4-16 16,3 3-10-16,-1 0-4 15,-1-1-14-15,-6 2-11 0,-8-4-17 0,-7 1-19 0,-6 1-2 16,0-2-6-16,-8 0-4 16,1 2-1-16,-1-2-10 0,-13 0-13 0,20 1-28 15,-20-1-39-15,11 0-41 0,-11 0-43 0,0 0-52 16,3 4-52-16,-3-4-73 0,0 0-71 15,0 0-94-15,0 0-145 0,0 0-145 16,0 0 83-16,0 0-537 0,-34-4-712 16</inkml:trace>
  <inkml:trace contextRef="#ctx0" brushRef="#br0" timeOffset="35661.94">10240 2054 3315 0,'2'-10'-61'0,"-2"10"44"0,0 0 52 0,0 0 42 16,0 0 41-16,23 10 9 0,-14-4-4 15,5 9 10-15,-3-1 7 0,7 9-5 16,-1 0-7-16,-3 2-10 0,-3-3-7 0,-6-3-4 16,3 0 18-16,-6 0 8 0,-2 1 5 15,-3 1 0-15,-6 0 0 0,-5 5-12 0,-6 1-13 16,-5-1-11-16,-1-4-10 0,0-1-35 15,-5-1-53-15,2-4-73 0,4-3-96 16,6-1-97-16,4-3-96 0,1-6-177 16,5-1-177-16,5 1 62 0,4-3-372 15,0 0-496-15</inkml:trace>
  <inkml:trace contextRef="#ctx0" brushRef="#br0" timeOffset="40992.14">9873 5248 653 0,'0'0'406'0,"-8"4"-72"0,8-4-56 0,0 0-39 0,-3 2-39 0,3-2-27 0,0 0-30 15,0 0-23-15,0 0-13 0,0 0-10 0,0 0-9 16,0 0-13-16,0 0-4 16,0 0-7-16,0 0-5 0,0 0-8 0,0 0 1 0,0 0 11 15,0 0 9-15,0 0 10 0,0 0 16 16,0 0 4-16,0 0 1 0,0 0 1 16,0 0-3-16,0 0-8 0,0 0-12 15,0 0-5-15,0 0-10 0,0 0-6 0,0 0-5 16,0 0-2-16,0 0-10 0,0 0-6 15,0 0-6-15,0 0-4 0,0 0 0 16,0 0-4-16,0 0-6 0,0 0 0 0,0 0-3 16,0 0-2-16,0 0 0 0,1 12 0 15,-1-12 1-15,0 0 5 0,2 8-9 0,-2-8 4 16,2 5-7-16,-2-5 10 16,0 0 0-16,4 5 7 0,-4-5 8 0,0 0 8 0,3 4 2 15,-3-4 4-15,0 0 2 16,0 0 2-16,0 0 4 0,0 0-1 0,0 0 7 15,0 0 5-15,14-10 1 0,-14 10 0 16,0 0-5-16,0-9-3 0,0 9-8 0,0-7-8 16,0 7-2-16,0 0-5 0,0 0-6 15,-5-8-5-15,5 8-5 0,0 0-8 0,-9-2-11 16,9 2-16-16,0 0-19 0,0 0-33 16,0 0-39-16,0 0-51 0,-18 2-63 0,18-2-67 15,0 0-80-15,-10 5-94 0,4-2-146 16,6-3 13-16,-7 9-369 0,3-4-442 15</inkml:trace>
  <inkml:trace contextRef="#ctx0" brushRef="#br0" timeOffset="44224.9">10812 1888 2476 0,'0'0'-100'0,"0"0"37"16,0 0 44-16,-13 10 55 0,13-10 33 0,0 0 41 0,0 0 23 16,0 0 23-16,0 0 22 0,0 0 29 15,0 0 10-15,11 15 7 0,-11-15 1 0,0 0 11 16,11 4-5-16,-11-4 1 0,0 0-12 16,12 1-15-16,-12-1-18 0,0 0-19 15,20-1-11-15,-20 1-21 0,15-5-14 0,-8 3-8 16,-7 2-7-16,18-5-17 0,-13 1-5 15,-5 4-12-15,13-6-4 0,-6 4-12 16,-7 2 2-16,11-7-6 0,-11 7-5 16,7-7-10-16,-7 7 0 0,8-5-3 0,-8 5-5 15,6-5-5-15,-6 5-1 0,5-5 1 16,-5 5-5-16,0 0-1 0,8-5 8 16,-8 5 6-16,0 0-4 0,0 0 9 0,5-7-5 15,-5 7 1-15,0 0-6 0,0 0-7 16,0 0-4-16,0 0-4 0,0 0-12 0,0 0-9 15,0 0 8-15,0 0-2 0,0 0 8 16,0 0-6-16,-2 27-15 0,1-11 3 16,-3 1 1-16,0 3 3 0,2 7 3 15,1-4 2-15,-3 4 6 0,0 10-3 16,4-2-4-16,-2-6 8 0,2-4-4 0,0 4 11 16,0-2 10-16,0-1-2 0,0-1 2 15,0-4-3-15,0 4-4 0,0-8 3 0,0 3-3 16,0-3 3-16,0-3-2 0,0-1-4 15,0-1 4-15,0-1 3 0,0-2-3 0,0-1-3 16,0-1 3-16,0-7 13 0,0 12-2 16,0-12 19-16,0 10-6 0,0-10-5 15,0 9 0-15,0-9-6 0,0 0 5 16,0 10-7-16,0-10 4 0,0 0-7 0,0 7 3 16,0-7-1-16,0 0-2 0,0 0-9 15,0 8 2-15,0-8 6 0,0 0-12 16,0 0 2-16,0 0-2 0,0 0 1 0,-2 9-3 15,2-9 1-15,0 0 3 0,0 0 3 16,0 0 7-16,0 0 12 0,-6 7 21 0,6-7 18 16,0 0 12-16,0 0 10 0,0 0-51 15,0 0-44-15,-15 1 0 0,15-1 0 16,-17 2 0-16,17-2 0 0,-19 0 0 0,19 0 0 16,-21 0 0-16,21 0 0 0,-19 0 0 15,19 0 0-15,-17 0 0 0,17 0 0 0,-14 0 0 16,14 0 0-16,0 0 0 0,-17-2 0 15,17 2 0-15,0 0 0 0,-12-1 0 16,12 1 0-16,0 0 0 0,0 0 0 16,0 0 0-16,0 0 0 0,0 0 0 0,0 0 0 15,0 0 0-15,0 0 0 0,50 0 0 16,-19 0 0-16,8 0 0 0,6 1 0 16,-2-1 0-16,0 0 0 0,-3 2 0 0,-10-2 0 15,-5 0 0-15,-5 2 0 0,-4-2 0 16,1 0 0-16,-4 0 0 0,-1 0 0 0,-12 0 0 15,17 0 0-15,-17 0 0 0,17 0 0 16,-17 0 0-16,10 0 0 0,-10 0 0 0,0 0 0 16,15 0 0-16,-15 0 0 0,0 0 0 15,10 0 0-15,-10 0 0 0,0 0 0 16,0 0 0-16,0 0 0 0,0 0 0 16,0 0 0-16,9 3 0 0,-9-3 0 0,0 0-575 15,0 0-400-15,0 0 38 0,0 0 97 16,-25 10-814-16,9-3-1092 0</inkml:trace>
  <inkml:trace contextRef="#ctx0" brushRef="#br0" timeOffset="47292.37">7416 7136 913 0,'0'0'469'0,"0"0"-102"0,8 3-56 0,-8-3-12 0,0 0-7 0,0 0-7 0,8 2-5 16,-8-2-7-16,0 0 8 0,0 0 6 15,0 0-6-15,0 0-5 0,0 0-5 16,0 0-17-16,0 0-21 0,0 0-19 15,0 0-19-15,0 0-14 0,0 0-19 0,0 0-11 16,0 0-12-16,0 0-14 0,0 0-15 16,0 0-6-16,0 0-16 0,0 0-3 15,0 0-8-15,11-9-18 0,-11 9 0 0,0 0-15 16,0 0 3-16,0 0-10 0,0 0-8 16,0 0-7-16,0 0-6 0,0 0 2 0,0 0-2 15,0 0-5-15,-19 17 7 16,15-11-3-16,0-2-9 0,0 0-3 0,4-4 6 0,-1 10 0 15,1-10-7-15,-4 5 0 0,4-5 5 16,0 0 6-16,0 0 3 0,0 0-1 0,0 0 14 16,0 0 5-16,0 0 10 15,13 3 10-15,-13-3 12 0,0 0 12 0,0 0 7 16,0 0 1-16,17-10 3 0,-17 10 1 16,6-8-30-16,-6 8-60 0,2-8 0 0,0 2 0 15,-4-4 0-15,0 3 0 0,0-1 0 16,0 4 0-16,2 4 0 0,-3-12 0 0,3 12 0 15,-6-5 0-15,6 5-163 0,0 0-52 16,0 0-50-16,0 0-63 0,-27 9-86 0,20-4-98 16,0-2-137-16,0 3-153 0,0 0 79 15,-1 0-678-15,0 1-854 0</inkml:trace>
  <inkml:trace contextRef="#ctx0" brushRef="#br0" timeOffset="49424.88">11622 1930 1126 0,'0'0'383'16,"-15"-3"-86"-16,15 3-38 0,0 0-41 0,-10-5-16 0,10 5-11 0,0 0-17 0,0 0-3 15,-9-4 5-15,9 4-1 0,0 0-1 16,-10-3-7-16,10 3-5 0,0 0-11 16,-9-3-5-16,9 3 1 0,0 0 2 0,-13-7 1 15,13 7 11-15,-8-6-2 0,8 6 4 16,-12-6-6-16,7 1 9 0,5 5-2 0,-7-9-9 15,0 2-15-15,3-1-3 16,3 1-25-16,-1 0 4 0,-2-4-19 0,4 3-4 16,2 0-18-16,0-3-1 0,0 3-9 15,-1 0-12-15,1 1 1 0,2-1-13 16,2 2-10-16,0 0-5 0,-6 6-7 0,17-9 1 16,-5 9-4-16,-12 0-3 0,18 0 6 15,-18 0-12-15,23 5 3 0,-9 1-8 16,-1 3 3-16,-4 0 2 0,1 4 4 15,0 1 4-15,-7 1-6 0,1 2 7 0,-4-1-3 16,-2 6-2-16,-2 0 7 0,-7 11 16 0,-4-1-5 16,-7 8 5-16,-5-2 14 15,-2 0 1-15,0-1 1 0,3-3-3 0,4-5 1 16,-1-3-4-16,7-4-2 0,0-3-2 16,5-4-12-16,2 2 13 0,0-7-15 15,4-1 5-15,-1 1 3 0,4-2 1 0,2-2 4 16,0-6 8-16,6 15 7 0,8-7 3 15,6-2 2-15,12 3-3 0,9-2-1 0,2-2-7 16,1-3-3-16,2 2-42 0,-4-2-3 16,-5-2 0-16,-10 0 0 0,0 0 0 0,-4 0 0 15,-5 0 0-15,-3-2 0 0,0 2 0 16,-2 0 0-16,-1-2 0 0,-12 2 0 16,19 0 0-16,-19 0 0 0,15 0 0 15,-15 0 0-15,0 0 0 0,15-2 0 16,-15 2 0-16,0 0 0 0,16 0 0 0,-16 0 0 15,0 0 0-15,11 0 0 0,-11 0 0 16,0 0 0-16,0 0 0 0,9 2 0 0,-9-2 0 16,0 0-455-16,0 0-595 0,0 0 107 15,0 0 114-15,0 0-842 0,0 0-1108 0</inkml:trace>
  <inkml:trace contextRef="#ctx0" brushRef="#br0" timeOffset="54259.97">12293 1783 4351 0,'4'-10'-175'0,"-4"10"54"0,2-10 49 0,-2 10 38 0,2-9 52 0,-2 9 34 0,1-8 34 0,-1 8 21 15,0-10 16-15,0 10-1 0,2-8-5 16,-2 8-20-16,0 0-10 0,2-7-16 0,-2 7-11 16,0 0-7-16,0 0 5 0,7 39 4 15,-6-14-1-15,-1 14-2 0,4 16 4 16,-2 3 20-16,-2 4-1 0,4-1-1 15,-3 2-6-15,1-7-8 0,0-9-8 0,0-5 0 16,-2-1-10-16,2-4-2 0,-2-7-1 16,0-5-6-16,-2-7-2 0,2-2-2 15,0 1-5-15,0-5-1 0,0-2-6 16,0 0 8-16,0-1-4 0,0-1 3 0,0-1-10 16,0-7-4-16,0 10-19 0,0-10-33 15,0 0-47-15,0 0-55 0,0 0-53 0,0 0-51 16,-7-23-53-16,7 5-51 0,0-7-66 15,-2-13-64-15,4-3-84 0,-1-1-67 16,-1-4-335-16,2 2-438 0</inkml:trace>
  <inkml:trace contextRef="#ctx0" brushRef="#br0" timeOffset="54639.17">12350 1701 2527 0,'0'-13'-64'0,"0"3"31"0,0 3 18 0,0 7 13 16,0-10 2-16,0 10 7 0,0 0 20 15,0 0 33-15,0 0 26 0,0 0 27 0,-23 21 17 16,12-4 34-16,-6 7 26 0,-6 4 14 16,0 1 11-16,-2 5 9 0,-3 4 8 15,-3-2-5-15,3-2-8 0,-1-1-9 0,10-6-26 16,-2-2-18-16,6-1-20 0,2-4 0 16,2-6-26-16,4 2-10 0,3-5-5 0,1 1-10 15,5 0-3-15,-1-2-6 0,9 2-4 16,5-2 9-16,16-1-16 0,5-2-12 15,7-4-9-15,7-3-5 0,2-3-6 16,14 3-1-16,-14-2 3 0,-1 2-12 16,-5-2-3-16,-2 2 3 0,-12-1-9 0,-5-1-1 15,-8 0-3-15,-1 2 0 0,-4-2 14 16,-1 2 6-16,-1-1 12 0,-12 1 1 0,17 0-6 16,-17 0-2-16,16-2 6 0,-16 2-13 15,0 0-11-15,16 0-2 0,-16 0-33 16,9-2-48-16,-9 2-47 0,0 0-60 0,0 0-82 15,11 2-87-15,-11-2-109 16,0 0-150-16,0 0-182 0,0 0 56 0,-27 19-535 0,18-12-713 16</inkml:trace>
  <inkml:trace contextRef="#ctx0" brushRef="#br0" timeOffset="55839.08">4920 9343 3570 0,'-4'5'77'0,"4"-5"49"0,0 0 39 0,0 0 38 0,0 0 35 0,0 0 36 0,0 0 38 15,-9 5 27-15,9-5 12 0,0 0 0 0,0 0 0 16,0 0-15-16,0 0-10 0,0 0-22 15,0 0-12-15,0 0-30 0,0 0-13 0,0 0-184 16,0 0-65-16,0 0 0 0,0 0 0 16,0 0 0-16,0 0 0 0,0 0 0 0,0 0 0 15,0 0 0-15,0 0 0 16,0 0 0-16,0 0 0 0,0 0 0 0,0 0 0 16,0 0-341-16,0 0-383 0,0 0-222 0,-2 9 78 15,0-3 104-15,-2 1-783 16,-2 3-990-16</inkml:trace>
  <inkml:trace contextRef="#ctx0" brushRef="#br0" timeOffset="57906.26">2440 11375 3968 0,'7'-4'-35'0,"-7"4"44"0,0 0 65 0,0 0 37 0,0 0 45 0,0 0 53 16,0 0 45-16,0 0 57 0,0 0 20 15,0 0 10-15,0 0-4 0,7-7-2 16,-7 7-15-16,0 0-20 0,0 0-19 16,0 0-29-16,4-4-21 0,-4 4-23 15,0 0-21-15,0 0-176 0,0 0-11 0,5-8 0 0,-5 8 0 16,0 0 0-16,4-5 0 15,-4 5 0-15,4-5 0 0,-4 5-21 0,0 0-365 16,0 0-112-16,0 0-148 0,0 0-221 16,0 0 34-16,0 0 102 0,-2 22-701 15,2-22-881-15</inkml:trace>
  <inkml:trace contextRef="#ctx0" brushRef="#br0" timeOffset="59505.47">12792 1746 1695 0,'-13'-4'256'0,"13"4"-62"0,0 0-23 0,-16-2-12 0,16 2-4 0,0 0 6 0,-11-2-3 0,11 2 8 15,0 0 5-15,0 0 7 0,0 0-6 16,0 0-8-16,0 0-13 0,0 0-9 16,23-10-14-16,-6 7-13 0,2 1-11 0,-1 0-10 15,0 0-15-15,-4 2-10 0,-1-5-7 16,-13 5-9-16,20 0-6 0,-20 0-9 0,16 5-2 16,-6-1 1-16,-4 3-2 15,1 1-3-15,-3 2 7 0,0 5 5 0,-2 3 9 16,-1 7 12-16,-1 0 3 0,-3 16 22 15,1 2 16-15,-4 8-4 0,-1 6-23 16,0-3-3-16,-2 0-8 0,4-1-5 0,-1-7-5 16,2-6-8-16,-3-1-5 0,2-2-1 15,-2-3-3-15,3-8-4 0,3-2-5 0,-3-7-3 16,0-2-1-16,2-1 1 0,0-2-10 16,2-2 4-16,0-2 4 0,-1-1-18 15,1-7-25-15,-5 9-40 0,5-9-79 16,0 0-101-16,0 0-89 0,0 0-94 15,0 0-114-15,0-34-199 0,5 18 56 0,-2-1-419 16,1-3-564-16</inkml:trace>
  <inkml:trace contextRef="#ctx0" brushRef="#br0" timeOffset="59754.76">12810 2169 3261 0,'-18'-2'96'0,"18"2"37"15,0 0 33-15,0 0 33 0,-15 2 30 0,15-2 15 16,0 0 8-16,0 0-22 16,0 0-8-16,0 0-15 0,0 0-17 0,0 0-17 15,44-9-16-15,-19 8-19 0,1-3-34 16,1-1-40-16,0 2-39 0,-2-1-35 0,-3 0-35 16,1 0-35-16,-3 2-28 0,-8-1-32 15,1 1-33-15,-6 0-19 0,4 0-29 0,-1 1-37 16,-10 1-49-16,17-4-63 0,-12 3-83 15,-5 1-125-15,11-2-16 0,-11 2-277 16,0 0-355-16</inkml:trace>
  <inkml:trace contextRef="#ctx0" brushRef="#br0" timeOffset="69220.19">13755 1838 1249 0,'-6'-5'255'0,"6"5"-34"0,0 0-30 0,0 0-13 0,-5-6-10 0,5 6 4 16,0 0 10-16,0 0 7 0,0 0 21 16,0 0 11-16,-9-6 7 0,9 6 7 0,0 0 5 15,0 0 1-15,0 0 5 0,0 0-3 16,0 0-9-16,-2-7-9 0,2 7-3 15,0 0-8-15,0 0-9 0,0 0-9 0,0 0-9 16,0 0-4-16,0-8-11 16,0 8-19-16,0 0-17 0,5-14-14 0,-1 7-6 15,-4-1-18-15,0-4-9 0,0 1-6 16,0-3-15-16,-2 0-4 0,-3-3-6 0,3 1-5 16,-5-4-7-16,1 3-5 0,-5 2-11 15,-1-1-3-15,1 3-1 0,-3 2-11 16,0 3-1-16,-4 1-6 0,1 4-3 0,2 1-2 15,-4 4-2-15,-2 4 4 0,-8 6-2 16,1 2 1-16,1 3 0 0,2 2-6 0,5 3-10 16,-2 0 17-16,3 2-9 0,2-1 6 15,5-5-4-15,5-1-8 0,1-2-3 16,1 2 4-16,3-3 1 0,4-2 4 0,0 3 3 16,1-3 1-16,1-2 2 15,2-1 0-15,-1-1 7 0,5 1-4 0,-2-2 3 16,1-4 2-16,1 1 6 0,-1-3 5 15,-9-1-12-15,18 0 3 0,-18 0 7 0,18-1 1 16,-18 1 1-16,18-6 2 0,-18 6-4 16,11-1-6-16,-11 1-8 0,0 0-6 15,16 0-8-15,-16 0-11 0,0 0 3 0,9 8 6 16,-5-1 2-16,-2 5 6 0,-1 0-4 16,-1 5 6-16,4 6 0 0,-2 0-2 0,0 1 4 15,1 3 5-15,-3-2-2 16,0 1-3-16,0 0 2 0,0-1 10 0,1-3 7 15,-1-1 7-15,-1-4 7 0,1-2 9 16,0-1 8-16,-3 0 8 0,1-1 17 16,0-1-76-16,0 0 0 0,-1-3 0 0,-5 3 0 15,-6 1 0-15,0-1 0 0,-15 6 0 16,-2-5 0-16,-5 2 0 0,-1-3 0 0,-6-2 0 16,1-1 0-16,5-4 0 0,6-2 0 15,6 1 0-15,8-1 0 0,0 0 0 0,1 1 0 16,5-4 0-16,1 2 0 15,10-2 0-15,-17 1 0 0,17-1 0 0,-12 2 0 0,12-2 0 16,-9 0 0-16,9 0 0 0,0 0 0 16,-13 0 0-16,13 0 0 0,0 0 0 15,0 0 0-15,-12 3 0 0,12-3 0 16,0 0 0-16,-9 2 0 0,9-2 0 0,0 0 0 16,-4 5 0-16,4-5-245 0,0 0-821 15,0 0 118-15,2 10-1069 0,-2-10-1434 16</inkml:trace>
  <inkml:trace contextRef="#ctx0" brushRef="#br0" timeOffset="70069.94">13699 1682 5008 0,'-7'-9'-322'0,"7"9"64"0,0 0 45 0,-6-7 39 0,6 7 28 0,0 0 24 0,-2-7 20 16,2 7 10-16,0 0 8 0,0 0 9 16,0 0 5-16,0 0 7 0,0 0 21 0,0 0 17 15,-23 21 14-15,20-8 10 0,-7 5 7 16,2 1-1-16,-3 9 24 0,0-1-11 15,1 2 3-15,1-2 0 0,-1-4 0 16,2-1-1-16,1-2-7 0,-1 2 0 16,3-3 4-16,-4-3-26 0,2 3-22 0,3-5-43 15,2 1-53-15,-1-5-78 0,-1 3-115 16,-2-3-173-16,5 0 4 0,-4-4-70 0,3 1-62 16</inkml:trace>
  <inkml:trace contextRef="#ctx0" brushRef="#br0" timeOffset="75603.66">5284 10387 1428 0,'0'-6'-30'0,"0"6"17"0,0 0 18 0,0-9 4 0,0 9 9 16,0 0 4-16,0-7 1 0,0 7-9 0,0 0 2 16,0 0-1-16,2-8-18 0,-2 8-19 15,0 0-22-15,0 0-21 0,0 0-38 0,0 0-69 16,0 0-202-16,0 0 114 0</inkml:trace>
  <inkml:trace contextRef="#ctx0" brushRef="#br0" timeOffset="75834.99">5434 10861 1275 0,'0'0'142'0,"0"0"4"15,0 0 1-15,0 0-1 0,0 0 2 16,0 0 10-16,0 0-6 0,0 0-14 16,0 0-9-16,0 0-12 0,0 0-21 0,0 0-4 15,0 0-15-15,0 0-30 0,2-18-41 16,-2 18-49-16,0 0-52 0,0 0-62 0,0 0-79 16,0 0-160-16,0 0-66 0,0 0-92 15,2 21-55-15</inkml:trace>
  <inkml:trace contextRef="#ctx0" brushRef="#br0" timeOffset="75986.99">5539 11157 1475 0,'0'0'68'0,"3"7"8"0,-3-7 0 15,0 0-11-15,0 0-8 0,0 0-29 16,0 0-40-16,0 0-71 0,0 0-103 15,0 0-346-15,3 4-36 0</inkml:trace>
  <inkml:trace contextRef="#ctx0" brushRef="#br0" timeOffset="76185.21">5657 11543 1821 0,'-2'7'198'0,"2"-7"-1"0,0 0 5 15,0 0 6-15,0 0 13 0,0 0 11 16,-2 8 3-16,2-8-14 0,0 0-22 0,0 0-21 16,0 0-21-16,0 0-38 15,0 0-60-15,0 0-94 0,0 0-114 0,0 0-124 0,0 0-180 16,0 0-126-16,0 0 53 16,0 0-233-16,0 0-250 0</inkml:trace>
  <inkml:trace contextRef="#ctx0" brushRef="#br0" timeOffset="77551.87">7561 8011 1860 0,'0'0'-119'0,"0"0"21"0,9 2 12 0,-9-2 10 0,0 0 8 0,12 0 19 0,-12 0 7 16,0 0 2-16,13-4 10 0,-13 4 4 16,0 0-5-16,11-2 12 0,-11 2-12 15,0 0-11-15,0 0-19 0,0 0-42 16,0 0-137-16,0 0 2 0,0 0 81 0</inkml:trace>
  <inkml:trace contextRef="#ctx0" brushRef="#br0" timeOffset="77719.05">7575 8067 679 0,'0'0'-13'0,"0"0"9"0,0 0 3 0,0 0-2 16,0 0-6-16,0 0-10 0,0 0-26 15,0 0-61-15,0 0-57 0,-33 2 55 0</inkml:trace>
  <inkml:trace contextRef="#ctx0" brushRef="#br0" timeOffset="80836.19">14509 1806 608 0,'12'-2'162'0,"-12"2"19"0,0 0 20 0,0 0 8 0,12-4 6 0,-12 4 27 0,0 0 23 15,0 0 8-15,0 0 12 0,0 0-9 16,9-4-9-16,-9 4-27 0,0 0-22 0,0 0-11 15,0 0-22-15,-33-11-7 0,16 7-8 16,-5 0-15-16,-7 2-12 0,2-2-9 0,-1 2-12 16,-1-2-14-16,2 2-8 0,0-1-9 15,9 3-9-15,-1-2-7 0,-1 0-8 16,5 0 1-16,1 0-14 0,3 1-6 0,11 1-2 16,-21-3-5-16,21 3-6 15,-15-2 1-15,15 2-7 0,-13-2-1 0,13 2 0 16,0 0-3-16,-15-2-5 0,15 2 1 15,0 0-5-15,-16-2 4 0,16 2-4 0,0 0-1 16,0 0-3-16,-11-2 1 0,11 2 3 16,0 0 0-16,0 0-4 0,0 0-2 15,0 0 2-15,-13-2 3 0,13 2-4 0,0 0-1 16,0 0-2-16,0 0-2 0,0 0-8 16,0 0 0-16,0 0-7 0,0 0-4 0,0 0-1 15,-14 8 1-15,12-1 8 0,0 2-5 16,-1 0 1-16,-1 5 5 15,0 1-1-15,3 1-1 0,-2 1 5 0,1 2-5 16,2 0 12-16,2 0-1 0,2-2 4 16,0 4 0-16,0-1-7 0,3-3 7 0,1 0 1 15,2 0 1-15,-3-3-3 0,4 0 1 16,-1-3-12-16,5 1 2 0,3 0 0 16,-2-5-1-16,11 7-4 0,-4-1 2 0,-6-3 1 15,10 5 9-15,-10 1-14 0,-2-3 0 16,1 1 4-16,-3 3-1 0,-1-1 4 0,-3 1 0 15,-4-2 5-15,-3 2 9 0,0-2 21 16,-2-1 18-16,-4 3 33 0,-3-2 37 0,-2 1 44 16,-11 5 19-16,-1-3 9 15,-8-1 12-15,4-2 10 0,-9-3 4 0,0 0 2 16,2-2-6-16,-1-1-44 0,5-5-172 16,5 2 0-16,2-3 0 0,2-1 0 15,2 1 0-15,4-1 0 0,1 0 0 0,0 0 0 16,12-2 0-16,-18 1 0 0,18-1 0 15,-14 2 0-15,14-2 0 0,0 0 0 0,-15 2 0 16,15-2 0-16,0 0 0 0,0 0 0 16,-15 0 0-16,15 0 0 0,0 0 0 0,-10 2 0 15,10-2 0-15,0 0 0 16,0 0 0-16,-11 1 0 0,11-1 0 0,-2 3-299 16,2-3-654-16,-6 6-27 0,2-1 100 15,1 2-847-15,-3 1-1161 0</inkml:trace>
  <inkml:trace contextRef="#ctx0" brushRef="#br0" timeOffset="89116.15">12022 8309 4392 0,'4'4'-169'0,"-4"-4"26"0,0 0 11 0,0 0 13 0,6 2 16 0,-6-2 19 0,0 0 15 15,0 0 12-15,0 0 5 0,0 0 6 16,0 0 4-16,3 6 6 0,-3-6 4 0,0 0-2 16,-3 11-6-16,3-11-18 0,-10 8-27 15,7-4-37-15,-3 1-49 0,1 0-66 16,-4-1-110-16,4 2-94 0,-3-1-162 0,-4 0-103 15</inkml:trace>
  <inkml:trace contextRef="#ctx0" brushRef="#br0" timeOffset="89266.82">11757 8674 1562 0,'-3'9'9'0,"-3"-2"19"0,2-2 4 15,3-2 7-15,1-3 7 0,0 0 12 16,-6 7 3-16,6-7-7 0,0 0-9 0,-2 5-23 15,2-5-22-15,-5 7-28 0,4 0-40 16,-5 1-46-16,1 4-68 0,-5 2-350 0,-7 13-36 16</inkml:trace>
  <inkml:trace contextRef="#ctx0" brushRef="#br0" timeOffset="89449.52">11513 9225 1571 0,'-3'7'90'15,"-1"-1"20"-15,0 0 16 0,1-1 7 0,3-5 10 16,-8 5 14-16,8-5-1 0,0 0-9 16,-6 7-13-16,6-7-12 0,0 0-22 0,-6 3-30 15,6-3-49-15,0 0-67 0,0 0-72 16,0 0-88-16,0 0-114 0,0 0-143 0,-15-8-193 16,15 8-151-16</inkml:trace>
  <inkml:trace contextRef="#ctx0" brushRef="#br0" timeOffset="91100.06">14895 2060 2077 0,'0'0'188'0,"0"0"50"0,-22-4 21 0,22 4 28 0,0 0 29 0,-7-10 19 0,7 10 8 15,0-8-8-15,0 8-28 0,2-11-16 16,-2 11-17-16,5-14-25 0,-1 6-35 16,3-1-16-16,0 1-26 0,0-2-20 0,3 3-16 15,-3 0-17-15,5 2-7 16,3-3-22-16,-1 3-11 0,0 3-9 0,2-1-17 16,-3 3-22-16,-13 0-15 0,29 1-7 15,-15 3-4-15,-3-1-5 0,0 3 7 0,-4-2-9 16,1 5 13-16,-4-1-13 0,-2 0-1 15,-2 2 10-15,-2 1-3 0,-2 5 2 16,-6-3 6-16,1 4-6 0,0-3 2 0,0-2-4 16,0 3 0-16,0-1 0 0,4-6 0 15,-1 2-6-15,1-1 2 0,2-4-1 0,1 4-6 16,-2-3 4-16,4 3 5 16,0-2 6-16,2 1-1 0,0 1-5 0,1 1 6 0,1 0-1 15,3 1 10-15,-4 2 6 16,1-1 18-16,2 1 3 0,-5-1 16 0,1-1 21 15,-2 3 26-15,0-1 23 0,-3 1 13 16,-7 3 7-16,-7 7-6 0,-4-7-7 16,-3 3-69-16,-3-1-68 0,-2-4 0 0,0-1 0 15,1-2 0-15,5-2 0 0,2-5 0 16,2-1 0-16,3-3 0 0,0-2 0 0,-2-5 0 16,1 3-340-16,5 0-212 0,1-1-173 15,0-1-207-15,-1 2 85 0,3-1 93 0,-2 3-620 16,11 1-829-16</inkml:trace>
  <inkml:trace contextRef="#ctx0" brushRef="#br0" timeOffset="93314.85">16039 1746 3643 0,'0'0'-61'0,"5"-10"50"0,-5 10 37 0,0 0 35 0,0 0 22 16,-3-8 20-16,3 8 0 0,0 0-4 16,0 0-3-16,0 0-12 0,-30 6 5 0,2 8 12 15,-13 7 13-15,0 6 11 0,-7 8 12 16,-1 4 7-16,-17 15 8 0,8 4-8 0,4 4-26 15,14-12-7-15,2-3-6 0,7 1-9 16,5-2-3-16,5-1-13 0,7-11 0 16,5 0-4-16,5-7 0 0,3-3-10 0,1-5 3 15,1-2 2-15,5 1-5 16,3-1 6-16,3-1-6 0,1-4 9 0,5-4-5 16,-2-1 0-16,4-3-10 0,-5-3 21 15,-2 1 22-15,2-4 22 0,3 1 7 0,-4-4 14 16,-1-2 3-16,-1-2-3 0,-2-3-9 15,-4 0-14-15,2-3-9 0,-5 5-16 0,-1-4-13 16,-2 4-85-16,0 1 0 0,-2 1 0 16,-3 1 0-16,-7 0-112 0,-3 4-133 15,-1 1-84-15,1 2-115 0,-8 2-127 16,7 1-185-16,-9 2-89 0,2 2 84 0,1-2-643 16,2 2-856-16</inkml:trace>
  <inkml:trace contextRef="#ctx0" brushRef="#br0" timeOffset="94816.71">16512 1867 3464 0,'22'-14'-225'0,"-8"6"30"0,2 1 29 16,-5 4 19-16,0-1 20 0,-1 2 16 0,-10 2 23 15,15 6 36-15,-7 4 31 0,-4 4 26 0,-4 4 26 16,-6 17 27-16,-5 0 17 0,-9 15 24 16,-4 1 8-16,-3 1 8 0,1 1 3 0,1-1-2 15,3-1 2-15,4-5-7 0,2-2 0 16,9-7 12-16,1-4-4 0,6-6 2 15,0-1 3-15,10 3 0 0,5-5-21 0,4-2-4 16,-2-7-2-16,2-5-5 16,2-3 3-16,-2-1 15 0,0-4 29 0,-3-2 35 15,-3-2 35-15,-1-4 36 0,-7-3 0 16,-1-3-9-16,-8-7-26 0,-12-14-17 0,-8-11-19 16,-13-3-11-16,-15-9-17 0,6 11-10 15,-3 4-2-15,2 1 3 0,8 5 3 0,-2 2 3 16,9 4 5-16,5 6-10 0,8 2-9 15,4 1-16-15,6 2-14 0,5-2-14 16,6 0-33-16,5-9-52 0,12-2 0 0,14-3 0 16,6 1-42-16,10 4-103 15,-1 3-47-15,6 7-64 0,2 5-100 0,1 7-111 0,-10 7-116 16,3 0-258-16,11 13 16 0,0 1 92 16,-2 1-543-16,-6 9-735 0</inkml:trace>
  <inkml:trace contextRef="#ctx0" brushRef="#br0" timeOffset="95897.98">19483 5200 3742 0,'0'0'-5'0,"0"0"2"0,0 0 44 0,0 19 39 0,0-3 32 15,-3 3 33-15,-1 5 25 0,4-2 9 16,0 2 1-16,4 0-11 0,3-4-9 0,11 7-5 16,0-8-1-16,16-5-7 0,9-4-4 15,8-10-8-15,20-8-17 0,26-13-12 0,7-10-11 16,7-10-13-16,-5-1-3 16,3-8-12-16,-14 1-8 0,-5-2-6 0,-15 5-3 0,-26 8-8 15,-7-1-10-15,-6 5-14 16,-11 8-16-16,-8 4-17 0,-3 3-27 0,-5 7-47 15,-5 3-62-15,-2 3-67 0,-4 2-78 16,2 4-59-16,0 0-89 0,0 0-118 0,0 0-125 16,-36 14 75-16,22-5-421 0,-5 3-506 15</inkml:trace>
  <inkml:trace contextRef="#ctx0" brushRef="#br0" timeOffset="96164.79">19960 5859 3419 0,'-10'7'380'0,"3"-4"-4"15,-1-1 13-15,8-2 20 0,0 0 1 16,0 0-22-16,0 0-35 0,0 0-36 0,20-31-33 16,16 4-30-16,9-2-28 0,10-5-25 15,17-9-22-15,3 2-40 0,-1-1-49 0,-15 11-51 16,-7 2-64-16,2 2-78 0,-9 4-68 15,-15 8-65-15,-3 0-65 0,-7 6-66 0,-9 1-64 16,-4 2-86-16,-5 0-105 0,-2 6-128 16,-6-6 73-16,6 6-566 0,-13-5-703 15</inkml:trace>
  <inkml:trace contextRef="#ctx0" brushRef="#br0" timeOffset="102596.29">9650 3357 3693 0,'0'0'233'0,"-19"0"-41"0,19 0-26 0,-15 0 18 0,15 0 19 0,0 0 8 16,-12 2-1-16,12-2-20 0,0 0-9 0,0 0-23 15,0 0-16-15,0 0-11 16,0 0-7-16,0 0-2 0,30-14 7 0,5 6-13 16,9-1-2-16,11-2-16 0,3 3-8 15,-1-2-9-15,-3 0-13 0,-6 4-23 16,-6 0-37-16,-3 1-44 0,-5-3-56 0,-5 4-61 16,-9 3-57-16,-4 0-72 0,-5 1-72 15,-1-2-94-15,-10 2-131 0,0 0-161 0,0 0 69 16,0 0-460-16,0 0-598 0</inkml:trace>
  <inkml:trace contextRef="#ctx0" brushRef="#br0" timeOffset="102897.07">10007 3200 3490 0,'-11'-2'197'0,"11"2"-1"0,-9-4-2 15,9 4 4-15,0 0-4 0,0 0-20 16,0 0-19-16,0 0-15 0,0 0-12 16,0 0-12-16,0 0-9 0,29 20-16 0,-13-7-3 15,9 6-10-15,-1-1-10 0,-5 3-8 16,-1-5-6-16,-4-1-3 0,-5 0-3 0,3-3-2 16,-8 2 5-16,4 0 2 15,-7-1 6-15,-4 1-1 0,-3 1-1 0,-2 2-1 16,-5 1-8-16,-8 2-9 0,-2 0-3 15,-3 0-47-15,-1-3-61 0,-2 0-95 0,1-3-121 16,1 0-134-16,6-6-182 0,2-1-142 16,3-3 73-16,5 0-465 0,-1 2-607 15</inkml:trace>
  <inkml:trace contextRef="#ctx0" brushRef="#br0" timeOffset="108378.92">8198 3891 3192 0,'-10'2'-15'0,"-2"0"13"0,1 0 0 0,11-2 2 0,-21 5 8 0,21-5 35 0,-15 2 34 15,15-2 31-15,-12 3 26 16,12-3-6-16,0 0 2 0,0 0-12 0,0 0-13 0,0 0-7 16,0 0-7-16,0 0-11 15,47-15-7-15,-11 8-10 0,0 0-4 0,-8 0 1 16,6 0-20-16,-5 2 1 0,-4 1-2 0,-6 0-6 16,-4 1-4-16,-1 1-16 15,-3-1-6-15,-11 3-3 0,18-2 1 0,-18 2-1 16,0 0 1-16,0 0 0 0,0 0-6 15,0 0 4-15,-31 14 3 0,15-10-6 0,-7 3 5 16,7-3 0-16,-2 1 0 0,7-3-5 16,0 3 9-16,-1-2-4 0,5-1-1 0,7-2 0 15,-16 4 1-15,16-4-3 0,0 0 6 16,-9 4-3-16,9-4-5 0,0 0 0 16,0 0 3-16,0 0-4 0,0 0-15 15,0 0-18-15,0 0-60 0,0 0-52 16,44-2-59-16,-31 2-76 0,0 0-113 0,4 0-211 15,-4 0 21-15,1 0 67 0,-14 0-151 16,25 4-164-16</inkml:trace>
  <inkml:trace contextRef="#ctx0" brushRef="#br0" timeOffset="109445.45">9110 4009 1947 0,'-9'4'149'0,"4"-4"20"0,5 0-16 0,-10 4-22 0,10-4-3 0,0 0 1 15,0 0 17-15,0 0-17 0,0 0 0 16,0 0-13-16,0 0-14 0,32-18-12 16,-11 12-8-16,11-3-16 0,3 1 2 15,-9 6-34-15,-2-2-25 0,-5 4-25 0,-1 0-20 16,-4 1-28-16,1 0-17 0,-1 1-10 15,-3 2 1-15,-2-2 6 0,1 2 10 16,-6 2 4-16,-4-6 6 0,6 5 10 0,-6-5 3 16,1 5 6-16,-1-5 6 0,0 0-1 15,0 0-15-15,0 0-33 0,-11 5-52 0,11-5-78 16,0 0-109-16,0 0-146 0,0 0-64 16,-19-9-39-16</inkml:trace>
  <inkml:trace contextRef="#ctx0" brushRef="#br0" timeOffset="118160.75">1943 12373 2461 0,'0'0'280'0,"6"-2"-88"0,-6 2-50 0,0 0-42 16,0 0 2-16,0 0-7 0,0 0 3 0,0 0-7 15,0 0 2-15,0 0-6 0,2 12-11 16,-4-5-4-16,0 1-7 0,0 3-6 0,-2 2-18 15,-1-2-34-15,1 4-32 0,-2 0-51 16,-2 7-63-16,1-3-68 16,-6 7-85-16,-1 0-90 0,-1 2-104 0,-4-3-20 0,1 5-157 15,-2-3-158-15</inkml:trace>
  <inkml:trace contextRef="#ctx0" brushRef="#br0" timeOffset="118309.98">1590 12954 1775 0,'-7'9'21'0,"1"-3"28"0,-1 0 14 15,3-1 10-15,-2 2 14 0,0-2 19 16,6-5 4-16,-9 10 2 0,5-7-14 0,4-3-11 16,-7 9-4-16,2-4-10 0,2 2-26 15,3-7-33-15,-6 12-47 0,2-4-64 16,1 4-88-16,1-1-111 0,-2-1-154 0,-2 4-141 16,0 1-91-16</inkml:trace>
  <inkml:trace contextRef="#ctx0" brushRef="#br0" timeOffset="118463.64">1383 13508 1687 0,'-6'5'59'15,"6"-5"15"-15,-6 7 0 0,6-7-3 0,0 0-4 16,-5 5-6-16,5-5-17 0,0 0-28 16,0 0-59-16,-4 9-76 0,2-3-81 15,-1 1-409-15,1 2-109 0</inkml:trace>
  <inkml:trace contextRef="#ctx0" brushRef="#br0" timeOffset="118609.69">1330 13743 1804 0,'-2'10'82'0,"2"-10"22"0,0 0 10 0,0 0 20 16,-4 6 20-16,4-6 3 0,0 0-14 16,0 0-16-16,0 0-8 0,0 0-33 0,0 0-36 15,0 0-54-15,0 0-71 0,0 0-62 16,0 6-101-16,0-6-147 15,0 0-101-15,0 0-109 0,0 0-95 0</inkml:trace>
  <inkml:trace contextRef="#ctx0" brushRef="#br0" timeOffset="121242.63">10904 3122 1625 0,'0'0'52'0,"0"0"40"0,0 0 32 0,0 0 32 0,0 0 26 0,0 0 33 0,19-2 15 16,-19 2 11-16,7-3 13 15,-7 3 3-15,0 0 8 0,0 0-4 0,14-4 1 0,-14 4 6 16,0 0-13-16,0 0-14 16,11 0-7-16,-11 0-13 0,0 0-10 0,0 0-6 15,0 0-11-15,0 0-12 0,0 0-15 16,0 0-8-16,0 0-19 0,0 0-10 0,4-8 6 16,-4 8-4-16,0 0-7 0,0 0-11 15,0 0-11-15,0-10-7 0,0 10-8 0,-2-13-7 16,2 13-4-16,-7-15-11 0,3 7-7 15,-2 1-6-15,0-2-10 0,1 1-3 16,-3-1-3-16,1 1-8 0,-2 2-5 0,0-2-6 16,0 3-6-16,-3 1-1 15,-1 4-7-15,-3 0 4 0,-2 4-5 0,-3 3-3 0,-1 1-1 16,-4 8-1-16,2 1 2 0,2-2-3 16,8-1-2-16,2 3 0 0,2-1-6 15,2-1-4-15,2-1 4 0,6-3-7 16,0-1 3-16,2 2-5 0,5-3 3 0,-2-1 2 15,5 0 5-15,-1-4 4 0,5-4-4 16,-3 5 4-16,-11-5 3 0,27-5 5 16,-15 3-2-16,2-2 7 0,-3-2-2 0,1 3 8 15,0-2 9-15,-5 4 1 0,-7 1-2 16,16-6-1-16,-16 6-8 0,11-2-3 0,-11 2-8 16,0 0-2-16,0 0 1 0,10 11 1 15,-8-2-5-15,0 2 1 0,-2 4 3 16,1 3 2-16,1 3 1 0,0 3-1 15,4-2-1-15,-5 2 6 0,3-1-7 0,4-1 4 16,-4-2 3-16,4-1 0 0,-7-4-3 16,5 2 2-16,-2-6 5 0,-1-1-11 0,-1 2 0 15,-2-3 0-15,2-1 0 0,-2 0 0 16,-2 2 0-16,2-2 0 0,-4 1 0 16,-5 3 0-16,-2-2 0 0,-5 1 0 0,-3-1 0 15,-10 5 0-15,0-3 0 0,-3 0 0 16,-2 0 0-16,7-5 0 0,7 0 0 0,-1-1 0 15,4-4 0-15,2 4 0 0,2-3 0 16,1 0 0-16,2-1 0 0,1 0 0 0,9-2 0 16,-16 3 0-16,16-3 0 15,-11 2 0-15,11-2 0 0,0 0 0 0,-14 2 0 16,14-2 0-16,0 0 0 0,0 0 0 16,0 0 0-16,0 0 0 0,-11 0 0 0,11 0 0 15,0 0 0-15,0 0 0 0,0 0 0 16,0 0 0-16,0 0 0 0,38 1-967 0,-24 4-18 15,-3 4 106-15,2-2-944 0,-1 5-1250 16</inkml:trace>
  <inkml:trace contextRef="#ctx0" brushRef="#br0" timeOffset="122844.3">11329 3101 4715 0,'-2'-5'-183'0,"2"5"61"0,0 0 49 0,-6-9 50 0,6 9 53 0,-7-8 25 16,7 8 39-16,0 0 20 16,-7-5 15-16,7 5 3 0,0 0 3 0,0 0-4 15,-9-7 5-15,9 7-3 0,0 0-2 16,0 0 1-16,0 0 6 0,0 0 11 0,0 0 0 16,-4-5 6-16,4 5-7 0,0 0-11 15,0 0-9-15,0 0-10 0,0 0-12 0,22-9 0 16,-13 6-18-16,-9 3-9 0,23-2-9 15,-12 1-10-15,-11 1-4 0,21-4-11 16,-13 4-3-16,-8 0-10 0,17-1-2 0,-17 1-7 16,13 0-3-16,-13 0-4 15,14 5 1-15,-8 1 1 0,-3 3-1 0,1 1-4 16,0 6 4-16,-2 1-4 0,-2 2 8 16,-2 4 2-16,-4 15 16 0,3-2 13 0,-5 2 6 15,0 0 9-15,2 0 5 0,-1-2 8 16,1-2 3-16,1 0-43 0,-2-6-40 0,4-7 0 15,-1 3 0-15,2-7 0 0,-2 0 0 16,3-3 0-16,-1 1 0 0,-2-5 0 16,2 0 0-16,0 1 0 0,2-4 0 0,-3 1 0 15,3-8 0-15,0 12 0 16,0-12 0-16,-1 9 0 0,1-9 0 0,0 0 0 16,0 0 0-16,0 0-167 0,0 0-336 15,0 0-110-15,0 0-121 0,-4-29-134 0,8 18 72 16,-3-2-738-16,4 1-978 0</inkml:trace>
  <inkml:trace contextRef="#ctx0" brushRef="#br0" timeOffset="123093.22">11330 3442 4312 0,'-11'-3'54'0,"11"3"45"0,-13-3 31 0,13 3 49 0,0 0 42 0,0 0 50 15,-13-2 16-15,13 2-5 0,0 0-15 16,0 0-20-16,0 0-13 15,0 0-9-15,0 0-15 0,0 0-22 0,48-4-18 0,-30 4-16 16,9-3-17-16,-2 1-17 16,-2-1-12-16,-3 1-36 0,0 0-39 0,-6 1-46 15,-2 1-61-15,-12 0-72 0,19-4-56 16,-19 4-64-16,17 0-78 0,-17 0-103 0,10 0-123 16,-10 0-176-16,0 0-37 0,0 0 84 15,0 0-563-15,0 0-722 0</inkml:trace>
  <inkml:trace contextRef="#ctx0" brushRef="#br0" timeOffset="129558.05">12083 3082 1846 0,'0'0'270'0,"2"-8"-33"0,-2 8-19 0,2-8 5 0,-2 8-11 0,4-11 11 0,-4 11-9 15,2-5-11-15,-2 5 14 0,0 0 5 16,1-8-6-16,-1 8 2 0,0 0-7 0,0 0-3 16,2-11-4-16,-2 11 0 15,0 0-17-15,0 0-17 0,5-7-18 0,-5 7-10 16,0 0-18-16,0 0-14 0,0 0-14 15,0 0-19-15,0 0-15 0,0 0-5 0,0 0-1 16,0 0 0-16,4 29-10 0,-4-4 2 16,2 0-9-16,-2 4-3 0,0 10 6 15,-2 2-8-15,0-3-2 0,0 4-1 0,-3-1-8 16,5-2 0-16,-2-1 0 0,1-2-4 16,-5-1 3-16,2-10 1 0,3-4 3 0,1-2-9 15,-4-5 1-15,0 3-5 0,2-6 1 16,2 0 3-16,-1-3-2 0,-1-1 4 15,0 2-5-15,-1-2-15 0,3-7-36 16,-2 8-39-16,2-8-43 0,-4 4-59 0,4-4-65 16,0 0-87-16,0 0-100 0,0 0-122 15,0 0-151-15,0 0-17 0,0 0 81 16,-11-21-450-16,11 16-559 0</inkml:trace>
  <inkml:trace contextRef="#ctx0" brushRef="#br0" timeOffset="129960.97">12130 2983 3068 0,'0'-11'60'0,"-2"3"37"0,2 3 23 0,0 5 10 0,0-11 8 0,0 11-8 0,0 0-12 15,0 0 8-15,0 0 25 0,0 0 21 16,-21 27 15-16,-1 2 6 0,-5 12 13 15,-1 3-3-15,-5 3 4 0,-3-1 5 0,4-3 4 16,-2 0-12-16,3-5-4 0,7-2-20 16,4-8-14-16,4-7-16 0,3-2-8 0,4-4-4 15,6-2-2-15,-3-5 7 0,4 1 2 16,2-5 3-16,0-4-1 0,13 12-14 16,1-6-13-16,4-4-12 0,6-2-9 15,4 2-11-15,17-4-78 0,-2-2-10 0,0 0 0 16,0 1 0-16,-11 0 0 0,-5 1 0 15,-3 1 0-15,-3-2 0 0,1 0 0 16,-10 2 0-16,2 1 0 0,-14 0 0 0,22-2 0 16,-22 2 0-16,18 0 0 0,-18 0 0 15,13-2 0-15,-13 2 0 0,0 0 0 0,16-1 0 16,-16 1-13-16,0 0-251 0,0 0-80 16,0 0-112-16,0 0-130 0,0 0-188 0,0 0-63 15,-22 15 90-15,11-9-671 0,-3 2-870 16</inkml:trace>
  <inkml:trace contextRef="#ctx0" brushRef="#br0" timeOffset="137639.76">12822 3107 1481 0,'9'-7'395'0,"-5"0"-78"0,-4 7-26 0,5-5-38 0,-5 5 4 16,0 0-15-16,0 0-7 0,6-6-9 15,-6 6 8-15,0 0 1 0,0 0-7 16,0 0-6-16,0 0-18 0,0 0-16 16,0 0-10-16,0 0-19 0,0 0-17 0,0 0-6 15,0 0-3-15,0 0-12 0,0 0-6 16,0 0-5-16,-25-3-9 0,25 3 6 0,-35 3-4 16,15-1 12-16,-3-2-9 0,0 0-6 15,2 0-3-15,0 0-9 0,0 0-12 16,4-2-10-16,-2 2-5 0,3 0-2 0,2-1-12 15,0-1 3-15,14 2-13 0,-24-1-3 16,24 1 6-16,-18-2-3 0,18 2-7 0,-16-2-7 16,16 2 3-16,-11 0-2 0,11 0-4 15,0 0-3-15,-13-2-6 0,13 2 5 16,0 0 0-16,0 0-5 0,-13-1 7 16,13 1-9-16,0 0 3 0,0 0-5 0,0 0-1 15,-11-4 3-15,11 4-5 0,0 0 4 16,0 0-1-16,0 0-3 0,0 0 1 15,0 0-1-15,0 0-3 0,0 0 7 0,0 0-6 16,0 0-3-16,0 0-3 0,0 0 0 16,-14-1 1-16,14 1-5 0,0 0-4 0,0 0-2 15,0 0-1-15,0 0-2 0,0 0 3 16,-4 16 0-16,8-5 5 0,-4 3-2 0,1 1 10 16,4 1 1-16,-3-1-3 15,4 5 2-15,-3-2-1 0,1 3 0 0,3-4 6 16,2 2 9-16,-2-3-18 0,0-2 6 15,4 0 10-15,1 0-6 0,0-4 3 16,1-2 0-16,2-1 6 0,3 0-7 0,2-2 2 16,3 1-7-16,2-5 0 0,-4 2 3 15,2 1-8-15,-6-1 5 0,3 3-5 0,-4-2 0 16,2 0 3-16,-5 3-1 0,2 0 6 16,-4 1 5-16,-1 3 1 0,-2-1 13 0,-1 3 11 15,-3-1 9-15,-2 2 12 16,-2 1 16-16,-2-1 13 0,-2 1 11 0,-3 3-8 15,-3 1-88-15,-1-3 0 0,-3 1 0 16,-6 1 0-16,2-2 0 0,5-2 0 16,-5-4 0-16,7-1 0 0,-2-1 0 0,1-1 0 15,1-2 0-15,1-2 0 0,-1 1 0 16,4-1 0-16,-2 1 0 0,9-4 0 0,-13 3 0 16,13-3 0-16,-12 2 0 0,12-2 0 15,0 0 0-15,-18 0 0 0,18 0 0 0,0 0 0 16,-13-2 0-16,13 2 0 0,0 0 0 15,-6-4-256-15,6 4-510 0,-2-8-204 16,2 8 87-16,0 0 88 0,0 0-743 0,15-7-981 16</inkml:trace>
  <inkml:trace contextRef="#ctx0" brushRef="#br0" timeOffset="138373.04">13366 3277 3979 0,'0'0'-120'0,"-10"-4"53"0,10 4 42 0,-11-7 43 0,11 7 38 0,-10-7 37 0,10 7 18 15,-9-9 17-15,5 5 10 0,1-3 16 16,3 7 10-16,-9-14 10 0,6 6 15 16,-1 3 9-16,2-2 3 0,0-2 1 15,0 1 2-15,1 0 0 0,1 8-13 0,-2-15-11 16,2 9-11-16,0 6-25 0,3-15-17 16,-1 9-11-16,4-2-14 0,4 0-12 0,1-1-11 15,2 5-10-15,4 0-12 0,-2 0-11 16,1 6-4-16,3 4-5 0,-2 3-9 0,6 11 0 15,-2 5-1-15,-8 4-2 0,-2 6 3 16,-4-2-5-16,-5 6 8 0,-6 0 24 16,-3 1 25-16,-5 7 28 0,-4-1 26 0,-3-3 30 15,-2-1-154-15,5-11-10 0,-4-2 0 16,3-2 0-16,5-6 0 0,1-5 0 16,3-5 0-16,3 1 0 0,-1-2 0 15,4-2 0-15,-2-2 0 0,4 1 0 0,0-7 0 16,10 12 0-16,2-6 0 0,2-2 0 15,6-1 0-15,4 1 0 0,5-2 0 0,1-4 0 16,0 2 0-16,11-1 0 0,-7-2 0 16,-9 3 0-16,-1-4 0 0,-1 3 0 0,-5-1 0 15,-3 0 0-15,0 0 0 0,-3 2 0 16,-3-2 0-16,-9 2 0 0,15-1 0 16,-5 1 0-16,-10 0 0 0,12-3 0 15,-12 3 0-15,7-4 0 0,-7 4 0 0,6-4 0 16,-6 4 0-16,0 0 0 0,0 0 0 15,0 0-277-15,0 0-776 0,-25 8 103 0,6 5-1060 16,-8 7-1427-16</inkml:trace>
  <inkml:trace contextRef="#ctx0" brushRef="#br0" timeOffset="145356.99">14187 3416 1058 0,'-6'-3'427'0,"6"3"-83"0,-7-10-59 0,3 5-11 0,4 5-10 0,-7-11-7 0,2 4-20 16,4-3-14-16,-1 0 2 15,2 2-6-15,0-2-12 0,2-1-16 0,1-1-11 16,6 0-12-16,-2 0-15 0,6-3-18 0,1 5-13 16,-1-1-14-16,4 0-12 15,-2 5-9-15,-1-1-12 0,1 2-7 0,-1 5-6 16,-14 0-8-16,20 5-2 0,-10 1-6 16,-3 5-2-16,-3 3-3 0,-2 3-3 0,-6 6 9 15,-7 12 4-15,-5-5 5 0,-7 12 4 16,3-5 13-16,2-6 4 0,2-2 2 0,0-2-6 15,7-5 0-15,2-3-5 0,-2 0-6 16,5-4-6-16,3-3-5 0,1 1-4 16,1-1-1-16,3-2 4 0,5-2-4 15,3 1-3-15,6-1 2 0,0-5-11 16,2-2 3-16,-2-1-6 0,-4 0 4 0,-1-1 13 16,-1-2 27-16,-3-5 27 0,1-1 18 15,-9-1 9-15,-1-4 9 0,-5-3 5 0,-12-7 2 16,-4-3 0-16,-11-6-2 0,-2 1-120 15,-1 3-23-15,-2 1 0 0,9 5 0 0,0 0 0 16,3 3 0-16,0 0 0 0,8 5 0 16,4 5 0-16,2 1 0 0,2 2 0 0,2-2 0 15,1 5 0-15,3-2 0 0,3 6 0 16,0-12 0-16,0 12 0 0,14-12 0 16,2 9 0-16,3 0-241 0,0 3-334 0,10 1-126 15,8 6-217-15,8 0 71 16,6 7 94-16,4 1-661 0,2 2-864 0</inkml:trace>
  <inkml:trace contextRef="#ctx0" brushRef="#br0" timeOffset="146605.17">15159 3248 3554 0,'6'-6'-178'0,"2"3"61"0,-5-2 47 0,1 0 38 0,-4 5 31 0,6-12 29 16,-6 12 35-16,3-5 21 0,-3 5 15 16,5-10 5-16,-5 10 12 0,4-10-1 0,-4 10 0 15,3-4 6-15,-3 4-1 0,0 0-5 16,0 0-4-16,0-11-16 0,0 11-12 16,0 0-15-16,0 0-6 0,0 0-3 15,-26 14 9-15,3 5 5 0,-2 1 3 16,-10 9 16-16,-1 1 15 0,0 7 11 0,-2 1 8 15,3-1 5-15,1 0-7 0,5 0 1 16,9-7-16-16,4-1-4 0,4-3-8 0,1-2-9 16,10-6-7-16,-1 0-8 0,4-1-3 15,1-2 3-15,6-1-15 0,-2-2 3 0,4-1-9 16,5 0-2-16,0-2 5 0,2-5-13 16,1 2 0-16,-2-4 0 0,2-1-4 15,-4-2 8-15,1-1 19 0,-1 0 20 0,-1-5 16 16,-3 0 11-16,-2-3 1 0,-3-2-9 15,0-2-8-15,-2-1-9 0,-4 1-10 16,0 2-12-16,-2-1-8 0,0 1-10 16,-4 0-9-16,0 5-8 0,-3-2-21 0,-2 4-19 15,-2 1-25-15,1 3-41 0,-2 1-41 16,3 0-39-16,11 0-39 0,-24 3-41 0,15-1-41 16,2 1-62-16,1 1-75 0,6-4-88 15,-10 5-115-15,10-5-150 0,0 0 71 16,0 0-523-16,0 0-683 0</inkml:trace>
  <inkml:trace contextRef="#ctx0" brushRef="#br0" timeOffset="147156.67">15727 3229 3220 0,'0'-8'-30'0,"0"8"41"0,6-13 22 0,-3 7 7 0,6 0 4 0,-2-2-3 0,4 2-8 15,5 1-5-15,-1 3-1 0,-2 0-3 16,4 4 0-16,2 3-6 0,-2 3-9 15,2 0-2-15,-1 6-9 0,2 3 1 0,-4 0-3 16,-5-3 2-16,-2 1 0 0,-6 0 2 16,3 1-1-16,-6 1 21 0,-4 0 6 0,0 0 12 15,-4 4 15-15,-5 3 17 0,-3 0 16 16,2-2 22-16,-2-5 14 0,7-1 3 0,-1-7 1 16,0 3-5-16,5-4-10 0,-1 1-3 15,1-5-5-15,1 4-10 0,0-3-8 16,4-5-3-16,-2 8 5 0,2-8 11 0,0 11 3 15,0-11 5-15,6 11 10 16,-2-5 1-16,-1 1 4 0,1-2-7 0,0 1 9 16,-1 1 4-16,-3 2 17 0,0-9 15 15,4 12 17-15,-4-5 9 0,0-7 19 0,-4 14 16 16,1-6 3-16,-5-1-4 0,1 1-12 16,-5 2-13-16,-1-4-38 0,-3 2-156 0,3-4 0 15,0 1 0-15,-2-2 0 0,4 1 0 16,-3-1 0-16,3 1 0 0,-1-2 0 15,12-2 0-15,-19 1 0 0,10-1-187 0,9 0-205 16,-16-1-119-16,16 1-129 0,-11-2-177 16,11 2-17-16,0 0 97 0,0 0-648 15,19-14-839-15</inkml:trace>
  <inkml:trace contextRef="#ctx0" brushRef="#br0" timeOffset="147687.98">16398 3275 3817 0,'-4'-11'42'0,"0"5"61"0,4-2 29 0,0 8 14 0,2-15 2 16,4 9 1-16,-1-4-3 0,4 3-11 15,-2 0-4-15,4-2-5 0,-1 4-6 16,0-1-6-16,-1 3-4 0,-9 3-3 0,12-3 3 15,-12 3 26-15,15 9 47 0,-10-1 8 16,3 4 25-16,0 5 18 0,-3 4 15 0,-3-1 7 16,2 2-2-16,0 3-7 0,-4 0-2 15,1 1-16-15,-1-1-114 0,0 3-115 16,0 0 0-16,2-5 0 0,-2 3 0 0,0-6 0 16,2 0 0-16,-2-3 0 15,0-2 0-15,0-1 0 0,0-2 0 0,0-2 0 0,0 0 0 16,0-2 0-16,-2-2 0 15,0 3 0-15,2-9 0 0,-1 12 0 0,-1-7 0 16,-4 0 0-16,-1 0 0 0,-3 3 0 16,-1-4 0-16,-1 2 0 0,2-2 0 0,5 1 0 15,-3-1 0-15,8-4 0 0,-11 6 0 16,11-6 0-16,-10 4 0 0,10-4 0 0,-4 6 0 16,4-6 0-16,0 0 0 0,0 0 0 15,27 8 0-15,-6-8 0 0,4 0 0 0,3 2 0 16,1-4 0-16,11 1 0 0,-11-2 0 15,-2 3 0-15,-7 0 0 0,1-3 0 0,-6 2 0 16,1 1 0-16,-3-2 0 16,-3 0 0-16,1 2 0 0,-11 0 0 0,18-2 0 15,-18 2 0-15,9 0 0 0,-9 0-369 0,0 0-668 16,0 0 97-16,0 0-1048 16,-20 19-1405-16</inkml:trace>
  <inkml:trace contextRef="#ctx0" brushRef="#br0" timeOffset="154036.47">9740 4578 1528 0,'0'0'459'0,"0"0"-57"0,0 0-56 0,-23 0-3 0,23 0-22 0,-15-2 0 15,15 2-3-15,0 0-1 0,-27-2 36 16,17 2 10-16,10 0 1 0,-19-2-4 15,19 2-12-15,-15 2-11 0,15-2-19 0,-15-2-15 16,15 2-19-16,0 0-22 0,0 0-29 16,-16 2-24-16,16-2-107 0,0 0-102 0,0 0 0 15,0 0 0-15,71-13 0 0,-31 5 0 16,14-4 0-16,-11 5 0 0,-3-2 0 0,-1 0 0 16,-5 2 0-16,-7 2 0 0,-7 1 0 15,-3 1 0-15,-4 2 0 0,1 0 0 16,-3-2 0-16,-2 2 0 0,-9 1 0 15,14-2 0-15,-14 2 0 0,10-2 0 16,-10 2-47-16,0 0-287 0,0 0-73 0,0 0-84 16,0 0-100-16,0 0-175 0,-24 19-48 15,15-14 87-15,0-2-638 0,0 1-820 0</inkml:trace>
  <inkml:trace contextRef="#ctx0" brushRef="#br0" timeOffset="154353.74">9926 4400 3580 0,'0'0'18'0,"-7"0"69"0,7 0 24 16,0 0 47-16,0 0 39 0,0 0 26 0,0 0 14 16,0 0-6-16,18 18-10 0,-2-11-27 15,2 3-13-15,7 4-24 0,0 0-16 0,2 1-9 16,-2 3-16-16,0-2 3 0,-6 0 10 15,-6-1 18-15,-2-1 32 0,1 3 24 16,-4 2 24-16,-4-1 17 0,-3-1-2 0,-1 0-3 16,-3 0-2-16,-5 2-28 0,-2 0-177 15,-5 5-32-15,-2-7 0 0,-4 0 0 0,2-2 0 16,0-5 0-16,0-1 0 16,-2 0 0-16,5-4-69 0,2 0-417 0,0-4-154 0,3 1-217 15,1-2-13-15,-2 2 90 16,12-2-747-16,-14 2-971 0</inkml:trace>
  <inkml:trace contextRef="#ctx0" brushRef="#br0" timeOffset="162902.16">1088 13846 3837 0,'0'22'-195'0,"-4"-12"43"0,-6 6 27 0,1 2 17 0,-4 11 23 0,-1-2 16 16,3 0 15-16,-1-6 14 0,4-3 7 16,-1-1 2-16,0 3 1 0,2-7 4 15,2 1 1-15,1-5-1 0,-1 1-4 0,1-4-7 16,0 0-9-16,-2-3-6 0,6-3-5 15,-9 2 1-15,9-2 6 0,0 0 9 16,-17-9 3-16,9 4 6 0,2-4 13 0,1 1 5 16,1 1 9-16,-2 2 7 15,5-2 3-15,-4-1 1 0,5 8-5 0,-2-7 3 0,2 7 8 16,2-7 14-16,-2 7 14 0,12-5 5 16,-1 3 1-16,5 0-1 0,2-1-2 15,7 0 1-15,6 3-5 0,-1 0-6 16,-1 3-2-16,-1-3-1 0,3 0-8 15,-4 1-3-15,-1-1-7 0,-5 2-26 0,-4 2-29 16,1-2-43-16,-3-2-37 0,-4 3-56 16,-1-3-78-16,-10 0-107 0,16 2-248 0,-16-2-112 15</inkml:trace>
  <inkml:trace contextRef="#ctx0" brushRef="#br0" timeOffset="165884.64">10608 4226 1694 0,'0'0'50'0,"0"0"47"0,0 0 37 0,0 0 36 0,0 0 46 0,0 0 29 16,0 0 22-16,0 0 23 0,-30 2 11 0,30-2 7 16,0 0 6-16,0 0-2 0,-19 1-6 15,19-1-6-15,0 0-10 0,0 0-13 0,-12 2-12 16,12-2-13-16,0 0-14 0,0 0-27 15,0 0-18-15,0 0-20 0,33-7-19 16,-11 1-34-16,13-1-11 0,2 0-12 16,2 0-10-16,-1 1-7 0,-4-3-7 0,-5 5-13 15,-6 1-4-15,-3-1-10 0,-8 3-5 16,1 1-8-16,1-2-1 0,-14 2-4 16,20 5-2-16,-15 0-2 0,-1 2 0 0,0 3 3 15,-3 2 16-15,-4 6 17 0,-3 4 8 16,-1 11-68-16,-3 3 0 0,-1 2 0 0,-1-1 0 15,0 1 0-15,1-1 0 0,1-1 0 16,1-2 0-16,2-3 0 0,-1-5 0 16,4-6 0-16,0-3 0 0,0-5 0 0,2 1 0 15,1-1 0-15,-1-4 0 0,-2 1 0 16,4-2 0-16,0-7 0 0,-2 12 0 0,2-12 0 16,-4 10 0-16,4-10 0 0,0 7 0 15,0-7 0-15,0 0 0 0,-1 5 0 16,1-5 0-16,0 0 0 0,0 0 0 15,0 0-597-15,0 0-163 0,0 0-166 0,0-23 67 16,1 17-858-16,1-1-1151 0</inkml:trace>
  <inkml:trace contextRef="#ctx0" brushRef="#br0" timeOffset="167568.87">10833 4596 4306 0,'0'0'-223'0,"0"0"64"0,-17 0 52 0,17 0 43 0,0 0 42 0,-20 0 34 15,20 0 50-15,-20 3 22 0,20-3 13 16,-16 1 12-16,7 0 4 0,9-1-1 0,-11 2 3 16,11-2 2-16,0 0 1 0,-14 0 6 15,14 0 18-15,0 0 17 0,0 0 9 16,0 0-1-16,0 0-15 0,37-7-12 0,-15-1-15 16,13 0-17-16,2-1-4 15,-3 3-15-15,-2-2-8 0,-3 4-6 0,-9-2-10 0,-1 2-6 16,1 3-6-16,-5-3-10 15,-2 2-2-15,-1 1-4 0,0 0-3 0,-12 1-6 16,16-4-2-16,-16 4-3 0,13-2-3 16,-13 2-10-16,0 0-5 0,16-2-15 0,-16 2-38 15,0 0-58-15,0 0-69 0,0 0-90 16,0 0-111-16,0 0-139 0,0 0-187 16,0 0-17-16,-20 17 81 0,13-13-448 0,7-4-558 15</inkml:trace>
  <inkml:trace contextRef="#ctx0" brushRef="#br0" timeOffset="170166.32">11536 4286 2834 0,'6'4'26'0,"-6"-4"90"0,0 0 61 0,0 0 45 0,0 0 39 0,0 0 32 0,0 0 20 0,0 0 0 16,0 0 1-16,0 0-16 0,0 0-21 0,0 0-28 15,14 2-26-15,-14-2-18 16,0 0-17-16,0 0-21 0,0 0-24 0,0 0-3 16,0 0-19-16,0 0-22 0,0 0-18 15,7-10-21-15,-7 10-6 0,0-10-8 16,0 10-7-16,-2-13-29 0,2 4 1 0,-3 0-1 15,-1-6 0-15,-2 3-2 0,0 0 11 16,-1 1-8-16,-3 0 4 0,0 2-8 0,1 2 0 16,-2 5-8-16,-5 0 5 0,1 4-1 15,-2 0-1-15,-4 5 9 0,-2 2-6 0,4 2-1 16,-4 5 8-16,6 1-6 0,3-3-9 16,3 3 8-16,2-2-9 0,5-1 5 15,0 1-2-15,4-3 6 0,4 0 2 16,0-1 6-16,5 0-8 0,1-1 1 0,4-1-3 15,-2-5 2-15,-1 3 4 0,7-3 13 16,-5-2 12-16,1 0 18 0,-3-1 17 16,1 1 13-16,-1-2 9 0,-11 0 7 0,18 0-6 15,-18 0-4-15,13 2-14 0,-13-2-49 16,11 1-25-16,-7 3 0 0,0 3 0 0,1 3 0 16,-3 5 0-16,0 2 0 0,2 7 0 15,0 1 0-15,1 8 0 0,2 2 0 0,-4-2 0 16,3 0 0-16,-3-6 0 15,-1-8 0-15,0 1 0 0,-2-1 0 0,0-5 0 16,0-2 0-16,0 0 0 0,-4 0 0 0,1-4 0 16,-5 2 0-16,-4 1 0 0,1-3 0 15,-3 1 0-15,-2-3 0 0,-4 0 0 16,2 0 0-16,-1-4 0 0,-1 0 0 0,4 2 0 16,0-2 0-16,1-2 0 0,1 2 0 15,14-2 0-15,-24 0 0 0,24 0 0 0,-16 0 0 16,7 0 0-16,9 0 0 0,-16 0 0 15,16 0 0-15,-11 2 0 0,11-2 0 16,-12 0 0-16,12 0 0 0,0 0 0 0,-13 0 0 16,13 0 0-16,0 0 0 0,-5 5-701 15,5-5-305-15,0 0 119 0,2 12-1016 16,-2-12-1327-16</inkml:trace>
  <inkml:trace contextRef="#ctx0" brushRef="#br0" timeOffset="173782.53">11986 4164 1230 0,'4'-8'238'0,"-4"8"-34"0,6-7-8 0,-6 7-11 0,1-8 8 16,1 4-1-16,-2 4-6 0,4-7-9 0,-4 7 10 16,7-8 7-16,-7 8-3 0,1-5-3 15,-1 5-17-15,0 0-16 0,4-5-19 0,-4 5-9 16,0 0-15-16,0 0 30 15,9 18 2-15,-5-2 10 0,1 6 10 0,-3 2-1 0,3 12-9 16,-1 3 1-16,-1 5-2 16,-1 0-4-16,0 13-3 0,0-13 3 0,0 0-5 15,-4-1-4-15,2-2 4 0,0-2-4 16,0-10-12-16,0-6-13 0,0-3-8 0,-2-2-9 16,2-2-15-16,-2-4 0 0,2 1-12 15,2-1-6-15,-2-1-4 0,2-3-4 0,-4-1-24 16,2-7-46-16,0 11-57 0,0-11-53 15,-4 3-48-15,4-3-45 0,0 0-61 16,0 0-66-16,0-26-69 0,4 7-76 0,2-5-100 16,-1-11-136-16,5-1 59 0,0 0-462 15,-5-1-596-15</inkml:trace>
  <inkml:trace contextRef="#ctx0" brushRef="#br0" timeOffset="174100.79">12099 4177 2867 0,'-3'-9'-111'15,"1"5"46"-15,2 4 27 0,0 0 37 16,-7-6 43-16,7 6 47 0,0 0 37 16,-27 17 34-16,14-5 6 0,-8 7 34 0,0 1 15 15,-3 7 13-15,-7 2 7 0,8-4 2 16,-2 2-4-16,4-1-10 0,3-2-18 0,4-3-12 16,5-6-14-16,1 0-8 0,4-1-9 15,3 0-1-15,1-4 20 0,1 2 11 0,9-1-1 16,3-3-9-16,6-1-36 15,15-2-14-15,0-1-14 0,9-4-14 0,0 0-11 16,2 0-12-16,-4-2-11 0,-7 2-13 16,-3-2-34-16,-2 2-6 0,-8-2-19 15,-3 2-15-15,3 0-13 0,-8 0-10 0,1 0-15 16,-3 2-17-16,1-4-29 0,-12 2-32 16,15 2-49-16,-6 0-47 0,-9-2-64 0,5 6-75 15,-5 0-89-15,0-6-141 0,-12 20-153 16,-5 4 70-16,-20 9-494 0,1 2-641 0</inkml:trace>
  <inkml:trace contextRef="#ctx0" brushRef="#br0" timeOffset="176065.72">12505 4422 3281 0,'-11'-4'14'0,"11"4"49"0,-16-5 21 0,10 0 25 0,6 5 21 0,-7-8 23 0,7 8 7 15,-5-11 10-15,5 6-7 0,0 5-13 0,9-13-17 16,-4 7-13-16,6-2-11 0,3 3-14 16,1-1-7-16,2 2-11 0,-4 4-8 15,5 0-7-15,-18 0-7 0,30 4-6 0,-13 2-6 16,1 4-4-16,-4 3-1 16,-2 3-2-16,-6 5 12 0,-2 4 29 0,-4 4 20 15,-10 7 25-15,-5 9 21 0,-6-2 16 16,-4-3-14-16,2-3 15 0,0-8 6 0,7-1 0 15,-4-1-3-15,7-7-7 0,3-4-6 16,3-2-11-16,-1-3-3 0,5 1 3 0,-1-2 7 16,2-3 9-16,4 2 7 0,5 0-90 15,4-1-72-15,5-3 0 0,4 1 0 16,5 0 0-16,0-4 0 0,4 2 0 0,0-2 0 16,-3 0 0-16,-1-2 0 0,-1 0 0 15,-4 0 0-15,-3 0 0 0,-2 0 0 0,1 0 0 16,-16 0 0-16,20 0 0 15,-20 0 0-15,20-2 0 0,-20 2 0 0,12 0 0 0,-12 0 0 16,0 0 0-16,16 2 0 16,-16-2 0-16,9 0 0 0,-9 0 0 0,0 0-305 15,0 0-313-15,0 0-178 0,0 0-111 16,0 0 96-16,0 0-806 0,0 0-1056 0</inkml:trace>
  <inkml:trace contextRef="#ctx0" brushRef="#br0" timeOffset="177316.89">13333 4359 3952 0,'9'-9'-294'0,"-9"9"56"0,0 0 47 0,7-5 37 0,-7 5 40 0,7-3 33 0,-7 3 33 16,4-4 31-16,-4 4 28 0,0 0 29 16,9-8 29-16,-9 8 24 0,0 0 25 0,9-7 10 15,-9 7 10-15,0 0 13 0,5-4-2 16,-5 4 3-16,0 0-11 0,0 0-1 0,6-6-10 15,-6 6-3-15,0 0-9 0,0 0-3 16,0 0-6-16,0 0-2 0,0 0 6 0,0 0 6 16,0 0-4-16,0 0-1 0,0 0 3 15,0 0 1-15,-33-2-4 0,21 2-5 16,-6 0-6-16,-1 2-10 0,0-2-24 16,3 0-7-16,0 0-3 0,-2 3-4 15,3-3-7-15,15 0-7 0,-24 0-3 0,11 0 0 16,13 0-4-16,-18 1-11 0,18-1 1 15,-18 0-1-15,18 0-1 0,-18 0-4 0,18 0 2 16,-16 2-3-16,16-2-3 0,-11 0-2 16,11 0 3-16,0 0-6 0,0 0 14 0,-17 0-16 15,17 0-1-15,0 0 4 0,0 0 5 16,-17 0-3-16,17 0 1 0,0 0 0 16,0 0 4-16,0 0 1 0,0 0 8 15,0 0-1-15,0 0-12 0,-16 0 5 16,16 0-4-16,0 0 4 0,0 0-7 0,0 0 5 15,0 0-5-15,0 0 1 0,0 0-3 16,0 0 3-16,0 0-4 0,0 0-2 0,0 0 5 16,0 0-5-16,0 0 0 0,0 0-1 15,0 0 0-15,-13-2 3 0,13 2-6 0,0 0 0 16,0 0 15-16,0 0-16 0,0 0-2 16,0 0 6-16,0 0-8 0,0 0 6 0,0 0-9 15,0 0 9-15,0 0-9 16,0 0 3-16,0 0-7 0,0 0-2 0,0 0 1 15,-6 11 4-15,4-5 1 0,-2 5 0 16,2 3 1-16,1 1 3 0,-3 4-2 16,0 1 6-16,4-1 0 0,-2 0 0 0,2 0-1 15,2 0 5-15,0-2 10 0,4 2-8 16,-1-3 15-16,-1-2-13 0,2 1 14 0,4-3 14 16,-3-1 1-16,7-3-1 0,1 2 2 15,0-4-4-15,6 2 0 0,-2-2-1 0,4 1-15 16,-3 0 8-16,4 2-16 0,2 1 11 15,3 1-15-15,0 3-3 0,-3 2 5 0,-9-1-2 16,6 4-2-16,0 0 1 0,-1 0 13 16,-10-1 21-16,-2-6 28 0,-4 2 32 15,-2-1 36-15,-2-4 36 0,-2 3 28 0,-6 0-167 16,0 1-34-16,-4-5 0 16,-9 4 0-16,-5 1 0 0,-5-3 0 0,-6-2 0 15,1 1 0-15,4-7 0 0,6 2 0 16,-1 0 0-16,3-2 0 0,3-2 0 0,4 2 0 15,-1-4 0-15,4 2 0 0,-1-2 0 16,13 2 0-16,-22 0 0 0,13 0 0 0,9 0 0 16,-16-2 0-16,16 2 0 0,-12 0 0 15,12 0 0-15,-11-2 0 0,11 2 0 0,0 0 0 16,0 0 0-16,0 0-554 16,0 0-473-16,0 0 114 0,0 0-1024 0,0 0-1359 0</inkml:trace>
  <inkml:trace contextRef="#ctx0" brushRef="#br0" timeOffset="180415.6">13719 4497 4836 0,'-6'3'-282'0,"6"-3"59"0,0 0 55 0,-4 7 53 0,4-7 65 15,0 0 63-15,0 0 53 0,0 0 41 16,0 0 27-16,0 0 21 0,0 0 4 0,0 0 1 16,0 0-8-16,0 0-9 0,0 0-6 15,33-16-4-15,-26 10-7 0,2 1-9 0,0 0 3 16,-2-2-7-16,0 2-5 15,-1 0 0-15,1 0-1 0,-7 5-5 0,11-10-3 16,-8 8-9-16,-3 2-11 0,9-7-4 16,-9 7-8-16,4-5-6 0,-4 5-5 0,0 0-7 15,9-7-4-15,-9 7-9 0,0 0-12 16,0 0-1-16,0 0-10 0,0 0 4 16,0 0 3-16,0 0 1 0,5 24 16 0,-7-4 11 15,2 3 38-15,0 0 5 0,2 15-6 16,0-2-23-16,-2 3 5 0,2-4 1 0,0 0 3 15,-1-8-7-15,-1-3 8 0,2-4 6 16,-2-1-1-16,0-1 13 0,0-3 0 0,2-1-18 16,-2-3-72-16,0-1 0 0,0 0 0 15,0-3 0-15,0-7 0 0,0 12 0 0,0-12 0 16,0 10 0-16,0-10 0 16,-2 10 0-16,2-10 0 0,0 9 0 0,0-9 0 15,-5 8 0-15,-3-4 0 0,0 1 0 16,1 0 0-16,-3 0 0 0,0-1 0 15,3 2 0-15,7-6 0 0,-11 6 0 0,3-1 0 16,8-5 0-16,-8 3 0 0,8-3 0 16,0 0 0-16,0 0 0 0,0 0 0 0,0 0 0 15,0 0 0-15,27 7 0 0,-11-7 0 16,2-2 0-16,1 1 0 0,1-1 0 16,-2-2 0-16,4 3 0 0,-5-4 0 15,0 5 0-15,-2 0 0 0,-2-2 0 0,-2 0 0 16,-11 2 0-16,20-4 0 0,-20 4 0 15,17-1 0-15,-17 1 0 0,13-3 0 0,-13 3 0 16,11 0 0-16,-11 0 0 0,11-2 0 16,-11 2 0-16,0 0 0 0,0 0 0 0,0 0-716 15,0 0-297-15,0 0 117 0,0 0-997 16,0 0-1316-16</inkml:trace>
  <inkml:trace contextRef="#ctx0" brushRef="#br0" timeOffset="186615.25">12731 7474 4077 0,'0'0'450'0,"0"0"-223"0,0 0-84 0,0 0-36 0,0 0 26 0,0 0 27 0,0 0-4 15,0 0-19-15,-7-25-8 0,7 25-13 16,-2-9-12-16,2 9-13 0,-2-5-13 0,2 5-25 16,0 0-31-16,0-7-54 0,0 7-68 15,0 0-84-15,0 0-86 0,0 0-76 0,0 0-107 16,0 0-149-16,0 0-55 15,0 0 74-15,0 0-423 0,0 0-480 0</inkml:trace>
  <inkml:trace contextRef="#ctx0" brushRef="#br0" timeOffset="188096.29">14395 4557 2648 0,'0'0'15'0,"-8"-4"45"0,8 4 43 0,0 0 37 16,0-15 29-16,0 15 30 0,4-12 27 0,-2 4 2 15,4-3-10-15,0 1-9 16,3-2-17-16,4 0-11 0,-1-1-13 0,3 1-15 16,-3 3-14-16,3 1-15 0,2 1-11 15,-4 1-12-15,7 2-12 0,-6 2-8 0,4 2-8 0,0 1-6 16,2 3-10-16,-3-1-6 15,6 4-4-15,-8 0-4 0,-4 1-4 0,1 1-2 16,-4 6-2-16,-3-4-3 0,-1 4-1 16,-4 0-3-16,-2 3-4 0,0-1 0 15,-5 4 0-15,3-6-5 0,1 3 1 0,-4-5 3 16,3-1 2-16,3 0-2 0,1 0-2 16,0 0 2-16,0-1 2 0,1 2 11 0,5 1 16 15,0 1 5-15,4 0 5 0,-1 2-6 16,-2 1 10-16,3-1 17 0,-4-2 23 0,1-1 12 15,-3 0 21-15,0 2 12 16,-1-5 12-16,-3 3 4 0,-7-3-6 0,3 5-10 16,-3-2-14-16,-2 1-6 0,-5-1-123 15,-1 1-8-15,-8 3 0 0,-2-3 0 0,7-3 0 16,-2-1 0-16,-1-3 0 0,0-1 0 16,-1 0 0-16,0 0-51 0,5-4-397 15,0 2-185-15,0 4-246 0,-2 3-1 0,-4 8 104 16,-8 16-763-16,7 9-982 15</inkml:trace>
  <inkml:trace contextRef="#ctx0" brushRef="#br0" timeOffset="188731.03">14963 9293 4810 0,'-5'4'314'0,"5"-4"6"0,0 0 15 0,0 0 12 0,0 0 12 0,0 0-2 15,-13 0-10-15,13 0-29 0,0 0-30 0,0 0-28 16,0 0-124-16,0 0-136 16,0 0 0-16,0 0 0 0,0 0 0 0,0 0 0 15,0 0-236-15,0 0-310 0,0 0-195 16,-7 3-149-16,7-3 92 0,0 0-896 0,0 0-1128 15</inkml:trace>
  <inkml:trace contextRef="#ctx0" brushRef="#br0" timeOffset="189529.34">15569 4317 4245 0,'4'-6'-172'0,"-4"0"54"0,0 6 42 0,-2-9 13 0,2 9 15 0,0 0 26 0,0 0 22 0,-25 13 30 16,0 3 32-16,-11 11 15 0,-4 7 10 15,-4 7 8-15,1 3 11 0,-4-1 10 0,-3 14 5 16,11-12-6-16,6-1-8 0,3 1-7 15,8-7-7-15,4-4-6 0,7-2-9 16,7-5-2-16,3-6 2 0,1 0 1 16,3 0 5-16,6-3-20 0,1 2-5 0,4-5 1 15,6 2-9-15,1-3-1 16,-3-6-6-16,-2-1-2 0,0-3-6 0,-3-1 15 0,3-1 5 16,-5-1 9-16,-11-1-1 0,17-5 5 15,-17 5-10-15,10-10-8 0,-7 1-5 0,-3 0-7 16,0 0-4-16,-2 0-7 15,-1-3-18-15,-5 4-34 0,-2 1-45 0,1 2-52 16,-9 3-71-16,2 2-98 0,-7 5-106 16,-10 7-173-16,-6 10-153 0,-4 5 79 0,3 4-476 15,-3 9-588-15</inkml:trace>
  <inkml:trace contextRef="#ctx0" brushRef="#br0" timeOffset="190430.01">17492 11306 3685 0,'0'0'404'0,"0"0"-37"0,-6-12-33 0,6 12-26 0,-4-5-30 16,4 5-25-16,-3-5-26 0,3 5-42 0,0 0-76 16,-6-5-112-16,6 5-139 0,0 0-167 15,0 0-182-15,-5-6-244 0,5 6 57 0,0 0 84 16,0 0-494-16,0 0-558 0</inkml:trace>
  <inkml:trace contextRef="#ctx0" brushRef="#br0" timeOffset="191328.89">15708 4516 2921 0,'8'-14'-87'0,"3"4"12"0,5 0 9 0,0-1 8 0,11-2 24 0,6 3 14 0,1-1 16 15,0 3 11-15,0-1 10 0,5 2 4 16,-7 4 2-16,-7 1 4 0,2 4-3 0,-3 1 8 16,-3 6 14-16,2 8 29 0,-4 7 44 15,-13 8 39-15,-6-2 23 0,-12 8 18 16,-11 12 14-16,-7 1 3 0,-8 0 1 15,-13 11 5-15,10-14-3 0,3-2-22 0,4-4-19 16,4 4-16-16,3-5-12 0,9-9-16 16,7-1-11-16,8-3-11 0,5-7-9 15,1 3-8-15,15-1-14 0,6 2-4 0,4-9-6 0,5 0-11 16,4-7-4-16,-5-1-3 0,0-6-6 16,-8-4-5-16,-8-2-1 0,5-2 17 15,-10-8 5-15,-1 1 42 0,-8-5 20 16,-10-5 4-16,-7-11 6 0,-19-10 2 0,-7-1 0 15,-16-14-2-15,3-1 12 0,-2 2 9 16,16 12 8-16,4 0 2 0,3 1-7 0,8 2-159 16,12 10 0-16,10 2 0 0,6 2 0 15,15 0 0-15,18-4 0 0,13 4 0 16,12 6 0-16,6 3 0 0,27-1-21 0,-15 8-557 16,23-1-244-16,-21 9-111 0,3-2 104 15,-2 5-874-15,4 2-1138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30T04:33:05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24049 5298 1920 0,'4'4'-22'0,"-4"-4"2"0,3 6-5 0,-3-6-32 0,7 5-43 0,-7-5-37 0,7 2-92 16,-7-2-224-16,13 0 40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5T02:54:17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18985 5070 1259 0,'24'-14'88'0,"-3"0"6"0,-5 4-3 0,4-2-8 0,1-5 15 0,-1 5 10 0,0-2 8 16,-4 3 5-16,-2-3 12 0,2 0 13 0,-7 4 11 16,0-2 1-16,4 2 5 0,-10 3-1 15,5-2-5-15,-7 3-18 0,1 2-16 0,-2 4-8 16,-13-6-19-16,-1 6-5 0,-14 4-8 15,-25 6-11-15,-8 4-8 0,-4 3-7 16,-20 10-5-16,-1 4-2 0,2 2-1 0,1 1-5 16,10 4-1-16,13-6-4 15,7 1-7-15,1 2-3 0,9 0 1 0,1 2-4 0,12 4-4 16,1 0-2-16,10 5-4 16,4 2 4-16,5 1 2 0,10-3-2 0,1-2-7 15,10 7-3-15,3 3 6 0,6-4-1 16,0-4-2-16,9 0 7 0,-1-2-5 0,5-1-2 15,-3 0-2-15,4-3 9 0,3 0 1 16,1-1-7-16,0 0 3 0,-2-1-8 0,1 1 7 16,-5 0-3-16,-3 1 4 15,-5 3 16-15,-3 7 7 0,-10 1 7 0,-6 4 22 16,-5 1 1-16,-10 4 3 0,-9 1 6 16,-6-1 3-16,-12 11 12 0,-8 3 1 0,-7-8 2 15,-2 6-2-15,-9-6 1 0,-1 1-11 16,-6-6-4-16,2 0-9 0,0-3-4 15,3-1-8-15,6-7-9 0,13-11-4 0,4-2-7 16,5-2 2-16,5-4-8 0,9-7-3 16,2 0-2-16,8-5-3 0,5-4-2 0,4-1-8 15,6-2-2-15,5-1-12 0,9 0-14 16,15 1-6-16,8 0-1 0,15 2 3 0,7-1 2 16,4 5 0-16,-3 3 2 15,3 6-2-15,8 14-1 0,-6 7-1 0,-10 14 1 0,-12 10 0 16,-11 7 3-16,-16-9 2 15,-13 9-2-15,-8 22 4 0,-14 3 6 0,-6 3 0 16,-9 3 6-16,-11 6 4 0,-2-1 10 16,-7 1 9-16,-1 0 5 0,-2 0 9 0,0-5 11 15,1-1 4-15,2-2 3 0,9 2-1 16,-1-3 3-16,6 0-7 0,5 1 1 0,5 1-17 16,3 3 2-16,5 0-3 0,2 3-6 15,3 0-6-15,1 2 4 0,1 0 3 0,1 4-10 16,5 0-1-16,0 3-5 0,1-4-4 15,1 1-1-15,5 0 2 0,0-3-2 0,0-1 1 16,3-2 0-16,-1 0-4 0,2-6 7 16,-1 1-6-16,-3-3 2 0,4-3 2 15,0-4 10-15,1-1 15 0,-1-19 3 0,4 21 11 16,2-23-1-16,-1-3-4 0,7-3 3 16,0-4-1-16,7-3 2 0,11 8-5 15,9-8-2-15,6-4-4 0,10-9-3 0,8-5-7 16,6-4 5-16,6-6-16 0,3-5 5 15,8-1-2-15,-1-2 2 0,-3 0-5 16,-14-8 0-16,0-1-4 0,0-1 0 0,-2 0-4 16,-6-1-1-16,2-1-2 0,-7-3-1 15,-4 1-1-15,-13-5 1 0,-6-1-6 0,-2 0-7 16,-9-4-17-16,-3 1-12 0,-6-4-5 16,-2 2-22-16,-3-3-23 0,-2 1-27 0,2 1-42 15,-2-1-42-15,-9-2-55 0,11 0-65 16,-11 0-72-16,0 0-66 0,7-7-75 15,-7 7-161-15,0-13-13 0,-2 1 77 16,-5-9-504-16,-2-13-597 0</inkml:trace>
  <inkml:trace contextRef="#ctx0" brushRef="#br0" timeOffset="1534.48">19891 3309 3186 0,'0'0'-7'0,"0"0"26"0,-32 33 37 0,-1 3 35 16,-7 4 28-16,-15 17 19 0,-4 2 17 16,-6-1 17-16,4-1 13 0,-3 1 4 15,-3-2-10-15,3-1-17 0,6-3-16 0,14-15-17 16,4-2-9-16,10-6-13 0,6-8-10 15,7-8-8-15,6-2-6 0,0-4-19 16,2-7-45-16,9 0-43 0,-13-18-33 0,13-3-4 16,0-20 3-16,8-13 3 0,4-8 6 15,3-9 5-15,6-15 4 0,-3 17-2 0,2 3 9 16,-3 12 7-16,-2 7 1 16,-3 14-3-16,-1 12 2 0,0 8 9 0,1 8 17 15,-1 9 24-15,9 6 3 0,7 12 2 16,9 12-2-16,3 5 1 0,17 17-1 0,7-1-2 15,5 0-2-15,7 3 1 0,2-1-49 16,4-1-100-16,1-4-145 0,-4-3-205 16,-4-1-203-16,-5-4 65 0,-16-11-394 0,-4-4-483 15</inkml:trace>
  <inkml:trace contextRef="#ctx0" brushRef="#br0" timeOffset="2098.83">18852 8332 3173 0,'4'-17'207'0,"2"5"-24"0,-5 12-19 0,-1 0-6 0,9 20 22 0,-7 6 13 0,-2 18-1 0,-4 19-12 0,-3 3-19 16,-4 6-16-16,2-1-10 0,-3 3-18 0,1 1-9 15,0-3-12-15,-3-4-14 0,1-3-34 16,-1-3-41-16,0-7-42 0,-4-5-40 0,1-8-47 16,-8-7-56-16,2-12-28 15,2-11-15-15,6-8 4 0,-2-8 14 0,-5-13 20 16,0-12 23-16,1-20 30 0,5-9 44 15,0-6 42-15,5-7 30 0,5 5 40 0,10 4 28 16,3 8 6-16,6 7-1 0,3 17-2 16,5 10 19-16,3 11 22 0,3 8 10 0,12 9-5 15,10 9-9-15,2 9-7 0,7 6-8 16,14 11-33-16,1 8-32 0,-1 3-21 0,2 1-39 16,-1-2-59-16,-3-3-70 0,-4-3-96 15,-14-8-138-15,-5-3-170 0,3-4 54 0,-12-4-325 16,-11-8-335-16</inkml:trace>
  <inkml:trace contextRef="#ctx0" brushRef="#br0" timeOffset="2666.73">19618 12100 2941 0,'-9'19'300'0,"0"2"-16"0,-9 14-27 0,-3 11-27 0,1 3-17 0,-5 6-1 15,0 0 4-15,-6-4 4 0,1 1-16 16,-2-6-15-16,-3-1-18 0,-1-8-15 15,2-1-17-15,-1-8-18 0,6-10-21 16,-1-6-29-16,4-6-24 0,1-6-14 0,-7-9-16 16,-2-6-11-16,-5-15-7 0,1-5 1 15,0-5-1-15,4-7-1 0,-12-19-2 0,15 14-1 16,10 10 5-16,4 11 6 0,6 4 3 16,5 9 2-16,4 6 16 0,6 7 22 0,4 3 16 15,-8 2 2-15,40 13-2 0,-3-3-8 16,23 5-7-16,6-1-5 0,7-4-1 0,1-1-21 15,1 1-45-15,-7-5-48 0,-3 0-37 16,-2-1-27-16,-13-3-32 0,-5-1-69 0,-4 2-73 16,-13 0-73-16,-6 0-98 15,-2-1-150-15,-6 2-21 0,-1 3 76 0,-6 2-405 16,-2 3-455-16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30T05:19:13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19266 9344 1294 0,'10'-3'514'0,"-1"1"-177"0,-1-1-90 0,0 0-14 16,-8 3 5-16,12-7 9 0,-1 2-7 0,-6 1-8 15,-5 4 12-15,11-5 6 16,-11 5 5-16,9-4-1 0,-9 4-13 0,7-4-4 0,-7 4 11 16,0 0-11-16,0 0-9 15,6-6-19-15,-6 6-13 0,0 0-6 0,0 0 2 16,0 0-13-16,0 0-13 0,-52 17-12 15,12-5-15-15,-15 5-16 0,-8 4-12 0,-7-1-9 16,-2 3-12-16,4-3-6 0,3-1-11 16,6-1-2-16,8-5-6 0,13-2-3 15,3-4-2-15,9-2-3 0,4 0 0 0,6-3-22 16,0-1-35-16,3 1 0 0,1-2 0 16,5 0 0-16,7 0 0 0,-17 0 0 0,17 0 0 15,-14 2 0-15,14-2 0 16,-11 0 0-16,11 0 0 0,0 0 0 0,-14-2 0 0,14 2 0 15,0 0 0-15,0 0 0 16,-13 0 0-16,13 0 0 0,0 0 0 0,0 0 0 0,0 0 0 16,-12-2 0-16,12 2 0 15,0 0 0-15,0 0 0 0,0 0 0 0,0 0 0 16,0 0 0-16,0 0 0 0,0 0 0 16,-13 2 0-16,13-2 0 0,0 0 0 0,0 0 0 15,-3 4 0-15,3-4 0 0,0 0 0 16,3 17 0-16,-3-9 0 0,4 1 0 0,0 3 0 15,0 5 0-15,2 3 0 0,1 9 0 16,3 2 0-16,-5 4 0 0,5-2 0 16,0 8 0-16,-3 7 0 0,3 6 0 0,-1 1 0 15,-5 2 0-15,2 0 0 0,-5-1 0 0,3 1 0 16,-4 2 0-16,2-1 0 0,1 0 0 16,-8 0 0-16,5-10 0 0,2 9 0 15,-2-11 0-15,3-1 0 0,-3 1 0 16,0 0 0-16,0 3 0 0,-3-6 0 0,6-2 0 15,-3 5 0-15,3-3 0 0,-1 1 0 16,0 2 0-16,2-1 0 0,0-1 0 0,-1 9 0 16,5 1 0-16,-7-11 0 0,8 11 0 15,-2 1 0-15,2-6 0 0,-5-8 0 0,4 2 0 16,-2-3 0-16,0-2 0 0,-3-1 0 16,3-2 0-16,-3 1 0 0,2 0 0 0,1-1 0 15,-5-6 0-15,1 6 0 16,4 1 0-16,-2 0 0 0,-3-1 0 0,5-3 0 15,0 3 0-15,-4-2 0 0,2-4 0 16,0-4 0-16,-3-1 0 0,1-1 0 0,0 4 0 16,4 7 0-16,-3-5 0 0,0-3 0 15,3 11 0-15,-4-2 0 0,-1 5 0 0,-1-3 0 16,0 1 0-16,2-1 0 0,0 4 0 16,0-6 0-16,0 2 0 0,0-2 0 0,1 0 0 15,-3-6 0-15,2-4 0 0,0 2 0 16,3 9 0-16,-3 1 0 0,-1 2 0 0,1-2 0 15,2 2 0-15,0-2 0 0,-4 1 0 16,1-9 0-16,-1-2 0 0,0-3 0 0,4 0 0 16,-4-2 0-16,0-5 0 0,0 3 0 15,2-7 0-15,-2 1 0 0,0-1 0 16,2-3 0-16,-4-2 0 0,0 3 0 16,4-3 0-16,-4 0 0 0,2 0 0 0,0 0 0 15,0-1 0-15,-2 0 0 0,2-7 0 16,-2 12 0-16,2-7 0 0,0-5 0 0,0 8 0 15,0-8 0-15,0 9 0 0,0-9 0 16,-1 9 0-16,1-9 0 0,0 5 0 0,0-5 0 16,0 0 0-16,0 0 0 15,-2 9 0-15,2-9 0 0,0 0 0 0,3 4 0 16,-3-4 0-16,12 4 0 0,0-3 0 16,0-1 0-16,12-3 0 0,12-2 0 0,10-2 0 15,8-1 0-15,5-1 0 0,2-3 0 16,0 0 0-16,-2 3 0 0,-10 3 0 0,-6-3 0 15,-2 2 0-15,-9 2 0 0,-5 1 0 16,-9 0 0-16,-2 4 0 0,-3-2 0 0,-3 2 0 16,-1-2 0-16,-9 2 0 0,17-2 0 15,-11 0 0-15,-6 2 0 0,11-1 0 0,-11 1 0 16,10-2 0-16,-10 2 0 0,0 0 0 16,12-1 0-16,-12 1 0 0,0 0 0 0,0 0 0 15,0 0 0-15,13 0 0 16,-13 0 0-16,0 0 0 0,0 0 0 0,0 0 0 15,0 0 0-15,0 0 0 0,0 0 0 16,0 0 0-16,1 6 0 0,-1-6 0 0,0 0-396 16,-20 6-614-16,10 0-1297 0,1-4-1707 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37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60 266 2426 0 0,'-37'-8'21466'0'0,"27"-7"-19144"0"0,9-2-2322 0 0,-1 6 0 0 0,1 0 0 0 0,0-1 0 0 0,1 1 0 0 0,1 0 0 0 0,0 0 0 0 0,0-1 0 0 0,1 1 0 0 0,0 0 0 0 0,1 0 0 0 0,0 0 0 0 0,1 1 0 0 0,9-20 0 0 0,-12 28 0 0 0,0-1 0 0 0,-1 0 0 0 0,1 0 0 0 0,0 0 0 0 0,0 1 0 0 0,0-1 0 0 0,1 1 0 0 0,-1-1 0 0 0,0 1 0 0 0,1-1 0 0 0,0 1 0 0 0,0 0 0 0 0,-1-1 0 0 0,1 1 0 0 0,1 0 0 0 0,-1 0 0 0 0,0 1 0 0 0,0-1 0 0 0,1 0 0 0 0,3-1 0 0 0,-2 1 0 0 0,-3 1 0 0 0,1 0 0 0 0,-1 0 0 0 0,1 0 0 0 0,0 0 0 0 0,0 0 0 0 0,0 0 0 0 0,-1 0 0 0 0,1 0 0 0 0,0 1 0 0 0,0-1 0 0 0,0 1 0 0 0,0 0 0 0 0,0-1 0 0 0,0 1 0 0 0,0 0 0 0 0,0 0 0 0 0,0 0 0 0 0,0 1 0 0 0,3-1 0 0 0,1 2 0 0 0,11-2 0 0 0,0 0-1 0 0,0 2 1 0 0,0 0 0 0 0,-1 1 0 0 0,1 1 0 0 0,-1 0 0 0 0,0 1 0 0 0,0 1 0 0 0,23 12 0 0 0,-23-11-1 0 0,-9-4 1 0 0,-1 0 0 0 0,0 1 0 0 0,0-1 0 0 0,0 1 0 0 0,0 1 0 0 0,-1-1 0 0 0,1 1 0 0 0,-1 0 0 0 0,0 0 0 0 0,-1 0 0 0 0,7 10 0 0 0,-9-12 0 0 0,0 1 0 0 0,0 0 0 0 0,0 0 0 0 0,-1 0 0 0 0,1 0 0 0 0,-1 0 0 0 0,0 1 0 0 0,0-1 0 0 0,0 0 1 0 0,-1 0-1 0 0,0 1 0 0 0,0-1 0 0 0,0 0 0 0 0,0 1 0 0 0,-1-1 0 0 0,1 0 0 0 0,-1 0 0 0 0,0 1 0 0 0,0-1 1 0 0,-2 4-1 0 0,-13 27 0 0 0,-2 0 0 0 0,-42 62 0 0 0,53-88 0 0 0,-18 45 0 0 0,24-49 0 0 0,0 0 0 0 0,0 0 0 0 0,0 0 0 0 0,1 0 0 0 0,0 0 0 0 0,0 0 0 0 0,0 0 0 0 0,1 0 0 0 0,-1 0 0 0 0,1 0 0 0 0,0 0 0 0 0,1-1 0 0 0,-1 1 0 0 0,1 0 0 0 0,0 0 0 0 0,0-1 0 0 0,0 1 0 0 0,1-1 0 0 0,-1 0 0 0 0,1 0 0 0 0,0 0 0 0 0,6 6 0 0 0,4 9 0 0 0,33 44-1850 0 0,-37-52 1216 0 0,0-1 1 0 0,-1 1-1 0 0,0 1 0 0 0,0-1 1 0 0,-2 1-1 0 0,1 1 1 0 0,-2-1-1 0 0,1 1 0 0 0,-2 0 1 0 0,0 0-1 0 0,4 22 0 0 0,-8-27 610 0 0,0-1 0 0 0,-1 0 0 0 0,0 0 0 0 0,-1 0 0 0 0,1 0 0 0 0,-1 0 0 0 0,-1 0-1 0 0,1 0 1 0 0,-1-1 0 0 0,0 1 0 0 0,-1-1 0 0 0,0 0 0 0 0,0 0 0 0 0,0 0 0 0 0,0-1 0 0 0,-6 6-1 0 0,-4 3 32 0 0,0 0 0 0 0,0-1-1 0 0,-2-1 1 0 0,-25 17-1 0 0,24-17-5 0 0,12-8-1 0 0,0-1 0 0 0,0 0 0 0 0,0 0 0 0 0,0-1 0 0 0,0 1 0 0 0,-1-1 0 0 0,1 0 0 0 0,-1 0 0 0 0,1-1 0 0 0,-1 0 0 0 0,0 0 0 0 0,1 0 0 0 0,-1 0 0 0 0,0-1 0 0 0,0 0 0 0 0,-6-1 0 0 0,-37-1 0 0 0,39-2 0 0 0,2 0 0 0 0,-5 1 0 0 0,1-1 0 0 0,0 0 0 0 0,0 0 0 0 0,0-2 0 0 0,1 1 0 0 0,-17-12 0 0 0,26 16-50 0 0,1 0 0 0 0,-1 1 1 0 0,1-1-1 0 0,-1 0 0 0 0,1 0 1 0 0,0 0-1 0 0,-1 0 1 0 0,1 0-1 0 0,0 0 0 0 0,0-1 1 0 0,0 1-1 0 0,0 0 0 0 0,0-1 1 0 0,0 1-1 0 0,0 0 1 0 0,0-1-1 0 0,1 1 0 0 0,-1-1 1 0 0,0 1-1 0 0,1-1 1 0 0,0 0-1 0 0,-1 1 0 0 0,1-1 1 0 0,0 0-1 0 0,0 1 0 0 0,-1-1 1 0 0,1 0-1 0 0,1 1 1 0 0,-1-1-1 0 0,0 1 0 0 0,0-1 1 0 0,1 0-1 0 0,-1 1 1 0 0,0-1-1 0 0,1 1 0 0 0,1-3 1 0 0,1-1-223 0 0,1 0 1 0 0,-1 0-1 0 0,1 0 1 0 0,0 1-1 0 0,0 0 1 0 0,1 0-1 0 0,4-4 1 0 0,-6 6 11 0 0,17-13-4972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37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243 186 8559 0 0,'-3'-10'-969'0'0,"-7"-33"8381"0"0,10 41-6637 0 0,-17-25 7949 0 0,17 27-8658 0 0,-1-1 0 0 0,1 1-1 0 0,-1-1 1 0 0,1 1 0 0 0,-1 0 0 0 0,1 0 0 0 0,-1-1 0 0 0,0 1 0 0 0,1 0 0 0 0,-1 0-1 0 0,1 0 1 0 0,-1 0 0 0 0,1 0 0 0 0,-1-1 0 0 0,0 1 0 0 0,1 0 0 0 0,-1 0 0 0 0,1 0-1 0 0,-1 1 1 0 0,0-1 0 0 0,1 0 0 0 0,-1 0 0 0 0,1 0 0 0 0,-1 0 0 0 0,0 1 0 0 0,-6 3-66 0 0,0 0 0 0 0,0 0 0 0 0,1 0 0 0 0,-1 1 0 0 0,1 0 0 0 0,0 0 0 0 0,1 1 0 0 0,0 0 0 0 0,0 0 0 0 0,0 0 0 0 0,0 1 0 0 0,-5 9 0 0 0,-10 21 0 0 0,-18 39 0 0 0,27-51 0 0 0,2-6 0 0 0,1 1 0 0 0,1-1 0 0 0,1 1 0 0 0,1 0 0 0 0,0 1 0 0 0,2-1 0 0 0,0 1 0 0 0,2 0 0 0 0,0 31 0 0 0,2-44 0 0 0,-1-1 0 0 0,1 0 0 0 0,0 0 0 0 0,1 0 0 0 0,0 0 0 0 0,0 0 0 0 0,0 0 0 0 0,1 0 0 0 0,0-1 0 0 0,0 1 0 0 0,1-1 0 0 0,0 0 0 0 0,0 0 0 0 0,0 0 0 0 0,1 0 0 0 0,0-1 0 0 0,0 0 0 0 0,0 0 0 0 0,1 0 0 0 0,0-1 0 0 0,0 0 0 0 0,0 0 0 0 0,0 0 0 0 0,0-1 0 0 0,1 0 0 0 0,0 0 0 0 0,-1 0 0 0 0,1-1 0 0 0,0 0 0 0 0,12 1 0 0 0,-4-1-71 0 0,1-1 0 0 0,-1-1 0 0 0,1 0 1 0 0,-1-1-1 0 0,0-1 0 0 0,1 0 1 0 0,-1-1-1 0 0,0-1 0 0 0,0 0 1 0 0,-1-2-1 0 0,1 1 0 0 0,-1-1 0 0 0,23-15 1 0 0,-24 14-51 0 0,0-1-1 0 0,0-1 1 0 0,-1 0 0 0 0,-1-1 0 0 0,0 0 0 0 0,0-1-1 0 0,-1 0 1 0 0,0 0 0 0 0,-1-1 0 0 0,0-1 0 0 0,-1 1 0 0 0,0-1-1 0 0,-1-1 1 0 0,6-16 0 0 0,-7 10-687 0 0,-2 1 0 0 0,0-1 0 0 0,-1 0-1 0 0,-1-1 1 0 0,-1 1 0 0 0,-1 0 0 0 0,0 0 0 0 0,-7-38 0 0 0,4 40 704 0 0,-1-1 1 0 0,-1 1-1 0 0,-1 0 1 0 0,0 1-1 0 0,-1-1 0 0 0,-1 1 1 0 0,-1 1-1 0 0,0 0 1 0 0,-19-26-1 0 0,22 36 64 0 0,0 0-1 0 0,-1 0 1 0 0,1 1-1 0 0,-1 0 1 0 0,0 0-1 0 0,-1 1 1 0 0,1-1-1 0 0,-1 2 1 0 0,1-1-1 0 0,-1 1 1 0 0,0 0-1 0 0,0 1 1 0 0,-1 0-1 0 0,1 0 1 0 0,-1 1-1 0 0,1 0 1 0 0,0 0-1 0 0,-1 1 1 0 0,0 0-1 0 0,1 0 1 0 0,0 1-1 0 0,-11 3 1 0 0,-9 1-920 0 0,1 1 0 0 0,0 2 0 0 0,0 1-1 0 0,1 1 1 0 0,-34 18 0 0 0,20-6-3004 0 0,24-13 451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39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1933 289 6175 0 0,'-2'-2'-475'0'0,"-27"-24"8298"0"0,7 14-5106 0 0,-1 1 0 0 0,-1 1 0 0 0,-45-12 0 0 0,32 13-1121 0 0,-74-7 0 0 0,-193 16-4922 0 0,212 4 2936 0 0,-34-2-3822 0 0,33-2 4190 0 0,1 4 1 0 0,-118 20 0 0 0,183-18 12 0 0,-1 0 1 0 0,1 2-1 0 0,1 0 1 0 0,0 2 0 0 0,0 1-1 0 0,1 1 1 0 0,0 2-1 0 0,1 0 1 0 0,1 1-1 0 0,0 2 1 0 0,-41 37 0 0 0,36-22-378 0 0,1 0 0 0 0,2 2 1 0 0,1 0-1 0 0,2 2 0 0 0,-20 40 1 0 0,12-10-313 0 0,3 0 1 0 0,-23 81 0 0 0,28-67 809 0 0,4 1 0 0 0,3 1 0 0 0,-9 164 0 0 0,23-194-43 0 0,3 0 1 0 0,2 0-1 0 0,2-1 1 0 0,3 1-1 0 0,2-2 1 0 0,2 1-1 0 0,29 74 1 0 0,-26-85-72 0 0,2 0 0 0 0,2-2 0 0 0,1 0 0 0 0,2-1 0 0 0,2-1 0 0 0,1-1 0 0 0,1-1 0 0 0,2-2 0 0 0,2-1 0 0 0,0-1 0 0 0,52 37 0 0 0,-25-28 27 0 0,1-2 0 0 0,129 58 0 0 0,-145-78-12 0 0,0-1 0 0 0,1-3 0 0 0,1-2-1 0 0,0-2 1 0 0,76 7 0 0 0,-35-11 8 0 0,-1-4 0 0 0,1-3 0 0 0,0-4 0 0 0,0-4 0 0 0,-2-4 0 0 0,1-3 0 0 0,120-42 0 0 0,-141 36-13 0 0,-1-4 0 0 0,-2-2 0 0 0,0-3 0 0 0,-2-3 0 0 0,-2-2 1 0 0,77-64-1 0 0,-96 68-14 0 0,-3-2 0 0 0,0-1 1 0 0,-2-2-1 0 0,-2-1 0 0 0,-2-1 0 0 0,-1-2 1 0 0,-2 0-1 0 0,-2-2 0 0 0,29-75 1 0 0,-30 53 5 0 0,-3-1 0 0 0,-3 0 0 0 0,-3-2 0 0 0,-3 1-1 0 0,-3-1 1 0 0,-1-123 0 0 0,-10 136 0 0 0,-1 0 0 0 0,-4 1 0 0 0,-1 0 0 0 0,-3 0 0 0 0,-3 1 1 0 0,-1 1-1 0 0,-3 1 0 0 0,-50-97 0 0 0,37 92 0 0 0,-2 1 0 0 0,-3 3 0 0 0,-68-80 0 0 0,81 108 0 0 0,-1 1 0 0 0,-1 2 0 0 0,-1 0 0 0 0,-1 1 0 0 0,0 2 0 0 0,-2 1 0 0 0,0 2 0 0 0,-50-21 0 0 0,38 24 2 0 0,-1 1 1 0 0,-1 2 0 0 0,1 1 0 0 0,-1 3 0 0 0,-1 2 0 0 0,1 1 0 0 0,0 3 0 0 0,-1 1 0 0 0,-61 11 0 0 0,-6 8-125 0 0,1 4 1 0 0,-158 57-1 0 0,49-2-3205 0 0,41-15-2934 0 0,135-48 2254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1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1772 11 8207 0 0,'13'-11'3634'0'0,"-86"67"2260"0"0,-120 118 0 0 0,51-41-3309 0 0,-552 422-10800 0 0,287-240 4030 0 0,163-129 16585 0 0,236-180-12404 0 0,-4 5-36 0 0,0 0-1348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1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8 199 7231 0 0,'-2'-4'166'0'0,"1"-2"-1"0"0,0 1 1 0 0,-1 0 0 0 0,1 0 0 0 0,1 0 0 0 0,-1 0 0 0 0,1-1 0 0 0,0 1 0 0 0,0 0 0 0 0,1-1 0 0 0,-1 1 0 0 0,1 0-1 0 0,0 0 1 0 0,1 0 0 0 0,-1 0 0 0 0,1 0 0 0 0,3-6 0 0 0,-2 5 378 0 0,1-1-1 0 0,1 1 1 0 0,-1 0-1 0 0,1 0 1 0 0,0 0-1 0 0,0 1 1 0 0,1-1 0 0 0,0 1-1 0 0,0 1 1 0 0,0-1-1 0 0,9-4 1 0 0,-7 4 81 0 0,1 1 1 0 0,-1 0-1 0 0,1 1 0 0 0,0 0 1 0 0,0 0-1 0 0,1 0 0 0 0,-1 2 1 0 0,0-1-1 0 0,1 1 0 0 0,0 0 1 0 0,12 1-1 0 0,-16 1-446 0 0,1 0 0 0 0,0 0 0 0 0,-1 0 0 0 0,1 1 0 0 0,-1 0 0 0 0,0 0 0 0 0,1 0 0 0 0,-1 1 0 0 0,0 0 1 0 0,7 5-1 0 0,-5-3-179 0 0,-1 1 0 0 0,1 1 0 0 0,-1-1 0 0 0,0 1 0 0 0,0 0 0 0 0,-1 1 0 0 0,0 0 0 0 0,-1 0 0 0 0,0 0 0 0 0,0 0 0 0 0,0 1 0 0 0,-1 0 0 0 0,5 16 0 0 0,-5-9 0 0 0,-1-1 0 0 0,0 1 0 0 0,-1 0 0 0 0,-1 0 0 0 0,0 0 0 0 0,-2 0 0 0 0,-3 28 0 0 0,-4-1 0 0 0,-2 0 0 0 0,-2 0 0 0 0,-2-1 0 0 0,-1-1 0 0 0,-25 47 0 0 0,18-46 0 0 0,5-10 0 0 0,2 2 0 0 0,-19 54 0 0 0,31-69 0 0 0,3-18 0 0 0,0 0 0 0 0,0 0 0 0 0,1 0 0 0 0,-1 0 0 0 0,0 0 0 0 0,0 0 0 0 0,1-1 0 0 0,-1 1 0 0 0,1 0 0 0 0,-1 0 0 0 0,1 0 0 0 0,-1-1 0 0 0,1 1 0 0 0,-1 0 0 0 0,1-1 0 0 0,-1 1 0 0 0,1 0 0 0 0,0-1 0 0 0,1 2 0 0 0,1 1 0 0 0,5 1 0 0 0,25-5 0 0 0,186-30 0 0 0,-96 11 0 0 0,-117 19-227 0 0,1 0 0 0 0,-1-1 0 0 0,1 1 0 0 0,-1-1 0 0 0,0-1 0 0 0,1 1 0 0 0,5-4 0 0 0,9-33 2043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215 66 6895 0 0,'-1'-1'110'0'0,"-1"1"1"0"0,1-1 0 0 0,-1 1 0 0 0,1-1-1 0 0,-1 1 1 0 0,1 0 0 0 0,-1-1 0 0 0,0 1-1 0 0,1 0 1 0 0,-1 0 0 0 0,1 0-1 0 0,-1 0 1 0 0,0 0 0 0 0,1 0 0 0 0,-1 1-1 0 0,1-1 1 0 0,-3 1 0 0 0,2 0 339 0 0,0 1 0 0 0,0-1 0 0 0,0 1 0 0 0,0-1 0 0 0,0 1 0 0 0,1 0 0 0 0,-1-1 0 0 0,0 1 0 0 0,1 0 0 0 0,-1 0 0 0 0,1 0 0 0 0,0 1 0 0 0,-1-1 0 0 0,1 0 1 0 0,0 0-1 0 0,0 3 0 0 0,-10 47 7211 0 0,12-24-5647 0 0,1-19-2014 0 0,0-1 0 0 0,0 0 0 0 0,1 0 0 0 0,0 0 0 0 0,1-1 0 0 0,-1 1 0 0 0,1-1 0 0 0,1 0 0 0 0,0 0 0 0 0,0 0 0 0 0,0 0 0 0 0,1-1 0 0 0,0 0 0 0 0,0 0 0 0 0,0-1 0 0 0,1 0 0 0 0,0 0 0 0 0,0 0 0 0 0,0-1 0 0 0,0 0 0 0 0,1 0 0 0 0,0-1 0 0 0,-1 0 0 0 0,1 0 0 0 0,1-1 0 0 0,-1 0 0 0 0,11 1 0 0 0,-6-1 0 0 0,1 0 0 0 0,-1-1 0 0 0,0 0 0 0 0,0-1 0 0 0,0-1 0 0 0,1 0 0 0 0,-1-1 0 0 0,0 0 0 0 0,0-1 0 0 0,-1-1 0 0 0,1 0 0 0 0,-1 0 0 0 0,1-1 0 0 0,-1-1 0 0 0,-1 0 0 0 0,22-15 0 0 0,-30 18-23 0 0,1-1 1 0 0,-1 1-1 0 0,1-1 1 0 0,-1 0-1 0 0,0 1 1 0 0,0-1-1 0 0,-1-1 1 0 0,0 1-1 0 0,1 0 1 0 0,-1-1-1 0 0,-1 1 1 0 0,1-1-1 0 0,0 0 1 0 0,-1 1-1 0 0,0-1 1 0 0,0-7 0 0 0,0 4-71 0 0,-1-1 1 0 0,-1 1-1 0 0,1 0 1 0 0,-1 0-1 0 0,-1 0 1 0 0,1 0-1 0 0,-1 1 1 0 0,-1-1-1 0 0,-5-13 1 0 0,5 14 3 0 0,0 0-1 0 0,0 0 1 0 0,-1 1-1 0 0,0 0 1 0 0,0-1-1 0 0,-1 1 1 0 0,0 1 0 0 0,0-1-1 0 0,0 1 1 0 0,0 0-1 0 0,-1 0 1 0 0,0 0-1 0 0,0 1 1 0 0,0 0 0 0 0,-1 0-1 0 0,1 0 1 0 0,-1 1-1 0 0,0 0 1 0 0,0 1-1 0 0,0-1 1 0 0,0 1 0 0 0,0 1-1 0 0,-10-2 1 0 0,-6 4-1550 0 0,1 1 0 0 0,-1 1 0 0 0,1 1 0 0 0,0 1 0 0 0,0 1 0 0 0,-32 14 0 0 0,-122 65-4506 0 0,150-71 5025 0 0,-19 9-1975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2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1014 206 5981 0 0,'-26'-5'683'0'0,"-1"2"0"0"0,1 0 0 0 0,-1 2 0 0 0,0 1 0 0 0,0 1 0 0 0,0 2 0 0 0,1 0 1 0 0,-1 2-1 0 0,1 1 0 0 0,-26 9 0 0 0,16-2-1019 0 0,1 2 0 0 0,1 1 0 0 0,1 1 0 0 0,0 2 0 0 0,2 1 0 0 0,0 2 0 0 0,-50 46 0 0 0,50-37-45 0 0,1 2 0 0 0,1 1 0 0 0,3 2 0 0 0,0 0 0 0 0,3 2 0 0 0,-29 59 0 0 0,21-28 584 0 0,2 0 1 0 0,4 2-1 0 0,2 1 1 0 0,-15 90-1 0 0,30-116-111 0 0,3 1 1 0 0,1 0-1 0 0,3 0 1 0 0,1 0-1 0 0,3 0 1 0 0,1 0-1 0 0,3 0 1 0 0,12 45-1 0 0,-10-62-54 0 0,1-2 0 0 0,1 0 1 0 0,2 0-1 0 0,0-1 0 0 0,2 0 0 0 0,1-1 0 0 0,1-1 0 0 0,1-1 0 0 0,1-1 0 0 0,1 0 1 0 0,2-1-1 0 0,0-1 0 0 0,1-1 0 0 0,0-2 0 0 0,2 0 0 0 0,39 21 0 0 0,-21-17-6 0 0,1-1-1 0 0,0-3 1 0 0,2-2-1 0 0,0-1 0 0 0,0-3 1 0 0,1-2-1 0 0,1-1 1 0 0,0-3-1 0 0,82 0 1 0 0,-67-8-20 0 0,1-3-1 0 0,-1-3 1 0 0,0-2 0 0 0,-1-3 0 0 0,0-3 0 0 0,-1-2 0 0 0,-1-3 0 0 0,-1-3 0 0 0,99-54 0 0 0,-92 38 19 0 0,-2-2 1 0 0,-1-4-1 0 0,-3-1 1 0 0,-2-4-1 0 0,-2-2 1 0 0,-2-2-1 0 0,82-110 1 0 0,-105 120 62 0 0,-2-1 0 0 0,-2-1 1 0 0,-2-1-1 0 0,-2-2 0 0 0,-3 0 1 0 0,-1-1-1 0 0,16-76 0 0 0,-27 93-25 0 0,-2-1 0 0 0,-2 0 0 0 0,-1 0 0 0 0,-2 0 0 0 0,-1 0 0 0 0,-2-1 1 0 0,-1 1-1 0 0,-2 1 0 0 0,-1-1 0 0 0,-2 1 0 0 0,-1 0 0 0 0,-24-56 0 0 0,16 55-42 0 0,-1 1 0 0 0,-1 0 0 0 0,-2 2 0 0 0,-2 1 0 0 0,-1 0 0 0 0,-1 2 1 0 0,-1 1-1 0 0,-2 1 0 0 0,0 1 0 0 0,-2 1 0 0 0,-1 2 0 0 0,-1 1 0 0 0,-1 2 0 0 0,0 1 0 0 0,-2 1 0 0 0,0 2 1 0 0,-1 2-1 0 0,0 1 0 0 0,-50-11 0 0 0,31 14-126 0 0,0 2 1 0 0,0 2-1 0 0,-1 3 0 0 0,0 3 1 0 0,1 1-1 0 0,-1 4 1 0 0,-104 20-1 0 0,62 0-389 0 0,1 3-1 0 0,1 5 1 0 0,-128 62-1 0 0,171-69-370 0 0,2 2-1 0 0,-92 66 1 0 0,114-70 85 0 0,1 0-1 0 0,1 2 1 0 0,1 0 0 0 0,1 2 0 0 0,-31 47 0 0 0,22-22-1849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4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78 4856 0 0,'-39'-37'17655'0'0,"17"6"-13952"0"0,15 22-3703 0 0,39 76 0 0 0,21 12-223 0 0,3-3 0 0 0,4-3-1 0 0,3-2 1 0 0,86 75 0 0 0,308 228-1531 0 0,-417-343 1649 0 0,509 365-8712 0 0,-308-233 10190 0 0,-206-135 2492 0 0,-23-16-2227 0 0,1-2 1 0 0,1 1-1 0 0,21 12 1 0 0,-23-18-1639 0 0,-2 2 0 0 0,-1 0 0 0 0,-1-1-6 0 0,-6-5-38 0 0,5 3 17 0 0,-69 35-1726 0 0,40-25 3583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4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125 171 7189 0 0,'-33'-17'206'0'0,"30"16"333"0"0,-1 0 1 0 0,1 0-1 0 0,0 0 1 0 0,0-1-1 0 0,-1 1 1 0 0,1-1-1 0 0,0 0 1 0 0,0 0-1 0 0,0 0 1 0 0,1 0-1 0 0,-1 0 1 0 0,1-1-1 0 0,-1 1 1 0 0,1-1-1 0 0,0 1 1 0 0,-1-1-1 0 0,1 0 1 0 0,1 0-1 0 0,-1 0 1 0 0,0 0 0 0 0,1-1-1 0 0,0 1 1 0 0,-2-4-1 0 0,3 4-408 0 0,0 0 1 0 0,0 0-1 0 0,1 0 0 0 0,-1 0 1 0 0,0 0-1 0 0,1 0 0 0 0,0 0 1 0 0,0 1-1 0 0,0-1 0 0 0,0 0 0 0 0,0 0 1 0 0,0 1-1 0 0,1-1 0 0 0,-1 1 1 0 0,1-1-1 0 0,0 1 0 0 0,0 0 1 0 0,0 0-1 0 0,0 0 0 0 0,0 0 0 0 0,0 0 1 0 0,4-3-1 0 0,0 1 186 0 0,0 0 0 0 0,0 1-1 0 0,0 0 1 0 0,0 0 0 0 0,1 0-1 0 0,-1 0 1 0 0,1 1 0 0 0,12-2 0 0 0,-15 2-317 0 0,0 2 0 0 0,1-1 0 0 0,-1 0 0 0 0,1 1 0 0 0,-1 0 0 0 0,1 0 0 0 0,-1 0 0 0 0,1 1 0 0 0,-1-1 0 0 0,1 1 0 0 0,5 2 0 0 0,5 1 0 0 0,-9-3-111 0 0,1 1 0 0 0,-1 0 0 0 0,1 0 1 0 0,-1 0-1 0 0,0 1 0 0 0,0 0 1 0 0,0 1-1 0 0,0-1 0 0 0,-1 1 0 0 0,1 0 1 0 0,-1 0-1 0 0,0 1 0 0 0,0-1 1 0 0,-1 1-1 0 0,1 0 0 0 0,-1 1 0 0 0,0-1 1 0 0,0 1-1 0 0,-1-1 0 0 0,0 1 1 0 0,0 0-1 0 0,0 1 0 0 0,-1-1 0 0 0,0 0 1 0 0,0 1-1 0 0,0-1 0 0 0,-1 1 1 0 0,0 0-1 0 0,0-1 0 0 0,-1 1 0 0 0,0 0 1 0 0,0 0-1 0 0,-1-1 0 0 0,1 1 1 0 0,-1 0-1 0 0,-1-1 0 0 0,-3 12 0 0 0,-34 79-709 0 0,26-68-1164 0 0,1 0-1 0 0,-12 46 0 0 0,24-69 2025 0 0,-1-1 0 0 0,1 1 0 0 0,0 0 0 0 0,0-1-1 0 0,0 1 1 0 0,1 0 0 0 0,0-1 0 0 0,0 1-1 0 0,1-1 1 0 0,-1 1 0 0 0,1-1 0 0 0,4 7 0 0 0,38 68 2972 0 0,-6-15-3287 0 0,-35-56 171 0 0,0-1 0 0 0,-1 1 0 0 0,0 0 0 0 0,-1 0 0 0 0,0 0 0 0 0,0 1 0 0 0,-1-1 0 0 0,0 0 0 0 0,0 0 0 0 0,-1 0 0 0 0,-1 0 0 0 0,1 0 0 0 0,-1 0 0 0 0,-1 0 0 0 0,0 0 0 0 0,0-1 0 0 0,-1 1 0 0 0,0-1 0 0 0,0 0 0 0 0,-1 0 0 0 0,-9 13 0 0 0,6-11 116 0 0,0 0-1 0 0,0-1 1 0 0,0 0-1 0 0,-1 0 1 0 0,-1-1-1 0 0,1 0 1 0 0,-1-1-1 0 0,-1 0 1 0 0,1 0-1 0 0,-1-1 1 0 0,0-1-1 0 0,-1 0 1 0 0,1 0-1 0 0,-1-1 1 0 0,-20 4 0 0 0,28-8 87 0 0,-1 1 1 0 0,1-1-1 0 0,-1 0 1 0 0,1 0 0 0 0,0 0-1 0 0,-1-1 1 0 0,1 0-1 0 0,-1 0 1 0 0,1 0 0 0 0,0 0-1 0 0,0 0 1 0 0,0-1 0 0 0,0 0-1 0 0,0 0 1 0 0,0 0-1 0 0,0 0 1 0 0,0-1 0 0 0,1 0-1 0 0,-1 1 1 0 0,1-1 0 0 0,0-1-1 0 0,0 1 1 0 0,0 0-1 0 0,0-1 1 0 0,1 1 0 0 0,-1-1-1 0 0,1 0 1 0 0,0 0 0 0 0,0 0-1 0 0,0 0 1 0 0,1 0-1 0 0,-3-8 1 0 0,4 10-43 0 0,0 0 0 0 0,0 0 0 0 0,1 0 1 0 0,-1-1-1 0 0,0 1 0 0 0,1 0 0 0 0,-1 0 0 0 0,1 0 0 0 0,0 0 0 0 0,0 0 0 0 0,-1 0 1 0 0,1 0-1 0 0,1 0 0 0 0,-1 0 0 0 0,0 1 0 0 0,2-3 0 0 0,7-8-2402 0 0,5 1 1254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5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407 269 8069 0 0,'12'-2'156'0'0,"-4"0"3360"0"0,-2 2-3281 0 0,28-11 11753 0 0,-20 5-9738 0 0,-9 3-2250 0 0,-1 1 0 0 0,0-1 0 0 0,0 1 0 0 0,0-1 0 0 0,-1 0 0 0 0,1-1 0 0 0,-1 1 0 0 0,0-1 0 0 0,0 1 0 0 0,0-1 0 0 0,0 0 0 0 0,0 0 0 0 0,-1-1 0 0 0,0 1 0 0 0,0 0 0 0 0,0-1 0 0 0,0 1 0 0 0,-1-1 0 0 0,2-7 0 0 0,-3 11 0 0 0,2-13 0 0 0,-1 0 0 0 0,-1 0 0 0 0,0-1 0 0 0,-3-20 0 0 0,2 31 0 0 0,0 0 0 0 0,0 0 0 0 0,0 1 0 0 0,0-1 0 0 0,-1 0 0 0 0,1 1 0 0 0,-1-1 0 0 0,0 1 0 0 0,0-1 0 0 0,-1 1 0 0 0,1 0 0 0 0,0 0 0 0 0,-1 0 0 0 0,0 0 0 0 0,0 1 0 0 0,0-1 0 0 0,0 1 0 0 0,0-1 0 0 0,-1 1 0 0 0,1 0 0 0 0,-5-2 0 0 0,-13 1 0 0 0,10 4 0 0 0,-1 2 0 0 0,1 0 0 0 0,-1 0 0 0 0,1 1 0 0 0,0 0 0 0 0,0 1 0 0 0,0 0 0 0 0,1 0 0 0 0,0 2 0 0 0,0-1 0 0 0,1 1 0 0 0,-1 0 0 0 0,1 1 0 0 0,1 0 0 0 0,-8 10 0 0 0,7-9 0 0 0,1 1 0 0 0,0 0 0 0 0,0 0 0 0 0,1 0 0 0 0,1 1 0 0 0,0 0 0 0 0,0 1 0 0 0,1-1 0 0 0,1 1 0 0 0,-1 0 0 0 0,2 0 0 0 0,0 0 0 0 0,1 1 0 0 0,-2 17 0 0 0,4-25-121 0 0,0 0 0 0 0,0 0 1 0 0,0 0-1 0 0,1-1 0 0 0,0 1 1 0 0,0 0-1 0 0,0 0 0 0 0,0-1 1 0 0,1 1-1 0 0,0-1 0 0 0,0 1 1 0 0,0-1-1 0 0,0 0 0 0 0,1 0 1 0 0,0 0-1 0 0,0 0 0 0 0,0 0 1 0 0,0-1-1 0 0,0 1 0 0 0,1-1 1 0 0,-1 0-1 0 0,1 0 1 0 0,0 0-1 0 0,0 0 0 0 0,0-1 1 0 0,1 0-1 0 0,-1 1 0 0 0,1-2 1 0 0,-1 1-1 0 0,1 0 0 0 0,-1-1 1 0 0,1 0-1 0 0,0 0 0 0 0,9 0 1 0 0,3 0-442 0 0,1 0 1 0 0,0-1-1 0 0,-1-1 1 0 0,1-1-1 0 0,-1-1 1 0 0,1 0-1 0 0,-1-1 1 0 0,22-9-1 0 0,-23 8 9 0 0,9 0 553 0 0,-6 7 377 0 0,-16 0-195 0 0,-1 0 1 0 0,0 0-1 0 0,1 0 1 0 0,-1 1 0 0 0,-1-1-1 0 0,1 1 1 0 0,0 0-1 0 0,0-1 1 0 0,-1 1-1 0 0,0 0 1 0 0,0 0-1 0 0,1 0 1 0 0,-2 0 0 0 0,1 0-1 0 0,0 0 1 0 0,-1 0-1 0 0,1 0 1 0 0,-1 0-1 0 0,0 4 1 0 0,0 70 1130 0 0,0-64-2109 0 0,-1 109-2399 0 0,2-66 2520 0 0,-8 87 0 0 0,4-131 675 0 0,0-1 0 0 0,-1 0 0 0 0,0 1 0 0 0,0-1 0 0 0,-1-1 0 0 0,-1 1 0 0 0,0-1 0 0 0,0 0 0 0 0,-1 0 0 0 0,0-1 0 0 0,-1 1 0 0 0,0-2 0 0 0,0 1 0 0 0,-1-1 0 0 0,0-1 0 0 0,-1 1 0 0 0,0-1 0 0 0,-11 5 0 0 0,-13 8 0 0 0,-1-2 0 0 0,-1-2 0 0 0,0-1 0 0 0,-46 12 0 0 0,20-18 0 0 0,45-7-109 0 0,-1 0 0 0 0,-32-1 1 0 0,5-14-4823 0 0,22 4 368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46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826 25 9291 0 0,'-22'-6'375'0'0,"1"0"-1"0"0,-1 2 1 0 0,0 0 0 0 0,0 2 0 0 0,-40 0-1 0 0,39 3 470 0 0,1 1 0 0 0,-1 1 0 0 0,1 2 0 0 0,0 0 0 0 0,0 1 0 0 0,1 1 0 0 0,0 1 0 0 0,0 1 0 0 0,0 0 0 0 0,1 2 0 0 0,1 0 0 0 0,0 2 0 0 0,1 0 0 0 0,0 1 0 0 0,-27 27 0 0 0,14-6-745 0 0,2 0 1 0 0,2 2-1 0 0,1 1 1 0 0,1 2-1 0 0,3 0 1 0 0,1 1 0 0 0,2 1-1 0 0,2 1 1 0 0,2 0-1 0 0,-18 87 1 0 0,20-61-887 0 0,4-1-1 0 0,2 1 1 0 0,4 1 0 0 0,3-1 0 0 0,2 0-1 0 0,20 111 1 0 0,-14-137 234 0 0,3 0 1 0 0,1 0-1 0 0,3-1 1 0 0,1-1-1 0 0,2 0 0 0 0,1-2 1 0 0,3 0-1 0 0,1-1 1 0 0,2-1-1 0 0,1-1 0 0 0,2-2 1 0 0,1 0-1 0 0,64 55 0 0 0,-64-65 583 0 0,1-1 0 0 0,1-2 0 0 0,1-1 0 0 0,1-1 0 0 0,1-2 0 0 0,0-2 0 0 0,1 0-1 0 0,1-3 1 0 0,0-1 0 0 0,0-1 0 0 0,1-2 0 0 0,1-2 0 0 0,-1-1 0 0 0,1-2-1 0 0,-1-2 1 0 0,65-6 0 0 0,-44-3 553 0 0,0-4 0 0 0,-1-2 0 0 0,-1-2 0 0 0,0-3-1 0 0,-1-2 1 0 0,-1-2 0 0 0,-1-3 0 0 0,97-65 0 0 0,-78 40-538 0 0,-3-3 1 0 0,-2-4-1 0 0,-2-2 0 0 0,-4-3 1 0 0,72-93-1 0 0,-99 110-751 0 0,-3-1 0 0 0,-1-2 0 0 0,-3-1 0 0 0,-1-1-1 0 0,32-97 1 0 0,-42 97 783 0 0,-3-1 0 0 0,-2-1 0 0 0,-2 0 0 0 0,-2 0 0 0 0,-3-1 0 0 0,-3-69 0 0 0,-1 102-27 0 0,-2 0 1 0 0,0 0-1 0 0,-1 1 0 0 0,-2-1 1 0 0,0 1-1 0 0,-1 0 0 0 0,0 0 1 0 0,-2 1-1 0 0,-1 0 0 0 0,0 0 1 0 0,-1 1-1 0 0,-1 0 0 0 0,-1 1 1 0 0,0 0-1 0 0,-1 1 0 0 0,-1 0 1 0 0,-1 1-1 0 0,0 1 0 0 0,-1 0 1 0 0,-26-17-1 0 0,2 8-35 0 0,-1 2 0 0 0,0 2 0 0 0,-2 2 0 0 0,0 1 0 0 0,-1 3 0 0 0,0 1 0 0 0,-1 2 0 0 0,-49-3 0 0 0,-3 4-90 0 0,0 5 1 0 0,-177 15-1 0 0,182-2-384 0 0,0 5-1 0 0,1 4 0 0 0,-176 58 0 0 0,214-56-612 0 0,1 2 0 0 0,1 2 1 0 0,2 3-1 0 0,0 1 1 0 0,2 3-1 0 0,1 1 0 0 0,-81 77 1 0 0,88-69-2660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0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765 25 6921 0 0,'0'0'-257'0'0,"3"-2"-768"0"0,22-16 11130 0 0,-20 13-9514 0 0,-109 232 9288 0 0,-20 10-9879 0 0,-100 200 0 0 0,13 28 0 0 0,205-448 0 0 0,-1-1 0 0 0,-2 0 0 0 0,1 0 0 0 0,-2-1 0 0 0,0 0 0 0 0,-21 23 0 0 0,23-26 0 0 0,-2 10-323 0 0,10-21 296 0 0,0-1-1 0 0,0 1 1 0 0,0-1 0 0 0,-1 1-1 0 0,1 0 1 0 0,0-1 0 0 0,0 1-1 0 0,-1-1 1 0 0,1 1 0 0 0,0-1-1 0 0,-1 1 1 0 0,1-1 0 0 0,-1 1-1 0 0,1-1 1 0 0,-1 1 0 0 0,1-1-1 0 0,-1 1 1 0 0,1-1 0 0 0,-1 0-1 0 0,1 1 1 0 0,-1-1-1 0 0,1 0 1 0 0,-1 1 0 0 0,0-1-1 0 0,-3 2 179 0 0,2-1-738 0 0,-1 1-71 0 0,-8 9 1671 0 0,6-1-3668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0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38 101 6387 0 0,'7'-40'-818'0'0,"-3"-3"5620"0"0,-6 25 2554 0 0,-9 49-509 0 0,-2 38-6434 0 0,2 1 0 0 0,4 0 0 0 0,3 130 0 0 0,4-177-425 0 0,5 218-851 0 0,-5-240 330 0 0,4-6-356 0 0,57-84 2976 0 0,-33 57-1889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0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1 5463 0 0,'-5'4'155'0'0,"-36"32"1196"0"0,17-1 2441 0 0,17-22-2871 0 0,1 0-1 0 0,1 1 1 0 0,0 0-1 0 0,1 0 1 0 0,1 0 0 0 0,0 0-1 0 0,1 0 1 0 0,-1 20 0 0 0,4-24-410 0 0,-1 0 1 0 0,1-1 0 0 0,1 1 0 0 0,0 0 0 0 0,0-1 0 0 0,1 1 0 0 0,0-1 0 0 0,0 0 0 0 0,1 1 0 0 0,0-2 0 0 0,1 1 0 0 0,0 0 0 0 0,8 9 0 0 0,-6-10-513 0 0,1 0 0 0 0,0 0 0 0 0,0-1 0 0 0,1 0 1 0 0,-1-1-1 0 0,2 1 0 0 0,-1-2 0 0 0,0 1 0 0 0,1-2 1 0 0,0 1-1 0 0,1-1 0 0 0,-1-1 0 0 0,0 0 1 0 0,1 0-1 0 0,0-1 0 0 0,0 0 0 0 0,-1-1 0 0 0,1 0 1 0 0,18-2-1 0 0,1 0-16 0 0,-1-2 1 0 0,-1-1 0 0 0,1-1-1 0 0,-1-1 1 0 0,0-2-1 0 0,33-13 1 0 0,-54 18-245 0 0,0 1 1 0 0,-1-2-1 0 0,1 1 0 0 0,-1-1 0 0 0,1 0 1 0 0,-1 0-1 0 0,0-1 0 0 0,-1 0 1 0 0,1 0-1 0 0,-1 0 0 0 0,0 0 0 0 0,0-1 1 0 0,-1 0-1 0 0,1 0 0 0 0,3-8 1 0 0,-6 8-80 0 0,1 1 0 0 0,-2-1 0 0 0,1 0 0 0 0,0 0 0 0 0,-1-1 0 0 0,0 1 0 0 0,-1 0 0 0 0,0 0 0 0 0,1-1 0 0 0,-2 1 0 0 0,1 0 0 0 0,-1 0 0 0 0,0-1 0 0 0,0 1 0 0 0,-1 0 0 0 0,0 0 0 0 0,0 0 0 0 0,-5-9 0 0 0,0 0 40 0 0,0 0-1 0 0,-1 0 0 0 0,-1 1 0 0 0,-1 0 0 0 0,0 0 0 0 0,0 1 1 0 0,-2 1-1 0 0,-21-20 0 0 0,26 27 286 0 0,0 0 1 0 0,0 0-1 0 0,0 0 0 0 0,-1 1 1 0 0,0 0-1 0 0,0 1 0 0 0,0 0 1 0 0,0 0-1 0 0,0 1 0 0 0,-1 0 1 0 0,1 0-1 0 0,-1 1 0 0 0,0 0 1 0 0,1 0-1 0 0,-1 1 0 0 0,0 0 1 0 0,1 1-1 0 0,-18 3 0 0 0,-8 6-672 0 0,-1 1-1 0 0,2 2 0 0 0,-37 19 0 0 0,-5 1-5058 0 0,55-26 2705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1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835 3 5749 0 0,'-28'-1'627'0'0,"-1"0"0"0"0,1 2 1 0 0,0 2-1 0 0,0 0 0 0 0,0 2 1 0 0,0 0-1 0 0,1 2 1 0 0,-1 2-1 0 0,2 0 0 0 0,-1 2 1 0 0,2 0-1 0 0,-32 20 1 0 0,31-14 568 0 0,1 1 0 0 0,1 2 0 0 0,0 0 0 0 0,1 1 0 0 0,2 2 1 0 0,-33 43-1 0 0,24-24-662 0 0,2 2 0 0 0,2 1 0 0 0,-37 89 0 0 0,41-76-1067 0 0,3 1 0 0 0,-23 122 0 0 0,33-118-498 0 0,2 1 1 0 0,3 0-1 0 0,3 0 1 0 0,3 0 0 0 0,3-1-1 0 0,2 1 1 0 0,25 99-1 0 0,-24-138 434 0 0,0 0 0 0 0,1-1 0 0 0,2 0 0 0 0,0 0 0 0 0,29 42 0 0 0,-26-46 632 0 0,2-1 0 0 0,0 0 1 0 0,1-1-1 0 0,1-1 0 0 0,0-1 0 0 0,2-1 1 0 0,-1 0-1 0 0,2-1 0 0 0,0-2 0 0 0,1 0 1 0 0,0-1-1 0 0,0-1 0 0 0,1-1 0 0 0,1-1 1 0 0,-1-1-1 0 0,1-1 0 0 0,32 3 0 0 0,-5-4-22 0 0,1-3 0 0 0,-1-2-1 0 0,0-2 1 0 0,0-2 0 0 0,0-3-1 0 0,-1-2 1 0 0,76-23 0 0 0,-34 2-17 0 0,-2-4-1 0 0,-1-4 1 0 0,89-53 0 0 0,-124 61 9 0 0,-2-3 0 0 0,-1-1-1 0 0,-1-3 1 0 0,-2-2 0 0 0,74-78 0 0 0,-101 93 93 0 0,-2 0 0 0 0,0-1 1 0 0,-2-1-1 0 0,-1 0 0 0 0,-1-1 1 0 0,-1-1-1 0 0,-1 0 0 0 0,-2-1 1 0 0,-1-1-1 0 0,-1 1 1 0 0,-2-1-1 0 0,0-1 0 0 0,2-42 1 0 0,-8 34 353 0 0,-2 0 1 0 0,-2 0-1 0 0,-1 1 1 0 0,-2 0 0 0 0,-2-1-1 0 0,-1 2 1 0 0,-2 0-1 0 0,-2 0 1 0 0,-1 1 0 0 0,-36-66-1 0 0,31 69-551 0 0,-1 1-1 0 0,-1 1 1 0 0,-2 1 0 0 0,-1 1-1 0 0,-2 1 1 0 0,0 1 0 0 0,-2 1-1 0 0,-1 1 1 0 0,0 2 0 0 0,-2 1-1 0 0,-44-23 1 0 0,39 29-221 0 0,-1 2 0 0 0,0 1 0 0 0,0 2 0 0 0,-1 1 0 0 0,-1 2 0 0 0,1 2 0 0 0,-1 2 0 0 0,0 1 0 0 0,0 2 0 0 0,-1 2 0 0 0,1 1 0 0 0,-53 11 0 0 0,24 0 249 0 0,1 3-1 0 0,1 3 1 0 0,1 2-1 0 0,0 4 1 0 0,2 2-1 0 0,-73 44 0 0 0,87-43-1347 0 0,-45 36 0 0 0,79-53 965 0 0,1 0 1 0 0,1 2 0 0 0,0-1-1 0 0,0 2 1 0 0,1 0 0 0 0,1 0-1 0 0,-12 21 1 0 0,12-10-2017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3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70 180 5250 0 0,'-23'-43'4563'0'0,"-8"-22"7841"0"0,17 11-8407 0 0,12 41-3997 0 0,3 9 0 0 0,6 10 0 0 0,108 157-239 0 0,-34-42-115 0 0,362 479-3505 0 0,-138-204-2656 0 0,-201-261 6780 0 0,-5 5-1 0 0,102 194 1 0 0,-194-321 63 0 0,0 0-1 0 0,1-1 1 0 0,0 0 0 0 0,18 21-1 0 0,-25-33-347 0 0,9-20-1422 0 0,-28 7-5242 0 0,14 13 5955 0 0,0-1 1 0 0,-1 1-1 0 0,1-1 1 0 0,-7 1-1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3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70 7735 0 0,'-4'-1'158'0'0,"-29"-20"12385"0"0,34 19-12292 0 0,6-2 1802 0 0,8 1-1629 0 0,0 0 0 0 0,0 1 0 0 0,0 1 0 0 0,1 0 0 0 0,-1 1 0 0 0,1 1 0 0 0,-1 1-1 0 0,27 5 1 0 0,-33-5-472 0 0,1 0 1 0 0,-1 1-1 0 0,1 0 0 0 0,-1 1 0 0 0,0 0 0 0 0,0 0 0 0 0,-1 1 0 0 0,1 0 0 0 0,-1 1 0 0 0,0 0 1 0 0,0 0-1 0 0,-1 0 0 0 0,0 1 0 0 0,0 1 0 0 0,8 9 0 0 0,-12-11-233 0 0,0 0 0 0 0,0-1 0 0 0,-1 1-1 0 0,1 0 1 0 0,-1 1 0 0 0,-1-1 0 0 0,1 0-1 0 0,-1 0 1 0 0,0 1 0 0 0,0-1 0 0 0,-1 1 0 0 0,0-1-1 0 0,0 0 1 0 0,0 1 0 0 0,-1-1 0 0 0,-2 9 0 0 0,-3 8-1066 0 0,-1 0 0 0 0,-1 0 0 0 0,-12 23 0 0 0,-13 41 2052 0 0,27-65-647 0 0,6-22-58 0 0,-1 1 0 0 0,1-1 0 0 0,0 0 0 0 0,0 0 0 0 0,0 0 0 0 0,0 1 0 0 0,0-1 0 0 0,0 0 0 0 0,0 0 0 0 0,0 1 0 0 0,-1-1 0 0 0,1 0 0 0 0,0 0 0 0 0,0 1 0 0 0,0-1 0 0 0,0 0 0 0 0,0 1 0 0 0,0-1 0 0 0,1 0 0 0 0,-1 0 0 0 0,0 1 0 0 0,0-1 0 0 0,0 0 0 0 0,0 0 0 0 0,0 1 0 0 0,0-1 0 0 0,0 0 0 0 0,0 0 0 0 0,1 0 0 0 0,-1 1 0 0 0,0-1 0 0 0,0 0 0 0 0,0 0 0 0 0,0 0 0 0 0,1 1 0 0 0,-1-1 0 0 0,0 0 0 0 0,0 0 0 0 0,1 0 0 0 0,-1 0 0 0 0,0 0 0 0 0,0 0 0 0 0,0 0 0 0 0,1 1 0 0 0,-1-1 0 0 0,0 0 0 0 0,0 0 0 0 0,1 0 0 0 0,-1 0 0 0 0,0 0 0 0 0,1 0 0 0 0,-1 0 0 0 0,8-2 21 0 0,-1 0 0 0 0,1-1 0 0 0,0 0 0 0 0,-1 0 0 0 0,0 0 0 0 0,0-1 0 0 0,0 0 1 0 0,0-1-1 0 0,11-9 0 0 0,69-62-927 0 0,-64 55 26 0 0,285-263-4601 0 0,-249 230 4522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3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199 158 6927 0 0,'24'-30'-101'0'0,"20"-28"452"0"0,-41 54-26 0 0,0-1-1 0 0,-1 1 1 0 0,1-1 0 0 0,-1 0-1 0 0,0 0 1 0 0,-1 0 0 0 0,1 0 0 0 0,-1 0-1 0 0,0 0 1 0 0,-3-12 3123 0 0,1 16-3059 0 0,0 1 0 0 0,0-1 0 0 0,-1 1 0 0 0,1-1 0 0 0,0 1 0 0 0,0-1-1 0 0,-1 1 1 0 0,1 0 0 0 0,0 0 0 0 0,-1 0 0 0 0,1 0 0 0 0,0 0 0 0 0,0 0 0 0 0,-1 0-1 0 0,1 0 1 0 0,0 0 0 0 0,-1 1 0 0 0,1-1 0 0 0,0 1 0 0 0,0-1 0 0 0,-1 1 0 0 0,1-1-1 0 0,0 1 1 0 0,0 0 0 0 0,0-1 0 0 0,0 1 0 0 0,0 0 0 0 0,0 0 0 0 0,-1 1 0 0 0,-1 0 286 0 0,-8 5-675 0 0,1 0 0 0 0,-1 1 0 0 0,2 0 0 0 0,-1 1 0 0 0,1 0 0 0 0,0 0 0 0 0,1 1 0 0 0,0 0 0 0 0,0 0 0 0 0,1 1 0 0 0,1 0 0 0 0,0 0 0 0 0,0 1 0 0 0,1-1 0 0 0,0 1 0 0 0,-5 25 0 0 0,10-34 0 0 0,0 1 0 0 0,0 0 0 0 0,0 0 0 0 0,0-1 0 0 0,1 1 0 0 0,-1 0 0 0 0,1-1 0 0 0,0 1 0 0 0,0-1 0 0 0,1 1 0 0 0,-1-1 0 0 0,1 1 0 0 0,-1-1 0 0 0,1 0 0 0 0,0 0 0 0 0,0 0 0 0 0,1 0 0 0 0,-1 0 0 0 0,1 0 0 0 0,-1-1 0 0 0,5 4 0 0 0,7 6 0 0 0,1-1 0 0 0,0 0 0 0 0,18 8 0 0 0,-10-5 0 0 0,16 9 0 0 0,34 23 0 0 0,-66-42 0 0 0,-1 1 0 0 0,-1 0 0 0 0,1 0 0 0 0,-1 1 0 0 0,1-1 0 0 0,-2 1 0 0 0,1 0 0 0 0,5 10 0 0 0,-8-11 0 0 0,0-1 0 0 0,-1 1 0 0 0,0 0 0 0 0,0-1 0 0 0,0 1 0 0 0,-1 0 0 0 0,1 0 0 0 0,-1-1 0 0 0,0 1 0 0 0,-1 0 0 0 0,1 0 0 0 0,-1-1 0 0 0,0 1 0 0 0,0 0 0 0 0,0-1 0 0 0,-1 1 0 0 0,0-1 0 0 0,0 1 0 0 0,0-1 0 0 0,0 0 0 0 0,0 0 0 0 0,-1 0 0 0 0,0 0 0 0 0,0 0 0 0 0,0 0 0 0 0,0-1 0 0 0,-6 5 0 0 0,0 1 0 0 0,0-1 0 0 0,0 0 0 0 0,-1-1 0 0 0,0 0 0 0 0,-1-1 0 0 0,1 1 0 0 0,-1-2 0 0 0,0 0 0 0 0,-20 6 0 0 0,11-6 51 0 0,0-1 0 0 0,-1-1 1 0 0,-39 1-1 0 0,49-4-154 0 0,1 0 1 0 0,-1-1-1 0 0,0-1 0 0 0,0 0 0 0 0,1 0 0 0 0,-1-1 1 0 0,1 0-1 0 0,0-1 0 0 0,-14-7 0 0 0,12 3-4009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4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995 55 8093 0 0,'-38'-1'80'0'0,"0"2"1"0"0,0 2-1 0 0,0 1 1 0 0,0 2-1 0 0,1 1 1 0 0,0 2-1 0 0,0 2 1 0 0,1 1-1 0 0,0 2 1 0 0,1 1-1 0 0,1 2 1 0 0,1 2-1 0 0,0 0 1 0 0,1 3-1 0 0,2 0 1 0 0,0 2-1 0 0,-51 53 1 0 0,44-35 166 0 0,1 2-1 0 0,2 1 1 0 0,3 1 0 0 0,1 2-1 0 0,2 1 1 0 0,-23 60 0 0 0,37-74-106 0 0,2 0 1 0 0,1 1 0 0 0,2 0 0 0 0,2 1 0 0 0,1-1 0 0 0,2 1 0 0 0,1 1 0 0 0,2-1 0 0 0,2 0 0 0 0,7 54 0 0 0,-1-54-69 0 0,1 0 0 0 0,1 0 1 0 0,2 0-1 0 0,2-1 0 0 0,2-1 1 0 0,0 0-1 0 0,3-2 0 0 0,1 1 1 0 0,1-2-1 0 0,1-1 1 0 0,2 0-1 0 0,2-2 0 0 0,0-1 1 0 0,2-1-1 0 0,1-1 0 0 0,1-1 1 0 0,1-2-1 0 0,1-1 1 0 0,1-1-1 0 0,1-2 0 0 0,1-1 1 0 0,64 24-1 0 0,-44-25-42 0 0,1-2 0 0 0,0-3-1 0 0,1-2 1 0 0,0-2 0 0 0,1-3 0 0 0,-1-3-1 0 0,1-2 1 0 0,0-2 0 0 0,95-17 0 0 0,-86 6-65 0 0,-1-2 1 0 0,0-3 0 0 0,-2-4-1 0 0,0-1 1 0 0,-1-4-1 0 0,-2-2 1 0 0,105-69 0 0 0,-127 71 27 0 0,0-2 0 0 0,-2-1 1 0 0,-2-2-1 0 0,0-1 1 0 0,43-57-1 0 0,-60 66 198 0 0,0-1-1 0 0,-2-1 1 0 0,0-1-1 0 0,-2 0 1 0 0,-1-1-1 0 0,-1 0 1 0 0,-1-1-1 0 0,-2 0 1 0 0,8-49-1 0 0,-12 34 325 0 0,-2 0-1 0 0,-1 1 1 0 0,-3-1-1 0 0,-1 0 1 0 0,-2 0 0 0 0,-3 1-1 0 0,-1 0 1 0 0,-23-68-1 0 0,13 62-917 0 0,-1 1-1 0 0,-2 0 1 0 0,-2 2 0 0 0,-3 1 0 0 0,-1 1-1 0 0,-66-78 1 0 0,73 99 201 0 0,-1 1-1 0 0,-2 1 1 0 0,0 1-1 0 0,-1 1 1 0 0,0 1-1 0 0,-2 1 1 0 0,0 2-1 0 0,-1 0 1 0 0,-1 2 0 0 0,0 1-1 0 0,0 2 1 0 0,-42-10-1 0 0,29 12 118 0 0,-1 1-1 0 0,0 3 1 0 0,0 2-1 0 0,0 1 1 0 0,0 2-1 0 0,0 2 1 0 0,0 2-1 0 0,-65 16 1 0 0,47-5-354 0 0,1 2 0 0 0,1 3 0 0 0,0 3 0 0 0,-64 35 1 0 0,79-33-519 0 0,1 1 0 0 0,1 2 0 0 0,1 2 1 0 0,2 2-1 0 0,-59 62 0 0 0,59-44-1172 0 0,11 1-924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5.6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767 46 6151 0 0,'-3'-46'11502'0'0,"-5"52"-10927"0"0,0 0 1 0 0,0 1-1 0 0,0 0 0 0 0,1 0 1 0 0,0 0-1 0 0,0 1 0 0 0,-6 10 0 0 0,-46 74 2907 0 0,35-52-3005 0 0,-312 593-3277 0 0,329-618 2756 0 0,-123 268-5568 0 0,98-205 3184 0 0,-34 138-1 0 0,38-118 9739 0 0,21-87-7692 0 0,2-17 890 0 0,4 4-342 0 0,0 0 0 0 0,1 0 1 0 0,0 1-1 0 0,-1-1 1 0 0,1 0-1 0 0,0 0 1 0 0,0 0-1 0 0,0 0 1 0 0,0 0-1 0 0,0 0 0 0 0,0 1 1 0 0,1-4-1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6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39 131 6887 0 0,'-24'-9'97'0'0,"23"9"106"0"0,0-1 0 0 0,0 1 1 0 0,0-1-1 0 0,0 1 1 0 0,1-1-1 0 0,-1 0 0 0 0,0 1 1 0 0,0-1-1 0 0,1 0 0 0 0,-1 1 1 0 0,0-1-1 0 0,1 0 0 0 0,-1 0 1 0 0,1 0-1 0 0,-1 1 0 0 0,1-1 1 0 0,-1 0-1 0 0,1 0 1 0 0,0 0-1 0 0,-1 0 0 0 0,1-2 1 0 0,0 0 253 0 0,1 0 1 0 0,0 0 0 0 0,0 1-1 0 0,0-1 1 0 0,0 0 0 0 0,0 0-1 0 0,0 1 1 0 0,1-1 0 0 0,-1 0-1 0 0,1 1 1 0 0,0-1 0 0 0,0 1 0 0 0,0 0-1 0 0,3-4 1 0 0,2 0-189 0 0,-1 1-1 0 0,1-1 1 0 0,1 1 0 0 0,-1 0-1 0 0,1 0 1 0 0,-1 1 0 0 0,1 0 0 0 0,1 1-1 0 0,-1 0 1 0 0,0 0 0 0 0,1 0-1 0 0,-1 1 1 0 0,1 1 0 0 0,11-2-1 0 0,-4 2 215 0 0,-1 0 0 0 0,1 1-1 0 0,-1 0 1 0 0,0 2-1 0 0,1-1 1 0 0,-1 2-1 0 0,21 6 1 0 0,-33-9-483 0 0,1 1 0 0 0,-1 0 0 0 0,0 0 0 0 0,0 0-1 0 0,0 0 1 0 0,0 1 0 0 0,0-1 0 0 0,0 1 0 0 0,-1 0 0 0 0,1 0 0 0 0,0 0 0 0 0,-1 0 0 0 0,1 0 0 0 0,-1 0 0 0 0,0 1 0 0 0,0-1 0 0 0,0 1 0 0 0,0 0 0 0 0,0-1 0 0 0,-1 1 0 0 0,1 0 0 0 0,-1 0 0 0 0,0 0 0 0 0,0 0 0 0 0,0 0 0 0 0,0 0 0 0 0,0 1 0 0 0,0-1 0 0 0,-1 0 0 0 0,0 0 0 0 0,0 1 0 0 0,0-1 0 0 0,0 0 0 0 0,0 0 0 0 0,-1 1 0 0 0,-1 5 0 0 0,-3 7-10 0 0,-1 1-1 0 0,-1-1 1 0 0,0 0 0 0 0,-1-1 0 0 0,-16 23 0 0 0,12-19-16 0 0,-27 35-1289 0 0,29-43 461 0 0,2 1-1 0 0,-1-1 0 0 0,2 1 1 0 0,-1 1-1 0 0,2-1 1 0 0,-8 20-1 0 0,14-30 686 0 0,0 1-1 0 0,0-1 1 0 0,0 0-1 0 0,0 0 1 0 0,0 1 0 0 0,1-1-1 0 0,-1 0 1 0 0,1 0-1 0 0,0 1 1 0 0,-1-1-1 0 0,1 0 1 0 0,0 0-1 0 0,0 0 1 0 0,0 0 0 0 0,1 0-1 0 0,-1 0 1 0 0,0 0-1 0 0,1-1 1 0 0,-1 1-1 0 0,4 2 1 0 0,39 33 1121 0 0,-40-34-1129 0 0,8 5 227 0 0,-1 1 0 0 0,0 0 1 0 0,-1 1-1 0 0,0 0 0 0 0,0 1 1 0 0,9 14-1 0 0,-16-21-51 0 0,-1 0 1 0 0,1 1-1 0 0,-1-1 0 0 0,0 1 1 0 0,0-1-1 0 0,0 1 0 0 0,-1 0 1 0 0,0-1-1 0 0,0 1 0 0 0,0 0 1 0 0,0 0-1 0 0,-1 0 0 0 0,0 0 1 0 0,0 0-1 0 0,0 0 0 0 0,-1 0 1 0 0,1 0-1 0 0,-1-1 0 0 0,0 1 1 0 0,-1 0-1 0 0,-2 5 1 0 0,-1 3 0 0 0,-1-1 0 0 0,-1-1 0 0 0,-1 1 0 0 0,1-1 0 0 0,-2 0 0 0 0,1-1 0 0 0,-1 0 0 0 0,-19 15 0 0 0,20-18 0 0 0,0 0 0 0 0,-1-2 0 0 0,1 1 0 0 0,-1-1 0 0 0,0 0 0 0 0,-1 0 0 0 0,1-1 0 0 0,-1-1 0 0 0,0 0 0 0 0,0 0 0 0 0,-20 2-1 0 0,26-4 13 0 0,0-1-1 0 0,0 1 0 0 0,0-1 1 0 0,0 0-1 0 0,0 0 0 0 0,0-1 0 0 0,1 1 1 0 0,-1-1-1 0 0,0 0 0 0 0,0 0 0 0 0,0 0 1 0 0,1-1-1 0 0,-1 1 0 0 0,0-1 0 0 0,-5-3 1 0 0,8 3-122 0 0,-1 1 0 0 0,1-1 0 0 0,0 0 1 0 0,0 1-1 0 0,-1-1 0 0 0,1 0 0 0 0,0 0 1 0 0,1 1-1 0 0,-1-1 0 0 0,0 0 0 0 0,0 0 1 0 0,1 0-1 0 0,-1 0 0 0 0,1 0 0 0 0,0 0 1 0 0,0 0-1 0 0,0 0 0 0 0,0 0 0 0 0,0-1 1 0 0,0-2-1 0 0,2-4-483 0 0,0 1 0 0 0,1-1 1 0 0,0 1-1 0 0,0 0 0 0 0,1 0 0 0 0,0 0 0 0 0,0 0 1 0 0,1 1-1 0 0,10-14 0 0 0,19-12-2384 0 0,6-2-1449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6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413 45 7797 0 0,'-2'-5'-505'0'0,"-13"-25"2299"0"0,14 29-1544 0 0,0 0 0 0 0,-1 0 0 0 0,1 0 1 0 0,0 0-1 0 0,0 0 0 0 0,-1 1 0 0 0,1-1 0 0 0,0 1 1 0 0,-1-1-1 0 0,1 1 0 0 0,-1-1 0 0 0,1 1 0 0 0,-1 0 1 0 0,1 0-1 0 0,-1-1 0 0 0,1 1 0 0 0,-1 0 0 0 0,1 0 0 0 0,-1 1 1 0 0,1-1-1 0 0,0 0 0 0 0,-1 0 0 0 0,1 1 0 0 0,-1-1 1 0 0,1 1-1 0 0,-2 0 0 0 0,-4 1 107 0 0,1 1 0 0 0,0 0 0 0 0,0 0 1 0 0,0 0-1 0 0,1 1 0 0 0,-1 0 0 0 0,1 0 0 0 0,0 0 0 0 0,0 1 1 0 0,0-1-1 0 0,0 1 0 0 0,1 1 0 0 0,0-1 0 0 0,0 0 0 0 0,0 1 1 0 0,1 0-1 0 0,-6 12 0 0 0,8-13-186 0 0,-1 1 1 0 0,1-1-1 0 0,0 1 1 0 0,0-1-1 0 0,1 1 1 0 0,-1 0-1 0 0,1-1 1 0 0,1 1-1 0 0,-1-1 1 0 0,1 1-1 0 0,0 0 0 0 0,0-1 1 0 0,0 1-1 0 0,1-1 1 0 0,0 0-1 0 0,0 0 1 0 0,0 1-1 0 0,1-1 1 0 0,0-1-1 0 0,0 1 1 0 0,0 0-1 0 0,7 7 1 0 0,7 6-172 0 0,1 0 1 0 0,2-1-1 0 0,28 19 0 0 0,-33-26-1 0 0,0 1 0 0 0,-1 0 0 0 0,0 1 0 0 0,-1 1 0 0 0,0 0 0 0 0,-1 1 0 0 0,0 0 0 0 0,14 24 0 0 0,-24-33-243 0 0,0 0 1 0 0,0 0-1 0 0,-1 0 1 0 0,0 0-1 0 0,0 0 1 0 0,-1 0-1 0 0,1 0 1 0 0,-1 1-1 0 0,0-1 1 0 0,0 0-1 0 0,-1 0 1 0 0,0 1-1 0 0,0-1 1 0 0,0 0-1 0 0,0 0 1 0 0,-1 0-1 0 0,0 0 1 0 0,0-1 0 0 0,0 1-1 0 0,-1 0 1 0 0,1-1-1 0 0,-1 1 1 0 0,0-1-1 0 0,0 0 1 0 0,-6 5-1 0 0,-7 9-454 0 0,0-2 0 0 0,-1 0-1 0 0,-1 0 1 0 0,-25 16-1 0 0,25-20 702 0 0,-1-1 0 0 0,0-1 0 0 0,0-1 0 0 0,-1 0 0 0 0,-39 11 0 0 0,48-17-20 0 0,0-1 1 0 0,0 1-1 0 0,-1-2 0 0 0,1 1 1 0 0,-1-2-1 0 0,1 1 0 0 0,-1-2 1 0 0,1 0-1 0 0,-1 0 1 0 0,1-1-1 0 0,-1 0 0 0 0,-15-6 1 0 0,22 6-190 0 0,0 0 0 0 0,1 0 1 0 0,-1-1-1 0 0,1 1 1 0 0,0-1-1 0 0,0 0 0 0 0,0 0 1 0 0,0-1-1 0 0,1 1 1 0 0,-1-1-1 0 0,1 0 1 0 0,0 0-1 0 0,0 0 0 0 0,0 0 1 0 0,1-1-1 0 0,0 1 1 0 0,-1-1-1 0 0,1 0 0 0 0,1 1 1 0 0,-3-9-1 0 0,4-7-3757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6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962 36 7675 0 0,'-22'-8'374'0'0,"-1"2"1"0"0,1-1 0 0 0,-1 2 0 0 0,0 1 0 0 0,0 1-1 0 0,-37 0 1 0 0,32 4 521 0 0,1 2-1 0 0,-1 0 0 0 0,1 2 1 0 0,0 1-1 0 0,0 1 0 0 0,1 1 1 0 0,0 1-1 0 0,-39 20 0 0 0,32-11 275 0 0,0 1-1 0 0,1 2 1 0 0,1 1-1 0 0,1 2 1 0 0,-49 50-1 0 0,52-45-911 0 0,2 2-1 0 0,-42 63 1 0 0,48-59-738 0 0,1 0-1 0 0,1 2 1 0 0,2 0 0 0 0,2 1-1 0 0,1 0 1 0 0,3 1-1 0 0,0 0 1 0 0,3 0 0 0 0,1 1-1 0 0,2 0 1 0 0,2-1 0 0 0,1 1-1 0 0,2 0 1 0 0,2 0 0 0 0,10 43-1 0 0,-6-48 15 0 0,1 0 0 0 0,2-1-1 0 0,2 0 1 0 0,1-1 0 0 0,1-1 0 0 0,2 0-1 0 0,1-1 1 0 0,1-1 0 0 0,30 35 0 0 0,-29-41 504 0 0,2-2 0 0 0,1 0 0 0 0,0-2 0 0 0,1 0 0 0 0,1-2 0 0 0,51 28 0 0 0,-35-26 5 0 0,1-3 0 0 0,1-1 0 0 0,1-2 0 0 0,0-2 1 0 0,1-1-1 0 0,0-3 0 0 0,0-2 0 0 0,1-2 0 0 0,85-3 0 0 0,-65-5-45 0 0,-1-2-1 0 0,0-4 0 0 0,0-3 1 0 0,-1-2-1 0 0,0-3 0 0 0,76-34 1 0 0,-97 34-8 0 0,-1-3 0 0 0,-1-2 0 0 0,-1-1 1 0 0,-1-3-1 0 0,40-34 0 0 0,-59 45 120 0 0,-1-2-1 0 0,-1-1 1 0 0,0 0 0 0 0,-2-1-1 0 0,0-1 1 0 0,-1-1-1 0 0,-2 0 1 0 0,0-1 0 0 0,-1 0-1 0 0,14-40 1 0 0,-20 41 195 0 0,-2-1 1 0 0,0 1-1 0 0,-2 0 1 0 0,0-1-1 0 0,-2 0 1 0 0,0 1-1 0 0,-1-1 1 0 0,-2 1-1 0 0,0-1 1 0 0,-1 1-1 0 0,-1 0 1 0 0,-10-24-1 0 0,-5-9 52 0 0,-3 0 1 0 0,-2 2-1 0 0,-44-68 0 0 0,42 76-820 0 0,-2 2-1 0 0,-3 1 1 0 0,-1 2-1 0 0,-1 1 1 0 0,-2 2 0 0 0,-2 1-1 0 0,-65-47 1 0 0,79 66 365 0 0,-1 1 0 0 0,-1 2 1 0 0,0 0-1 0 0,-1 2 1 0 0,0 1-1 0 0,-1 1 1 0 0,0 1-1 0 0,-1 1 1 0 0,0 2-1 0 0,0 1 1 0 0,0 1-1 0 0,-1 2 0 0 0,1 1 1 0 0,-52 4-1 0 0,47 2-42 0 0,1 1 0 0 0,0 2 0 0 0,0 1 0 0 0,1 2 0 0 0,0 1 0 0 0,1 1 0 0 0,1 2 0 0 0,0 1 0 0 0,0 1 0 0 0,2 2 0 0 0,0 1 0 0 0,-26 25 0 0 0,50-41-262 0 0,0 0-1 0 0,0 0 0 0 0,1 1 1 0 0,-1 0-1 0 0,1-1 0 0 0,-3 7 1 0 0,-1 1-3317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7.5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40 6465 0 0,'-10'-27'1469'0'0,"4"14"3649"0"0,27 55 352 0 0,34 49 0 0 0,-14-33-3778 0 0,66 72 1 0 0,182 147-2990 0 0,1-28-297 0 0,160 144-3806 0 0,-393-341 4536 0 0,307 282-3970 0 0,-125-104 9001 0 0,-146-136 4492 0 0,-84-85-8659 0 0,0 0 0 0 0,-2-3 0 0 0,-1-1-200 0 0,-31-30 400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8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411 58 9933 0 0,'6'-24'148'0'0,"-6"22"424"0"0,2 8 2234 0 0,6 41 773 0 0,-2 0 0 0 0,-1 65 1 0 0,-1-11-1563 0 0,5 8-2017 0 0,12 313-2 0 0,-22-466 0 0 0,3-67 6 0 0,17-63-324 0 0,13-184-1129 0 0,-32 303 1156 0 0,0 44-596 0 0,-1 1 1 0 0,0-1 0 0 0,-1 0 0 0 0,0 0 0 0 0,-6-15 0 0 0,7 23 591 0 0,0-1 0 0 0,-1 1 1 0 0,0 0-1 0 0,1 0 1 0 0,-1 0-1 0 0,0 0 0 0 0,0 0 1 0 0,-1 1-1 0 0,1-1 0 0 0,-1 1 1 0 0,1-1-1 0 0,-1 1 1 0 0,0 0-1 0 0,-5-3 0 0 0,4 3 289 0 0,0 0 0 0 0,0 1 0 0 0,-1 0 0 0 0,1 0 0 0 0,-1 0 0 0 0,1 0 0 0 0,-1 1 0 0 0,1 0 0 0 0,-1 0 0 0 0,1 0 0 0 0,-1 0 0 0 0,1 1 0 0 0,0 0 0 0 0,-7 1 0 0 0,-20 7 122 0 0,1 0 0 0 0,0 2 1 0 0,0 1-1 0 0,-50 30 0 0 0,60-30 11 0 0,0 1 0 0 0,0 1 0 0 0,1 1-1 0 0,1 1 1 0 0,0 0 0 0 0,1 2 0 0 0,-16 21-1 0 0,29-34-90 0 0,0 1 0 0 0,0 0 0 0 0,1 0 0 0 0,0 0 0 0 0,0 0 0 0 0,0 0 0 0 0,1 1 0 0 0,0 0 0 0 0,0-1-1 0 0,1 1 1 0 0,0 0 0 0 0,0 0 0 0 0,0-1 0 0 0,1 1 0 0 0,0 0 0 0 0,1 10 0 0 0,1-12-35 0 0,-1 1 0 0 0,1-1 1 0 0,0 0-1 0 0,0 1 0 0 0,0-1 0 0 0,1 0 1 0 0,0 0-1 0 0,0-1 0 0 0,0 1 0 0 0,1-1 1 0 0,-1 1-1 0 0,1-1 0 0 0,0 0 1 0 0,1 0-1 0 0,-1-1 0 0 0,0 1 0 0 0,1-1 1 0 0,0 0-1 0 0,0 0 0 0 0,8 3 1 0 0,13 5 5 0 0,1-2 0 0 0,0 0 0 0 0,0-2 0 0 0,1-1 0 0 0,55 5 0 0 0,149-6-216 0 0,-150-6-208 0 0,-67 1-386 0 0,49-3-2067 0 0,-21-11-4263 0 0,-25 5 3091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8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94 7501 0 0,'3'-6'729'0'0,"0"0"0"0"0,1 0 0 0 0,-1 0 0 0 0,1 1 0 0 0,0-1 0 0 0,0 1 0 0 0,1 0 0 0 0,0 1 0 0 0,-1-1 0 0 0,2 1 0 0 0,-1-1 0 0 0,0 2 0 0 0,1-1 0 0 0,0 1 0 0 0,0-1 0 0 0,0 2 0 0 0,0-1 0 0 0,0 1 0 0 0,1 0 0 0 0,-1 0 0 0 0,12-2 0 0 0,-13 4-622 0 0,0-1-1 0 0,0 1 1 0 0,0 0 0 0 0,-1 0 0 0 0,1 0 0 0 0,0 1 0 0 0,0-1 0 0 0,0 1-1 0 0,0 1 1 0 0,-1-1 0 0 0,1 0 0 0 0,-1 1 0 0 0,1 0 0 0 0,-1 0 0 0 0,1 1-1 0 0,-1-1 1 0 0,0 1 0 0 0,0 0 0 0 0,0 0 0 0 0,-1 0 0 0 0,1 1 0 0 0,-1-1-1 0 0,1 1 1 0 0,-1 0 0 0 0,-1 0 0 0 0,1 0 0 0 0,4 8 0 0 0,-1-1-354 0 0,-1 1 0 0 0,-1 0 0 0 0,0 0 0 0 0,0 0 1 0 0,-1 1-1 0 0,-1-1 0 0 0,0 1 0 0 0,0 0 0 0 0,-1 13 0 0 0,-3 17-1858 0 0,-10 57-1 0 0,0-14-1630 0 0,12-84 3749 0 0,0 1-1 0 0,0-1 0 0 0,0 1 1 0 0,0-1-1 0 0,0 1 1 0 0,0-1-1 0 0,1 1 0 0 0,-1-1 1 0 0,1 1-1 0 0,0-1 0 0 0,-1 0 1 0 0,1 1-1 0 0,0-1 1 0 0,1 0-1 0 0,-1 0 0 0 0,0 0 1 0 0,0 1-1 0 0,1-1 1 0 0,0-1-1 0 0,2 4 0 0 0,-1-3-5 0 0,0 1-1 0 0,1-1 0 0 0,0 0 1 0 0,-1 0-1 0 0,1 0 0 0 0,0-1 1 0 0,0 1-1 0 0,0-1 0 0 0,0 0 0 0 0,0 0 1 0 0,5 0-1 0 0,7 0 778 0 0,0 0 1 0 0,1-2-1 0 0,-1 0 0 0 0,0 0 0 0 0,17-5 1 0 0,-12 1-1322 0 0,-1-1 0 0 0,1-1 0 0 0,-2 0 1 0 0,1-2-1 0 0,-1 0 0 0 0,21-15 0 0 0,-4 1-3464 0 0,-2-3 0 0 0,33-30-1 0 0,-37 29-465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7:58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689 130 7955 0 0,'-53'26'139'0'0,"0"2"0"0"0,2 3 0 0 0,1 2 1 0 0,2 3-1 0 0,1 1 0 0 0,2 2 0 0 0,1 3 1 0 0,-51 63-1 0 0,70-73 61 0 0,2 0-1 0 0,2 2 1 0 0,1 0 0 0 0,1 2-1 0 0,3 0 1 0 0,0 1 0 0 0,2 0-1 0 0,2 1 1 0 0,2 1 0 0 0,1-1-1 0 0,2 2 1 0 0,2-1 0 0 0,-1 61-1 0 0,8-62-71 0 0,1 0 0 0 0,2 0 0 0 0,2 0 0 0 0,1-1 0 0 0,2 0-1 0 0,2-1 1 0 0,1 0 0 0 0,1-1 0 0 0,3 0 0 0 0,0-2 0 0 0,2 0-1 0 0,2 0 1 0 0,1-2 0 0 0,1-1 0 0 0,33 33 0 0 0,-20-26-27 0 0,1-2 0 0 0,2-2 0 0 0,1-1 0 0 0,1-2 1 0 0,2-2-1 0 0,1-2 0 0 0,1-2 0 0 0,1-2 0 0 0,1-2 1 0 0,93 27-1 0 0,-95-38-78 0 0,-1-1 0 0 0,2-3 1 0 0,-1-2-1 0 0,0-1 0 0 0,1-3 0 0 0,-1-1 1 0 0,1-3-1 0 0,-1-1 0 0 0,-1-3 0 0 0,0-1 1 0 0,0-2-1 0 0,58-25 0 0 0,-42 11-51 0 0,-2-2-1 0 0,0-3 1 0 0,-2-2-1 0 0,-2-3 1 0 0,-1-2-1 0 0,-2-2 0 0 0,-1-2 1 0 0,46-54-1 0 0,-62 58 18 0 0,-2-2 0 0 0,-1-1 0 0 0,-3-1-1 0 0,45-88 1 0 0,-52 82 52 0 0,-2 0 0 0 0,-2-2-1 0 0,-2 0 1 0 0,-2 0 0 0 0,-3-2-1 0 0,-2 1 1 0 0,-2-1 0 0 0,-2 0 0 0 0,-3-1-1 0 0,-1 1 1 0 0,-15-95 0 0 0,8 113-11 0 0,0 1-1 0 0,-3 0 1 0 0,0 1 0 0 0,-2 0 0 0 0,-2 1 0 0 0,-1 0 0 0 0,-24-37 0 0 0,25 47-13 0 0,0 1 1 0 0,-2 1-1 0 0,0 1 1 0 0,-1 0-1 0 0,-1 1 1 0 0,-1 1 0 0 0,0 0-1 0 0,-1 2 1 0 0,-1 0-1 0 0,0 1 1 0 0,-27-11-1 0 0,4 7-6 0 0,0 3-1 0 0,0 1 0 0 0,-1 2 0 0 0,0 3 0 0 0,-1 1 0 0 0,0 2 0 0 0,0 2 0 0 0,0 3 0 0 0,-84 9 0 0 0,48 2-209 0 0,2 3 0 0 0,0 4 1 0 0,1 3-1 0 0,-133 56 0 0 0,128-40-885 0 0,-117 71 0 0 0,160-82-24 0 0,2 1 1 0 0,1 1 0 0 0,2 3-1 0 0,-55 58 1 0 0,56-44-1519 0 0,6 0-1082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2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 7015 0 0,'7'-20'2673'0'0,"-8"-17"11558"0"0,6 52-11963 0 0,-4-12-2241 0 0,18 52-26 0 0,2-1 1 0 0,2-1-1 0 0,32 52 1 0 0,99 142-13 0 0,-87-143-11 0 0,85 143-661 0 0,166 334-8238 0 0,-311-565 9139 0 0,-5-11 287 0 0,0 0 1 0 0,0 0 0 0 0,0-1 0 0 0,1 1 0 0 0,0-1 0 0 0,0 1 0 0 0,0-1 0 0 0,4 4 0 0 0,5 2 3382 0 0,-2-4-2996 0 0,-8-5-1348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2.9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48 139 7773 0 0,'-16'-41'388'0'0,"-3"-19"5422"0"0,7 22-1644 0 0,69 202 3979 0 0,1 2-7633 0 0,18 87-4172 0 0,-61-197 1695 0 0,-5-23 370 0 0,-2 1 0 0 0,6 53 0 0 0,-13-95 3175 0 0,0-21 5523 0 0,1 7-7045 0 0,-2 8-3837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3.4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477 116 8005 0 0,'36'-66'2507'0'0,"-27"44"1450"0"0,-2-2 4885 0 0,-11 22-8212 0 0,-15 1 1195 0 0,9 4-1774 0 0,1 1 0 0 0,0 0 0 0 0,1 1 0 0 0,-1 0-1 0 0,1 1 1 0 0,0 0 0 0 0,0 0 0 0 0,0 0 0 0 0,1 1 0 0 0,-12 15-1 0 0,8-9-66 0 0,0 0 1 0 0,2 1-1 0 0,-1 0 0 0 0,2 0 0 0 0,0 0 0 0 0,-7 20 0 0 0,12-26-162 0 0,1 0 0 0 0,0 0 0 0 0,1 0 0 0 0,-1 0 0 0 0,2 0 0 0 0,-1 0 0 0 0,1 0 0 0 0,0 0 0 0 0,1 0 1 0 0,0 1-1 0 0,0-1 0 0 0,1 0 0 0 0,0 0 0 0 0,0-1 0 0 0,1 1 0 0 0,0 0 0 0 0,0-1 0 0 0,6 9 0 0 0,6 8-1230 0 0,2-1 1 0 0,0-1-1 0 0,40 39 0 0 0,14 20-256 0 0,-69-80 1903 0 0,-1 1 1 0 0,0-1-1 0 0,0 1 1 0 0,0 0-1 0 0,0-1 1 0 0,-1 1-1 0 0,1 0 1 0 0,0-1-1 0 0,-1 1 1 0 0,1 0-1 0 0,-1 0 1 0 0,0 0-1 0 0,1 0 0 0 0,-1-1 1 0 0,0 1-1 0 0,0 0 1 0 0,0 0-1 0 0,-1 0 1 0 0,1 0-1 0 0,0 0 1 0 0,-1-1-1 0 0,1 1 1 0 0,-1 0-1 0 0,1 0 1 0 0,-1-1-1 0 0,0 1 1 0 0,0 0-1 0 0,0-1 0 0 0,0 1 1 0 0,0-1-1 0 0,0 1 1 0 0,0-1-1 0 0,0 1 1 0 0,-1-1-1 0 0,1 0 1 0 0,-1 0-1 0 0,1 1 1 0 0,-1-1-1 0 0,-2 1 1 0 0,-7 5 31 0 0,-1 0 0 0 0,1-1 1 0 0,-1-1-1 0 0,-18 6 1 0 0,21-8-580 0 0,-214 70-2350 0 0,73-34-5109 0 0,121-34 3979 0 0,6-4-4191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3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746 226 7207 0 0,'-17'-3'372'0'0,"-1"1"1"0"0,0 1-1 0 0,1 0 1 0 0,-1 2-1 0 0,1 0 0 0 0,-1 0 1 0 0,1 2-1 0 0,-1 0 1 0 0,1 1-1 0 0,0 1 1 0 0,0 1-1 0 0,1 0 1 0 0,0 1-1 0 0,0 1 1 0 0,0 0-1 0 0,1 1 1 0 0,-26 20-1 0 0,8-2 860 0 0,1 0 0 0 0,2 3 0 0 0,0 0 0 0 0,2 2 1 0 0,2 1-1 0 0,-31 48 0 0 0,31-37-1376 0 0,1 1 0 0 0,2 0 1 0 0,3 2-1 0 0,1 1 0 0 0,3 0 0 0 0,-18 85 1 0 0,27-93-340 0 0,1 0 0 0 0,3 0 0 0 0,1 1 1 0 0,2-1-1 0 0,2 1 0 0 0,1-1 1 0 0,3 0-1 0 0,1 0 0 0 0,12 41 1 0 0,-9-51-130 0 0,1 0 1 0 0,2 0-1 0 0,0-2 0 0 0,2 1 1 0 0,1-2-1 0 0,2 0 1 0 0,21 26-1 0 0,-17-28 653 0 0,1-2 0 0 0,1 0-1 0 0,1-1 1 0 0,1-2 0 0 0,0 0-1 0 0,2-2 1 0 0,0-1 0 0 0,1-1-1 0 0,1-1 1 0 0,0-2-1 0 0,33 9 1 0 0,-27-11-22 0 0,1-2 1 0 0,0-1-1 0 0,1-3 1 0 0,0 0-1 0 0,-1-3 0 0 0,1-1 1 0 0,0-2-1 0 0,0-1 0 0 0,38-8 1 0 0,-25 0-31 0 0,0-2 0 0 0,-1-2 0 0 0,-1-3 0 0 0,0-1 0 0 0,-2-3 0 0 0,54-31 0 0 0,-27 9-7 0 0,-1-3-1 0 0,-2-4 0 0 0,122-111 1 0 0,-167 135 66 0 0,0-1 1 0 0,-2-1-1 0 0,-1-1 0 0 0,-1-2 1 0 0,-2 0-1 0 0,-1-1 0 0 0,-1 0 1 0 0,-2-2-1 0 0,-1 0 1 0 0,-2-1-1 0 0,16-65 0 0 0,-20 46 512 0 0,-2-1-1 0 0,-2 0 0 0 0,-3 0 1 0 0,-2 0-1 0 0,-3 0 0 0 0,-11-67 1 0 0,6 77-744 0 0,-2 1 1 0 0,-2 1-1 0 0,-2 0 1 0 0,-2 0-1 0 0,-1 2 1 0 0,-2 0 0 0 0,-47-72-1 0 0,55 98 69 0 0,-2-1-1 0 0,0 2 1 0 0,0-1-1 0 0,-1 2 0 0 0,-1 0 1 0 0,0 1-1 0 0,-1 0 1 0 0,-1 1-1 0 0,1 1 1 0 0,-2 1-1 0 0,1 0 1 0 0,-1 1-1 0 0,0 1 1 0 0,-1 1-1 0 0,0 0 1 0 0,0 1-1 0 0,0 2 1 0 0,-1 0-1 0 0,-27-1 1 0 0,-6 3 77 0 0,0 3 1 0 0,0 2 0 0 0,1 2 0 0 0,-1 2 0 0 0,-89 28 0 0 0,59-11-313 0 0,1 4 0 0 0,2 4 0 0 0,1 3 0 0 0,-103 65 0 0 0,111-55-1030 0 0,2 3 1 0 0,-84 78 0 0 0,134-109 551 0 0,1 0-1 0 0,1 1 1 0 0,-23 32 0 0 0,10-4-1879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5.4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468 36 5260 0 0,'0'0'-118'0'0,"-1"-21"3112"0"0,-4 7 1422 0 0,-23 90 1677 0 0,-35 144 0 0 0,35-114-4617 0 0,-188 868-7113 0 0,178-676-1201 0 0,27-173 6252 0 0,5-27 1426 0 0,1-29 989 0 0,-1 1 3367 0 0,6-60-4665 0 0,2 1 45 0 0,-4 8 2811 0 0,0-7-2694 0 0,1-9-819 0 0,-6-19-291 0 0,7 16 340 0 0,-1-1 0 0 0,1 1-1 0 0,-1-1 1 0 0,1 1 0 0 0,-1-1 0 0 0,1 1-1 0 0,-1-1 1 0 0,1 0 0 0 0,0 1-1 0 0,-1-1 1 0 0,1 1 0 0 0,0-1 0 0 0,0 0-1 0 0,0 1 1 0 0,-1-1 0 0 0,1 0-1 0 0,0 1 1 0 0,0-1 0 0 0,0 0-1 0 0,0 0 1 0 0,0 1 0 0 0,0-1 0 0 0,0 0-1 0 0,1 0 1 0 0,-28 0-4041 0 0,9 11 10720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5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36 114 7537 0 0,'-18'-11'1048'0'0,"16"11"-910"0"0,1-1-1 0 0,0 0 1 0 0,0 0-1 0 0,0 0 1 0 0,0 1-1 0 0,0-1 1 0 0,0 0-1 0 0,0-1 1 0 0,0 1-1 0 0,0 0 0 0 0,0 0 1 0 0,1 0-1 0 0,-1 0 1 0 0,0-1-1 0 0,1 1 1 0 0,-1 0-1 0 0,1-1 1 0 0,0 1-1 0 0,-1 0 1 0 0,1-1-1 0 0,0 1 1 0 0,0 0-1 0 0,0-1 0 0 0,0 1 1 0 0,0-3-1 0 0,1 1 290 0 0,-1 1-1 0 0,1 0 0 0 0,1-1 1 0 0,-1 1-1 0 0,0 0 0 0 0,0 0 1 0 0,1-1-1 0 0,0 1 0 0 0,-1 1 1 0 0,1-1-1 0 0,0 0 0 0 0,0 0 1 0 0,2-2-1 0 0,3-1 472 0 0,0 1 1 0 0,0 0-1 0 0,0 0 1 0 0,0 0-1 0 0,0 0 0 0 0,1 1 1 0 0,0 1-1 0 0,14-4 1 0 0,-16 5-1094 0 0,0 0 0 0 0,-1 1 0 0 0,1 0 0 0 0,-1 0 1 0 0,1 0-1 0 0,-1 1 0 0 0,1 0 0 0 0,-1 0 1 0 0,1 0-1 0 0,-1 1 0 0 0,0 0 0 0 0,0 0 1 0 0,1 0-1 0 0,-1 0 0 0 0,-1 1 0 0 0,1 0 0 0 0,0 0 1 0 0,-1 0-1 0 0,1 1 0 0 0,-1-1 0 0 0,0 1 1 0 0,0 0-1 0 0,-1 0 0 0 0,1 1 0 0 0,-1-1 0 0 0,0 1 1 0 0,0 0-1 0 0,0 0 0 0 0,-1 0 0 0 0,0 0 1 0 0,0 0-1 0 0,0 0 0 0 0,2 8 0 0 0,0 5-522 0 0,0 1 1 0 0,-1-1-1 0 0,-1 1 0 0 0,-1-1 0 0 0,0 1 0 0 0,-1 0 1 0 0,-2-1-1 0 0,-4 32 0 0 0,3-36 454 0 0,-10 65 3146 0 0,12-74-2802 0 0,1 1 1 0 0,-1 0 0 0 0,1 0-1 0 0,0-1 1 0 0,1 1 0 0 0,0 0-1 0 0,0-1 1 0 0,0 1 0 0 0,0-1-1 0 0,4 9 1 0 0,-4-12-59 0 0,1 0 0 0 0,-1-1 1 0 0,1 1-1 0 0,0-1 0 0 0,-1 1 0 0 0,1-1 0 0 0,0 0 0 0 0,0 0 0 0 0,0 0 1 0 0,0 0-1 0 0,0 0 0 0 0,3 1 0 0 0,2 2 87 0 0,11 3-224 0 0,11-4-195 0 0,-6-4-162 0 0,0-1 0 0 0,-1-1-1 0 0,1-1 1 0 0,0-1 0 0 0,-1-1 0 0 0,26-11 0 0 0,2-4-3585 0 0,70-40 1 0 0,-86 41-254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6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96 134 7379 0 0,'2'-8'622'0'0,"-1"-1"0"0"0,1 1 0 0 0,1 0 0 0 0,-1 0 0 0 0,1 0 0 0 0,1 0 0 0 0,6-11 0 0 0,-7 14 213 0 0,1 1 0 0 0,0-1 0 0 0,0 1 0 0 0,0 0 0 0 0,1 1 0 0 0,-1-1 0 0 0,1 1 0 0 0,0-1 0 0 0,0 2 0 0 0,0-1 0 0 0,0 0 0 0 0,1 1 0 0 0,-1 0 0 0 0,1 0 0 0 0,9-1 0 0 0,13-2-336 0 0,2 8-499 0 0,-27-2 0 0 0,0-1 0 0 0,0 1 0 0 0,0 0 0 0 0,0 0 0 0 0,0 0 0 0 0,0 1 0 0 0,0-1 0 0 0,-1 1 0 0 0,1-1 0 0 0,0 1 0 0 0,-1 0 0 0 0,1 0 0 0 0,-1 0 0 0 0,0 0 0 0 0,0 0 0 0 0,0 1 0 0 0,3 4 0 0 0,-3-3 0 0 0,-1-1 0 0 0,0 1 0 0 0,0 0 0 0 0,0 0 0 0 0,0 0 0 0 0,-1 0 0 0 0,1-1 0 0 0,-1 1 0 0 0,0 0 0 0 0,0 0 0 0 0,-1 0 0 0 0,1 0 0 0 0,-1 0 0 0 0,-1 6 0 0 0,-1 2 0 0 0,-5 17 0 0 0,2 1 0 0 0,1 0 0 0 0,-1 32 0 0 0,6-51 0 0 0,0-1 0 0 0,1 0 0 0 0,0 0 0 0 0,1 0 0 0 0,0 0 0 0 0,0 0 0 0 0,1 0 0 0 0,1 0 0 0 0,0-1 0 0 0,0 0 0 0 0,1 1 0 0 0,11 15 0 0 0,-4-7-348 0 0,1 0-372 0 0,0 0 0 0 0,9 21 1 0 0,-16-28 2416 0 0,-1 6-1315 0 0,-5-11-135 0 0,-1-2-831 0 0,1-1 1 0 0,0 1-1 0 0,-1-1 1 0 0,1 1-1 0 0,-1-1 1 0 0,0 0 0 0 0,0 1-1 0 0,0-1 1 0 0,-1 0-1 0 0,1 0 1 0 0,-3 4-1 0 0,2-3 263 0 0,-1-1-1 0 0,0 1 1 0 0,0-1-1 0 0,0 0 1 0 0,0 0-1 0 0,-1 0 1 0 0,-5 4-1 0 0,1-3 182 0 0,0 0-1 0 0,0 0 0 0 0,0-1 1 0 0,0 1-1 0 0,0-2 0 0 0,-15 4 1 0 0,-15-2-1506 0 0,-1-1-1 0 0,-1-2 1 0 0,-61-6 0 0 0,68 3-444 0 0,11 0-325 0 0,2-3-1042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06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1194 129 6211 0 0,'-12'-8'263'0'0,"-1"0"1"0"0,0 0 0 0 0,0 1-1 0 0,0 0 1 0 0,-1 2 0 0 0,0-1 0 0 0,-22-4-1 0 0,18 6 529 0 0,-1 1 0 0 0,0 1 1 0 0,0 1-1 0 0,0 1 0 0 0,0 0 0 0 0,0 1 0 0 0,0 2 0 0 0,0 0 0 0 0,-19 5 0 0 0,12 0 525 0 0,0 0-1 0 0,1 2 1 0 0,0 1-1 0 0,1 1 1 0 0,-45 29 0 0 0,47-25-799 0 0,1 0 0 0 0,1 1 0 0 0,-22 25 1 0 0,8-3-769 0 0,1 3 0 0 0,2 0 0 0 0,2 2 0 0 0,2 1 0 0 0,2 2 0 0 0,2 0 0 0 0,2 1 0 0 0,2 1 0 0 0,-20 86 0 0 0,30-97-13 0 0,2 0 0 0 0,2 1 0 0 0,1 0-1 0 0,2-1 1 0 0,2 2 0 0 0,1-1 0 0 0,3-1 0 0 0,1 1 0 0 0,1 0 0 0 0,2-1 0 0 0,2-1 0 0 0,2 1 0 0 0,27 60 0 0 0,-26-73-580 0 0,2-1 0 0 0,0 0 0 0 0,1-1 0 0 0,1-1 0 0 0,2 0 0 0 0,25 23-1 0 0,-18-22 394 0 0,1-1 0 0 0,1-2 0 0 0,0-1-1 0 0,56 28 1 0 0,-47-30 468 0 0,0-2 0 0 0,1-1 0 0 0,1-2 0 0 0,0-2 0 0 0,1-1 0 0 0,0-3 0 0 0,0-1 0 0 0,0-1 0 0 0,66-4 0 0 0,-48-6 14 0 0,-1-3 0 0 0,0-2 0 0 0,0-3 0 0 0,-1-2 0 0 0,-1-2 0 0 0,-1-3-1 0 0,-1-2 1 0 0,-1-3 0 0 0,0-1 0 0 0,-3-3 0 0 0,0-3 0 0 0,-2-1 0 0 0,-2-2 0 0 0,-1-2-1 0 0,-2-2 1 0 0,-2-2 0 0 0,-1-1 0 0 0,62-94 0 0 0,-85 108 53 0 0,-1-2 1 0 0,-1 0-1 0 0,-1 0 1 0 0,-2-1-1 0 0,-1-1 1 0 0,-2 0-1 0 0,-1 0 1 0 0,-2-1-1 0 0,-1 0 0 0 0,-2 1 1 0 0,-1-1-1 0 0,-6-63 1 0 0,0 54-11 0 0,-2 1 0 0 0,-2 0 0 0 0,-2 1 0 0 0,-1 0 0 0 0,-2 1 0 0 0,-2 0-1 0 0,-2 1 1 0 0,-1 1 0 0 0,-40-59 0 0 0,45 78-46 0 0,-1 0 0 0 0,-1 1 0 0 0,-1 0 0 0 0,0 1-1 0 0,-1 1 1 0 0,-1 1 0 0 0,-1 1 0 0 0,0 1-1 0 0,0 0 1 0 0,-43-18 0 0 0,33 19-12 0 0,-1 2 0 0 0,-1 1 0 0 0,0 2 0 0 0,0 1 0 0 0,0 1 0 0 0,-1 2 0 0 0,-41 1 0 0 0,3 6-139 0 0,1 3 1 0 0,0 4 0 0 0,0 2-1 0 0,2 3 1 0 0,0 4-1 0 0,-115 48 1 0 0,107-34-524 0 0,1 4 0 0 0,-115 77 0 0 0,-94 68-961 0 0,231-149 669 0 0,-50 44 1 0 0,75-52-991 0 0,-38 47 0 0 0,64-72 1860 0 0,-46 57-3797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3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23 147 9385 0 0,'-2'-20'2099'0'0,"0"0"0"0"0,-8-28 0 0 0,1-10 9335 0 0,31 509-8449 0 0,1 27-319 0 0,-22-468-2651 0 0,0-7-24 0 0,-1 0 0 0 0,0 1 0 0 0,0-1 0 0 0,-1 1 0 0 0,1-1 0 0 0,-1 1 0 0 0,1-1 0 0 0,-1 0 0 0 0,0 0 0 0 0,0 1 0 0 0,-2 2 0 0 0,3-4-725 0 0,-1-33-7818 0 0,3 5 4500 0 0,0 1-1 0 0,8-34 1 0 0,2 7-5323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3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15313 0 0,'0'-3'-50'0'0,"0"1"0"0"0,0-1 0 0 0,0 0 0 0 0,1 0 0 0 0,-1 0 0 0 0,1 0 0 0 0,-1 0 0 0 0,1 1 0 0 0,0-1 0 0 0,0 0 0 0 0,1 1 0 0 0,-1-1 0 0 0,0 0 0 0 0,1 1-1 0 0,-1 0 1 0 0,1-1 0 0 0,0 1 0 0 0,0 0 0 0 0,0 0 0 0 0,0 0 0 0 0,0 0 0 0 0,4-2 0 0 0,-1 1 118 0 0,0 1 1 0 0,0 0-1 0 0,1 0 1 0 0,-1 0-1 0 0,0 1 1 0 0,1 0-1 0 0,-1 0 1 0 0,1 0-1 0 0,0 0 1 0 0,10 1-1 0 0,4 2 209 0 0,-1 0 0 0 0,0 1 0 0 0,0 1 0 0 0,-1 1 0 0 0,36 13 1 0 0,-32-8 21 0 0,0 0 1 0 0,-1 1-1 0 0,32 24 1 0 0,-47-31-107 0 0,0 0 0 0 0,-1 1 0 0 0,0 0 0 0 0,0 0 1 0 0,0 0-1 0 0,0 1 0 0 0,-1-1 0 0 0,0 1 0 0 0,0 0 1 0 0,0 0-1 0 0,-1 1 0 0 0,0-1 0 0 0,0 1 0 0 0,-1-1 1 0 0,1 1-1 0 0,1 11 0 0 0,-4-13 2 0 0,-1 0-1 0 0,0 0 1 0 0,0 0-1 0 0,0 0 1 0 0,0 0 0 0 0,-1 0-1 0 0,1-1 1 0 0,-1 1-1 0 0,-1 0 1 0 0,1-1 0 0 0,0 0-1 0 0,-1 1 1 0 0,0-1-1 0 0,0 0 1 0 0,-1-1 0 0 0,1 1-1 0 0,-1 0 1 0 0,1-1-1 0 0,-1 0 1 0 0,0 0 0 0 0,0 0-1 0 0,-9 4 1 0 0,-4 4 135 0 0,-1-2 0 0 0,0 0 1 0 0,-1-1-1 0 0,-26 8 0 0 0,-12-4-2132 0 0,36-10-1553 0 0,0-1-3331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4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201 380 11857 0 0,'-38'39'14400'0'0,"48"-40"-14337"0"0,45-10 1356 0 0,-51 11-1279 0 0,-1-2 0 0 0,1 1-1 0 0,0 0 1 0 0,-1-1 0 0 0,0 1-1 0 0,1-1 1 0 0,-1 0 0 0 0,0 0-1 0 0,0-1 1 0 0,0 1 0 0 0,0-1-1 0 0,0 1 1 0 0,3-5 0 0 0,-6 5-103 0 0,1-1 1 0 0,0 1-1 0 0,0 0 1 0 0,-1-1-1 0 0,0 1 1 0 0,1-1 0 0 0,-1 1-1 0 0,0-1 1 0 0,0 1-1 0 0,0-1 1 0 0,0 1-1 0 0,-1-1 1 0 0,1 1-1 0 0,-1 0 1 0 0,0-3 0 0 0,-13-37 198 0 0,12 39-198 0 0,-9-25 80 0 0,-2 2-1 0 0,0 0 1 0 0,-30-42-1 0 0,36 57-98 0 0,-1 1 0 0 0,-1 0-1 0 0,0 0 1 0 0,0 0 0 0 0,-1 1-1 0 0,0 1 1 0 0,-1 0 0 0 0,0 0-1 0 0,0 1 1 0 0,-18-9 0 0 0,-3 7-28 0 0,27 9 6 0 0,0-1-11 0 0,-7 1-18 0 0,8 0 34 0 0,11 0 26 0 0,112-11 2 0 0,52-4-2 0 0,-163 16-20 0 0,-1-1 1 0 0,0 1 0 0 0,1 0-1 0 0,-1 1 1 0 0,0-1 0 0 0,0 1-1 0 0,0 1 1 0 0,0-1 0 0 0,0 1-1 0 0,0 1 1 0 0,-1-1 0 0 0,0 1-1 0 0,0 0 1 0 0,0 1 0 0 0,0-1-1 0 0,0 1 1 0 0,-1 0 0 0 0,0 0-1 0 0,0 1 1 0 0,0 0 0 0 0,-1 0 0 0 0,0 0-1 0 0,0 0 1 0 0,4 11 0 0 0,6 14 32 0 0,-2 1 1 0 0,-1 0-1 0 0,-1 1 1 0 0,6 38 0 0 0,-1-4-3 0 0,-3-13-19 0 0,-9-37-332 0 0,0-1 0 0 0,1 1 0 0 0,1-1 0 0 0,1 0-1 0 0,7 15 1 0 0,-12-30 93 0 0,0-1 0 0 0,-1 1 0 0 0,1 0 0 0 0,0-1 0 0 0,0 1 0 0 0,-1-1 0 0 0,1 1 0 0 0,0-1 0 0 0,0 1-1 0 0,0-1 1 0 0,0 0 0 0 0,0 1 0 0 0,0-1 0 0 0,0 0 0 0 0,0 0 0 0 0,0 0 0 0 0,0 0 0 0 0,0 1 0 0 0,0-1-1 0 0,-1-1 1 0 0,1 1 0 0 0,0 0 0 0 0,0 0 0 0 0,0 0 0 0 0,0 0 0 0 0,0-1 0 0 0,0 1 0 0 0,0 0 0 0 0,0-1-1 0 0,0 1 1 0 0,0-1 0 0 0,-1 1 0 0 0,1-1 0 0 0,0 1 0 0 0,1-2 0 0 0,30-21-5871 0 0,-13 8 407 0 0,5-5-2688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4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122 104 15033 0 0,'0'0'2530'0'0,"4"-1"-1645"0"0,16-1 12 0 0,-16 2 18 0 0,4 1-40 0 0,17 1 848 0 0,0 0 0 0 0,46-5 0 0 0,-57 1-1242 0 0,0-1 0 0 0,-1-1 0 0 0,0 0 0 0 0,0-1 0 0 0,14-7-1 0 0,-26 12-458 0 0,0-1 0 0 0,0 1 0 0 0,0-1 0 0 0,-1 0 0 0 0,1 1 0 0 0,0-1 0 0 0,0 0 0 0 0,0 0 0 0 0,0 1 0 0 0,-1-1 0 0 0,1 0 0 0 0,0 0 0 0 0,-1 0 0 0 0,1 0 0 0 0,-1 0 0 0 0,1 0 0 0 0,-1 0 0 0 0,1 0 0 0 0,-1 0 0 0 0,0 0 0 0 0,0 0 0 0 0,1 0 0 0 0,-1-1 0 0 0,0 1 0 0 0,0 0 0 0 0,0 0 0 0 0,0 0 0 0 0,0 0 0 0 0,0 0 0 0 0,-1 0 0 0 0,1 0 0 0 0,0-1-1 0 0,0 1 1 0 0,-1 0 0 0 0,1 0 0 0 0,-1 0 0 0 0,1 0 0 0 0,-1 0 0 0 0,1 0 0 0 0,-1 1 0 0 0,0-1 0 0 0,1 0 0 0 0,-1 0 0 0 0,0 0 0 0 0,0 0 0 0 0,0 1 0 0 0,0-1 0 0 0,1 0 0 0 0,-3 0 0 0 0,0-2 6 0 0,-1 0 0 0 0,0 0 1 0 0,0 0-1 0 0,0 1 0 0 0,0 0 0 0 0,0 0 0 0 0,0 0 1 0 0,-1 0-1 0 0,1 1 0 0 0,-7-2 0 0 0,-3 3-2 0 0,0 0-1 0 0,0 1 1 0 0,0 1 0 0 0,0 1-1 0 0,1 0 1 0 0,-1 0-1 0 0,1 2 1 0 0,0-1-1 0 0,0 2 1 0 0,0 0 0 0 0,1 0-1 0 0,0 1 1 0 0,-14 11-1 0 0,15-11-16 0 0,1 0 1 0 0,1 1-1 0 0,0 1 0 0 0,0-1 0 0 0,0 2 0 0 0,1-1 0 0 0,0 1 0 0 0,1 0 0 0 0,0 1 0 0 0,1-1 0 0 0,0 1 0 0 0,1 1 0 0 0,0-1 0 0 0,-6 24 0 0 0,10-30 6 0 0,0 0 0 0 0,0 1 0 0 0,1-1 0 0 0,0 0 0 0 0,0 1 0 0 0,0-1 0 0 0,1 0 0 0 0,-1 1 0 0 0,2-1 0 0 0,-1 0 0 0 0,0 0 0 0 0,1 0 0 0 0,0 0 0 0 0,0 0 1 0 0,0 0-1 0 0,4 5 0 0 0,-1-3 16 0 0,1 0 1 0 0,-1-1-1 0 0,1 1 1 0 0,1-1-1 0 0,-1-1 1 0 0,1 1-1 0 0,0-1 1 0 0,0 0-1 0 0,10 4 1 0 0,8 3-20 0 0,1-1 1 0 0,0-1 0 0 0,1-2 0 0 0,0-1-1 0 0,30 5 1 0 0,-42-10-1228 0 0,0 1 1 0 0,0-2 0 0 0,0 0-1 0 0,22-2 1 0 0,-6-4-4795 0 0,1-4-3661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4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48 14553 0 0,'-5'0'105'0'0,"0"1"-1"0"0,1 0 0 0 0,-1 0 0 0 0,1 1 0 0 0,0-1 0 0 0,-1 1 1 0 0,1 0-1 0 0,0 0 0 0 0,0 1 0 0 0,0-1 0 0 0,0 1 1 0 0,0 0-1 0 0,1 0 0 0 0,-1 0 0 0 0,1 0 0 0 0,0 1 1 0 0,0-1-1 0 0,0 1 0 0 0,0 0 0 0 0,1 0 0 0 0,-3 5 1 0 0,-4 6 449 0 0,1 1 1 0 0,1 0 0 0 0,1 0-1 0 0,-7 25 1 0 0,8-23-161 0 0,1-1 0 0 0,1 1 0 0 0,1 0 0 0 0,0 0 0 0 0,2 0 0 0 0,0 0 0 0 0,1 0 0 0 0,0 0 0 0 0,2 0 0 0 0,4 19 0 0 0,-4-29-204 0 0,-1 0-1 0 0,1 0 1 0 0,0 0 0 0 0,1 0 0 0 0,0-1 0 0 0,0 0-1 0 0,1 1 1 0 0,0-1 0 0 0,0-1 0 0 0,0 1 0 0 0,1-1-1 0 0,0 0 1 0 0,1 0 0 0 0,-1-1 0 0 0,1 0 0 0 0,0 0-1 0 0,0 0 1 0 0,0-1 0 0 0,1 0 0 0 0,0-1 0 0 0,0 1-1 0 0,0-2 1 0 0,12 4 0 0 0,-6-3-15 0 0,1 0 0 0 0,-1-2 1 0 0,1 1-1 0 0,0-2 0 0 0,-1 0 1 0 0,1-1-1 0 0,-1 0 0 0 0,1-1 0 0 0,-1-1 1 0 0,1 0-1 0 0,-1-1 0 0 0,25-10 0 0 0,-30 10-84 0 0,-1 0-1 0 0,0-1 0 0 0,0 0 0 0 0,0 0 0 0 0,-1-1 0 0 0,1 0 0 0 0,-2 0 0 0 0,1 0 0 0 0,0-1 0 0 0,-1 0 0 0 0,-1 0 0 0 0,1-1 0 0 0,-1 0 0 0 0,0 0 0 0 0,-1 0 0 0 0,0 0 0 0 0,0-1 0 0 0,-1 0 0 0 0,0 0 0 0 0,0 0 0 0 0,1-9 0 0 0,-1-3-90 0 0,-1 0 0 0 0,0 0 0 0 0,-2 0 0 0 0,-1-1 0 0 0,0 1 0 0 0,-1 0 0 0 0,-2 0 0 0 0,0 1 0 0 0,-1-1 0 0 0,-1 1 0 0 0,-1 0 0 0 0,0 0 0 0 0,-2 1 0 0 0,-12-21 0 0 0,17 35-199 0 0,1 0 0 0 0,-1 1 1 0 0,-1-1-1 0 0,1 1 0 0 0,-1 0 0 0 0,1 0 1 0 0,-1 0-1 0 0,0 1 0 0 0,-1 0 0 0 0,1 0 1 0 0,-1 0-1 0 0,1 1 0 0 0,-1-1 0 0 0,0 1 1 0 0,0 1-1 0 0,0-1 0 0 0,0 1 0 0 0,0 0 1 0 0,0 0-1 0 0,0 1 0 0 0,0 0 0 0 0,0 0 1 0 0,0 0-1 0 0,-1 1 0 0 0,-8 2 0 0 0,1-1-411 0 0,1 2 0 0 0,-1 0 0 0 0,1 1-1 0 0,0 0 1 0 0,0 0 0 0 0,1 2 0 0 0,0 0-1 0 0,0 0 1 0 0,0 1 0 0 0,-14 12 0 0 0,13-3-3310 0 0,9 1-3599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5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72 515 14525 0 0,'-13'10'11146'0'0,"17"-11"-11154"0"0,4-1 278 0 0,1-1 0 0 0,0 1 0 0 0,-1-1 0 0 0,0-1 0 0 0,13-6 0 0 0,-19 8-154 0 0,1 0 0 0 0,0 0-1 0 0,-1 0 1 0 0,0 0 0 0 0,1 0-1 0 0,-1-1 1 0 0,0 1-1 0 0,0-1 1 0 0,0 1 0 0 0,0-1-1 0 0,-1 0 1 0 0,1 0 0 0 0,-1 0-1 0 0,0 0 1 0 0,0 0-1 0 0,0 0 1 0 0,0 0 0 0 0,0 0-1 0 0,0 0 1 0 0,-1 0 0 0 0,0-1-1 0 0,0-3 1 0 0,0-12 32 0 0,-1 0 1 0 0,-1 0 0 0 0,0 1-1 0 0,-2-1 1 0 0,0 1 0 0 0,-1 0-1 0 0,-1 0 1 0 0,-1 0 0 0 0,0 1-1 0 0,-1 0 1 0 0,-1 0-1 0 0,-1 1 1 0 0,0 0 0 0 0,-1 0-1 0 0,-1 2 1 0 0,0-1 0 0 0,-1 1-1 0 0,-15-11 1 0 0,20 15-149 0 0,8 9 0 0 0,0 1 0 0 0,0 0 0 0 0,0-1 0 0 0,-1 1 0 0 0,1-1 0 0 0,0 1 0 0 0,0-1 0 0 0,0 1 0 0 0,0-1 0 0 0,0 1 0 0 0,0-1 0 0 0,0 1 0 0 0,0-1 0 0 0,0 1 0 0 0,0-1 0 0 0,0 1 0 0 0,0-1 0 0 0,0 1 0 0 0,0 0 0 0 0,0-1 0 0 0,1 1 0 0 0,-1-1 0 0 0,0 1 0 0 0,0-1 0 0 0,0 1 0 0 0,1 0 0 0 0,-1-1 0 0 0,0 1 0 0 0,1-1 0 0 0,-1 1 0 0 0,0 0 0 0 0,1-1 0 0 0,14-6 0 0 0,-1 2 0 0 0,1-1 0 0 0,0 2 0 0 0,1 0 0 0 0,26-4 0 0 0,-19 4 0 0 0,172-31 0 0 0,-189 34 0 0 0,-1 0 0 0 0,0 1 0 0 0,0 0 0 0 0,1 0 0 0 0,-1 0 0 0 0,0 0 0 0 0,0 1 0 0 0,0 0 0 0 0,1 0 0 0 0,-1 0 0 0 0,0 1 0 0 0,0-1 0 0 0,0 1 0 0 0,-1 1 0 0 0,1-1 0 0 0,0 1 0 0 0,-1-1 0 0 0,0 1 0 0 0,1 0 0 0 0,-1 1 0 0 0,0-1 0 0 0,-1 1 0 0 0,1 0 0 0 0,-1 0 0 0 0,1 0 0 0 0,3 8 0 0 0,0 2 0 0 0,0 0 0 0 0,-2 0 0 0 0,0 1 0 0 0,0-1 0 0 0,-1 1 0 0 0,2 22 0 0 0,14 113 0 0 0,-10-70 0 0 0,20 81 0 0 0,-29-155-654 0 0,1-1 0 0 0,0 0 0 0 0,0 0 0 0 0,0 0 0 0 0,0 0 1 0 0,1 0-1 0 0,3 5 0 0 0,-5-9 453 0 0,0 0 0 0 0,0 0 0 0 0,0 0 1 0 0,1 1-1 0 0,-1-1 0 0 0,0 0 0 0 0,0 0 0 0 0,1-1 1 0 0,-1 1-1 0 0,0 0 0 0 0,1 0 0 0 0,-1-1 1 0 0,1 1-1 0 0,-1-1 0 0 0,1 1 0 0 0,-1-1 0 0 0,1 1 1 0 0,-1-1-1 0 0,1 0 0 0 0,-1 0 0 0 0,1 0 1 0 0,-1 0-1 0 0,1 0 0 0 0,0 0 0 0 0,-1 0 0 0 0,1-1 1 0 0,-1 1-1 0 0,1 0 0 0 0,-1-1 0 0 0,1 0 1 0 0,-1 1-1 0 0,1-1 0 0 0,1-1 0 0 0,60-33-9505 0 0,-36 13 559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6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647 81 15629 0 0,'-16'-81'4580'0'0,"15"89"-3712"0"0,-25 236 3393 0 0,16-116-2837 0 0,-29 352 3090 0 0,27-371-4039 0 0,-30 197 541 0 0,37-280-1016 0 0,-3 13 0 0 0,7-37 0 0 0,4-23 0 0 0,-1 5 0 0 0,-1 0 0 0 0,0 0 0 0 0,-1 0 0 0 0,-1 0 0 0 0,-1 0 0 0 0,0 0 0 0 0,-1 0 0 0 0,-1 0 0 0 0,0 1 0 0 0,-1 0 0 0 0,-1 0 0 0 0,-14-27 0 0 0,17 35 0 0 0,-2 0 0 0 0,1 0 0 0 0,-1 0 0 0 0,0 1 0 0 0,0 0 0 0 0,-1 0 0 0 0,0 0 0 0 0,0 1 0 0 0,0 0 0 0 0,-1 0 0 0 0,0 0 0 0 0,0 1 0 0 0,0 0 0 0 0,0 1 0 0 0,-1-1 0 0 0,1 1 0 0 0,-1 1 0 0 0,0-1 0 0 0,0 1 0 0 0,0 1 0 0 0,0-1 0 0 0,0 2 0 0 0,0-1 0 0 0,0 1 0 0 0,0 0 0 0 0,-12 2 0 0 0,6 0 0 0 0,1 1 0 0 0,0 1 0 0 0,-1 0 0 0 0,1 1 0 0 0,1 0 0 0 0,-1 1 0 0 0,1 1 0 0 0,0 0 0 0 0,0 0 0 0 0,1 1 0 0 0,-17 16 0 0 0,20-17 0 0 0,0 1 0 0 0,1 0 0 0 0,0 0 0 0 0,0 1 0 0 0,1 0 0 0 0,0 0 0 0 0,0 0 0 0 0,1 1 0 0 0,0 0 0 0 0,1 0 0 0 0,0 0 0 0 0,1 0 0 0 0,0 1 0 0 0,1 0 0 0 0,-2 12 0 0 0,3-17-6 0 0,1 1 0 0 0,0 0 0 0 0,0-1-1 0 0,1 1 1 0 0,-1-1 0 0 0,2 1 0 0 0,-1-1 0 0 0,1 1 0 0 0,-1-1-1 0 0,2 0 1 0 0,-1 0 0 0 0,1 0 0 0 0,0 0 0 0 0,0 0 0 0 0,1-1 0 0 0,5 8-1 0 0,-4-7-21 0 0,1-1-1 0 0,0 1 0 0 0,1-1 1 0 0,-1-1-1 0 0,1 1 0 0 0,0-1 0 0 0,0 0 1 0 0,1 0-1 0 0,-1-1 0 0 0,1 0 1 0 0,13 3-1 0 0,-3-2-116 0 0,1-1 0 0 0,-1-1 0 0 0,1 0 0 0 0,-1-2 0 0 0,1 0 0 0 0,-1-1 0 0 0,1-1 0 0 0,-1 0 0 0 0,0-2 0 0 0,32-9 0 0 0,-13-3-3388 0 0,0-2 0 0 0,-1-1 0 0 0,36-26 0 0 0,-38 23-1662 0 0,8-4-4345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6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94 16470 0 0,'-2'0'51'0'0,"1"1"0"0"0,-1-1 1 0 0,0 1-1 0 0,0-1 1 0 0,1 1-1 0 0,-1 0 1 0 0,1-1-1 0 0,-1 1 1 0 0,0 0-1 0 0,1 0 1 0 0,0 0-1 0 0,-1 1 1 0 0,1-1-1 0 0,0 0 1 0 0,-1 0-1 0 0,1 1 1 0 0,0-1-1 0 0,0 1 1 0 0,0-1-1 0 0,0 1 1 0 0,0 1-1 0 0,0-1 697 0 0,10 20 1865 0 0,-5-19-2331 0 0,-1 0 0 0 0,1-1 0 0 0,0 1 1 0 0,0-1-1 0 0,0 0 0 0 0,1-1 0 0 0,-1 1 0 0 0,0-1 0 0 0,1 1 0 0 0,-1-1 0 0 0,1-1 0 0 0,-1 1 0 0 0,9 0 0 0 0,63-7 1453 0 0,-74 6-1681 0 0,11-2 280 0 0,0 0-1 0 0,-1-2 1 0 0,1 1-1 0 0,0-2 1 0 0,-1 1-1 0 0,17-10 1 0 0,-25 12-220 0 0,-1 0 1 0 0,1 0 0 0 0,0-1 0 0 0,0 1 0 0 0,-1-1 0 0 0,1 0-1 0 0,-1 0 1 0 0,0 0 0 0 0,0 0 0 0 0,0 0 0 0 0,0-1 0 0 0,-1 1-1 0 0,0-1 1 0 0,1 0 0 0 0,-1 0 0 0 0,0 0 0 0 0,-1 0 0 0 0,1 0 0 0 0,-1 0-1 0 0,0-1 1 0 0,0 1 0 0 0,1-7 0 0 0,-2 9-98 0 0,-1 0 1 0 0,1 0-1 0 0,-1 0 1 0 0,1 0-1 0 0,-1 0 1 0 0,1 1-1 0 0,-1-1 1 0 0,0 0-1 0 0,0 0 1 0 0,0 0-1 0 0,0 1 0 0 0,0-1 1 0 0,-1 1-1 0 0,1-1 1 0 0,0 1-1 0 0,-1-1 1 0 0,1 1-1 0 0,-1 0 1 0 0,0 0-1 0 0,1-1 1 0 0,-1 1-1 0 0,0 0 0 0 0,1 1 1 0 0,-1-1-1 0 0,0 0 1 0 0,0 0-1 0 0,0 1 1 0 0,0-1-1 0 0,0 1 1 0 0,0 0-1 0 0,0-1 1 0 0,0 1-1 0 0,0 0 1 0 0,0 0-1 0 0,-2 1 0 0 0,-7-2 60 0 0,-1 1 0 0 0,1 1 0 0 0,0 0 0 0 0,0 1 0 0 0,-13 3 0 0 0,5 0-77 0 0,1 1 0 0 0,0 2 0 0 0,0-1 0 0 0,0 2 0 0 0,1 1 0 0 0,0 0 0 0 0,1 1 0 0 0,0 0 0 0 0,-27 27 0 0 0,34-29 0 0 0,0 1 0 0 0,0 0 0 0 0,1 0 0 0 0,1 1 0 0 0,-1 0 0 0 0,2 0 0 0 0,0 0 0 0 0,0 1 0 0 0,1 0 0 0 0,0 0 0 0 0,1 1 0 0 0,1-1 0 0 0,0 1 0 0 0,0 0 0 0 0,1-1 0 0 0,0 14 0 0 0,2-20-52 0 0,1 0 0 0 0,-1 0 0 0 0,1-1 0 0 0,0 1 0 0 0,0 0 0 0 0,0-1 0 0 0,1 1 0 0 0,0-1 0 0 0,0 0 0 0 0,1 1 0 0 0,-1-1 0 0 0,1 0 0 0 0,0 0 0 0 0,0-1 0 0 0,8 9 0 0 0,-5-7-147 0 0,0-1-1 0 0,1 1 0 0 0,0-1 0 0 0,0 0 1 0 0,1-1-1 0 0,-1 0 0 0 0,1 0 0 0 0,0 0 1 0 0,13 3-1 0 0,-1-2-301 0 0,-1 0 1 0 0,1-2 0 0 0,-1 0-1 0 0,1-2 1 0 0,0 0-1 0 0,0-1 1 0 0,0-1-1 0 0,27-5 1 0 0,-30 3-1334 0 0,58-9-10035 0 0,-46 8 1994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6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47 513 17554 0 0,'-4'-1'176'0'0,"3"1"79"0"0,0-1 0 0 0,0 1-1 0 0,0 0 1 0 0,0 0 0 0 0,1-1-1 0 0,-1 1 1 0 0,0-1 0 0 0,0 1-1 0 0,1-1 1 0 0,-1 1 0 0 0,0-1-1 0 0,1 1 1 0 0,-1-1 0 0 0,0 0-1 0 0,1 1 1 0 0,-1-1 0 0 0,1 0-1 0 0,-1 0 1 0 0,1 1 0 0 0,-1-1 0 0 0,1-1-1 0 0,5-11 3654 0 0,10 3-4484 0 0,4 2 912 0 0,-10 5 228 0 0,1-2-1 0 0,0 1 0 0 0,-1-2 0 0 0,0 1 0 0 0,11-9 0 0 0,-17 11-422 0 0,0 0-1 0 0,0-1 0 0 0,0 1 1 0 0,0-1-1 0 0,-1 0 1 0 0,1 1-1 0 0,-1-1 0 0 0,0 0 1 0 0,0 0-1 0 0,-1-1 1 0 0,1 1-1 0 0,-1 0 0 0 0,0 0 1 0 0,0-1-1 0 0,0 1 1 0 0,0-9-1 0 0,1-7-140 0 0,-1 0 0 0 0,-1-1 0 0 0,0 1 0 0 0,-2 0 0 0 0,0 0 0 0 0,-1 0 0 0 0,-1 0 0 0 0,-1 0 0 0 0,-1 1 0 0 0,-13-29 0 0 0,18 45 0 0 0,-1 1 0 0 0,1-1 0 0 0,-1 1 0 0 0,1-1 0 0 0,-1 1 0 0 0,0 0 0 0 0,0 0 0 0 0,0 0 0 0 0,-1 0 0 0 0,1 0 0 0 0,0 0 0 0 0,-1 1 0 0 0,1-1 0 0 0,-4-1 0 0 0,-4 0 0 0 0,1 1 0 0 0,-1-1 0 0 0,1 2 0 0 0,-1 0 0 0 0,-12-1 0 0 0,-2 0 0 0 0,24 2 0 0 0,0 0 0 0 0,0-1 0 0 0,0 1 0 0 0,1 0 0 0 0,-1 0 0 0 0,0 0 0 0 0,0 0 0 0 0,0-1 0 0 0,0 1 0 0 0,1 0 0 0 0,-1 0 0 0 0,0 0 0 0 0,0-1 0 0 0,0 1 0 0 0,0 0 0 0 0,0 0 0 0 0,0-1 0 0 0,0 1 0 0 0,0 0 0 0 0,0 0 0 0 0,0 0 0 0 0,0-1 0 0 0,0 1 0 0 0,0 0 0 0 0,0 0 0 0 0,0-1 0 0 0,0 1 0 0 0,0 0 0 0 0,0 0 0 0 0,0-1 0 0 0,0 1 0 0 0,0 0 0 0 0,0 0 0 0 0,0 0 0 0 0,-1-1 0 0 0,1 1 0 0 0,0 0 0 0 0,0 0 0 0 0,0 0 0 0 0,0-1 0 0 0,0 1 0 0 0,-1 0 0 0 0,1 0 0 0 0,0 0 0 0 0,0 0 0 0 0,0 0 0 0 0,-1-1 0 0 0,1 1 0 0 0,0 0 0 0 0,0 0 0 0 0,-1 0 0 0 0,1 0 0 0 0,20-9 0 0 0,20-2 0 0 0,0 1 0 0 0,0 2 0 0 0,76-4 0 0 0,-110 11 0 0 0,1 1 0 0 0,-1 0 0 0 0,1 1 0 0 0,-1-1 0 0 0,1 1 0 0 0,-1 0 0 0 0,0 1 0 0 0,1 0 0 0 0,-1 0 0 0 0,0 0 0 0 0,0 0 0 0 0,0 1 0 0 0,0 0 0 0 0,-1 1 0 0 0,1-1 0 0 0,-1 1 0 0 0,0 0 0 0 0,0 0 0 0 0,0 1 0 0 0,-1-1 0 0 0,6 7 0 0 0,-4-1 0 0 0,0 0 0 0 0,0 0 0 0 0,-1 1 0 0 0,0 0 0 0 0,-1 0 0 0 0,0 0 0 0 0,-1 0 0 0 0,-1 0 0 0 0,1 1 0 0 0,0 22 0 0 0,1 21 0 0 0,-3 1 0 0 0,-12 105 0 0 0,10-111 28 0 0,2-38-58 0 0,-1 0 0 0 0,0 0 0 0 0,-1 0 0 0 0,-4 21 0 0 0,4-31-912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7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365 249 17386 0 0,'-53'-8'-801'0'0,"-232"-27"3100"0"0,259 33-1066 0 0,29 3-101 0 0,46 4-430 0 0,443-8 630 0 0,-290-3-1071 0 0,1668-28 500 0 0,-304 0-538 0 0,1-43 231 0 0,-1506 72-268 0 0,166-13 1252 0 0,-81-2 2604 0 0,-111 9-1988 0 0,-32 10-2494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19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95 244 15037 0 0,'-6'-11'10382'0'0,"2"38"-8470"0"0,-6 44-2062 0 0,-45 618 4990 0 0,40-475-4094 0 0,11-146-746 0 0,12-213 0 0 0,6 1 0 0 0,42-182 0 0 0,-22 159 0 0 0,66-194 0 0 0,-98 355 0 0 0,4-11 0 0 0,0 0 0 0 0,1 0 0 0 0,1 0 0 0 0,1 1 0 0 0,12-17 0 0 0,-20 30 0 0 0,2 1 0 0 0,-1-1 0 0 0,0 0 0 0 0,0 1 0 0 0,1-1 0 0 0,0 1 0 0 0,-1 0 0 0 0,1 0 0 0 0,0 0 0 0 0,0 0 0 0 0,0 1 0 0 0,0-1 0 0 0,0 1 0 0 0,1 0 0 0 0,-1 0 0 0 0,0 0 0 0 0,1 0 0 0 0,-1 0 0 0 0,0 1 0 0 0,1-1 0 0 0,-1 1 0 0 0,1 0 0 0 0,-1 0 0 0 0,1 0 0 0 0,-1 1 0 0 0,0-1 0 0 0,1 1 0 0 0,-1 0 0 0 0,1 0 0 0 0,-1 0 0 0 0,0 0 0 0 0,0 1 0 0 0,6 3 0 0 0,1 1 0 0 0,0 1 0 0 0,0 0 0 0 0,-1 0 0 0 0,0 1 0 0 0,-1 1 0 0 0,1-1 0 0 0,-2 1 0 0 0,1 1 0 0 0,-1-1 0 0 0,-1 1 0 0 0,0 1 0 0 0,0-1 0 0 0,-1 1 0 0 0,0 0 0 0 0,-1 0 0 0 0,0 0 0 0 0,3 17 0 0 0,-3-10 0 0 0,-1-1 0 0 0,-1 1 0 0 0,0-1 0 0 0,-1 1 0 0 0,-1 0 0 0 0,-1-1 0 0 0,-1 1 0 0 0,0-1 0 0 0,-1 1 0 0 0,-1-1 0 0 0,-7 19 0 0 0,-1-2 0 0 0,-2 0 0 0 0,-2-1 0 0 0,0-1 0 0 0,-3 0 0 0 0,0-1 0 0 0,-2-2 0 0 0,-2 0 0 0 0,-47 48 0 0 0,69-73 0 0 0,-3 0 0 0 0,-26 5 0 0 0,14-5 0 0 0,3 2 0 0 0,13-6 0 0 0,-1 1 0 0 0,0-1 0 0 0,0 0 0 0 0,1 1 0 0 0,-1-1 0 0 0,0 1 0 0 0,1-1 0 0 0,-1 1 0 0 0,1 0 0 0 0,-1-1 0 0 0,1 1 0 0 0,-1-1 0 0 0,1 1 0 0 0,-1 0 0 0 0,1 0 0 0 0,-1-1 0 0 0,1 1 0 0 0,0 0 0 0 0,-1 0 0 0 0,1-1 0 0 0,0 1 0 0 0,0 0 0 0 0,0 0 0 0 0,0 0 0 0 0,0 0 0 0 0,0-1 0 0 0,0 1 0 0 0,0 0 0 0 0,0 0 0 0 0,0 0 0 0 0,0 0 0 0 0,0-1 0 0 0,0 1 0 0 0,1 0 0 0 0,-1 0 0 0 0,0 0 0 0 0,1 0 0 0 0,-1 0 0 0 0,4 11 0 0 0,-1 0 0 0 0,2 0 0 0 0,0 0 0 0 0,9 16 0 0 0,3 8 0 0 0,27 57 0 0 0,87 138 0 0 0,-111-199 0 0 0,-5-5 0 0 0,2-2 0 0 0,0 0 0 0 0,24 24 0 0 0,-41-49-140 0 0,0 1 1 0 0,1-1-1 0 0,-1 1 1 0 0,1-1-1 0 0,-1 0 1 0 0,1 1-1 0 0,0-1 1 0 0,-1 0-1 0 0,1 0 1 0 0,-1 1-1 0 0,1-1 0 0 0,0 0 1 0 0,-1 0-1 0 0,1 0 1 0 0,-1 0-1 0 0,1 0 1 0 0,0 0-1 0 0,-1 0 1 0 0,1 0-1 0 0,0 0 1 0 0,-1 0-1 0 0,1 0 0 0 0,-1 0 1 0 0,1 0-1 0 0,0 0 1 0 0,-1-1-1 0 0,1 1 1 0 0,-1 0-1 0 0,1 0 1 0 0,-1-1-1 0 0,1 1 1 0 0,-1-1-1 0 0,1 1 0 0 0,-1 0 1 0 0,1-1-1 0 0,-1 1 1 0 0,1-1-1 0 0,-1 1 1 0 0,1-1-1 0 0,-1 1 1 0 0,0-1-1 0 0,1 1 1 0 0,-1-1-1 0 0,0 1 0 0 0,0-1 1 0 0,1 0-1 0 0,-1 1 1 0 0,0-1-1 0 0,0 1 1 0 0,0-1-1 0 0,0 0 1 0 0,0 1-1 0 0,0-1 1 0 0,0 0-1 0 0,0 1 1 0 0,0-1-1 0 0,-13-7-1897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0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162 133 18650 0 0,'-12'-48'-952'0'0,"0"5"2947"0"0,7 2 4394 0 0,4 49-6087 0 0,1 0 0 0 0,-2 0-1 0 0,1 0 1 0 0,-1-1 0 0 0,-4 10-1 0 0,-5 24 477 0 0,-25 120 351 0 0,11-54 355 0 0,-19 174 0 0 0,41-252-1484 0 0,2 0 0 0 0,1 0 0 0 0,1 0 0 0 0,7 46 0 0 0,-7-68 0 0 0,1 0 0 0 0,0-1 0 0 0,0 1 0 0 0,0-1 0 0 0,1 1 0 0 0,0-1 0 0 0,0 0 0 0 0,1 0 0 0 0,-1-1 0 0 0,1 1 0 0 0,1-1 0 0 0,-1 0 0 0 0,1 0 0 0 0,0 0 0 0 0,0 0 0 0 0,0-1 0 0 0,0 0 0 0 0,1 0 0 0 0,0 0 0 0 0,0-1 0 0 0,0 0 0 0 0,0 0 0 0 0,0-1 0 0 0,1 1 0 0 0,7 1 0 0 0,5 0 0 0 0,0 0 0 0 0,0-1 0 0 0,1-1 0 0 0,-1-1 0 0 0,36-3 0 0 0,52 1 0 0 0,-81 1 0 0 0,-4 0 0 0 0,-2-1 0 0 0,-4-1-371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25 164 17238 0 0,'1'-10'-106'0'0,"8"-82"986"0"0,-6 32 3480 0 0,-3 58-3837 0 0,1 9 30 0 0,10 109 1046 0 0,-5 1 0 0 0,-14 179 0 0 0,1-113-538 0 0,-23 186 713 0 0,27-350-7322 0 0,-4-43-1674 0 0,7-66 2185 0 0,10 30 329 0 0,1-12-2001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1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1 276 12321 0 0,'0'-18'285'0'0,"1"1"0"0"0,0-1 0 0 0,2 0 0 0 0,0 0 1 0 0,1 1-1 0 0,1 0 0 0 0,0 0 0 0 0,1 0 0 0 0,14-25 0 0 0,-18 37-143 0 0,2-1 1 0 0,-1 1-1 0 0,0 0 0 0 0,1 1 0 0 0,0-1 1 0 0,0 1-1 0 0,1-1 0 0 0,-1 1 1 0 0,1 0-1 0 0,0 1 0 0 0,0-1 0 0 0,0 1 1 0 0,0 0-1 0 0,0 0 0 0 0,1 1 1 0 0,0-1-1 0 0,-1 1 0 0 0,1 1 0 0 0,0-1 1 0 0,0 1-1 0 0,0 0 0 0 0,0 0 1 0 0,0 1-1 0 0,0-1 0 0 0,0 1 0 0 0,0 1 1 0 0,0-1-1 0 0,0 1 0 0 0,0 0 1 0 0,0 1-1 0 0,9 2 0 0 0,0 2-14 0 0,0 0-1 0 0,-1 1 1 0 0,0 0 0 0 0,0 1-1 0 0,0 1 1 0 0,-1 0 0 0 0,0 1-1 0 0,-1 0 1 0 0,0 1 0 0 0,-1 0-1 0 0,0 1 1 0 0,-1 1 0 0 0,0-1-1 0 0,-1 1 1 0 0,-1 1 0 0 0,14 27-1 0 0,-13-22-5 0 0,-1 1 0 0 0,-1-1 0 0 0,0 2-1 0 0,-2-1 1 0 0,0 0 0 0 0,-2 1 0 0 0,0 0 0 0 0,-1 0 0 0 0,-1 0-1 0 0,-1 0 1 0 0,-1 0 0 0 0,-5 30 0 0 0,-1-24 237 0 0,-2-1 0 0 0,0 0 1 0 0,-2-1-1 0 0,-1 0 0 0 0,0 0 0 0 0,-2-1 1 0 0,-1-1-1 0 0,-1-1 0 0 0,-1 0 0 0 0,-1-1 1 0 0,-1-1-1 0 0,-38 33 0 0 0,-7-11 3004 0 0,61-40-2957 0 0,2-2-361 0 0,0 0 1 0 0,0 0-1 0 0,0 1 1 0 0,0-1-1 0 0,0 0 1 0 0,0 1-1 0 0,0-1 1 0 0,0 1-1 0 0,0 0 1 0 0,0-1-1 0 0,1 1 1 0 0,-1-1-1 0 0,0 1 1 0 0,0 0-1 0 0,1 0 1 0 0,-1 0-1 0 0,-1 1 1 0 0,2-1-45 0 0,0 1 1 0 0,-1 0-1 0 0,1-1 0 0 0,0 1 0 0 0,0 0 1 0 0,0-1-1 0 0,0 1 0 0 0,0 0 0 0 0,0-1 1 0 0,1 1-1 0 0,-1 0 0 0 0,1-1 1 0 0,-1 1-1 0 0,1-1 0 0 0,-1 1 0 0 0,1-1 1 0 0,0 1-1 0 0,0-1 0 0 0,0 1 0 0 0,0-1 1 0 0,0 0-1 0 0,0 1 0 0 0,0-1 1 0 0,0 0-1 0 0,2 2 0 0 0,3 3-4 0 0,26 44 3 0 0,-3 2 0 0 0,-1 1 0 0 0,-3 1 0 0 0,29 91 0 0 0,-14-41-3027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1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66 18410 0 0,'-35'-66'6588'0'0,"36"77"-5517"0"0,27 215 871 0 0,-9-85 436 0 0,3 218 0 0 0,-28-264-2378 0 0,-4-1 0 0 0,-5 0 0 0 0,-27 95 0 0 0,42-189 0 0 0,0 0 0 0 0,0 0 0 0 0,0 0 0 0 0,0 1 0 0 0,0-1 0 0 0,0 0 0 0 0,0 0 0 0 0,0 0 0 0 0,0 0 0 0 0,0 1 0 0 0,0-1 0 0 0,0 0 0 0 0,0 0 0 0 0,0 0 0 0 0,0 0 0 0 0,0 1 0 0 0,0-1 0 0 0,0 0 0 0 0,0 0 0 0 0,0 0 0 0 0,0 0 0 0 0,1 0 0 0 0,-1 1 0 0 0,0-1 0 0 0,0 0 0 0 0,0 0 0 0 0,0 0 0 0 0,0 0 0 0 0,0 0 0 0 0,0 0 0 0 0,1 1 0 0 0,-1-1 0 0 0,0 0 0 0 0,0 0 0 0 0,0 0 0 0 0,0 0 0 0 0,1 0 0 0 0,-1 0 0 0 0,0 0 0 0 0,0 0 0 0 0,0 0 0 0 0,0 0 0 0 0,1 0 0 0 0,-1 0 0 0 0,0 0 0 0 0,0 0 0 0 0,0 0 0 0 0,0 0 0 0 0,1 0 0 0 0,-1 0 0 0 0,0 0 0 0 0,0 0 0 0 0,0 0 0 0 0,0 0 0 0 0,1 0 0 0 0,-1 0 0 0 0,0 0 0 0 0,0-1 0 0 0,0 1 0 0 0,0 0 0 0 0,0 0 0 0 0,1 0 0 0 0,21-11 0 0 0,37-30 0 0 0,-34 23 0 0 0,-19 14 0 0 0,0 0 0 0 0,1 0 0 0 0,0 1 0 0 0,0-1 0 0 0,0 1 0 0 0,0 1 0 0 0,1-1 0 0 0,-1 1 0 0 0,1 1 0 0 0,-1-1 0 0 0,1 1 0 0 0,0 1 0 0 0,-1 0 0 0 0,1 0 0 0 0,0 0 0 0 0,7 2 0 0 0,-6 0 0 0 0,-1 0 0 0 0,0 1 0 0 0,0 0 0 0 0,0 1 0 0 0,0 0 0 0 0,-1 0 0 0 0,1 1 0 0 0,-1-1 0 0 0,0 2 0 0 0,-1-1 0 0 0,1 1 0 0 0,-1 0 0 0 0,0 0 0 0 0,6 9 0 0 0,-1-1 15 0 0,0 1 0 0 0,0 1-1 0 0,-2 0 1 0 0,10 22 0 0 0,33 62-462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3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 19670 0 0,'-6'18'-2442'0'0,"-8"5"11564"0"0,12-33-7536 0 0,10-24-4964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5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 24 12797 0 0,'0'-1'105'0'0,"0"0"0"0"0,0 0 0 0 0,0 0 0 0 0,0 0-1 0 0,0 0 1 0 0,-1 0 0 0 0,1 0 0 0 0,0 0 0 0 0,0 0 0 0 0,-1 1 0 0 0,1-1-1 0 0,0 0 1 0 0,-1 0 0 0 0,1 0 0 0 0,-1 0 0 0 0,1 1 0 0 0,-1-1 0 0 0,0 0-1 0 0,1 1 1 0 0,-1-1 0 0 0,0 0 0 0 0,1 1 0 0 0,-1-1 0 0 0,0 1 0 0 0,0-1 0 0 0,1 1-1 0 0,-1-1 1 0 0,0 1 0 0 0,0 0 0 0 0,0-1 0 0 0,0 1 0 0 0,-1-1 0 0 0,0 3 36 0 0,-1-1 0 0 0,1 0 0 0 0,0 1 0 0 0,0 0 0 0 0,0-1 0 0 0,0 1 0 0 0,0 0 0 0 0,0 0 0 0 0,0 0 0 0 0,-2 4 0 0 0,-13 19 514 0 0,2 1 1 0 0,0 1-1 0 0,2 0 0 0 0,-19 53 1 0 0,16-39-161 0 0,-85 255 2829 0 0,89-252-2410 0 0,3 1 1 0 0,1 0-1 0 0,3 0 0 0 0,0 86 1 0 0,5-124-819 0 0,0-1 1 0 0,1 1 0 0 0,-1-1 0 0 0,1 1 0 0 0,1-1-1 0 0,-1 0 1 0 0,1 1 0 0 0,0-1 0 0 0,0 0-1 0 0,1 0 1 0 0,0 0 0 0 0,0-1 0 0 0,0 1 0 0 0,1-1-1 0 0,0 0 1 0 0,0 0 0 0 0,0 0 0 0 0,1 0-1 0 0,-1 0 1 0 0,1-1 0 0 0,0 0 0 0 0,0 0 0 0 0,1-1-1 0 0,-1 1 1 0 0,1-1 0 0 0,0 0 0 0 0,0-1-1 0 0,0 1 1 0 0,0-1 0 0 0,0 0 0 0 0,0-1-1 0 0,1 0 1 0 0,10 1 0 0 0,15 0-195 0 0,0-1-1 0 0,0-2 1 0 0,0-2 0 0 0,52-10-1 0 0,-43 6-447 0 0,72-3 1 0 0,-98 9-2600 0 0,10-1-1541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5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21 16770 0 0,'1'-2'24'0'0,"1"0"1"0"0,-1 0-1 0 0,1 0 1 0 0,0 0-1 0 0,0 1 1 0 0,0-1-1 0 0,0 0 1 0 0,0 1-1 0 0,0-1 1 0 0,4 0 0 0 0,3 2 141 0 0,0 1 0 0 0,0 0 1 0 0,0 0-1 0 0,0 1 1 0 0,-1 0-1 0 0,1 1 1 0 0,-1 0-1 0 0,1 0 0 0 0,-1 1 1 0 0,0 0-1 0 0,0 1 1 0 0,0-1-1 0 0,-1 1 0 0 0,0 1 1 0 0,0 0-1 0 0,9 9 1 0 0,-3-3 154 0 0,0 1 1 0 0,-1 0 0 0 0,-1 1 0 0 0,0 0-1 0 0,-1 1 1 0 0,0 1 0 0 0,12 26 0 0 0,-18-29-7 0 0,0 0 0 0 0,-1 0 0 0 0,0 0 1 0 0,-1 0-1 0 0,-1 0 0 0 0,0 0 0 0 0,-1 0 1 0 0,0 0-1 0 0,-1 1 0 0 0,0-1 0 0 0,-1 0 0 0 0,-1 0 1 0 0,0 0-1 0 0,-1 0 0 0 0,0-1 0 0 0,-1 0 1 0 0,-12 24-1 0 0,7-18-1 0 0,-1 0 1 0 0,-1 0-1 0 0,0-2 1 0 0,-2 1-1 0 0,0-2 1 0 0,0 0-1 0 0,-1 0 1 0 0,-1-1-1 0 0,0-1 1 0 0,-31 18-1 0 0,42-28-414 0 0,1-1 0 0 0,-1 0 1 0 0,0 0-1 0 0,1 0 0 0 0,-1-1 0 0 0,0 1 0 0 0,0-1 0 0 0,-10 1 0 0 0,-19-6-3501 0 0,33 4 3374 0 0,0 0 0 0 0,1-1-1 0 0,-1 1 1 0 0,0 0-1 0 0,0-1 1 0 0,0 1-1 0 0,1-1 1 0 0,-1 1-1 0 0,0-1 1 0 0,0 1 0 0 0,1-1-1 0 0,-1 1 1 0 0,0-1-1 0 0,1 0 1 0 0,-1 1-1 0 0,1-1 1 0 0,-1 0-1 0 0,1 0 1 0 0,-1 1-1 0 0,1-1 1 0 0,-1 0 0 0 0,1 0-1 0 0,0 0 1 0 0,-1 0-1 0 0,1 0 1 0 0,0 1-1 0 0,0-1 1 0 0,0 0-1 0 0,0 0 1 0 0,0 0-1 0 0,0 0 1 0 0,0 0 0 0 0,0 0-1 0 0,0 0 1 0 0,0 0-1 0 0,0 1 1 0 0,0-1-1 0 0,1 0 1 0 0,-1 0-1 0 0,0 0 1 0 0,2-1-1 0 0,18-32-8163 0 0,-5 17 1115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6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143 190 13589 0 0,'-3'-4'276'0'0,"0"0"0"0"0,0 0-1 0 0,0 1 1 0 0,1-2 0 0 0,-1 1 0 0 0,1 0-1 0 0,0 0 1 0 0,0-1 0 0 0,1 1-1 0 0,-1-1 1 0 0,1 0 0 0 0,0 1 0 0 0,1-1-1 0 0,-1 0 1 0 0,1 1 0 0 0,-1-1 0 0 0,1 0-1 0 0,1 0 1 0 0,-1 0 0 0 0,1 1-1 0 0,0-1 1 0 0,0 0 0 0 0,0 1 0 0 0,3-7-1 0 0,-1 6-64 0 0,-1 0 0 0 0,1 0-1 0 0,0 1 1 0 0,1 0 0 0 0,-1-1-1 0 0,1 1 1 0 0,0 1 0 0 0,0-1-1 0 0,0 0 1 0 0,1 1 0 0 0,-1 0-1 0 0,1 0 1 0 0,-1 0 0 0 0,1 1-1 0 0,0-1 1 0 0,0 1 0 0 0,1 0-1 0 0,-1 1 1 0 0,0-1 0 0 0,0 1-1 0 0,8-1 1 0 0,-3 1-75 0 0,0 1 0 0 0,0 0 0 0 0,-1 0 0 0 0,1 1 0 0 0,0 0 0 0 0,0 0 0 0 0,0 1 0 0 0,0 1 0 0 0,-1 0 0 0 0,1 0 0 0 0,-1 1 0 0 0,0 0 0 0 0,0 0 0 0 0,0 1 0 0 0,-1 0 0 0 0,1 1 0 0 0,12 11 0 0 0,-15-12-9 0 0,0 1 0 0 0,-1 0 0 0 0,0 0 0 0 0,0 0 0 0 0,0 1 0 0 0,-1-1 1 0 0,0 1-1 0 0,0 0 0 0 0,0 0 0 0 0,-1 1 0 0 0,0-1 0 0 0,-1 1 0 0 0,0-1 0 0 0,0 1 0 0 0,-1 0 0 0 0,1 0 0 0 0,-2 0 0 0 0,1 0 0 0 0,-1 0 0 0 0,0 0 0 0 0,-1 0 0 0 0,-2 11 0 0 0,-1-4-7 0 0,0 0-1 0 0,-1-1 0 0 0,-1 0 0 0 0,0 0 0 0 0,-1 0 0 0 0,-9 13 1 0 0,-60 76 964 0 0,19-29-723 0 0,51-61-361 0 0,1 3 0 0 0,8-1 0 0 0,3-8 0 0 0,1 0 0 0 0,-1 0 0 0 0,1-1 0 0 0,1 0 0 0 0,-1 0 0 0 0,1-1 0 0 0,0 0 0 0 0,18 8 0 0 0,18 14 0 0 0,-40-24 0 0 0,-1-1 0 0 0,1 1 0 0 0,-1 0 0 0 0,1 1 0 0 0,-1-1 0 0 0,0 0 0 0 0,0 1 0 0 0,-1 0 0 0 0,1-1 0 0 0,-1 1 0 0 0,1 0 0 0 0,-1 0 0 0 0,-1 1 0 0 0,1-1 0 0 0,0 0 0 0 0,-1 1 0 0 0,0-1 0 0 0,1 8 0 0 0,-2-6 0 0 0,0-1 0 0 0,-1 1 0 0 0,0 0 0 0 0,0 0 0 0 0,0 0 0 0 0,-1 0 0 0 0,1-1 0 0 0,-2 1 0 0 0,1 0 0 0 0,0-1 0 0 0,-1 0 0 0 0,-5 9 0 0 0,-2-1 0 0 0,0 0 0 0 0,-1-1 0 0 0,0 0 0 0 0,-1-1 0 0 0,0 0 0 0 0,-1-1 0 0 0,0 0 0 0 0,-1-1 0 0 0,-22 11 0 0 0,25-14-107 0 0,-1-2-1 0 0,-1 1 1 0 0,1-2 0 0 0,0 1 0 0 0,-1-2-1 0 0,0 0 1 0 0,0 0 0 0 0,0-1 0 0 0,1-1-1 0 0,-1 0 1 0 0,-23-4 0 0 0,30 4 12 0 0,1-2 1 0 0,0 1 0 0 0,-1 0-1 0 0,1-1 1 0 0,0 0 0 0 0,0 0-1 0 0,0-1 1 0 0,0 1 0 0 0,0-1-1 0 0,1 0 1 0 0,-1-1 0 0 0,1 1-1 0 0,0-1 1 0 0,0 1 0 0 0,0-1-1 0 0,0 0 1 0 0,1-1 0 0 0,0 1-1 0 0,0-1 1 0 0,0 1 0 0 0,0-1-1 0 0,1 0 1 0 0,-1 0 0 0 0,1 0-1 0 0,1-1 1 0 0,-1 1 0 0 0,1 0-1 0 0,0-1 1 0 0,0 1 0 0 0,0-6-1 0 0,1 6-967 0 0,1 1 1 0 0,0-1-1 0 0,0 1 0 0 0,1-1 0 0 0,-1 1 0 0 0,1-1 0 0 0,0 1 0 0 0,0 0 0 0 0,0 0 0 0 0,1 0 0 0 0,-1 0 1 0 0,1 0-1 0 0,0 1 0 0 0,0-1 0 0 0,7-5 0 0 0,14-11-8647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6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38 16674 0 0,'-16'-11'115'0'0,"10"11"90"0"0,1 2 0 0 0,-1-1 0 0 0,1 1 1 0 0,-1 0-1 0 0,1 0 0 0 0,0 0 0 0 0,0 1 0 0 0,0-1 1 0 0,0 1-1 0 0,0 1 0 0 0,1-1 0 0 0,-1 1 0 0 0,1-1 1 0 0,0 1-1 0 0,0 0 0 0 0,0 1 0 0 0,1-1 0 0 0,-6 9 1 0 0,-6 10 498 0 0,0 0 0 0 0,-16 38 1 0 0,13-22 90 0 0,1 1 0 0 0,-14 54 0 0 0,27-80-573 0 0,1 0 0 0 0,0 0 1 0 0,1 0-1 0 0,0 1 1 0 0,1-1-1 0 0,1 1 0 0 0,0-1 1 0 0,1 1-1 0 0,1-1 0 0 0,5 22 1 0 0,-6-30-122 0 0,1 0 0 0 0,0-1 1 0 0,1 1-1 0 0,-1 0 0 0 0,1-1 0 0 0,0 0 1 0 0,1 0-1 0 0,-1 0 0 0 0,1 0 0 0 0,0 0 1 0 0,0-1-1 0 0,0 1 0 0 0,1-1 0 0 0,-1 0 1 0 0,1-1-1 0 0,0 1 0 0 0,0-1 0 0 0,0 0 1 0 0,8 3-1 0 0,-4-3 13 0 0,0-1 0 0 0,1 0-1 0 0,-1 0 1 0 0,1-1 0 0 0,-1 0 0 0 0,1-1 0 0 0,-1 0 0 0 0,1-1 0 0 0,0 1 0 0 0,-1-2 0 0 0,13-3 0 0 0,3 0 4 0 0,0-2 0 0 0,0 0 1 0 0,-1-2-1 0 0,0-1 1 0 0,-1 0-1 0 0,0-2 0 0 0,34-23 1 0 0,-48 28-79 0 0,0 0-1 0 0,-1 0 1 0 0,1-1 0 0 0,-1 0 0 0 0,-1-1 0 0 0,1 1-1 0 0,-1-1 1 0 0,-1-1 0 0 0,0 0 0 0 0,0 1 0 0 0,-1-2 0 0 0,0 1-1 0 0,-1-1 1 0 0,0 1 0 0 0,-1-1 0 0 0,0 0 0 0 0,-1-1-1 0 0,0 1 1 0 0,0-14 0 0 0,-1 10-39 0 0,-1 0 1 0 0,-1 0-1 0 0,-1 0 1 0 0,0 0-1 0 0,-1 0 1 0 0,0 1-1 0 0,-2-1 1 0 0,1 1-1 0 0,-2 0 1 0 0,0 0-1 0 0,0 0 1 0 0,-2 1-1 0 0,1 0 1 0 0,-2 1-1 0 0,-14-19 1 0 0,14 21-9 0 0,-1 1 1 0 0,0 0-1 0 0,0 0 0 0 0,-1 1 1 0 0,0 1-1 0 0,0-1 1 0 0,-1 2-1 0 0,0 0 0 0 0,0 0 1 0 0,-1 1-1 0 0,1 0 1 0 0,-1 1-1 0 0,0 1 1 0 0,0 0-1 0 0,-1 1 0 0 0,1 0 1 0 0,-22 1-1 0 0,18 1-1077 0 0,0 0-1 0 0,0 2 1 0 0,0 0-1 0 0,1 1 1 0 0,-30 9-1 0 0,6 6-4556 0 0,4 8-3417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27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0 16610 0 0,'0'0'12427'0'0,"-5"3"-12415"0"0,-14 6-4 0 0,14-6 178 0 0,-9 8-252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31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210 348 7081 0 0,'-5'-3'606'0'0,"1"-1"-1"0"0,-1 1 1 0 0,1-1 0 0 0,0 0 0 0 0,0 0 0 0 0,0-1 0 0 0,0 1 0 0 0,1-1 0 0 0,0 0 0 0 0,0 0 0 0 0,0 0 0 0 0,1 0-1 0 0,-1-1 1 0 0,1 1 0 0 0,0-1 0 0 0,1 1 0 0 0,-1-1 0 0 0,1 1 0 0 0,1-1 0 0 0,-1 0 0 0 0,1-9 0 0 0,0 6-173 0 0,1-1 0 0 0,1 1 0 0 0,-1-1 0 0 0,2 1 0 0 0,-1 0 0 0 0,1 0 0 0 0,1 0 0 0 0,0 0 0 0 0,0 0 0 0 0,1 1 0 0 0,-1 0 0 0 0,11-13 0 0 0,-3 8-127 0 0,1 1 1 0 0,1 0-1 0 0,0 1 0 0 0,1 0 1 0 0,-1 1-1 0 0,2 0 1 0 0,17-7-1 0 0,-31 16-257 0 0,1 0 0 0 0,-1 0 0 0 0,0 0-1 0 0,1 0 1 0 0,-1 1 0 0 0,0-1 0 0 0,1 1-1 0 0,-1-1 1 0 0,1 1 0 0 0,-1 0 0 0 0,1 0 0 0 0,-1 0-1 0 0,1 0 1 0 0,-1 1 0 0 0,0-1 0 0 0,1 1-1 0 0,-1-1 1 0 0,1 1 0 0 0,2 1 0 0 0,1 1 35 0 0,-1 0 0 0 0,0 0 1 0 0,0 1-1 0 0,0-1 1 0 0,0 1-1 0 0,0 0 0 0 0,6 8 1 0 0,3 5 117 0 0,-1 1-1 0 0,0 0 1 0 0,11 23 0 0 0,-19-31-140 0 0,-1-1 0 0 0,0 1 0 0 0,-1 0 0 0 0,0 0 0 0 0,0 1 0 0 0,-1-1 0 0 0,0 0 0 0 0,-1 1 0 0 0,0-1 0 0 0,-1 1 0 0 0,0 0 0 0 0,-1 10 0 0 0,-4 13 258 0 0,-2-1-1 0 0,-14 45 0 0 0,12-45-265 0 0,1-10-54 0 0,0 0 0 0 0,-1-1 0 0 0,-2-1 0 0 0,0 1 0 0 0,-27 37 0 0 0,-6 10 0 0 0,23-30 0 0 0,-3-2 0 0 0,-1-1 0 0 0,-29 34 0 0 0,12-26 0 0 0,-1-2 0 0 0,-63 47 0 0 0,95-81 0 0 0,0-1 0 0 0,3 1 0 0 0,7-7 0 0 0,1-1 0 0 0,0 0 0 0 0,0 0 0 0 0,0 0 0 0 0,0 0 0 0 0,0 0 0 0 0,0 0 0 0 0,0 0 0 0 0,1 0 0 0 0,-1 0 0 0 0,0 0 0 0 0,0 0 0 0 0,0 0 0 0 0,0 0 0 0 0,0 0 0 0 0,0 0 0 0 0,0 0 0 0 0,0 0 0 0 0,0 0 0 0 0,0 0 0 0 0,0 1 0 0 0,0-1 0 0 0,1 0 0 0 0,-1 0 0 0 0,0 0 0 0 0,0 0 0 0 0,0 0 0 0 0,0 0 0 0 0,0 0 0 0 0,0 0 0 0 0,0 0 0 0 0,0 0 0 0 0,0 0 0 0 0,0 1 0 0 0,0-1 0 0 0,0 0 0 0 0,0 0 0 0 0,0 0 0 0 0,0 0 0 0 0,20-4 0 0 0,0 1 0 0 0,0 1 0 0 0,1 1 0 0 0,-1 1 0 0 0,0 0 0 0 0,0 2 0 0 0,1 0 0 0 0,22 6 0 0 0,0 1 0 0 0,-26-6 0 0 0,189 24 0 0 0,-182-25 0 0 0,0-1 0 0 0,2 1 0 0 0,-2-2 0 0 0,-2-3 0 0 0,6-2-745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32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47 17694 0 0,'-4'-21'-1747'0'0,"-2"-4"7577"0"0,1 31-5191 0 0,-12 17-19 0 0,0 1 0 0 0,2 1 0 0 0,0 1 0 0 0,2-1 0 0 0,-19 56-1 0 0,-36 153 1798 0 0,67-232-2389 0 0,-12 50 730 0 0,2 0 0 0 0,-7 92 0 0 0,17-131-646 0 0,0 1 0 0 0,1-1 0 0 0,1 0 0 0 0,0 1 0 0 0,1-1 1 0 0,1 0-1 0 0,0 0 0 0 0,0 0 0 0 0,1 0 0 0 0,1-1 0 0 0,0 1 0 0 0,1-1 0 0 0,0-1 0 0 0,1 1 0 0 0,0-1 0 0 0,15 18 0 0 0,-16-24-111 0 0,1 1-1 0 0,-1-1 1 0 0,1-1-1 0 0,0 1 1 0 0,1-1-1 0 0,-1-1 1 0 0,1 1-1 0 0,-1-1 1 0 0,1 0 0 0 0,0-1-1 0 0,0 0 1 0 0,0 0-1 0 0,1-1 1 0 0,-1 0-1 0 0,0 0 1 0 0,1-1-1 0 0,12-1 1 0 0,8-2-1 0 0,-1-1-1 0 0,0-1 1 0 0,50-16-1 0 0,-56 14 1 0 0,-1-1 0 0 0,1-1 0 0 0,-2 0 0 0 0,1-2 0 0 0,-1-1 0 0 0,-1 0 0 0 0,0-1 0 0 0,-1-1 0 0 0,21-21 0 0 0,-26 21 0 0 0,-1 1 0 0 0,-1-2 0 0 0,0 0 0 0 0,-1 0 0 0 0,0-1 0 0 0,-1 0 0 0 0,-1-1 0 0 0,-1 0 0 0 0,0 0 0 0 0,-1-1 0 0 0,-1 1 0 0 0,3-20 0 0 0,-4 6 0 0 0,-1-1 0 0 0,-2 1 0 0 0,-1-1 0 0 0,-1 0 0 0 0,-2 1 0 0 0,-1 0 0 0 0,-1-1 0 0 0,-2 2 0 0 0,-1-1 0 0 0,-2 1 0 0 0,-1 0 0 0 0,-27-54 0 0 0,33 76 2 0 0,-1-1 1 0 0,1 1-1 0 0,-1-1 1 0 0,0 2-1 0 0,-1-1 1 0 0,0 1-1 0 0,0 0 1 0 0,-1 0-1 0 0,0 1 0 0 0,0 0 1 0 0,0 0-1 0 0,-1 1 1 0 0,0 0-1 0 0,0 1 1 0 0,0 0-1 0 0,-17-5 1 0 0,11 5-24 0 0,-1 2 0 0 0,0 0 0 0 0,1 0 0 0 0,-1 2 1 0 0,0 0-1 0 0,0 0 0 0 0,1 2 0 0 0,-1 0 1 0 0,-29 8-1 0 0,-5 4-3396 0 0,-76 31 1 0 0,95-31-4029 0 0,-48 30 0 0 0,57-29-1577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34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46 103 5292 0 0,'3'-46'6511'0'0,"-3"-10"7767"0"0,0 56-14205 0 0,-9 26 754 0 0,0 18-250 0 0,1 0 0 0 0,3 0 0 0 0,-1 58 0 0 0,13 136 2411 0 0,-2-132-2498 0 0,4-16-490 0 0,-5-68 0 0 0,-1 1 0 0 0,-2-1 0 0 0,0 1 0 0 0,-3 32 0 0 0,3-51 0 0 0,-6 31 0 0 0,1-20 0 0 0,-1-5 0 0 0,-1-6-123 0 0,-15-19-6429 0 0,22-11-1249 0 0,2 10 1318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35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196 188 17506 0 0,'0'0'38'0'0,"0"0"-1"0"0,0-1 1 0 0,0 1 0 0 0,-1-1 0 0 0,1 1 0 0 0,0 0 0 0 0,0-1 0 0 0,0 1 0 0 0,0-1 0 0 0,-1 1 0 0 0,1 0 0 0 0,0-1-1 0 0,0 1 1 0 0,-1 0 0 0 0,1-1 0 0 0,0 1 0 0 0,-1 0 0 0 0,1-1 0 0 0,0 1 0 0 0,-1 0 0 0 0,1 0 0 0 0,0 0 0 0 0,-1-1 0 0 0,1 1-1 0 0,-1 0 1 0 0,1 0 0 0 0,0 0 0 0 0,-1 0 0 0 0,1 0 0 0 0,-1-1 0 0 0,1 1 0 0 0,-1 0 0 0 0,1 0 0 0 0,0 0 0 0 0,-1 0 0 0 0,1 0-1 0 0,-1 1 1 0 0,1-1 0 0 0,-1 0 0 0 0,1 0 0 0 0,0 0 0 0 0,-1 0 0 0 0,1 0 0 0 0,-1 1 0 0 0,-10 8 389 0 0,1 1 0 0 0,-1 0 0 0 0,2 1 0 0 0,0 0 0 0 0,0 0 0 0 0,1 1 0 0 0,0 0 0 0 0,-9 20 0 0 0,-2 11 1021 0 0,-21 63-1 0 0,33-82-952 0 0,0 0-1 0 0,2 1 0 0 0,1 0 0 0 0,1 0 0 0 0,1 0 1 0 0,1 28-1 0 0,1-42-313 0 0,1 0 1 0 0,0 1-1 0 0,0-1 1 0 0,2 0-1 0 0,-1 0 1 0 0,1-1-1 0 0,1 1 1 0 0,0-1-1 0 0,0 1 1 0 0,1-1 0 0 0,0 0-1 0 0,1-1 1 0 0,0 1-1 0 0,1-1 1 0 0,-1 0-1 0 0,10 8 1 0 0,-10-12-172 0 0,1-1 0 0 0,-1 0 0 0 0,1 0-1 0 0,0-1 1 0 0,0 1 0 0 0,0-1 0 0 0,0-1 0 0 0,0 0 0 0 0,1 0 0 0 0,-1 0 0 0 0,1-1 0 0 0,-1 0 0 0 0,1 0 0 0 0,-1-1 0 0 0,1 0 0 0 0,0-1 0 0 0,-1 1 0 0 0,1-1 0 0 0,-1-1 0 0 0,1 1 0 0 0,8-4 0 0 0,10-4 0 0 0,-1 0 1 0 0,-1-1-1 0 0,0-1 1 0 0,40-26-1 0 0,-50 28-10 0 0,-1 0 0 0 0,0-1 0 0 0,0-1 0 0 0,-1 0 0 0 0,-1 0 0 0 0,0-1 0 0 0,0-1 0 0 0,-1 1 0 0 0,-1-2 0 0 0,0 1 0 0 0,-1-1 0 0 0,-1-1 0 0 0,0 0 0 0 0,-1 0 0 0 0,0 0 0 0 0,-1 0 0 0 0,-1-1 0 0 0,-1 0 0 0 0,0 0 0 0 0,-1 0 0 0 0,1-23 0 0 0,-3 5 0 0 0,-1 0 0 0 0,-1 0 0 0 0,-2 0 0 0 0,-11-46 0 0 0,11 64 0 0 0,-1-1 0 0 0,-1 1 0 0 0,0 0 0 0 0,-1 0 0 0 0,-1 1 0 0 0,-1 0 0 0 0,0 0 0 0 0,-1 1 0 0 0,0 0 0 0 0,-20-19 0 0 0,22 26-236 0 0,0 0-1 0 0,-1 1 1 0 0,1 0 0 0 0,-1 1 0 0 0,-1 0-1 0 0,1 0 1 0 0,-1 1 0 0 0,0 0-1 0 0,0 1 1 0 0,0 0 0 0 0,0 0-1 0 0,0 1 1 0 0,-1 1 0 0 0,1 0 0 0 0,-1 0-1 0 0,1 1 1 0 0,-1 0 0 0 0,0 1-1 0 0,-17 3 1 0 0,7 0-585 0 0,0 1 1 0 0,0 2-1 0 0,0-1 1 0 0,0 2-1 0 0,1 1 1 0 0,1 1-1 0 0,-1 0 0 0 0,-27 21 1 0 0,22-13-6608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41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94 5637 0 0,'0'0'1102'0'0,"0"-50"5754"0"0,9 6 3349 0 0,-69 903-4270 0 0,60-854-5697 0 0,-1 1 71 0 0,0-1 0 0 0,1 1-1 0 0,0-1 1 0 0,0 1 0 0 0,0-1 0 0 0,1 1 0 0 0,-1-1 0 0 0,3 8-1 0 0,-2-11-526 0 0,2-7-1965 0 0,4-12 1238 0 0,1-17-8355 0 0,-1 1-1348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42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750 141 13657 0 0,'4'-9'300'0'0,"1"0"0"0"0,1 0-1 0 0,-1 1 1 0 0,1 0 0 0 0,10-11-1 0 0,9-22 9604 0 0,-26 40-9708 0 0,-15-7 1500 0 0,-21 3-1230 0 0,36 5-299 0 0,-47-1 988 0 0,-50 7 0 0 0,57-3-200 0 0,-70-3 1 0 0,17-17-284 0 0,76 13-671 0 0,0-1 0 0 0,2 1 0 0 0,16 3 0 0 0,0 1 0 0 0,-1 0 0 0 0,1 0 0 0 0,-1 0 0 0 0,1 0 0 0 0,-1-1 0 0 0,1 1 0 0 0,0 0 0 0 0,-1 0 0 0 0,1 0 0 0 0,-1 0 0 0 0,1 0 0 0 0,-1 0 0 0 0,1 0 0 0 0,-1 0 0 0 0,1 0 0 0 0,0 0 0 0 0,-1 0 0 0 0,1 1 0 0 0,-1-1 0 0 0,1 0 0 0 0,0 0 0 0 0,-1 0 0 0 0,1 1 0 0 0,-1-1 0 0 0,1 0 0 0 0,0 0 0 0 0,-1 1 0 0 0,1-1 0 0 0,0 0 0 0 0,-1 1 0 0 0,1-1 0 0 0,0 0 0 0 0,-1 1 0 0 0,1-1 0 0 0,0 0 0 0 0,0 1 0 0 0,0-1 0 0 0,-1 1 0 0 0,1-1 0 0 0,0 0 0 0 0,0 1 0 0 0,0-1 0 0 0,0 1 0 0 0,0-1 0 0 0,0 1 0 0 0,0-1 0 0 0,0 0 0 0 0,0 1 0 0 0,-1 27 0 0 0,1-23 0 0 0,-7 145 0 0 0,3-99 0 0 0,2 0 0 0 0,2 1 0 0 0,13 101 0 0 0,-12-150 0 0 0,0 1 0 0 0,0 0 0 0 0,1-1 0 0 0,-1 1 0 0 0,1-1 0 0 0,0 1 0 0 0,0-1 0 0 0,0 0 0 0 0,0 0 0 0 0,1 0 0 0 0,-1 0 0 0 0,1 0 0 0 0,0-1 0 0 0,0 1 0 0 0,0-1 0 0 0,0 1 0 0 0,0-1 0 0 0,0 0 0 0 0,1-1 0 0 0,6 4 0 0 0,7 1 0 0 0,2 0 0 0 0,-1-1 0 0 0,24 4 0 0 0,-25-6 0 0 0,-1 0 0 0 0,32 12 0 0 0,-37-10 0 0 0,0 0 0 0 0,-1 1 0 0 0,0 1 0 0 0,0-1 0 0 0,-1 2 0 0 0,0-1 0 0 0,0 1 0 0 0,-1 1 0 0 0,0-1 0 0 0,0 1 0 0 0,-1 1 0 0 0,0-1 0 0 0,6 12 0 0 0,-10-15 0 0 0,-1-1 0 0 0,1 1 0 0 0,-1 0 0 0 0,0 0 0 0 0,-1 0 0 0 0,1 0 0 0 0,-1 0 0 0 0,0 1 0 0 0,-1-1 0 0 0,0 0 0 0 0,0 0 0 0 0,0 1 0 0 0,0-1 0 0 0,-1 0 0 0 0,0 0 0 0 0,-1 0 0 0 0,1 0 0 0 0,-1 0 0 0 0,0 0 0 0 0,-1 0 0 0 0,1 0 0 0 0,-1-1 0 0 0,0 1 0 0 0,-1-1 0 0 0,1 0 0 0 0,-5 5 0 0 0,-5 4 0 0 0,0-1 0 0 0,-1 0 0 0 0,-1-1 0 0 0,0-1 0 0 0,0 0 0 0 0,-1-1 0 0 0,-1-1 0 0 0,1 0 0 0 0,-1-1 0 0 0,-31 9 0 0 0,9-5 0 0 0,-1-2 0 0 0,0-2 0 0 0,-76 7 0 0 0,84-15 0 0 0,17 2 0 0 0,-38 7 0 0 0,33-8 0 0 0,0 2 0 0 0,4 0 0 0 0,-11 11-2535 0 0,7 10-7109 0 0,10-10 3593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55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164 231 3224 0 0,'-38'34'20569'0'0,"36"-36"-20407"0"0,1-1 0 0 0,-1 0 0 0 0,1 1 1 0 0,0-1-1 0 0,0 0 0 0 0,0 0 0 0 0,0 0 0 0 0,0 0 0 0 0,1 0 1 0 0,-1 0-1 0 0,1-1 0 0 0,0 1 0 0 0,0 0 0 0 0,0 0 1 0 0,1 0-1 0 0,-1 0 0 0 0,1 0 0 0 0,-1 0 0 0 0,3-4 0 0 0,20-59 1656 0 0,-15 50-1473 0 0,1 0 0 0 0,0 0 0 0 0,19-22 0 0 0,-25 34-293 0 0,0 0 1 0 0,1 0-1 0 0,-1 0 1 0 0,1 1-1 0 0,-1-1 1 0 0,1 1-1 0 0,0 0 1 0 0,0 0-1 0 0,1 1 1 0 0,-1-1-1 0 0,1 1 1 0 0,-1 0-1 0 0,1 0 1 0 0,0 0-1 0 0,-1 1 1 0 0,1 0-1 0 0,6-1 1 0 0,-3 2-26 0 0,0 1 1 0 0,0 1-1 0 0,0-1 1 0 0,-1 1-1 0 0,1 1 1 0 0,0-1-1 0 0,-1 1 1 0 0,0 1-1 0 0,0-1 1 0 0,0 1-1 0 0,0 1 1 0 0,0-1-1 0 0,-1 1 1 0 0,0 0-1 0 0,0 1 1 0 0,0-1 0 0 0,-1 1-1 0 0,0 0 1 0 0,0 1-1 0 0,6 8 1 0 0,0 3-2 0 0,-1-1 0 0 0,0 2 1 0 0,-1-1-1 0 0,-1 2 0 0 0,-1-1 1 0 0,8 31-1 0 0,-12-29 2 0 0,0 1 1 0 0,-1-1-1 0 0,-1 1 0 0 0,-2 0 0 0 0,0-1 1 0 0,-1 1-1 0 0,0-1 0 0 0,-2 1 1 0 0,-1-1-1 0 0,-1 0 0 0 0,0-1 1 0 0,-2 1-1 0 0,0-1 0 0 0,-22 36 0 0 0,-4 0 73 0 0,-3-1-1 0 0,-3-2 1 0 0,-68 72-1 0 0,73-90-100 0 0,-61 48 0 0 0,18-18 0 0 0,123-57 0 0 0,35 2 0 0 0,-48 1 0 0 0,0 0 0 0 0,-1 2 0 0 0,-1 1 0 0 0,0 2 0 0 0,44 31 0 0 0,-16-12 0 0 0,-44-26 0 0 0,-8-6 0 0 0,11 2 0 0 0,4-4 0 0 0,9-8-1585 0 0,11-17-4961 0 0,19-33-6000 0 0,-59 56 12356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56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587 98 16273 0 0,'15'-8'-1201'0'0,"-4"3"1291"0"0,-8 3 307 0 0,0 1 0 0 0,0-1 0 0 0,0 1 0 0 0,0-1 1 0 0,0 0-1 0 0,-1 0 0 0 0,1 0 0 0 0,0-1 0 0 0,-1 1 0 0 0,5-7 935 0 0,-6 8-977 0 0,0 1 0 0 0,0-1-1 0 0,-1 0 1 0 0,1 0 0 0 0,0 0-1 0 0,0 0 1 0 0,-1 0 0 0 0,1 0-1 0 0,-1 0 1 0 0,1-1 0 0 0,-1 1-1 0 0,0 0 1 0 0,1 0-1 0 0,-1 0 1 0 0,0 0 0 0 0,0-1-1 0 0,1 1 1 0 0,-1-1 0 0 0,-17-3 155 0 0,0 0 1 0 0,1 2-1 0 0,-1 0 1 0 0,-1 1-1 0 0,1 1 1 0 0,0 0-1 0 0,-31 4 1 0 0,-55-5 595 0 0,53-1-871 0 0,-50-2-97 0 0,77 4-138 0 0,-3 1 0 0 0,6 0 0 0 0,3-3 0 0 0,0 0 0 0 0,16 2 0 0 0,0 1 0 0 0,1 0 0 0 0,-1 0 0 0 0,0 0 0 0 0,1 0 0 0 0,-1 0 0 0 0,0 0 0 0 0,1 0 0 0 0,-1 0 0 0 0,0 0 0 0 0,1 0 0 0 0,-1 0 0 0 0,0 0 0 0 0,1 0 0 0 0,-1 0 0 0 0,0 1 0 0 0,1-1 0 0 0,-1 0 0 0 0,1 0 0 0 0,-1 1 0 0 0,0-1 0 0 0,1 0 0 0 0,-1 1 0 0 0,1-1 0 0 0,-1 1 0 0 0,1-1 0 0 0,-1 1 0 0 0,1-1 0 0 0,-1 1 0 0 0,1-1 0 0 0,0 1 0 0 0,-1-1 0 0 0,1 1 0 0 0,0 0 0 0 0,-1-1 0 0 0,1 1 0 0 0,0 0 0 0 0,0 0 0 0 0,-6 25 0 0 0,-2 57 0 0 0,1-35 0 0 0,3 1 0 0 0,2-1 0 0 0,2 1 0 0 0,8 57 0 0 0,-5-81 0 0 0,2 0 0 0 0,1-1 0 0 0,15 41 0 0 0,-17-56 0 0 0,0 0 0 0 0,1 0 0 0 0,0-1 0 0 0,1 0 0 0 0,0 0 0 0 0,0-1 0 0 0,1 1 0 0 0,-1-1 0 0 0,2-1 0 0 0,-1 1 0 0 0,1-1 0 0 0,14 9 0 0 0,42 21 0 0 0,53 34 0 0 0,-105-62 0 0 0,0 2 0 0 0,-1-1 0 0 0,0 2 0 0 0,-1-1 0 0 0,0 1 0 0 0,17 25 0 0 0,-17-21 0 0 0,-2 0 0 0 0,1 0 0 0 0,-2 1 0 0 0,0 0 0 0 0,4 17 0 0 0,-9-27 0 0 0,-1 0 0 0 0,0 0 0 0 0,0 0 0 0 0,0 0 0 0 0,-1 0 0 0 0,0 0 0 0 0,0 0 0 0 0,-1 0 0 0 0,0 0 0 0 0,0 0 0 0 0,0 0 0 0 0,-1 0 0 0 0,0 0 0 0 0,0 0 0 0 0,0 0 0 0 0,-1-1 0 0 0,-6 11 0 0 0,0-3 0 0 0,-2 0 0 0 0,1 0 0 0 0,-2-1 0 0 0,1-1 0 0 0,-2 0 0 0 0,1 0 0 0 0,-2-2 0 0 0,1 1 0 0 0,-1-2 0 0 0,-28 13 0 0 0,18-11 0 0 0,0-1 0 0 0,-2-1 0 0 0,1-1 0 0 0,-1-1 0 0 0,1-2 0 0 0,-32 2 0 0 0,27-3 0 0 0,21-4 0 0 0,-24-4 0 0 0,31 5 0 0 0,-5-1 0 0 0,0 1 0 0 0,0-1 0 0 0,1 0 0 0 0,-1 0 0 0 0,1-1 0 0 0,-1 0 0 0 0,1 0 0 0 0,-11-6 0 0 0,16 8-235 0 0,0 0 0 0 0,0-1 0 0 0,0 1 0 0 0,0 0 0 0 0,0-1 0 0 0,0 1 0 0 0,0-1 0 0 0,1 1 0 0 0,-1-1 0 0 0,0 0 0 0 0,0 1 0 0 0,0-1 0 0 0,1 0 1 0 0,-1 1-1 0 0,0-1 0 0 0,1 0 0 0 0,-1 0 0 0 0,0 0 0 0 0,1 1 0 0 0,-1-1 0 0 0,1 0 0 0 0,0 0 0 0 0,-1 0 0 0 0,1 0 0 0 0,0 0 0 0 0,-1 0 0 0 0,1 0 0 0 0,0 0 0 0 0,0 0 0 0 0,0 0 0 0 0,0-2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56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93 18282 0 0,'-10'-12'-904'0'0,"7"-2"112"0"0,-4 2 107 0 0,1 3 65 0 0,0-5-440 0 0,-1 3 44 0 0,4-1-416 0 0,0 3-1436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57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426 181 6777 0 0,'0'0'10137'0'0,"-18"-5"-5915"0"0,17 3-4043 0 0,-1 0 0 0 0,1 0-1 0 0,-1 0 1 0 0,1 0 0 0 0,0 0 0 0 0,0 0 0 0 0,0 0 0 0 0,0 0 0 0 0,0-1-1 0 0,1 1 1 0 0,-1 0 0 0 0,1-1 0 0 0,0 1 0 0 0,-1-1 0 0 0,1 1 0 0 0,0 0-1 0 0,0-1 1 0 0,0 1 0 0 0,1-1 0 0 0,-1 1 0 0 0,1 0 0 0 0,-1-1 0 0 0,1 1-1 0 0,0 0 1 0 0,0 0 0 0 0,0-1 0 0 0,0 1 0 0 0,0 0 0 0 0,0 0 0 0 0,1 0-1 0 0,-1 0 1 0 0,1 0 0 0 0,-1 0 0 0 0,3-1 0 0 0,4-7-13 0 0,1 1 0 0 0,1 1 0 0 0,-1-1 0 0 0,1 2-1 0 0,1-1 1 0 0,0 1 0 0 0,0 1 0 0 0,0 0 0 0 0,0 0 0 0 0,1 1 0 0 0,0 1 0 0 0,0 0 0 0 0,23-4 0 0 0,-30 7-138 0 0,0 1 0 0 0,0 0 0 0 0,0 1 0 0 0,0-1 0 0 0,0 1 0 0 0,0 0 0 0 0,0 0 0 0 0,0 1 0 0 0,0-1 0 0 0,-1 1 1 0 0,1 0-1 0 0,-1 0 0 0 0,1 1 0 0 0,-1 0 0 0 0,0-1 0 0 0,0 1 0 0 0,0 1 0 0 0,0-1 0 0 0,0 0 0 0 0,-1 1 0 0 0,0 0 0 0 0,1 0 1 0 0,-1 0-1 0 0,-1 0 0 0 0,1 0 0 0 0,2 7 0 0 0,1 0 3 0 0,-1 0 0 0 0,0 0 0 0 0,-1 0 0 0 0,-1 1-1 0 0,1-1 1 0 0,-2 1 0 0 0,0 0 0 0 0,0-1 0 0 0,-1 22 0 0 0,-3-14 58 0 0,0 0 0 0 0,-2 0 0 0 0,-1-1 0 0 0,0 1-1 0 0,-1-1 1 0 0,-1 0 0 0 0,0-1 0 0 0,-2 0 0 0 0,0 0 0 0 0,-22 29 0 0 0,0-4 227 0 0,-3-1 1 0 0,-66 61-1 0 0,2-15-298 0 0,-4-4 0 0 0,-134 83 0 0 0,232-162-18 0 0,3-2 0 0 0,0-1 0 0 0,0 0 0 0 0,0 0 0 0 0,-1 0 0 0 0,1 0 0 0 0,0-1 0 0 0,0 1 0 0 0,-1 0 0 0 0,1 0 0 0 0,0-1 0 0 0,-1 1 0 0 0,1-1 0 0 0,-1 1 0 0 0,1-1 0 0 0,-1 0 0 0 0,1 1 0 0 0,-1-1 0 0 0,1 0 0 0 0,-1 0 0 0 0,1 0 0 0 0,-3 0 0 0 0,4 0 0 0 0,0 0 0 0 0,0 0 0 0 0,-1 0 0 0 0,1 0 0 0 0,0 0 0 0 0,-1 0 0 0 0,1 0 0 0 0,0 0 0 0 0,-1 0 0 0 0,1 0 0 0 0,0 0 0 0 0,-1 0 0 0 0,1 0 0 0 0,0 0 0 0 0,0 0 0 0 0,-1 0 0 0 0,1-1 0 0 0,0 1 0 0 0,-1 0 0 0 0,1 0 0 0 0,0 0 0 0 0,0 0 0 0 0,-1-1 0 0 0,1 1 0 0 0,0 0 0 0 0,0 0 0 0 0,-1 0 0 0 0,1-1 0 0 0,0 1 0 0 0,0 0 0 0 0,0 0 0 0 0,0-1 0 0 0,-1 1 0 0 0,1 0 0 0 0,0-1 0 0 0,0 1 0 0 0,0 0 0 0 0,0-1 0 0 0,0-1 0 0 0,0-1 0 0 0,0 1 0 0 0,1 0 0 0 0,-1 0 0 0 0,1-1 0 0 0,0 1 0 0 0,-1 0 0 0 0,1 0 0 0 0,0 0 0 0 0,0 0 0 0 0,0 0 0 0 0,1 0 0 0 0,-1 0 0 0 0,0 0 0 0 0,1 0 0 0 0,-1 1 0 0 0,1-1 0 0 0,0 0 0 0 0,0 1 0 0 0,-1 0 0 0 0,1-1 0 0 0,0 1 0 0 0,0 0 0 0 0,4-2 0 0 0,1 0 0 0 0,0 0 0 0 0,0 1 0 0 0,0-1 0 0 0,0 2 0 0 0,0-1 0 0 0,1 1 0 0 0,-1 0 0 0 0,0 0 0 0 0,1 1 0 0 0,-1 0 0 0 0,9 1 0 0 0,0 1 0 0 0,-1 1 0 0 0,0 0 0 0 0,0 2 0 0 0,-1-1 0 0 0,1 2 0 0 0,-1 0 0 0 0,0 0 0 0 0,-1 1 0 0 0,19 13 0 0 0,11 12 0 0 0,55 51 0 0 0,-88-74 0 0 0,-6-5-359 0 0,0-1-1 0 0,1 0 1 0 0,-1-1-1 0 0,1 1 1 0 0,0-1-1 0 0,0 0 1 0 0,0 0-1 0 0,0 0 1 0 0,0-1-1 0 0,0 0 1 0 0,0 0-1 0 0,1 0 1 0 0,-1-1-1 0 0,0 1 1 0 0,0-1-1 0 0,1 0 1 0 0,-1-1-1 0 0,0 1 1 0 0,1-1-1 0 0,-1 0 1 0 0,0-1-1 0 0,0 1 1 0 0,0-1-1 0 0,0 0 1 0 0,0 0-1 0 0,-1-1 1 0 0,8-4-1 0 0,33-17-10177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8:57.6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142 102 16946 0 0,'0'-4'92'0'0,"1"0"1"0"0,-1-1 0 0 0,1 1 0 0 0,0 0 0 0 0,0-1 0 0 0,0 1 0 0 0,1 0 0 0 0,-1 0-1 0 0,1 0 1 0 0,0 0 0 0 0,1 1 0 0 0,-1-1 0 0 0,0 0 0 0 0,1 1 0 0 0,0-1 0 0 0,0 1-1 0 0,0 0 1 0 0,0 0 0 0 0,0 0 0 0 0,1 1 0 0 0,-1-1 0 0 0,1 1 0 0 0,0 0 0 0 0,0 0 0 0 0,0 0-1 0 0,0 0 1 0 0,0 1 0 0 0,0-1 0 0 0,0 1 0 0 0,1 0 0 0 0,-1 1 0 0 0,8-2-1 0 0,3 1 167 0 0,1-1 0 0 0,-1 2-1 0 0,1 0 1 0 0,-1 1-1 0 0,1 0 1 0 0,-1 1 0 0 0,24 7-1 0 0,-36-8-185 0 0,0 0-1 0 0,1 0 0 0 0,-1 0 1 0 0,0 0-1 0 0,0 1 0 0 0,0-1 1 0 0,0 1-1 0 0,0 0 1 0 0,0 0-1 0 0,0 0 0 0 0,0 0 1 0 0,-1 1-1 0 0,1-1 0 0 0,-1 1 1 0 0,0-1-1 0 0,0 1 0 0 0,0 0 1 0 0,0 0-1 0 0,0 0 0 0 0,0 0 1 0 0,-1 0-1 0 0,0 1 1 0 0,1-1-1 0 0,-1 0 0 0 0,0 1 1 0 0,-1-1-1 0 0,1 0 0 0 0,-1 1 1 0 0,1-1-1 0 0,-1 1 0 0 0,0-1 1 0 0,0 1-1 0 0,-1-1 0 0 0,1 1 1 0 0,-1-1-1 0 0,0 1 1 0 0,1-1-1 0 0,-1 0 0 0 0,-2 4 1 0 0,-4 11 295 0 0,-1-1 0 0 0,-1-1 0 0 0,-1 1 1 0 0,0-1-1 0 0,-16 19 0 0 0,-22 35 868 0 0,45-65-1105 0 0,0 0 0 0 0,0 0-1 0 0,0 1 1 0 0,0-1 0 0 0,1 0 0 0 0,0 1-1 0 0,0 0 1 0 0,1-1 0 0 0,-1 1-1 0 0,1 0 1 0 0,0 0 0 0 0,1 0-1 0 0,0 0 1 0 0,0 0 0 0 0,0 0 0 0 0,0 0-1 0 0,1 0 1 0 0,0 0 0 0 0,0-1-1 0 0,1 1 1 0 0,0 0 0 0 0,0-1-1 0 0,5 11 1 0 0,24 45 70 0 0,-11-23 119 0 0,23 60 1 0 0,-39-87-287 0 0,-1 0-1 0 0,0 0 1 0 0,0 1-1 0 0,-1-1 1 0 0,-1 1-1 0 0,1 0 1 0 0,-2 0-1 0 0,0-1 1 0 0,0 1-1 0 0,-3 14 1 0 0,2-22-34 0 0,-1 0 0 0 0,1 0 0 0 0,0 0 0 0 0,-1 0 0 0 0,0 0 0 0 0,0 0 0 0 0,0-1 0 0 0,0 1 0 0 0,-1-1 0 0 0,1 1 0 0 0,-1-1 0 0 0,0 0 0 0 0,0 0 0 0 0,0 0 0 0 0,-4 2 0 0 0,0 0 0 0 0,0-1 0 0 0,-1 0 0 0 0,1 0 0 0 0,-1 0 0 0 0,0-1 0 0 0,0 0 0 0 0,-9 1 0 0 0,-3 0 0 0 0,1-1 0 0 0,-1 0 0 0 0,0-2 0 0 0,1 0 0 0 0,-36-4 0 0 0,31-1-675 0 0,1 0 0 0 0,-1-1 0 0 0,1-2 0 0 0,-33-13 0 0 0,45 18-4487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3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75 168 18862 0 0,'0'0'-846'0'0,"0"1"837"0"0,0-1 1 0 0,-1 0-1 0 0,1 0 1 0 0,0 1 0 0 0,0-1-1 0 0,-1 0 1 0 0,1 0-1 0 0,0 1 1 0 0,0-1 0 0 0,-1 0-1 0 0,1 0 1 0 0,0 0-1 0 0,-1 1 1 0 0,1-1 0 0 0,0 0-1 0 0,-1 0 1 0 0,1 0-1 0 0,0 0 1 0 0,-1 0 0 0 0,1 0-1 0 0,0 0 1 0 0,-1 0-1 0 0,1 0 1 0 0,0 0 0 0 0,-1 0-1 0 0,1 0 1 0 0,0 0-1 0 0,-1 0 1 0 0,1 0 0 0 0,0 0-1 0 0,-1 0 1 0 0,1 0-1 0 0,0 0 1 0 0,-1-1 0 0 0,-1-3 183 0 0,1 1-1 0 0,0-1 1 0 0,-1 0 0 0 0,2 0 0 0 0,-1 0 0 0 0,0 0 0 0 0,1-1 0 0 0,0 1 0 0 0,0 0 0 0 0,0 0 0 0 0,0 0 0 0 0,1 0 0 0 0,-1 0 0 0 0,1 0-1 0 0,0 0 1 0 0,0 0 0 0 0,1 0 0 0 0,-1 0 0 0 0,1 0 0 0 0,0 1 0 0 0,0-1 0 0 0,0 1 0 0 0,0-1 0 0 0,1 1 0 0 0,-1 0 0 0 0,6-5 0 0 0,-3 2-6 0 0,1 0 1 0 0,0 1 0 0 0,0-1 0 0 0,0 1 0 0 0,1 1 0 0 0,-1-1-1 0 0,1 1 1 0 0,0 0 0 0 0,1 1 0 0 0,-1 0 0 0 0,0 0 0 0 0,1 0-1 0 0,11-2 1 0 0,-9 5-106 0 0,0 0 0 0 0,1 0 0 0 0,-1 1 0 0 0,1 0 0 0 0,-1 1 0 0 0,0 0 0 0 0,0 1 0 0 0,0 0 0 0 0,0 1 0 0 0,-1 0 0 0 0,1 0-1 0 0,-1 1 1 0 0,0 0 0 0 0,0 0 0 0 0,-1 1 0 0 0,0 1 0 0 0,0-1 0 0 0,9 10 0 0 0,-11-10-32 0 0,-1-1 1 0 0,1 1-1 0 0,-1 0 1 0 0,-1 0-1 0 0,1 0 0 0 0,-1 1 1 0 0,0-1-1 0 0,0 1 1 0 0,-1 0-1 0 0,0 0 1 0 0,0 1-1 0 0,-1-1 0 0 0,0 1 1 0 0,0-1-1 0 0,-1 1 1 0 0,0 0-1 0 0,0-1 0 0 0,-1 1 1 0 0,0 0-1 0 0,0 0 1 0 0,0-1-1 0 0,-1 1 1 0 0,-1 0-1 0 0,1-1 0 0 0,-4 9 1 0 0,-25 56 247 0 0,-28 81 468 0 0,57-147-689 0 0,0 0 0 0 0,1 1 0 0 0,0-1 0 0 0,0 0 1 0 0,0 1-1 0 0,1-1 0 0 0,0 1 0 0 0,0-1 0 0 0,3 9 0 0 0,20 54 331 0 0,0-15-174 0 0,-14-36 104 0 0,-2 0 0 0 0,0 1 0 0 0,-1 0 0 0 0,-1 0 0 0 0,7 39 0 0 0,-14-52-276 0 0,1-1 0 0 0,-1 1 0 0 0,0-1 0 0 0,0 1 1 0 0,-1-1-1 0 0,1 0 0 0 0,-1 0 0 0 0,0 1 0 0 0,-1-2 0 0 0,1 1 1 0 0,-1 0-1 0 0,0 0 0 0 0,-1-1 0 0 0,1 1 0 0 0,-1-1 0 0 0,1 0 0 0 0,-1 0 1 0 0,0-1-1 0 0,-1 1 0 0 0,1-1 0 0 0,-1 0 0 0 0,-7 4 0 0 0,-6 5 102 0 0,-2-2-1 0 0,1 0 0 0 0,-1-1 1 0 0,-27 7-1 0 0,34-11-183 0 0,-1-2-1 0 0,0 0 1 0 0,1-1 0 0 0,-1 0-1 0 0,0-1 1 0 0,0-1 0 0 0,0 0-1 0 0,-20-3 1 0 0,28 3-15 0 0,0-1 1 0 0,1-1 0 0 0,-1 1-1 0 0,1-1 1 0 0,-1 0-1 0 0,1 0 1 0 0,0 0-1 0 0,0-1 1 0 0,0 0 0 0 0,0 0-1 0 0,0 0 1 0 0,1 0-1 0 0,-1-1 1 0 0,1 0-1 0 0,0 0 1 0 0,0 0 0 0 0,0-1-1 0 0,1 1 1 0 0,0-1-1 0 0,-1 1 1 0 0,2-1-1 0 0,-1 0 1 0 0,-2-7 0 0 0,4 9-698 0 0,1 0 0 0 0,0-1 0 0 0,-1 1 0 0 0,1-1 0 0 0,1 1 1 0 0,-1-1-1 0 0,0 1 0 0 0,1-1 0 0 0,0 1 0 0 0,-1 0 0 0 0,1-1 1 0 0,1 1-1 0 0,-1 0 0 0 0,0 0 0 0 0,1 0 0 0 0,0 0 1 0 0,-1 0-1 0 0,1 0 0 0 0,0 0 0 0 0,1 1 0 0 0,-1-1 0 0 0,0 0 1 0 0,1 1-1 0 0,0 0 0 0 0,-1 0 0 0 0,5-3 0 0 0,19-12-8312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4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629 279 14961 0 0,'0'0'6196'0'0,"-4"-1"-5242"0"0,4 1-839 0 0,-1 0-1 0 0,1 0 1 0 0,0 0 0 0 0,-1 0-1 0 0,1 0 1 0 0,-1 0-1 0 0,1 0 1 0 0,-1 0-1 0 0,1 0 1 0 0,-1-1-1 0 0,1 1 1 0 0,0 0 0 0 0,-1 0-1 0 0,1-1 1 0 0,-1 1-1 0 0,1 0 1 0 0,0 0-1 0 0,-1-1 1 0 0,1 1-1 0 0,0 0 1 0 0,-1-1 0 0 0,1 1-1 0 0,0-1 1 0 0,-1 1-1 0 0,1 0 1 0 0,0-1-1 0 0,0 1 1 0 0,0-1-1 0 0,-1 1 1 0 0,1-1 0 0 0,0 1-1 0 0,0 0 1 0 0,0-1-1 0 0,0 1 1 0 0,0-1-1 0 0,0 1 1 0 0,0-1-1 0 0,0 1 1 0 0,0-1-1 0 0,13-21 712 0 0,8-13 175 0 0,-16 23-812 0 0,-1-1 0 0 0,-1 0 0 0 0,0 0 0 0 0,-1 0 0 0 0,-1 0 0 0 0,0 0 0 0 0,-1-22 0 0 0,0 31-165 0 0,0 1 0 0 0,0-1 1 0 0,-1 1-1 0 0,1-1 0 0 0,-1 1 0 0 0,0-1 0 0 0,0 1 1 0 0,0-1-1 0 0,0 1 0 0 0,-1 0 0 0 0,0 0 1 0 0,1 0-1 0 0,-1 0 0 0 0,0 0 0 0 0,0 0 0 0 0,-1 0 1 0 0,1 1-1 0 0,0-1 0 0 0,-1 1 0 0 0,0 0 1 0 0,1-1-1 0 0,-1 1 0 0 0,0 0 0 0 0,0 1 1 0 0,0-1-1 0 0,-1 0 0 0 0,1 1 0 0 0,0 0 0 0 0,0 0 1 0 0,-1 0-1 0 0,1 0 0 0 0,-1 0 0 0 0,-5 0 1 0 0,-5 2-14 0 0,0-1 1 0 0,0 2 0 0 0,1 0 0 0 0,-1 0 0 0 0,0 1-1 0 0,1 1 1 0 0,-1 1 0 0 0,1 0 0 0 0,1 0 0 0 0,-1 1 0 0 0,1 1-1 0 0,0 0 1 0 0,0 0 0 0 0,-14 13 0 0 0,6-4-11 0 0,2 0 0 0 0,0 2 0 0 0,1 0 0 0 0,1 0 0 0 0,0 2 0 0 0,1 0 0 0 0,-15 29 0 0 0,21-33 5 0 0,1 0 1 0 0,0 1-1 0 0,1 0 0 0 0,1 0 1 0 0,1 0-1 0 0,-4 24 0 0 0,8-34 11 0 0,0-1 0 0 0,1 1 0 0 0,0 0 0 0 0,0 0 0 0 0,1 0 0 0 0,0 0 0 0 0,0 0-1 0 0,1 0 1 0 0,0-1 0 0 0,0 1 0 0 0,0-1 0 0 0,1 1 0 0 0,0-1 0 0 0,0 0 0 0 0,0 0-1 0 0,1 0 1 0 0,0 0 0 0 0,0-1 0 0 0,8 9 0 0 0,-9-12-3 0 0,0 0 0 0 0,0 0 0 0 0,-1 0 0 0 0,1 0 0 0 0,0 0 0 0 0,1-1 1 0 0,-1 0-1 0 0,0 1 0 0 0,0-1 0 0 0,1 0 0 0 0,-1 0 0 0 0,0-1 0 0 0,1 1 0 0 0,-1-1 0 0 0,1 0 0 0 0,-1 0 0 0 0,1 0 0 0 0,-1 0 1 0 0,1 0-1 0 0,-1-1 0 0 0,0 1 0 0 0,1-1 0 0 0,-1 0 0 0 0,6-2 0 0 0,8-4 117 0 0,0-1-1 0 0,0 0 1 0 0,21-15-1 0 0,-12 8 205 0 0,-26 15-334 0 0,1-1 1 0 0,0 1-1 0 0,-1 0 0 0 0,1-1 0 0 0,-1 1 0 0 0,1 0 1 0 0,-1 0-1 0 0,1 0 0 0 0,0-1 0 0 0,-1 1 0 0 0,1 0 0 0 0,-1 0 1 0 0,1 0-1 0 0,0 0 0 0 0,-1 0 0 0 0,1 0 0 0 0,0 0 0 0 0,-1 0 1 0 0,1 0-1 0 0,-1 0 0 0 0,1 1 0 0 0,0-1 0 0 0,-1 0 1 0 0,1 0-1 0 0,-1 1 0 0 0,1-1 0 0 0,-1 0 0 0 0,1 1 0 0 0,-1-1 1 0 0,2 1-1 0 0,6 20 42 0 0,-7 29 12 0 0,-1-48-55 0 0,-38 330 0 0 0,37-320 0 0 0,-1-2 0 0 0,-1 1 0 0 0,1 0 0 0 0,-1 0 0 0 0,-1-1 0 0 0,-8 17 0 0 0,10-23 0 0 0,-1 0 0 0 0,0 1 0 0 0,0-1 0 0 0,-1 0 0 0 0,1-1 0 0 0,-1 1 0 0 0,0 0 0 0 0,0-1 0 0 0,0 0 0 0 0,0 0 0 0 0,-1 0 0 0 0,1-1 0 0 0,-1 1 0 0 0,1-1 0 0 0,-1 0 0 0 0,-6 1 0 0 0,6-1 0 0 0,-68 15 0 0 0,-50-15 0 0 0,98 0 0 0 0,1-3 0 0 0,3-3 0 0 0,3 1 0 0 0,-5-2 15 0 0,20 2-393 0 0,3 1-414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192 151 17986 0 0,'0'0'-1010'0'0,"-5"0"-529"0"0,5 1 1644 0 0,-1-1 0 0 0,0 0 0 0 0,1 0 1 0 0,-1 1-1 0 0,1-1 0 0 0,-1 0 0 0 0,0 0 0 0 0,1 0 0 0 0,-1 0 0 0 0,0 0 0 0 0,1 0 0 0 0,-1 0 1 0 0,0 0-1 0 0,1 0 0 0 0,-1 0 0 0 0,0-1 0 0 0,1 1 0 0 0,-1 0 0 0 0,0 0 0 0 0,1 0 0 0 0,-1-1 0 0 0,1 1 1 0 0,-1 0-1 0 0,1-1 0 0 0,-1 1 0 0 0,0-1 0 0 0,1 1 0 0 0,0-1 0 0 0,-1 1 0 0 0,1-1 0 0 0,-1 1 1 0 0,1-1-1 0 0,-1 1 0 0 0,1-1 0 0 0,0 1 0 0 0,0-1 0 0 0,-1 0 0 0 0,1 1 0 0 0,0-2 0 0 0,0 0 111 0 0,0-1-1 0 0,1 1 1 0 0,0-1-1 0 0,0 1 1 0 0,0-1-1 0 0,0 1 1 0 0,0 0-1 0 0,0-1 1 0 0,0 1-1 0 0,1 0 1 0 0,1-2-1 0 0,4-6 179 0 0,0 1 0 0 0,1 0 0 0 0,1 0 1 0 0,14-11-1 0 0,-15 13-233 0 0,1 1 1 0 0,1 0-1 0 0,-1 1 1 0 0,1 0 0 0 0,0 0-1 0 0,0 1 1 0 0,0 1 0 0 0,1 0-1 0 0,-1 0 1 0 0,1 1-1 0 0,17-2 1 0 0,-24 4-139 0 0,0 1 0 0 0,0 0 0 0 0,1 0 0 0 0,-1 0 0 0 0,0 0 0 0 0,0 1 0 0 0,0-1 0 0 0,0 1 0 0 0,-1 0 0 0 0,1 0 0 0 0,0 1 0 0 0,-1-1 1 0 0,1 1-1 0 0,-1-1 0 0 0,0 1 0 0 0,0 0 0 0 0,0 1 0 0 0,0-1 0 0 0,3 6 0 0 0,-1-2 7 0 0,0 0 1 0 0,-1 1 0 0 0,0-1-1 0 0,-1 1 1 0 0,1 0-1 0 0,-1 0 1 0 0,-1 0 0 0 0,3 11-1 0 0,-4-6 19 0 0,0-1-1 0 0,-1 1 1 0 0,0-1-1 0 0,0 1 0 0 0,-2-1 1 0 0,1 1-1 0 0,-2-1 1 0 0,1 0-1 0 0,-2 1 1 0 0,-5 12-1 0 0,1-7 254 0 0,-1 0 0 0 0,0 0 0 0 0,-2-1 1 0 0,0-1-1 0 0,-22 26 0 0 0,28-35-39 0 0,0 0 1 0 0,0 0-1 0 0,1 0 0 0 0,0 0 1 0 0,0 1-1 0 0,-3 11 1 0 0,6-17-131 0 0,2 9 9 0 0,0 0 0 0 0,0 0 1 0 0,6 19-1 0 0,1-9-68 0 0,-2 0 0 0 0,0 0 1 0 0,-1 0-1 0 0,-2 1 0 0 0,0-1 0 0 0,0 27 0 0 0,-3-41-53 0 0,-1 0-1 0 0,0 0 0 0 0,0 0 0 0 0,0-1 0 0 0,-1 1 0 0 0,0 0 0 0 0,0-1 0 0 0,-1 0 0 0 0,0 1 1 0 0,0-1-1 0 0,0 0 0 0 0,-1 0 0 0 0,0-1 0 0 0,0 1 0 0 0,0-1 0 0 0,-1 0 0 0 0,0 0 0 0 0,0 0 0 0 0,0-1 1 0 0,0 0-1 0 0,-1 0 0 0 0,0 0 0 0 0,-11 5 0 0 0,0 0-20 0 0,10-4 0 0 0,-1-1 0 0 0,0-1 0 0 0,0 1 0 0 0,0-1 0 0 0,0-1 0 0 0,-1 1 0 0 0,1-2 0 0 0,0 1 0 0 0,-1-1 0 0 0,0 0 0 0 0,1-1 0 0 0,-13 0 0 0 0,13-1 0 0 0,-1 1 0 0 0,1-1 0 0 0,-1 0 0 0 0,1-1 0 0 0,-1 0 0 0 0,1 0 0 0 0,0-1 0 0 0,0 0 0 0 0,0 0 0 0 0,0-1 0 0 0,1 0 0 0 0,-1-1 0 0 0,-7-6 0 0 0,9 8-927 0 0,1-1 1 0 0,-1 0-1 0 0,1 0 0 0 0,0-1 1 0 0,-7-9-1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8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402 24 14985 0 0,'-4'0'6411'0'0,"-35"-1"-6044"0"0,-177-12 3667 0 0,213 13-3899 0 0,-1-1-16 0 0,-11-1-1 0 0,12 2 97 0 0,-35-7 645 0 0,38 7-859 0 0,-1 0 0 0 0,1 1 0 0 0,0-1 0 0 0,-1 0 0 0 0,1 0 0 0 0,0 0-1 0 0,-1 1 1 0 0,1-1 0 0 0,0 0 0 0 0,-1 1 0 0 0,1-1 0 0 0,0 0 0 0 0,-1 1-1 0 0,1-1 1 0 0,0 0 0 0 0,0 1 0 0 0,-1-1 0 0 0,1 1 0 0 0,0-1 0 0 0,0 0-1 0 0,0 1 1 0 0,0-1 0 0 0,0 1 0 0 0,-1-1 0 0 0,1 0 0 0 0,0 1 0 0 0,0-1-1 0 0,0 1 1 0 0,0-1 0 0 0,0 1 0 0 0,0-1 0 0 0,1 1 0 0 0,-1 0 0 0 0,-2 35 53 0 0,5 37 23 0 0,-1-53-57 0 0,0 0 0 0 0,1 0 0 0 0,1 0 0 0 0,7 22 0 0 0,-7-32-9 0 0,0 0 0 0 0,0-1 0 0 0,1 0 0 0 0,0 1 0 0 0,1-2 0 0 0,0 1 0 0 0,1-1 0 0 0,0 0 0 0 0,14 13 0 0 0,-5-6 27 0 0,16 14-48 0 0,55 61-1 0 0,-79-80 79 0 0,0 1 0 0 0,-1 0-1 0 0,0 1 1 0 0,0 0 0 0 0,-1 0-1 0 0,-1 0 1 0 0,0 1 0 0 0,0 0-1 0 0,-2-1 1 0 0,4 20 0 0 0,-6-25 26 0 0,0 0 1 0 0,-1-1 0 0 0,0 1 0 0 0,-1 0 0 0 0,1-1 0 0 0,-1 1 0 0 0,0-1 0 0 0,-1 1-1 0 0,0-1 1 0 0,0 1 0 0 0,0-1 0 0 0,-1 0 0 0 0,1 0 0 0 0,-2 0 0 0 0,1 0-1 0 0,-1-1 1 0 0,1 1 0 0 0,-2-1 0 0 0,1 0 0 0 0,0 0 0 0 0,-1 0 0 0 0,0-1-1 0 0,-7 5 1 0 0,0 0 140 0 0,-1-1 0 0 0,-1 0 0 0 0,0-1 0 0 0,0 0 0 0 0,0-1-1 0 0,-1-1 1 0 0,0 0 0 0 0,-27 4 0 0 0,23-7-235 0 0,17-2 0 0 0,-1 1 0 0 0,0 0 0 0 0,0-1 0 0 0,0 0 0 0 0,0 0 0 0 0,0 0 0 0 0,0 0 0 0 0,0 0 0 0 0,0 0 0 0 0,0-1 0 0 0,0 0 0 0 0,0 1 0 0 0,-4-3 0 0 0,-17-8 0 0 0,15 9 41 0 0,-3-5-66 0 0,-20-17-275 0 0,29 22-551 0 0,-5-3 1158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9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237 174 15837 0 0,'21'-56'-834'0'0,"6"-14"8264"0"0,-24 84-6484 0 0,-3 29-587 0 0,-19 59 917 0 0,-3-1 1 0 0,-6-1-1 0 0,-69 167 1 0 0,94-259-1305 0 0,3-11-66 0 0,11-28-233 0 0,19-51-425 0 0,123-295-1476 0 0,-143 354 2099 0 0,-3 6-25 0 0,0 0 0 0 0,0 0 0 0 0,-2 0-1 0 0,0-1 1 0 0,-1 0 0 0 0,2-23 0 0 0,-6 40 149 0 0,0 0 1 0 0,0 0 0 0 0,0 0-1 0 0,-1 0 1 0 0,1 0-1 0 0,0 0 1 0 0,-1 0 0 0 0,1 0-1 0 0,0 1 1 0 0,-1-1-1 0 0,1 0 1 0 0,-1 0 0 0 0,1 0-1 0 0,-1 1 1 0 0,0-1-1 0 0,1 0 1 0 0,-1 0 0 0 0,0 1-1 0 0,0-1 1 0 0,1 1-1 0 0,-1-1 1 0 0,0 1 0 0 0,0-1-1 0 0,0 1 1 0 0,0-1-1 0 0,1 1 1 0 0,-1 0-1 0 0,0-1 1 0 0,0 1 0 0 0,0 0-1 0 0,0 0 1 0 0,0 0-1 0 0,0 0 1 0 0,0-1 0 0 0,0 1-1 0 0,0 1 1 0 0,0-1-1 0 0,0 0 1 0 0,-2 0 0 0 0,-39 9 229 0 0,40-8-222 0 0,-28 11 314 0 0,0 1 0 0 0,1 2 0 0 0,1 0 1 0 0,0 2-1 0 0,-49 41 0 0 0,41-31 357 0 0,34-26-582 0 0,-1 1 0 0 0,1-1 0 0 0,0 1 0 0 0,0-1 0 0 0,0 1 0 0 0,0 0 0 0 0,0 0-1 0 0,1 0 1 0 0,-1 0 0 0 0,0 0 0 0 0,1 0 0 0 0,-1 1 0 0 0,1-1 0 0 0,0 0 0 0 0,0 1-1 0 0,0-1 1 0 0,0 1 0 0 0,0-1 0 0 0,1 1 0 0 0,-1-1 0 0 0,1 4 0 0 0,0-3-4 0 0,1-1 0 0 0,0 1 1 0 0,0 0-1 0 0,0-1 1 0 0,1 1-1 0 0,-1-1 0 0 0,0 0 1 0 0,1 1-1 0 0,0-1 0 0 0,0 0 1 0 0,-1 0-1 0 0,1 0 0 0 0,0 0 1 0 0,1 0-1 0 0,-1-1 0 0 0,0 1 1 0 0,0-1-1 0 0,1 1 0 0 0,4 1 1 0 0,26 15 350 0 0,0-2 0 0 0,1-1 0 0 0,49 13 0 0 0,118 21-28 0 0,-154-38-442 0 0,-27-7 198 0 0,-17-3-1796 0 0,-1-1 815 0 0,0 0-1 0 0,0 0 1 0 0,0 0 0 0 0,0 0-1 0 0,0 0 1 0 0,0 0 0 0 0,0 0-1 0 0,-1-1 1 0 0,11-3-3258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09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269 155 12845 0 0,'-4'-2'245'0'0,"1"0"0"0"0,-1-1 0 0 0,1 1-1 0 0,-1-1 1 0 0,1 1 0 0 0,0-1 0 0 0,0 0 0 0 0,1 0-1 0 0,-1 0 1 0 0,1-1 0 0 0,-1 1 0 0 0,1 0 0 0 0,0-1 0 0 0,0 0-1 0 0,0 0 1 0 0,1 1 0 0 0,0-1 0 0 0,-1 0 0 0 0,1 0-1 0 0,0 0 1 0 0,0-5 0 0 0,1 6-44 0 0,0-1 1 0 0,0 1-1 0 0,1 0 0 0 0,-1 0 1 0 0,1 0-1 0 0,-1 0 0 0 0,1-1 1 0 0,0 1-1 0 0,0 0 1 0 0,0 0-1 0 0,1 1 0 0 0,-1-1 1 0 0,1 0-1 0 0,0 0 0 0 0,-1 1 1 0 0,1-1-1 0 0,0 1 0 0 0,1-1 1 0 0,-1 1-1 0 0,0 0 0 0 0,1 0 1 0 0,-1 0-1 0 0,1 0 0 0 0,0 0 1 0 0,-1 1-1 0 0,6-3 1 0 0,-5 3-134 0 0,0 0 1 0 0,0 0-1 0 0,0 0 1 0 0,0 0-1 0 0,0 1 1 0 0,0-1-1 0 0,0 1 1 0 0,0 0-1 0 0,1 0 1 0 0,-1 0 0 0 0,0 1-1 0 0,0-1 1 0 0,0 1-1 0 0,0-1 1 0 0,0 1-1 0 0,0 0 1 0 0,0 0-1 0 0,-1 0 1 0 0,1 1-1 0 0,0-1 1 0 0,0 1 0 0 0,-1-1-1 0 0,1 1 1 0 0,-1 0-1 0 0,1 0 1 0 0,-1 0-1 0 0,0 0 1 0 0,0 1-1 0 0,0-1 1 0 0,0 0 0 0 0,0 1-1 0 0,-1 0 1 0 0,1-1-1 0 0,1 5 1 0 0,2 1 9 0 0,-1 0 1 0 0,0 1-1 0 0,-1-1 0 0 0,0 1 1 0 0,0 0-1 0 0,-1 0 1 0 0,0 0-1 0 0,-1 0 0 0 0,1 0 1 0 0,-1 12-1 0 0,-3-2 106 0 0,-1 0 0 0 0,-1 0 1 0 0,0 0-1 0 0,-2 0 0 0 0,0-1 0 0 0,0 0 0 0 0,-2 0 0 0 0,-1 0 0 0 0,0-1 0 0 0,-20 28 1 0 0,-11 6 844 0 0,-86 88 1 0 0,33-41 529 0 0,83-87-1441 0 0,-19 29-42 0 0,27-26-76 0 0,16 1 0 0 0,4-8 0 0 0,0-1 0 0 0,1-1 0 0 0,-1 0 0 0 0,1-1 0 0 0,30 2 0 0 0,25 5 0 0 0,-34-5 0 0 0,35 3 0 0 0,-56-8 0 0 0,-5 0-421 0 0,-13-1 116 0 0,0 0-1 0 0,0 0 1 0 0,0 0 0 0 0,1 0-1 0 0,-1 0 1 0 0,0-1-1 0 0,0 1 1 0 0,0 0-1 0 0,0-1 1 0 0,0 1 0 0 0,0-1-1 0 0,0 1 1 0 0,0-1-1 0 0,0 1 1 0 0,0-1-1 0 0,0 0 1 0 0,-1 0 0 0 0,1 1-1 0 0,1-3 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7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90 179 5264 0 0,'0'-4'2043'0'0,"-35"-171"14945"0"0,34 181-16439 0 0,-5 51 172 0 0,2 0-1 0 0,3 1 0 0 0,8 67 0 0 0,-2-13 6 0 0,-8 4 573 0 0,-29 200-1 0 0,26-300-5889 0 0,-1-33 2241 0 0,1-38-2647 0 0,7-43-5412 0 0,4 59 3564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7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139 173 13417 0 0,'-5'0'-6'0'0,"-33"0"2084"0"0,-47-6 1640 0 0,82 5-2651 0 0,3 1-1035 0 0,0 0-1 0 0,0 0 1 0 0,0 0-1 0 0,-1 0 1 0 0,1 0-1 0 0,0 1 1 0 0,0-1-1 0 0,-1 0 1 0 0,1 0-1 0 0,0 0 1 0 0,0 0-1 0 0,0 0 1 0 0,-1 0-1 0 0,1 0 1 0 0,0 0 0 0 0,0 0-1 0 0,0 0 1 0 0,-1 0-1 0 0,1 0 1 0 0,0 0-1 0 0,0 0 1 0 0,-1-1-1 0 0,1 1 1 0 0,0 0-1 0 0,0 0 1 0 0,0 0-1 0 0,0 0 1 0 0,-1 0-1 0 0,1 0 1 0 0,0 0-1 0 0,0-1 1 0 0,0 1-1 0 0,0 0 1 0 0,-1 0 0 0 0,1 0-1 0 0,0 0 1 0 0,0-1-1 0 0,0 1 1 0 0,0 0-1 0 0,0 0 1 0 0,0 0-1 0 0,0-1 1 0 0,0 1-1 0 0,-1 0 1 0 0,1 0-1 0 0,0-1 1 0 0,0 1-1 0 0,0 0 1 0 0,0 0-1 0 0,0 0 1 0 0,0-1-1 0 0,0 1 1 0 0,0 0 0 0 0,0 0-1 0 0,0 0 1 0 0,1-1-1 0 0,-1 1 1 0 0,0 0-1 0 0,0 0 1 0 0,0-1-1 0 0,0 1 1 0 0,0 0-1 0 0,0 0 1 0 0,0 0-1 0 0,0 0 1 0 0,1-1-1 0 0,-1 1 1 0 0,0 0-1 0 0,52-23 1124 0 0,2 3-1 0 0,98-25 0 0 0,125-11-74 0 0,-250 52-1011 0 0,-12 1-664 0 0,1 0 1 0 0,-1 1-1 0 0,1 1 0 0 0,0 1 0 0 0,27 2 1 0 0,-40-1 245 0 0,0-1 0 0 0,0 1 1 0 0,0-1-1 0 0,0 1 0 0 0,0 0 0 0 0,0 0 1 0 0,-1 0-1 0 0,1 1 0 0 0,0-1 0 0 0,0 1 1 0 0,-1-1-1 0 0,1 1 0 0 0,-1 0 0 0 0,1 0 1 0 0,-1 0-1 0 0,0 0 0 0 0,0 1 1 0 0,0-1-1 0 0,0 0 0 0 0,0 1 0 0 0,-1 0 1 0 0,1-1-1 0 0,-1 1 0 0 0,1 0 0 0 0,-1 0 1 0 0,0 0-1 0 0,0 0 0 0 0,0 0 0 0 0,-1 0 1 0 0,1 0-1 0 0,-1 0 0 0 0,0 0 1 0 0,0 0-1 0 0,0 0 0 0 0,0 6 0 0 0,-4 22-3480 0 0,-5 6-1424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7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9 10361 0 0,'-24'25'480'0'0,"-18"22"1337"0"0,25-13 5489 0 0,39-22-5003 0 0,-12-11-1779 0 0,0-1-1 0 0,0 0 1 0 0,0 0 0 0 0,13-3 0 0 0,-9 2-405 0 0,224-27 2985 0 0,-87-8-5793 0 0,-67 7-3771 0 0,-30 7-2748 0 0,-31 13 1312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7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13 15693 0 0,'0'-1'147'0'0,"-1"0"-1"0"0,1 1 0 0 0,-1-1 0 0 0,1 0 0 0 0,-1 0 0 0 0,0 0 0 0 0,1 1 0 0 0,-1-1 0 0 0,0 0 0 0 0,1 1 0 0 0,-1-1 1 0 0,0 1-1 0 0,0-1 0 0 0,0 1 0 0 0,0-1 0 0 0,0 1 0 0 0,1-1 0 0 0,-1 1 0 0 0,0 0 0 0 0,0-1 0 0 0,0 1 0 0 0,-1 0 1 0 0,-2 16 4023 0 0,12 28-1316 0 0,32 114 765 0 0,-12-39-1672 0 0,-28-117-1784 0 0,3 15 133 0 0,-3-17-286 0 0,0 0 0 0 0,0-1-1 0 0,0 1 1 0 0,0 0 0 0 0,1 0-1 0 0,-1 0 1 0 0,0 0 0 0 0,0 0-1 0 0,0-1 1 0 0,0 1 0 0 0,0 0-1 0 0,0 0 1 0 0,0 0 0 0 0,1 0-1 0 0,-1 0 1 0 0,0 0 0 0 0,0-1-1 0 0,0 1 1 0 0,0 0-1 0 0,1 0 1 0 0,-1 0 0 0 0,0 0-1 0 0,0 0 1 0 0,0 0 0 0 0,0 0-1 0 0,1 0 1 0 0,-1 0 0 0 0,0 0-1 0 0,0 0 1 0 0,0 0 0 0 0,1 0-1 0 0,-1 0 1 0 0,0 0 0 0 0,0 0-1 0 0,0 0 1 0 0,0 0 0 0 0,1 0-1 0 0,-1 0 1 0 0,0 0 0 0 0,0 0-1 0 0,0 0 1 0 0,0 0-1 0 0,1 1 1 0 0,-1-1 0 0 0,0 0-1 0 0,0 0 1 0 0,0 0 0 0 0,0 0-1 0 0,0 0 1 0 0,0 0 0 0 0,1 1-1 0 0,-1-1 1 0 0,0 0 0 0 0,0 0-1 0 0,0 0 1 0 0,0 0 0 0 0,0 1-1 0 0,0-1 1 0 0,0 0 0 0 0,0 0-1 0 0,0 0 1 0 0,0 0-1 0 0,0 1 1 0 0,0-1 0 0 0,0 0-1 0 0,0 0 1 0 0,0 1 0 0 0,34-61-4 0 0,-16 27-5 0 0,2 1 0 0 0,31-41 0 0 0,-45 65-1 0 0,0 1-1 0 0,0 0 1 0 0,1 1 0 0 0,0 0 0 0 0,0 0 0 0 0,1 0 0 0 0,-1 1 0 0 0,1 0 0 0 0,0 0 0 0 0,0 1 0 0 0,1 0-1 0 0,0 1 1 0 0,-1 0 0 0 0,1 0 0 0 0,10-2 0 0 0,4 7 0 0 0,-14 0 0 0 0,-1 1 0 0 0,1 0 0 0 0,-1 1 0 0 0,0 0 0 0 0,0 0 0 0 0,0 0 0 0 0,0 1 0 0 0,-1 1 0 0 0,0-1 0 0 0,0 1 0 0 0,0 0 0 0 0,-1 1 0 0 0,0-1 0 0 0,0 1 0 0 0,0 1 0 0 0,-1-1 0 0 0,6 12 0 0 0,5 13 0 0 0,-2 0 0 0 0,-2 1 0 0 0,12 44 0 0 0,12 32 0 0 0,-33-97 0 0 0,3 3-1557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8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169 84 17414 0 0,'-5'-1'120'0'0,"1"1"-1"0"0,-1 0 1 0 0,0 0 0 0 0,1 0 0 0 0,-1 0 0 0 0,0 0 0 0 0,1 1 0 0 0,-1 0 0 0 0,1 0 0 0 0,-1 0 0 0 0,1 1 0 0 0,-1 0 0 0 0,1 0 0 0 0,0 0-1 0 0,0 0 1 0 0,-8 5 0 0 0,7-2 74 0 0,-1 1 0 0 0,0-1 1 0 0,1 1-1 0 0,0 0 0 0 0,0 0 0 0 0,1 1 0 0 0,0-1 0 0 0,0 1 0 0 0,-4 11 0 0 0,1-1 190 0 0,1 1 0 0 0,1 0 0 0 0,0 0-1 0 0,1 0 1 0 0,2 1 0 0 0,-1-1 0 0 0,2 36 0 0 0,2-44-212 0 0,0 1 0 0 0,1-1 0 0 0,0 1 0 0 0,1-1 0 0 0,0 0 0 0 0,0 0 0 0 0,1 0 0 0 0,0 0 0 0 0,1 0 0 0 0,0-1 0 0 0,1 0 0 0 0,10 13 0 0 0,-12-17-60 0 0,2 1 0 0 0,-1-1 0 0 0,0 1 0 0 0,1-1 0 0 0,0-1-1 0 0,0 1 1 0 0,1-1 0 0 0,-1 0 0 0 0,1-1 0 0 0,0 0 0 0 0,0 0-1 0 0,0 0 1 0 0,0-1 0 0 0,0 0 0 0 0,0 0 0 0 0,1 0 0 0 0,-1-1-1 0 0,12 0 1 0 0,-3-1 44 0 0,0-1 0 0 0,-1-1 0 0 0,1 0 0 0 0,-1-1 0 0 0,1-1 0 0 0,-1 0-1 0 0,0-1 1 0 0,-1-1 0 0 0,1 0 0 0 0,26-16 0 0 0,-34 17-51 0 0,1 0 0 0 0,-1 0 0 0 0,0-1 0 0 0,-1 0 0 0 0,1-1 0 0 0,-1 1 0 0 0,0-1 0 0 0,-1 0 0 0 0,0-1 0 0 0,0 1 0 0 0,0-1 0 0 0,-1 0 0 0 0,0 0 0 0 0,-1-1 0 0 0,0 1 1 0 0,0-1-1 0 0,-1 0 0 0 0,0 1 0 0 0,0-1 0 0 0,0-13 0 0 0,-2 3-102 0 0,0 0 0 0 0,-2 1 1 0 0,0-1-1 0 0,-1 1 0 0 0,0-1 0 0 0,-2 1 1 0 0,0 0-1 0 0,-2 0 0 0 0,-14-29 0 0 0,17 38-9 0 0,-1 0 0 0 0,0 1 0 0 0,0 0 0 0 0,-1 0 0 0 0,0 0 0 0 0,-1 0 0 0 0,1 1 0 0 0,-1 0 0 0 0,-1 1 0 0 0,0 0 0 0 0,0 0 0 0 0,0 0 0 0 0,0 1 0 0 0,-1 0 0 0 0,0 1 0 0 0,0 0 0 0 0,0 0 0 0 0,0 1 0 0 0,-18-4 0 0 0,25 7-85 0 0,1 0 1 0 0,-1 0 0 0 0,0 0-1 0 0,0 0 1 0 0,0 0-1 0 0,0 1 1 0 0,0-1 0 0 0,0 1-1 0 0,0-1 1 0 0,0 1-1 0 0,1 0 1 0 0,-1-1 0 0 0,0 1-1 0 0,0 0 1 0 0,-1 2 0 0 0,-5 1-321 0 0,1-2-405 0 0,0 0 0 0 0,0 1 0 0 0,0 1-1 0 0,1-1 1 0 0,-1 1 0 0 0,-10 8-1 0 0,14-10 47 0 0,1 0 0 0 0,0 0 0 0 0,0 0 0 0 0,0 1 0 0 0,0-1 0 0 0,0 1 0 0 0,1-1 0 0 0,-1 1 0 0 0,1 0 0 0 0,0 0 0 0 0,-2 4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8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197 492 14925 0 0,'-36'20'13702'0'0,"38"-32"-13556"0"0,0 0 0 0 0,-1 0 0 0 0,0 1 0 0 0,-1-1 0 0 0,0 0 0 0 0,-1 0 1 0 0,0 0-1 0 0,-1 0 0 0 0,0 1 0 0 0,-6-19 0 0 0,-4-9 296 0 0,-32-72 1 0 0,30 86-60 0 0,-2 0 1 0 0,0 1-1 0 0,-32-37 0 0 0,46 57-308 0 0,2 2-74 0 0,0 1 0 0 0,0-1 0 0 0,0 1 0 0 0,0-1 0 0 0,0 0 0 0 0,0 1 0 0 0,0-1 0 0 0,0 0 0 0 0,1 1 0 0 0,-1-1 0 0 0,1 1 0 0 0,-1-1 0 0 0,1 0 0 0 0,0 1 0 0 0,0 0 0 0 0,-1-1 0 0 0,1 1 0 0 0,0-1 0 0 0,0 1 0 0 0,0 0 0 0 0,1 0 0 0 0,-1 0 0 0 0,0-1 0 0 0,0 1 0 0 0,1 0 0 0 0,-1 0 0 0 0,0 1 0 0 0,1-1 0 0 0,-1 0 0 0 0,1 0 0 0 0,-1 1 0 0 0,1-1 0 0 0,-1 1 0 0 0,1-1 0 0 0,0 1 0 0 0,-1 0 0 0 0,1 0 0 0 0,0-1 0 0 0,1 2 0 0 0,5-3-1 0 0,13-5 0 0 0,1 1 0 0 0,0 1 0 0 0,0 1 0 0 0,1 0 0 0 0,-1 2 0 0 0,1 1 0 0 0,23 2 0 0 0,-37 0 0 0 0,0 0 0 0 0,0 0 0 0 0,0 1 0 0 0,0 0 0 0 0,0 1 0 0 0,0 0 0 0 0,-1 1 0 0 0,1-1 0 0 0,-1 2 0 0 0,0-1 0 0 0,0 1 0 0 0,-1 0 0 0 0,1 1 0 0 0,-1 0 0 0 0,0 0 0 0 0,-1 0 0 0 0,0 1 0 0 0,0 0 0 0 0,0 0 0 0 0,5 9 0 0 0,7 20 0 0 0,-2-1 0 0 0,-1 2 0 0 0,-2 0 0 0 0,-1 1 0 0 0,8 51 0 0 0,22 67 0 0 0,-42-155-9 0 0,13 32-1266 0 0,-12-31 1169 0 0,-1-1 0 0 0,1 1 0 0 0,0-1 0 0 0,-1 1 0 0 0,1-1 0 0 0,0 0 0 0 0,0 1 0 0 0,0-1 0 0 0,0 0 0 0 0,0 0 0 0 0,0 1 0 0 0,0-1 0 0 0,0 0 0 0 0,1 0 0 0 0,-1 0 0 0 0,0-1 0 0 0,0 1 0 0 0,3 1 0 0 0,-1-3-311 0 0,-1 1 0 0 0,1-1 0 0 0,0 0 0 0 0,-1 0 0 0 0,1 0 0 0 0,-1 0 0 0 0,0 0 0 0 0,1-1 0 0 0,-1 1 0 0 0,0-1 0 0 0,0 0 0 0 0,0 1 0 0 0,0-1 0 0 0,2-3 0 0 0,27-31-4041 0 0,26-54-4310 0 0,-28 36 636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19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330 61 14465 0 0,'-4'-13'363'0'0,"-5"-18"1277"0"0,9 30-1370 0 0,0 0 0 0 0,0 1 0 0 0,0-1 0 0 0,-1 0 0 0 0,1 0 1 0 0,-1 0-1 0 0,1 0 0 0 0,0 0 0 0 0,-1 0 0 0 0,0 1 0 0 0,1-1 0 0 0,-1 0 0 0 0,1 0 0 0 0,-1 1 0 0 0,0-1 0 0 0,0 0 1 0 0,1 1-1 0 0,-1-1 0 0 0,0 1 0 0 0,0-1 0 0 0,-1 0 0 0 0,3 10 891 0 0,13 89 1210 0 0,10 89 388 0 0,-6 398 1307 0 0,-18-316-4066 0 0,4-200 0 0 0,-4-91 0 0 0,1 11 0 0 0,-1 0 0 0 0,-1 0 0 0 0,0 0 0 0 0,0 0 0 0 0,-4-15 0 0 0,3 19 0 0 0,-1-1 0 0 0,0 1 0 0 0,0 0 0 0 0,0 0 0 0 0,-1 0 0 0 0,0 0 0 0 0,0 1 0 0 0,0-1 0 0 0,-1 1 0 0 0,0 1 0 0 0,-1-1 0 0 0,1 0 0 0 0,-1 1 0 0 0,-13-9 0 0 0,14 12 0 0 0,1 0 0 0 0,-2 0 0 0 0,1 0 0 0 0,0 0 0 0 0,0 1 0 0 0,0 0 0 0 0,-1 0 0 0 0,1 0 0 0 0,-1 1 0 0 0,1-1 0 0 0,0 1 0 0 0,-1 1 0 0 0,1-1 0 0 0,-1 1 0 0 0,1 0 0 0 0,0 0 0 0 0,-1 1 0 0 0,1-1 0 0 0,0 1 0 0 0,0 0 0 0 0,0 0 0 0 0,-6 5 0 0 0,-1 0 0 0 0,1 1 0 0 0,-1 0 0 0 0,1 1 0 0 0,1 1 0 0 0,0-1 0 0 0,0 2 0 0 0,1-1 0 0 0,0 1 0 0 0,1 1 0 0 0,0-1 0 0 0,1 1 0 0 0,1 1 0 0 0,-7 15 0 0 0,9-20 0 0 0,1 0 0 0 0,0 0 0 0 0,1 1 0 0 0,0-1 0 0 0,0 0 0 0 0,0 1 0 0 0,1-1 0 0 0,1 1 0 0 0,0 0 0 0 0,0-1 0 0 0,0 1 0 0 0,1-1 0 0 0,0 1 0 0 0,1-1 0 0 0,0 1 0 0 0,0-1 0 0 0,1 0 0 0 0,0 0 0 0 0,0 0 0 0 0,1 0 0 0 0,0-1 0 0 0,9 13 0 0 0,-10-16-54 0 0,0-1 1 0 0,1 1-1 0 0,-1-1 1 0 0,0 0-1 0 0,1-1 1 0 0,0 1-1 0 0,-1 0 1 0 0,1-1-1 0 0,0 0 1 0 0,1 0-1 0 0,-1 0 1 0 0,0-1-1 0 0,0 1 1 0 0,1-1-1 0 0,8 2 1 0 0,-5-3-175 0 0,0 0 0 0 0,1 0 1 0 0,-1 0-1 0 0,0-1 0 0 0,0 0 1 0 0,0-1-1 0 0,0 0 1 0 0,10-3-1 0 0,3-3-531 0 0,-2-1 0 0 0,1-1 1 0 0,-2 0-1 0 0,1-2 0 0 0,32-25 1 0 0,26-32-5372 0 0,-27 20-1312 0 0,-8 6-2440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0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58 169 17498 0 0,'0'0'-75'0'0,"-13"3"4473"0"0,19-5-3412 0 0,-6 2-972 0 0,98-28 1667 0 0,-91 26-1464 0 0,-1 0 0 0 0,0-1 1 0 0,0 1-1 0 0,0-1 1 0 0,0-1-1 0 0,0 1 1 0 0,-1-1-1 0 0,0 0 1 0 0,0 0-1 0 0,0 0 0 0 0,0-1 1 0 0,0 0-1 0 0,-1 0 1 0 0,7-10-1 0 0,-10 14-116 0 0,-1-1 1 0 0,1 1-1 0 0,0-1 0 0 0,-1 1 0 0 0,1-1 1 0 0,-1 0-1 0 0,1 1 0 0 0,-1-1 0 0 0,0 0 1 0 0,0 1-1 0 0,0-1 0 0 0,0 0 0 0 0,0 0 0 0 0,0 1 1 0 0,0-1-1 0 0,0 0 0 0 0,-1 1 0 0 0,1-1 1 0 0,-1 0-1 0 0,0-1 0 0 0,0 2-39 0 0,0 0 0 0 0,0 0 0 0 0,0 0 0 0 0,0 1 1 0 0,0-1-1 0 0,0 0 0 0 0,0 0 0 0 0,0 1 0 0 0,0-1 0 0 0,0 1 0 0 0,0-1 0 0 0,-1 1 0 0 0,1-1 0 0 0,0 1 0 0 0,0 0 0 0 0,-1 0 1 0 0,1 0-1 0 0,0-1 0 0 0,0 1 0 0 0,-3 1 0 0 0,-2-1 16 0 0,1 1 0 0 0,-1 0 0 0 0,0 0 0 0 0,0 0 0 0 0,1 1 1 0 0,-1 0-1 0 0,1 0 0 0 0,-1 1 0 0 0,1-1 0 0 0,0 1 0 0 0,-6 4 0 0 0,-2 5-44 0 0,0 0 0 0 0,0 1 1 0 0,2 0-1 0 0,-1 1 0 0 0,2 0 0 0 0,0 1 0 0 0,0 0 0 0 0,1 1 0 0 0,1 0 0 0 0,-7 21 0 0 0,11-26-11 0 0,1 0 0 0 0,0 0 0 0 0,1 0 0 0 0,0 0 0 0 0,0 0 0 0 0,2 0 0 0 0,0 20 0 0 0,0-24-18 0 0,1 0 1 0 0,1 0-1 0 0,-1-1 1 0 0,1 1 0 0 0,0-1-1 0 0,1 1 1 0 0,-1-1-1 0 0,1 0 1 0 0,0 0 0 0 0,1 0-1 0 0,0 0 1 0 0,0-1-1 0 0,7 9 1 0 0,-4-8-6 0 0,0-1 0 0 0,0 1 0 0 0,1-1 0 0 0,0-1 0 0 0,0 1 0 0 0,0-1 0 0 0,1-1 0 0 0,-1 1 0 0 0,1-2 0 0 0,0 1 0 0 0,0-1 0 0 0,0 0 0 0 0,0-1 0 0 0,0 0 0 0 0,0-1 0 0 0,0 0 0 0 0,0 0 0 0 0,12-2 0 0 0,3-1 0 0 0,-1 0 0 0 0,0-2 0 0 0,0 0 0 0 0,0-2 0 0 0,-1 0 0 0 0,22-11 0 0 0,-33 12 0 0 0,0 0 0 0 0,0 0 0 0 0,0-1 0 0 0,0 0 0 0 0,-1-1 0 0 0,-1 0 0 0 0,1-1 0 0 0,-1 0 0 0 0,-1 0 0 0 0,9-12 0 0 0,-8 6 0 0 0,0 0 0 0 0,-1-1 0 0 0,0 0 0 0 0,-1-1 0 0 0,-1 0 0 0 0,6-26 0 0 0,-8 26 0 0 0,-1 0 0 0 0,-1 0 0 0 0,0 0 0 0 0,-1 0 0 0 0,-1 0 0 0 0,-4-31 0 0 0,0 36 0 0 0,-7 0 0 0 0,11 12 0 0 0,-1-1 0 0 0,1 1 0 0 0,-1 0 0 0 0,1-1 0 0 0,0 1 0 0 0,-1-1 0 0 0,1 1 0 0 0,-1-1 0 0 0,1 0 0 0 0,0 1 0 0 0,0-1 0 0 0,-1 1 0 0 0,1-1 0 0 0,0 0 0 0 0,0 1 0 0 0,0-1 0 0 0,0 1 0 0 0,-1-1 0 0 0,1 0 0 0 0,0 1 0 0 0,0-1 0 0 0,0 0 0 0 0,1 1 0 0 0,-1-1 0 0 0,0 0 0 0 0,0 1 0 0 0,0-1 0 0 0,0 1 0 0 0,0-1 0 0 0,1 0 0 0 0,-1 1 0 0 0,0-1 0 0 0,1 1 0 0 0,-1-1 0 0 0,0 1 0 0 0,1-1 0 0 0,-1 1 0 0 0,1-1 0 0 0,-1 1 0 0 0,1-1 0 0 0,-1 1 0 0 0,1-1 0 0 0,-1 1 0 0 0,1 0 0 0 0,-1-1 0 0 0,1 1 0 0 0,-1 0 0 0 0,1 0 0 0 0,0-1 0 0 0,0 1 0 0 0,19-5 0 0 0,16 7 0 0 0,-27-1 0 0 0,0 1 0 0 0,1 0 0 0 0,-1 1 0 0 0,0 0 0 0 0,-1 1 0 0 0,1 0 0 0 0,0 0 0 0 0,-1 1 0 0 0,0 0 0 0 0,0 0 0 0 0,0 1 0 0 0,7 7 0 0 0,-4-2 0 0 0,-1 0 0 0 0,0 1 0 0 0,0 0 0 0 0,-1 1 0 0 0,-1 0 0 0 0,13 27 0 0 0,-9-9 0 0 0,0 0 0 0 0,-3 1 0 0 0,0 0 0 0 0,-2 1 0 0 0,-1-1 0 0 0,1 49 0 0 0,-6 83 0 0 0,-3-153 0 0 0,2-10-57 0 0,0 0 1 0 0,0 0-1 0 0,0-1 0 0 0,0 1 1 0 0,-1 0-1 0 0,1-1 0 0 0,0 1 0 0 0,0 0 1 0 0,-1-1-1 0 0,1 1 0 0 0,0-1 1 0 0,-1 1-1 0 0,1 0 0 0 0,-1-1 1 0 0,1 1-1 0 0,-1-1 0 0 0,1 1 1 0 0,-1-1-1 0 0,1 0 0 0 0,-1 1 0 0 0,1-1 1 0 0,-1 1-1 0 0,0-1 0 0 0,1 0 1 0 0,-1 0-1 0 0,0 1 0 0 0,1-1 1 0 0,-1 0-1 0 0,0 0 0 0 0,1 0 0 0 0,-1 0 1 0 0,0 1-1 0 0,1-1 0 0 0,-1 0 1 0 0,0 0-1 0 0,0-1 0 0 0,1 1 1 0 0,-1 0-1 0 0,0 0 0 0 0,-5-1-968 0 0,0 1 135 0 0,1-2 0 0 0,-1 1 0 0 0,0 0 0 0 0,1-1-1 0 0,0 0 1 0 0,-8-4 0 0 0,-15-5-3539 0 0,7 6-1610 0 0,-10 1-4880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0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186 510 17890 0 0,'-64'18'-1353'0'0,"-29"14"2640"0"0,64-21 2442 0 0,38-11-3222 0 0,74 0 270 0 0,118-16 1 0 0,-110 7-547 0 0,773-82 820 0 0,-677 70-936 0 0,1314-144 593 0 0,-1382 152-667 0 0,745-88 335 0 0,-16 9-86 0 0,-378 45 1234 0 0,-438 44-969 0 0,-23 3-84 0 0,1 0 1 0 0,0-2 0 0 0,0 1-1 0 0,-1-1 1 0 0,16-5 1404 0 0,-65 14-12840 0 0,6 4 6644 0 0,11-6-1924 0 0,-4 1-3112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1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357 130 16137 0 0,'3'-14'307'0'0,"-1"0"-1"0"0,0 0 0 0 0,-1 0 0 0 0,-1 0 0 0 0,-1-15 0 0 0,0-2 4231 0 0,-3 39-3469 0 0,-195 382 5449 0 0,139-260-4875 0 0,37-81-1247 0 0,-27 85 0 0 0,43-108-355 0 0,1 0 0 0 0,1 0 0 0 0,1 0-1 0 0,1 1 1 0 0,1 33 0 0 0,3-50-40 0 0,-1 0 0 0 0,1 0 0 0 0,1-1 0 0 0,0 1 0 0 0,0-1 0 0 0,1 1 0 0 0,0-1 0 0 0,0 0 0 0 0,1 0 0 0 0,0-1 0 0 0,1 1 0 0 0,0-1 0 0 0,1 0 0 0 0,-1 0 0 0 0,1 0 0 0 0,1-1 0 0 0,0 0 0 0 0,0 0 0 0 0,0-1 0 0 0,0 0 0 0 0,18 11 0 0 0,-10-9 0 0 0,1-1 0 0 0,0 0 0 0 0,0-2 0 0 0,1 1 0 0 0,0-2 0 0 0,-1 0 0 0 0,2-1 0 0 0,-1-1 0 0 0,0-1 0 0 0,0 0 0 0 0,30-3 0 0 0,19-5 0 0 0,0-4 0 0 0,-1-3 0 0 0,0-2 0 0 0,124-49 0 0 0,-147 51 0 0 0,-30 6 0 0 0,1-6-1469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1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27 19930 0 0,'-1'-1'50'0'0,"1"1"0"0"0,0-1-1 0 0,-1 0 1 0 0,1 0 0 0 0,0 1 0 0 0,0-1 0 0 0,0 0 0 0 0,-1 0-1 0 0,1 0 1 0 0,0 1 0 0 0,0-1 0 0 0,0 0 0 0 0,0 0 0 0 0,1 1-1 0 0,-1-1 1 0 0,0 0 0 0 0,0 0 0 0 0,0 0 0 0 0,1 1 0 0 0,-1-1-1 0 0,0 0 1 0 0,1 0 0 0 0,-1 1 0 0 0,0-1 0 0 0,1 0 0 0 0,-1 1-1 0 0,1-1 1 0 0,-1 1 0 0 0,1-1 0 0 0,-1 1 0 0 0,1-1 0 0 0,0 1-1 0 0,-1-1 1 0 0,1 1 0 0 0,0-1 0 0 0,-1 1 0 0 0,2-1 0 0 0,1 1 87 0 0,0 0 0 0 0,0 0 0 0 0,0 0 0 0 0,0 0 0 0 0,0 0 0 0 0,0 1 0 0 0,0 0 0 0 0,0-1 0 0 0,-1 1 0 0 0,6 2 0 0 0,6 3 320 0 0,-1 1-1 0 0,-1 0 1 0 0,1 0 0 0 0,11 10-1 0 0,-14-8-220 0 0,1 1-1 0 0,-1 0 0 0 0,-1 0 0 0 0,0 1 0 0 0,-1 0 1 0 0,0 1-1 0 0,0 0 0 0 0,-1 0 0 0 0,-1 1 0 0 0,0 0 1 0 0,-1 0-1 0 0,0 0 0 0 0,-1 0 0 0 0,-1 1 0 0 0,3 14 1 0 0,-5-12 24 0 0,0 1 1 0 0,0 0 0 0 0,-2-1 0 0 0,0 1-1 0 0,-1-1 1 0 0,0 1 0 0 0,-2-1-1 0 0,0 0 1 0 0,-1 0 0 0 0,0 0 0 0 0,-1-1-1 0 0,-12 22 1 0 0,7-18-261 0 0,-1 0 0 0 0,0-1 0 0 0,-2 0 0 0 0,0-1 0 0 0,-1 0 0 0 0,-23 19 0 0 0,33-32-507 0 0,0-1 1 0 0,0 0-1 0 0,-1 0 1 0 0,1 0-1 0 0,-1-1 1 0 0,0 0-1 0 0,0 0 0 0 0,-8 2 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6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78 18394 0 0,'-2'-37'180'0'0,"-2"-4"10089"0"0,17 466-7245 0 0,-7-357-2691 0 0,4 63 234 0 0,-5-91-567 0 0,-4-30-315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26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4 326 16954 0 0,'-1'-32'5545'0'0,"-1"51"-5244"0"0,2 1 1 0 0,0-1-1 0 0,1 0 0 0 0,0 1 1 0 0,2-1-1 0 0,0 0 0 0 0,2 0 1 0 0,10 30-1 0 0,-13-42-191 0 0,1 1-1 0 0,0-1 1 0 0,1 1-1 0 0,-1-1 1 0 0,1 0-1 0 0,1 0 1 0 0,-1-1-1 0 0,1 1 1 0 0,1-1-1 0 0,-1 0 1 0 0,1 0-1 0 0,0-1 1 0 0,0 0 0 0 0,0 0-1 0 0,1 0 1 0 0,0-1-1 0 0,0 0 1 0 0,0 0-1 0 0,0-1 1 0 0,1 0-1 0 0,-1 0 1 0 0,1-1-1 0 0,0 0 1 0 0,10 2-1 0 0,-1-4 121 0 0,-1 0-1 0 0,1 0 1 0 0,0-2-1 0 0,0 0 1 0 0,0-1-1 0 0,-1-1 1 0 0,0-1 0 0 0,1 0-1 0 0,-2-1 1 0 0,31-15-1 0 0,-29 11 0 0 0,0 0 1 0 0,0 0-1 0 0,-1-2 0 0 0,-1 0 1 0 0,0-1-1 0 0,-1 0 0 0 0,0-1 0 0 0,-1-1 1 0 0,12-18-1 0 0,-19 24-229 0 0,-1-1 0 0 0,0 0 0 0 0,-1 0 0 0 0,0-1 0 0 0,-1 1 0 0 0,0-1 0 0 0,0 0 0 0 0,-1 0 0 0 0,-1 0 0 0 0,0 0 0 0 0,0 0 0 0 0,-1 0 0 0 0,-1-1 0 0 0,1 1 0 0 0,-2 0 0 0 0,0 0 0 0 0,0 0 0 0 0,-1 1 0 0 0,0-1 0 0 0,-1 0 0 0 0,0 1 0 0 0,-1 0 0 0 0,-8-14 0 0 0,6 11 0 0 0,0 1 0 0 0,-1 1 0 0 0,0 0 0 0 0,-1 0 0 0 0,0 0 0 0 0,-1 1 0 0 0,0 0 0 0 0,-1 1 0 0 0,0 0 0 0 0,0 1 0 0 0,-1 0 0 0 0,0 1 0 0 0,0 1 0 0 0,-1-1 0 0 0,1 2 0 0 0,-1 0 0 0 0,-27-7 0 0 0,28 11-606 0 0,0-1-1 0 0,0 2 1 0 0,0 0 0 0 0,0 0-1 0 0,-13 3 1 0 0,7 1-1384 0 0,0 0 0 0 0,0 1 0 0 0,0 1 0 0 0,1 1 0 0 0,0 1 0 0 0,1 0 1 0 0,0 1-1 0 0,-25 17 0 0 0,12-3-7374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1.9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17 145 15813 0 0,'-9'-67'420'0'0,"2"4"4647"0"0,7 49-925 0 0,2 23-2056 0 0,4 50-1474 0 0,1 18 24 0 0,41 476 2660 0 0,-40-375-2601 0 0,-6-161-695 0 0,1-8-175 0 0,9-38-2336 0 0,12-22-7015 0 0,-5 20-500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2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472 139 15565 0 0,'8'-15'512'0'0,"1"-1"-1"0"0,1 2 1 0 0,0-1-1 0 0,19-19 1 0 0,7-10 8738 0 0,-43 44-8535 0 0,-28 2 76 0 0,1 2-1 0 0,-58 14 1 0 0,-2 1-18 0 0,29-4-237 0 0,39-8-286 0 0,-1-1-1 0 0,1-1 1 0 0,-54 2-1 0 0,55-8-249 0 0,3-3 0 0 0,7 1 0 0 0,-2 3 0 0 0,8 12 0 0 0,11 9 0 0 0,1-7 0 0 0,1-1 0 0 0,1 0 0 0 0,0 0 0 0 0,1 0 0 0 0,0 0 0 0 0,1-1 0 0 0,0 0 0 0 0,1-1 0 0 0,0 0 0 0 0,14 14 0 0 0,1 0 0 0 0,2-2 0 0 0,0-1 0 0 0,36 24 0 0 0,-7-9 0 0 0,-20-15 0 0 0,-1 1 0 0 0,36 34 0 0 0,-60-48 0 0 0,0 0 0 0 0,0 1 0 0 0,0 1 0 0 0,-2 0 0 0 0,1 0 0 0 0,-1 0 0 0 0,-1 1 0 0 0,0 0 0 0 0,-1 0 0 0 0,7 24 0 0 0,-9-28 0 0 0,-1 0 0 0 0,-1 1 0 0 0,1 0 0 0 0,-1-1 0 0 0,-1 1 0 0 0,0 0 0 0 0,0-1 0 0 0,0 1 0 0 0,-1 0 0 0 0,-1-1 0 0 0,1 1 0 0 0,-1-1 0 0 0,-1 0 0 0 0,-3 9 0 0 0,1-8 0 0 0,0 0 0 0 0,0-1 0 0 0,-1 0 0 0 0,-1 0 0 0 0,1 0 0 0 0,-1-1 0 0 0,0 0 0 0 0,-1 0 0 0 0,0-1 0 0 0,0 0 0 0 0,0 0 0 0 0,-11 5 0 0 0,-10 5 0 0 0,-1-2 0 0 0,0 0 0 0 0,-47 13 0 0 0,-54 19 0 0 0,114-40 0 0 0,1-6 0 0 0,0-9-634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5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50 170 21354 0 0,'0'0'-1043'0'0,"-6"-4"-999"0"0,3 2 2138 0 0,-1-1 1 0 0,0 1-1 0 0,1-1 1 0 0,-1 0-1 0 0,1 0 0 0 0,0-1 1 0 0,0 1-1 0 0,0-1 0 0 0,-3-5 1 0 0,5 7-51 0 0,0 0 1 0 0,0 0-1 0 0,0 0 0 0 0,0 0 1 0 0,0 0-1 0 0,1 0 0 0 0,-1 0 1 0 0,1 0-1 0 0,0 0 1 0 0,0 0-1 0 0,-1 0 0 0 0,1 0 1 0 0,0 0-1 0 0,1-1 0 0 0,-1 1 1 0 0,0 0-1 0 0,1 0 1 0 0,-1 0-1 0 0,1 0 0 0 0,-1 0 1 0 0,1 0-1 0 0,0 0 0 0 0,0 1 1 0 0,0-1-1 0 0,0 0 0 0 0,0 0 1 0 0,3-2-1 0 0,2-3 8 0 0,0 1 0 0 0,0 0 0 0 0,1 0 0 0 0,0 1 0 0 0,0 0 0 0 0,0 0 0 0 0,0 0 0 0 0,1 1 0 0 0,0 0 0 0 0,0 1 0 0 0,0 0 0 0 0,1 0 0 0 0,-1 0 0 0 0,0 1 0 0 0,1 1-1 0 0,0-1 1 0 0,-1 1 0 0 0,1 1 0 0 0,0 0 0 0 0,0 0 0 0 0,-1 0 0 0 0,14 4 0 0 0,-15-3 5 0 0,1 1 1 0 0,-1 0-1 0 0,0 0 1 0 0,0 1-1 0 0,0 0 0 0 0,0 0 1 0 0,-1 1-1 0 0,1 0 0 0 0,-1 0 1 0 0,0 1-1 0 0,0-1 0 0 0,0 1 1 0 0,-1 1-1 0 0,0-1 1 0 0,0 1-1 0 0,0 0 0 0 0,0 0 1 0 0,-1 0-1 0 0,0 0 0 0 0,-1 1 1 0 0,1 0-1 0 0,-1 0 0 0 0,-1 0 1 0 0,1 0-1 0 0,-1 0 0 0 0,2 10 1 0 0,-3-2 138 0 0,0 0 0 0 0,-1 0 0 0 0,0 0 0 0 0,-1 0 1 0 0,-1-1-1 0 0,0 1 0 0 0,-1 0 0 0 0,-1-1 0 0 0,0 0 0 0 0,-10 23 0 0 0,-9 15 887 0 0,-43 68 0 0 0,49-91-588 0 0,-6 8 155 0 0,16-27-304 0 0,0 0 1 0 0,0 0-1 0 0,1 0 0 0 0,0 1 0 0 0,1 0 0 0 0,1 1 0 0 0,-1-1 1 0 0,2 1-1 0 0,0-1 0 0 0,-3 17 0 0 0,7-24-345 0 0,0-1 0 0 0,-1 1 0 0 0,1-1 0 0 0,1 0 0 0 0,-1 1 0 0 0,0-1 1 0 0,1 0-1 0 0,0 0 0 0 0,-1 0 0 0 0,1 0 0 0 0,1 0 0 0 0,-1 0 0 0 0,0 0 0 0 0,1-1 0 0 0,-1 1 0 0 0,1-1 0 0 0,0 0 0 0 0,0 1 0 0 0,0-1 1 0 0,0-1-1 0 0,0 1 0 0 0,0 0 0 0 0,0-1 0 0 0,1 0 0 0 0,3 2 0 0 0,12 4-7 0 0,1-1 0 0 0,-1-1 0 0 0,24 3 0 0 0,41 3 4 0 0,1-4 0 0 0,-1-3 0 0 0,122-11 0 0 0,-175 6 0 0 0,-1-1 0 0 0,-6 1 0 0 0,-2-1 0 0 0,-5-1-305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5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493 112 16702 0 0,'-7'-3'57'0'0,"0"0"0"0"0,0 1 0 0 0,-1 0 0 0 0,1 0 0 0 0,0 0 0 0 0,-1 1 0 0 0,1 0 0 0 0,-1 1 0 0 0,1-1 1 0 0,-1 1-1 0 0,0 1 0 0 0,1 0 0 0 0,-1 0 0 0 0,1 0 0 0 0,0 1 0 0 0,-1 0 0 0 0,1 0 0 0 0,0 1 0 0 0,0 0 1 0 0,-9 5-1 0 0,-1 1 218 0 0,1 0 1 0 0,0 0-1 0 0,1 2 1 0 0,0 0-1 0 0,1 1 1 0 0,0 0-1 0 0,-16 19 1 0 0,17-16-15 0 0,1 1 0 0 0,1 0 0 0 0,1 1 1 0 0,0 0-1 0 0,1 0 0 0 0,1 1 1 0 0,0 0-1 0 0,1 1 0 0 0,-5 24 0 0 0,10-32-115 0 0,0-1 0 0 0,1 1 0 0 0,0-1 0 0 0,1 1 0 0 0,0-1-1 0 0,1 1 1 0 0,0-1 0 0 0,0 1 0 0 0,1-1 0 0 0,1 1 0 0 0,0-1-1 0 0,0 0 1 0 0,1 0 0 0 0,0-1 0 0 0,0 1 0 0 0,1-1 0 0 0,1 0 0 0 0,11 16-1 0 0,-7-15-20 0 0,0 0 0 0 0,0 0-1 0 0,1-1 1 0 0,0 0-1 0 0,0-1 1 0 0,1 0 0 0 0,0-1-1 0 0,1 0 1 0 0,0-1-1 0 0,0 0 1 0 0,0-1-1 0 0,0-1 1 0 0,1 0 0 0 0,0-1-1 0 0,0 0 1 0 0,0-1-1 0 0,0-1 1 0 0,0 0 0 0 0,0-1-1 0 0,0 0 1 0 0,22-4-1 0 0,-21 2 28 0 0,0-1 1 0 0,0 0-1 0 0,0-1 0 0 0,0-1 0 0 0,0 0 0 0 0,-1-1 0 0 0,0-1 0 0 0,0 0 0 0 0,-1-1 0 0 0,0 0 0 0 0,0-1 0 0 0,-1 0 0 0 0,0-1 0 0 0,0-1 0 0 0,-1 0 0 0 0,-1 0 0 0 0,0-1 0 0 0,-1 0 0 0 0,12-20 0 0 0,-11 11-57 0 0,-1 0-1 0 0,-1 0 0 0 0,-1-1 0 0 0,-1 0 1 0 0,-1 0-1 0 0,0-1 0 0 0,-2 0 1 0 0,0-32-1 0 0,-2 36-35 0 0,-1-1 0 0 0,-1 1 0 0 0,-1-1 0 0 0,-1 1 0 0 0,-1 0 0 0 0,0 0-1 0 0,-2 0 1 0 0,0 1 0 0 0,-1 0 0 0 0,-10-21 0 0 0,12 32-88 0 0,1 0 1 0 0,-1 1-1 0 0,0-1 0 0 0,0 1 1 0 0,-1 0-1 0 0,0 0 0 0 0,0 0 1 0 0,0 1-1 0 0,-1 0 0 0 0,1 1 1 0 0,-1-1-1 0 0,0 1 0 0 0,-1 0 1 0 0,-9-3-1 0 0,5 3-88 0 0,-1 1 0 0 0,0 0 1 0 0,0 0-1 0 0,1 2 0 0 0,-1 0 0 0 0,0 0 0 0 0,-1 1 1 0 0,-15 2-1 0 0,-6 3-304 0 0,1 2-1 0 0,0 1 1 0 0,0 2 0 0 0,1 1 0 0 0,-60 30 0 0 0,64-27-2006 0 0,1 2 0 0 0,-42 29 1 0 0,56-34-266 0 0,1 0 0 0 0,1 1 1 0 0,-21 24-1 0 0,11-7-6164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7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67 230 15773 0 0,'-6'-3'-12'0'0,"-1"-1"-1"0"0,1 0 1 0 0,-1 0-1 0 0,1-1 0 0 0,0 0 1 0 0,1 0-1 0 0,-8-8 1 0 0,12 11 67 0 0,0 1-1 0 0,0-1 1 0 0,0 1 0 0 0,0-1 0 0 0,0 0 0 0 0,0 0 0 0 0,0 0 0 0 0,1 0 0 0 0,-1 1 0 0 0,1-1 0 0 0,-1 0 0 0 0,1 0-1 0 0,0 0 1 0 0,0 0 0 0 0,0 0 0 0 0,0 0 0 0 0,0 0 0 0 0,0 0 0 0 0,1 0 0 0 0,-1 0 0 0 0,1 0 0 0 0,-1 0 0 0 0,1 0-1 0 0,0 1 1 0 0,-1-1 0 0 0,1 0 0 0 0,0 0 0 0 0,0 1 0 0 0,0-1 0 0 0,1 1 0 0 0,-1-1 0 0 0,0 1 0 0 0,3-3 0 0 0,11-9 74 0 0,0 0-1 0 0,0 1 1 0 0,1 1 0 0 0,0 1 0 0 0,1 0 0 0 0,1 1 0 0 0,-1 1 0 0 0,1 0 0 0 0,1 2 0 0 0,-1 0-1 0 0,1 1 1 0 0,0 1 0 0 0,0 0 0 0 0,1 2 0 0 0,-1 0 0 0 0,0 1 0 0 0,1 1 0 0 0,24 4-1 0 0,-34-3-66 0 0,0 1-1 0 0,0 0 0 0 0,-1 1 0 0 0,1 0 1 0 0,-1 0-1 0 0,0 1 0 0 0,0 1 0 0 0,0-1 1 0 0,-1 1-1 0 0,0 1 0 0 0,0-1 0 0 0,0 2 0 0 0,0-1 1 0 0,-1 1-1 0 0,0 0 0 0 0,0 0 0 0 0,-1 1 1 0 0,8 12-1 0 0,-8-8 53 0 0,0-1 0 0 0,0 1 0 0 0,-1 0 0 0 0,-1 1 0 0 0,0-1 0 0 0,-1 1 1 0 0,-1-1-1 0 0,0 1 0 0 0,0 0 0 0 0,-1 0 0 0 0,-1 0 0 0 0,0 0 0 0 0,-3 22 0 0 0,-10 31 667 0 0,-2-1-1 0 0,-4 0 1 0 0,-2-1-1 0 0,-31 64 0 0 0,17-43 374 0 0,17-41-341 0 0,9-28-229 0 0,2 1 0 0 0,0-1 0 0 0,1 2 0 0 0,1-1 0 0 0,1 1 0 0 0,-4 29 0 0 0,8-44-582 0 0,1 0 1 0 0,0-1 0 0 0,0 1-1 0 0,-1-1 1 0 0,2 1 0 0 0,-1-1-1 0 0,0 1 1 0 0,0-1-1 0 0,1 0 1 0 0,-1 0 0 0 0,1 1-1 0 0,0-1 1 0 0,0 0 0 0 0,0-1-1 0 0,0 1 1 0 0,0 0 0 0 0,0 0-1 0 0,0-1 1 0 0,0 1 0 0 0,1-1-1 0 0,-1 0 1 0 0,0 0-1 0 0,1 0 1 0 0,0 0 0 0 0,-1 0-1 0 0,1 0 1 0 0,-1-1 0 0 0,5 1-1 0 0,5 2-5 0 0,1-1 0 0 0,0 0 0 0 0,0-1 0 0 0,20 0 0 0 0,7-4-1639 0 0,51-10 0 0 0,-46 3-1789 0 0,-1-2 0 0 0,-1-2 0 0 0,0-1-1 0 0,68-36 1 0 0,-80 34-7040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8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80 135 19146 0 0,'4'-9'-47'0'0,"-1"1"1"0"0,2 0 0 0 0,-1 1 0 0 0,1-1-1 0 0,0 1 1 0 0,0 0 0 0 0,1 0-1 0 0,0 0 1 0 0,1 1 0 0 0,-1 0 0 0 0,1 0-1 0 0,0 1 1 0 0,0 0 0 0 0,1 0-1 0 0,0 1 1 0 0,13-7 0 0 0,-14 8 126 0 0,0 0 0 0 0,0 0 0 0 0,0 1 0 0 0,1 0 0 0 0,-1 0 0 0 0,1 1 0 0 0,-1-1 0 0 0,1 2 0 0 0,0-1 0 0 0,-1 1 0 0 0,1 0 0 0 0,0 1 0 0 0,-1 0 0 0 0,1 0 0 0 0,0 1 0 0 0,-1-1 0 0 0,0 2 0 0 0,1-1 0 0 0,11 7 0 0 0,-17-8-12 0 0,0 1 0 0 0,0 0-1 0 0,0 0 1 0 0,0 0 0 0 0,0 0 0 0 0,0 0 0 0 0,0 0-1 0 0,-1 1 1 0 0,1-1 0 0 0,-1 1 0 0 0,1-1-1 0 0,-1 1 1 0 0,0-1 0 0 0,0 1 0 0 0,0 0 0 0 0,-1-1-1 0 0,1 1 1 0 0,-1 0 0 0 0,1 0 0 0 0,-1 0-1 0 0,0-1 1 0 0,0 1 0 0 0,0 0 0 0 0,-1 0 0 0 0,1 0-1 0 0,0-1 1 0 0,-1 1 0 0 0,0 0 0 0 0,0 0-1 0 0,0-1 1 0 0,-2 6 0 0 0,-4 8 188 0 0,-1 0-1 0 0,-1 0 1 0 0,-17 25-1 0 0,23-36-198 0 0,-31 41 766 0 0,-52 54 1 0 0,46-57 457 0 0,-45 66 1 0 0,84-107-1213 0 0,0 1 0 0 0,0-1 1 0 0,0 0-1 0 0,0 0 0 0 0,0 0 1 0 0,1 1-1 0 0,-1-1 0 0 0,1 0 1 0 0,-1 1-1 0 0,1-1 1 0 0,0 0-1 0 0,0 1 0 0 0,0-1 1 0 0,0 0-1 0 0,0 1 0 0 0,1-1 1 0 0,-1 0-1 0 0,1 1 0 0 0,0-1 1 0 0,-1 0-1 0 0,1 0 1 0 0,0 1-1 0 0,0-1 0 0 0,1 0 1 0 0,-1 0-1 0 0,0 0 0 0 0,1 0 1 0 0,-1-1-1 0 0,1 1 1 0 0,2 2-1 0 0,7 8 228 0 0,1-2 1 0 0,1 1 0 0 0,21 13-1 0 0,-9-7 28 0 0,10 10-194 0 0,-16-13 56 0 0,0 0 0 0 0,-1 1 0 0 0,-1 1 0 0 0,29 34 0 0 0,-42-45-162 0 0,-1 0 1 0 0,0 0 0 0 0,0 1 0 0 0,0-1 0 0 0,0 1-1 0 0,-1 0 1 0 0,0-1 0 0 0,0 1 0 0 0,-1 0 0 0 0,0 0-1 0 0,0 1 1 0 0,0-1 0 0 0,0 0 0 0 0,-1 0 0 0 0,0 0 0 0 0,-1 0-1 0 0,1 1 1 0 0,-1-1 0 0 0,-1 0 0 0 0,1 0 0 0 0,-1 0-1 0 0,0 0 1 0 0,-4 8 0 0 0,-4 5-26 0 0,0 0 0 0 0,-1-1 0 0 0,-2 0 0 0 0,1-1 0 0 0,-2 0 0 0 0,0-1 0 0 0,-1-1 0 0 0,-1 0 0 0 0,0-1 0 0 0,-1-1 0 0 0,0 0 0 0 0,-1-2 0 0 0,-1 0 0 0 0,0-1 0 0 0,-35 14 0 0 0,26-13-2416 0 0,25-11 1373 0 0,0 1-1 0 0,0 0 0 0 0,0 0 1 0 0,0 0-1 0 0,0 0 0 0 0,0 0 1 0 0,1 1-1 0 0,-1-1 0 0 0,1 1 1 0 0,-1 0-1 0 0,-14 17-6262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39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22 189 16386 0 0,'0'0'-17'0'0,"0"1"1"0"0,-1-1-1 0 0,1 0 1 0 0,-1 1-1 0 0,1-1 1 0 0,-1 0-1 0 0,1 0 1 0 0,-1 1-1 0 0,1-1 1 0 0,-1 0-1 0 0,1 0 1 0 0,-1 0-1 0 0,1 0 1 0 0,-1 1-1 0 0,1-1 1 0 0,-1 0-1 0 0,1 0 1 0 0,-1 0-1 0 0,1 0 1 0 0,-1 0 0 0 0,1-1-1 0 0,-1 1 1 0 0,0 0-1 0 0,1 0 1 0 0,-1 0-1 0 0,1 0 1 0 0,-1-1-1 0 0,1 1 1 0 0,-1 0-1 0 0,1 0 1 0 0,0-1-1 0 0,-1 1 1 0 0,-5-20 839 0 0,13-24 1140 0 0,-4 36-1730 0 0,0 0 0 0 0,1 0 0 0 0,0 0 0 0 0,1 1 0 0 0,-1-1 0 0 0,1 1 0 0 0,1 0 0 0 0,-1 1 0 0 0,1-1 0 0 0,1 1 0 0 0,-1 0-1 0 0,1 1 1 0 0,0-1 0 0 0,0 2 0 0 0,9-6 0 0 0,-10 7-176 0 0,-1 1 0 0 0,1 0 0 0 0,0 0 1 0 0,0 1-1 0 0,0-1 0 0 0,0 1 0 0 0,0 0 0 0 0,0 1 0 0 0,0 0 0 0 0,0 0 0 0 0,0 0 1 0 0,0 0-1 0 0,0 1 0 0 0,0 0 0 0 0,0 1 0 0 0,0-1 0 0 0,0 1 0 0 0,0 0 0 0 0,-1 1 0 0 0,1-1 1 0 0,-1 1-1 0 0,9 6 0 0 0,0 0 7 0 0,0 1 0 0 0,-1 0 0 0 0,-1 1 0 0 0,0 1 0 0 0,0-1 0 0 0,-1 2 0 0 0,-1 0 0 0 0,0 0-1 0 0,-1 1 1 0 0,0 0 0 0 0,-1 1 0 0 0,-1 0 0 0 0,0 0 0 0 0,-1 0 0 0 0,-1 1 0 0 0,0 0 0 0 0,-1 0 0 0 0,-1 0 0 0 0,0 1 0 0 0,-1-1 0 0 0,-1 1 0 0 0,-1-1 0 0 0,0 1 0 0 0,-1 0 0 0 0,-1-1 0 0 0,0 0 0 0 0,-1 1 0 0 0,-1-1 0 0 0,-9 23 0 0 0,-11 20 569 0 0,-4-1 1 0 0,-1-2-1 0 0,-4 0 1 0 0,-1-2-1 0 0,-3-2 1 0 0,-66 73-1 0 0,98-126-27 0 0,5-11 318 0 0,11-24 291 0 0,-8 31-1215 0 0,0 0 0 0 0,1 0 0 0 0,-1 1 0 0 0,1-1 0 0 0,0 1 0 0 0,0 0 0 0 0,0 0 0 0 0,1 0 0 0 0,-1 1 0 0 0,1-1 0 0 0,0 1 0 0 0,7-3 0 0 0,-8 4 0 0 0,0 1 0 0 0,0 0 0 0 0,0 0 0 0 0,-1 0 0 0 0,1 1 0 0 0,0-1 0 0 0,0 1 0 0 0,0 0 0 0 0,0 0 0 0 0,0 1 0 0 0,0-1 0 0 0,0 1 0 0 0,0 0 0 0 0,-1 0 0 0 0,1 0 0 0 0,0 0 0 0 0,-1 1 0 0 0,1-1 0 0 0,4 4 0 0 0,2 0 0 0 0,26 13 0 0 0,-1 1 0 0 0,-1 2 0 0 0,56 46 0 0 0,-27-20 0 0 0,1 4-225 0 0,-46-51-5162 0 0,9-26-3209 0 0,-11 5 1091 0 0,-3-1-1693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0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550 72 15757 0 0,'-1'-4'42'0'0,"1"0"1"0"0,-1 1-1 0 0,0-1 0 0 0,0 1 0 0 0,-1-1 0 0 0,1 1 0 0 0,-1-1 0 0 0,1 1 0 0 0,-1 0 0 0 0,0 0 0 0 0,0 0 0 0 0,0 0 0 0 0,-1 0 0 0 0,1 0 0 0 0,-1 0 0 0 0,0 1 0 0 0,1 0 0 0 0,-1-1 0 0 0,0 1 1 0 0,-6-3-1 0 0,5 4 70 0 0,0 0 1 0 0,0 0 0 0 0,0 0-1 0 0,-1 1 1 0 0,1-1 0 0 0,0 1-1 0 0,-1 0 1 0 0,1 0-1 0 0,0 1 1 0 0,0-1 0 0 0,-1 1-1 0 0,1 0 1 0 0,0 0 0 0 0,0 1-1 0 0,-4 1 1 0 0,-9 5 187 0 0,0 1 0 0 0,0 0 0 0 0,1 1-1 0 0,0 1 1 0 0,1 0 0 0 0,-23 23 0 0 0,24-20-116 0 0,0 1 0 0 0,1 0 0 0 0,1 0 0 0 0,1 2 0 0 0,0-1-1 0 0,-17 36 1 0 0,25-44-113 0 0,0 0-1 0 0,0 1 0 0 0,0-1 1 0 0,1 1-1 0 0,1-1 0 0 0,-1 1 1 0 0,1 0-1 0 0,1-1 0 0 0,0 1 1 0 0,0 0-1 0 0,0-1 0 0 0,1 1 1 0 0,1 0-1 0 0,0-1 0 0 0,0 1 1 0 0,0-1-1 0 0,1 0 0 0 0,6 13 0 0 0,7 6 72 0 0,2 0 0 0 0,1-2-1 0 0,0 0 1 0 0,37 34-1 0 0,-29-30 74 0 0,-1 0 0 0 0,33 47 0 0 0,-56-71-68 0 0,0-1-1 0 0,-1 1 0 0 0,1 0 1 0 0,-1 0-1 0 0,0 0 1 0 0,0 0-1 0 0,-1 0 1 0 0,1 1-1 0 0,-1-1 0 0 0,0 0 1 0 0,-1 1-1 0 0,1-1 1 0 0,-1 1-1 0 0,0-1 0 0 0,-1 1 1 0 0,1-1-1 0 0,-1 0 1 0 0,-3 11-1 0 0,2-10 27 0 0,-1 0 0 0 0,0 0 0 0 0,-1 0 0 0 0,1 0 0 0 0,-1 0-1 0 0,0 0 1 0 0,-1-1 0 0 0,1 0 0 0 0,-1 0 0 0 0,0 0 0 0 0,-1-1 0 0 0,1 0 0 0 0,-1 0 0 0 0,-9 6-1 0 0,-1-2 76 0 0,1 0-1 0 0,-1-1 0 0 0,0-1 0 0 0,-1-1 1 0 0,0 0-1 0 0,1-1 0 0 0,-23 3 0 0 0,-9-3-1022 0 0,-61-3 0 0 0,62-1-2140 0 0,23-1-5284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1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25 235 15321 0 0,'-1'-6'100'0'0,"1"-1"-1"0"0,-1 1 1 0 0,1-1 0 0 0,0 1-1 0 0,1-1 1 0 0,0 1-1 0 0,0-1 1 0 0,0 1-1 0 0,1-1 1 0 0,0 1-1 0 0,0 0 1 0 0,1 0-1 0 0,-1 0 1 0 0,1 0-1 0 0,1 0 1 0 0,6-9-1 0 0,-1 4 223 0 0,1 0-1 0 0,0 1 1 0 0,1 0-1 0 0,0 0 1 0 0,1 1-1 0 0,20-12 1 0 0,-23 16-184 0 0,1 0 0 0 0,0 0 0 0 0,0 1 0 0 0,0 0 0 0 0,1 1 1 0 0,-1 0-1 0 0,1 0 0 0 0,0 2 0 0 0,-1-1 0 0 0,1 1 0 0 0,0 1 0 0 0,0-1 1 0 0,0 2-1 0 0,20 3 0 0 0,-25-3-95 0 0,-1 0 1 0 0,1 1-1 0 0,-1 0 0 0 0,0 0 1 0 0,0 0-1 0 0,0 0 1 0 0,0 1-1 0 0,0 0 0 0 0,0 0 1 0 0,-1 0-1 0 0,1 1 1 0 0,-1-1-1 0 0,0 1 1 0 0,0 0-1 0 0,0 1 0 0 0,-1-1 1 0 0,0 1-1 0 0,1-1 1 0 0,-1 1-1 0 0,-1 0 0 0 0,1 0 1 0 0,-1 0-1 0 0,0 0 1 0 0,0 1-1 0 0,0-1 0 0 0,-1 0 1 0 0,0 1-1 0 0,0 0 1 0 0,-1-1-1 0 0,1 8 0 0 0,-1 0 49 0 0,-1 0-1 0 0,0 0 1 0 0,-1 0-1 0 0,-1 0 0 0 0,0-1 1 0 0,-1 1-1 0 0,0-1 0 0 0,-1 1 1 0 0,-10 18-1 0 0,-9 12 267 0 0,-34 47 1 0 0,47-75-251 0 0,-22 31 235 0 0,21-33-169 0 0,1 1 0 0 0,0 1-1 0 0,2 0 1 0 0,0 0-1 0 0,0 1 1 0 0,1 0 0 0 0,1 1-1 0 0,-7 26 1 0 0,13-38-96 0 0,1 0 1 0 0,0-1 0 0 0,1 1-1 0 0,-1 0 1 0 0,1-1 0 0 0,0 1-1 0 0,0-1 1 0 0,0 1-1 0 0,0-1 1 0 0,1 0 0 0 0,0 1-1 0 0,0-1 1 0 0,0 0 0 0 0,0 0-1 0 0,1 0 1 0 0,0-1-1 0 0,-1 1 1 0 0,8 6 0 0 0,6 6 203 0 0,2-1 1 0 0,31 23-1 0 0,-4-3 376 0 0,-37-29-478 0 0,-1 1 0 0 0,-1 0 0 0 0,1 0-1 0 0,-1 1 1 0 0,0-1 0 0 0,-1 1 0 0 0,0 0 0 0 0,0 1-1 0 0,6 16 1 0 0,-9-20-105 0 0,-1-1 0 0 0,0 1-1 0 0,0 0 1 0 0,-1 0 0 0 0,1 0 0 0 0,-1 0-1 0 0,0-1 1 0 0,-1 1 0 0 0,1 0-1 0 0,-1 0 1 0 0,0 0 0 0 0,0-1 0 0 0,0 1-1 0 0,-1 0 1 0 0,0-1 0 0 0,1 1-1 0 0,-2-1 1 0 0,1 0 0 0 0,0 0 0 0 0,-1 0-1 0 0,-4 6 1 0 0,0-1-75 0 0,-1-1 0 0 0,1 1 0 0 0,-2-1 0 0 0,1-1 0 0 0,-1 0 0 0 0,0 0 0 0 0,-1 0 0 0 0,1-1 0 0 0,-1-1 0 0 0,-1 1 0 0 0,1-2 0 0 0,-13 5 0 0 0,15-7 0 0 0,1 0 0 0 0,-1-1 0 0 0,0 1 0 0 0,0-1 0 0 0,0-1 0 0 0,0 0 0 0 0,0 0 0 0 0,0 0 0 0 0,0-1 0 0 0,0 0 0 0 0,1-1 0 0 0,-1 0 0 0 0,0 0 0 0 0,1-1 0 0 0,-1 0 0 0 0,1 0 0 0 0,0 0 0 0 0,-8-6 0 0 0,-22-19-3360 0 0,29 22 1435 0 0,1-1 1 0 0,0 0 0 0 0,0-1-1 0 0,1 0 1 0 0,0 0 0 0 0,0 0-1 0 0,1-1 1 0 0,-8-17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1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106 214 18418 0 0,'0'-1'31'0'0,"0"1"1"0"0,0-1 0 0 0,0 0 0 0 0,0 0 0 0 0,-1 1-1 0 0,1-1 1 0 0,0 1 0 0 0,-1-1 0 0 0,1 0 0 0 0,0 1 0 0 0,-1-1-1 0 0,1 1 1 0 0,-1-1 0 0 0,1 1 0 0 0,-1-1 0 0 0,1 1-1 0 0,-1-1 1 0 0,1 1 0 0 0,-1-1 0 0 0,0 1 0 0 0,1 0-1 0 0,-1-1 1 0 0,1 1 0 0 0,-1 0 0 0 0,0-1 0 0 0,1 1-1 0 0,-1 0 1 0 0,0 0 0 0 0,0 0 0 0 0,1 0 0 0 0,-1 0-1 0 0,0 0 1 0 0,1 0 0 0 0,-1 0 0 0 0,0 0 0 0 0,0 0-1 0 0,-19 16 1323 0 0,15-11-1530 0 0,-1 2 371 0 0,0 0 0 0 0,0 0 0 0 0,1 0 1 0 0,0 1-1 0 0,0 0 0 0 0,1 0 0 0 0,0 0 0 0 0,1 1 1 0 0,0-1-1 0 0,0 1 0 0 0,1-1 0 0 0,-2 11 0 0 0,2-5 13 0 0,0 0-1 0 0,1-1 0 0 0,1 1 0 0 0,0 0 0 0 0,1-1 1 0 0,0 1-1 0 0,4 15 0 0 0,-3-18-79 0 0,1 0 1 0 0,1 1-1 0 0,0-1 1 0 0,0 0-1 0 0,1-1 1 0 0,1 1-1 0 0,0-1 1 0 0,0 0-1 0 0,1-1 1 0 0,0 1-1 0 0,16 15 1 0 0,-18-20-73 0 0,1 0 0 0 0,0-1 1 0 0,1 0-1 0 0,-1 0 0 0 0,1-1 0 0 0,-1 0 1 0 0,1 0-1 0 0,0 0 0 0 0,0-1 0 0 0,1 0 1 0 0,-1 0-1 0 0,0-1 0 0 0,1 0 0 0 0,-1 0 1 0 0,1-1-1 0 0,-1 0 0 0 0,1 0 0 0 0,-1-1 1 0 0,14-2-1 0 0,-10 0 44 0 0,1 0 0 0 0,-1 0 0 0 0,0-1 1 0 0,0 0-1 0 0,-1-1 0 0 0,0-1 0 0 0,0 0 1 0 0,0 0-1 0 0,0 0 0 0 0,-1-2 0 0 0,0 1 0 0 0,0-1 1 0 0,-1 0-1 0 0,0-1 0 0 0,-1 0 0 0 0,0 0 0 0 0,0 0 1 0 0,-1-1-1 0 0,0 0 0 0 0,-1-1 0 0 0,0 1 0 0 0,0-1 1 0 0,-1 0-1 0 0,-1 0 0 0 0,3-12 0 0 0,0-2 25 0 0,-2-1 0 0 0,0 0 0 0 0,-2 0 0 0 0,-1 1 0 0 0,-1-2 0 0 0,-1 2 0 0 0,-1-1 0 0 0,-2 0 0 0 0,0 0 0 0 0,-9-27 0 0 0,11 47-135 0 0,0-1 1 0 0,-1 1 0 0 0,1 0 0 0 0,-1 0 0 0 0,0 0 0 0 0,-1 0 0 0 0,0 0 0 0 0,1 1 0 0 0,-2 0 0 0 0,1 0 0 0 0,-1 0 0 0 0,1 0 0 0 0,-1 1 0 0 0,-1-1 0 0 0,1 1-1 0 0,-1 1 1 0 0,-5-4 0 0 0,2 3-46 0 0,0 1 1 0 0,1 0-1 0 0,-1 0 0 0 0,0 1 0 0 0,0 0 0 0 0,-1 0 0 0 0,1 1 0 0 0,0 1 0 0 0,0-1 0 0 0,-1 2 0 0 0,-11 0 1 0 0,5 2-593 0 0,0 0 0 0 0,0 0 0 0 0,1 2 1 0 0,-1 0-1 0 0,1 0 0 0 0,-18 10 1 0 0,21-8-825 0 0,1-1 0 0 0,-1 1 0 0 0,2 1 0 0 0,-1 0 0 0 0,1 0 0 0 0,0 1 0 0 0,-11 14 0 0 0,11-7-3681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2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119 193 14417 0 0,'-3'-1'75'0'0,"1"-1"-1"0"0,0 1 0 0 0,0-1 0 0 0,0 1 1 0 0,0-1-1 0 0,0 0 0 0 0,0 0 1 0 0,1 0-1 0 0,-1 0 0 0 0,0-1 0 0 0,1 1 1 0 0,0 0-1 0 0,-1 0 0 0 0,1-1 0 0 0,0 1 1 0 0,0-1-1 0 0,1 1 0 0 0,-1-1 1 0 0,0-4-1 0 0,1 4 60 0 0,1 0 1 0 0,-1 0-1 0 0,1 1 1 0 0,0-1-1 0 0,0 0 0 0 0,0 0 1 0 0,0 0-1 0 0,0 1 1 0 0,1-1-1 0 0,-1 0 0 0 0,1 1 1 0 0,0 0-1 0 0,0-1 1 0 0,0 1-1 0 0,0 0 1 0 0,0 0-1 0 0,4-3 0 0 0,8-7 205 0 0,1 1 0 0 0,0 1 0 0 0,1 1 0 0 0,0 0 0 0 0,1 1 0 0 0,0 0 0 0 0,0 2 0 0 0,0 0 0 0 0,1 1 0 0 0,21-4 0 0 0,-27 7-180 0 0,1 1 1 0 0,-1 0 0 0 0,1 1-1 0 0,-1 0 1 0 0,0 0 0 0 0,1 2 0 0 0,13 2-1 0 0,-19-2-78 0 0,0 0 1 0 0,0 0-1 0 0,0 1 0 0 0,0 0 0 0 0,-1 0 0 0 0,1 1 0 0 0,-1 0 0 0 0,0 0 0 0 0,0 0 1 0 0,0 1-1 0 0,-1 0 0 0 0,9 8 0 0 0,-10-7 0 0 0,0-1 0 0 0,0 1 0 0 0,-1-1 0 0 0,0 1 0 0 0,0 0 0 0 0,0 0 0 0 0,-1 1 0 0 0,0-1 0 0 0,0 1 0 0 0,0-1 0 0 0,-1 1 1 0 0,0-1-1 0 0,0 1 0 0 0,-1 0 0 0 0,0-1 0 0 0,0 1 0 0 0,0 0 0 0 0,-1-1 0 0 0,0 1 0 0 0,-1 0 0 0 0,1-1 0 0 0,-1 1 0 0 0,0-1 0 0 0,-5 9 0 0 0,-7 14 323 0 0,-1-1 0 0 0,-1-1 0 0 0,-39 50 0 0 0,17-24 215 0 0,16-22-248 0 0,13-20-59 0 0,1 1-1 0 0,0 0 0 0 0,1 0 0 0 0,-9 21 0 0 0,14-29-228 0 0,1-1 0 0 0,0 0-1 0 0,1 1 1 0 0,-1-1 0 0 0,1 1-1 0 0,-1-1 1 0 0,1 1 0 0 0,0-1 0 0 0,0 1-1 0 0,0-1 1 0 0,1 1 0 0 0,0-1-1 0 0,-1 1 1 0 0,1-1 0 0 0,0 1-1 0 0,0-1 1 0 0,1 0 0 0 0,-1 0-1 0 0,1 1 1 0 0,0-1 0 0 0,-1 0-1 0 0,1 0 1 0 0,3 2 0 0 0,53 51 31 0 0,-45-45-98 0 0,0 0 0 0 0,-1 1 0 0 0,0 0-1 0 0,20 28 1 0 0,-30-37-15 0 0,0 1 0 0 0,0 0-1 0 0,0-1 1 0 0,-1 1 0 0 0,1 0-1 0 0,-1 0 1 0 0,0 0 0 0 0,0 0 0 0 0,0 0-1 0 0,-1 1 1 0 0,0-1 0 0 0,1 0-1 0 0,-1 0 1 0 0,-1 0 0 0 0,1 0 0 0 0,-1 1-1 0 0,1-1 1 0 0,-1 0 0 0 0,0 0-1 0 0,-1 0 1 0 0,1 0 0 0 0,-1 0 0 0 0,0-1-1 0 0,-3 8 1 0 0,-5 3-1 0 0,-1 0 0 0 0,0 0 0 0 0,0-1 0 0 0,-1-1 0 0 0,-1 0 0 0 0,0 0 0 0 0,-1-1 0 0 0,0-1 0 0 0,-1 0 0 0 0,-22 10 0 0 0,19-10 0 0 0,0-2 0 0 0,-1 0 0 0 0,-1-1 0 0 0,1-2 0 0 0,-1 1 0 0 0,0-2 0 0 0,0-1 0 0 0,-35 2 0 0 0,48-6-406 0 0,0 1-1 0 0,0-1 1 0 0,0 0-1 0 0,0-1 1 0 0,0 0-1 0 0,1 0 1 0 0,-1 0-1 0 0,1-1 1 0 0,0 0-1 0 0,-1 0 1 0 0,-5-4-1 0 0,10 5 186 0 0,0 1 1 0 0,0 0-1 0 0,0-1 0 0 0,0 0 0 0 0,0 1 1 0 0,1-1-1 0 0,-1 0 0 0 0,0 0 0 0 0,1 0 1 0 0,-1 0-1 0 0,1 0 0 0 0,0 0 0 0 0,0-1 1 0 0,0 1-1 0 0,0 0 0 0 0,0-1 0 0 0,0 1 0 0 0,0 0 1 0 0,1-1-1 0 0,-1 1 0 0 0,1-1 0 0 0,0 1 1 0 0,0-1-1 0 0,0 1 0 0 0,0-1 0 0 0,0 1 1 0 0,1-1-1 0 0,-1 1 0 0 0,1-1 0 0 0,-1 1 1 0 0,1-1-1 0 0,0 1 0 0 0,2-4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2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667 93 18750 0 0,'31'-47'284'0'0,"-30"45"352"0"0,0-5 438 0 0,0 7-939 0 0,-1-1 0 0 0,0 1 0 0 0,1-1 1 0 0,-1 1-1 0 0,0-1 0 0 0,0 1 0 0 0,0-1 1 0 0,1 1-1 0 0,-1-1 0 0 0,0 0 0 0 0,0 1 1 0 0,0-1-1 0 0,0 1 0 0 0,0-1 0 0 0,0 0 0 0 0,0 1 1 0 0,0-1-1 0 0,0 1 0 0 0,0-1 0 0 0,0 0 1 0 0,-1 1-1 0 0,1-1 0 0 0,0 1 0 0 0,0-1 0 0 0,-1 1 1 0 0,1-1-1 0 0,0 1 0 0 0,-1-1 0 0 0,1 1 1 0 0,0-1-1 0 0,-1 1 0 0 0,0-1 0 0 0,-8-3 189 0 0,0 1 0 0 0,0 0 0 0 0,-1 0 0 0 0,0 1 0 0 0,1 1 0 0 0,-1-1 0 0 0,0 2 0 0 0,-13-1-1 0 0,-89 9 1019 0 0,74-5-898 0 0,-207 18 1884 0 0,241-21-2252 0 0,-18 3 172 0 0,18-3-235 0 0,1 0-1 0 0,-1 0 1 0 0,1 0 0 0 0,0 0-1 0 0,-1 1 1 0 0,1-1 0 0 0,0 1-1 0 0,0 0 1 0 0,-1 0 0 0 0,1 0-1 0 0,0 1 1 0 0,-5 2 0 0 0,5-1-14 0 0,0 0 1 0 0,0 1 0 0 0,0-1 0 0 0,0 0-1 0 0,1 1 1 0 0,0 0 0 0 0,-1-1-1 0 0,2 1 1 0 0,-1 0 0 0 0,0 0 0 0 0,-1 5-1 0 0,-3 8 3 0 0,1 0-1 0 0,0 0 1 0 0,1 1 0 0 0,1-1-1 0 0,1 1 1 0 0,0 0-1 0 0,1 0 1 0 0,1 0-1 0 0,1-1 1 0 0,0 1 0 0 0,2 0-1 0 0,0 0 1 0 0,1-1-1 0 0,0 0 1 0 0,2 0-1 0 0,0 0 1 0 0,1 0 0 0 0,0-1-1 0 0,1 0 1 0 0,1-1-1 0 0,1 1 1 0 0,0-2-1 0 0,1 0 1 0 0,0 0 0 0 0,1-1-1 0 0,1 0 1 0 0,28 21-1 0 0,74 37 3 0 0,-84-54-5 0 0,-1 1 1 0 0,-1 1 0 0 0,0 1 0 0 0,26 25 0 0 0,-53-42 0 0 0,1 0 0 0 0,-1 0 0 0 0,0 0 0 0 0,0 0 0 0 0,0 0 0 0 0,0 0 0 0 0,0 0 0 0 0,-1 1 0 0 0,1-1 0 0 0,-1 1 0 0 0,0-1 0 0 0,0 1 0 0 0,0 0 0 0 0,-1-1 0 0 0,1 1 0 0 0,-1 0 0 0 0,0-1 0 0 0,0 1 0 0 0,0 0 0 0 0,-1-1 0 0 0,1 1 0 0 0,-1 0 0 0 0,0-1 0 0 0,0 1 0 0 0,0 0 0 0 0,0-1 0 0 0,-1 0 0 0 0,1 1 0 0 0,-1-1 0 0 0,0 0 0 0 0,0 0 0 0 0,0 0 0 0 0,-5 5 0 0 0,-2 3 0 0 0,0 0 0 0 0,-1-1 0 0 0,0-1 0 0 0,0 0 0 0 0,-1 0 0 0 0,0-1 0 0 0,-22 12 0 0 0,3-5 0 0 0,-1-2 0 0 0,0-1 0 0 0,-1-1 0 0 0,-1-2 0 0 0,0-1 0 0 0,0-1 0 0 0,-49 2 0 0 0,52-7 0 0 0,0-1 0 0 0,9-2 0 0 0,3-1 0 0 0,-1-5-13 0 0,17 3-469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3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94 148 17778 0 0,'0'-5'-125'0'0,"2"0"1"0"0,-1 0 0 0 0,0 0-1 0 0,1 0 1 0 0,0 1-1 0 0,0-1 1 0 0,0 0 0 0 0,1 1-1 0 0,-1-1 1 0 0,1 1 0 0 0,0 0-1 0 0,0 0 1 0 0,1 0 0 0 0,-1 0-1 0 0,1 1 1 0 0,0-1 0 0 0,0 1-1 0 0,8-5 1 0 0,0 0 228 0 0,1 0 0 0 0,0 0 0 0 0,0 2 0 0 0,1-1 0 0 0,18-5 0 0 0,-19 8-59 0 0,1 1 0 0 0,-1 1 0 0 0,0 0 0 0 0,1 1 1 0 0,-1 0-1 0 0,1 1 0 0 0,-1 1 0 0 0,1 0 0 0 0,-1 0 0 0 0,1 2 0 0 0,-1-1 1 0 0,0 2-1 0 0,0 0 0 0 0,20 9 0 0 0,-25-9-20 0 0,0 0 1 0 0,0 1-1 0 0,0 0 1 0 0,0 0-1 0 0,-1 1 0 0 0,0 0 1 0 0,0 1-1 0 0,0-1 1 0 0,-1 1-1 0 0,0 0 0 0 0,-1 1 1 0 0,1 0-1 0 0,-1-1 1 0 0,-1 2-1 0 0,0-1 0 0 0,0 0 1 0 0,0 1-1 0 0,-1 0 1 0 0,0 0-1 0 0,-1 0 0 0 0,0 0 1 0 0,1 10-1 0 0,-3-8 79 0 0,1 0 0 0 0,-2 0 0 0 0,1 0 0 0 0,-2 0 0 0 0,1 0 0 0 0,-2 0 0 0 0,1 0-1 0 0,-1-1 1 0 0,-1 1 0 0 0,0-1 0 0 0,0 0 0 0 0,-1 0 0 0 0,-1-1 0 0 0,-11 18 0 0 0,-8 4 583 0 0,-1-1 0 0 0,-54 48 0 0 0,17-18 1069 0 0,61-59-1661 0 0,1 1-1 0 0,-1-1 1 0 0,1 0-1 0 0,0 0 1 0 0,-1 1-1 0 0,1-1 1 0 0,0 1-1 0 0,0 0 1 0 0,0-1-1 0 0,0 1 1 0 0,0 0-1 0 0,0-1 1 0 0,0 1-1 0 0,0 0 1 0 0,1 0-1 0 0,-1 0 1 0 0,1 0-1 0 0,0 0 1 0 0,-1 0-1 0 0,1 0 1 0 0,0 0-1 0 0,0-1 1 0 0,0 1-1 0 0,0 0 1 0 0,0 0-1 0 0,1 0 1 0 0,-1 0-1 0 0,1 0 1 0 0,0 3-1 0 0,3 0 83 0 0,1 0 0 0 0,-1 0 0 0 0,1 0-1 0 0,0 0 1 0 0,0-1 0 0 0,0 0-1 0 0,9 6 1 0 0,9 7 212 0 0,-1 1 0 0 0,35 36 0 0 0,-50-47-204 0 0,0 1 0 0 0,0 1 1 0 0,-1-1-1 0 0,0 1 0 0 0,-1 0 1 0 0,0 0-1 0 0,0 0 0 0 0,-1 1 0 0 0,0 0 1 0 0,4 17-1 0 0,-8-22-131 0 0,1 0 0 0 0,-1 0-1 0 0,0 0 1 0 0,-1 0 0 0 0,1 0 0 0 0,-1-1-1 0 0,0 1 1 0 0,0 0 0 0 0,-1 0-1 0 0,1-1 1 0 0,-1 1 0 0 0,0 0 0 0 0,0-1-1 0 0,-1 0 1 0 0,1 1 0 0 0,-1-1 0 0 0,0 0-1 0 0,0 0 1 0 0,0-1 0 0 0,-1 1 0 0 0,1-1-1 0 0,-1 1 1 0 0,0-1 0 0 0,0 0 0 0 0,0-1-1 0 0,-5 4 1 0 0,-9 4 183 0 0,0-1 0 0 0,-1 0 1 0 0,0-2-1 0 0,-38 11 0 0 0,1-5-237 0 0,-1-3 0 0 0,-88 5 0 0 0,109-15 0 0 0,27-4 0 0 0,2 1 0 0 0,5 2 0 0 0,0 1 0 0 0,0-1 0 0 0,-1 0 0 0 0,1 0 0 0 0,0 0 0 0 0,0 0 0 0 0,0 0 0 0 0,0 0 0 0 0,1 0 0 0 0,-1 0 0 0 0,0-1 0 0 0,0 1 0 0 0,1-1 0 0 0,-1 1 0 0 0,1-1 0 0 0,-1 0 0 0 0,-1-2 0 0 0,3 3 0 0 0,-1 0 0 0 0,0 0 0 0 0,1 0 0 0 0,-1 0 0 0 0,1 0 0 0 0,-1 1 0 0 0,1-1 0 0 0,-1 0 0 0 0,1 0 0 0 0,0 0 0 0 0,0 0 0 0 0,-1 0 0 0 0,1 0 0 0 0,0 0 0 0 0,0 0 0 0 0,0 0 0 0 0,0 0 0 0 0,0 0 0 0 0,0-1 0 0 0,0 1 0 0 0,1 0 0 0 0,-1 0 0 0 0,0 0 0 0 0,0 0 0 0 0,1 0 0 0 0,-1 1 0 0 0,1-1 0 0 0,-1 0 0 0 0,1 0 0 0 0,0-2 0 0 0,0 2 0 0 0,2-5-645 0 0,0-1 1 0 0,1 1-1 0 0,-1 0 1 0 0,1 0-1 0 0,0 1 0 0 0,1-1 1 0 0,-1 1-1 0 0,1 0 1 0 0,0 0-1 0 0,0 1 0 0 0,9-7 1 0 0,69-38-11729 0 0,-79 47 11860 0 0,42-23-9777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4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535 411 18006 0 0,'1'-45'1127'0'0,"-2"21"3159"0"0,7-23 2876 0 0,-5 44-7033 0 0,-1 0-1 0 0,1 1 0 0 0,-1-1 0 0 0,1 0 0 0 0,0 1 0 0 0,0-1 0 0 0,0 0 0 0 0,1 1 0 0 0,-1-1 0 0 0,1 1 0 0 0,1-3 0 0 0,9-18 335 0 0,-10 15-458 0 0,0 1 0 0 0,-1-1 0 0 0,0 0 1 0 0,0 0-1 0 0,-1 0 0 0 0,0 0 0 0 0,0 0 0 0 0,-1 0 0 0 0,0 1 1 0 0,0-1-1 0 0,-1 0 0 0 0,0 0 0 0 0,0 1 0 0 0,-1-1 0 0 0,0 1 1 0 0,0 0-1 0 0,-1 0 0 0 0,0 0 0 0 0,0 0 0 0 0,-1 1 0 0 0,1-1 1 0 0,-1 1-1 0 0,-1 1 0 0 0,1-1 0 0 0,-1 1 0 0 0,0-1 0 0 0,-8-4 1 0 0,6 5-5 0 0,0 1 1 0 0,-1 0 0 0 0,1 0 0 0 0,-1 0 0 0 0,0 1-1 0 0,0 0 1 0 0,-1 1 0 0 0,1 0 0 0 0,0 1 0 0 0,-1 0-1 0 0,1 0 1 0 0,-1 1 0 0 0,1 0 0 0 0,-1 1 0 0 0,1 0-1 0 0,0 0 1 0 0,-1 1 0 0 0,1 0 0 0 0,0 1 0 0 0,0 0-1 0 0,0 0 1 0 0,-12 7 0 0 0,9-4-2 0 0,1 1 0 0 0,0 0 0 0 0,1 0 0 0 0,-1 1 0 0 0,2 1 0 0 0,-1 0 0 0 0,1 0 0 0 0,1 0 0 0 0,-1 1 0 0 0,2 1 0 0 0,-1-1 0 0 0,-6 15 0 0 0,10-17 0 0 0,0 1 0 0 0,1-1 0 0 0,0 1 0 0 0,1 0 0 0 0,0-1 0 0 0,0 1 0 0 0,1 0 0 0 0,0 0 0 0 0,0 0 0 0 0,1 0 0 0 0,1 0 0 0 0,-1 0 0 0 0,1 0 0 0 0,1 0 0 0 0,0 0 0 0 0,0 0 0 0 0,1 0 0 0 0,5 11 0 0 0,-4-11 0 0 0,0-1 0 0 0,0-1 0 0 0,1 1 0 0 0,0-1 0 0 0,1 1 0 0 0,0-2 0 0 0,0 1 0 0 0,0 0 0 0 0,1-1 0 0 0,8 6 0 0 0,7 2 0 0 0,0 0 0 0 0,27 12 0 0 0,-10-6 0 0 0,-34-17 0 0 0,0 0 0 0 0,0 1 0 0 0,0 0 0 0 0,0 0 0 0 0,-1 0 0 0 0,1 1 0 0 0,-1 0 0 0 0,0 0 0 0 0,-1 0 0 0 0,1 0 0 0 0,-1 0 0 0 0,0 1 0 0 0,0-1 0 0 0,-1 1 0 0 0,1 0 0 0 0,2 11 0 0 0,0 7 0 0 0,-1 0 0 0 0,-1 0 0 0 0,1 26 0 0 0,-1 0 0 0 0,-1-35 0 0 0,-1 0 0 0 0,-1 0 0 0 0,0 1 0 0 0,-1-1 0 0 0,-1 0 0 0 0,0 0 0 0 0,-1 0 0 0 0,0 0 0 0 0,-2-1 0 0 0,-6 17 0 0 0,8-26 0 0 0,-1 0 0 0 0,1 0 0 0 0,-1-1 0 0 0,0 1 0 0 0,-1-1 0 0 0,1 0 0 0 0,-1 0 0 0 0,0-1 0 0 0,0 0 0 0 0,0 1 0 0 0,0-2 0 0 0,0 1 0 0 0,-1 0 0 0 0,1-1 0 0 0,-1 0 0 0 0,-9 2 0 0 0,-3 0 0 0 0,0-1 0 0 0,0 0 0 0 0,0-1 0 0 0,-20 0 0 0 0,-1-2 0 0 0,-61-6 0 0 0,71 5 0 0 0,8-1 0 0 0,7 0-263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5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84 20666 0 0,'-1'-45'-1365'0'0,"-1"7"7176"0"0,-4 45-5093 0 0,-3 8-379 0 0,-1 0 0 0 0,2 0 0 0 0,0 0 0 0 0,0 1 0 0 0,2 1 0 0 0,0-1-1 0 0,1 1 1 0 0,0 0 0 0 0,2 0 0 0 0,-2 18 0 0 0,1-3 203 0 0,2 1 0 0 0,1-1 0 0 0,1 0 0 0 0,10 63 0 0 0,-9-90-520 0 0,0 1-1 0 0,0 0 1 0 0,0-1 0 0 0,1 1-1 0 0,0 0 1 0 0,0-1-1 0 0,1 0 1 0 0,-1 0-1 0 0,1 1 1 0 0,0-1-1 0 0,1-1 1 0 0,-1 1 0 0 0,1 0-1 0 0,5 4 1 0 0,-5-6-14 0 0,-1-1 0 0 0,1 0 1 0 0,0 0-1 0 0,-1 0 0 0 0,1-1 1 0 0,0 1-1 0 0,0-1 0 0 0,0 0 1 0 0,0 0-1 0 0,1-1 1 0 0,-1 1-1 0 0,0-1 0 0 0,0 0 1 0 0,0 0-1 0 0,0 0 0 0 0,1 0 1 0 0,-1-1-1 0 0,0 0 0 0 0,0 0 1 0 0,5-2-1 0 0,6-1-8 0 0,-1-1 0 0 0,1-1 0 0 0,-1 0 0 0 0,0-1 0 0 0,-1-1 0 0 0,0 0 0 0 0,0-1 0 0 0,-1 0 0 0 0,15-14 0 0 0,6-10 0 0 0,48-64 0 0 0,1 0 0 0 0,-82 97 0 0 0,0 0 0 0 0,0 0 0 0 0,0 0 0 0 0,0 0 0 0 0,0 1 0 0 0,0-1 0 0 0,0 0 0 0 0,0 0 0 0 0,0 0 0 0 0,0 0 0 0 0,0 0 0 0 0,0 0 0 0 0,1 1 0 0 0,-1-1 0 0 0,0 0 0 0 0,0 0 0 0 0,0 0 0 0 0,0 0 0 0 0,0 0 0 0 0,0 0 0 0 0,0 1 0 0 0,0-1 0 0 0,0 0 0 0 0,1 0 0 0 0,-1 0 0 0 0,0 0 0 0 0,0 0 0 0 0,0 0 0 0 0,0 0 0 0 0,0 0 0 0 0,1 0 0 0 0,-1 0 0 0 0,0 0 0 0 0,0 0 0 0 0,0 0 0 0 0,0 0 0 0 0,0 0 0 0 0,1 0 0 0 0,-1 0 0 0 0,0 0 0 0 0,0 0 0 0 0,0 0 0 0 0,0 0 0 0 0,0 0 0 0 0,1 0 0 0 0,-1 0 0 0 0,0 0 0 0 0,-14 57 0 0 0,-28 70 0 0 0,-3 12 0 0 0,11-21 0 0 0,6 1 0 0 0,-15 133 0 0 0,43-249 0 0 0,-1 1 0 0 0,1-1 0 0 0,0 0 0 0 0,0 1 0 0 0,0-1 0 0 0,1 1 0 0 0,-1-1 0 0 0,1 1 0 0 0,1 3 0 0 0,4 2 0 0 0,12-4 0 0 0,15-19-3170 0 0,17-25-8029 0 0,-30 22 6224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45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0 141 19906 0 0,'14'-16'55'0'0,"1"-1"1"0"0,0 2-1 0 0,1 0 1 0 0,23-16-1 0 0,-31 25 238 0 0,-1 0 1 0 0,2 1-1 0 0,-1 1 0 0 0,0-1 0 0 0,1 2 0 0 0,0-1 0 0 0,0 1 0 0 0,0 0 0 0 0,0 1 1 0 0,1 0-1 0 0,17-2 0 0 0,-24 4-190 0 0,0 0 1 0 0,-1 0-1 0 0,1 0 1 0 0,0 1-1 0 0,0-1 0 0 0,-1 1 1 0 0,1-1-1 0 0,0 1 1 0 0,-1 0-1 0 0,1 0 1 0 0,-1 0-1 0 0,1 1 1 0 0,-1-1-1 0 0,0 0 0 0 0,1 1 1 0 0,-1-1-1 0 0,0 1 1 0 0,0 0-1 0 0,0 0 1 0 0,2 3-1 0 0,-1-2 47 0 0,-1 1 0 0 0,-1 0 0 0 0,1-1 0 0 0,0 1 0 0 0,-1 0 0 0 0,0 0 0 0 0,0 0 0 0 0,0 0 0 0 0,0 0 0 0 0,-1 0 0 0 0,0 0 0 0 0,0 5 0 0 0,-1 8 293 0 0,0-1-1 0 0,-2 1 0 0 0,0-1 0 0 0,-1 1 1 0 0,-6 17-1 0 0,-8 10 78 0 0,-2-1 1 0 0,-41 67-1 0 0,-21 44 209 0 0,81-152-729 0 0,0 0 0 0 0,0 1 0 0 0,0-1 0 0 0,1 1 0 0 0,-1-1 0 0 0,0 1 0 0 0,1-1 0 0 0,0 1 0 0 0,0-1 0 0 0,-1 1 0 0 0,1-1 0 0 0,1 1 0 0 0,-1-1 0 0 0,0 1 0 0 0,1-1 0 0 0,-1 1 0 0 0,1-1 0 0 0,0 1 0 0 0,0-1 0 0 0,0 0 0 0 0,0 1 0 0 0,0-1 0 0 0,2 3 0 0 0,1-1 0 0 0,-1 0 0 0 0,1-1 0 0 0,0 1 0 0 0,0-1 0 0 0,0 0 0 0 0,1 0 0 0 0,-1-1 0 0 0,1 1 0 0 0,-1-1 0 0 0,11 3 0 0 0,9 3 0 0 0,1-2 0 0 0,-1-1 0 0 0,42 2 0 0 0,-64-6 0 0 0,377 25 0 0 0,-362-25 0 0 0,-17-1 0 0 0,0 0 0 0 0,0 0 0 0 0,1 0 0 0 0,-1 0 0 0 0,0 0 0 0 0,0 0 0 0 0,1 0 0 0 0,-1 0 0 0 0,0 0 0 0 0,0 0 0 0 0,0 0 0 0 0,1 0 0 0 0,-1 0 0 0 0,0 0 0 0 0,0 0 0 0 0,0 0 0 0 0,1 0 0 0 0,-1 0 0 0 0,0 0 0 0 0,0 0 0 0 0,0 0 0 0 0,0 0 0 0 0,1 0 0 0 0,-1 1 0 0 0,0-1 0 0 0,0 0 0 0 0,0 0 0 0 0,0 0 0 0 0,1 0 0 0 0,-1 1 0 0 0,0-1 0 0 0,0 0 0 0 0,0 0 0 0 0,0 0 0 0 0,0 0 0 0 0,0 1 0 0 0,0-1 0 0 0,0 0 0 0 0,0 0 0 0 0,0 0 0 0 0,1 1 0 0 0,-1-1 0 0 0,0 0 0 0 0,0 0 0 0 0,0 0 0 0 0,0 1 0 0 0,0-1 0 0 0,0 0 0 0 0,-1 0 0 0 0,1 0 0 0 0,0 1 0 0 0,0-1 0 0 0,0 0 0 0 0,0 0 0 0 0,0 0 0 0 0,0 1 0 0 0,0-1 0 0 0,0 0 0 0 0,0 0 0 0 0,0 0 0 0 0,-1 1 0 0 0,-3 2-382 0 0,0 1 0 0 0,-1-1-1 0 0,1 0 1 0 0,-1 0 0 0 0,0 0 0 0 0,-8 2-1 0 0,-44 18-6287 0 0,15-7-181 0 0,-9 7-7863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0.6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67 7845 0 0,'16'-66'12410'0'0,"-16"77"-11466"0"0,-9 410 4667 0 0,2-274-4392 0 0,-3 14 1150 0 0,-38 192 0 0 0,33-318-3020 0 0,5-16-241 0 0,10-19 766 0 0,0 1-1 0 0,-1-1 1 0 0,1 1-1 0 0,0-1 1 0 0,-1 0-1 0 0,1 1 1 0 0,0-1 0 0 0,-1 0-1 0 0,1 1 1 0 0,-1-1-1 0 0,1 0 1 0 0,0 1-1 0 0,-1-1 1 0 0,1 0-1 0 0,-1 0 1 0 0,1 0-1 0 0,-1 1 1 0 0,1-1 0 0 0,-1 0-1 0 0,1 0 1 0 0,-1 0-1 0 0,1 0 1 0 0,-1 0-1 0 0,1 0 1 0 0,-1 0-1 0 0,1 0 1 0 0,-1 0-1 0 0,1 0 1 0 0,-1 0-1 0 0,1 0 1 0 0,-1-1 0 0 0,1 1-1 0 0,-1 0 1 0 0,1 0-1 0 0,-1 0 1 0 0,1-1-1 0 0,-1 1 1 0 0,1 0-1 0 0,-1-1 1 0 0,1 1-1 0 0,0 0 1 0 0,-1-1 0 0 0,1 1-1 0 0,0 0 1 0 0,-1-1-1 0 0,1 1 1 0 0,0-1-1 0 0,-1 1 1 0 0,1-1-1 0 0,0 1 1 0 0,0-1-1 0 0,0 1 1 0 0,-1-1 0 0 0,-15-27-4980 0 0,16-24-3998 0 0,3 15 774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0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111 139 14981 0 0,'5'-13'-24'0'0,"0"1"0"0"0,1-1 0 0 0,0 1 0 0 0,1 1 0 0 0,1-1 0 0 0,-1 1 0 0 0,11-11 0 0 0,-14 19 84 0 0,-1 0-1 0 0,1 0 0 0 0,0 0 0 0 0,-1 0 1 0 0,1 1-1 0 0,0-1 0 0 0,1 1 0 0 0,-1 0 1 0 0,0 1-1 0 0,1-1 0 0 0,-1 1 0 0 0,1 0 1 0 0,-1 0-1 0 0,1 0 0 0 0,-1 0 0 0 0,1 1 1 0 0,0 0-1 0 0,-1 0 0 0 0,1 0 1 0 0,0 1-1 0 0,-1-1 0 0 0,1 1 0 0 0,-1 0 1 0 0,7 3-1 0 0,5 2 58 0 0,0 2 1 0 0,0 0-1 0 0,-1 1 0 0 0,-1 0 1 0 0,1 1-1 0 0,-1 1 0 0 0,-1 0 1 0 0,0 1-1 0 0,-1 1 0 0 0,0 0 1 0 0,-1 0-1 0 0,0 1 0 0 0,-1 0 1 0 0,-1 1-1 0 0,14 28 0 0 0,-20-37 4 0 0,-1 1 0 0 0,1 0-1 0 0,-1-1 1 0 0,0 1 0 0 0,-1 0-1 0 0,0 0 1 0 0,0 0 0 0 0,0 1-1 0 0,-1-1 1 0 0,0 0 0 0 0,0 0-1 0 0,-1 0 1 0 0,0 0 0 0 0,0 0-1 0 0,-1 0 1 0 0,-3 9 0 0 0,1-6 67 0 0,-1 0 0 0 0,0-1 1 0 0,-1 0-1 0 0,0 0 0 0 0,0 0 0 0 0,-1-1 1 0 0,0 0-1 0 0,0 0 0 0 0,-17 13 0 0 0,3-5 116 0 0,-1-2-1 0 0,0 0 1 0 0,-1-2 0 0 0,-1 0-1 0 0,1-1 1 0 0,-2-2-1 0 0,1 0 1 0 0,-30 5-1 0 0,41-11-343 0 0,1-1-1 0 0,-1-1 1 0 0,0 0 0 0 0,1 0-1 0 0,-1-2 1 0 0,0 1-1 0 0,-20-5 1 0 0,22 3-1368 0 0,1-1-1 0 0,0 0 1 0 0,0-1 0 0 0,1 0-1 0 0,-16-9 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1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 11365 0 0,'-3'3'4988'0'0,"-14"24"-2884"0"0,12-19-1965 0 0,1 1 0 0 0,0-1 0 0 0,1 1 1 0 0,-1-1-1 0 0,2 1 0 0 0,-4 14 0 0 0,5-9 90 0 0,-1 0 1 0 0,2 0-1 0 0,0 0 1 0 0,1 1-1 0 0,0-1 0 0 0,1 0 1 0 0,0 0-1 0 0,8 22 0 0 0,-8-29-170 0 0,1-1 0 0 0,0 0 0 0 0,1 0 0 0 0,-1 0 0 0 0,1-1 0 0 0,0 1 0 0 0,0-1-1 0 0,1 0 1 0 0,-1 0 0 0 0,1-1 0 0 0,0 1 0 0 0,1-1 0 0 0,-1 0 0 0 0,1 0 0 0 0,-1-1 0 0 0,1 0-1 0 0,0 0 1 0 0,1 0 0 0 0,-1-1 0 0 0,10 3 0 0 0,-6-2-4 0 0,0 0 1 0 0,1-1-1 0 0,-1-1 1 0 0,1 0-1 0 0,-1 0 0 0 0,1-1 1 0 0,-1 0-1 0 0,1-1 0 0 0,0 0 1 0 0,-1-1-1 0 0,0 0 0 0 0,1 0 1 0 0,13-6-1 0 0,-18 5-30 0 0,-1 1-1 0 0,0-1 1 0 0,-1 0-1 0 0,1-1 1 0 0,0 1-1 0 0,-1-1 1 0 0,0 0-1 0 0,0 0 1 0 0,0 0-1 0 0,0 0 1 0 0,0-1-1 0 0,-1 0 1 0 0,0 1 0 0 0,0-1-1 0 0,-1 0 1 0 0,1-1-1 0 0,-1 1 1 0 0,0 0-1 0 0,0-1 1 0 0,-1 1-1 0 0,1-1 1 0 0,-1 0-1 0 0,-1 1 1 0 0,1-1-1 0 0,-1 0 1 0 0,0-6 0 0 0,0-4 32 0 0,-1-1 1 0 0,-6-30 0 0 0,6 42-62 0 0,0-1 1 0 0,0 1-1 0 0,-1 0 1 0 0,0-1-1 0 0,0 1 1 0 0,-1 0-1 0 0,1 1 1 0 0,-1-1-1 0 0,0 0 1 0 0,0 1-1 0 0,-8-9 1 0 0,7 12-148 0 0,0-1 0 0 0,0 1-1 0 0,0 0 1 0 0,0 0 0 0 0,0 1 0 0 0,0-1 0 0 0,0 1-1 0 0,0 0 1 0 0,0 0 0 0 0,0 0 0 0 0,0 1 0 0 0,0 0 0 0 0,-7 1-1 0 0,6-1-576 0 0,0 0-1 0 0,0 0 1 0 0,0 0-1 0 0,1 0 1 0 0,-1 1-1 0 0,0 0 1 0 0,1 0-1 0 0,-1 0 1 0 0,1 1-1 0 0,-1-1 0 0 0,-3 5 1 0 0,2 1-917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1.7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 4 11037 0 0,'-8'-1'141'0'0,"0"-1"0"0"0,-1 2 0 0 0,1-1 0 0 0,0 1 0 0 0,-1 1 0 0 0,1-1 0 0 0,0 1 1 0 0,0 1-1 0 0,-1-1 0 0 0,1 1 0 0 0,0 1 0 0 0,1 0 0 0 0,-1 0 0 0 0,0 0 0 0 0,-9 7 0 0 0,6-4 141 0 0,-1 1-1 0 0,1 0 1 0 0,0 1-1 0 0,1 1 1 0 0,0 0-1 0 0,0 0 1 0 0,1 1 0 0 0,-16 20-1 0 0,23-26-199 0 0,-1 0-1 0 0,1 0 1 0 0,0 1 0 0 0,0-1 0 0 0,0 0-1 0 0,1 1 1 0 0,0-1 0 0 0,0 1-1 0 0,0 0 1 0 0,0-1 0 0 0,1 1-1 0 0,-1 0 1 0 0,1 0 0 0 0,1-1-1 0 0,-1 1 1 0 0,1 0 0 0 0,-1-1 0 0 0,1 1-1 0 0,1 0 1 0 0,-1-1 0 0 0,1 1-1 0 0,-1-1 1 0 0,5 7 0 0 0,5 7 111 0 0,0-1 1 0 0,2 0 0 0 0,0-1 0 0 0,20 20 0 0 0,-18-20 18 0 0,0 0 0 0 0,13 22 0 0 0,-20-27-35 0 0,-1 1 1 0 0,0 1-1 0 0,-1-1 1 0 0,-1 1-1 0 0,0 0 1 0 0,0 0-1 0 0,-2 1 1 0 0,5 25-1 0 0,-8-33-55 0 0,0 1 0 0 0,0-1 0 0 0,0 0-1 0 0,-1 0 1 0 0,0 0 0 0 0,0 0 0 0 0,-1 0 0 0 0,1 0-1 0 0,-1 0 1 0 0,-1 0 0 0 0,1-1 0 0 0,-1 1 0 0 0,0-1 0 0 0,0 0-1 0 0,0 0 1 0 0,-1 0 0 0 0,0 0 0 0 0,0 0 0 0 0,0-1-1 0 0,-1 0 1 0 0,1 0 0 0 0,-9 6 0 0 0,9-7-59 0 0,-1 0-1 0 0,1 0 1 0 0,-1 0 0 0 0,0 0 0 0 0,0-1 0 0 0,0 0-1 0 0,0 0 1 0 0,0-1 0 0 0,0 1 0 0 0,-1-1 0 0 0,1 0-1 0 0,0 0 1 0 0,-1-1 0 0 0,1 1 0 0 0,-1-1 0 0 0,1-1-1 0 0,0 1 1 0 0,-1-1 0 0 0,1 0 0 0 0,-8-2 0 0 0,8 1-192 0 0,1 0 0 0 0,-1 0 1 0 0,1-1-1 0 0,0 1 0 0 0,0-1 1 0 0,0 0-1 0 0,0 0 0 0 0,0-1 0 0 0,1 1 1 0 0,-1-1-1 0 0,1 0 0 0 0,0 0 1 0 0,0 0-1 0 0,1 0 0 0 0,-1 0 1 0 0,1-1-1 0 0,0 1 0 0 0,0-1 1 0 0,0 1-1 0 0,0-1 0 0 0,1 0 1 0 0,-1-7-1 0 0,-1-7-1291 0 0,1 1-1 0 0,1-1 1 0 0,1 1-1 0 0,0-1 1 0 0,2 0-1 0 0,0 1 1 0 0,1 0-1 0 0,1-1 1 0 0,7-21-1 0 0,10-15-4670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1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35 12661 0 0,'-2'-35'2911'0'0,"-3"72"394"0"0,-1 8-2942 0 0,-35 327 3254 0 0,16-114-1858 0 0,16-180-1078 0 0,4 132 0 0 0,7-172-2827 0 0,9 43 1 0 0,-10-77 1444 0 0,0-1 0 0 0,0 0 0 0 0,0 0 0 0 0,0 0 1 0 0,1-1-1 0 0,-1 1 0 0 0,1 0 0 0 0,-1 0 0 0 0,1-1 0 0 0,0 1 1 0 0,0-1-1 0 0,1 0 0 0 0,2 3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2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76 164 10969 0 0,'-9'-5'-37'0'0,"4"3"553"0"0,-1 0 1 0 0,1-1-1 0 0,0 0 0 0 0,0 0 1 0 0,1 0-1 0 0,-1-1 1 0 0,1 1-1 0 0,-1-1 1 0 0,1 0-1 0 0,0-1 0 0 0,1 1 1 0 0,-1 0-1 0 0,-3-8 1 0 0,7 11-418 0 0,0-1 0 0 0,0 1 0 0 0,0 0 0 0 0,0-1 1 0 0,0 1-1 0 0,1-1 0 0 0,-1 1 0 0 0,0 0 0 0 0,1-1 0 0 0,0 1 1 0 0,-1 0-1 0 0,1-1 0 0 0,0 1 0 0 0,-1 0 0 0 0,1 0 0 0 0,0 0 1 0 0,0 0-1 0 0,0 0 0 0 0,0 0 0 0 0,0 0 0 0 0,0 0 1 0 0,0 0-1 0 0,1 0 0 0 0,-1 0 0 0 0,0 1 0 0 0,2-2 0 0 0,-2 2-81 0 0,9-7 23 0 0,1 1-1 0 0,0 1 1 0 0,1 0 0 0 0,-1 0-1 0 0,21-4 1 0 0,64-10-3882 0 0,-57 13 1303 0 0,43 0-4461 0 0,-41 3 1132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2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12 11893 0 0,'-3'-2'132'0'0,"-1"0"1"0"0,1 1-1 0 0,-1-1 0 0 0,1 1 1 0 0,-1 0-1 0 0,0 0 1 0 0,0 0-1 0 0,0 1 0 0 0,0 0 1 0 0,1-1-1 0 0,-1 1 0 0 0,0 1 1 0 0,0-1-1 0 0,0 0 0 0 0,0 1 1 0 0,0 0-1 0 0,-3 1 0 0 0,-1 1 146 0 0,1 0 0 0 0,0 1 0 0 0,0-1 0 0 0,0 2 1 0 0,0-1-1 0 0,1 1 0 0 0,-12 10 0 0 0,-3 7 612 0 0,1 0 1 0 0,2 2 0 0 0,-23 35 0 0 0,40-57-837 0 0,-8 11 403 0 0,1 1 0 0 0,0 0 0 0 0,1 0 0 0 0,1 1 0 0 0,0 0 0 0 0,1 0 0 0 0,0 1 0 0 0,-2 16 0 0 0,6-27-364 0 0,1-1-1 0 0,0 0 1 0 0,-1 0 0 0 0,1 1-1 0 0,1-1 1 0 0,-1 0-1 0 0,1 1 1 0 0,-1-1 0 0 0,1 0-1 0 0,0 0 1 0 0,1 0 0 0 0,-1 0-1 0 0,1 0 1 0 0,0 0-1 0 0,0 0 1 0 0,0 0 0 0 0,0-1-1 0 0,1 1 1 0 0,-1-1 0 0 0,1 0-1 0 0,0 1 1 0 0,0-1-1 0 0,0 0 1 0 0,0-1 0 0 0,1 1-1 0 0,-1-1 1 0 0,1 1-1 0 0,0-1 1 0 0,0 0 0 0 0,-1 0-1 0 0,1-1 1 0 0,0 1 0 0 0,1-1-1 0 0,6 1 1 0 0,10 3-31 0 0,1-1 0 0 0,-1-1 0 0 0,1-1 0 0 0,0-1 1 0 0,0-1-1 0 0,0-1 0 0 0,0-1 0 0 0,27-6 0 0 0,-32 5-100 0 0,1-1 1 0 0,-1-1-1 0 0,0-1 0 0 0,-1 0 0 0 0,0-2 1 0 0,0 1-1 0 0,0-2 0 0 0,-1 0 0 0 0,0-1 1 0 0,23-20-1 0 0,-33 24 28 0 0,1 0-1 0 0,-1-1 1 0 0,0 0 0 0 0,-1 0-1 0 0,0-1 1 0 0,0 1 0 0 0,0-1 0 0 0,-1 0-1 0 0,0 0 1 0 0,-1 0 0 0 0,1 0-1 0 0,-2 0 1 0 0,1 0 0 0 0,0-11 0 0 0,-1 7-2 0 0,-1 0 0 0 0,0 0 0 0 0,-1 0 0 0 0,0 0 0 0 0,-1 0 0 0 0,0 0 0 0 0,-1 0 0 0 0,0 0 0 0 0,-7-14 0 0 0,9 23 9 0 0,-1-1-1 0 0,1 1 1 0 0,-1 0 0 0 0,0 0 0 0 0,0 0 0 0 0,0 0-1 0 0,0 1 1 0 0,-1-1 0 0 0,1 1 0 0 0,-1-1 0 0 0,0 1-1 0 0,1 0 1 0 0,-1 0 0 0 0,0 0 0 0 0,0 0 0 0 0,0 0-1 0 0,-1 1 1 0 0,1 0 0 0 0,-5-2 0 0 0,3 2-30 0 0,-1 0 0 0 0,0 0 0 0 0,-1 1 0 0 0,1 0 0 0 0,0 0 0 0 0,0 0 0 0 0,0 1 0 0 0,0 0 0 0 0,0 0-1 0 0,-8 3 1 0 0,-2 2-391 0 0,1 0 0 0 0,0 1 0 0 0,0 0 0 0 0,0 1 0 0 0,1 1 0 0 0,1 0 0 0 0,-17 14-1 0 0,23-16-416 0 0,1-1 0 0 0,-1 1 0 0 0,1 0-1 0 0,-7 10 1 0 0,12-14 275 0 0,-1-1 1 0 0,1 1-1 0 0,-1-1 1 0 0,1 1-1 0 0,0-1 0 0 0,0 1 1 0 0,0 0-1 0 0,1 0 1 0 0,-1-1-1 0 0,1 1 0 0 0,-1 0 1 0 0,1 0-1 0 0,0 0 1 0 0,0 0-1 0 0,0 0 1 0 0,1-1-1 0 0,-1 1 0 0 0,1 3 1 0 0,5 11-6148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3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36 573 13053 0 0,'-20'-5'4090'0'0,"19"3"-4019"0"0,1 0-1 0 0,0 1 1 0 0,0-1 0 0 0,0 0 0 0 0,0 0-1 0 0,0 0 1 0 0,0 0 0 0 0,1 1 0 0 0,-1-1-1 0 0,0 0 1 0 0,1 0 0 0 0,0 1 0 0 0,-1-1-1 0 0,1 0 1 0 0,0 1 0 0 0,0-1 0 0 0,0 0-1 0 0,1-1 1 0 0,30-30 1068 0 0,-11 15-687 0 0,-1-1 0 0 0,-1 0 0 0 0,33-45 0 0 0,-47 56-384 0 0,0-1 0 0 0,0 0 0 0 0,-1 0 0 0 0,0 0 0 0 0,-1 0 0 0 0,0-1 0 0 0,0 1 0 0 0,-1-1 0 0 0,0 0 0 0 0,-1 1 0 0 0,0-1 0 0 0,0 0 0 0 0,-1 0-1 0 0,-2-18 1 0 0,0 18-29 0 0,1 1-1 0 0,-1-1 1 0 0,-1 1-1 0 0,0-1 0 0 0,0 1 1 0 0,0 0-1 0 0,-1 0 0 0 0,-1 0 1 0 0,-5-8-1 0 0,6 12-19 0 0,1 1 0 0 0,-1-1 0 0 0,-1 1 0 0 0,1 0 0 0 0,0 0 0 0 0,-1 0 0 0 0,0 0 0 0 0,0 1 0 0 0,0 0 0 0 0,0 0 0 0 0,-1 0 0 0 0,1 1 0 0 0,-1 0 0 0 0,1 0 0 0 0,-12-2 0 0 0,-60-5 447 0 0,74 9-211 0 0,16-3-191 0 0,40-11 16 0 0,92-18 176 0 0,-129 30-140 0 0,0 0 0 0 0,-1 1 1 0 0,1 0-1 0 0,0 1 0 0 0,0 1 1 0 0,-1 1-1 0 0,22 4 0 0 0,-29-3-16 0 0,-1 0-1 0 0,1 1 0 0 0,-1 0 1 0 0,0 0-1 0 0,0 1 0 0 0,0 0 1 0 0,-1 0-1 0 0,0 0 1 0 0,0 1-1 0 0,0 0 0 0 0,0 0 1 0 0,-1 0-1 0 0,0 1 0 0 0,-1 0 1 0 0,1 0-1 0 0,-1 0 0 0 0,-1 1 1 0 0,1-1-1 0 0,2 12 1 0 0,6 15 198 0 0,-2 1 0 0 0,-2 0 1 0 0,5 36-1 0 0,-7-12-112 0 0,-4-34-90 0 0,1 1 0 0 0,7 27 0 0 0,-8-45-485 0 0,1-1 1 0 0,-1 1-1 0 0,1-1 1 0 0,1 0 0 0 0,0 0-1 0 0,6 10 1 0 0,-7-14-268 0 0,0-1 0 0 0,-1 1 1 0 0,1-1-1 0 0,0 0 1 0 0,1 0-1 0 0,-1 0 0 0 0,0-1 1 0 0,1 1-1 0 0,-1-1 0 0 0,1 1 1 0 0,-1-1-1 0 0,1 0 0 0 0,-1-1 1 0 0,1 1-1 0 0,0-1 0 0 0,-1 1 1 0 0,1-1-1 0 0,0 0 1 0 0,0 0-1 0 0,-1-1 0 0 0,1 1 1 0 0,0-1-1 0 0,-1 0 0 0 0,1 0 1 0 0,-1 0-1 0 0,7-3 0 0 0,15-7-5913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3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534 119 13321 0 0,'-3'-13'67'0'0,"-2"-9"1270"0"0,0 0 0 0 0,-1-39 1864 0 0,8 68-2139 0 0,9 28-141 0 0,-1 0-1 0 0,-2 1 1 0 0,-2 0-1 0 0,3 56 0 0 0,-6 160 1509 0 0,-4-147-1495 0 0,-15 175 1041 0 0,2-108-670 0 0,6-57-126 0 0,8-121-1178 0 0,0 1-1 0 0,-1-1 1 0 0,0 0-1 0 0,-1 0 1 0 0,1 1-1 0 0,-1-1 1 0 0,0 0-1 0 0,0 1 1 0 0,-1 0-1 0 0,1-1 1 0 0,-1 1-1 0 0,-1 0 1 0 0,1 1-1 0 0,-1-1 1 0 0,1 0-1 0 0,-1 1 1 0 0,-1 0 0 0 0,1 0-1 0 0,0 0 1 0 0,-1 1-1 0 0,0-1 1 0 0,0 1-1 0 0,0 0 1 0 0,0 1-1 0 0,-1-1 1 0 0,1 1-1 0 0,-1 0 1 0 0,1 0-1 0 0,-1 1 1 0 0,0-1-1 0 0,0 1 1 0 0,1 1-1 0 0,-8-1 1 0 0,-6 2-1 0 0,1 0 0 0 0,-1 2 0 0 0,0 0 0 0 0,1 1 0 0 0,0 1 0 0 0,0 0 0 0 0,0 2 0 0 0,1 0 0 0 0,0 1 0 0 0,0 0 0 0 0,-27 20 0 0 0,31-19 0 0 0,1 0 0 0 0,1 1 0 0 0,-1 0 0 0 0,2 1 0 0 0,-1 0 0 0 0,2 1 0 0 0,-1 0 0 0 0,2 0 0 0 0,0 1 0 0 0,0 0 0 0 0,1 0 0 0 0,1 1 0 0 0,0 0 0 0 0,1 0 0 0 0,-5 18 0 0 0,9-28-120 0 0,0 1 1 0 0,0-1-1 0 0,1 1 1 0 0,-1 0-1 0 0,1-1 1 0 0,0 1-1 0 0,0 0 1 0 0,1-1-1 0 0,-1 1 1 0 0,1-1-1 0 0,0 1 1 0 0,0-1-1 0 0,1 1 1 0 0,-1-1-1 0 0,1 1 1 0 0,0-1-1 0 0,0 0 1 0 0,5 7-1 0 0,-3-7-280 0 0,0 0-1 0 0,0 0 1 0 0,1 0-1 0 0,-1-1 1 0 0,1 0 0 0 0,0 1-1 0 0,0-2 1 0 0,0 1-1 0 0,0 0 1 0 0,1-1 0 0 0,-1 0-1 0 0,12 2 1 0 0,7 0-1195 0 0,1-1 1 0 0,0-1-1 0 0,0-1 1 0 0,0-1-1 0 0,38-5 0 0 0,-37 1-4015 0 0,3-4-2647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4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181 181 14737 0 0,'-14'-5'219'0'0,"14"5"-180"0"0,-1 0 0 0 0,1 0 0 0 0,0 0 0 0 0,-1 0 0 0 0,1 0 0 0 0,-1 0 0 0 0,1 0 0 0 0,0-1 0 0 0,-1 1 0 0 0,1 0 0 0 0,-1 0 0 0 0,1 0 0 0 0,0-1 0 0 0,-1 1-1 0 0,1 0 1 0 0,0 0 0 0 0,-1-1 0 0 0,1 1 0 0 0,0 0 0 0 0,0-1 0 0 0,-1 1 0 0 0,1 0 0 0 0,0-1 0 0 0,0 1 0 0 0,0-1 0 0 0,-1 1 0 0 0,1 0 0 0 0,0-1 0 0 0,0 1 0 0 0,0-1 0 0 0,0 1 0 0 0,0 0 0 0 0,0-2 0 0 0,6-3 73 0 0,0-1-1 0 0,1 1 1 0 0,-1 0 0 0 0,1 0 0 0 0,1 1 0 0 0,-1 0-1 0 0,12-5 1 0 0,-6 3 195 0 0,-1 0-1 0 0,0-1 1 0 0,13-10 0 0 0,-22 14-64 0 0,0 1 0 0 0,0-1 0 0 0,0 0 0 0 0,0 0 0 0 0,0 0 1 0 0,-1 0-1 0 0,0-1 0 0 0,0 1 0 0 0,0-1 0 0 0,0 1 0 0 0,0-1 0 0 0,-1 0 1 0 0,1 1-1 0 0,-1-1 0 0 0,1-6 0 0 0,-2 9-190 0 0,1 1-1 0 0,-1-1 1 0 0,0 0-1 0 0,0 0 1 0 0,0 0-1 0 0,0 0 1 0 0,0 0-1 0 0,0 0 1 0 0,0 1 0 0 0,0-1-1 0 0,0 0 1 0 0,0 0-1 0 0,0 0 1 0 0,0 0-1 0 0,-1 0 1 0 0,1 0-1 0 0,0 1 1 0 0,-1-1-1 0 0,1 0 1 0 0,0 0 0 0 0,-1 1-1 0 0,1-1 1 0 0,-1 0-1 0 0,1 0 1 0 0,-1 1-1 0 0,0-1 1 0 0,1 1-1 0 0,-1-1 1 0 0,0 0 0 0 0,1 1-1 0 0,-1-1 1 0 0,0 1-1 0 0,0 0 1 0 0,1-1-1 0 0,-1 1 1 0 0,0 0-1 0 0,0-1 1 0 0,0 1-1 0 0,0 0 1 0 0,0 0 0 0 0,1 0-1 0 0,-1-1 1 0 0,0 1-1 0 0,0 0 1 0 0,0 0-1 0 0,0 1 1 0 0,0-1-1 0 0,0 0 1 0 0,1 0-1 0 0,-2 1 1 0 0,-52 15 1617 0 0,43-12-1612 0 0,-5 3 172 0 0,1 0 0 0 0,-1 1-1 0 0,2 1 1 0 0,-1 0-1 0 0,1 1 1 0 0,0 0-1 0 0,1 1 1 0 0,0 1-1 0 0,1 0 1 0 0,0 1 0 0 0,1 0-1 0 0,1 1 1 0 0,-18 29-1 0 0,24-36-134 0 0,0 1 0 0 0,0-1 1 0 0,1 1-1 0 0,0 0 0 0 0,0 0 0 0 0,1 0 0 0 0,0 0 0 0 0,1 1 0 0 0,0-1 0 0 0,0 0 0 0 0,1 1 0 0 0,-1-1 0 0 0,2 1 1 0 0,-1-1-1 0 0,2 0 0 0 0,-1 1 0 0 0,1-1 0 0 0,0 0 0 0 0,0 0 0 0 0,1 0 0 0 0,0 0 0 0 0,1-1 0 0 0,0 1 0 0 0,0-1 1 0 0,0 0-1 0 0,1 0 0 0 0,0 0 0 0 0,1-1 0 0 0,9 10 0 0 0,-5-7-95 0 0,0-2 0 0 0,1 1 0 0 0,0-1 0 0 0,1-1 0 0 0,-1 0 0 0 0,1 0 0 0 0,0-1 0 0 0,1-1 0 0 0,-1 0 0 0 0,1-1 0 0 0,0 0 0 0 0,-1-1 0 0 0,27 1 0 0 0,-15-2 0 0 0,1-1 0 0 0,-1-1 0 0 0,0-2 0 0 0,0 0 0 0 0,-1-1 0 0 0,41-14 0 0 0,-55 15 0 0 0,1-1 0 0 0,-1 0 0 0 0,0 0 0 0 0,0-1 0 0 0,-1-1 0 0 0,1 1 0 0 0,-1-1 0 0 0,-1-1 0 0 0,1 1 0 0 0,-1-1 0 0 0,0-1 0 0 0,0 1 0 0 0,-1-1 0 0 0,0 0 0 0 0,-1-1 0 0 0,1 1 0 0 0,-2-1 0 0 0,1 0 0 0 0,3-13 0 0 0,0-4 0 0 0,-1 0 0 0 0,-2-1 0 0 0,-1 1 0 0 0,-1-1 0 0 0,-1 0 0 0 0,-2-27 0 0 0,0 52 0 0 0,1 0 0 0 0,-1 1 0 0 0,0 0 0 0 0,0 0 0 0 0,1 0 0 0 0,-1 0 0 0 0,0-1 0 0 0,0 1 0 0 0,0 0 0 0 0,0 0 0 0 0,0 0 0 0 0,-1-1 0 0 0,1 1 0 0 0,0 0 0 0 0,0 0 0 0 0,-1 0 0 0 0,1 0 0 0 0,-1-1 0 0 0,1 1 0 0 0,-1 0 0 0 0,0 0 0 0 0,1 0 0 0 0,-1 0 0 0 0,-1-1 0 0 0,-8-9 0 0 0,9 10 0 0 0,1 1 0 0 0,0 0 0 0 0,-1 0 0 0 0,1-1 0 0 0,0 1 0 0 0,0 0 0 0 0,0-1 0 0 0,-1 1 0 0 0,1 0 0 0 0,0-1 0 0 0,0 1 0 0 0,0 0 0 0 0,0-1 0 0 0,-1 1 0 0 0,1 0 0 0 0,0-1 0 0 0,0 1 0 0 0,0-1 0 0 0,0 1 0 0 0,0 0 0 0 0,0-1 0 0 0,0 1 0 0 0,0-1 0 0 0,0 1 0 0 0,0 0 0 0 0,0-1 0 0 0,0 1 0 0 0,1 0 0 0 0,-1-1 0 0 0,0 1 0 0 0,0-1 0 0 0,1 1 0 0 0,2-2 0 0 0,1 0 0 0 0,0 0 0 0 0,0 1 0 0 0,0 0 0 0 0,0 0 0 0 0,0 0 0 0 0,0 0 0 0 0,0 1 0 0 0,1-1 0 0 0,-1 1 0 0 0,0 0 0 0 0,0 0 0 0 0,8 2 0 0 0,63 8 0 0 0,-75-10 0 0 0,12 2 0 0 0,0 0 0 0 0,-1 1 0 0 0,0 1 0 0 0,1 0 0 0 0,-1 0 0 0 0,0 1 0 0 0,-1 1 0 0 0,0-1 0 0 0,1 2 0 0 0,-2 0 0 0 0,1 0 0 0 0,-1 0 0 0 0,0 1 0 0 0,-1 1 0 0 0,0-1 0 0 0,12 17 0 0 0,-11-11 0 0 0,-2 0 0 0 0,1 0 0 0 0,-2 1 0 0 0,0-1 0 0 0,0 1 0 0 0,-2 1 0 0 0,0-1 0 0 0,0 1 0 0 0,-2-1 0 0 0,0 1 0 0 0,0 30 0 0 0,-3 11-1850 0 0,0-41-640 0 0,-1 0 0 0 0,-7 31 0 0 0,6-38 1559 0 0,0 0 1 0 0,0-1 0 0 0,-1 1 0 0 0,0-1-1 0 0,0 0 1 0 0,-1 0 0 0 0,0 0-1 0 0,0-1 1 0 0,-1 0 0 0 0,0 0-1 0 0,0 0 1 0 0,-1-1 0 0 0,-7 6-1 0 0,-17 11-7635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4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278 769 16085 0 0,'-136'11'-919'0'0,"-6"1"4439"0"0,156-16-3055 0 0,138-34 391 0 0,290-34 1 0 0,-337 59-710 0 0,1587-165 807 0 0,-837 118-943 0 0,430-39-397 0 0,-10-84 982 0 0,-852 70 4790 0 0,-419 112-5428 0 0,0 0 214 0 0,0 0 1 0 0,0 0-1 0 0,-1-1 1 0 0,1 1-1 0 0,-1-1 1 0 0,1 0-1 0 0,-1 0 1 0 0,4-3-1 0 0,-1-9-2085 0 0,-13 14 38 0 0,-37 3-3634 0 0,-7 3-3890 0 0,25 0 869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5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60 15625 0 0,'6'-19'-449'0'0,"6"-20"1286"0"0,-12 39-823 0 0,0 0 1 0 0,0 0-1 0 0,0 0 0 0 0,0 0 0 0 0,-1 0 1 0 0,1 0-1 0 0,0 0 0 0 0,0 0 1 0 0,0 0-1 0 0,0 0 0 0 0,0 0 0 0 0,0 0 1 0 0,0 1-1 0 0,0-1 0 0 0,0 0 0 0 0,0 0 1 0 0,-1 0-1 0 0,1 0 0 0 0,0 0 1 0 0,0 0-1 0 0,0 0 0 0 0,0 0 0 0 0,0 0 1 0 0,0 0-1 0 0,0 0 0 0 0,0-1 0 0 0,0 1 1 0 0,0 0-1 0 0,-1 0 0 0 0,1 0 0 0 0,0 0 1 0 0,0 0-1 0 0,0 0 0 0 0,0 0 1 0 0,0 0-1 0 0,0 0 0 0 0,0 0 0 0 0,0 0 1 0 0,0 0-1 0 0,0 0 0 0 0,0 0 0 0 0,0 0 1 0 0,0 0-1 0 0,0 0 0 0 0,-1-1 1 0 0,1 1-1 0 0,0 0 0 0 0,0 0 0 0 0,0 0 1 0 0,0 0-1 0 0,0 0 0 0 0,0 0 0 0 0,0 0 1 0 0,-15 22 556 0 0,-230 413 5055 0 0,229-405-5054 0 0,2 1 0 0 0,0 1 1 0 0,3 0-1 0 0,0 1 0 0 0,3 0 1 0 0,-8 50-1 0 0,14-71-333 0 0,1 1 0 0 0,1 0 0 0 0,0 0 0 0 0,1 0 0 0 0,0 0 1 0 0,1-1-1 0 0,0 1 0 0 0,1 0 0 0 0,0-1 0 0 0,1 0 0 0 0,1 0 0 0 0,0 0 0 0 0,0 0 0 0 0,1-1 1 0 0,1 0-1 0 0,0 0 0 0 0,0 0 0 0 0,1-1 0 0 0,0 0 0 0 0,14 11 0 0 0,-11-12-169 0 0,0 0 1 0 0,1-1-1 0 0,0-1 0 0 0,1 0 0 0 0,0 0 1 0 0,0-1-1 0 0,0-1 0 0 0,1 0 0 0 0,0-1 0 0 0,0-1 1 0 0,0 0-1 0 0,0-1 0 0 0,0 0 0 0 0,1-1 0 0 0,-1-1 1 0 0,16-1-1 0 0,25-4-960 0 0,-1-3 0 0 0,102-27-1 0 0,-70 13-3875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2:59:55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16 16710 0 0,'0'-2'415'0'0,"4"-12"5165"0"0,9 24-5136 0 0,0 0 0 0 0,-1 0 0 0 0,0 2 0 0 0,-1-1 0 0 0,0 1 0 0 0,-1 1 0 0 0,0 0 0 0 0,-1 0 0 0 0,11 21 0 0 0,-15-23-242 0 0,0 0 0 0 0,-1 0 0 0 0,0 0 0 0 0,-1 1 0 0 0,0-1-1 0 0,-1 1 1 0 0,0 0 0 0 0,-1 0 0 0 0,0 0 0 0 0,-1 0-1 0 0,0 0 1 0 0,-1-1 0 0 0,-1 1 0 0 0,-2 14 0 0 0,-2-7-177 0 0,0 0 0 0 0,-1 0 0 0 0,-1-1 0 0 0,0 0 0 0 0,-2 0 1 0 0,0-1-1 0 0,-19 25 0 0 0,19-29-1449 0 0,-1-1 0 0 0,-1 0-1 0 0,-23 18 1 0 0,26-23-810 0 0,0-1 0 0 0,0 0 0 0 0,-1-1 0 0 0,0 0 0 0 0,0 0 0 0 0,-12 3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08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27 129 13009 0 0,'-8'-60'695'0'0,"-8"-2"3521"0"0,14 55-3459 0 0,4 15 1243 0 0,31 128 1792 0 0,38 553 4291 0 0,-64-570-7868 0 0,-5-105-215 0 0,1-4-61 0 0,-2-8-417 0 0,30-46-8074 0 0,-7-8-4165 0 0,-12 30 3614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09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64 15501 0 0,'31'-44'1120'0'0,"-30"42"-454"0"0,0-11 4662 0 0,-14 11-4995 0 0,0 0 1 0 0,-1 1-1 0 0,1 1 0 0 0,0 0 1 0 0,-22 4-1 0 0,-84 16 1028 0 0,38-6-484 0 0,4-4-7 0 0,-101 0-1 0 0,174-10-764 0 0,-1 0-67 0 0,-14-2-12 0 0,14 1 82 0 0,1 1-93 0 0,-14 0 2 0 0,14 0 8 0 0,2 3-96 0 0,0 0 63 0 0,0 0 1 0 0,0 0 0 0 0,1 1 0 0 0,-1-1-1 0 0,1 1 1 0 0,0-1 0 0 0,0 1-1 0 0,0 0 1 0 0,1-1 0 0 0,-1 1 0 0 0,1 0-1 0 0,0 0 1 0 0,0-1 0 0 0,0 1-1 0 0,0 0 1 0 0,1 0 0 0 0,0-1 0 0 0,-1 1-1 0 0,1-1 1 0 0,3 8 0 0 0,3 9-4 0 0,0 0 0 0 0,14 28 0 0 0,-10-27 8 0 0,2 0 0 0 0,0-1 0 0 0,1 0 0 0 0,1-1 0 0 0,1-1 0 0 0,1 0 0 0 0,0-2 0 0 0,21 17 0 0 0,-3-8 34 0 0,1-1-1 0 0,1-2 0 0 0,64 29 0 0 0,-61-33-69 0 0,68 42 0 0 0,-99-55 129 0 0,0 2 0 0 0,0-1 0 0 0,0 1 0 0 0,-1 1 0 0 0,0-1 0 0 0,0 2 0 0 0,-1-1 0 0 0,0 1 1 0 0,-1 0-1 0 0,1 0 0 0 0,-2 1 0 0 0,9 17 0 0 0,-13-23-27 0 0,-1 1 0 0 0,1 0 0 0 0,-1 0-1 0 0,1-1 1 0 0,-2 1 0 0 0,1 0 0 0 0,0 0 0 0 0,-1 0-1 0 0,0-1 1 0 0,0 1 0 0 0,0 0 0 0 0,-1-1 0 0 0,1 1 0 0 0,-1-1-1 0 0,0 1 1 0 0,-1-1 0 0 0,1 0 0 0 0,-1 0 0 0 0,0 0-1 0 0,0 0 1 0 0,0-1 0 0 0,0 1 0 0 0,0-1 0 0 0,-5 4 0 0 0,-9 8 272 0 0,0-1 0 0 0,-1-1 0 0 0,-33 19 0 0 0,-109 48-335 0 0,146-73 0 0 0,-1-1 0 0 0,-2-1 0 0 0,-1-2 0 0 0,-21 8-4343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0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17418 0 0,'0'-34'-1539'0'0,"2"29"2941"0"0,-1 10-316 0 0,0 28 352 0 0,-1 73 5 0 0,-1-49-262 0 0,8 83 2022 0 0,41 227-1 0 0,-20-181-606 0 0,-22-159-2155 0 0,-3-15-296 0 0,0-1 0 0 0,-2 1 0 0 0,1-1 0 0 0,-1 1 0 0 0,-2 20 0 0 0,7-106-18080 0 0,-1 54 12565 0 0,4-3-2210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0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137 282 13669 0 0,'2'-3'2581'0'0,"-6"12"-1049"0"0,-17 32-372 0 0,-7 15 63 0 0,13-23-419 0 0,0 1-1 0 0,3 0 0 0 0,0 1 1 0 0,3 0-1 0 0,-9 58 1 0 0,16-79-536 0 0,0 1-1 0 0,1 0 1 0 0,1-1 0 0 0,1 1 0 0 0,0 0 0 0 0,0-1 0 0 0,2 1 0 0 0,0-1 0 0 0,0 0 0 0 0,2 1 0 0 0,-1-2 0 0 0,2 1-1 0 0,0 0 1 0 0,1-1 0 0 0,0 0 0 0 0,14 18 0 0 0,-14-24-192 0 0,0 0 0 0 0,1 0-1 0 0,-1 0 1 0 0,2-1 0 0 0,-1-1 0 0 0,1 1 0 0 0,0-1-1 0 0,0-1 1 0 0,0 1 0 0 0,1-2 0 0 0,-1 1 0 0 0,1-1-1 0 0,0-1 1 0 0,0 0 0 0 0,0 0 0 0 0,0-1 0 0 0,0 0 0 0 0,1-1-1 0 0,-1 0 1 0 0,0-1 0 0 0,0 0 0 0 0,12-3 0 0 0,1 0 88 0 0,-1-1 1 0 0,0-1 0 0 0,0-1 0 0 0,0-1 0 0 0,-1-1 0 0 0,0 0-1 0 0,-1-2 1 0 0,34-24 0 0 0,-35 21-165 0 0,-2-1 0 0 0,0 0 0 0 0,0-2 0 0 0,-2 0 0 0 0,0-1 0 0 0,-1 0 0 0 0,0-1 0 0 0,-2-1 0 0 0,0 0 0 0 0,-2 0 0 0 0,0-1 0 0 0,-1-1 0 0 0,-1 0 0 0 0,-1 0 0 0 0,-1 0 0 0 0,-1-1 0 0 0,-2 0 0 0 0,0 0 0 0 0,-1 0 0 0 0,-1 0 0 0 0,-1 0 0 0 0,-1 0 0 0 0,-7-44 0 0 0,3 41 0 0 0,0 1 0 0 0,-2 0 0 0 0,-1 0 0 0 0,-1 1 0 0 0,0 0 0 0 0,-2 1 0 0 0,-1 0 0 0 0,-16-24 0 0 0,22 39 0 0 0,0-1 0 0 0,-1 1 0 0 0,0 0 0 0 0,0 0 0 0 0,-1 1 0 0 0,0 0 0 0 0,0 0 0 0 0,-1 1 0 0 0,0 0 0 0 0,0 1 0 0 0,0-1 0 0 0,-1 2 0 0 0,1 0 0 0 0,-1 0 0 0 0,0 0 0 0 0,0 1 0 0 0,-1 1 0 0 0,1 0 0 0 0,-1 0 0 0 0,1 1 0 0 0,-1 0 0 0 0,-15 2 0 0 0,2 2-558 0 0,0 1 1 0 0,1 1-1 0 0,-1 1 1 0 0,1 1-1 0 0,0 1 1 0 0,1 2-1 0 0,0 0 1 0 0,0 1-1 0 0,1 1 0 0 0,0 1 1 0 0,1 1-1 0 0,1 0 1 0 0,0 2-1 0 0,1 0 1 0 0,-16 20-1 0 0,30-31-238 0 0,-1 0 0 0 0,1 0-1 0 0,0 0 1 0 0,1 1 0 0 0,0 0 0 0 0,0 0-1 0 0,0 0 1 0 0,-3 9 0 0 0,5 13-6477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1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21 215 14805 0 0,'-4'-7'310'0'0,"1"0"-1"0"0,0 0 0 0 0,1 0 1 0 0,0-1-1 0 0,0 1 0 0 0,0-1 1 0 0,1 1-1 0 0,0-1 0 0 0,1-14 0 0 0,0 17-73 0 0,1 1-1 0 0,0-1 0 0 0,0 0 0 0 0,0 1 0 0 0,1-1 0 0 0,-1 1 1 0 0,1-1-1 0 0,0 1 0 0 0,1 0 0 0 0,-1 0 0 0 0,1 0 0 0 0,-1 0 1 0 0,1 0-1 0 0,1 0 0 0 0,-1 1 0 0 0,0 0 0 0 0,5-4 0 0 0,0 1-82 0 0,0 0 0 0 0,0 1-1 0 0,1 1 1 0 0,-1-1-1 0 0,1 1 1 0 0,0 0 0 0 0,1 1-1 0 0,-1 0 1 0 0,0 1-1 0 0,1 0 1 0 0,0 0 0 0 0,-1 1-1 0 0,1 0 1 0 0,0 1-1 0 0,0 0 1 0 0,-1 1-1 0 0,1-1 1 0 0,0 2 0 0 0,-1 0-1 0 0,1 0 1 0 0,-1 0-1 0 0,1 1 1 0 0,-1 1 0 0 0,0 0-1 0 0,9 5 1 0 0,-10-5-49 0 0,-1 0 0 0 0,1 1 0 0 0,-1 0 0 0 0,1 1 0 0 0,-2-1 0 0 0,1 1 1 0 0,0 1-1 0 0,-1-1 0 0 0,0 1 0 0 0,-1 0 0 0 0,0 1 0 0 0,0-1 0 0 0,0 1 0 0 0,-1 0 1 0 0,0 0-1 0 0,-1 0 0 0 0,0 1 0 0 0,0-1 0 0 0,0 1 0 0 0,-1 0 0 0 0,-1 0 0 0 0,0-1 0 0 0,0 1 1 0 0,0 0-1 0 0,-1 0 0 0 0,-1 0 0 0 0,-1 12 0 0 0,-6 15 402 0 0,-3-1 0 0 0,0-1 0 0 0,-2 0 0 0 0,-33 60 0 0 0,21-45 106 0 0,-21 60-1 0 0,39-73-611 0 0,6-34 0 0 0,1 0 0 0 0,0 0 0 0 0,0 0 0 0 0,0 0 0 0 0,0 0 0 0 0,0 1 0 0 0,0-1 0 0 0,1 0 0 0 0,-1 0 0 0 0,1 0 0 0 0,-1 0 0 0 0,1 0 0 0 0,0-1 0 0 0,0 1 0 0 0,0 0 0 0 0,0 0 0 0 0,0 0 0 0 0,0-1 0 0 0,2 3 0 0 0,3 0 0 0 0,1-1 0 0 0,-1 0 0 0 0,0 0 0 0 0,1-1 0 0 0,0 1 0 0 0,-1-1 0 0 0,1-1 0 0 0,0 0 0 0 0,0 0 0 0 0,0 0 0 0 0,0 0 0 0 0,11-2 0 0 0,89-9 0 0 0,-93 8 0 0 0,45-6-455 0 0,133-24-4645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1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250 120 19898 0 0,'-1'-4'33'0'0,"1"0"0"0"0,-1 0 1 0 0,1 0-1 0 0,0-1 0 0 0,0 1 1 0 0,0 0-1 0 0,0 0 0 0 0,1-1 1 0 0,0 1-1 0 0,0 0 0 0 0,0 0 1 0 0,0 0-1 0 0,1 0 0 0 0,-1 0 1 0 0,1 0-1 0 0,0 1 0 0 0,1-1 1 0 0,2-3-1 0 0,-2 3 44 0 0,1 0 0 0 0,0 1 0 0 0,0 0 0 0 0,0 0 0 0 0,0 0 1 0 0,1 1-1 0 0,-1-1 0 0 0,1 1 0 0 0,0 0 0 0 0,-1 0 0 0 0,1 0 0 0 0,0 1 0 0 0,0 0 0 0 0,9-1 0 0 0,-3 0-1 0 0,-1 2 0 0 0,1-1-1 0 0,0 1 1 0 0,0 1-1 0 0,-1 0 1 0 0,1 0 0 0 0,-1 1-1 0 0,1 0 1 0 0,-1 1 0 0 0,1 0-1 0 0,-1 1 1 0 0,13 6-1 0 0,-20-8-19 0 0,1 0-1 0 0,0 1 0 0 0,-1-1 0 0 0,1 1 0 0 0,-1 0 0 0 0,0 0 0 0 0,0 0 0 0 0,0 0 0 0 0,0 0 0 0 0,0 1 0 0 0,-1-1 0 0 0,1 1 0 0 0,-1 0 0 0 0,0-1 0 0 0,0 1 0 0 0,-1 0 0 0 0,1 0 0 0 0,-1 1 0 0 0,0-1 0 0 0,0 0 0 0 0,0 0 0 0 0,0 1 0 0 0,-1-1 1 0 0,0 0-1 0 0,0 1 0 0 0,0-1 0 0 0,0 0 0 0 0,-1 1 0 0 0,0-1 0 0 0,0 0 0 0 0,0 0 0 0 0,-3 8 0 0 0,-5 10 387 0 0,-2-1 1 0 0,0 0 0 0 0,-1 0-1 0 0,-1-1 1 0 0,-28 33-1 0 0,21-28 420 0 0,1 0 0 0 0,-22 42-1 0 0,39-63-815 0 0,0-1 0 0 0,1 1 0 0 0,-1 0 0 0 0,1 0 0 0 0,0 1 0 0 0,0-1 0 0 0,1 0 0 0 0,-1 0 1 0 0,1 0-1 0 0,0 1 0 0 0,0-1 0 0 0,1 0 0 0 0,-1 0 0 0 0,1 0 0 0 0,0 1 0 0 0,0-1 0 0 0,0 0 0 0 0,0 0 0 0 0,4 7 0 0 0,4 4 304 0 0,0-1 0 0 0,0 0 0 0 0,22 24 0 0 0,-22-28-206 0 0,0 1 0 0 0,0 1 0 0 0,-1-1-1 0 0,9 20 1 0 0,-15-29-144 0 0,-1 1 0 0 0,1-1 0 0 0,-1 1 0 0 0,0-1 0 0 0,0 1 0 0 0,0-1 0 0 0,-1 1 0 0 0,1 0 0 0 0,-1-1 0 0 0,1 1 0 0 0,-1 0 0 0 0,0 0 0 0 0,0-1 0 0 0,0 5 0 0 0,-1-4 0 0 0,1-1 0 0 0,0-1 0 0 0,0 1 0 0 0,0-1 0 0 0,0 0 0 0 0,0 1 0 0 0,-1-1 0 0 0,1 0 0 0 0,0 1 0 0 0,-1-1 0 0 0,1 0 0 0 0,-1 0 0 0 0,1 1 0 0 0,-1-1 0 0 0,0 0 0 0 0,0 0 0 0 0,1 0 0 0 0,-1 0 0 0 0,0 0 0 0 0,0 0 0 0 0,0 0 0 0 0,0 0 0 0 0,0 0 0 0 0,0 0 0 0 0,0-1 0 0 0,-2 2 0 0 0,-1 0 0 0 0,-3 4 0 0 0,-1 0 0 0 0,1-1 0 0 0,-1 0 0 0 0,-1 0 0 0 0,1-1 0 0 0,-1 0 0 0 0,1 0 0 0 0,-1-1 0 0 0,0 0 0 0 0,-1-1 0 0 0,1 0 0 0 0,0 0 0 0 0,-11 0 0 0 0,-18 0 0 0 0,-70-3 0 0 0,95 0 0 0 0,-4 0-1699 0 0,-1 1 1 0 0,0 0-1 0 0,-20 4 1 0 0,31-3 609 0 0,0 1 1 0 0,0 0-1 0 0,1 0 1 0 0,-1 0 0 0 0,1 1-1 0 0,-1 0 1 0 0,1 0-1 0 0,0 1 1 0 0,0-1-1 0 0,-11 10 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3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323 138 19138 0 0,'0'0'-766'0'0,"-4"-1"137"0"0,-80-12 1103 0 0,54 10 4222 0 0,28 1-4451 0 0,1 0 0 0 0,0 1 0 0 0,0-1-1 0 0,0 0 1 0 0,0 1 0 0 0,1-1 0 0 0,-1 0-1 0 0,0 0 1 0 0,1 0 0 0 0,-1 1-1 0 0,1-1 1 0 0,0 0 0 0 0,-1 0 0 0 0,1-3-1 0 0,5-2-79 0 0,0 0 0 0 0,1 0-1 0 0,0 0 1 0 0,0 1 0 0 0,0 0-1 0 0,1 0 1 0 0,0 1 0 0 0,0 0-1 0 0,0 0 1 0 0,0 1 0 0 0,1-1-1 0 0,0 2 1 0 0,0-1 0 0 0,0 1-1 0 0,0 0 1 0 0,1 1-1 0 0,-1 0 1 0 0,17-2 0 0 0,-14 7 3 0 0,0 0-114 0 0,-1 1 1 0 0,0 1 0 0 0,-1 0 0 0 0,1 0-1 0 0,-1 1 1 0 0,0 0 0 0 0,14 14-1 0 0,-19-17-36 0 0,0 1 0 0 0,-1 0 0 0 0,0 1 0 0 0,0-1-1 0 0,0 1 1 0 0,0-1 0 0 0,0 1 0 0 0,-1 0 0 0 0,0 0-1 0 0,0 0 1 0 0,0 0 0 0 0,-1 0 0 0 0,0 0 0 0 0,0 1-1 0 0,0-1 1 0 0,-1 0 0 0 0,1 1 0 0 0,-1-1 0 0 0,-1 0-1 0 0,0 9 1 0 0,-4 10 28 0 0,-2 0 1 0 0,0 0-1 0 0,-1-1 0 0 0,-2 0 1 0 0,0 0-1 0 0,-2-1 0 0 0,0-1 1 0 0,-24 32-1 0 0,-15 14 390 0 0,-70 68 0 0 0,-75 64 350 0 0,188-190-786 0 0,8-9 0 0 0,0 1 0 0 0,0-1 0 0 0,0 0 0 0 0,0 0 0 0 0,0 0 0 0 0,0 1 0 0 0,0-1 0 0 0,0 0 0 0 0,0 0 0 0 0,0 0 0 0 0,0 1 0 0 0,0-1 0 0 0,0 0 0 0 0,0 0 0 0 0,0 0 0 0 0,0 1 0 0 0,0-1 0 0 0,0 0 0 0 0,0 0 0 0 0,0 0 0 0 0,0 1 0 0 0,0-1 0 0 0,1 0 0 0 0,-1 0 0 0 0,0 0 0 0 0,0 1 0 0 0,0-1 0 0 0,0 0 0 0 0,0 0 0 0 0,0 0 0 0 0,1 0 0 0 0,-1 0 0 0 0,0 1 0 0 0,0-1 0 0 0,0 0 0 0 0,0 0 0 0 0,1 0 0 0 0,-1 0 0 0 0,0 0 0 0 0,0 0 0 0 0,0 0 0 0 0,1 0 0 0 0,-1 0 0 0 0,0 0 0 0 0,0 0 0 0 0,1 0 0 0 0,-1 0 0 0 0,0 0 0 0 0,0 0 0 0 0,0 0 0 0 0,1 0 0 0 0,-1 0 0 0 0,0 0 0 0 0,0 0 0 0 0,0 0 0 0 0,1 0 0 0 0,-1 0 0 0 0,0 0 0 0 0,0 0 0 0 0,0-1 0 0 0,0 1 0 0 0,1 0 0 0 0,28-2 0 0 0,45-10 0 0 0,-33 4 0 0 0,40-1 0 0 0,-29 6 0 0 0,-15 0 0 0 0,0 2 0 0 0,67 7 0 0 0,-54 4-2160 0 0,-44-8 1074 0 0,1 0 0 0 0,-1 1 0 0 0,0 0 1 0 0,0 0-1 0 0,0 1 0 0 0,-1-1 0 0 0,1 1 1 0 0,-1 1-1 0 0,8 7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4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361 127 17994 0 0,'9'-17'885'0'0,"1"0"0"0"0,0 1-1 0 0,1 0 1 0 0,0 1 0 0 0,2 0 0 0 0,16-16 1169 0 0,-38 35-1711 0 0,-47 19 157 0 0,2 2 0 0 0,0 2 0 0 0,1 3-1 0 0,2 2 1 0 0,2 3 0 0 0,-46 40 0 0 0,92-73-445 0 0,0 0-1 0 0,1 0 0 0 0,0 0 0 0 0,0 0 1 0 0,-1 1-1 0 0,1-1 0 0 0,0 1 0 0 0,1-1 0 0 0,-1 1 1 0 0,0 0-1 0 0,1 0 0 0 0,0-1 0 0 0,0 1 1 0 0,-1 0-1 0 0,2 0 0 0 0,-1 0 0 0 0,0 0 1 0 0,1 1-1 0 0,-1-1 0 0 0,1 0 0 0 0,0 0 1 0 0,0 0-1 0 0,0 0 0 0 0,0 0 0 0 0,1 1 0 0 0,-1-1 1 0 0,1 0-1 0 0,0 0 0 0 0,0 0 0 0 0,0 0 1 0 0,0 0-1 0 0,0 0 0 0 0,1-1 0 0 0,-1 1 1 0 0,1 0-1 0 0,0-1 0 0 0,2 3 0 0 0,7 7 111 0 0,0 0-1 0 0,1-1 0 0 0,0-1 0 0 0,1 0 1 0 0,0-1-1 0 0,15 9 0 0 0,191 100 128 0 0,-59-35-227 0 0,-153-79-65 0 0,0 1 0 0 0,0-1 0 0 0,0 1 0 0 0,-1 0 0 0 0,11 12 0 0 0,-15-16 0 0 0,-1 0 0 0 0,0 0 0 0 0,0 1 0 0 0,0-1 0 0 0,0 1 0 0 0,0-1 0 0 0,0 1 0 0 0,0-1 0 0 0,-1 1 0 0 0,1 0 0 0 0,-1-1 0 0 0,1 1 0 0 0,-1 0 0 0 0,1 0 0 0 0,-1-1 0 0 0,0 1 0 0 0,0 0 0 0 0,0 0 0 0 0,0-1 0 0 0,0 1 0 0 0,0 0 0 0 0,-1 0 0 0 0,1-1 0 0 0,0 1 0 0 0,-1 0 0 0 0,1-1 0 0 0,-1 1 0 0 0,0 0 0 0 0,0-1 0 0 0,1 1 0 0 0,-1-1 0 0 0,0 1 0 0 0,-2 1 0 0 0,-8 9 0 0 0,-1 0 0 0 0,-1-1 0 0 0,0 0 0 0 0,-1-1 0 0 0,0 0 0 0 0,0-1 0 0 0,-1-1 0 0 0,0 0 0 0 0,-19 6 0 0 0,-25 8 0 0 0,-64 14 0 0 0,117-34 0 0 0,-32 10 0 0 0,3-2 0 0 0,-65 9 0 0 0,86-15 0 0 0,4 0-632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17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50 110 18606 0 0,'0'0'-476'0'0,"-5"-4"-40"0"0,-14-9 496 0 0,14 10 490 0 0,-9-12 1493 0 0,7 3 3254 0 0,9 9-5108 0 0,1-1 0 0 0,0 1 0 0 0,0 0 0 0 0,0 0 0 0 0,0 0 0 0 0,0 0 0 0 0,1 0-1 0 0,-1 1 1 0 0,1-1 0 0 0,0 1 0 0 0,-1 0 0 0 0,1 0 0 0 0,0 1 0 0 0,0-1 0 0 0,1 1 0 0 0,-1 0-1 0 0,0 0 1 0 0,7-1 0 0 0,87-13 677 0 0,-68 13-578 0 0,1 1 0 0 0,-1 1 0 0 0,32 5 0 0 0,-50-4-164 0 0,0 1-1 0 0,0 1 1 0 0,1 0 0 0 0,-2 0-1 0 0,1 1 1 0 0,0 1-1 0 0,-1 0 1 0 0,0 0 0 0 0,0 1-1 0 0,12 9 1 0 0,-20-12 5 0 0,1 0 1 0 0,-1 1 0 0 0,0-1-1 0 0,-1 0 1 0 0,1 1 0 0 0,0 0-1 0 0,-1 0 1 0 0,0-1 0 0 0,0 1-1 0 0,0 1 1 0 0,0-1 0 0 0,-1 0-1 0 0,0 0 1 0 0,0 1 0 0 0,0-1-1 0 0,0 0 1 0 0,0 1 0 0 0,-1-1 0 0 0,0 1-1 0 0,0-1 1 0 0,0 1 0 0 0,-1-1-1 0 0,1 1 1 0 0,-1-1 0 0 0,0 0-1 0 0,-1 1 1 0 0,1-1 0 0 0,-1 0-1 0 0,-3 8 1 0 0,-6 10 278 0 0,-1 0 0 0 0,-1 0 0 0 0,-1-2 0 0 0,-19 22 0 0 0,20-25-135 0 0,-3 3-161 0 0,9-12-32 0 0,0 0 0 0 0,1 0 0 0 0,0 1 1 0 0,1 0-1 0 0,0 0 0 0 0,-4 10 0 0 0,7-8 0 0 0,6 8 0 0 0,2-10 0 0 0,1 0 0 0 0,0 0 0 0 0,1 0 0 0 0,0-1 0 0 0,1 0 0 0 0,-1 0 0 0 0,1-1 0 0 0,1-1 0 0 0,-1 1 0 0 0,13 5 0 0 0,33 25 0 0 0,-45-28 0 0 0,0-1 0 0 0,-1 2 0 0 0,0-1 0 0 0,0 1 0 0 0,-1 1 0 0 0,0-1 0 0 0,7 16 0 0 0,-13-23 0 0 0,0 1 0 0 0,0 0 0 0 0,0 0 0 0 0,-1 0 0 0 0,0 0 0 0 0,0 0 0 0 0,0 0 0 0 0,0 0 0 0 0,-1 0 0 0 0,0 1 0 0 0,1-1 0 0 0,-2 0 0 0 0,1 0 0 0 0,0 0 0 0 0,-1 0 0 0 0,0 1 0 0 0,0-1 0 0 0,0 0 0 0 0,0 0 0 0 0,-1 0 0 0 0,1-1 0 0 0,-1 1 0 0 0,0 0 0 0 0,0 0 0 0 0,0-1 0 0 0,-1 0 0 0 0,-3 5 0 0 0,-1 0 0 0 0,0-1 0 0 0,0 1 0 0 0,-1-1 0 0 0,0-1 0 0 0,0 0 0 0 0,-1 0 0 0 0,0 0 0 0 0,-10 4 0 0 0,4-4 0 0 0,-1-1 0 0 0,1-1 0 0 0,-1 0 0 0 0,0-2 0 0 0,-29 3 0 0 0,22-3-412 0 0,-100 12-12973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23.1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59 268 16962 0 0,'-15'3'276'0'0,"-14"-7"2455"0"0,28 4-2568 0 0,0-1 1 0 0,0 1-1 0 0,1-1 1 0 0,-1 1-1 0 0,0-1 0 0 0,0 1 1 0 0,0-1-1 0 0,1 0 1 0 0,-1 1-1 0 0,0-1 0 0 0,1 0 1 0 0,-1 0-1 0 0,0 1 1 0 0,1-1-1 0 0,-1 0 0 0 0,1 0 1 0 0,0 0-1 0 0,-1 0 1 0 0,1 0-1 0 0,-1 0 1 0 0,1 0-1 0 0,0 0 0 0 0,0 0 1 0 0,0 0-1 0 0,0 0 1 0 0,0 0-1 0 0,0 0 0 0 0,0 0 1 0 0,0 0-1 0 0,0 0 1 0 0,0 0-1 0 0,0 0 0 0 0,1 0 1 0 0,-1 0-1 0 0,1-1 1 0 0,3-15 142 0 0,2 0 1 0 0,0 0 0 0 0,0 1-1 0 0,1 0 1 0 0,2 0-1 0 0,-1 1 1 0 0,15-19 0 0 0,-17 27-268 0 0,0 0 0 0 0,1 1 0 0 0,0-1 0 0 0,0 1 0 0 0,0 1 0 0 0,1-1 0 0 0,0 1 0 0 0,0 1 0 0 0,0-1 0 0 0,1 1 0 0 0,-1 1 0 0 0,1-1 0 0 0,0 2 0 0 0,0-1 1 0 0,0 1-1 0 0,11-1 0 0 0,94-6 74 0 0,-102 9-107 0 0,0 0 0 0 0,0 1 1 0 0,-1 0-1 0 0,1 1 0 0 0,0 1 0 0 0,-1 0 0 0 0,16 5 0 0 0,-22-5 28 0 0,0 1 0 0 0,-1-1-1 0 0,0 1 1 0 0,1 0 0 0 0,-1 0-1 0 0,-1 0 1 0 0,1 0 0 0 0,-1 1-1 0 0,1 0 1 0 0,-1-1 0 0 0,-1 1-1 0 0,1 0 1 0 0,-1 0-1 0 0,1 1 1 0 0,-1-1 0 0 0,-1 0-1 0 0,1 1 1 0 0,-1 0 0 0 0,1 8-1 0 0,2 16 270 0 0,-1 0 0 0 0,-1 40 0 0 0,-2-65-260 0 0,-6 165 1013 0 0,3-143-865 0 0,-2 0 0 0 0,0-1 0 0 0,-2 0 0 0 0,-12 33 0 0 0,-1-13-191 0 0,-2 0 0 0 0,-2-1 0 0 0,-39 54 0 0 0,-100 116 0 0 0,110-150 0 0 0,20-23 0 0 0,24-31 0 0 0,2 0 0 0 0,-2 0 0 0 0,2-1 0 0 0,7-10 0 0 0,1 0 0 0 0,-1 0 0 0 0,0 0 0 0 0,0 0 0 0 0,0 0 0 0 0,0 0 0 0 0,0 0 0 0 0,0 0 0 0 0,1 0 0 0 0,-1 0 0 0 0,0 0 0 0 0,0 0 0 0 0,0 0 0 0 0,0 0 0 0 0,0 0 0 0 0,0 0 0 0 0,1 0 0 0 0,-1 0 0 0 0,0 0 0 0 0,0 1 0 0 0,0-1 0 0 0,0 0 0 0 0,0 0 0 0 0,0 0 0 0 0,0 0 0 0 0,0 0 0 0 0,0 0 0 0 0,0 0 0 0 0,1 0 0 0 0,-1 1 0 0 0,0-1 0 0 0,0 0 0 0 0,0 0 0 0 0,0 0 0 0 0,0 0 0 0 0,0 0 0 0 0,0 0 0 0 0,0 1 0 0 0,0-1 0 0 0,0 0 0 0 0,0 0 0 0 0,0 0 0 0 0,0 0 0 0 0,0 0 0 0 0,0 1 0 0 0,0-1 0 0 0,0 0 0 0 0,0 0 0 0 0,-1 0 0 0 0,50-19 0 0 0,131-48 0 0 0,-34 32 0 0 0,256-30 0 0 0,-307 53 0 0 0,-69 8 0 0 0,-4 2 0 0 0,4 0 0 0 0,-5-1 0 0 0,-5 1-45 0 0,-13 1-849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25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65 21154 0 0,'-3'-56'-2996'0'0,"3"54"2930"0"0,-3-1 112 0 0,3 3-38 0 0,0 0 1 0 0,0 0 0 0 0,0-1-1 0 0,0 1 1 0 0,0 0 0 0 0,-1 0-1 0 0,1 0 1 0 0,0-1 0 0 0,0 1-1 0 0,0 0 1 0 0,0 0 0 0 0,-1 0-1 0 0,1-1 1 0 0,0 1 0 0 0,0 0-1 0 0,0 0 1 0 0,-1 0 0 0 0,1 0-1 0 0,0 0 1 0 0,0-1-1 0 0,-1 1 1 0 0,1 0 0 0 0,0 0-1 0 0,0 0 1 0 0,-1 0 0 0 0,1 0-1 0 0,0 0 1 0 0,0 0 0 0 0,-1 0-1 0 0,1 0 1 0 0,0 0 0 0 0,0 0-1 0 0,-1 0 1 0 0,1 0 0 0 0,0 0-1 0 0,0 0 1 0 0,-1 0 0 0 0,1 1-1 0 0,0-1 1 0 0,0 0 0 0 0,-1 0-1 0 0,1 0 1 0 0,0 0-1 0 0,0 0 1 0 0,0 0 0 0 0,-1 1-1 0 0,1-1 1 0 0,0 0 0 0 0,0 0-1 0 0,0 1 1 0 0,-19 24 477 0 0,2 1 0 0 0,1 1-1 0 0,-20 44 1 0 0,2-4 174 0 0,15-32-103 0 0,2 1 0 0 0,2 0 0 0 0,1 1 0 0 0,1 0 1 0 0,3 1-1 0 0,-11 67 0 0 0,19-86-303 0 0,0 0 1 0 0,1 0-1 0 0,1 0 1 0 0,1 0-1 0 0,1 0 1 0 0,1 0-1 0 0,0 0 1 0 0,1 0-1 0 0,2-1 1 0 0,-1 0-1 0 0,2 0 1 0 0,0 0-1 0 0,2-1 1 0 0,-1 0-1 0 0,23 30 1 0 0,-25-40-200 0 0,0 0 0 0 0,1 0 1 0 0,0 0-1 0 0,0-1 0 0 0,1 0 0 0 0,-1 0 1 0 0,1 0-1 0 0,1-1 0 0 0,-1-1 0 0 0,1 0 1 0 0,0 0-1 0 0,9 3 0 0 0,-4-3 98 0 0,0-1 0 0 0,0 0 0 0 0,1-1 1 0 0,-1-1-1 0 0,0 0 0 0 0,1-1 0 0 0,21-2 0 0 0,-12-2 14 0 0,0 0 0 0 0,0-2 0 0 0,-1 0 0 0 0,0-2 0 0 0,0-1 0 0 0,0 0 0 0 0,-1-2 0 0 0,-1 0 0 0 0,28-20 0 0 0,-38 22-167 0 0,-1 1 0 0 0,0-1 0 0 0,0-1 0 0 0,-1 0 0 0 0,0 0 0 0 0,-1-1 0 0 0,0 0 0 0 0,-1 0 0 0 0,0-1 0 0 0,9-23 0 0 0,-9 16 0 0 0,-1 0 0 0 0,0-1 0 0 0,-2 1 0 0 0,0-1 0 0 0,-2 0 0 0 0,1-35 0 0 0,-4 18 0 0 0,-2 0 0 0 0,-2 0 0 0 0,-1 0 0 0 0,-2 1 0 0 0,-1 0 0 0 0,-2 0 0 0 0,-24-52 0 0 0,30 77-155 0 0,-1 0 1 0 0,1 1-1 0 0,-1-1 1 0 0,-1 2-1 0 0,0-1 1 0 0,-1 1-1 0 0,0 0 1 0 0,0 0-1 0 0,0 1 1 0 0,-1 0-1 0 0,-1 1 1 0 0,1-1-1 0 0,-1 2 1 0 0,0 0-1 0 0,-1 0 1 0 0,0 1-1 0 0,1 0 1 0 0,-2 1-1 0 0,1 0 1 0 0,0 0-1 0 0,-1 2 1 0 0,0-1-1 0 0,1 2 1 0 0,-1-1-1 0 0,0 1 1 0 0,0 1-1 0 0,0 0 1 0 0,0 1-1 0 0,0 1 1 0 0,1-1-1 0 0,-1 2 1 0 0,0 0-1 0 0,1 0 1 0 0,-12 5-1 0 0,2 0-1684 0 0,1 1-1 0 0,1 1 0 0 0,-33 21 1 0 0,40-23-929 0 0,1 1 0 0 0,1 1 0 0 0,-19 20 0 0 0,14-13-4305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28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0 287 13421 0 0,'0'-9'142'0'0,"1"0"0"0"0,0 0 0 0 0,1 0 0 0 0,-1 0 0 0 0,2 1 0 0 0,-1-1 1 0 0,1 0-1 0 0,0 1 0 0 0,1 0 0 0 0,0 0 0 0 0,0 0 0 0 0,10-13 0 0 0,-5 10 92 0 0,1 0 1 0 0,0 0-1 0 0,1 1 1 0 0,0 0-1 0 0,1 1 0 0 0,0 0 1 0 0,17-9-1 0 0,-8 6 39 0 0,1 1 1 0 0,0 2-1 0 0,0 0 0 0 0,1 1 0 0 0,1 2 0 0 0,-1 0 1 0 0,1 1-1 0 0,0 2 0 0 0,34-2 0 0 0,-45 5-186 0 0,1 1 0 0 0,-1 0 0 0 0,0 1 1 0 0,0 0-1 0 0,0 1 0 0 0,0 1 0 0 0,0 0 0 0 0,-1 0 0 0 0,1 2 0 0 0,18 10 0 0 0,-26-13-47 0 0,-1 0-1 0 0,1 0 1 0 0,-1 1 0 0 0,0-1-1 0 0,0 1 1 0 0,0 0-1 0 0,0 1 1 0 0,0-1-1 0 0,-1 1 1 0 0,0-1-1 0 0,0 1 1 0 0,0 0-1 0 0,-1 0 1 0 0,0 0 0 0 0,0 1-1 0 0,0-1 1 0 0,0 0-1 0 0,-1 1 1 0 0,0-1-1 0 0,0 1 1 0 0,-1-1-1 0 0,1 1 1 0 0,-1 0-1 0 0,0-1 1 0 0,-1 1 0 0 0,1 0-1 0 0,-3 6 1 0 0,-4 17 233 0 0,-2 0 0 0 0,-1-1 1 0 0,-2 0-1 0 0,-29 51 0 0 0,20-39 316 0 0,-19 49-1 0 0,38-84-493 0 0,0 0-1 0 0,1 0 0 0 0,0 1 1 0 0,0-1-1 0 0,1 1 0 0 0,-1-1 1 0 0,1 0-1 0 0,0 1 0 0 0,1-1 1 0 0,-1 1-1 0 0,1-1 0 0 0,0 0 1 0 0,0 1-1 0 0,1-1 0 0 0,0 0 1 0 0,2 6-1 0 0,5 6 98 0 0,1 1-1 0 0,1-2 1 0 0,15 20-1 0 0,-15-22 97 0 0,-1 0-1 0 0,-1 0 1 0 0,0 1-1 0 0,11 25 0 0 0,-19-35-99 0 0,1 0 0 0 0,-1-1-1 0 0,0 1 1 0 0,0 1-1 0 0,0-1 1 0 0,-1 0 0 0 0,1 0-1 0 0,-1 0 1 0 0,-1 0-1 0 0,1 0 1 0 0,-1 0 0 0 0,0 0-1 0 0,0 0 1 0 0,0 0 0 0 0,-1 0-1 0 0,1 0 1 0 0,-1 0-1 0 0,-1 0 1 0 0,-3 6 0 0 0,0-1-99 0 0,0 0 1 0 0,-1 0-1 0 0,0-1 1 0 0,-1 0-1 0 0,0 0 1 0 0,0 0-1 0 0,-1-1 1 0 0,0-1-1 0 0,-17 12 1 0 0,17-15-184 0 0,0 1 0 0 0,0-2 1 0 0,-1 1-1 0 0,1-1 0 0 0,-1-1 1 0 0,0 0-1 0 0,0 0 0 0 0,0-1 1 0 0,0 0-1 0 0,0-1 0 0 0,0 0 1 0 0,0 0-1 0 0,0-1 0 0 0,-12-3 1 0 0,13 3-688 0 0,-37-9-4659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29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638 54 16193 0 0,'-2'-4'-13'0'0,"0"0"0"0"0,-1 1-1 0 0,1-1 1 0 0,-1 1-1 0 0,1 0 1 0 0,-1 0 0 0 0,0 0-1 0 0,0 0 1 0 0,0 1-1 0 0,0-1 1 0 0,-1 1 0 0 0,1-1-1 0 0,-1 1 1 0 0,0 0-1 0 0,1 1 1 0 0,-1-1 0 0 0,0 1-1 0 0,0-1 1 0 0,-5 0-1 0 0,1 1 159 0 0,1 1-1 0 0,-1 0 1 0 0,0 0-1 0 0,1 1 0 0 0,-1-1 1 0 0,1 2-1 0 0,-1-1 1 0 0,1 1-1 0 0,-14 5 1 0 0,4-1 112 0 0,0 1 0 0 0,1 1 1 0 0,0 1-1 0 0,0 0 0 0 0,1 0 1 0 0,0 2-1 0 0,1 0 0 0 0,-19 19 1 0 0,28-26-178 0 0,0 1-1 0 0,1 1 1 0 0,-1-1 0 0 0,1 0 0 0 0,1 1 0 0 0,-1 0 0 0 0,1 0-1 0 0,0 0 1 0 0,1 0 0 0 0,-1 1 0 0 0,1-1 0 0 0,0 1 0 0 0,1-1-1 0 0,-1 1 1 0 0,1 0 0 0 0,1 0 0 0 0,-1-1 0 0 0,1 1 0 0 0,1 0-1 0 0,-1 0 1 0 0,1-1 0 0 0,0 1 0 0 0,0 0 0 0 0,1-1-1 0 0,3 9 1 0 0,5 5 75 0 0,0 0-1 0 0,2-1 1 0 0,0 0-1 0 0,1-1 0 0 0,27 29 1 0 0,-27-33-16 0 0,0 1 0 0 0,-1 0 0 0 0,0 1 0 0 0,-2 1 0 0 0,1 0 1 0 0,-2 0-1 0 0,12 31 0 0 0,-20-41 34 0 0,0 1 1 0 0,0-1-1 0 0,-1 1 0 0 0,0-1 1 0 0,0 1-1 0 0,-1-1 0 0 0,0 1 1 0 0,0-1-1 0 0,-1 1 0 0 0,0-1 1 0 0,0 0-1 0 0,-1 0 0 0 0,0 1 1 0 0,0-2-1 0 0,0 1 0 0 0,-1 0 1 0 0,0-1-1 0 0,-1 0 0 0 0,-8 11 1 0 0,-6 5 385 0 0,-1-1 0 0 0,-1-1 0 0 0,-41 32 1 0 0,44-39-271 0 0,-1-1 0 0 0,0 0 1 0 0,0-1-1 0 0,-1-2 0 0 0,-1 0 1 0 0,1-1-1 0 0,-1 0 1 0 0,-43 7-1 0 0,5-15-2064 0 0,24 0-2813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0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11749 0 0,'0'0'-1039'0'0,"18"-36"407"0"0,13 8 12610 0 0,-29 48-11984 0 0,-3 135 989 0 0,2 35-44 0 0,1-169-763 0 0,1 1 0 0 0,0 0-1 0 0,2-1 1 0 0,1 1 0 0 0,0-2 0 0 0,15 31-1 0 0,-19-47-132 0 0,0 1-1 0 0,0-1 1 0 0,1 0-1 0 0,-1-1 1 0 0,1 1-1 0 0,0 0 1 0 0,0-1-1 0 0,0 0 0 0 0,1 1 1 0 0,-1-1-1 0 0,1-1 1 0 0,0 1-1 0 0,0 0 1 0 0,0-1-1 0 0,0 0 1 0 0,0 0-1 0 0,0 0 1 0 0,6 1-1 0 0,-3-1-1 0 0,0-1 0 0 0,1 0 0 0 0,-1-1 0 0 0,1 1 0 0 0,-1-1 0 0 0,1-1 0 0 0,-1 0 0 0 0,1 0 0 0 0,-1 0 0 0 0,10-4 0 0 0,6-3 19 0 0,0-1-1 0 0,-1-1 1 0 0,0-1 0 0 0,-1 0 0 0 0,38-30-1 0 0,-24 11 36 0 0,-2-1-1 0 0,-1-2 0 0 0,37-48 1 0 0,-45 51 4 0 0,-56 130 1288 0 0,10-32-1043 0 0,3 1 0 0 0,3 1 1 0 0,3 0-1 0 0,3 1 0 0 0,-1 142 0 0 0,11-212-459 0 0,0 0 0 0 0,0 0 0 0 0,0-1 0 0 0,0 1 0 0 0,0 0 0 0 0,0 0 0 0 0,0 0-1 0 0,0 0 1 0 0,1 0 0 0 0,-1-1 0 0 0,0 1 0 0 0,0 0 0 0 0,1 0 0 0 0,-1 0 0 0 0,1-1 0 0 0,-1 1-1 0 0,1 0 1 0 0,-1 0 0 0 0,1-1 0 0 0,-1 1 0 0 0,2 0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0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0 181 14689 0 0,'4'-10'281'0'0,"1"0"0"0"0,0 0 0 0 0,1 0 0 0 0,0 1 0 0 0,0 0 1 0 0,1 0-1 0 0,0 1 0 0 0,1 0 0 0 0,-1 0 0 0 0,2 1 0 0 0,-1 0 0 0 0,1 0 0 0 0,0 1 0 0 0,12-6 0 0 0,-8 4 43 0 0,1 1 0 0 0,0 0 0 0 0,0 2 0 0 0,0-1 0 0 0,1 2 0 0 0,0 0 0 0 0,0 1 0 0 0,0 0 0 0 0,28 0 0 0 0,-37 2-233 0 0,0 2 1 0 0,0-1 0 0 0,0 1-1 0 0,0-1 1 0 0,0 2 0 0 0,0-1 0 0 0,0 1-1 0 0,-1 0 1 0 0,1 0 0 0 0,0 0-1 0 0,-1 1 1 0 0,1 0 0 0 0,-1 0-1 0 0,0 0 1 0 0,0 1 0 0 0,0 0-1 0 0,-1 0 1 0 0,1 0 0 0 0,-1 0-1 0 0,0 1 1 0 0,0 0 0 0 0,-1 0-1 0 0,1 0 1 0 0,-1 0 0 0 0,0 0 0 0 0,4 11-1 0 0,-3-5 81 0 0,-1-1 0 0 0,0 1 1 0 0,-1 0-1 0 0,0 0 0 0 0,-1 0 0 0 0,0 0 0 0 0,-1 0 0 0 0,0 0 0 0 0,-1 0 0 0 0,0 0 0 0 0,-1 0 1 0 0,0 0-1 0 0,-6 20 0 0 0,-8 5 576 0 0,0 0-1 0 0,-3-1 1 0 0,-1-1 0 0 0,-45 59-1 0 0,33-48 253 0 0,-41 73-1 0 0,71-114-999 0 0,1-1 0 0 0,0 1 0 0 0,0-1 0 0 0,0 1 0 0 0,0-1 0 0 0,1 1 0 0 0,0 0 0 0 0,-1 0 0 0 0,1-1 0 0 0,1 1 0 0 0,-1 0 0 0 0,0-1 0 0 0,1 1 0 0 0,0 0 0 0 0,0-1 0 0 0,2 7 0 0 0,0-7 0 0 0,-1 0 0 0 0,1 0 0 0 0,0-1 0 0 0,0 1 0 0 0,0-1 0 0 0,0 1 0 0 0,1-1 0 0 0,-1 0 0 0 0,1 0 0 0 0,-1 0 0 0 0,1-1 0 0 0,-1 1 0 0 0,1-1 0 0 0,0 0 0 0 0,0 0 0 0 0,4 0 0 0 0,70 6 0 0 0,-54-6 0 0 0,17 1 0 0 0,-36-2 0 0 0,67-5 0 0 0,-47 2 0 0 0,-6 1 0 0 0,-2 1 0 0 0,-1-1-340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1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93 138 17790 0 0,'-1'-3'53'0'0,"-1"0"0"0"0,1 0 1 0 0,0 0-1 0 0,0 0 1 0 0,0-1-1 0 0,0 1 0 0 0,1 0 1 0 0,0-1-1 0 0,-1 1 0 0 0,1 0 1 0 0,0-1-1 0 0,1 1 1 0 0,-1-1-1 0 0,0 1 0 0 0,1 0 1 0 0,0-1-1 0 0,0 1 1 0 0,0 0-1 0 0,0 0 0 0 0,0 0 1 0 0,1 0-1 0 0,-1 0 0 0 0,4-5 1 0 0,-1 4 83 0 0,1-1 0 0 0,-1 1 0 0 0,1 0 0 0 0,-1 0 0 0 0,1 0 0 0 0,1 1 1 0 0,-1-1-1 0 0,0 1 0 0 0,1 1 0 0 0,0-1 0 0 0,-1 1 0 0 0,10-3 0 0 0,-7 3-52 0 0,1 0-1 0 0,0 0 1 0 0,0 1-1 0 0,0 0 1 0 0,-1 0-1 0 0,1 1 1 0 0,0 0-1 0 0,0 1 1 0 0,0 0-1 0 0,0 0 1 0 0,0 1-1 0 0,-1 0 0 0 0,1 1 1 0 0,-1 0-1 0 0,1 0 1 0 0,-1 1-1 0 0,11 6 1 0 0,-14-7-51 0 0,0 1 1 0 0,-1-1 0 0 0,1 1-1 0 0,-1 0 1 0 0,0 0 0 0 0,0 1-1 0 0,0-1 1 0 0,0 1-1 0 0,-1 0 1 0 0,0 0 0 0 0,0 0-1 0 0,0 0 1 0 0,-1 1 0 0 0,0-1-1 0 0,0 1 1 0 0,0-1 0 0 0,-1 1-1 0 0,1 0 1 0 0,-1 0-1 0 0,-1 0 1 0 0,1-1 0 0 0,-1 1-1 0 0,0 0 1 0 0,0 0 0 0 0,-1 0-1 0 0,-2 9 1 0 0,-3 9 195 0 0,-2-2 0 0 0,0 1-1 0 0,-2-1 1 0 0,-1 0 0 0 0,0-1 0 0 0,-2 0 0 0 0,-16 22 0 0 0,11-19 302 0 0,2 2 1 0 0,1 0-1 0 0,-22 53 1 0 0,35-72-424 0 0,1-1 0 0 0,0 0-1 0 0,0 0 1 0 0,1 1 0 0 0,-1-1 0 0 0,2 1 0 0 0,-1-1 0 0 0,0 0 0 0 0,1 1 0 0 0,0-1-1 0 0,1 0 1 0 0,0 0 0 0 0,0 0 0 0 0,0 0 0 0 0,6 12 0 0 0,6 7 140 0 0,0-1 1 0 0,26 32-1 0 0,-1-1 89 0 0,-29-38-143 0 0,0 0 0 0 0,-1 0 0 0 0,-1 1-1 0 0,-1 0 1 0 0,0 0 0 0 0,7 38 0 0 0,-13-48-130 0 0,0 0 0 0 0,0 0 0 0 0,-1 0-1 0 0,0 1 1 0 0,0-1 0 0 0,-1 0 0 0 0,0 0 0 0 0,-1 0 0 0 0,0 0 0 0 0,0 0-1 0 0,-1-1 1 0 0,1 1 0 0 0,-2-1 0 0 0,1 1 0 0 0,-1-1 0 0 0,0 0-1 0 0,-1 0 1 0 0,1-1 0 0 0,-8 8 0 0 0,5-6-65 0 0,-1-1 0 0 0,0 0 0 0 0,0 0 0 0 0,-1 0 0 0 0,0-1 0 0 0,0-1 0 0 0,0 1 0 0 0,-1-2 0 0 0,1 1 0 0 0,-1-1 0 0 0,-1-1 0 0 0,1 1 0 0 0,0-2 0 0 0,-1 0 0 0 0,-16 2 0 0 0,17-4-332 0 0,0 1-1 0 0,0-2 1 0 0,1 0-1 0 0,-1 0 1 0 0,0 0-1 0 0,0-1 1 0 0,1-1-1 0 0,-1 0 1 0 0,1 0-1 0 0,0-1 1 0 0,0 0-1 0 0,0 0 1 0 0,1-1-1 0 0,-14-10 1 0 0,-16-8-1657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2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375 427 17450 0 0,'0'0'648'0'0,"-1"-20"4633"0"0,43-20-2871 0 0,-33 32-2156 0 0,0 1 1 0 0,0-1 0 0 0,-1-1-1 0 0,0 0 1 0 0,-1 0-1 0 0,1 0 1 0 0,-2-1-1 0 0,0 0 1 0 0,0 0-1 0 0,0-1 1 0 0,5-16-1 0 0,-5 5 69 0 0,-1 0 0 0 0,3-40 0 0 0,-7 56-270 0 0,0-1 1 0 0,-1 0 0 0 0,-1 1 0 0 0,1-1-1 0 0,-1 1 1 0 0,0-1 0 0 0,0 1-1 0 0,-1 0 1 0 0,0-1 0 0 0,0 1 0 0 0,0 0-1 0 0,-1 0 1 0 0,0 0 0 0 0,-4-6-1 0 0,4 9-34 0 0,0 0-1 0 0,-1 0 0 0 0,1 0 0 0 0,-1 1 1 0 0,0-1-1 0 0,0 1 0 0 0,0 0 1 0 0,0 0-1 0 0,0 0 0 0 0,0 0 0 0 0,-1 1 1 0 0,1 0-1 0 0,-1 0 0 0 0,1 0 0 0 0,-1 0 1 0 0,1 1-1 0 0,-1 0 0 0 0,1 0 0 0 0,-1 0 1 0 0,1 0-1 0 0,-1 1 0 0 0,1 0 0 0 0,-1 0 1 0 0,1 0-1 0 0,-1 0 0 0 0,-4 3 0 0 0,-8 2 67 0 0,-1 0-1 0 0,1 2 0 0 0,0 0 1 0 0,1 1-1 0 0,-17 12 0 0 0,20-11-21 0 0,0 0-1 0 0,1 1 1 0 0,0 0-1 0 0,0 1 0 0 0,2 0 1 0 0,-1 1-1 0 0,2 0 1 0 0,-1 0-1 0 0,-11 25 1 0 0,18-32-44 0 0,0 0 1 0 0,1 0-1 0 0,-1 0 1 0 0,1 0-1 0 0,1 1 1 0 0,-1-1-1 0 0,1 0 1 0 0,0 1-1 0 0,0 0 1 0 0,1-1-1 0 0,0 1 1 0 0,0-1-1 0 0,1 1 1 0 0,0-1-1 0 0,0 1 1 0 0,0-1-1 0 0,1 1 1 0 0,0-1-1 0 0,0 0 1 0 0,0 0-1 0 0,1 0 1 0 0,0 0-1 0 0,0 0 1 0 0,1-1-1 0 0,0 1 0 0 0,7 7 1 0 0,-6-6-20 0 0,1-1 0 0 0,1 0 0 0 0,-1 0 0 0 0,1-1 0 0 0,0 0 0 0 0,0 0 0 0 0,0 0 0 0 0,14 5 0 0 0,41 23 0 0 0,-57-29 0 0 0,0 0 0 0 0,0-1 0 0 0,0 2 0 0 0,-1-1 0 0 0,0 0 0 0 0,0 1 0 0 0,0 0 0 0 0,0 0 0 0 0,-1 0 0 0 0,0 0 0 0 0,0 1 0 0 0,0 0 0 0 0,3 10 0 0 0,2 10 0 0 0,10 50 0 0 0,-10-37 0 0 0,-6-33 0 0 0,0 0 0 0 0,-1 0 0 0 0,0 1 0 0 0,0-1 0 0 0,0 0 0 0 0,-1 1 0 0 0,0-1 0 0 0,0 1 0 0 0,-1-1 0 0 0,0 0 0 0 0,0 1 0 0 0,0-1 0 0 0,-1 0 0 0 0,0 0 0 0 0,0 0 0 0 0,-1 0 0 0 0,1 0 0 0 0,-1 0 0 0 0,-1 0 0 0 0,1-1 0 0 0,-1 0 0 0 0,0 0 0 0 0,0 0 0 0 0,0 0 0 0 0,-1-1 0 0 0,-6 6 0 0 0,-11 1 0 0 0,0-1 0 0 0,0-1 0 0 0,-1-1 0 0 0,0 0 0 0 0,-1-2 0 0 0,-26 3 0 0 0,-63 19 0 0 0,101-23-1990 0 0,-22 5-9354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2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47 176 19778 0 0,'-1'-5'88'0'0,"-1"1"0"0"0,1-1 0 0 0,0 0 0 0 0,0 0 1 0 0,0 1-1 0 0,0-1 0 0 0,1 0 0 0 0,0 0 0 0 0,0 0 0 0 0,1 0 1 0 0,-1 1-1 0 0,1-1 0 0 0,0 0 0 0 0,0 0 0 0 0,0 1 0 0 0,1-1 1 0 0,0 1-1 0 0,0-1 0 0 0,0 1 0 0 0,0-1 0 0 0,1 1 0 0 0,0 0 1 0 0,-1 0-1 0 0,2 1 0 0 0,-1-1 0 0 0,0 1 0 0 0,1-1 0 0 0,-1 1 1 0 0,7-4-1 0 0,-5 2 3 0 0,1 1 1 0 0,0 0 0 0 0,0 0 0 0 0,0 1-1 0 0,1-1 1 0 0,-1 1 0 0 0,1 1 0 0 0,0-1-1 0 0,0 1 1 0 0,-1 0 0 0 0,2 1-1 0 0,-1-1 1 0 0,0 2 0 0 0,0-1 0 0 0,0 1-1 0 0,0 0 1 0 0,0 0 0 0 0,1 1 0 0 0,-1 0-1 0 0,0 0 1 0 0,0 1 0 0 0,0-1-1 0 0,0 2 1 0 0,-1-1 0 0 0,1 1 0 0 0,-1 0-1 0 0,1 0 1 0 0,-1 1 0 0 0,0 0-1 0 0,0 0 1 0 0,7 7 0 0 0,-6-6-20 0 0,-2 1-1 0 0,1-1 1 0 0,0 1-1 0 0,-1 0 1 0 0,0 1-1 0 0,-1-1 1 0 0,0 1 0 0 0,0 0-1 0 0,0 0 1 0 0,-1 0-1 0 0,1 1 1 0 0,-2-1 0 0 0,1 1-1 0 0,-1 0 1 0 0,-1-1-1 0 0,1 1 1 0 0,-1 0 0 0 0,0 0-1 0 0,-1 0 1 0 0,0 0-1 0 0,0 0 1 0 0,-1 0 0 0 0,0 0-1 0 0,-1 0 1 0 0,1 0-1 0 0,-1-1 1 0 0,-6 14-1 0 0,-11 14 455 0 0,-1 0-1 0 0,-2-1 0 0 0,-33 38 0 0 0,-15 23 1120 0 0,68-92-1620 0 0,0 1 1 0 0,0 0 0 0 0,1-1 0 0 0,-1 1 0 0 0,1 0 0 0 0,-1 0 0 0 0,1 0 0 0 0,1 0 0 0 0,-1 0 0 0 0,0 0 0 0 0,1 0 0 0 0,0 1 0 0 0,0-1 0 0 0,0 0 0 0 0,1 0 0 0 0,-1 0 0 0 0,1 0-1 0 0,0 0 1 0 0,2 6 0 0 0,4 7 162 0 0,0-1 0 0 0,1 0-1 0 0,14 21 1 0 0,-14-24-110 0 0,0-1 0 0 0,-1 1 0 0 0,-1 0 0 0 0,7 19 0 0 0,-11-24-78 0 0,0 1 0 0 0,-1 0 0 0 0,1 0 0 0 0,-2 0 0 0 0,1 0 0 0 0,-1 1 0 0 0,-1-1 0 0 0,0 0 0 0 0,0 0 0 0 0,-3 10 0 0 0,3-15 0 0 0,-1 0 0 0 0,1 1 0 0 0,-1-1 0 0 0,0 0 0 0 0,-1 0 0 0 0,1 0 0 0 0,-1 0 0 0 0,1 0 0 0 0,-1-1 0 0 0,0 1 0 0 0,-1-1 0 0 0,1 0 0 0 0,-1 0 0 0 0,1 0 0 0 0,-1 0 0 0 0,0-1 0 0 0,0 1 0 0 0,0-1 0 0 0,0 0 0 0 0,0 0 0 0 0,-9 2 0 0 0,-4-1 0 0 0,-12-5 0 0 0,-13-14-2761 0 0,24 5-411 0 0,0-1-1 0 0,1 0 1 0 0,-21-20-1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33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497 265 16506 0 0,'-1'1'1752'0'0,"-7"14"1806"0"0,4-7-3246 0 0,1-1 0 0 0,-1 1 0 0 0,2 0 0 0 0,-1 0 0 0 0,1 0 0 0 0,0 0 0 0 0,0 11 0 0 0,2-13-221 0 0,0 0 0 0 0,0 0-1 0 0,1 0 1 0 0,0-1-1 0 0,0 1 1 0 0,1 0 0 0 0,0-1-1 0 0,0 1 1 0 0,0 0 0 0 0,1-1-1 0 0,-1 0 1 0 0,1 0 0 0 0,0 0-1 0 0,1 0 1 0 0,-1 0 0 0 0,8 6-1 0 0,-5-5 172 0 0,1 0 0 0 0,0-1 0 0 0,0 0 0 0 0,1 0 0 0 0,-1-1 0 0 0,1 0 0 0 0,0-1 0 0 0,0 1 0 0 0,1-1 0 0 0,12 2 0 0 0,-8-2-10 0 0,-1-1 0 0 0,1 0 0 0 0,0-1 0 0 0,0 0 0 0 0,0-1 0 0 0,0-1 0 0 0,0 0 0 0 0,0-1 0 0 0,0 0 0 0 0,0-1 0 0 0,-1 0 0 0 0,0-1 0 0 0,1 0 0 0 0,-1-1 0 0 0,14-9 0 0 0,-20 10-252 0 0,0-1 0 0 0,0 0 0 0 0,-1 0 0 0 0,0-1 0 0 0,0 0 0 0 0,0 0 0 0 0,-1 0 0 0 0,0 0 0 0 0,0-1 0 0 0,0 1 0 0 0,-1-1 0 0 0,0 0 0 0 0,0 0 0 0 0,-1-1 0 0 0,0 1 0 0 0,0 0 0 0 0,-1-1 0 0 0,0 1 0 0 0,0-1 0 0 0,-1 1 0 0 0,0-1 0 0 0,0-8 0 0 0,-2-2 0 0 0,0 0 0 0 0,-1 0 0 0 0,-1 0 0 0 0,0 0 0 0 0,-1 1 0 0 0,-1 0 0 0 0,-1 0 0 0 0,-10-18 0 0 0,12 25-116 0 0,-1 1-1 0 0,0 0 1 0 0,0 1 0 0 0,0 0 0 0 0,-1 0-1 0 0,-1 0 1 0 0,0 1 0 0 0,0 0-1 0 0,0 0 1 0 0,0 1 0 0 0,-1 0-1 0 0,-17-8 1 0 0,12 8-320 0 0,-1 0-1 0 0,0 2 1 0 0,0-1 0 0 0,0 2 0 0 0,0 0-1 0 0,0 1 1 0 0,-31 0 0 0 0,7 4-514 0 0,0 1 1 0 0,0 3-1 0 0,1 1 0 0 0,0 1 1 0 0,0 3-1 0 0,-41 16 1 0 0,-103 56-8982 0 0,95-32 600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42.8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1457 193 9830 0 0,'8'-9'0'0'0,"2"1"0"0"0,-1-1 46 0 0,0 0 136 0 0,-9-3-138 0 0,-3 8-25 0 0,0 1-1 0 0,0-1 1 0 0,-1 1-1 0 0,1-1 1 0 0,-1 1-1 0 0,0 0 1 0 0,1 1-1 0 0,-1-1 1 0 0,-1 1-1 0 0,1 0 1 0 0,0 0-1 0 0,-7-3 1 0 0,-66-19 701 0 0,50 17-567 0 0,-7-3 199 0 0,1 2 0 0 0,-46-4 0 0 0,42 9-63 0 0,0 2 1 0 0,0 1-1 0 0,0 2 0 0 0,-38 7 1 0 0,5 1 256 0 0,6-1 167 0 0,-1 2 0 0 0,-123 40-1 0 0,143-35-186 0 0,0 3 0 0 0,2 2-1 0 0,-74 47 1 0 0,90-46-190 0 0,2 2 0 0 0,0 1 0 0 0,1 1 0 0 0,1 0 0 0 0,2 2 0 0 0,1 1 0 0 0,-30 55 0 0 0,31-44 7 0 0,1 1-1 0 0,2 0 1 0 0,2 2 0 0 0,2-1-1 0 0,1 2 1 0 0,3-1-1 0 0,1 1 1 0 0,3 1 0 0 0,1-1-1 0 0,2 0 1 0 0,3 1-1 0 0,7 53 1 0 0,-7-82-325 0 0,3 28 91 0 0,1-1 1 0 0,2 0-1 0 0,3 0 1 0 0,25 70 0 0 0,-14-62-110 0 0,2-1 0 0 0,2-1 0 0 0,3-1 0 0 0,1-1 0 0 0,66 76 0 0 0,-76-101 0 0 0,13 15 0 0 0,2-1 0 0 0,2-2 0 0 0,1-1 0 0 0,50 33 0 0 0,-33-31 0 0 0,-13-8 0 0 0,51 26 0 0 0,-80-47 0 0 0,1 0 0 0 0,0-1 0 0 0,1 0 0 0 0,-1-1 0 0 0,1 0 0 0 0,0-2 0 0 0,-1 1 0 0 0,20-1 0 0 0,225-10 0 0 0,-205 2 0 0 0,0-1 0 0 0,93-27 0 0 0,-99 18-63 0 0,0-3 1 0 0,-2-1-1 0 0,0-3 1 0 0,-2-1-1 0 0,45-33 1 0 0,7-13-160 0 0,89-87 1 0 0,-155 128-136 0 0,0-1 1 0 0,-2-2-1 0 0,-2-1 0 0 0,-1-1 1 0 0,-1-1-1 0 0,29-59 1 0 0,-35 53 87 0 0,-3-1 0 0 0,-1 0 1 0 0,-2-1-1 0 0,-2-1 0 0 0,-1 0 1 0 0,-3 0-1 0 0,-1 0 0 0 0,-3-1 1 0 0,-3-45-1 0 0,-5 27-209 0 0,-3 0-1 0 0,-2 0 0 0 0,-3 1 1 0 0,-26-69-1 0 0,25 90 250 0 0,-2 0-1 0 0,-1 1 0 0 0,-45-69 1 0 0,46 85 270 0 0,-1 0 0 0 0,-1 1 0 0 0,-1 0 1 0 0,0 2-1 0 0,-2 1 0 0 0,-39-28 0 0 0,21 21 270 0 0,0 2 0 0 0,-2 2 1 0 0,-1 1-1 0 0,-70-24 0 0 0,83 37-148 0 0,-1 0 0 0 0,0 2 0 0 0,-1 2 0 0 0,0 0 0 0 0,1 3 0 0 0,-1 0 0 0 0,-58 6 0 0 0,-5 7 363 0 0,1 5-1 0 0,1 4 1 0 0,1 4 0 0 0,-147 59-1 0 0,220-75-417 0 0,0-4-81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47.2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1172 403 9830 0 0,'6'-9'0'0'0,"0"-5"0"0"0,-7-1 0 0 0,-8 1 0 0 0,-6 5 46 0 0,-1 1 39 0 0,1 2 0 0 0,-1 0 1 0 0,0 0-1 0 0,-1 1 1 0 0,-19-2-1 0 0,-8-3 206 0 0,25 5-64 0 0,-3-1 41 0 0,1 1-1 0 0,-1 1 1 0 0,-42-2 0 0 0,47 4-151 0 0,-63 2 303 0 0,32 4 5 0 0,1 2 1 0 0,0 2-1 0 0,1 2 0 0 0,0 2 0 0 0,1 2 0 0 0,0 2 0 0 0,-83 43 0 0 0,110-50-251 0 0,0 2 0 0 0,1 0 0 0 0,0 1-1 0 0,1 1 1 0 0,0 0 0 0 0,1 1 0 0 0,0 1-1 0 0,1 0 1 0 0,1 1 0 0 0,1 0-1 0 0,0 1 1 0 0,1 1 0 0 0,1 0 0 0 0,0 0-1 0 0,2 1 1 0 0,-7 20 0 0 0,-3 21 579 0 0,3 2 0 0 0,-12 100 1 0 0,24-132-514 0 0,2 0 1 0 0,1 1 0 0 0,1-1-1 0 0,2 0 1 0 0,0 0 0 0 0,3 0-1 0 0,13 47 1 0 0,83 191 1817 0 0,-88-235-1901 0 0,0 0 1 0 0,3-1-1 0 0,0-1 1 0 0,3-1-1 0 0,0-1 0 0 0,48 53 1 0 0,-25-37-158 0 0,2-3 0 0 0,2-2 0 0 0,86 58 0 0 0,-114-87 0 0 0,-1 0 0 0 0,1-1 0 0 0,1 0 0 0 0,0-2 0 0 0,0-1 0 0 0,1 0 0 0 0,0-1 0 0 0,29 3 0 0 0,-5-5 0 0 0,-28-2 0 0 0,50-1 0 0 0,-34-2 0 0 0,0-1 0 0 0,1-2 0 0 0,-1-1 0 0 0,-1-1 0 0 0,1-2 0 0 0,-1-2 0 0 0,55-23 0 0 0,-43 12-26 0 0,-17 9-35 0 0,-1-1 0 0 0,0-1 1 0 0,0-1-1 0 0,-2-2 0 0 0,0 0 1 0 0,22-21-1 0 0,-14 4-285 0 0,-1-1 0 0 0,-2-2 0 0 0,-2-1 1 0 0,-1-1-1 0 0,-2-1 0 0 0,-1-1 0 0 0,21-58 0 0 0,-10 10-638 0 0,-4-2-1 0 0,35-183 1 0 0,-57 226 610 0 0,-1-1 0 0 0,-4 1-1 0 0,-1-1 1 0 0,-2 0 0 0 0,-3 0-1 0 0,-1 0 1 0 0,-19-82 0 0 0,3 49-134 0 0,8 26-186 0 0,-32-89 0 0 0,38 130 580 0 0,0 0 0 0 0,-2 0-1 0 0,1 1 1 0 0,-2 0 0 0 0,0 1 0 0 0,0 0-1 0 0,-1 0 1 0 0,-1 1 0 0 0,0 0-1 0 0,-20-15 1 0 0,5 9 120 0 0,0 2 0 0 0,-1 0-1 0 0,-1 2 1 0 0,0 1 0 0 0,-1 1 0 0 0,-1 2 0 0 0,0 0-1 0 0,0 2 1 0 0,-48-6 0 0 0,42 10 269 0 0,0 1 0 0 0,0 2 0 0 0,0 1 0 0 0,0 2 0 0 0,0 2 0 0 0,0 1 0 0 0,-68 19 0 0 0,96-21-202 0 0,0 0 1 0 0,0 0-1 0 0,1 0 1 0 0,-1 1-1 0 0,1 0 1 0 0,0 1 0 0 0,0 0-1 0 0,-8 8 1 0 0,-2 1 146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2.7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185 205 9830 0 0,'-35'2'260'0'0,"-81"-3"572"0"0,86 0-604 0 0,27-2-100 0 0,14-1-53 0 0,20-5 97 0 0,186-15 1372 0 0,-36 6-342 0 0,-38-2-252 0 0,406-51 2798 0 0,-509 66-3202 0 0,53-13 0 0 0,-93 17-544 0 0,0 1-1 0 0,0 0 1 0 0,0 0 0 0 0,0 0-1 0 0,0 0 1 0 0,0 0 0 0 0,0 0-1 0 0,0 0 1 0 0,-1-1 0 0 0,1 1-1 0 0,0 0 1 0 0,0 0-1 0 0,0 0 1 0 0,0 0 0 0 0,0 0-1 0 0,0 0 1 0 0,1-1 0 0 0,-1 1-1 0 0,0 0 1 0 0,0 0 0 0 0,0 0-1 0 0,0 0 1 0 0,0 0 0 0 0,0 0-1 0 0,0-1 1 0 0,0 1 0 0 0,0 0-1 0 0,0 0 1 0 0,0 0 0 0 0,0 0-1 0 0,0 0 1 0 0,0 0 0 0 0,1 0-1 0 0,-1 0 1 0 0,0 0 0 0 0,0 0-1 0 0,0-1 1 0 0,0 1 0 0 0,0 0-1 0 0,0 0 1 0 0,0 0-1 0 0,0 0 1 0 0,1 0 0 0 0,-1 0-1 0 0,0 0 1 0 0,0 0 0 0 0,0 0-1 0 0,0 0 1 0 0,0 0 0 0 0,0 0-1 0 0,1 0 1 0 0,-1 0 0 0 0,0 0-1 0 0,0 0 1 0 0,-30-8 180 0 0,22 7-144 0 0,6 1-19 0 0,1 0-1 0 0,0 0 0 0 0,0 0 0 0 0,-1-1 1 0 0,1 1-1 0 0,0 0 0 0 0,0-1 1 0 0,-1 1-1 0 0,1-1 0 0 0,0 1 0 0 0,0-1 1 0 0,0 1-1 0 0,0-1 0 0 0,0 0 1 0 0,0 0-1 0 0,0 0 0 0 0,-2-1 0 0 0,-6-6 47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3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26 9830 0 0,'-102'11'823'0'0,"75"-9"-402"0"0,68-6-72 0 0,685-19 4317 0 0,-631 23-4053 0 0,3-3 388 0 0,-75 2-910 0 0,-4-2 91 0 0,-6-2-136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3.9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64 9830 0 0,'-11'6'0'0'0,"10"-6"0"0"0,1 0 1 0 0,0 0 0 0 0,-1 0-1 0 0,1 0 1 0 0,0 0 0 0 0,0 0 0 0 0,0 0 0 0 0,0 0-1 0 0,-1 0 1 0 0,1 0 0 0 0,0 0 0 0 0,0 0-1 0 0,0 0 1 0 0,0 0 0 0 0,-1 0 0 0 0,1 0-1 0 0,0 0 1 0 0,0 0 0 0 0,0 1 0 0 0,0-1 0 0 0,-1 0-1 0 0,1 0 1 0 0,0 0 0 0 0,0 0 0 0 0,0 0-1 0 0,0 0 1 0 0,0 0 0 0 0,0 0 0 0 0,-1 1-1 0 0,1-1 1 0 0,0 0 0 0 0,0 0 0 0 0,0 0 0 0 0,0 0-1 0 0,0 1 1 0 0,0-1 0 0 0,0 0 0 0 0,0 0-1 0 0,0 0 1 0 0,0 0 0 0 0,0 1 0 0 0,0-1-1 0 0,0 0 1 0 0,0 0 0 0 0,0 0 0 0 0,0 0 0 0 0,0 1-1 0 0,0-1 1 0 0,0 0 0 0 0,0 0 0 0 0,0 0-1 0 0,0 0 1 0 0,0 1 0 0 0,0-1 0 0 0,0 0 0 0 0,0 0-1 0 0,0 0 1 0 0,0 0 0 0 0,1 1 0 0 0,31 8 226 0 0,29-1 311 0 0,0-2 0 0 0,0-3 0 0 0,86-7 0 0 0,-122 3-392 0 0,185-21 1436 0 0,-187 19-1458 0 0,-14 1-35 0 0,0-1 1 0 0,-1 0 0 0 0,1 0-1 0 0,-1 0 1 0 0,1-1 0 0 0,-1-1-1 0 0,14-9 1 0 0,31-15 379 0 0,-31 23-404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4.2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92 9830 0 0,'-14'3'273'0'0,"134"-4"1066"0"0,346-58 1872 0 0,-436 55-3059 0 0,-19 1-76 0 0,6-5 14 0 0,-9 1-44 0 0,-7-6 181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03.5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49 379 9830 0 0,'-28'-4'46'0'0,"12"-4"136"0"0,16 8-177 0 0,-1 0-1 0 0,1-1 1 0 0,0 1 0 0 0,0 0 0 0 0,-1 0 0 0 0,1 0 0 0 0,0-1 0 0 0,0 1-1 0 0,-1 0 1 0 0,1-1 0 0 0,0 1 0 0 0,0 0 0 0 0,-1-1 0 0 0,1 1 0 0 0,0 0 0 0 0,0-1-1 0 0,0 1 1 0 0,0 0 0 0 0,0-1 0 0 0,0 1 0 0 0,0 0 0 0 0,-1-1 0 0 0,1 1-1 0 0,0-1 1 0 0,0 1 0 0 0,0 0 0 0 0,0-1 0 0 0,1 1 0 0 0,-1 0 0 0 0,0-1 0 0 0,0 1-1 0 0,0 0 1 0 0,0-1 0 0 0,0 1 0 0 0,0-1 0 0 0,1 1 0 0 0,-1 0 0 0 0,0 0-1 0 0,0-1 1 0 0,0 1 0 0 0,1 0 0 0 0,-1-1 0 0 0,0 1 0 0 0,0 0 0 0 0,1 0 0 0 0,-1-1-1 0 0,0 1 1 0 0,1 0 0 0 0,-1 0 0 0 0,1-1 0 0 0,10-5 114 0 0,22-5 183 0 0,1 0-1 0 0,0 3 1 0 0,0 0-1 0 0,60-4 1 0 0,-31 4 233 0 0,579-52 3744 0 0,2 40-63 0 0,-571 18-3753 0 0,571-60 3982 0 0,-502 49-4338 0 0,0 7 0 0 0,160 14 0 0 0,-19 0-85 0 0,-143-15-22 0 0,-29-1 0 0 0,-67 5 0 0 0,774 24 0 0 0,-765-18 0 0 0,192-1 0 0 0,-29-11 0 0 0,241 21 0 0 0,-75 6 0 0 0,-160-10 0 0 0,-125-3 0 0 0,242 4 0 0 0,424 9 0 0 0,247-1 0 0 0,-625-26 0 0 0,-35 0 0 0 0,-119 13 0 0 0,318 5 0 0 0,-144-4 0 0 0,-136 7 0 0 0,426-11 0 0 0,-306-8 0 0 0,33 22 0 0 0,10 1 0 0 0,609 18 0 0 0,-776-23 0 0 0,100 5 0 0 0,-307-8 0 0 0,10-5 0 0 0,-59-1 0 0 0,52-4 0 0 0,-38 0 0 0 0,-5 2 0 0 0,2-1 0 0 0,-5-5 0 0 0,-9-6 0 0 0,-14-5 0 0 0,1 4-7 0 0,0 0 0 0 0,-2 1 1 0 0,1 1-1 0 0,-2-1 1 0 0,1 2-1 0 0,-2-1 1 0 0,1 1-1 0 0,-1 1 0 0 0,-20-14 1 0 0,-10-2-51 0 0,-74-33 0 0 0,-22-11 16 0 0,119 59 42 0 0,4 1 2 0 0,-3 7-2 0 0,17 2-1 0 0,-1 1 0 0 0,0-1 0 0 0,1 1 0 0 0,0-1 0 0 0,-1 1 0 0 0,1-1 0 0 0,-1 0 0 0 0,1 1 0 0 0,0 0 0 0 0,-1-1 0 0 0,1 1 0 0 0,0-1 0 0 0,-1 1 1 0 0,1-1-1 0 0,0 1 0 0 0,0 0 0 0 0,0-1 0 0 0,0 1 0 0 0,-1-1 0 0 0,1 1 0 0 0,0 0 0 0 0,0-1 0 0 0,0 1 0 0 0,0 0 0 0 0,0-1 0 0 0,1 1 0 0 0,-1 0 0 0 0,0 0 0 0 0,2 3 1 0 0,0 0-1 0 0,0 0 1 0 0,1 0-1 0 0,-1 0 1 0 0,1 0 0 0 0,0-1-1 0 0,0 0 1 0 0,0 1 0 0 0,0-1-1 0 0,1 0 1 0 0,-1 0-1 0 0,1-1 1 0 0,5 4 0 0 0,62 33 8 0 0,-52-29-6 0 0,117 57 14 0 0,-59-31-3 0 0,-1 4-1 0 0,71 50 1 0 0,-143-88-13 0 0,-1 0-1 0 0,1 1 1 0 0,-1-1 0 0 0,0 1 0 0 0,1 0-1 0 0,-2 0 1 0 0,1 0 0 0 0,0 1-1 0 0,-1-1 1 0 0,1 1 0 0 0,-1-1-1 0 0,0 1 1 0 0,0 0 0 0 0,0 0 0 0 0,-1-1-1 0 0,1 1 1 0 0,-1 1 0 0 0,0-1-1 0 0,1 8 1 0 0,-3-8 0 0 0,1 1 0 0 0,-1 0-1 0 0,0-1 1 0 0,-1 1 0 0 0,1-1-1 0 0,-1 1 1 0 0,0-1 0 0 0,0 0 0 0 0,0 0-1 0 0,-1 0 1 0 0,1 0 0 0 0,-1 0-1 0 0,0 0 1 0 0,0-1 0 0 0,0 1-1 0 0,-1-1 1 0 0,1 0 0 0 0,-5 3 0 0 0,-19 15 4 0 0,0-2 0 0 0,-2 0 0 0 0,0-2 0 0 0,-1-1 0 0 0,-50 19 0 0 0,-170 44 24 0 0,153-51-16 0 0,61-17-11 0 0,-7 1 5 0 0,0 2-1 0 0,1 1 1 0 0,1 2 0 0 0,-58 34 0 0 0,88-44-7 0 0,3 3 0 0 0,8-10 0 0 0,0 0 0 0 0,0 0 0 0 0,-1 1 0 0 0,1-1 0 0 0,0 0 0 0 0,0 0 0 0 0,0 1 0 0 0,0-1 0 0 0,0 0 0 0 0,0 1 0 0 0,0-1 0 0 0,0 0 0 0 0,0 0 0 0 0,0 1 0 0 0,0-1 0 0 0,0 0 0 0 0,0 1 0 0 0,0-1 0 0 0,0 0 0 0 0,0 0 0 0 0,0 1 0 0 0,1-1 0 0 0,-1 0 0 0 0,0 0 0 0 0,0 1 0 0 0,0-1 0 0 0,0 0 0 0 0,0 0 0 0 0,1 1 0 0 0,-1-1 0 0 0,0 0 0 0 0,0 0 0 0 0,0 0 0 0 0,1 1 0 0 0,-1-1 0 0 0,0 0 0 0 0,0 0 0 0 0,1 0 0 0 0,-1 0 0 0 0,0 0 0 0 0,0 0 0 0 0,1 0 0 0 0,-1 1 0 0 0,1-1 0 0 0,25-4 0 0 0,-14-9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5.6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1322 23 9830 0 0,'-11'-16'46'0'0,"-7"10"181"0"0,-27 5 125 0 0,1 3-1 0 0,-1 1 1 0 0,1 2-1 0 0,-52 14 1 0 0,5-3 367 0 0,-720 123 4733 0 0,785-134-5270 0 0,1-1-72 0 0,6-3 193 0 0,-2-6-11 0 0,10-4-65 0 0,-3 7-181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6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1440 1 9830 0 0,'-921'174'6207'0'0,"570"-119"-3708"0"0,305-48-2162 0 0,-25 1 118 0 0,50-4-364 0 0,8 1 91 0 0,5 4-91 0 0,-1 2 137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6.5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1648 21 9830 0 0,'5'0'82'0'0,"-3"0"-71"0"0,-1 1 1 0 0,1-1-1 0 0,-1-1 0 0 0,0 1 0 0 0,1 0 0 0 0,-1 0 1 0 0,1 0-1 0 0,-1-1 0 0 0,0 1 0 0 0,1-1 1 0 0,-1 1-1 0 0,0-1 0 0 0,0 1 0 0 0,1-1 1 0 0,-1 0-1 0 0,1-1 0 0 0,-2 2-9 0 0,0 0 0 0 0,0 0 0 0 0,-1 0-1 0 0,1 0 1 0 0,0 0 0 0 0,0 0 0 0 0,0 0-1 0 0,0 0 1 0 0,-1 0 0 0 0,1 0 0 0 0,0 0 0 0 0,0 0-1 0 0,0 0 1 0 0,0-1 0 0 0,0 1 0 0 0,-1 0 0 0 0,1 0-1 0 0,0 0 1 0 0,0 0 0 0 0,0 0 0 0 0,0 0-1 0 0,0-1 1 0 0,0 1 0 0 0,0 0 0 0 0,0 0 0 0 0,0 0-1 0 0,0 0 1 0 0,-1-1 0 0 0,1 1 0 0 0,0 0-1 0 0,0 0 1 0 0,0 0 0 0 0,0 0 0 0 0,0-1 0 0 0,0 1-1 0 0,0 0 1 0 0,0 0 0 0 0,0 0 0 0 0,0 0 0 0 0,0-1-1 0 0,0 1 1 0 0,1 0 0 0 0,-1 0 0 0 0,0 0-1 0 0,0 0 1 0 0,0-1 0 0 0,0 1 0 0 0,0 0 0 0 0,0 0-1 0 0,0 0 1 0 0,-30-4 290 0 0,-1 1 0 0 0,1 2-1 0 0,-42 4 1 0 0,-111 16 817 0 0,93-8-481 0 0,-1007 134 6772 0 0,1076-143-7218 0 0,-8 3-91 0 0,3-2 91 0 0,-10 2 77 0 0,26 1-138 0 0,4 0-69 0 0,0 1-52 0 0,3 6 45 0 0,-1 2 183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7.1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2179 0 9830 0 0,'-436'36'2732'0'0,"194"-10"-1045"0"0,-894 81 5802 0 0,909-86-5896 0 0,197-18-1483 0 0,24-3-62 0 0,1 0 1 0 0,-1 0-1 0 0,1 1 0 0 0,-1-1 1 0 0,1 1-1 0 0,-1 1 0 0 0,1-1 1 0 0,-1 1-1 0 0,1 0 0 0 0,0 0 1 0 0,0 0-1 0 0,-8 6 1 0 0,4-3-38 0 0,-3 4 171 0 0,4-1-136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7.6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1587 38 9830 0 0,'180'-37'1433'0'0,"-207"44"-1087"0"0,-115 26 604 0 0,-347 18 2335 0 0,20-2-192 0 0,238-23-1489 0 0,-64 10 420 0 0,288-37-1990 0 0,3-1-23 0 0,-44 11 308 0 0,29-3-92 0 0,4 2 1 0 0,6 1-137 0 0,-2 5 136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8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1556 2 9830 0 0,'5'-1'45'0'0,"-9"1"78"0"0,-26 1 274 0 0,-57 9 457 0 0,-742 131 4710 0 0,486-85-3254 0 0,309-50-2051 0 0,-96 11 687 0 0,104-16-718 0 0,3 2-137 0 0,2 2 91 0 0,8 1-137 0 0,5 1 1 0 0,-4 3 182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8.7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1667 0 9830 0 0,'-1457'250'9818'0'0,"1281"-235"-8453"0"0,154-12-1274 0 0,11 0 137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9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1533 111 9830 0 0,'-2'-4'21'0'0,"1"0"0"0"0,-1 1-1 0 0,0-1 1 0 0,-1 1 0 0 0,1-1-1 0 0,-1 1 1 0 0,1 0 0 0 0,-1 0 0 0 0,0 0-1 0 0,0 0 1 0 0,-1 1 0 0 0,1-1 0 0 0,0 1-1 0 0,-1 0 1 0 0,1 0 0 0 0,-1 0-1 0 0,0 0 1 0 0,0 1 0 0 0,-4-2 0 0 0,-12-3 210 0 0,0 1 1 0 0,-33-5-1 0 0,28 6-89 0 0,-76-11 970 0 0,-1 5-1 0 0,-189 5 1 0 0,-204 44 2204 0 0,468-36-3124 0 0,-240 31 1631 0 0,263-34-1794 0 0,1 0-1 0 0,0 0 0 0 0,0 1 0 0 0,-1-1 0 0 0,1 1 1 0 0,0 0-1 0 0,0 0 0 0 0,0 0 0 0 0,0 0 0 0 0,0 0 0 0 0,0 1 1 0 0,0-1-1 0 0,0 1 0 0 0,1 0 0 0 0,-1 0 0 0 0,0 0 1 0 0,1 0-1 0 0,0 0 0 0 0,-1 0 0 0 0,1 1 0 0 0,-2 2 0 0 0,3-1-4 0 0,0-1 0 0 0,1 1-1 0 0,-1-1 1 0 0,1 1 0 0 0,0-1-1 0 0,0 1 1 0 0,0-1 0 0 0,0 1-1 0 0,1-1 1 0 0,0 1 0 0 0,-1-1-1 0 0,1 1 1 0 0,3 5 0 0 0,2 8 297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06.2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48 688 9830 0 0,'-10'-9'0'0'0,"-2"-2"46"0"0,1 1 136 0 0,1-1-91 0 0,9 11-85 0 0,1-1 1 0 0,-1 1 0 0 0,1-1-1 0 0,0 0 1 0 0,-1 1 0 0 0,1-1-1 0 0,0 0 1 0 0,0 0 0 0 0,-1 1-1 0 0,1-1 1 0 0,0 0 0 0 0,0 1-1 0 0,0-1 1 0 0,0 0 0 0 0,0 0-1 0 0,0 1 1 0 0,0-1 0 0 0,0 0-1 0 0,0 0 1 0 0,0 1 0 0 0,0-1-1 0 0,0 0 1 0 0,1 0 0 0 0,-1 1-1 0 0,0-1 1 0 0,1 0-1 0 0,-1 1 1 0 0,0-1 0 0 0,1 0-1 0 0,-1 1 1 0 0,1-1 0 0 0,-1 1-1 0 0,1-1 1 0 0,-1 1 0 0 0,1-1-1 0 0,-1 1 1 0 0,1-1 0 0 0,-1 1-1 0 0,1-1 1 0 0,1 0 0 0 0,5-3 67 0 0,1 0 1 0 0,0 0-1 0 0,0 1 1 0 0,0 0-1 0 0,0 0 1 0 0,0 1-1 0 0,1 0 1 0 0,11-1-1 0 0,2-2 142 0 0,1462-240 9734 0 0,-1380 234-9236 0 0,187-24 1370 0 0,-89-4-1252 0 0,-104 19-169 0 0,109-10 0 0 0,69 15-663 0 0,193-19 0 0 0,239-17 0 0 0,-457 53 0 0 0,49-2 0 0 0,86-25 0 0 0,-55-1 0 0 0,198-4 0 0 0,-389 26 0 0 0,570-6 0 0 0,-441-4 0 0 0,-140 15 0 0 0,134 17 0 0 0,-95-4 0 0 0,235 0 0 0 0,113 10 0 0 0,-481-20 0 0 0,240 29 0 0 0,-108-14 0 0 0,256-2 0 0 0,-97-9 0 0 0,448 64 0 0 0,-661-64 0 0 0,201-11 0 0 0,-194-2 0 0 0,418 24 0 0 0,-179-13 0 0 0,-110-7 0 0 0,775-3 0 0 0,-555-1 0 0 0,315-21 0 0 0,-373-9 0 0 0,-45 32 0 0 0,-33 3 0 0 0,-273-6 0 0 0,85-20 0 0 0,-114 22 0 0 0,-25 2 0 0 0,33-17 0 0 0,-26 13 0 0 0,-13 6 0 0 0,0 0 0 0 0,0 0 0 0 0,0 0 0 0 0,1 0 0 0 0,-1 0 0 0 0,0 0 0 0 0,0 0 0 0 0,0-1 0 0 0,0 1 0 0 0,0 0 0 0 0,1 0 0 0 0,-1 0 0 0 0,0 0 0 0 0,0 0 0 0 0,0 0 0 0 0,0 0 0 0 0,0-1 0 0 0,0 1 0 0 0,1 0 0 0 0,-1 0 0 0 0,0 0 0 0 0,0 0 0 0 0,0 0 0 0 0,0-1 0 0 0,0 1 0 0 0,0 0 0 0 0,0 0 0 0 0,0 0 0 0 0,0-1 0 0 0,0 1 0 0 0,0 0 0 0 0,0 0 0 0 0,0 0 0 0 0,0 0 0 0 0,0-1 0 0 0,0 1 0 0 0,0 0 0 0 0,0 0 0 0 0,0 0 0 0 0,0 0 0 0 0,0-1 0 0 0,0 1 0 0 0,0 0 0 0 0,0 0 0 0 0,0 0 0 0 0,0 0 0 0 0,-1-1 0 0 0,1 1 0 0 0,0 0 0 0 0,0 0 0 0 0,0 0 0 0 0,-9-6 0 0 0,0 1 0 0 0,-1 0 0 0 0,0 1 0 0 0,1 0 0 0 0,-1 0 0 0 0,-1 1 0 0 0,-13-3 0 0 0,5 1 0 0 0,-22-6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07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896 55 9830 0 0,'6'-7'31'0'0,"-3"4"-7"0"0,0 0 0 0 0,0-1 0 0 0,0 1 0 0 0,-1-1 1 0 0,0 0-1 0 0,0 0 0 0 0,0 0 0 0 0,0 0 0 0 0,1-5 0 0 0,-3 9-23 0 0,0 1 0 0 0,0-1 0 0 0,0 0 0 0 0,-1 0 0 0 0,1 0 0 0 0,0 0 0 0 0,0 0 0 0 0,0 0-1 0 0,0 0 1 0 0,-1 0 0 0 0,1 0 0 0 0,0 0 0 0 0,0 0 0 0 0,0 0 0 0 0,0 0 0 0 0,0 0 0 0 0,-1 0 0 0 0,1 0-1 0 0,0 0 1 0 0,0 0 0 0 0,0 0 0 0 0,0 0 0 0 0,-1 0 0 0 0,1-1 0 0 0,0 1 0 0 0,0 0 0 0 0,0 0 0 0 0,0 0-1 0 0,0 0 1 0 0,0 0 0 0 0,-1 0 0 0 0,1 0 0 0 0,0 0 0 0 0,0-1 0 0 0,0 1 0 0 0,0 0 0 0 0,0 0 0 0 0,0 0-1 0 0,0 0 1 0 0,0 0 0 0 0,0-1 0 0 0,0 1 0 0 0,0 0 0 0 0,0 0 0 0 0,0 0 0 0 0,0 0 0 0 0,0-1 0 0 0,0 1-1 0 0,0 0 1 0 0,0 0 0 0 0,0 0 0 0 0,0 0 0 0 0,0 0 0 0 0,0-1 0 0 0,0 1 0 0 0,0 0 0 0 0,0 0 0 0 0,0 0-1 0 0,0 0 1 0 0,0 0 0 0 0,0-1 0 0 0,0 1 0 0 0,0 0 0 0 0,0 0 0 0 0,1 0 0 0 0,-1 0 0 0 0,-29 12 357 0 0,1 1 0 0 0,-50 31 0 0 0,20-10 132 0 0,-39 18 195 0 0,-459 225 3691 0 0,513-257-4107 0 0,26-11-180 0 0,4 2 135 0 0,13-10-211 0 0,-1-1 0 0 0,1 1 0 0 0,-1 0 0 0 0,1-1 0 0 0,0 1 0 0 0,-1 0 0 0 0,1 0 0 0 0,0-1 0 0 0,0 1 1 0 0,-1 0-1 0 0,1 0 0 0 0,0 0 0 0 0,0-1 0 0 0,0 1 0 0 0,0 0 0 0 0,0 0 0 0 0,0 0 0 0 0,0-1 0 0 0,0 1 0 0 0,1 0 0 0 0,-1 0 0 0 0,2 5 42 0 0,1-1 1 0 0,0 1-1 0 0,-1-1 0 0 0,2 0 1 0 0,-1 0-1 0 0,1 0 0 0 0,0-1 0 0 0,0 1 1 0 0,0-1-1 0 0,0 0 0 0 0,1 0 1 0 0,0 0-1 0 0,5 3 0 0 0,77 44 505 0 0,-74-44-468 0 0,101 46 1194 0 0,3-4 0 0 0,199 53-1 0 0,-102-36 577 0 0,-201-60-1817 0 0,1 0-1 0 0,-1 2 135 0 0,-3-1-89 0 0,0 1 134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12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925 37 9830 0 0,'6'-17'0'0'0,"-6"17"2"0"0,0 0-1 0 0,0-1 1 0 0,1 1-1 0 0,-1-1 1 0 0,0 1-1 0 0,0 0 1 0 0,0-1-1 0 0,0 1 1 0 0,0-1-1 0 0,0 1 1 0 0,0-1-1 0 0,0 1 1 0 0,0 0-1 0 0,0-1 1 0 0,0 1-1 0 0,0-1 1 0 0,0 1-1 0 0,0-1 1 0 0,0 1-1 0 0,0 0 1 0 0,-1-1-1 0 0,1 1 1 0 0,0-1 0 0 0,0 1-1 0 0,0 0 1 0 0,-1-1-1 0 0,1 1 1 0 0,0 0-1 0 0,-1-1 1 0 0,0 0 14 0 0,-1 0 0 0 0,0 0 0 0 0,0 0 1 0 0,1 0-1 0 0,-1 1 0 0 0,0-1 0 0 0,0 1 1 0 0,0-1-1 0 0,0 1 0 0 0,0-1 0 0 0,0 1 1 0 0,0 0-1 0 0,-3 0 0 0 0,-36 4 334 0 0,1 2-1 0 0,-1 2 0 0 0,1 1 1 0 0,-45 17-1 0 0,16-5 210 0 0,60-19-510 0 0,-161 45 2069 0 0,-235 97 1 0 0,427-157-1782 0 0,8-3 31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12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 0 0,'17'4'161'0'0,"-1"0"0"0"0,0 1-1 0 0,0 1 1 0 0,0 0 0 0 0,-1 1 0 0 0,0 1-1 0 0,0 1 1 0 0,18 13 0 0 0,9 11 505 0 0,49 51 1 0 0,-28-25 9 0 0,102 93 964 0 0,-162-150-1632 0 0,-1 0 0 0 0,0 1 0 0 0,0-1 1 0 0,0 1-1 0 0,0-1 0 0 0,0 1 0 0 0,-1 0 0 0 0,1-1 0 0 0,-1 1 0 0 0,2 5 0 0 0,-1-3 32 0 0,4 7 282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14.0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1388 29 9830 0 0,'-4'-4'32'0'0,"-1"1"0"0"0,0 0-1 0 0,1 0 1 0 0,-1 1 0 0 0,0 0 0 0 0,0-1-1 0 0,-1 2 1 0 0,1-1 0 0 0,0 0 0 0 0,-1 1-1 0 0,1 0 1 0 0,-1 1 0 0 0,1-1 0 0 0,-1 1-1 0 0,1 0 1 0 0,-8 1 0 0 0,-12 2 252 0 0,0 0 0 0 0,-34 11 1 0 0,38-8-173 0 0,-135 34 1760 0 0,-230 94 0 0 0,301-97-1092 0 0,2 3 0 0 0,2 4-1 0 0,2 4 1 0 0,-89 69 0 0 0,148-101-588 0 0,1-2 56 0 0,1 1 1 0 0,0 0-1 0 0,2 1 0 0 0,-17 21 0 0 0,33-37-246 0 0,0-1 0 0 0,0 1 0 0 0,0 0 0 0 0,0 0 0 0 0,1 0 0 0 0,-1 0 0 0 0,0 0 0 0 0,0 0 0 0 0,0 0 0 0 0,0 0 0 0 0,0 0 0 0 0,1 0 0 0 0,-1 0 0 0 0,0 0-1 0 0,0 0 1 0 0,0 0 0 0 0,0 0 0 0 0,1 0 0 0 0,-1 0 0 0 0,0 0 0 0 0,0 0 0 0 0,0 0 0 0 0,0 0 0 0 0,0 0 0 0 0,1 0 0 0 0,-1 0 0 0 0,0 1 0 0 0,0-1 0 0 0,0 0 0 0 0,0 0 0 0 0,0 0 0 0 0,0 0 0 0 0,0 0 0 0 0,1 0 0 0 0,-1 0 0 0 0,0 0 0 0 0,0 1 0 0 0,0-1 0 0 0,0 0 0 0 0,0 0 0 0 0,0 0-1 0 0,0 0 1 0 0,0 0 0 0 0,0 1 0 0 0,0-1 0 0 0,0 0 0 0 0,0 0 0 0 0,0 0 0 0 0,0 0 0 0 0,0 0 0 0 0,0 1 0 0 0,0-1 0 0 0,0 0 0 0 0,0 0 0 0 0,0 0 0 0 0,13-2 114 0 0,1-1 1 0 0,-1 0 0 0 0,-1-2-1 0 0,1 1 1 0 0,0-1-1 0 0,14-9 1 0 0,81-52 511 0 0,-43 25-863 0 0,-18 13 250 0 0,0 2 1 0 0,1 2 0 0 0,2 2 0 0 0,0 2-1 0 0,1 3 1 0 0,1 1 0 0 0,0 3-1 0 0,96-10 1 0 0,-36 17 254 0 0,0 6 0 0 0,-1 4 0 0 0,1 6 0 0 0,-2 4 0 0 0,0 5 0 0 0,120 36 0 0 0,-213-50-230 0 0,13 3 51 0 0,0 1 0 0 0,0 2 1 0 0,0 0-1 0 0,-1 2 0 0 0,40 25 0 0 0,-50-18-17 0 0,-13-5-60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19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3525 458 9830 0 0,'11'4'99'0'0,"-6"-3"-50"0"0,-1 1 0 0 0,0-1 1 0 0,1 0-1 0 0,-1 0 0 0 0,0 0 1 0 0,1-1-1 0 0,-1 1 0 0 0,1-1 0 0 0,7-1 1 0 0,-261-10 1816 0 0,-668-9 4095 0 0,622 33-4006 0 0,11-2 1007 0 0,-296 51 1 0 0,489-47-2925 0 0,-179 36 9 0 0,218-37-47 0 0,0 1 0 0 0,1 3 0 0 0,-53 27 0 0 0,89-37 0 0 0,-285 156 0 0 0,269-144 0 0 0,2 1 0 0 0,0 2 0 0 0,2 1 0 0 0,0 1 0 0 0,2 1 0 0 0,1 1 0 0 0,-28 41 0 0 0,40-47 0 0 0,1 1 0 0 0,0 0 0 0 0,2 1 0 0 0,1 0 0 0 0,1 0 0 0 0,0 1 0 0 0,2 0 0 0 0,1 0 0 0 0,-1 26 0 0 0,1 20 0 0 0,10 131 0 0 0,-1-153 0 0 0,1 0 0 0 0,2 0 0 0 0,3 0 0 0 0,1-1 0 0 0,3-1 0 0 0,35 79 0 0 0,-37-99 0 0 0,1-1 0 0 0,1-1 0 0 0,1 0 0 0 0,1-2 0 0 0,1 1 0 0 0,0-2 0 0 0,2-1 0 0 0,1 0 0 0 0,0-1 0 0 0,2-2 0 0 0,0 0 0 0 0,48 26 0 0 0,-2-11 0 0 0,1-4 0 0 0,138 36 0 0 0,153 11 0 0 0,-351-73 0 0 0,536 70 0 0 0,6-32 0 0 0,-51-5 0 0 0,391-25 0 0 0,-331-17 0 0 0,1314 47 0 0 0,-627 17 0 0 0,-771-32 0 0 0,385 32 0 0 0,-21-5 0 0 0,-8-1 0 0 0,-264-12 0 0 0,132 17 0 0 0,85 17 0 0 0,-15-2 0 0 0,20 0 0 0 0,-203-24 0 0 0,718 57 0 0 0,-1238-102 0 0 0,621 2 0 0 0,-387-13 0 0 0,267-23 0 0 0,-470 12 0 0 0,0-4 0 0 0,178-70 0 0 0,-221 74 0 0 0,32-13 0 0 0,-2-3 0 0 0,-2-4 0 0 0,-1-3 0 0 0,97-69 0 0 0,-134 79 0 0 0,0-1 0 0 0,96-52 0 0 0,-60 46 0 0 0,1 1 0 0 0,-1-3 0 0 0,-3-4 0 0 0,85-64 0 0 0,193-183-2339 0 0,-324 265 2205 0 0,-2-2 0 0 0,-1-1-1 0 0,-2-1 1 0 0,-1-1 0 0 0,-1-2 0 0 0,-3 0 0 0 0,0-2 0 0 0,21-48 0 0 0,-40 77 87 0 0,0 0 0 0 0,0-1 1 0 0,-1 1-1 0 0,0-1 0 0 0,-1 0 0 0 0,0 0 0 0 0,0 0 0 0 0,-1 0 0 0 0,0 0 0 0 0,-1 0 0 0 0,0 0 1 0 0,0 0-1 0 0,-1 0 0 0 0,0 0 0 0 0,-1 0 0 0 0,0 0 0 0 0,0 0 0 0 0,-1 0 0 0 0,0 0 0 0 0,0 1 0 0 0,-1 0 1 0 0,-8-14-1 0 0,-14-20-165 0 0,-2 0 1 0 0,-2 2 0 0 0,-1 1-1 0 0,-3 1 1 0 0,0 2 0 0 0,-3 1-1 0 0,0 2 1 0 0,-3 2 0 0 0,0 1-1 0 0,-2 3 1 0 0,-1 1 0 0 0,-1 2-1 0 0,-1 2 1 0 0,-1 2 0 0 0,-92-27-1 0 0,-749-137 3484 0 0,596 134-2301 0 0,-721-97 1330 0 0,216 37-839 0 0,-221-85-1462 0 0,624 119 0 0 0,-422-27 0 0 0,-675-37 0 0 0,135 41 0 0 0,-101 57 0 0 0,821 51 0 0 0,144 1 0 0 0,-540 2 0 0 0,852-9 0 0 0,-882 38 0 0 0,269 19 0 0 0,529-25 0 0 0,-50 4 0 0 0,-681 91 0 0 0,468-83 0 0 0,393-40 0 0 0,119-7 0 0 0,-5 2 0 0 0,-37 19 0 0 0,45-17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29.1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306 5 9830 0 0,'-9'-5'0'0'0,"-12"6"64"0"0,13 2 12 0 0,0 0-1 0 0,-1 1 1 0 0,1 0-1 0 0,0 0 1 0 0,1 1-1 0 0,-1 0 0 0 0,1 0 1 0 0,0 1-1 0 0,0-1 1 0 0,-6 9-1 0 0,-64 74 835 0 0,58-65-687 0 0,2-1 84 0 0,-25 40 0 0 0,37-55-235 0 0,1 1 0 0 0,1-1 1 0 0,-1 1-1 0 0,1 0 0 0 0,0 0 1 0 0,1 1-1 0 0,0-1 0 0 0,0 0 0 0 0,-1 14 1 0 0,4-19-50 0 0,-1 0 0 0 0,0 0 1 0 0,1 0-1 0 0,0 0 0 0 0,0 0 1 0 0,0 0-1 0 0,0 0 0 0 0,0-1 1 0 0,1 1-1 0 0,-1 0 1 0 0,1-1-1 0 0,0 1 0 0 0,0-1 1 0 0,0 1-1 0 0,0-1 0 0 0,0 0 1 0 0,0 0-1 0 0,0 0 0 0 0,1 0 1 0 0,-1 0-1 0 0,1-1 0 0 0,0 1 1 0 0,-1-1-1 0 0,1 0 0 0 0,0 1 1 0 0,0-1-1 0 0,0 0 0 0 0,0-1 1 0 0,0 1-1 0 0,6 0 0 0 0,8 2 151 0 0,1-1 1 0 0,0 0-1 0 0,33-2 0 0 0,18-6 409 0 0,-1-3 1 0 0,0-3-1 0 0,-1-2 1 0 0,0-4-1 0 0,-1-3 1 0 0,-1-2-1 0 0,105-55 1 0 0,-5-14-291 0 0,-152 86-273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29.4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263 33 9830 0 0,'1'-17'0'0'0,"1"3"0"0"0,3 12 60 0 0,5 10 73 0 0,7 15 60 0 0,-10-7-46 0 0,-1 1 0 0 0,0 0-1 0 0,-1 0 1 0 0,-1 0-1 0 0,-1 0 1 0 0,0 1 0 0 0,-1 0-1 0 0,-1-1 1 0 0,-1 1 0 0 0,0 0-1 0 0,-2 0 1 0 0,0-1 0 0 0,0 1-1 0 0,-2-1 1 0 0,0 1 0 0 0,-1-1-1 0 0,-1 0 1 0 0,-1-1 0 0 0,-12 24-1 0 0,5-14 107 0 0,-1 0-1 0 0,-1-1 1 0 0,-1-1-1 0 0,-1 0 0 0 0,-2-1 1 0 0,0-2-1 0 0,-1 0 1 0 0,-1-1-1 0 0,-1-1 1 0 0,0-1-1 0 0,-29 16 1 0 0,30-22-189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32.3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2154 1 9830 0 0,'-92'29'973'0'0,"0"-3"1"0"0,-2-5-1 0 0,-174 16 0 0 0,-290-16 2715 0 0,508-20-3334 0 0,-113 0 683 0 0,-400 14 2614 0 0,521-13-3071 0 0,-57 12 0 0 0,89-12-494 0 0,-1 1-1 0 0,1 0 0 0 0,0 0 1 0 0,0 1-1 0 0,1 0 0 0 0,-1 0 1 0 0,1 1-1 0 0,0 0 0 0 0,0 1 1 0 0,0 0-1 0 0,-9 10 0 0 0,17-16-87 0 0,1 1 4 0 0,-1-1-1 0 0,0 0 0 0 0,1 1 1 0 0,-1-1-1 0 0,1 0 0 0 0,0 1 1 0 0,-1-1-1 0 0,1 1 0 0 0,-1-1 1 0 0,1 1-1 0 0,0-1 1 0 0,-1 1-1 0 0,1 0 0 0 0,0-1 1 0 0,-1 1-1 0 0,1-1 0 0 0,0 1 1 0 0,0 0-1 0 0,0-1 0 0 0,0 1 1 0 0,0-1-1 0 0,-1 1 0 0 0,1 0 1 0 0,0-1-1 0 0,0 1 1 0 0,1 0-1 0 0,-1-1 0 0 0,0 1 1 0 0,0 0-1 0 0,0-1 0 0 0,0 1 1 0 0,0-1-1 0 0,1 1 0 0 0,-1 0 1 0 0,9 11 180 0 0,13-7-137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22.9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2330 168 9830 0 0,'2'-7'0'0'0,"0"-1"0"0"0,0 0 0 0 0,0 0 0 0 0,-1-1 0 0 0,-1 1 0 0 0,1-16 0 0 0,-18-62 0 0 0,17 85 0 0 0,0 1 0 0 0,0 0 0 0 0,0-1 0 0 0,0 1 0 0 0,0 0 0 0 0,0-1 0 0 0,0 1 0 0 0,0 0 0 0 0,0-1 0 0 0,0 1 0 0 0,0 0 0 0 0,-1-1 0 0 0,1 1 0 0 0,0 0 0 0 0,0-1 0 0 0,0 1 0 0 0,-1 0 0 0 0,1 0 0 0 0,0-1 0 0 0,0 1 0 0 0,-1 0 0 0 0,1 0 0 0 0,0-1 0 0 0,0 1 0 0 0,-1 0 0 0 0,1 0 0 0 0,0 0 0 0 0,-1 0 0 0 0,1-1 0 0 0,0 1 0 0 0,-1 0 0 0 0,1 0 0 0 0,0 0 0 0 0,-1 0 0 0 0,1 0 0 0 0,-1 0 0 0 0,-2 1 19 0 0,1 0-1 0 0,-1 0 0 0 0,0 0 1 0 0,1 0-1 0 0,-1 0 1 0 0,1 1-1 0 0,-1 0 0 0 0,1-1 1 0 0,0 1-1 0 0,-1 0 1 0 0,1 0-1 0 0,0 0 0 0 0,0 0 1 0 0,1 1-1 0 0,-1-1 1 0 0,-2 4-1 0 0,-32 54 532 0 0,24-36-386 0 0,-60 119 1782 0 0,-88 249 0 0 0,-239 861 3670 0 0,-50 129 233 0 0,378-1204-5849 0 0,-8-3 0 0 0,-183 296 0 0 0,-6-85 0 0 0,-155 256 0 0 0,387-579 0 0 0,32-73 0 0 0,2-7 0 0 0,5-43-577 0 0,4 0 1 0 0,25-110 0 0 0,-28 151 508 0 0,11-39-433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23.6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1306 267 9830 0 0,'18'-28'0'0'0,"-1"-1"0"0"0,-2-1 0 0 0,-1-1 0 0 0,-1 0 0 0 0,-1 0 0 0 0,10-51 0 0 0,-22 78 8 0 0,-7 7 48 0 0,-5 9 87 0 0,1 1 0 0 0,0 0 0 0 0,1 1-1 0 0,0 0 1 0 0,1 0 0 0 0,-9 22-1 0 0,-47 110 999 0 0,-176 554 3634 0 0,157-433-2889 0 0,-86 282 1894 0 0,73-228-1555 0 0,-213 722-711 0 0,76-230-1514 0 0,138-450 0 0 0,68-256 0 0 0,25-96 0 0 0,7-25-22 0 0,4-6-74 0 0,-2-1 1 0 0,-1 0-1 0 0,0 0 0 0 0,2-31 0 0 0,-7 35 50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31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2075 139 9830 0 0,'-1'0'0'0'0,"-54"-34"640"0"0,-60-25 0 0 0,94 50-439 0 0,0 1-1 0 0,-1 1 1 0 0,1 1 0 0 0,-1 1 0 0 0,0 1 0 0 0,-36-2 0 0 0,-1 5 488 0 0,-73 8 0 0 0,51 3 223 0 0,-122 32 1 0 0,170-33-583 0 0,0 2 0 0 0,0 2-1 0 0,1 0 1 0 0,1 3 0 0 0,0 0 0 0 0,-42 31-1 0 0,35-18 90 0 0,2 2 0 0 0,1 1-1 0 0,1 1 1 0 0,-35 48-1 0 0,-58 93 1945 0 0,-143 260 0 0 0,225-358-1730 0 0,-19 38-449 0 0,6 1 0 0 0,4 4-1 0 0,-72 238 1 0 0,121-334-184 0 0,0 0 0 0 0,1 1 0 0 0,1 0 0 0 0,1 0 0 0 0,1 0 0 0 0,2 0 0 0 0,0 0 0 0 0,1 0 0 0 0,2-1 0 0 0,0 1 0 0 0,2-1 0 0 0,0 0 0 0 0,2 0 0 0 0,0 0 0 0 0,2-1 0 0 0,0-1 0 0 0,1 0 0 0 0,2 0 0 0 0,0-1 0 0 0,1 0 0 0 0,1-2 0 0 0,0 1 0 0 0,2-2 0 0 0,35 30 0 0 0,-24-26 0 0 0,2 0 0 0 0,1-2 0 0 0,0-1 0 0 0,1-2 0 0 0,1-1 0 0 0,1-1 0 0 0,-1-2 0 0 0,2-2 0 0 0,0-1 0 0 0,0-1 0 0 0,1-2 0 0 0,0-2 0 0 0,-1-1 0 0 0,2-1 0 0 0,41-5 0 0 0,-11-2-321 0 0,0-4-1 0 0,-1-2 1 0 0,0-3 0 0 0,-1-2 0 0 0,-1-4 0 0 0,-1-2 0 0 0,82-42 0 0 0,-98 39 24 0 0,-1-1 1 0 0,-1-3-1 0 0,-1-1 0 0 0,-2-3 0 0 0,-2-1 1 0 0,0-2-1 0 0,-3-2 0 0 0,-1-1 0 0 0,57-82 1 0 0,-53 58-262 0 0,-3-3 0 0 0,-3-1 0 0 0,-3-1 1 0 0,-3-2-1 0 0,-3-1 0 0 0,-3 0 1 0 0,-3-2-1 0 0,-3-1 0 0 0,7-94 0 0 0,-21 145 392 0 0,-1 0-1 0 0,-1-1 1 0 0,-1 1-1 0 0,-1 0 1 0 0,-1 0-1 0 0,-1 0 0 0 0,-1 1 1 0 0,-1-1-1 0 0,-14-31 1 0 0,14 40 57 0 0,0 1 0 0 0,-2 0 1 0 0,1 0-1 0 0,-2 1 0 0 0,1 0 1 0 0,-2 1-1 0 0,0 0 0 0 0,0 0 1 0 0,-1 1-1 0 0,0 0 0 0 0,-1 1 1 0 0,0 0-1 0 0,0 1 0 0 0,-1 1 1 0 0,-23-11-1 0 0,5 7 71 0 0,-1 1 0 0 0,0 2-1 0 0,-1 0 1 0 0,0 3 0 0 0,0 1-1 0 0,0 1 1 0 0,-43 2 0 0 0,-14 6 1053 0 0,-131 22 0 0 0,109-5-196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32.8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20 9830 0 0,'-12'-1'93'0'0,"2"0"-29"0"0,-40-17 280 0 0,128 28 247 0 0,259 40 3592 0 0,586 10-1 0 0,-883-57-3825 0 0,33-1 133 0 0,-68-3-447 0 0,-1 1 1 0 0,1-1 0 0 0,-1 1-1 0 0,0-1 1 0 0,1 0 0 0 0,-1-1-1 0 0,0 1 1 0 0,0-1 0 0 0,0 0-1 0 0,0 0 1 0 0,0 0 0 0 0,7-5-1 0 0,-4-2 22 0 0,-5-5-65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0.7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125 136 9830 0 0,'-29'8'232'0'0,"-67"10"420"0"0,321-38 1418 0 0,266-41 1263 0 0,-172 19-1027 0 0,-291 40-2077 0 0,-12 1-117 0 0,-1 0 1 0 0,1-1 0 0 0,-1-1-1 0 0,18-6 1 0 0,-8 4-22 0 0,-5 3 91 0 0,-3-2-91 0 0,0 0 91 0 0,-3-1-136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1.3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298 96 9830 0 0,'-298'22'2389'0'0,"814"-64"1162"0"0,-213 15-1441 0 0,63-19 324 0 0,-348 44-2252 0 0,-7 2-137 0 0,-9 14-45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1.8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194 51 9830 0 0,'-14'2'171'0'0,"0"0"0"0"0,-1 0 0 0 0,2 1 0 0 0,-27 10-1 0 0,-17 3 296 0 0,41-12-375 0 0,-8 2 91 0 0,248-32 1424 0 0,-108 15-718 0 0,398-43 2486 0 0,-419 46-2782 0 0,-86 10-319 0 0,-42 7 137 0 0,11 0-319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0:52.2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170 159 9830 0 0,'-51'4'379'0'0,"24"-1"-126"0"0,1 0 0 0 0,-31-2 0 0 0,49-2-149 0 0,8-3 76 0 0,6-1-108 0 0,-1 1 1 0 0,2 1 0 0 0,-1-1 0 0 0,0 1 0 0 0,1 0 0 0 0,-1 0-1 0 0,1 1 1 0 0,10-3 0 0 0,76-15 438 0 0,-60 13-251 0 0,214-34 2396 0 0,262-9 0 0 0,-488 50-2565 0 0,2-3 91 0 0,8-9-137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35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2054 9830 0 0,'-2'2'39'0'0,"0"0"0"0"0,0 0 0 0 0,1 0 1 0 0,-1 0-1 0 0,1 0 0 0 0,-1 0 0 0 0,1 1 0 0 0,0-1 0 0 0,0 0 0 0 0,0 1 0 0 0,0-1 0 0 0,0 1 1 0 0,1-1-1 0 0,-1 1 0 0 0,1-1 0 0 0,-1 1 0 0 0,1-1 0 0 0,0 1 0 0 0,0 3 0 0 0,1-3-8 0 0,0-1 0 0 0,0 1-1 0 0,1-1 1 0 0,-1 1 0 0 0,1-1 0 0 0,-1 0-1 0 0,1 1 1 0 0,0-1 0 0 0,-1 0-1 0 0,1 0 1 0 0,1 0 0 0 0,-1 0-1 0 0,0-1 1 0 0,0 1 0 0 0,0 0-1 0 0,1-1 1 0 0,-1 0 0 0 0,6 3-1 0 0,38 13 411 0 0,0-1 1 0 0,2-2-1 0 0,-1-3 0 0 0,64 8 0 0 0,-101-17-361 0 0,145 19 1137 0 0,1-7-1 0 0,0-6 1 0 0,0-8-1 0 0,1-6 0 0 0,-2-7 1 0 0,0-7-1 0 0,239-61 1 0 0,-338 65-1549 0 0,0-2-1 0 0,-1-3 1 0 0,-1-2 0 0 0,-1-2 0 0 0,-1-3 0 0 0,-1-2-1 0 0,64-50 1 0 0,-83 54 73 0 0,-2-1-1 0 0,-1-1 1 0 0,-1-1-1 0 0,-2-2 1 0 0,-1 0 0 0 0,-1-2-1 0 0,-2-1 1 0 0,-1 0-1 0 0,-2-2 1 0 0,-1 0 0 0 0,20-62-1 0 0,-17 27-310 0 0,-3-1 0 0 0,-4-1 0 0 0,-2 0 0 0 0,3-147 1 0 0,-16 160 158 0 0,-2 0 1 0 0,-3 0-1 0 0,-2 0 1 0 0,-3 1-1 0 0,-3 1 1 0 0,-34-93-1 0 0,38 125 322 0 0,-2-1-1 0 0,-1 2 0 0 0,-1 0 0 0 0,-1 0 0 0 0,-1 2 0 0 0,-1-1 0 0 0,-1 2 0 0 0,-1 1 0 0 0,-1 0 0 0 0,-1 1 0 0 0,-1 2 0 0 0,0 0 0 0 0,-1 1 0 0 0,-1 1 0 0 0,-1 1 0 0 0,0 2 0 0 0,-1 0 0 0 0,0 2 0 0 0,-1 1 0 0 0,-53-13 0 0 0,17 11 435 0 0,-1 2 1 0 0,-1 4-1 0 0,1 2 1 0 0,-121 9-1 0 0,73 6 867 0 0,-213 52-1 0 0,224-37-366 0 0,2 5 0 0 0,1 4-1 0 0,2 4 1 0 0,1 5 0 0 0,-126 78 0 0 0,188-100-544 0 0,1 2 1 0 0,0 0-1 0 0,2 3 1 0 0,2 0 0 0 0,0 2-1 0 0,1 0 1 0 0,2 2 0 0 0,2 1-1 0 0,-26 45 1 0 0,38-56-131 0 0,0 1 0 0 0,2 0 1 0 0,0 1-1 0 0,2 0 0 0 0,1 0 0 0 0,0 1 0 0 0,2-1 1 0 0,0 1-1 0 0,2 0 0 0 0,1 0 0 0 0,1 1 0 0 0,0-1 1 0 0,2 0-1 0 0,1 0 0 0 0,1-1 0 0 0,11 35 0 0 0,-3-23-71 0 0,2 0-1 0 0,2-1 1 0 0,1-1-1 0 0,2-1 0 0 0,1-1 1 0 0,1 0-1 0 0,47 51 1 0 0,5-6 121 0 0,124 99 1 0 0,-137-126-222 0 0,3-3 0 0 0,92 51 0 0 0,-107-73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39.3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86 9830 0 0,'9'-11'54'0'0,"0"-1"-1"0"0,-1 0 1 0 0,0 0-1 0 0,11-27 1 0 0,-17 49 53 0 0,0 1-1 0 0,0-1 1 0 0,-1 0 0 0 0,-1 13-1 0 0,-26 649 4238 0 0,25-611-3870 0 0,-12 177 1044 0 0,12-238-1510 0 0,1 0 1 0 0,0 0-1 0 0,-1 0 0 0 0,1 0 1 0 0,0 1-1 0 0,0-1 1 0 0,-1 0-1 0 0,1 0 1 0 0,0 0-1 0 0,-1 0 1 0 0,1 0-1 0 0,0 0 1 0 0,0 0-1 0 0,-1 0 1 0 0,1 0-1 0 0,0 0 0 0 0,-1 0 1 0 0,1 0-1 0 0,0-1 1 0 0,-1 1-1 0 0,1 0 1 0 0,0 0-1 0 0,0 0 1 0 0,-1 0-1 0 0,1 0 1 0 0,0-1-1 0 0,0 1 0 0 0,-1 0 1 0 0,1 0-1 0 0,0 0 1 0 0,0-1-1 0 0,0 1 1 0 0,-1 0-1 0 0,1 0 1 0 0,0-1-1 0 0,0 1 1 0 0,0 0-1 0 0,0 0 1 0 0,0-1-1 0 0,-1 1 0 0 0,1 0 1 0 0,0-1-1 0 0,0 1 1 0 0,-10-12 66 0 0,3 0 10 0 0,1-1 0 0 0,0 1 0 0 0,-6-19 0 0 0,9 24-133 0 0,-7-24-86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4.1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164 120 9830 0 0,'-4'-54'0'0'0,"6"47"0"0"0,-7-52 0 0 0,-11 164 501 0 0,-15 181 1394 0 0,-24 436 2872 0 0,56-703-4675 0 0,-1-13-36 0 0,1-1-1 0 0,-1 0 1 0 0,0 1-1 0 0,-1-1 1 0 0,1 1-1 0 0,-1-1 1 0 0,0 1-1 0 0,-2 5 1 0 0,3-11-51 0 0,0 0 1 0 0,0 1 0 0 0,0-1 0 0 0,0 0 0 0 0,0 0-1 0 0,-1 0 1 0 0,1 1 0 0 0,0-1 0 0 0,0 0 0 0 0,0 0-1 0 0,0 0 1 0 0,-1 1 0 0 0,1-1 0 0 0,0 0 0 0 0,0 0-1 0 0,0 0 1 0 0,-1 0 0 0 0,1 0 0 0 0,0 0 0 0 0,0 0 0 0 0,0 1-1 0 0,-1-1 1 0 0,1 0 0 0 0,0 0 0 0 0,0 0 0 0 0,-1 0-1 0 0,1 0 1 0 0,0 0 0 0 0,0 0 0 0 0,-1 0 0 0 0,1 0-1 0 0,0 0 1 0 0,0 0 0 0 0,-1 0 0 0 0,1 0 0 0 0,0-1-1 0 0,0 1 1 0 0,-1 0 0 0 0,1 0 0 0 0,0 0 0 0 0,0 0 0 0 0,0 0-1 0 0,-1 0 1 0 0,1-1 0 0 0,0 1 0 0 0,0 0 0 0 0,-4-3 19 0 0,1 1 1 0 0,0-1 0 0 0,0 0 0 0 0,0 0 0 0 0,1 0-1 0 0,-1 0 1 0 0,1-1 0 0 0,-1 1 0 0 0,1-1 0 0 0,0 1-1 0 0,1-1 1 0 0,-1 0 0 0 0,1 1 0 0 0,-1-1 0 0 0,1 0-1 0 0,0 0 1 0 0,1 0 0 0 0,-1 0 0 0 0,0-5 0 0 0,0-9-70 0 0,0 0 0 0 0,2 0-1 0 0,3-27 1 0 0,4-10-250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4.4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85 236 9830 0 0,'-68'-51'228'0'0,"56"41"-184"0"0,12 10-44 0 0,-1 0 0 0 0,1 0 0 0 0,0-1 0 0 0,0 1 0 0 0,-1 0 0 0 0,1 0 0 0 0,0-1 0 0 0,-1 1 0 0 0,1 0 0 0 0,0-1-1 0 0,0 1 1 0 0,0 0 0 0 0,-1-1 0 0 0,1 1 0 0 0,0 0 0 0 0,0-1 0 0 0,0 1 0 0 0,0-1 0 0 0,0 1 0 0 0,-1 0 0 0 0,1-1-1 0 0,0 1 1 0 0,0 0 0 0 0,0-1 0 0 0,0 1 0 0 0,0-1 0 0 0,0 1 0 0 0,1 0 0 0 0,-1-1 0 0 0,0 1 0 0 0,0-1 0 0 0,0 1 0 0 0,0 0-1 0 0,0-1 1 0 0,3-2 23 0 0,0 0-1 0 0,0 0 1 0 0,0 0-1 0 0,0 1 1 0 0,1-1-1 0 0,-1 1 1 0 0,1 0-1 0 0,-1 0 1 0 0,1 0-1 0 0,7-3 1 0 0,53-16 526 0 0,-39 13-411 0 0,35-13 381 0 0,10-4 532 0 0,137-29 0 0 0,-205 53-1029 0 0,0 1 0 0 0,-1-1 0 0 0,1 1-1 0 0,0-1 1 0 0,0 1 0 0 0,-1 0 0 0 0,1 0 0 0 0,0 0-1 0 0,0 0 1 0 0,0 0 0 0 0,-1 0 0 0 0,1 0-1 0 0,0 0 1 0 0,0 1 0 0 0,-1-1 0 0 0,1 1 0 0 0,0-1-1 0 0,-1 1 1 0 0,4 1 0 0 0,-1 1 35 0 0,9 5 32 0 0,-7 7 135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4.6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 0 9830 0 0,'-167'81'1319'0'0,"160"-77"-1176"0"0,13-2 43 0 0,143-20 932 0 0,-28 1-317 0 0,-81 12-419 0 0,0 2 0 0 0,0 2 0 0 0,48 4 0 0 0,-65 0-318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4.9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169 158 9830 0 0,'-5'-4'-10'0'0,"3"4"14"0"0,1-1-1 0 0,-1 0 1 0 0,1 0-1 0 0,-1 1 1 0 0,1-1-1 0 0,-1 1 1 0 0,0-1 0 0 0,1 1-1 0 0,-1-1 1 0 0,0 1-1 0 0,1 0 1 0 0,-1 0-1 0 0,0 0 1 0 0,1 0-1 0 0,-1 0 1 0 0,0 1-1 0 0,1-1 1 0 0,-1 0-1 0 0,0 1 1 0 0,-2 0-1 0 0,0 0 40 0 0,-1 0-1 0 0,0 0 1 0 0,0 0-1 0 0,1 0 1 0 0,-1 1-1 0 0,1 0 1 0 0,-1 0-1 0 0,1 0 1 0 0,0 0-1 0 0,0 1 1 0 0,0 0-1 0 0,0 0 1 0 0,0 0-1 0 0,0 0 1 0 0,-4 5-1 0 0,3-1 37 0 0,0 0 0 0 0,0 1 0 0 0,1-1 0 0 0,0 1 0 0 0,0-1 0 0 0,0 1 0 0 0,1 1 0 0 0,-2 9 0 0 0,0 1 89 0 0,2 0 0 0 0,0 0 0 0 0,1 0 0 0 0,1 1-1 0 0,1-1 1 0 0,0 0 0 0 0,5 27 0 0 0,-4-40-120 0 0,0 0-1 0 0,0 0 0 0 0,1 0 1 0 0,0 0-1 0 0,0-1 1 0 0,0 1-1 0 0,0-1 0 0 0,1 1 1 0 0,0-1-1 0 0,0 0 1 0 0,1 0-1 0 0,-1 0 0 0 0,1-1 1 0 0,0 1-1 0 0,0-1 1 0 0,1 0-1 0 0,-1 0 0 0 0,1 0 1 0 0,0-1-1 0 0,0 0 1 0 0,0 0-1 0 0,0 0 0 0 0,1 0 1 0 0,-1-1-1 0 0,1 0 1 0 0,-1 0-1 0 0,1 0 1 0 0,0-1-1 0 0,0 0 0 0 0,0 0 1 0 0,0 0-1 0 0,0-1 1 0 0,10-1-1 0 0,-3 1 65 0 0,0-2 0 0 0,0 0 0 0 0,-1 0 1 0 0,1-1-1 0 0,-1 0 0 0 0,1-1 0 0 0,-1-1 0 0 0,0 0 0 0 0,-1-1 1 0 0,1 0-1 0 0,-1-1 0 0 0,0 0 0 0 0,-1 0 0 0 0,18-17 0 0 0,-20 16-116 0 0,-1-1-1 0 0,0-1 0 0 0,0 1 0 0 0,-1-1 0 0 0,0 0 0 0 0,0 0 0 0 0,-1-1 0 0 0,-1 0 0 0 0,0 0 0 0 0,0 0 0 0 0,-1 0 1 0 0,-1-1-1 0 0,0 1 0 0 0,0-1 0 0 0,-1 0 0 0 0,-1-23 0 0 0,-2 14-72 0 0,0-1-1 0 0,-2 0 1 0 0,-1 1 0 0 0,0 0-1 0 0,-1 0 1 0 0,-2 0 0 0 0,0 1-1 0 0,-13-23 1 0 0,18 38 89 0 0,0 0 0 0 0,0 0-1 0 0,0 0 1 0 0,-1 1 0 0 0,0-1-1 0 0,0 1 1 0 0,0 0 0 0 0,0 0 0 0 0,-1 0-1 0 0,1 1 1 0 0,-1 0 0 0 0,0 0 0 0 0,0 0-1 0 0,0 0 1 0 0,-1 1 0 0 0,1 0-1 0 0,0 0 1 0 0,-1 0 0 0 0,0 1 0 0 0,1-1-1 0 0,-1 1 1 0 0,0 1 0 0 0,0-1-1 0 0,1 1 1 0 0,-1 0 0 0 0,0 1 0 0 0,-7 0-1 0 0,3 1 55 0 0,1 0 0 0 0,0 0 0 0 0,-1 1-1 0 0,1 0 1 0 0,1 1 0 0 0,-1 0 0 0 0,1 0-1 0 0,-1 1 1 0 0,1 0 0 0 0,0 0 0 0 0,1 1 0 0 0,-1 0-1 0 0,1 0 1 0 0,0 1 0 0 0,1 0 0 0 0,-7 9-1 0 0,12-14-54 0 0,0-1-1 0 0,0 0 1 0 0,0 1-1 0 0,0-1 1 0 0,0 1-1 0 0,0 0 1 0 0,1-1-1 0 0,-1 1 0 0 0,1 0 1 0 0,-1-1-1 0 0,1 1 1 0 0,0 0-1 0 0,0 0 1 0 0,-1-1-1 0 0,1 1 1 0 0,0 0-1 0 0,1 0 0 0 0,-1-1 1 0 0,0 1-1 0 0,0 0 1 0 0,1-1-1 0 0,-1 1 1 0 0,2 2-1 0 0,6 8 147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5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99 351 9830 0 0,'-8'10'273'0'0,"9"-9"-262"0"0,-1 0 0 0 0,0-1 0 0 0,1 1 0 0 0,-1 0-1 0 0,1-1 1 0 0,-1 1 0 0 0,1-1 0 0 0,-1 1 0 0 0,1 0 0 0 0,0-1-1 0 0,-1 1 1 0 0,1-1 0 0 0,0 1 0 0 0,-1-1 0 0 0,1 0 0 0 0,0 1-1 0 0,-1-1 1 0 0,1 0 0 0 0,0 1 0 0 0,1-1 0 0 0,26 1 80 0 0,-23-2-56 0 0,0 0 1 0 0,-1 0-1 0 0,0-1 1 0 0,1 1-1 0 0,-1-1 1 0 0,0 0-1 0 0,0 0 0 0 0,0 0 1 0 0,0 0-1 0 0,0-1 1 0 0,0 0-1 0 0,-1 0 1 0 0,1 0-1 0 0,-1 0 1 0 0,0 0-1 0 0,0-1 1 0 0,0 1-1 0 0,0-1 1 0 0,0 0-1 0 0,-1 0 1 0 0,0 0-1 0 0,0 0 1 0 0,0 0-1 0 0,2-8 0 0 0,-3 2-43 0 0,-1-1-1 0 0,0 1 1 0 0,0 0-1 0 0,-1 0 0 0 0,0 0 1 0 0,-1 0-1 0 0,0 0 0 0 0,-1 0 1 0 0,0 0-1 0 0,-5-11 0 0 0,2 7 38 0 0,0 0-1 0 0,-1 0 0 0 0,-1 1 1 0 0,0-1-1 0 0,-1 2 0 0 0,-11-14 1 0 0,13 18 100 0 0,5 6-111 0 0,0 0 0 0 0,0-1 0 0 0,0 1 0 0 0,0 0 0 0 0,-1 0 0 0 0,1 1 0 0 0,-1-1 0 0 0,1 0 0 0 0,-1 1 0 0 0,0-1 0 0 0,0 1 0 0 0,0 0 0 0 0,1 0 0 0 0,-1 0 0 0 0,0 0 0 0 0,0 1 0 0 0,0-1 0 0 0,-1 1 0 0 0,1 0 0 0 0,0 0 0 0 0,0 0 0 0 0,-4 0 0 0 0,-24 1 191 0 0,5 4 0 0 0,19-1-162 0 0,13-2 32 0 0,37-5 417 0 0,81-14 1 0 0,11-3 451 0 0,-119 18-847 0 0,0 1 0 0 0,0 1 1 0 0,0 0-1 0 0,0 1 0 0 0,-1 1 1 0 0,1 1-1 0 0,-1 0 0 0 0,22 7 1 0 0,-30-7-46 0 0,0 0 1 0 0,0 1 0 0 0,0-1 0 0 0,-1 1-1 0 0,0 1 1 0 0,1-1 0 0 0,-2 1 0 0 0,1 0 0 0 0,-1 0-1 0 0,1 1 1 0 0,-1 0 0 0 0,-1 0 0 0 0,1 0-1 0 0,-1 0 1 0 0,0 1 0 0 0,-1-1 0 0 0,1 1 0 0 0,-1 0-1 0 0,3 12 1 0 0,2 19 245 0 0,-1 0 0 0 0,-2 1-1 0 0,-2-1 1 0 0,-2 1 0 0 0,-1-1 0 0 0,-6 43-1 0 0,1 47 471 0 0,4-120-743 0 0,1-5-5 0 0,0 0-1 0 0,0 0 1 0 0,0 0-1 0 0,0 0 1 0 0,0 0-1 0 0,1 0 1 0 0,-1 0-1 0 0,1-1 1 0 0,0 1-1 0 0,0 0 1 0 0,0 0-1 0 0,2 3 1 0 0,3 5 185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6.2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1 678 9830 0 0,'3'14'0'0'0,"18"-12"46"0"0,-3-3 120 0 0,1-1 0 0 0,-1 0 1 0 0,1-2-1 0 0,-1 0 1 0 0,0-1-1 0 0,0-1 1 0 0,-1 0-1 0 0,0-2 0 0 0,0 0 1 0 0,26-17-1 0 0,-33 18-145 0 0,-1 0 0 0 0,-1 0 0 0 0,1-1 0 0 0,-1 0 0 0 0,-1-1 0 0 0,1 1 0 0 0,-2-2 0 0 0,1 1 0 0 0,-1-1-1 0 0,0 0 1 0 0,-1 0 0 0 0,-1 0 0 0 0,1-1 0 0 0,-1 1 0 0 0,-1-1 0 0 0,0 0 0 0 0,-1-1 0 0 0,2-19 0 0 0,-2 3-56 0 0,-1-1 1 0 0,-2 1 0 0 0,0 0-1 0 0,-2-1 1 0 0,-7-28 0 0 0,8 46 21 0 0,-1-1-1 0 0,-1 1 1 0 0,0 0 0 0 0,0 0 0 0 0,-1 0-1 0 0,0 1 1 0 0,-1-1 0 0 0,0 1 0 0 0,-1 1-1 0 0,0-1 1 0 0,-1 1 0 0 0,0 0 0 0 0,0 1-1 0 0,-17-14 1 0 0,20 18 8 0 0,0 1 0 0 0,0 1 1 0 0,0-1-1 0 0,0 1 0 0 0,0-1 0 0 0,0 1 0 0 0,-1 1 0 0 0,1-1 0 0 0,-7 0 0 0 0,-2 1 87 0 0,1 0-1 0 0,-1 1 1 0 0,1 1-1 0 0,-16 3 1 0 0,12 0 16 0 0,17-4-89 0 0,-1 0 0 0 0,1 0 0 0 0,-1 0 0 0 0,1 0 0 0 0,-1 1 0 0 0,1-1 0 0 0,0 0 0 0 0,-1 0 0 0 0,1 0 0 0 0,-1 1 0 0 0,1-1 0 0 0,0 0 0 0 0,-1 1 0 0 0,1-1 0 0 0,0 0 0 0 0,-1 1 0 0 0,1-1 0 0 0,0 0 0 0 0,-1 1 0 0 0,1-1 0 0 0,0 1 0 0 0,0-1 0 0 0,0 0 0 0 0,-1 1 0 0 0,1-1 0 0 0,0 1 0 0 0,0-1 0 0 0,0 1 0 0 0,0 0 0 0 0,1 0 10 0 0,1 1 1 0 0,-1-1 0 0 0,1 0-1 0 0,0 0 1 0 0,0 0-1 0 0,-1 0 1 0 0,1 0-1 0 0,0-1 1 0 0,0 1-1 0 0,0 0 1 0 0,0-1 0 0 0,0 1-1 0 0,0-1 1 0 0,0 0-1 0 0,0 0 1 0 0,0 0-1 0 0,0 0 1 0 0,0 0 0 0 0,0 0-1 0 0,3-1 1 0 0,52-8 333 0 0,-15 1-39 0 0,42-10 595 0 0,122-9-1 0 0,-198 26-857 0 0,-1 1-1 0 0,0 0 1 0 0,0 0-1 0 0,0 1 1 0 0,0 0 0 0 0,0 1-1 0 0,0-1 1 0 0,0 1-1 0 0,0 0 1 0 0,0 1-1 0 0,-1 0 1 0 0,1 0-1 0 0,-1 0 1 0 0,0 1-1 0 0,0 0 1 0 0,0 0-1 0 0,0 1 1 0 0,-1-1 0 0 0,0 1-1 0 0,7 8 1 0 0,-2 1 72 0 0,-1-1 0 0 0,-1 1 0 0 0,0 1 0 0 0,-1 0 0 0 0,-1 0 0 0 0,0 0 1 0 0,6 32-1 0 0,19 97 918 0 0,22 77 412 0 0,-52-219-1427 0 0,0 0 0 0 0,-1 0 0 0 0,1 0 1 0 0,0 0-1 0 0,0 0 0 0 0,0 0 0 0 0,1 0 1 0 0,-1 0-1 0 0,0-1 0 0 0,1 1 0 0 0,-1 0 1 0 0,1-1-1 0 0,0 1 0 0 0,-1-1 0 0 0,1 0 1 0 0,4 3-1 0 0,-5-4-19 0 0,0 1 1 0 0,0 0-1 0 0,0 0 1 0 0,1-1 0 0 0,-1 1-1 0 0,0-1 1 0 0,0 1-1 0 0,1-1 1 0 0,-1 0-1 0 0,0 1 1 0 0,1-1-1 0 0,-1 0 1 0 0,0 0 0 0 0,1 0-1 0 0,-1 0 1 0 0,0 0-1 0 0,1 0 1 0 0,-1 0-1 0 0,0-1 1 0 0,1 1-1 0 0,-1 0 1 0 0,0-1 0 0 0,0 1-1 0 0,1-1 1 0 0,-1 0-1 0 0,0 1 1 0 0,1-2-1 0 0,1 1 25 0 0,7-4 28 0 0,-1 1-1 0 0,0-1 0 0 0,0-1 1 0 0,0 0-1 0 0,-1 0 1 0 0,1-1-1 0 0,-2 0 0 0 0,11-11 1 0 0,53-70-214 0 0,-56 68-24 0 0,14-20-26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6.6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46 9830 0 0,'8'34'273'0'0,"-6"-30"-223"0"0,1 0 1 0 0,0 0-1 0 0,0 0 0 0 0,0 0 0 0 0,1-1 1 0 0,-1 0-1 0 0,1 1 0 0 0,0-2 0 0 0,0 1 1 0 0,0 0-1 0 0,0-1 0 0 0,0 1 0 0 0,0-1 1 0 0,1 0-1 0 0,-1-1 0 0 0,8 3 0 0 0,4 1 135 0 0,0-1 0 0 0,0-1-1 0 0,24 2 1 0 0,-18-4-94 0 0,-16-1-31 0 0,0 0 1 0 0,0 0-1 0 0,0-1 0 0 0,0 0 0 0 0,0 0 1 0 0,0 0-1 0 0,0-1 0 0 0,0 0 1 0 0,-1 0-1 0 0,8-4 0 0 0,-11 5-34 0 0,0 0 0 0 0,0-1 0 0 0,0 1 0 0 0,0-1 0 0 0,0 0 0 0 0,0 0-1 0 0,-1 1 1 0 0,1-1 0 0 0,-1 0 0 0 0,1 0 0 0 0,-1-1 0 0 0,0 1 0 0 0,1 0 0 0 0,-1 0 0 0 0,0-1 0 0 0,-1 1 0 0 0,2-3-1 0 0,-2 1-20 0 0,1 0 0 0 0,-1 1-1 0 0,0-1 1 0 0,0 0-1 0 0,-1 0 1 0 0,1 1-1 0 0,-1-1 1 0 0,0 0-1 0 0,0 1 1 0 0,0-1-1 0 0,0 0 1 0 0,-1 1-1 0 0,1-1 1 0 0,-1 1-1 0 0,0 0 1 0 0,0 0-1 0 0,0 0 1 0 0,0 0-1 0 0,-1 0 1 0 0,1 0-1 0 0,-1 0 1 0 0,-4-2-1 0 0,3 2 5 0 0,0 1 0 0 0,0 0-1 0 0,0 1 1 0 0,0-1 0 0 0,0 1-1 0 0,-1 0 1 0 0,1 0 0 0 0,-1 0 0 0 0,1 0-1 0 0,0 1 1 0 0,-1 0 0 0 0,1 0-1 0 0,-1 0 1 0 0,1 0 0 0 0,-1 1-1 0 0,1 0 1 0 0,-1 0 0 0 0,-6 2-1 0 0,-5 2 119 0 0,-1 1 0 0 0,1 0-1 0 0,-21 11 1 0 0,18-5 12 0 0,1 0 0 0 0,-1 1 0 0 0,2 1-1 0 0,0 1 1 0 0,1 0 0 0 0,0 1 0 0 0,1 1 0 0 0,1 0 0 0 0,1 1 0 0 0,-16 27-1 0 0,23-35-54 0 0,1 1 0 0 0,0 0 0 0 0,0 1-1 0 0,1-1 1 0 0,1 1 0 0 0,0 0 0 0 0,1 0 0 0 0,0 0-1 0 0,-1 14 1 0 0,3-18-20 0 0,1 0 0 0 0,0 0 0 0 0,0 0 0 0 0,0 0 0 0 0,1-1 0 0 0,0 1-1 0 0,0 0 1 0 0,1-1 0 0 0,0 1 0 0 0,1-1 0 0 0,-1 0 0 0 0,1 0 0 0 0,1 0 0 0 0,9 11 0 0 0,-7-11-1 0 0,0-1 0 0 0,0 1-1 0 0,1-1 1 0 0,0-1 0 0 0,0 0 0 0 0,1 0 0 0 0,-1 0 0 0 0,1-1 0 0 0,0-1 0 0 0,0 1-1 0 0,0-2 1 0 0,1 1 0 0 0,-1-1 0 0 0,1 0 0 0 0,15 0 0 0 0,0-1 145 0 0,1 0 1 0 0,0-2-1 0 0,-1-1 0 0 0,43-9 1 0 0,-28 1 153 0 0,0-3 0 0 0,60-27 0 0 0,33-11 508 0 0,-110 44-649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6.9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330 2 9830 0 0,'-10'-1'81'0'0,"1"0"0"0"0,0 1 1 0 0,0 1-1 0 0,-1-1 0 0 0,1 2 0 0 0,0-1 0 0 0,0 1 0 0 0,0 0 1 0 0,0 1-1 0 0,0 0 0 0 0,1 1 0 0 0,-13 6 0 0 0,9-2 53 0 0,0 0 1 0 0,0 0-1 0 0,2 1 0 0 0,-1 1 0 0 0,1-1 0 0 0,0 2 0 0 0,-14 19 0 0 0,11-12 32 0 0,1 1 0 0 0,1 1 0 0 0,1 0 0 0 0,0 1 0 0 0,2 0 0 0 0,0 0 0 0 0,2 1 0 0 0,0 0 0 0 0,1 0 0 0 0,-2 26 0 0 0,5-11 193 0 0,1 0-1 0 0,6 47 1 0 0,-3-66-217 0 0,1-1 0 0 0,0 0 0 0 0,1 0 0 0 0,1 0 0 0 0,1 0 0 0 0,15 30 0 0 0,-19-44-113 0 0,0 0 0 0 0,0 0 0 0 0,0 0 0 0 0,1-1 1 0 0,-1 1-1 0 0,1 0 0 0 0,0-1 0 0 0,0 0 1 0 0,0 0-1 0 0,0 0 0 0 0,0 0 0 0 0,0 0 0 0 0,1-1 1 0 0,-1 1-1 0 0,1-1 0 0 0,-1 0 0 0 0,1 0 0 0 0,-1 0 1 0 0,1 0-1 0 0,0-1 0 0 0,-1 1 0 0 0,1-1 0 0 0,0 0 1 0 0,-1 0-1 0 0,1-1 0 0 0,5 0 0 0 0,8-2 82 0 0,0-1 1 0 0,0 0-1 0 0,0-1 0 0 0,16-8 1 0 0,-29 12-81 0 0,53-22 523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7.2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195 43 9830 0 0,'-21'-10'228'0'0,"4"8"-137"0"0,10 3-44 0 0,1 1 1 0 0,-1 0 0 0 0,0 0-1 0 0,1 1 1 0 0,-1-1-1 0 0,1 2 1 0 0,0-1 0 0 0,0 1-1 0 0,0-1 1 0 0,0 2 0 0 0,0-1-1 0 0,1 1 1 0 0,0-1 0 0 0,0 2-1 0 0,1-1 1 0 0,-1 0-1 0 0,1 1 1 0 0,-5 9 0 0 0,2-5 49 0 0,2 1 1 0 0,-1 0-1 0 0,1 0 1 0 0,1 1-1 0 0,0-1 1 0 0,1 1-1 0 0,0 0 1 0 0,1 0-1 0 0,0 0 1 0 0,0 18-1 0 0,2-26-63 0 0,0-1 0 0 0,1 1 1 0 0,0 0-1 0 0,-1 0 0 0 0,1-1 0 0 0,1 1 0 0 0,-1-1 0 0 0,0 1 0 0 0,1-1 0 0 0,0 0 0 0 0,0 1 0 0 0,0-1 0 0 0,0 0 0 0 0,0 0 0 0 0,1 0 0 0 0,0-1 0 0 0,-1 1 0 0 0,1 0 1 0 0,0-1-1 0 0,0 0 0 0 0,0 0 0 0 0,0 0 0 0 0,1 0 0 0 0,-1 0 0 0 0,0-1 0 0 0,1 1 0 0 0,0-1 0 0 0,-1 0 0 0 0,1 0 0 0 0,0 0 0 0 0,3 0 0 0 0,5 1 58 0 0,0 0-1 0 0,0-1 0 0 0,0 0 0 0 0,0-1 1 0 0,0 0-1 0 0,-1-1 0 0 0,1-1 0 0 0,18-4 1 0 0,-21 4-19 0 0,-1-1 0 0 0,1 0 0 0 0,-1 0 0 0 0,0-1 0 0 0,0-1 0 0 0,0 1 0 0 0,-1-1 0 0 0,1 0 1 0 0,-1-1-1 0 0,0 0 0 0 0,10-12 0 0 0,-13 14-68 0 0,-1-1 0 0 0,0 0 0 0 0,0 1 1 0 0,0-1-1 0 0,0-1 0 0 0,-1 1 0 0 0,0 0 0 0 0,0 0 1 0 0,-1-1-1 0 0,1 1 0 0 0,-1-1 0 0 0,0 0 0 0 0,-1 1 0 0 0,0-1 1 0 0,1 0-1 0 0,-2 1 0 0 0,1-1 0 0 0,-1 0 0 0 0,-2-9 1 0 0,1 4-42 0 0,0 1 0 0 0,-2-1 0 0 0,1 1 0 0 0,-1-1 0 0 0,-1 1 0 0 0,0 1 0 0 0,0-1 0 0 0,-1 1 0 0 0,-11-16 0 0 0,13 21 47 0 0,0 0 0 0 0,-1 1 0 0 0,1-1 0 0 0,-1 1 0 0 0,0 0 0 0 0,1 0 0 0 0,-1 1 0 0 0,-1-1 0 0 0,1 1 0 0 0,0 0 1 0 0,0 1-1 0 0,-1-1 0 0 0,1 1 0 0 0,-1 0 0 0 0,1 0 0 0 0,-1 1 0 0 0,0 0 0 0 0,1 0 0 0 0,-1 0 0 0 0,-10 2 0 0 0,8-1 30 0 0,1 0 0 0 0,0 0 0 0 0,0 0 1 0 0,0 1-1 0 0,0 0 0 0 0,0 1 0 0 0,0 0 0 0 0,1 0 0 0 0,-1 0 0 0 0,1 1 0 0 0,-1 0 0 0 0,1 0 0 0 0,1 0 0 0 0,-7 6 1 0 0,6-1-42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7.6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24 9830 0 0,'19'-20'0'0'0,"-19"19"0"0"0,1 1 1 0 0,-1 0 1 0 0,0 0-1 0 0,0-1 1 0 0,0 1-1 0 0,0 0 0 0 0,0 0 1 0 0,1 0-1 0 0,-1 0 0 0 0,0-1 1 0 0,0 1-1 0 0,0 0 1 0 0,1 0-1 0 0,-1 0 0 0 0,0 0 1 0 0,0 0-1 0 0,0 0 0 0 0,1-1 1 0 0,-1 1-1 0 0,0 0 0 0 0,0 0 1 0 0,1 0-1 0 0,-1 0 1 0 0,0 0-1 0 0,0 0 0 0 0,1 0 1 0 0,-1 0-1 0 0,0 0 0 0 0,0 0 1 0 0,1 0-1 0 0,-1 0 1 0 0,0 0-1 0 0,0 0 0 0 0,1 1 1 0 0,-1-1-1 0 0,0 0 0 0 0,0 0 1 0 0,0 0-1 0 0,1 0 1 0 0,-1 0-1 0 0,0 0 0 0 0,0 1 1 0 0,0-1-1 0 0,1 0 0 0 0,-1 0 1 0 0,0 0-1 0 0,0 1 0 0 0,4 3 37 0 0,0 1 0 0 0,-1 0 0 0 0,0-1 0 0 0,0 2 0 0 0,0-1-1 0 0,0 0 1 0 0,-1 0 0 0 0,0 1 0 0 0,0-1 0 0 0,0 1-1 0 0,-1 0 1 0 0,0 0 0 0 0,0-1 0 0 0,0 10 0 0 0,0 19 316 0 0,-3 47 0 0 0,0-29 58 0 0,2-15-66 0 0,-2-1 1 0 0,-2 0 0 0 0,-1 0 0 0 0,-1 0 0 0 0,-17 51-1 0 0,41-127-319 0 0,2 0 0 0 0,2 1 0 0 0,2 1 0 0 0,1 1-1 0 0,2 2 1 0 0,1 0 0 0 0,57-52 0 0 0,-76 78-27 0 0,1 1 0 0 0,0 0 1 0 0,1 0-1 0 0,0 1 1 0 0,0 0-1 0 0,1 0 0 0 0,0 2 1 0 0,0-1-1 0 0,23-5 0 0 0,-30 9 27 0 0,-1 2 1 0 0,1-1-1 0 0,-1 0 0 0 0,1 1 0 0 0,-1 0 0 0 0,1 0 0 0 0,-1 1 0 0 0,1-1 1 0 0,-1 1-1 0 0,1 0 0 0 0,-1 0 0 0 0,1 0 0 0 0,-1 1 0 0 0,0-1 0 0 0,0 1 1 0 0,1 0-1 0 0,-1 0 0 0 0,-1 1 0 0 0,1-1 0 0 0,0 1 0 0 0,-1 0 0 0 0,1 0 1 0 0,-1 0-1 0 0,0 0 0 0 0,0 1 0 0 0,0-1 0 0 0,0 1 0 0 0,-1 0 0 0 0,1 0 0 0 0,-1 0 1 0 0,3 7-1 0 0,2 5 88 0 0,-1 0 0 0 0,-1 1 0 0 0,0 0 0 0 0,-1 0 0 0 0,0 0 0 0 0,0 20 1 0 0,0 107 644 0 0,-4-104-611 0 0,1-30-9 0 0,-1-10-138 0 0,0 0 0 0 0,0 0 0 0 0,0 1 0 0 0,0-1 0 0 0,0 0 0 0 0,0 0 0 0 0,0 1 0 0 0,1-1 0 0 0,-1 0 0 0 0,0 0 0 0 0,0 1 0 0 0,0-1 0 0 0,0 0 0 0 0,1 0 0 0 0,-1 1-1 0 0,0-1 1 0 0,0 0 0 0 0,1 0 0 0 0,-1 0 0 0 0,0 0 0 0 0,0 1 0 0 0,1-1 0 0 0,-1 0 0 0 0,0 0 0 0 0,0 0 0 0 0,1 0 0 0 0,-1 0 0 0 0,0 0 0 0 0,1 0 0 0 0,-1 0 0 0 0,0 0 0 0 0,1 0 0 0 0,-1 0 0 0 0,0 0 0 0 0,0 0 0 0 0,1 0 0 0 0,-1 0 0 0 0,0 0 0 0 0,1 0 0 0 0,-1 0 0 0 0,0 0 0 0 0,1-1 0 0 0,26-16 231 0 0,-8 0-9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8.0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448 145 9830 0 0,'1'-10'0'0'0,"-1"0"0"0"0,0 0 0 0 0,-1 0 0 0 0,0-1 0 0 0,0 1 0 0 0,-1 1 0 0 0,0-1 0 0 0,-1 0 0 0 0,0 0 0 0 0,-1 1 0 0 0,-7-15 0 0 0,0 16 0 0 0,-14 5 64 0 0,13 5 54 0 0,-1 1 0 0 0,1 1 0 0 0,0-1 0 0 0,0 2 0 0 0,0 0 0 0 0,0 0 0 0 0,1 1-1 0 0,0 1 1 0 0,-13 10 0 0 0,4-3 139 0 0,1 1-1 0 0,1 1 1 0 0,-33 37 0 0 0,47-48-208 0 0,0 0 0 0 0,0 0 1 0 0,0 1-1 0 0,0-1 0 0 0,1 1 1 0 0,0 0-1 0 0,1 0 0 0 0,-1 0 1 0 0,1 0-1 0 0,0 0 1 0 0,0 1-1 0 0,1-1 0 0 0,0 1 1 0 0,0-1-1 0 0,0 12 0 0 0,2-11 3 0 0,1 0 1 0 0,-1-1-1 0 0,1 1 0 0 0,1 0 0 0 0,-1-1 0 0 0,1 1 1 0 0,0-1-1 0 0,0 0 0 0 0,1 0 0 0 0,0 0 1 0 0,0 0-1 0 0,0-1 0 0 0,1 1 0 0 0,6 5 0 0 0,66 54 654 0 0,-52-45-146 0 0,42 41-1 0 0,-61-55-491 0 0,0 1-1 0 0,-1 0 1 0 0,0 0 0 0 0,0 0 0 0 0,0 0 0 0 0,-1 1-1 0 0,0 0 1 0 0,-1 0 0 0 0,0 0 0 0 0,0 1 0 0 0,2 10 0 0 0,-5-13-25 0 0,0 1 0 0 0,0 0 0 0 0,0-1 0 0 0,-1 1 0 0 0,0 0 0 0 0,0-1 0 0 0,-1 1 0 0 0,1-1 0 0 0,-1 0 0 0 0,-1 0 0 0 0,1 1 0 0 0,-1-1 1 0 0,0-1-1 0 0,-1 1 0 0 0,0 0 0 0 0,1-1 0 0 0,-2 0 0 0 0,1 0 0 0 0,0 0 0 0 0,-1 0 0 0 0,0-1 0 0 0,0 0 0 0 0,-7 5 0 0 0,5-4 37 0 0,0 0 0 0 0,-1 0 0 0 0,0 0 0 0 0,0-1-1 0 0,0 0 1 0 0,0-1 0 0 0,-1 0 0 0 0,0 0 0 0 0,1-1-1 0 0,-1 0 1 0 0,0 0 0 0 0,0-1 0 0 0,0 0 0 0 0,0-1-1 0 0,0 0 1 0 0,-14-2 0 0 0,16 1-55 0 0,1-2-1 0 0,-1 1 1 0 0,1-1 0 0 0,0 0 0 0 0,-1 0-1 0 0,1-1 1 0 0,1 1 0 0 0,-1-2-1 0 0,0 1 1 0 0,1 0 0 0 0,0-1 0 0 0,0 0-1 0 0,0 0 1 0 0,1-1 0 0 0,0 1 0 0 0,0-1-1 0 0,0 0 1 0 0,1 0 0 0 0,-6-13-1 0 0,0-3-186 0 0,1-1 0 0 0,1-1 0 0 0,1 1 0 0 0,-4-36 0 0 0,7 39 135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8.3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165 108 9830 0 0,'4'-82'-16'0'0,"-4"57"32"0"0,-4 56 48 0 0,-41 378 2681 0 0,38-314-2081 0 0,-77 621 4164 0 0,74-660-4215 0 0,2 0 0 0 0,-1 91 0 0 0,9-146-599 0 0,0-1-13 0 0,-1 1 0 0 0,1 0-1 0 0,0-1 1 0 0,0 1 0 0 0,0-1 0 0 0,-1 1 0 0 0,1 0 0 0 0,0-1-1 0 0,0 1 1 0 0,0 0 0 0 0,0-1 0 0 0,0 1 0 0 0,0 0-1 0 0,0-1 1 0 0,1 1 0 0 0,-1-1 0 0 0,0 1 0 0 0,0 0 0 0 0,0-1-1 0 0,1 1 1 0 0,-1-1 0 0 0,0 1 0 0 0,1-1 0 0 0,-1 1 0 0 0,0-1-1 0 0,1 1 1 0 0,-1-1 0 0 0,1 1 0 0 0,-1-1 0 0 0,1 1 0 0 0,-1-1-1 0 0,1 0 1 0 0,-1 1 0 0 0,1-1 0 0 0,-1 0 0 0 0,1 1 0 0 0,1-1-1 0 0,17 5 46 0 0,11-15 181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8.5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96 109 9830 0 0,'-68'-13'546'0'0,"48"8"-318"0"0,19 5-227 0 0,1 0 0 0 0,0 0 0 0 0,0 0 0 0 0,-1 0 0 0 0,1 0 0 0 0,0 0 0 0 0,-1 0 0 0 0,1 0-1 0 0,0 0 1 0 0,0 0 0 0 0,-1 0 0 0 0,1 0 0 0 0,0-1 0 0 0,-1 1 0 0 0,1 0 0 0 0,0 0 0 0 0,0 0 0 0 0,-1 0 0 0 0,1-1 0 0 0,0 1 0 0 0,0 0 0 0 0,0 0 0 0 0,-1 0 0 0 0,1-1 0 0 0,0 1 0 0 0,0 0 0 0 0,0 0 0 0 0,0-1 0 0 0,0 1 0 0 0,0 0 0 0 0,-1-1 0 0 0,1 1 0 0 0,0 0 0 0 0,0 0 0 0 0,0-1 0 0 0,0 1 0 0 0,0 0 0 0 0,0-1 0 0 0,0 1 0 0 0,0 0-1 0 0,0-1 1 0 0,0 1 0 0 0,0 0 0 0 0,0 0 0 0 0,0-1 0 0 0,1 1 0 0 0,3-4 36 0 0,0 0-1 0 0,0 0 0 0 0,1 1 1 0 0,0 0-1 0 0,-1 0 0 0 0,1 0 0 0 0,0 0 1 0 0,1 1-1 0 0,-1 0 0 0 0,8-2 1 0 0,66-20 521 0 0,-69 22-519 0 0,10-4 163 0 0,1 1 0 0 0,0 2 0 0 0,0 0 0 0 0,0 1 0 0 0,0 1 0 0 0,42 3 0 0 0,-37 4 71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9.0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119 585 9830 0 0,'-23'-5'273'0'0,"23"5"-267"0"0,-1 0-1 0 0,1 0 1 0 0,0 0-1 0 0,0-1 0 0 0,0 1 1 0 0,0 0-1 0 0,-1 0 1 0 0,1-1-1 0 0,0 1 1 0 0,0 0-1 0 0,0 0 1 0 0,0-1-1 0 0,0 1 1 0 0,0 0-1 0 0,0-1 1 0 0,-1 1-1 0 0,1 0 0 0 0,0 0 1 0 0,0-1-1 0 0,0 1 1 0 0,0 0-1 0 0,0-1 1 0 0,0 1-1 0 0,0 0 1 0 0,1 0-1 0 0,-1-1 1 0 0,0 1-1 0 0,0 0 1 0 0,0 0-1 0 0,0-1 0 0 0,0 1 1 0 0,0 0-1 0 0,0 0 1 0 0,1-1-1 0 0,-1 1 1 0 0,0 0-1 0 0,0 0 1 0 0,0-1-1 0 0,1 1 1 0 0,-1 0-1 0 0,0 0 1 0 0,0 0-1 0 0,0 0 0 0 0,1-1 1 0 0,-1 1-1 0 0,0 0 1 0 0,1 0-1 0 0,-1 0 1 0 0,1 0-1 0 0,54-38 611 0 0,-43 32-452 0 0,-1-1-1 0 0,0-1 0 0 0,0 0 0 0 0,12-11 1 0 0,-20 15-138 0 0,0 0 0 0 0,0 1 0 0 0,0-1 0 0 0,0 0 0 0 0,-1 0 1 0 0,1-1-1 0 0,-1 1 0 0 0,0 0 0 0 0,-1-1 0 0 0,1 1 0 0 0,-1-1 1 0 0,0 0-1 0 0,0 1 0 0 0,0-1 0 0 0,-1 0 0 0 0,1-6 0 0 0,-2-7-44 0 0,-1-1-1 0 0,0 1 1 0 0,-1 0-1 0 0,-1 1 0 0 0,0-1 1 0 0,-2 0-1 0 0,0 1 1 0 0,-1 0-1 0 0,-11-18 0 0 0,15 27 68 0 0,-2 0 0 0 0,1 0 0 0 0,-1 1 0 0 0,-1 0 0 0 0,1 0-1 0 0,-1 0 1 0 0,0 1 0 0 0,-1 0 0 0 0,1 0 0 0 0,-1 0 0 0 0,0 1 0 0 0,-1 0-1 0 0,1 1 1 0 0,-1-1 0 0 0,0 2 0 0 0,0-1 0 0 0,-1 1 0 0 0,1 0-1 0 0,-1 1 1 0 0,-14-3 0 0 0,4 5 29 0 0,-7 2 78 0 0,44-2 97 0 0,-6 0-152 0 0,0 0-1 0 0,0-1 1 0 0,0 0-1 0 0,21-6 1 0 0,59-23 427 0 0,-59 18-282 0 0,0 1 1 0 0,0 2-1 0 0,1 1 1 0 0,1 1-1 0 0,40-2 1 0 0,-70 9-213 0 0,0 0 1 0 0,0 1-1 0 0,0-1 1 0 0,0 1-1 0 0,0 0 0 0 0,0 0 1 0 0,0 1-1 0 0,0-1 1 0 0,0 1-1 0 0,-1 0 1 0 0,1 1-1 0 0,-1-1 1 0 0,1 1-1 0 0,-1 0 0 0 0,0 0 1 0 0,0 0-1 0 0,0 0 1 0 0,-1 1-1 0 0,1-1 1 0 0,-1 1-1 0 0,0 0 1 0 0,0 0-1 0 0,0 1 0 0 0,0-1 1 0 0,-1 0-1 0 0,0 1 1 0 0,0 0-1 0 0,3 9 1 0 0,2 11 149 0 0,-2 0-1 0 0,-1 0 1 0 0,0 0 0 0 0,-1 44 0 0 0,1-4 175 0 0,-2-25-155 0 0,3 31 381 0 0,-5-68-566 0 0,1 0 0 0 0,-1 0 0 0 0,1 0 0 0 0,0 0 0 0 0,0 0-1 0 0,0 0 1 0 0,1 0 0 0 0,-1 0 0 0 0,1 0 0 0 0,-1-1 0 0 0,1 1 0 0 0,0-1 0 0 0,0 1-1 0 0,0-1 1 0 0,1 0 0 0 0,-1 1 0 0 0,3 1 0 0 0,-4-2-1 0 0,3 1 62 0 0,20-3 17 0 0,-9-1 19 0 0,0-2 1 0 0,-1 0 0 0 0,21-7 0 0 0,-12 0-78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9.3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69 121 9830 0 0,'0'-5'43'0'0,"0"4"-24"0"0,0-1 0 0 0,0 1 0 0 0,0-1 0 0 0,0 1 0 0 0,0 0 0 0 0,0-1 0 0 0,0 1 1 0 0,-1-1-1 0 0,1 1 0 0 0,0-1 0 0 0,-1 1 0 0 0,1 0 0 0 0,-1-1 0 0 0,0 1 0 0 0,1 0 0 0 0,-1-1 0 0 0,0 1 0 0 0,0 0 0 0 0,0 0 0 0 0,0 0 0 0 0,0 0 1 0 0,0 0-1 0 0,-2-2 0 0 0,2 3-15 0 0,1-1 1 0 0,-1 1-1 0 0,1 0 1 0 0,-1-1 0 0 0,0 1-1 0 0,1 0 1 0 0,-1-1-1 0 0,1 1 1 0 0,-1 0-1 0 0,0 0 1 0 0,1 0 0 0 0,-1-1-1 0 0,0 1 1 0 0,1 0-1 0 0,-1 0 1 0 0,0 0 0 0 0,1 0-1 0 0,-1 0 1 0 0,0 0-1 0 0,1 0 1 0 0,-1 1-1 0 0,0-1 1 0 0,0 0 0 0 0,-2 1 17 0 0,1 1 1 0 0,0-1-1 0 0,0 0 1 0 0,0 1-1 0 0,0-1 1 0 0,0 1-1 0 0,0-1 1 0 0,0 1-1 0 0,1 0 1 0 0,-1 0 0 0 0,0 0-1 0 0,1 0 1 0 0,0 0-1 0 0,-1 0 1 0 0,1 1-1 0 0,0-1 1 0 0,-1 4-1 0 0,0 0 21 0 0,0 0 0 0 0,1 0 0 0 0,0 1-1 0 0,1-1 1 0 0,-1 0 0 0 0,1 0-1 0 0,1 9 1 0 0,0-5 40 0 0,0 0-1 0 0,1 0 1 0 0,0-1-1 0 0,1 1 1 0 0,0 0-1 0 0,1-1 1 0 0,0 1-1 0 0,0-1 1 0 0,8 12-1 0 0,-6-14-3 0 0,1-1 0 0 0,0 1 0 0 0,1-1 0 0 0,-1 0 0 0 0,1-1 0 0 0,0 0 0 0 0,0 0 1 0 0,1-1-1 0 0,-1 0 0 0 0,1 0 0 0 0,0-1 0 0 0,0 0 0 0 0,0-1 0 0 0,1 0 0 0 0,-1 0 0 0 0,11 0 0 0 0,-4 0 58 0 0,0-1-1 0 0,0-1 1 0 0,-1 0 0 0 0,1-1-1 0 0,0-1 1 0 0,0-1 0 0 0,-1 0-1 0 0,31-10 1 0 0,-41 10-111 0 0,0 0 1 0 0,0-1-1 0 0,0 1 1 0 0,-1-1-1 0 0,1 0 0 0 0,-1 0 1 0 0,0-1-1 0 0,0 1 1 0 0,0-1-1 0 0,-1 0 0 0 0,1 0 1 0 0,-1 0-1 0 0,0-1 0 0 0,-1 1 1 0 0,0-1-1 0 0,1 1 1 0 0,-2-1-1 0 0,1 0 0 0 0,1-6 1 0 0,2-15-131 0 0,0 0 0 0 0,1-45 0 0 0,-6 66 91 0 0,-1-54-126 0 0,1 58 132 0 0,0-1-1 0 0,-1 1 1 0 0,1 0 0 0 0,0 1-1 0 0,-1-1 1 0 0,0 0 0 0 0,1 0-1 0 0,-1 0 1 0 0,0 0-1 0 0,0 0 1 0 0,0 0 0 0 0,0 1-1 0 0,0-1 1 0 0,0 1 0 0 0,-1-1-1 0 0,1 0 1 0 0,0 1 0 0 0,-1 0-1 0 0,1-1 1 0 0,-1 1 0 0 0,0 0-1 0 0,1 0 1 0 0,-1 0-1 0 0,0 0 1 0 0,-4-1 0 0 0,-10 2 38 0 0,-15 7 200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49.5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341 0 9830 0 0,'-16'3'142'0'0,"1"0"-1"0"0,-1 1 1 0 0,1 0 0 0 0,-1 1-1 0 0,1 1 1 0 0,1 0 0 0 0,-1 1-1 0 0,1 1 1 0 0,0 0-1 0 0,-21 18 1 0 0,17-12 39 0 0,1 1 0 0 0,1 0-1 0 0,1 1 1 0 0,0 1 0 0 0,1 0 0 0 0,1 1 0 0 0,-13 23-1 0 0,23-36-138 0 0,0 0 1 0 0,0 0-1 0 0,1 1 0 0 0,0-1 0 0 0,0 1 0 0 0,0-1 0 0 0,1 1 0 0 0,0 0 1 0 0,0 0-1 0 0,0 0 0 0 0,1-1 0 0 0,0 1 0 0 0,0 0 0 0 0,0 0 0 0 0,1 0 0 0 0,0 0 1 0 0,0 0-1 0 0,0-1 0 0 0,4 9 0 0 0,-3-10-15 0 0,1 0 0 0 0,-1 0 0 0 0,1 0 0 0 0,0 0 0 0 0,0-1 0 0 0,0 0-1 0 0,1 1 1 0 0,-1-1 0 0 0,1 0 0 0 0,0-1 0 0 0,0 1 0 0 0,0-1 0 0 0,0 1 0 0 0,0-1 0 0 0,0 0 0 0 0,1-1 0 0 0,-1 1 0 0 0,0-1 0 0 0,1 0 0 0 0,0 0-1 0 0,-1 0 1 0 0,1-1 0 0 0,0 0 0 0 0,-1 1 0 0 0,6-2 0 0 0,23-1 232 0 0,0-2 0 0 0,0-1-1 0 0,-1-1 1 0 0,0-2 0 0 0,0-2 0 0 0,-1 0-1 0 0,38-19 1 0 0,9-5 261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0.1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762 92 9830 0 0,'-56'-81'0'0'0,"46"72"0"0"0,9 9 2 0 0,0-1 0 0 0,1 1 0 0 0,-1 0-1 0 0,0 0 1 0 0,0 0 0 0 0,0 0 0 0 0,1 0 0 0 0,-1 0-1 0 0,0 0 1 0 0,0 0 0 0 0,0 0 0 0 0,0 1 0 0 0,1-1 0 0 0,-1 0-1 0 0,0 0 1 0 0,0 1 0 0 0,1-1 0 0 0,-1 0 0 0 0,0 1 0 0 0,1-1-1 0 0,-1 1 1 0 0,0-1 0 0 0,1 1 0 0 0,-2 0 0 0 0,-4 5 63 0 0,0 1 1 0 0,1 0 0 0 0,-1 0 0 0 0,1 0-1 0 0,1 0 1 0 0,-1 1 0 0 0,2 0-1 0 0,-1 0 1 0 0,-3 11 0 0 0,-26 89 813 0 0,28-90-769 0 0,-114 533 3578 0 0,20-77-319 0 0,65-351-2541 0 0,-25 120 794 0 0,58-240-1578 0 0,1 0-21 0 0,-1 1-1 0 0,0-1 1 0 0,1 0 0 0 0,0 1 0 0 0,0-1 0 0 0,0 1 0 0 0,0-1 0 0 0,1 0 0 0 0,1 7 0 0 0,-2-10-18 0 0,0 1-1 0 0,0-1 1 0 0,0 0 0 0 0,0 0 0 0 0,0 0-1 0 0,1 1 1 0 0,-1-1 0 0 0,0 0-1 0 0,0 0 1 0 0,0 0 0 0 0,0 0 0 0 0,0 1-1 0 0,1-1 1 0 0,-1 0 0 0 0,0 0 0 0 0,0 0-1 0 0,0 0 1 0 0,1 0 0 0 0,-1 0 0 0 0,0 1-1 0 0,0-1 1 0 0,0 0 0 0 0,1 0 0 0 0,-1 0-1 0 0,0 0 1 0 0,0 0 0 0 0,1 0-1 0 0,-1 0 1 0 0,0 0 0 0 0,0 0 0 0 0,1 0-1 0 0,-1 0 1 0 0,0 0 0 0 0,0 0 0 0 0,0 0-1 0 0,1 0 1 0 0,-1-1 0 0 0,0 1 0 0 0,0 0-1 0 0,0 0 1 0 0,1 0 0 0 0,-1 0 0 0 0,0 0-1 0 0,0 0 1 0 0,0 0 0 0 0,1-1 0 0 0,-1 1-1 0 0,0 0 1 0 0,0 0 0 0 0,0 0-1 0 0,0-1 1 0 0,3 0 20 0 0,0-1 1 0 0,0 1-1 0 0,0-1 0 0 0,0 0 0 0 0,-1 0 1 0 0,1 0-1 0 0,-1 0 0 0 0,1-1 0 0 0,-1 1 1 0 0,0-1-1 0 0,0 1 0 0 0,0-1 0 0 0,0 0 1 0 0,0 0-1 0 0,-1 0 0 0 0,0 0 0 0 0,1 0 1 0 0,-1 0-1 0 0,0 0 0 0 0,0 0 0 0 0,-1-1 1 0 0,1 1-1 0 0,0-4 0 0 0,-1-3-81 0 0,1 0-1 0 0,-1 0 1 0 0,-1-1-1 0 0,0 1 0 0 0,-1 0 1 0 0,0 0-1 0 0,0 0 1 0 0,-1 0-1 0 0,0 0 1 0 0,-1 1-1 0 0,0-1 1 0 0,0 1-1 0 0,-1 0 0 0 0,-1 0 1 0 0,-6-8-1 0 0,7 11 55 0 0,-1 0 0 0 0,1 0 1 0 0,-2 1-1 0 0,1 0 0 0 0,0 1 0 0 0,-1-1 0 0 0,0 1 0 0 0,0 0 0 0 0,0 1 0 0 0,0 0 0 0 0,-1 0 0 0 0,1 0 0 0 0,-1 1 0 0 0,0 0 1 0 0,1 1-1 0 0,-1 0 0 0 0,0 0 0 0 0,0 0 0 0 0,0 1 0 0 0,-9 1 0 0 0,0 0 15 0 0,8-1 13 0 0,0 0-1 0 0,1 1 1 0 0,-1 0-1 0 0,0 0 1 0 0,1 1-1 0 0,-1 0 1 0 0,1 1-1 0 0,0 0 1 0 0,0 0-1 0 0,0 1 1 0 0,-7 4-1 0 0,14-5 3 0 0,11 0-8 0 0,11-2 21 0 0,8-7 42 0 0,1 0 0 0 0,-1-2 1 0 0,0-1-1 0 0,31-15 0 0 0,48-14 183 0 0,-86 32-204 0 0,0 1 0 0 0,0 0 0 0 0,0 2 0 0 0,0 0-1 0 0,0 2 1 0 0,30 1 0 0 0,-46 0-47 0 0,-1 1 0 0 0,1 0 0 0 0,-1 0-1 0 0,1 0 1 0 0,-1 1 0 0 0,0 0 0 0 0,0 0-1 0 0,0 0 1 0 0,0 0 0 0 0,0 1 0 0 0,0 0-1 0 0,-1 0 1 0 0,1 0 0 0 0,-1 1-1 0 0,0-1 1 0 0,0 1 0 0 0,0 0 0 0 0,0 0-1 0 0,-1 1 1 0 0,0-1 0 0 0,0 1 0 0 0,0-1-1 0 0,0 1 1 0 0,-1 0 0 0 0,1 0 0 0 0,-1 0-1 0 0,-1 1 1 0 0,1-1 0 0 0,-1 0 0 0 0,2 11-1 0 0,-1 3 38 0 0,-1 0 0 0 0,-1 0 0 0 0,0-1 0 0 0,-1 1 0 0 0,-1 0 0 0 0,-5 18-1 0 0,-34 114 307 0 0,25-98-202 0 0,-15 41 111 0 0,30-87-267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0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81 9830 0 0,'-10'-13'54'0'0,"1"0"-1"0"0,-2 1 1 0 0,0 0-1 0 0,-23-18 1 0 0,33 30-51 0 0,1 0 0 0 0,0-1 0 0 0,0 1 0 0 0,-1 0 0 0 0,1 0 0 0 0,0 0 0 0 0,-1 0 0 0 0,1 0 0 0 0,0 0 0 0 0,-1 0 0 0 0,1 0 0 0 0,0 0 0 0 0,0 0 1 0 0,-1 0-1 0 0,1 0 0 0 0,0 0 0 0 0,-1 1 0 0 0,1-1 0 0 0,0 0 0 0 0,0 0 0 0 0,-1 0 0 0 0,1 0 0 0 0,0 0 0 0 0,0 1 0 0 0,-1-1 0 0 0,1 0 0 0 0,0 0 0 0 0,0 0 0 0 0,0 1 0 0 0,-1-1 0 0 0,1 0 1 0 0,0 0-1 0 0,0 1 0 0 0,0-1 0 0 0,0 0 0 0 0,-1 0 0 0 0,1 1 0 0 0,0-1 0 0 0,0 0 0 0 0,0 1 0 0 0,0-1 0 0 0,0 0 0 0 0,0 0 0 0 0,0 1 0 0 0,0-1 0 0 0,0 0 0 0 0,0 1 0 0 0,0-1 0 0 0,0 0 0 0 0,0 1 1 0 0,0-1-1 0 0,0 0 0 0 0,0 0 0 0 0,0 1 0 0 0,1-1 0 0 0,0 26 138 0 0,5-7 83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1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374 72 9830 0 0,'-18'-1'144'0'0,"1"1"0"0"0,-1 0 0 0 0,0 1 0 0 0,1 2-1 0 0,-1-1 1 0 0,1 2 0 0 0,0 0 0 0 0,0 1 0 0 0,0 1 0 0 0,1 1 0 0 0,-17 8 0 0 0,23-9-56 0 0,-1 0 0 0 0,0 1 1 0 0,1 0-1 0 0,1 1 0 0 0,-1 0 1 0 0,1 1-1 0 0,1 0 0 0 0,-1 0 1 0 0,1 1-1 0 0,1 0 0 0 0,0 0 1 0 0,1 0-1 0 0,0 1 1 0 0,0 0-1 0 0,1 1 0 0 0,-6 19 1 0 0,9-24-26 0 0,0 0 1 0 0,1 1 0 0 0,0-1 0 0 0,0 1 0 0 0,1 0-1 0 0,0-1 1 0 0,0 1 0 0 0,1-1 0 0 0,0 1 0 0 0,0-1-1 0 0,1 1 1 0 0,0-1 0 0 0,0 0 0 0 0,1 0 0 0 0,-1 0-1 0 0,2 0 1 0 0,-1 0 0 0 0,1-1 0 0 0,0 1 0 0 0,0-1-1 0 0,1 0 1 0 0,0 0 0 0 0,0 0 0 0 0,0-1 0 0 0,1 0-1 0 0,0 0 1 0 0,0 0 0 0 0,0-1 0 0 0,0 0 0 0 0,11 5-1 0 0,-10-5 3 0 0,1-1-1 0 0,-1 0 1 0 0,0-1-1 0 0,1 1 0 0 0,0-1 1 0 0,-1-1-1 0 0,1 1 0 0 0,0-1 1 0 0,0-1-1 0 0,0 1 1 0 0,-1-2-1 0 0,1 1 0 0 0,0-1 1 0 0,0 0-1 0 0,0 0 0 0 0,-1-1 1 0 0,1 0-1 0 0,-1-1 1 0 0,1 1-1 0 0,-1-1 0 0 0,0-1 1 0 0,0 0-1 0 0,0 0 0 0 0,0 0 1 0 0,-1 0-1 0 0,0-1 1 0 0,0 0-1 0 0,0-1 0 0 0,7-8 1 0 0,-5 4-99 0 0,-1-1 0 0 0,-1 0 0 0 0,1 0 0 0 0,-2 0 0 0 0,0 0 0 0 0,0-1 0 0 0,-1 0 0 0 0,0 0 0 0 0,-1-1 0 0 0,-1 1 0 0 0,0 0 0 0 0,0-1 0 0 0,-1 0 0 0 0,-1 1 0 0 0,0-1 0 0 0,-3-17 0 0 0,1 15-21 0 0,0 0 0 0 0,-1 1 1 0 0,-1-1-1 0 0,0 1 0 0 0,-1-1 1 0 0,-1 1-1 0 0,0 1 1 0 0,-1-1-1 0 0,-1 1 0 0 0,0 0 1 0 0,0 1-1 0 0,-1 0 0 0 0,-16-16 1 0 0,23 25 78 0 0,-1 1-1 0 0,0-1 1 0 0,0 1 0 0 0,0-1 0 0 0,-1 1-1 0 0,1 0 1 0 0,0 1 0 0 0,-1-1-1 0 0,1 1 1 0 0,-1-1 0 0 0,0 1 0 0 0,1 0-1 0 0,-1 0 1 0 0,0 1 0 0 0,1-1 0 0 0,-1 1-1 0 0,0-1 1 0 0,-7 2 0 0 0,5 0 17 0 0,0 0-1 0 0,0 1 1 0 0,0-1 0 0 0,1 1 0 0 0,-1 1 0 0 0,0-1 0 0 0,1 1 0 0 0,-1 0-1 0 0,1 0 1 0 0,-9 8 0 0 0,4-3 29 0 0,1 1 0 0 0,0 0 0 0 0,0 0 1 0 0,1 1-1 0 0,1 0 0 0 0,-1 0 0 0 0,1 1 0 0 0,1 0 0 0 0,0 0 0 0 0,-7 22 0 0 0,11-29-44 0 0,0 1-1 0 0,1 0 0 0 0,0-1 0 0 0,0 1 0 0 0,0 0 0 0 0,1 0 0 0 0,-1 0 0 0 0,1 0 0 0 0,0 0 1 0 0,1 0-1 0 0,-1-1 0 0 0,1 1 0 0 0,0 0 0 0 0,0 0 0 0 0,1 0 0 0 0,-1-1 0 0 0,1 1 1 0 0,0-1-1 0 0,0 1 0 0 0,1-1 0 0 0,-1 0 0 0 0,1 0 0 0 0,0 0 0 0 0,0 0 0 0 0,0 0 0 0 0,1-1 1 0 0,-1 1-1 0 0,1-1 0 0 0,0 0 0 0 0,0 0 0 0 0,0-1 0 0 0,0 1 0 0 0,0-1 0 0 0,1 0 0 0 0,-1 0 1 0 0,1 0-1 0 0,-1 0 0 0 0,1-1 0 0 0,0 0 0 0 0,0 0 0 0 0,0 0 0 0 0,0-1 0 0 0,-1 1 1 0 0,9-1-1 0 0,6-1 85 0 0,0-1 0 0 0,0-1 0 0 0,-1 0 1 0 0,1-1-1 0 0,0-1 0 0 0,-1-1 0 0 0,26-12 1 0 0,116-69 783 0 0,-142 76-786 0 0,-10 6-35 0 0,-6 3-52 0 0,0 1 0 0 0,0-1 0 0 0,0 1 0 0 0,0 0 0 0 0,1 0 0 0 0,-1 0 0 0 0,0 0 0 0 0,1 0 0 0 0,-1 1 0 0 0,1-1 0 0 0,-1 1 0 0 0,0-1 0 0 0,1 1 0 0 0,-1 0 0 0 0,1 0 0 0 0,-1 0 0 0 0,5 1 0 0 0,0 0 15 0 0,-1-1-1 0 0,1 1 0 0 0,-1 1 0 0 0,1-1 0 0 0,-1 1 1 0 0,0 0-1 0 0,1 0 0 0 0,-1 1 0 0 0,-1 0 1 0 0,1 0-1 0 0,0 1 0 0 0,-1-1 0 0 0,1 1 0 0 0,-1 0 1 0 0,7 7-1 0 0,-1-1 80 0 0,1-1 0 0 0,0 0 0 0 0,1-1 0 0 0,18 8 1 0 0,-16-10-88 0 0,5-6 88 0 0,-4-7-18 0 0,0 0-1 0 0,-1-2 0 0 0,1 1 0 0 0,-2-2 0 0 0,1 0 1 0 0,-1-1-1 0 0,-1 0 0 0 0,21-22 0 0 0,18-14-189 0 0,-29 28-22 0 0,-14 11 26 0 0,-1 0 0 0 0,2 1 0 0 0,-1 0 0 0 0,1 1 0 0 0,0 0 0 0 0,0 0 0 0 0,15-5 0 0 0,-23 10 92 0 0,-1 0-1 0 0,1 1 0 0 0,-1-1 1 0 0,1 1-1 0 0,0-1 0 0 0,-1 1 1 0 0,1-1-1 0 0,0 1 0 0 0,-1 0 1 0 0,1 0-1 0 0,0 0 0 0 0,-1 0 1 0 0,1 0-1 0 0,0 0 0 0 0,-1 0 1 0 0,1 1-1 0 0,0-1 0 0 0,-1 1 1 0 0,1-1-1 0 0,-1 1 1 0 0,1-1-1 0 0,0 1 0 0 0,1 1 1 0 0,0 0 12 0 0,4 2-2 0 0,0 0 1 0 0,-1 0-1 0 0,1 1 0 0 0,-1 0 0 0 0,0 1 0 0 0,0-1 0 0 0,-1 1 0 0 0,1 0 0 0 0,-1 0 0 0 0,-1 1 1 0 0,1-1-1 0 0,-1 1 0 0 0,0 0 0 0 0,3 10 0 0 0,21 28 80 0 0,-22-37-73 0 0,0-1 0 0 0,1 0 1 0 0,0 0-1 0 0,0-1 0 0 0,1 0 0 0 0,0 0 0 0 0,0-1 1 0 0,0 0-1 0 0,1 0 0 0 0,0-1 0 0 0,-1 0 0 0 0,1 0 1 0 0,1-1-1 0 0,10 2 0 0 0,-13-4-7 0 0,1 0-1 0 0,-1 0 1 0 0,0 0 0 0 0,0-1 0 0 0,1 0-1 0 0,-1-1 1 0 0,0 0 0 0 0,0 0-1 0 0,0 0 1 0 0,0-1 0 0 0,0 0-1 0 0,0 0 1 0 0,0-1 0 0 0,0 0-1 0 0,-1 0 1 0 0,0-1 0 0 0,1 1-1 0 0,-1-1 1 0 0,10-9 0 0 0,16-27 118 0 0,-16 17-66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1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122 182 9830 0 0,'-101'35'705'0'0,"87"-28"-478"0"0,13-7-219 0 0,1 0-1 0 0,0 0 0 0 0,-1 0 0 0 0,1 0 0 0 0,0 0 0 0 0,-1 1 1 0 0,1-1-1 0 0,0 0 0 0 0,0 0 0 0 0,-1 0 0 0 0,1 1 1 0 0,0-1-1 0 0,0 0 0 0 0,-1 0 0 0 0,1 1 0 0 0,0-1 1 0 0,0 0-1 0 0,0 1 0 0 0,-1-1 0 0 0,1 0 0 0 0,0 1 0 0 0,0-1 1 0 0,0 0-1 0 0,0 1 0 0 0,0-1 0 0 0,0 0 0 0 0,0 1 1 0 0,0-1-1 0 0,0 0 0 0 0,0 1 0 0 0,0-1 0 0 0,0 0 0 0 0,0 1 1 0 0,0-1-1 0 0,0 0 0 0 0,0 1 0 0 0,0 0 0 0 0,2 0 12 0 0,0 1 0 0 0,0-1 0 0 0,0 0 0 0 0,1 1-1 0 0,-1-1 1 0 0,0 0 0 0 0,0 0 0 0 0,1 0-1 0 0,-1-1 1 0 0,0 1 0 0 0,1 0 0 0 0,-1-1-1 0 0,1 0 1 0 0,-1 1 0 0 0,5-1 0 0 0,51-1 342 0 0,-48 0-249 0 0,126-10 1062 0 0,0-6 0 0 0,-1-7-1 0 0,239-73 1 0 0,-325 81-988 0 0,-1-2 0 0 0,73-39 0 0 0,-110 51-158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1.8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 27 9830 0 0,'-15'-21'501'0'0,"16"21"-499"0"0,-1 0 0 0 0,0 1 0 0 0,0-1 1 0 0,0 0-1 0 0,0 0 0 0 0,1 0 0 0 0,-1 0 1 0 0,0 0-1 0 0,0 0 0 0 0,0 0 0 0 0,1 0 0 0 0,-1 1 1 0 0,0-1-1 0 0,0 0 0 0 0,0 0 0 0 0,1 0 1 0 0,-1 0-1 0 0,0 0 0 0 0,0 0 0 0 0,0 0 1 0 0,1 0-1 0 0,-1 0 0 0 0,0 0 0 0 0,0-1 0 0 0,0 1 1 0 0,1 0-1 0 0,-1 0 0 0 0,0 0 0 0 0,0 0 1 0 0,0 0-1 0 0,0 0 0 0 0,1 0 0 0 0,-1 0 1 0 0,0 0-1 0 0,0-1 0 0 0,0 1 0 0 0,0 0 1 0 0,1 0-1 0 0,-1 0 0 0 0,0 0 0 0 0,0-1 0 0 0,0 1 1 0 0,0 0-1 0 0,0 0 0 0 0,0 0 0 0 0,0-1 1 0 0,0 1-1 0 0,0 0 0 0 0,1 0 0 0 0,-1 0 1 0 0,0-1-1 0 0,0 1 0 0 0,0 0 0 0 0,0 0 0 0 0,0 0 1 0 0,0-1-1 0 0,0 1 0 0 0,0 0 0 0 0,-1 0 1 0 0,1 0-1 0 0,0-1 0 0 0,0 1 0 0 0,0 0 1 0 0,0 0-1 0 0,0-1 0 0 0,17 5 129 0 0,-1 0-1 0 0,0 1 1 0 0,0 1-1 0 0,0 0 1 0 0,0 2-1 0 0,-1-1 1 0 0,0 2-1 0 0,-1 0 1 0 0,0 1 0 0 0,0 0-1 0 0,-1 1 1 0 0,-1 0-1 0 0,1 1 1 0 0,14 20-1 0 0,-19-23-45 0 0,0 1 0 0 0,-1 0 0 0 0,0 0 0 0 0,0 1-1 0 0,-1 0 1 0 0,-1 0 0 0 0,0 1 0 0 0,-1-1-1 0 0,0 1 1 0 0,0 0 0 0 0,-1 0 0 0 0,-1 0 0 0 0,0 1-1 0 0,-1-1 1 0 0,0 1 0 0 0,-1-1 0 0 0,0 1 0 0 0,-1-1-1 0 0,0 0 1 0 0,-1 1 0 0 0,-5 15 0 0 0,-1-7 95 0 0,0-2 0 0 0,-1 1 1 0 0,-1-1-1 0 0,-1-1 1 0 0,-1 1-1 0 0,0-2 0 0 0,-1 0 1 0 0,-18 17-1 0 0,7-10 131 0 0,-2-1 1 0 0,0-2-1 0 0,-2 0 0 0 0,-39 22 1 0 0,50-36-153 0 0,1 1 0 0 0,-1-2 0 0 0,0 0 1 0 0,-1-2-1 0 0,1 1 0 0 0,-1-2 0 0 0,0 0 0 0 0,-28 0 1 0 0,27-1-115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2.5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26 9830 0 0,'-13'-25'501'0'0,"13"25"-500"0"0,0 0 1 0 0,0 0-1 0 0,0 0 1 0 0,0 0 0 0 0,0 1-1 0 0,0-1 1 0 0,0 0-1 0 0,-1 0 1 0 0,1 0-1 0 0,0 0 1 0 0,0 0 0 0 0,0 0-1 0 0,0 0 1 0 0,0 0-1 0 0,0 0 1 0 0,0 0-1 0 0,0 0 1 0 0,-1 1 0 0 0,1-1-1 0 0,0 0 1 0 0,0 0-1 0 0,0 0 1 0 0,0 0-1 0 0,0 0 1 0 0,0 0 0 0 0,0 0-1 0 0,-1 0 1 0 0,1 0-1 0 0,0 0 1 0 0,0 0-1 0 0,0 0 1 0 0,0 0-1 0 0,0 0 1 0 0,0 0 0 0 0,-1 0-1 0 0,1 0 1 0 0,0-1-1 0 0,0 1 1 0 0,0 0-1 0 0,0 0 1 0 0,0 0 0 0 0,0 0-1 0 0,0 0 1 0 0,0 0-1 0 0,-1 0 1 0 0,1 0-1 0 0,0 0 1 0 0,0 0 0 0 0,0 0-1 0 0,0-1 1 0 0,0 1-1 0 0,0 0 1 0 0,0 0-1 0 0,0 0 1 0 0,0 0 0 0 0,0 0-1 0 0,0-1 1 0 0,-4 11 70 0 0,1-1 0 0 0,0 1 0 0 0,0-1 0 0 0,1 1 0 0 0,1 0 0 0 0,0 0 0 0 0,0-1 0 0 0,1 1 0 0 0,0 12 0 0 0,11 102 731 0 0,-8-103-688 0 0,6 56 532 0 0,55 351 2342 0 0,-53-469-2670 0 0,-6-50-172 0 0,-2 29-344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2.8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31 188 9830 0 0,'-6'-14'-1'0'0,"1"4"0"0"0,1-1-1 0 0,0 0 0 0 0,1 1 0 0 0,0-1 1 0 0,-2-19-1 0 0,5 27 4 0 0,-1 0 0 0 0,2 0 0 0 0,-1 0 1 0 0,0 0-1 0 0,1 0 0 0 0,-1 0 0 0 0,1 0 0 0 0,0 0 1 0 0,0 0-1 0 0,0 0 0 0 0,1 0 0 0 0,-1 1 0 0 0,1-1 0 0 0,-1 0 1 0 0,1 1-1 0 0,0-1 0 0 0,0 1 0 0 0,0-1 0 0 0,0 1 1 0 0,0 0-1 0 0,1 0 0 0 0,-1 0 0 0 0,1 0 0 0 0,-1 1 0 0 0,5-3 1 0 0,2 0 77 0 0,-1 0 1 0 0,1 1-1 0 0,0 1 0 0 0,0-1 1 0 0,0 1-1 0 0,0 0 1 0 0,0 1-1 0 0,0 0 1 0 0,1 1-1 0 0,-1 0 1 0 0,0 0-1 0 0,0 1 1 0 0,0 0-1 0 0,0 1 1 0 0,1 0-1 0 0,-2 0 0 0 0,14 6 1 0 0,-6-2 64 0 0,0 1-1 0 0,-1 0 1 0 0,0 1 0 0 0,0 1 0 0 0,-1 0 0 0 0,0 1-1 0 0,-1 1 1 0 0,20 19 0 0 0,-25-21-53 0 0,-1 0 1 0 0,0 1-1 0 0,0 0 0 0 0,-1 0 1 0 0,0 0-1 0 0,-1 1 0 0 0,0 0 1 0 0,0 0-1 0 0,-1 0 0 0 0,-1 0 1 0 0,0 1-1 0 0,-1 0 0 0 0,0-1 1 0 0,0 1-1 0 0,-1 0 0 0 0,-2 18 1 0 0,-1-6 114 0 0,-1 0 0 0 0,-1 0 1 0 0,-1-1-1 0 0,-1 0 0 0 0,-1 0 1 0 0,-1 0-1 0 0,-14 27 0 0 0,20-46-176 0 0,0-1-1 0 0,0 0 0 0 0,0 0 1 0 0,0 0-1 0 0,-1 0 0 0 0,1-1 1 0 0,-1 1-1 0 0,-3 2 1 0 0,-7 1 151 0 0,-10-8-91 0 0,18-1-58 0 0,-1-1 1 0 0,0 0 0 0 0,1 0 0 0 0,0-1 0 0 0,0 1 0 0 0,0-1 0 0 0,0 0 0 0 0,1-1 0 0 0,0 1 0 0 0,0-1 0 0 0,0 1 0 0 0,1-1-1 0 0,0 0 1 0 0,0-1 0 0 0,1 1 0 0 0,-1 0 0 0 0,1-1 0 0 0,1 1 0 0 0,-1-1 0 0 0,1 0 0 0 0,0 0 0 0 0,1 1 0 0 0,-1-10 0 0 0,4 4-56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3.3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33 354 9830 0 0,'-9'21'0'0'0,"7"-7"46"0"0,8 2 136 0 0,-5-13-145 0 0,-1-2-28 0 0,1 0 0 0 0,-1 0 0 0 0,1 0 0 0 0,0 0 0 0 0,-1 0 1 0 0,1 0-1 0 0,0 0 0 0 0,0-1 0 0 0,0 1 0 0 0,-1 0 0 0 0,1 0 0 0 0,0-1 0 0 0,0 1 0 0 0,0-1 0 0 0,0 1 0 0 0,0-1 0 0 0,0 1 0 0 0,0-1 0 0 0,1 0 0 0 0,-1 1 0 0 0,0-1 0 0 0,0 0 1 0 0,0 0-1 0 0,0 0 0 0 0,2 0 0 0 0,21 5 82 0 0,4-7 136 0 0,-20 1-159 0 0,-1 0-1 0 0,0-1 1 0 0,0 0-1 0 0,0 0 1 0 0,-1 0 0 0 0,1-1-1 0 0,0 0 1 0 0,-1 0-1 0 0,10-7 1 0 0,-13 7-41 0 0,0 1 1 0 0,0-1 0 0 0,0 0-1 0 0,-1 0 1 0 0,1 0-1 0 0,-1 0 1 0 0,0 0 0 0 0,0-1-1 0 0,0 1 1 0 0,0-1-1 0 0,0 1 1 0 0,-1-1 0 0 0,2-4-1 0 0,-2-3-15 0 0,1-1 0 0 0,-2 1 0 0 0,1 0 0 0 0,-2-1 0 0 0,1 1 0 0 0,-2-1 0 0 0,1 1 0 0 0,-6-16 0 0 0,2-1-92 0 0,2 16 68 0 0,1-1 0 0 0,-1 2 0 0 0,-1-1 0 0 0,0 0 0 0 0,-1 1-1 0 0,0 0 1 0 0,-1 0 0 0 0,0 0 0 0 0,0 1 0 0 0,-2-1-1 0 0,1 2 1 0 0,-1-1 0 0 0,0 1 0 0 0,-12-10 0 0 0,16 17 37 0 0,1 1 0 0 0,-1 0 0 0 0,1 0 0 0 0,-1 0 0 0 0,1 0 0 0 0,-1 0 0 0 0,0 1 0 0 0,1-1 0 0 0,-1 1 0 0 0,0 0 0 0 0,1 0 0 0 0,-1 1 0 0 0,0-1 0 0 0,0 1 0 0 0,1 0 0 0 0,-1 0 1 0 0,1 0-1 0 0,-1 0 0 0 0,1 0 0 0 0,-1 1 0 0 0,1 0 0 0 0,0 0 0 0 0,0 0 0 0 0,0 0 0 0 0,0 0 0 0 0,0 0 0 0 0,0 1 0 0 0,1-1 0 0 0,-1 1 0 0 0,-3 5 0 0 0,5 4 73 0 0,2-10-80 0 0,1-1-1 0 0,-1 1 0 0 0,1 0 1 0 0,0-1-1 0 0,0 1 0 0 0,0-1 0 0 0,0 1 1 0 0,0-1-1 0 0,0 0 0 0 0,0 0 1 0 0,0 0-1 0 0,0 0 0 0 0,0 0 0 0 0,0-1 1 0 0,1 1-1 0 0,-1 0 0 0 0,0-1 1 0 0,1 0-1 0 0,-1 0 0 0 0,0 1 0 0 0,1-1 1 0 0,-1-1-1 0 0,0 1 0 0 0,4-1 1 0 0,68-11 398 0 0,-50 7-287 0 0,115-28 757 0 0,-96 22-463 0 0,0 1 1 0 0,77-8-1 0 0,-115 17-371 0 0,1 1 0 0 0,-1 0-1 0 0,0 1 1 0 0,0-1-1 0 0,1 1 1 0 0,-1 0 0 0 0,0 0-1 0 0,0 1 1 0 0,0-1 0 0 0,0 1-1 0 0,0 0 1 0 0,0 1 0 0 0,-1-1-1 0 0,1 1 1 0 0,8 6 0 0 0,-8-3 10 0 0,0-1-1 0 0,0 1 1 0 0,0 0 0 0 0,0 0 0 0 0,-1 0 0 0 0,0 1-1 0 0,-1-1 1 0 0,1 1 0 0 0,-1 0 0 0 0,2 8 0 0 0,2 14 134 0 0,0 0-1 0 0,-2 1 1 0 0,-1 0 0 0 0,-1 44 0 0 0,-2-71-178 0 0,-1 58 387 0 0,-1-36-140 0 0,1 1 0 0 0,2-1 0 0 0,7 41 0 0 0,-9-63-205 0 0,-1-2-54 0 0,1 0 1 0 0,0-1 0 0 0,1 1 0 0 0,-1 0 0 0 0,0 0 0 0 0,0-1 0 0 0,0 1-1 0 0,0 0 1 0 0,1 0 0 0 0,-1-1 0 0 0,0 1 0 0 0,0 0 0 0 0,1-1-1 0 0,-1 1 1 0 0,1 0 0 0 0,-1-1 0 0 0,1 1 0 0 0,-1-1 0 0 0,1 1 0 0 0,-1 0-1 0 0,1-1 1 0 0,-1 1 0 0 0,1-1 0 0 0,0 0 0 0 0,-1 1 0 0 0,2 0-1 0 0,-2-1-4 0 0,1 0 0 0 0,-1 0 0 0 0,0 1 0 0 0,1-1 0 0 0,-1 0 0 0 0,1 0 0 0 0,-1 1 0 0 0,1-1 0 0 0,-1 0 0 0 0,1 0 0 0 0,-1 0 0 0 0,1 0-1 0 0,-1 0 1 0 0,1 0 0 0 0,-1 0 0 0 0,1 0 0 0 0,-1 0 0 0 0,1 0 0 0 0,-1 0 0 0 0,1 0 0 0 0,-1 0 0 0 0,1 0 0 0 0,-1 0 0 0 0,1 0-1 0 0,-1-1 1 0 0,1 1 0 0 0,-1 0 0 0 0,1 0 0 0 0,0-1 0 0 0,38-22 286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3.7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364 87 9830 0 0,'-12'-5'0'0'0,"25"9"127"0"0,2 0-1 0 0,-1-1 1 0 0,0-1-1 0 0,0 0 1 0 0,1-1-1 0 0,-1 0 1 0 0,28-3-1 0 0,-25 1 1 0 0,-1-1-1 0 0,1-1 1 0 0,-1 0-1 0 0,1-1 1 0 0,-1 0 0 0 0,0-1-1 0 0,21-11 1 0 0,-35 16-118 0 0,-1-1 1 0 0,1 0-1 0 0,0 0 0 0 0,-1 0 1 0 0,1 0-1 0 0,0 0 1 0 0,-1 0-1 0 0,1 0 1 0 0,-1 0-1 0 0,0 0 1 0 0,1-1-1 0 0,-1 1 1 0 0,0-1-1 0 0,0 1 0 0 0,2-3 1 0 0,-1 0 112 0 0,3-8 105 0 0,-8-3-136 0 0,2 14-77 0 0,0 1 1 0 0,0-1-1 0 0,0 0 0 0 0,0 0 0 0 0,-1 1 1 0 0,1-1-1 0 0,0 1 0 0 0,0-1 0 0 0,-1 1 0 0 0,1-1 1 0 0,0 1-1 0 0,-1 0 0 0 0,1 0 0 0 0,0 0 1 0 0,-3 0-1 0 0,-7 0 60 0 0,1 1 1 0 0,0 0 0 0 0,-1 1-1 0 0,1 0 1 0 0,0 1 0 0 0,0 0-1 0 0,0 0 1 0 0,-16 9 0 0 0,-75 47 720 0 0,93-55-719 0 0,-39 27 447 0 0,2 1 1 0 0,1 2-1 0 0,-76 76 1 0 0,99-87-266 0 0,1 1 1 0 0,1 0 0 0 0,1 2-1 0 0,1 0 1 0 0,1 1 0 0 0,2 0-1 0 0,0 2 1 0 0,-15 46-1 0 0,27-69-211 0 0,0 0-1 0 0,0 0 0 0 0,1 1 0 0 0,0-1 0 0 0,0 1 0 0 0,0-1 0 0 0,1 1 0 0 0,0-1 0 0 0,0 1 0 0 0,1-1 0 0 0,-1 1 1 0 0,1-1-1 0 0,1 1 0 0 0,-1-1 0 0 0,1 0 0 0 0,1 0 0 0 0,-1 0 0 0 0,1 0 0 0 0,0 0 0 0 0,0 0 0 0 0,0-1 0 0 0,1 1 0 0 0,0-1 1 0 0,0 0-1 0 0,1 0 0 0 0,-1 0 0 0 0,1-1 0 0 0,0 0 0 0 0,0 0 0 0 0,0 0 0 0 0,1 0 0 0 0,0-1 0 0 0,-1 0 0 0 0,1 0 1 0 0,0-1-1 0 0,0 1 0 0 0,12 2 0 0 0,6 0 164 0 0,1 0 0 0 0,1-1 0 0 0,-1-2 0 0 0,0 0 0 0 0,1-2 0 0 0,-1-1 0 0 0,1-1 0 0 0,-1-1 0 0 0,40-10 0 0 0,23-10 734 0 0,110-46-1 0 0,-160 55-738 0 0,47-18-464 0 0,3 4 222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3.9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159 176 9830 0 0,'-129'-6'819'0'0,"101"3"-591"0"0,26 0-101 0 0,11-2-58 0 0,14-3 53 0 0,106-23 874 0 0,-36 9 290 0 0,160-59 0 0 0,-234 73-1059 0 0,-8-1-181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4.1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42 9830 0 0,'-77'-38'228'0'0,"57"34"-137"0"0,17 5-68 0 0,0 0 1 0 0,1 0 0 0 0,-1 1 0 0 0,1-1-1 0 0,0 1 1 0 0,-1-1 0 0 0,1 1-1 0 0,0 0 1 0 0,0 0 0 0 0,0 0 0 0 0,0 0-1 0 0,0 0 1 0 0,1 0 0 0 0,-1 1 0 0 0,0-1-1 0 0,1 0 1 0 0,0 1 0 0 0,0-1-1 0 0,0 1 1 0 0,0 0 0 0 0,0-1 0 0 0,0 1-1 0 0,0 0 1 0 0,1 0 0 0 0,-1 5-1 0 0,-1 13 193 0 0,0 0-1 0 0,1 31 0 0 0,1-37-44 0 0,3 57 403 0 0,3 0 0 0 0,3-1 0 0 0,3 0 0 0 0,4 0 1 0 0,2-1-1 0 0,4-1 0 0 0,34 76 0 0 0,-54-140-514 0 0,0 0-1 0 0,1 0 1 0 0,0 0-1 0 0,0-1 1 0 0,0 1-1 0 0,0-1 1 0 0,1 0-1 0 0,0 0 1 0 0,0 0-1 0 0,0 0 1 0 0,0-1 0 0 0,7 5-1 0 0,7 2 214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4.4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34 9830 0 0,'-21'-30'228'0'0,"21"30"-228"0"0,0-1 1 0 0,0 1 0 0 0,-1 0 1 0 0,1 0-1 0 0,0 0 0 0 0,0-1 0 0 0,-1 1 1 0 0,1 0-1 0 0,0 0 0 0 0,0 0 1 0 0,-1-1-1 0 0,1 1 0 0 0,0 0 1 0 0,-1 0-1 0 0,1 0 0 0 0,0 0 0 0 0,-1 0 1 0 0,1 0-1 0 0,0 0 0 0 0,-1-1 1 0 0,1 1-1 0 0,0 0 0 0 0,-1 0 1 0 0,1 0-1 0 0,0 0 0 0 0,-1 1 0 0 0,1-1 1 0 0,0 0-1 0 0,0 0 0 0 0,-1 0 1 0 0,1 0-1 0 0,0 0 0 0 0,-1 0 1 0 0,1 0-1 0 0,-1 1 0 0 0,-3 2 34 0 0,1 0 0 0 0,-1 0 0 0 0,0 0 0 0 0,1 1 0 0 0,0 0-1 0 0,0-1 1 0 0,0 1 0 0 0,0 0 0 0 0,0 1 0 0 0,1-1 0 0 0,0 0 0 0 0,0 1 0 0 0,-2 7-1 0 0,-20 76 559 0 0,15-49-329 0 0,-11 44 751 0 0,4 2 0 0 0,-9 167 0 0 0,25-106-150 0 0,0-146-865 0 0,0 0 0 0 0,0 0 0 0 0,0 0 0 0 0,0 0 0 0 0,0 0 0 0 0,0 0 0 0 0,1 0 0 0 0,-1 0 0 0 0,0 0 0 0 0,0 0 0 0 0,0 0 0 0 0,0 0 0 0 0,0 0 0 0 0,0 0 0 0 0,0 0 0 0 0,0 0 0 0 0,1 0 0 0 0,-1 0 0 0 0,0 0 0 0 0,0 0 0 0 0,0 0 0 0 0,0 0 0 0 0,0 0 0 0 0,0 0 0 0 0,0 0 0 0 0,0 0 0 0 0,0 0 0 0 0,0 0 0 0 0,1 1 0 0 0,-1-1 0 0 0,0 0 0 0 0,0 0 0 0 0,0 0 0 0 0,0 0 0 0 0,0 0 0 0 0,0 0 0 0 0,0 0 0 0 0,0 0 0 0 0,0 0 0 0 0,0 1 0 0 0,0-1 0 0 0,0 0 0 0 0,0 0 0 0 0,0 0 0 0 0,0 0 0 0 0,0 0 0 0 0,0 0 0 0 0,0 0 0 0 0,0 0 0 0 0,0 1 0 0 0,0-1 0 0 0,0 0 0 0 0,16-25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4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74 9830 0 0,'-61'18'659'0'0,"71"-13"-590"0"0,11-1 135 0 0,8-6 33 0 0,0-1 1 0 0,0-2-1 0 0,0-1 0 0 0,29-10 0 0 0,2 0 112 0 0,-20 7 21 0 0,15-5 184 0 0,1 3 0 0 0,80-7 1 0 0,-128 17-475 0 0,0 1 0 0 0,-1 1 0 0 0,1-1 0 0 0,-1 1 0 0 0,1 0 0 0 0,-1 1 0 0 0,1 0 0 0 0,-1 0 0 0 0,11 5 0 0 0,-14-4-40 0 0,1-1 0 0 0,-1 1 0 0 0,-1-1-1 0 0,1 1 1 0 0,0 0 0 0 0,-1 1 0 0 0,1-1 0 0 0,-1 1 0 0 0,0-1 0 0 0,0 1 0 0 0,-1 0 0 0 0,1 0 0 0 0,-1 0-1 0 0,0 1 1 0 0,0-1 0 0 0,2 5 0 0 0,3 20 233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4.8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30 122 9830 0 0,'-30'5'155'0'0,"51"-7"201"0"0,53-8 320 0 0,108-44 553 0 0,-7 2 82 0 0,-140 44-1038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5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5 234 9830 0 0,'-4'-10'0'0'0,"19"30"189"0"0,-7-10-51 0 0,0 0 1 0 0,0 0 0 0 0,-1 1 0 0 0,0 0-1 0 0,-1 1 1 0 0,9 23 0 0 0,5 30 498 0 0,-21-65-633 0 0,1 1 0 0 0,0-1 0 0 0,0 0 0 0 0,1 0 1 0 0,-1 1-1 0 0,0-1 0 0 0,0 0 0 0 0,0 0 0 0 0,0 1 0 0 0,0-1 0 0 0,0 0 0 0 0,0 0 0 0 0,0 1 1 0 0,0-1-1 0 0,0 0 0 0 0,1 0 0 0 0,-1 0 0 0 0,0 1 0 0 0,0-1 0 0 0,0 0 0 0 0,0 0 0 0 0,1 0 1 0 0,-1 1-1 0 0,0-1 0 0 0,0 0 0 0 0,0 0 0 0 0,1 0 0 0 0,-1 0 0 0 0,0 0 0 0 0,0 0 0 0 0,1 0 0 0 0,-1 1 1 0 0,0-1-1 0 0,0 0 0 0 0,1 0 0 0 0,-1 0 0 0 0,0 0 0 0 0,0 0 0 0 0,1 0 0 0 0,-1 0 0 0 0,0 0 1 0 0,0 0-1 0 0,1 0 0 0 0,-1-1 0 0 0,0 1 0 0 0,0 0 0 0 0,1 0 0 0 0,-1 0 0 0 0,0 0 0 0 0,0 0 0 0 0,0 0 1 0 0,1 0-1 0 0,-1-1 0 0 0,0 1 0 0 0,0 0 0 0 0,0 0 0 0 0,1 0 0 0 0,-1 0 0 0 0,0-1 0 0 0,15-10 136 0 0,-1-1 0 0 0,0 0 0 0 0,21-25-1 0 0,-15 15-182 0 0,38-32 0 0 0,-48 46 119 0 0,0 0 1 0 0,1 0-1 0 0,0 1 1 0 0,0 1 0 0 0,0 0-1 0 0,1 1 1 0 0,0 0-1 0 0,22-6 1 0 0,-31 10-58 0 0,0 0 0 0 0,0 0-1 0 0,0 1 1 0 0,1-1 0 0 0,-1 1 0 0 0,0 0 0 0 0,0 0 0 0 0,1 0-1 0 0,-1 0 1 0 0,0 0 0 0 0,0 1 0 0 0,0 0 0 0 0,0-1-1 0 0,6 3 1 0 0,0 1 66 0 0,3-1 6 0 0,0 1 1 0 0,-1 0-1 0 0,1 1 1 0 0,-1 0 0 0 0,0 1-1 0 0,0 0 1 0 0,18 14-1 0 0,-22-15-24 0 0,0 1 0 0 0,1-1 0 0 0,0 0 0 0 0,0-1 0 0 0,0 0 0 0 0,0 0-1 0 0,1 0 1 0 0,-1-1 0 0 0,1-1 0 0 0,0 0 0 0 0,0 0 0 0 0,0 0 0 0 0,0-1-1 0 0,11 0 1 0 0,-7-2-28 0 0,0-1 0 0 0,0 0 0 0 0,0-1-1 0 0,0 0 1 0 0,-1-1 0 0 0,1-1 0 0 0,-1 0-1 0 0,0-1 1 0 0,0 0 0 0 0,-1 0 0 0 0,0-1-1 0 0,0-1 1 0 0,-1 0 0 0 0,1 0 0 0 0,-2-1-1 0 0,1-1 1 0 0,-1 1 0 0 0,-1-2 0 0 0,0 1-1 0 0,0-1 1 0 0,-1 0 0 0 0,0 0 0 0 0,-1-1 0 0 0,-1 0-1 0 0,0 0 1 0 0,0-1 0 0 0,-1 1 0 0 0,-1-1-1 0 0,0 0 1 0 0,0 0 0 0 0,-2 0 0 0 0,1-16-1 0 0,-4 19-38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6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201 170 9830 0 0,'-13'2'134'0'0,"-1"0"-1"0"0,1 1 1 0 0,0 0-1 0 0,1 1 1 0 0,-1 1 0 0 0,-21 10-1 0 0,28-11-55 0 0,-1-1 0 0 0,0 1 0 0 0,1 1-1 0 0,0-1 1 0 0,0 1 0 0 0,0 0 0 0 0,1 0 0 0 0,0 1-1 0 0,0-1 1 0 0,0 1 0 0 0,1 0 0 0 0,-1 1 0 0 0,-4 9 0 0 0,8-14-59 0 0,0 0 1 0 0,0 0 0 0 0,1 0-1 0 0,-1 0 1 0 0,0 0 0 0 0,1 0-1 0 0,0 0 1 0 0,-1 0 0 0 0,1 0-1 0 0,0 0 1 0 0,0 0 0 0 0,0 0-1 0 0,0 0 1 0 0,0 0 0 0 0,1 0-1 0 0,-1 0 1 0 0,1 0 0 0 0,-1 0-1 0 0,1 0 1 0 0,0 0 0 0 0,-1-1-1 0 0,1 1 1 0 0,0 0 0 0 0,0 0-1 0 0,2 2 1 0 0,0-2 13 0 0,0 1 1 0 0,1-1-1 0 0,-1 0 0 0 0,0 0 0 0 0,1 0 1 0 0,-1 0-1 0 0,1-1 0 0 0,-1 1 0 0 0,1-1 1 0 0,0 0-1 0 0,0 0 0 0 0,5 0 0 0 0,7 1 102 0 0,1-1 0 0 0,-1 0-1 0 0,0-2 1 0 0,0 0-1 0 0,23-4 1 0 0,-25 2-45 0 0,29-6 395 0 0,59-20 0 0 0,-91 26-395 0 0,-1-1 0 0 0,1-1 0 0 0,-1 0-1 0 0,0 0 1 0 0,-1-1 0 0 0,1 0 0 0 0,-1-1 0 0 0,0 0-1 0 0,-1 0 1 0 0,0-1 0 0 0,8-9 0 0 0,-14 13-76 0 0,0 0 0 0 0,0 0 0 0 0,0 0 0 0 0,0 0 1 0 0,-1 0-1 0 0,0-1 0 0 0,0 1 0 0 0,0 0 0 0 0,-1-1 1 0 0,1 1-1 0 0,-1-1 0 0 0,0 1 0 0 0,-1 0 0 0 0,1-1 0 0 0,-1 1 1 0 0,1-1-1 0 0,-1 1 0 0 0,-1 0 0 0 0,1 0 0 0 0,0-1 1 0 0,-1 1-1 0 0,0 0 0 0 0,0 0 0 0 0,0 1 0 0 0,-1-1 0 0 0,-3-5 1 0 0,-2-3-72 0 0,-1 1 1 0 0,0-1 0 0 0,-1 1 0 0 0,0 1-1 0 0,-1 0 1 0 0,-21-15 0 0 0,26 21 66 0 0,-1 1 0 0 0,1-1 1 0 0,-1 1-1 0 0,0 1 0 0 0,0-1 0 0 0,0 1 0 0 0,0 0 1 0 0,0 1-1 0 0,0 0 0 0 0,-1 0 0 0 0,1 1 1 0 0,0-1-1 0 0,0 2 0 0 0,-1-1 0 0 0,1 1 1 0 0,0 0-1 0 0,-11 3 0 0 0,5 0 60 0 0,1 0 1 0 0,0 0-1 0 0,0 2 0 0 0,0-1 1 0 0,1 2-1 0 0,0-1 0 0 0,0 1 0 0 0,-20 17 1 0 0,24-14-41 0 0,11 1 118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6.5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83 621 9830 0 0,'-14'-31'0'0'0,"9"17"0"0"0,5 11 0 0 0,1 0 0 0 0,-1 0 0 0 0,1 0 0 0 0,-1 0 0 0 0,1 0 0 0 0,0 0 0 0 0,0 0 0 0 0,0 0 0 0 0,1 0 0 0 0,-1 1 0 0 0,0-1 0 0 0,1 1 0 0 0,0-1 0 0 0,0 1 0 0 0,0-1 0 0 0,0 1 0 0 0,0 0 0 0 0,0 0 0 0 0,1 0 0 0 0,3-3 0 0 0,3-8 18 0 0,-1 0 0 0 0,0 0 0 0 0,-1 0 0 0 0,0-1 0 0 0,-1 0 0 0 0,-1-1-1 0 0,0 0 1 0 0,-1 1 0 0 0,-1-1 0 0 0,0 0 0 0 0,-1-1 0 0 0,-1 1 0 0 0,0 0 0 0 0,-1-1 0 0 0,-1 1 0 0 0,0 0 0 0 0,-1-1 0 0 0,0 1-1 0 0,-2 0 1 0 0,0 0 0 0 0,0 1 0 0 0,-1-1 0 0 0,-1 1 0 0 0,-1 0 0 0 0,-12-20 0 0 0,13 26 14 0 0,-1 0 0 0 0,-1 1 0 0 0,1-1 0 0 0,-1 1 0 0 0,0 1 0 0 0,-1-1 1 0 0,0 2-1 0 0,-18-10 0 0 0,6 2 136 0 0,21 13-167 0 0,0 0 0 0 0,0 0 0 0 0,0 0 1 0 0,1 0-1 0 0,-1 0 0 0 0,0 0 0 0 0,0 0 1 0 0,0 0-1 0 0,0 0 0 0 0,0 0 0 0 0,1 0 1 0 0,-1 0-1 0 0,0 0 0 0 0,0 0 0 0 0,0 0 1 0 0,0 0-1 0 0,0-1 0 0 0,0 1 0 0 0,0 0 1 0 0,1 0-1 0 0,-1 0 0 0 0,0 0 0 0 0,0 0 1 0 0,0 0-1 0 0,0 0 0 0 0,0-1 0 0 0,0 1 1 0 0,0 0-1 0 0,0 0 0 0 0,0 0 0 0 0,0 0 1 0 0,0 0-1 0 0,0-1 0 0 0,0 1 0 0 0,0 0 1 0 0,0 0-1 0 0,0 0 0 0 0,0 0 0 0 0,0 0 1 0 0,0-1-1 0 0,0 1 0 0 0,0 0 0 0 0,0 0 1 0 0,0 0-1 0 0,0 0 0 0 0,0 0 0 0 0,0-1 0 0 0,0 1 1 0 0,0 0-1 0 0,0 0 0 0 0,0 0 0 0 0,0 0 1 0 0,0 0-1 0 0,-1 0 0 0 0,1 0 0 0 0,0-1 1 0 0,0 1-1 0 0,0 0 0 0 0,0 0 0 0 0,0 0 1 0 0,0 0-1 0 0,0 0 0 0 0,-1 0 0 0 0,1 0 1 0 0,0 0-1 0 0,0 0 0 0 0,0 0 0 0 0,0 0 1 0 0,-1 0-1 0 0,17-6 140 0 0,0 0 0 0 0,-1 1-1 0 0,2 1 1 0 0,-1 1 0 0 0,0 1 0 0 0,25-2 0 0 0,108 6 785 0 0,-135-1-799 0 0,1 0 1 0 0,-1 2-1 0 0,0 0 1 0 0,0 0 0 0 0,0 1-1 0 0,-1 1 1 0 0,22 10-1 0 0,-27-11-44 0 0,1 1-1 0 0,-1 1 1 0 0,-1 0-1 0 0,1 0 0 0 0,-1 0 1 0 0,0 1-1 0 0,0 0 1 0 0,0 0-1 0 0,-1 1 1 0 0,-1 0-1 0 0,1 0 1 0 0,4 9-1 0 0,0 6 180 0 0,-1 0 0 0 0,-1 1 0 0 0,10 49 0 0 0,-15-52-37 0 0,2 0-1 0 0,1 0 1 0 0,1 0-1 0 0,0-1 1 0 0,20 37-1 0 0,-13-39 38 0 0,-10-10-1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7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 24 9830 0 0,'-10'-22'273'0'0,"10"22"-268"0"0,0 0-1 0 0,0 0 1 0 0,0 0-1 0 0,0 0 1 0 0,0 0-1 0 0,0 0 0 0 0,0 0 1 0 0,0 1-1 0 0,0-1 1 0 0,-1 0-1 0 0,1 0 1 0 0,0 0-1 0 0,0 0 1 0 0,0 0-1 0 0,0 0 1 0 0,0 0-1 0 0,0 0 1 0 0,0 0-1 0 0,-1 0 1 0 0,1 0-1 0 0,0 0 1 0 0,0 0-1 0 0,0 0 1 0 0,0 0-1 0 0,0 0 1 0 0,0 0-1 0 0,0 0 0 0 0,-1 0 1 0 0,1 0-1 0 0,0 0 1 0 0,0 0-1 0 0,0 0 1 0 0,0 0-1 0 0,0 0 1 0 0,0 0-1 0 0,-1 0 1 0 0,1 0-1 0 0,0 0 1 0 0,0 0-1 0 0,0 0 1 0 0,0 0-1 0 0,0 0 1 0 0,0 0-1 0 0,0 0 1 0 0,0-1-1 0 0,0 1 1 0 0,-1 0-1 0 0,1 0 1 0 0,0 0-1 0 0,0 0 0 0 0,0 0 1 0 0,0 0-1 0 0,0 0 1 0 0,0 0-1 0 0,0-1 1 0 0,0 1-1 0 0,0 0 1 0 0,0 0-1 0 0,0 0 1 0 0,0 0-1 0 0,-4 8 86 0 0,1 0 0 0 0,0 0 0 0 0,0 1-1 0 0,1-1 1 0 0,0 1 0 0 0,-1 15 0 0 0,-4 69 561 0 0,5-52-338 0 0,-3 29 100 0 0,-40 393 2655 0 0,45-453-2983 0 0,-1-1 1 0 0,-1 0-1 0 0,1 0 1 0 0,-2 0-1 0 0,1 0 1 0 0,-1 0-1 0 0,-1 0 1 0 0,1-1-1 0 0,-2 0 1 0 0,1 1-1 0 0,-1-2 1 0 0,-11 15-1 0 0,8-15 188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8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89 9830 0 0,'0'-7'6'0'0,"3"-38"140"0"0,-2 44-140 0 0,-1-1-1 0 0,0 0 0 0 0,1 1 0 0 0,-1-1 0 0 0,1 0 0 0 0,0 1 0 0 0,0-1 0 0 0,-1 1 0 0 0,1-1 0 0 0,0 1 0 0 0,0 0 0 0 0,1-1 1 0 0,-1 1-1 0 0,0 0 0 0 0,0 0 0 0 0,0 0 0 0 0,1-1 0 0 0,-1 1 0 0 0,1 1 0 0 0,-1-1 0 0 0,1 0 0 0 0,2-1 0 0 0,-2 1 5 0 0,0 0 0 0 0,0 1 0 0 0,0-1 0 0 0,0 0 0 0 0,0 1 0 0 0,0-1 0 0 0,-1 1 0 0 0,1 0 0 0 0,0 0 0 0 0,0 0 0 0 0,0 0 0 0 0,0 0 0 0 0,0 0-1 0 0,0 0 1 0 0,0 1 0 0 0,0-1 0 0 0,0 1 0 0 0,0-1 0 0 0,0 1 0 0 0,2 1 0 0 0,2 1 68 0 0,3-1-2 0 0,-1 0 1 0 0,0 1-1 0 0,0 0 1 0 0,0 0-1 0 0,-1 1 0 0 0,1 0 1 0 0,-1 0-1 0 0,0 1 1 0 0,0 0-1 0 0,0 0 1 0 0,-1 1-1 0 0,1 0 1 0 0,-2 0-1 0 0,1 0 0 0 0,-1 1 1 0 0,1 0-1 0 0,-2 0 1 0 0,1 0-1 0 0,-1 1 1 0 0,6 14-1 0 0,-6-11 10 0 0,-1-1 0 0 0,-1 1 0 0 0,0-1 0 0 0,0 1 0 0 0,-1 0 0 0 0,0 0 1 0 0,-1 0-1 0 0,0 0 0 0 0,-1 0 0 0 0,0 0 0 0 0,0 0 0 0 0,-2-1 0 0 0,1 1 0 0 0,-1-1 0 0 0,-7 17 0 0 0,6-17-39 0 0,-37 73 697 0 0,37-76-691 0 0,-1-1-1 0 0,1 1 1 0 0,-1-1-1 0 0,-1 0 0 0 0,1 0 1 0 0,-1-1-1 0 0,0 0 1 0 0,0 0-1 0 0,-10 7 1 0 0,2-7-9 0 0,-4-4 180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39 273 9830 0 0,'1'9'46'0'0,"0"-7"-22"0"0,0 1 0 0 0,1-1 1 0 0,-1 0-1 0 0,1 0 0 0 0,0 0 1 0 0,-1 0-1 0 0,1 0 0 0 0,0 0 1 0 0,0-1-1 0 0,1 1 0 0 0,-1-1 1 0 0,0 1-1 0 0,0-1 0 0 0,1 0 1 0 0,-1 0-1 0 0,0 0 1 0 0,1 0-1 0 0,-1 0 0 0 0,1 0 1 0 0,0-1-1 0 0,4 1 0 0 0,-3 0-13 0 0,0 2 44 0 0,31-3 163 0 0,-27-1-151 0 0,1 1-1 0 0,0-2 1 0 0,-1 1 0 0 0,1-1 0 0 0,-1 0 0 0 0,1-1-1 0 0,-1 0 1 0 0,0-1 0 0 0,0 1 0 0 0,0-2 0 0 0,-1 1-1 0 0,12-9 1 0 0,-16 10-53 0 0,1 0-1 0 0,-1-1 1 0 0,1 0 0 0 0,-1 1-1 0 0,0-1 1 0 0,0 0-1 0 0,-1-1 1 0 0,1 1-1 0 0,-1 0 1 0 0,0-1-1 0 0,0 1 1 0 0,-1-1 0 0 0,1 0-1 0 0,-1 1 1 0 0,0-1-1 0 0,0 0 1 0 0,-1 0-1 0 0,1 0 1 0 0,-1 0 0 0 0,0 0-1 0 0,0 0 1 0 0,-1 0-1 0 0,1 1 1 0 0,-3-9-1 0 0,0-1-31 0 0,-1 1 0 0 0,0 0-1 0 0,0 0 1 0 0,-1 1 0 0 0,-1-1-1 0 0,0 1 1 0 0,-12-17 0 0 0,16 26 35 0 0,0 0 0 0 0,-1 0-1 0 0,0 0 1 0 0,0 0 0 0 0,0 0 0 0 0,0 1 0 0 0,0-1 0 0 0,-1 1 0 0 0,1 0 0 0 0,-1 0-1 0 0,1 1 1 0 0,-1-1 0 0 0,0 1 0 0 0,0-1 0 0 0,1 1 0 0 0,-1 0 0 0 0,0 1-1 0 0,0-1 1 0 0,0 1 0 0 0,0-1 0 0 0,0 1 0 0 0,0 0 0 0 0,0 1 0 0 0,0-1 0 0 0,0 1-1 0 0,0 0 1 0 0,0 0 0 0 0,0 0 0 0 0,-6 3 0 0 0,-3 0 85 0 0,0 2 1 0 0,1 0-1 0 0,-1 0 0 0 0,2 1 1 0 0,-22 16-1 0 0,31-22-83 0 0,0 1-1 0 0,0-1 1 0 0,0 1 0 0 0,0 0-1 0 0,0 0 1 0 0,0 0 0 0 0,0 0-1 0 0,0 0 1 0 0,1 0 0 0 0,-1 0-1 0 0,1 1 1 0 0,0-1-1 0 0,0 0 1 0 0,0 1 0 0 0,0-1-1 0 0,0 1 1 0 0,0 0 0 0 0,1-1-1 0 0,-1 1 1 0 0,1 0 0 0 0,-1-1-1 0 0,1 1 1 0 0,0 0 0 0 0,0-1-1 0 0,1 1 1 0 0,-1 0 0 0 0,0-1-1 0 0,1 1 1 0 0,0-1-1 0 0,-1 1 1 0 0,1 0 0 0 0,0-1-1 0 0,0 0 1 0 0,1 1 0 0 0,-1-1-1 0 0,0 0 1 0 0,3 3 0 0 0,8 10 265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8.8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377 0 9830 0 0,'-7'1'65'0'0,"0"0"0"0"0,1 0 0 0 0,0 1 0 0 0,-1 0 0 0 0,1 0 0 0 0,0 1 0 0 0,0 0 0 0 0,0 0-1 0 0,0 0 1 0 0,1 1 0 0 0,-1-1 0 0 0,1 1 0 0 0,0 1 0 0 0,0-1 0 0 0,0 1 0 0 0,1 0 0 0 0,-5 5 0 0 0,-5 7 125 0 0,1 0 0 0 0,1 1 0 0 0,-18 37 0 0 0,25-45-106 0 0,1 0-1 0 0,0 0 0 0 0,1 0 1 0 0,1 0-1 0 0,-1 0 1 0 0,1 1-1 0 0,1-1 1 0 0,0 1-1 0 0,0-1 1 0 0,1 1-1 0 0,1 0 1 0 0,0-1-1 0 0,0 1 1 0 0,1-1-1 0 0,0 0 1 0 0,1 1-1 0 0,0-1 1 0 0,1 0-1 0 0,0-1 1 0 0,7 15-1 0 0,8 6 226 0 0,1 0-1 0 0,1-1 1 0 0,2-1 0 0 0,44 42-1 0 0,-60-63-208 0 0,8 8 148 0 0,0 0 0 0 0,-1 1 0 0 0,-1 1-1 0 0,17 28 1 0 0,-27-41-211 0 0,-1 0 0 0 0,0 1 0 0 0,0 0 0 0 0,0-1 0 0 0,0 1 0 0 0,-1 0-1 0 0,0-1 1 0 0,0 1 0 0 0,0 0 0 0 0,-1 0 0 0 0,0 0 0 0 0,0 0 0 0 0,0 0-1 0 0,0 0 1 0 0,-1 0 0 0 0,1 0 0 0 0,-1 0 0 0 0,-1 0 0 0 0,1-1 0 0 0,-1 1-1 0 0,0 0 1 0 0,0-1 0 0 0,0 0 0 0 0,0 1 0 0 0,-5 4 0 0 0,-5 6 131 0 0,-1-1 0 0 0,-1-1 0 0 0,-1 0-1 0 0,0-1 1 0 0,0 0 0 0 0,-1-2 0 0 0,0 0 0 0 0,-1 0 0 0 0,0-2 0 0 0,-1 0 0 0 0,0-1 0 0 0,0 0 0 0 0,-1-2 0 0 0,1 0 0 0 0,-34 4 0 0 0,46-9-132 0 0,1 1 0 0 0,0-1 0 0 0,0 0 0 0 0,-1 0 0 0 0,1-1 0 0 0,0 1 0 0 0,-1-1 1 0 0,1-1-1 0 0,0 1 0 0 0,0-1 0 0 0,0 1 0 0 0,0-1 0 0 0,0-1 0 0 0,1 1 0 0 0,-1-1 0 0 0,1 0 1 0 0,-1 0-1 0 0,1 0 0 0 0,0 0 0 0 0,0-1 0 0 0,0 0 0 0 0,1 0 0 0 0,-1 0 0 0 0,1 0 0 0 0,0 0 1 0 0,0-1-1 0 0,1 1 0 0 0,-1-1 0 0 0,1 0 0 0 0,0 0 0 0 0,0 0 0 0 0,1 0 0 0 0,-2-7 0 0 0,-2-10-111 0 0,1 0-1 0 0,1-1 0 0 0,2 1 0 0 0,0 0 0 0 0,1-1 0 0 0,6-40 0 0 0,5-20-314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9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170 63 9830 0 0,'3'-11'0'0'0,"-2"8"0"0"0,0 0 0 0 0,0 0 0 0 0,0 0 0 0 0,-1 1 0 0 0,0-1 0 0 0,1 0 0 0 0,-1 0 0 0 0,0 0 0 0 0,-1 0 0 0 0,1 0 0 0 0,0 0 0 0 0,-1 1 0 0 0,0-1 0 0 0,0-3 0 0 0,1 6 0 0 0,0 0 0 0 0,0-1 0 0 0,0 1 0 0 0,0 0 0 0 0,0 0 0 0 0,0 0 0 0 0,0 0 0 0 0,0-1 0 0 0,0 1 0 0 0,0 0 0 0 0,0 0 0 0 0,0 0 0 0 0,0-1 0 0 0,0 1 0 0 0,0 0 0 0 0,0 0 0 0 0,0 0 0 0 0,0 0 0 0 0,0 0 0 0 0,-1-1 0 0 0,1 1 0 0 0,0 0 0 0 0,0 0 0 0 0,0 0 0 0 0,0 0 0 0 0,0 0 0 0 0,0-1 0 0 0,0 1 0 0 0,0 0 0 0 0,-1 0 0 0 0,1 0 0 0 0,0 0 0 0 0,0 0 0 0 0,0 0 0 0 0,0 0 0 0 0,0 0 0 0 0,-1 0 0 0 0,1-1 0 0 0,0 1 0 0 0,0 0 0 0 0,0 0 0 0 0,0 0 0 0 0,-1 0 0 0 0,1 0 0 0 0,0 0 0 0 0,0 0 0 0 0,0 0 0 0 0,-1 0 0 0 0,1 0 0 0 0,0 0 0 0 0,0 0 0 0 0,0 0 0 0 0,0 1 0 0 0,0-1 0 0 0,-1 0 0 0 0,1 0 0 0 0,0 0 0 0 0,0 0 0 0 0,0 0 0 0 0,0 0 0 0 0,-1 0 0 0 0,1 1 0 0 0,-5 4 44 0 0,0 1 0 0 0,1 1 1 0 0,-1-1-1 0 0,1 1 0 0 0,1 0 0 0 0,-1 0 0 0 0,1 0 0 0 0,1 0 0 0 0,-4 13 1 0 0,-17 84 737 0 0,16-72-576 0 0,-66 610 4092 0 0,64-507-3370 0 0,-4 202 1302 0 0,14-306-2003 0 0,1 0 1 0 0,2 0-1 0 0,9 35 1 0 0,-12-63-185 0 0,0 1 0 0 0,0 0 0 0 0,0-1 0 0 0,1 1 1 0 0,0-1-1 0 0,0 0 0 0 0,0 1 0 0 0,0-1 0 0 0,0 0 0 0 0,1 0 0 0 0,-1-1 0 0 0,1 1 1 0 0,0 0-1 0 0,0-1 0 0 0,0 1 0 0 0,0-1 0 0 0,0 0 0 0 0,4 2 0 0 0,0-1 185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9.2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100 280 9830 0 0,'-55'-14'228'0'0,"34"8"-137"0"0,2 1 136 0 0,19 5-220 0 0,-1 0-1 0 0,1-1 0 0 0,0 1 1 0 0,0 0-1 0 0,0 0 1 0 0,-1 0-1 0 0,1 0 0 0 0,0 0 1 0 0,0 0-1 0 0,0-1 0 0 0,-1 1 1 0 0,1 0-1 0 0,0 0 1 0 0,0 0-1 0 0,0-1 0 0 0,0 1 1 0 0,0 0-1 0 0,-1 0 1 0 0,1 0-1 0 0,0-1 0 0 0,0 1 1 0 0,0 0-1 0 0,0 0 0 0 0,0-1 1 0 0,0 1-1 0 0,0 0 1 0 0,0 0-1 0 0,0-1 0 0 0,0 1 1 0 0,0 0-1 0 0,0 0 1 0 0,0-1-1 0 0,0 1 0 0 0,0 0 1 0 0,0 0-1 0 0,0 0 0 0 0,0-1 1 0 0,0 1-1 0 0,0 0 1 0 0,1 0-1 0 0,-1-1 0 0 0,0 1 1 0 0,0 0-1 0 0,0 0 1 0 0,0 0-1 0 0,0-1 0 0 0,1 1 1 0 0,-1 0-1 0 0,0 0 0 0 0,0 0 1 0 0,0 0-1 0 0,1 0 1 0 0,-1-1-1 0 0,0 1 0 0 0,0 0 1 0 0,0 0-1 0 0,1 0 1 0 0,-1 0-1 0 0,0 0 0 0 0,0 0 1 0 0,1 0-1 0 0,-1 0 1 0 0,0 0-1 0 0,0 0 0 0 0,1 0 1 0 0,-1 0-1 0 0,15-9 67 0 0,168-60 1258 0 0,-71 29-1070 0 0,-90 32-199 0 0,75-29 54 0 0,120-30 0 0 0,-146 54-99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9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85 228 9830 0 0,'-19'-2'76'0'0,"13"2"-29"0"0,0-1 0 0 0,0 0 0 0 0,0 0 0 0 0,1 0 0 0 0,-1 0 0 0 0,1-1 0 0 0,-1 0 0 0 0,1 0 0 0 0,-10-5 0 0 0,15 7-42 0 0,1 0 0 0 0,-1 0 0 0 0,0 0 0 0 0,0 0 0 0 0,0 0 0 0 0,1 0 0 0 0,-1-1-1 0 0,0 1 1 0 0,0 0 0 0 0,0 0 0 0 0,0 0 0 0 0,1 0 0 0 0,-1 0 0 0 0,0 0 0 0 0,0 0 0 0 0,0 0 0 0 0,0 0-1 0 0,0 0 1 0 0,1 0 0 0 0,-1-1 0 0 0,0 1 0 0 0,0 0 0 0 0,0 0 0 0 0,0 0 0 0 0,0 0 0 0 0,0 0 0 0 0,0-1-1 0 0,1 1 1 0 0,-1 0 0 0 0,0 0 0 0 0,0 0 0 0 0,0 0 0 0 0,0-1 0 0 0,0 1 0 0 0,0 0 0 0 0,0 0 0 0 0,0 0-1 0 0,0 0 1 0 0,0-1 0 0 0,0 1 0 0 0,0 0 0 0 0,0 0 0 0 0,0 0 0 0 0,0 0 0 0 0,0-1 0 0 0,0 1 0 0 0,0 0-1 0 0,0 0 1 0 0,-1 0 0 0 0,1 0 0 0 0,0-1 0 0 0,0 1 0 0 0,0 0 0 0 0,0 0 0 0 0,0 0 0 0 0,0 0 0 0 0,0 0-1 0 0,0 0 1 0 0,-1-1 0 0 0,1 1 0 0 0,0 0 0 0 0,0 0 0 0 0,0 0 0 0 0,-1 0 0 0 0,41-15 409 0 0,0 3-1 0 0,1 1 1 0 0,56-8 0 0 0,-5 1 202 0 0,-39 5-161 0 0,-1-1 1 0 0,-1-3-1 0 0,0-2 1 0 0,54-28-1 0 0,-81 32-227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9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394 7 9830 0 0,'-5'-1'37'0'0,"0"-1"-1"0"0,0 1 0 0 0,0 0 1 0 0,0 0-1 0 0,0 1 1 0 0,0 0-1 0 0,-1 0 0 0 0,1 0 1 0 0,0 0-1 0 0,0 1 1 0 0,0-1-1 0 0,0 1 0 0 0,0 1 1 0 0,-6 1-1 0 0,1 4 71 0 0,-1-1-1 0 0,0 2 0 0 0,1-1 0 0 0,1 1 1 0 0,-1 1-1 0 0,1 0 0 0 0,1 0 0 0 0,0 1 1 0 0,0 0-1 0 0,1 0 0 0 0,-8 15 1 0 0,-6 15 518 0 0,-29 77 1 0 0,42-96-489 0 0,-20 58 651 0 0,4 2 1 0 0,3 0 0 0 0,-15 127-1 0 0,32-175-458 0 0,1 1 0 0 0,3 0 0 0 0,3 45 0 0 0,-2-75-301 0 0,0 1 1 0 0,0-1-1 0 0,0 0 0 0 0,0 1 0 0 0,1-1 1 0 0,0 0-1 0 0,0 0 0 0 0,0 0 0 0 0,0 0 0 0 0,1 0 1 0 0,-1-1-1 0 0,1 1 0 0 0,0-1 0 0 0,0 1 1 0 0,0-1-1 0 0,1 0 0 0 0,-1 0 0 0 0,1-1 1 0 0,-1 1-1 0 0,1-1 0 0 0,0 0 0 0 0,0 0 1 0 0,0 0-1 0 0,0 0 0 0 0,1 0 0 0 0,-1-1 0 0 0,0 0 1 0 0,1 0-1 0 0,-1 0 0 0 0,1-1 0 0 0,-1 0 1 0 0,1 1-1 0 0,-1-1 0 0 0,5-1 0 0 0,26-2 199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1:59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67 92 9830 0 0,'-4'-92'0'0'0,"-7"125"46"0"0,-3 131 897 0 0,8-72-294 0 0,-4 9-2 0 0,-9 164 1232 0 0,19-264-1865 0 0,-1-1-13 0 0,1 1 0 0 0,0 0 0 0 0,0-1 0 0 0,-1 1 0 0 0,1 0 0 0 0,0-1 0 0 0,0 1 0 0 0,0 0 0 0 0,0-1 0 0 0,0 1 0 0 0,0 0 0 0 0,0-1 0 0 0,0 1 0 0 0,0 0 0 0 0,0 0 0 0 0,1-1 0 0 0,-1 1 0 0 0,0 0 0 0 0,0-1 0 0 0,1 1 0 0 0,-1-1 0 0 0,0 1 0 0 0,1 0 0 0 0,-1-1 0 0 0,0 1 0 0 0,1-1 0 0 0,-1 1 0 0 0,1-1 0 0 0,-1 1 0 0 0,2 0 0 0 0,9 5-1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00.1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44 191 9830 0 0,'-22'-6'125'0'0,"21"6"-119"0"0,0 0 0 0 0,0 0 0 0 0,0-1 0 0 0,0 1 0 0 0,0 0 1 0 0,0-1-1 0 0,0 1 0 0 0,0-1 0 0 0,0 1 0 0 0,0-1 0 0 0,0 0 0 0 0,0 1 0 0 0,0-1 0 0 0,1 0 0 0 0,-1 1 0 0 0,0-1 0 0 0,1 0 0 0 0,-1 0 0 0 0,0 0 0 0 0,1 0 0 0 0,-1 1 0 0 0,1-1 0 0 0,-1 0 0 0 0,1 0 0 0 0,0 0 0 0 0,-1 0 0 0 0,1 0 0 0 0,0 0 1 0 0,0 0-1 0 0,-1-1 0 0 0,1-1 0 0 0,3-2 52 0 0,0-1 1 0 0,1 1 0 0 0,-1 0 0 0 0,1 0-1 0 0,0 0 1 0 0,1 0 0 0 0,-1 1 0 0 0,1-1-1 0 0,0 1 1 0 0,0 0 0 0 0,0 1 0 0 0,0-1-1 0 0,1 1 1 0 0,-1 0 0 0 0,10-3 0 0 0,15-7 347 0 0,51-14 0 0 0,-70 24-339 0 0,9-3 52 0 0,15-5 233 0 0,0 1-1 0 0,44-5 1 0 0,-71 14-274 0 0,1 0 0 0 0,0 0 0 0 0,0 1 0 0 0,-1 0 1 0 0,1 1-1 0 0,0 0 0 0 0,0 0 0 0 0,-1 1 0 0 0,1 0 0 0 0,-1 1 0 0 0,1-1 1 0 0,-1 2-1 0 0,0-1 0 0 0,13 8 0 0 0,-2 8 32 0 0,-2 5 117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00.3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108 124 9830 0 0,'-96'78'978'0'0,"87"-68"-796"0"0,6 5-72 0 0,4-14-97 0 0,-1 0 1 0 0,0 0-1 0 0,1 0 1 0 0,0 0 0 0 0,-1 0-1 0 0,1-1 1 0 0,-1 1-1 0 0,1 0 1 0 0,0-1-1 0 0,0 1 1 0 0,-1 0-1 0 0,1-1 1 0 0,0 1-1 0 0,0-1 1 0 0,0 1 0 0 0,0-1-1 0 0,0 1 1 0 0,1-1-1 0 0,4 2 40 0 0,0-1-1 0 0,0 0 0 0 0,1 0 1 0 0,-1-1-1 0 0,0 0 0 0 0,1 0 0 0 0,-1 0 1 0 0,0-1-1 0 0,1 0 0 0 0,-1 0 1 0 0,0-1-1 0 0,0 0 0 0 0,9-3 1 0 0,78-38 810 0 0,-84 38-748 0 0,59-34 127 0 0,79-60 0 0 0,-83 53-344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00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64 9830 0 0,'0'0'1'0'0,"0"0"1"0"0,0 0-1 0 0,1 0 0 0 0,-1-1 0 0 0,0 1 1 0 0,0 0-1 0 0,0 0 0 0 0,0-1 0 0 0,0 1 1 0 0,0 0-1 0 0,0 0 0 0 0,-1 0 1 0 0,1-1-1 0 0,0 1 0 0 0,0 0 0 0 0,0 0 1 0 0,0-1-1 0 0,0 1 0 0 0,0 0 0 0 0,0 0 1 0 0,0 0-1 0 0,0-1 0 0 0,-1 1 0 0 0,1 0 1 0 0,0 0-1 0 0,0 0 0 0 0,0 0 0 0 0,0-1 1 0 0,-1 1-1 0 0,1 0 0 0 0,0 0 0 0 0,0 0 1 0 0,0 0-1 0 0,-1 0 0 0 0,1 0 1 0 0,0 0-1 0 0,0 0 0 0 0,-1-1 0 0 0,1 1 1 0 0,0 0-1 0 0,0 0 0 0 0,0 0 0 0 0,-1 0 1 0 0,1 0-1 0 0,0 0 0 0 0,0 0 0 0 0,-1 0 1 0 0,1 0-1 0 0,0 1 0 0 0,-1-1 0 0 0,-1 1 24 0 0,0 1-1 0 0,0 0 1 0 0,0-1-1 0 0,0 1 1 0 0,1 0-1 0 0,-1 0 1 0 0,0 0-1 0 0,1 0 1 0 0,-1 1-1 0 0,1-1 0 0 0,0 0 1 0 0,0 1-1 0 0,0-1 1 0 0,0 1-1 0 0,0-1 1 0 0,1 1-1 0 0,-1-1 1 0 0,0 5-1 0 0,-1 63 384 0 0,2 4 133 0 0,-3-68-536 0 0,1 1-9 0 0,4 27 277 0 0,-2-34-272 0 0,0 1 0 0 0,0-1-1 0 0,0 0 1 0 0,0 0 0 0 0,0 0 0 0 0,0 1 0 0 0,0-1 0 0 0,0 0 0 0 0,0 0 0 0 0,0 0 0 0 0,0 1 0 0 0,0-1 0 0 0,1 0 0 0 0,-1 0 0 0 0,0 0 0 0 0,0 1 0 0 0,0-1 0 0 0,0 0 0 0 0,0 0 0 0 0,0 0 0 0 0,0 0 0 0 0,0 1 0 0 0,1-1 0 0 0,-1 0 0 0 0,0 0 0 0 0,0 0 0 0 0,0 0 0 0 0,0 0 0 0 0,0 0 0 0 0,1 1 0 0 0,-1-1 0 0 0,0 0 0 0 0,0 0 0 0 0,0 0 0 0 0,1 0 0 0 0,-1 0 0 0 0,0 0 0 0 0,0 0 0 0 0,0 0 0 0 0,1 0 0 0 0,-1 0 0 0 0,0 0 0 0 0,0 0-1 0 0,0 0 1 0 0,1 0 0 0 0,-1 0 0 0 0,0 0 0 0 0,0 0 0 0 0,0 0 0 0 0,1 0 0 0 0,-1 0 0 0 0,0 0 0 0 0,0 0 0 0 0,0-1 0 0 0,0 1 0 0 0,1 0 0 0 0,-1 0 0 0 0,0 0 0 0 0,0 0 0 0 0,0 0 0 0 0,0 0 0 0 0,0-1 0 0 0,1 1 0 0 0,-1 0 0 0 0,0 0 0 0 0,19-17 271 0 0,0-1 1 0 0,25-30-1 0 0,35-33-221 0 0,-66 69-94 0 0,79-61 21 0 0,-83 67 91 0 0,1-1-1 0 0,0 2 1 0 0,0 0 0 0 0,0 0 0 0 0,1 1 0 0 0,0 0 0 0 0,0 0 0 0 0,12-1-1 0 0,-22 4-53 0 0,1 1-1 0 0,0-1 1 0 0,0 1-1 0 0,-1-1 1 0 0,1 1-1 0 0,0 0 1 0 0,0 0-1 0 0,0 0 1 0 0,0 0-1 0 0,-1 0 1 0 0,1 0-1 0 0,0 1 1 0 0,0-1-1 0 0,0 0 1 0 0,-1 1-1 0 0,1-1 1 0 0,0 1-1 0 0,0 0 1 0 0,-1 0-1 0 0,1 0 1 0 0,-1 0-1 0 0,1 0 1 0 0,-1 0-1 0 0,2 1 1 0 0,1 2 46 0 0,4 1 26 0 0,0 2 0 0 0,-1-1 0 0 0,1 1-1 0 0,-2 1 1 0 0,1-1 0 0 0,-1 1 0 0 0,0 0-1 0 0,0 1 1 0 0,7 15 0 0 0,-7-12 37 0 0,1-1 0 0 0,0 0-1 0 0,1-1 1 0 0,9 10 0 0 0,-13-16-82 0 0,-1-1 1 0 0,1 0-1 0 0,0 0 0 0 0,0 0 0 0 0,0-1 1 0 0,0 0-1 0 0,1 1 0 0 0,-1-1 0 0 0,1-1 0 0 0,-1 1 1 0 0,1-1-1 0 0,0 1 0 0 0,0-1 0 0 0,8 0 1 0 0,-10 0-26 0 0,0-1 0 0 0,1 1 0 0 0,-1-1 0 0 0,0 0 0 0 0,0 0 0 0 0,1 0 0 0 0,-1 0 0 0 0,0-1 0 0 0,0 1 0 0 0,1-1 0 0 0,-1 0 0 0 0,0 0 0 0 0,0 0 0 0 0,0 0 0 0 0,0 0 1 0 0,0-1-1 0 0,3-2 0 0 0,4-2 141 0 0,1-1-149 0 0,0-1-1 0 0,0-1 1 0 0,-1 0 0 0 0,0 0 0 0 0,-1-1-1 0 0,0 0 1 0 0,-1-1 0 0 0,1 0-1 0 0,-2 0 1 0 0,0 0 0 0 0,0-1 0 0 0,9-25-1 0 0,-13 28-102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06.5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41 9830 0 0,'0'0'2'0'0,"0"-1"-1"0"0,0 1 0 0 0,-1 0 1 0 0,1 0-1 0 0,0-1 1 0 0,0 1-1 0 0,0 0 0 0 0,-1 0 1 0 0,1-1-1 0 0,0 1 1 0 0,0 0-1 0 0,-1 0 1 0 0,1 0-1 0 0,0-1 0 0 0,-1 1 1 0 0,1 0-1 0 0,0 0 1 0 0,-1 0-1 0 0,1 0 1 0 0,0 0-1 0 0,-1 0 0 0 0,1-1 1 0 0,0 1-1 0 0,-1 0 1 0 0,1 0-1 0 0,0 0 0 0 0,-1 0 1 0 0,1 0-1 0 0,0 1 1 0 0,-1-1-1 0 0,1 0 1 0 0,-20 12 225 0 0,11 2 1 0 0,7-3-137 0 0,5 5 136 0 0,6-2 1 0 0,8-3-118 0 0,-12-7-44 0 0,3 1 25 0 0,24-5 119 0 0,8-5 173 0 0,-1-1 1 0 0,0-2-1 0 0,0-2 1 0 0,0-1-1 0 0,-1-2 0 0 0,63-32 1 0 0,-84 38-202 0 0,-6-1-137 0 0,-2-2-45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11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754 2129 9313 0 0,'-21'-8'1051'0'0,"0"0"0"0"0,0 1 1 0 0,-1 1-1 0 0,0 1 0 0 0,0 2 0 0 0,-43-3 1 0 0,-65 3 12446 0 0,130 3-13439 0 0,19 12 788 0 0,-9-7-747 0 0,1-1-1 0 0,0 0 1 0 0,0 0 0 0 0,12 2-1 0 0,810 109 975 0 0,-571-85-955 0 0,1645 95-119 0 0,-1794-121 0 0 0,390 4 0 0 0,93-22 0 0 0,481-6 0 0 0,-525 44 0 0 0,95 0 0 0 0,-597-26 0 0 0,0-2 0 0 0,0-1 0 0 0,-1-4 0 0 0,0-1 0 0 0,0-2 0 0 0,78-32 0 0 0,-118 40 0 0 0,0 0 0 0 0,0-1 0 0 0,0 0 0 0 0,-1-1 0 0 0,0 0 0 0 0,0 0 0 0 0,0-1 0 0 0,-1 1 0 0 0,0-2 0 0 0,0 1 0 0 0,0-1 0 0 0,10-17 0 0 0,-11 11 0 0 0,0 0 0 0 0,0 0 0 0 0,-2 0 0 0 0,1-1 0 0 0,-2 1 0 0 0,0-1 0 0 0,-1 0 0 0 0,1-16 0 0 0,13-193 0 0 0,79-633 0 0 0,-14 493 0 0 0,-10 51 0 0 0,-58 242-122 0 0,18-76-290 0 0,-15 88 167 0 0,-16 57 205 0 0,2-34-162 0 0,-4 34 198 0 0,0 1-1 0 0,0 0 0 0 0,1 0 0 0 0,-1 0 1 0 0,0 0-1 0 0,0 0 0 0 0,0 0 0 0 0,-1 1 1 0 0,1-1-1 0 0,0 1 0 0 0,0-1 1 0 0,0 1-1 0 0,0 0 0 0 0,-1 0 0 0 0,1 0 1 0 0,0 0-1 0 0,0 0 0 0 0,0 0 0 0 0,-3 2 1 0 0,-54 11 8 0 0,41-9 5 0 0,-47 13-1 0 0,-38 9-10 0 0,-135 16 1 0 0,-417-10 7 0 0,0-42 4 0 0,75 0-6 0 0,80 16-24 0 0,-1197-17-295 0 0,1347 0-889 0 0,-686 67 0 0 0,113 11 281 0 0,681-62 784 0 0,-88 4-14 0 0,280-6 120 0 0,4 1 12 0 0,1-2-1 0 0,-59-6 0 0 0,102 4 23 0 0,0 0 1 0 0,0 0-1 0 0,1-1 1 0 0,-1 1-1 0 0,0-1 1 0 0,0 1-1 0 0,0-1 1 0 0,1 1-1 0 0,-1-1 1 0 0,0 0-1 0 0,0 0 0 0 0,1 0 1 0 0,-1 0-1 0 0,1 0 1 0 0,-1 0-1 0 0,1 0 1 0 0,-1-1-1 0 0,1 1 1 0 0,0-1-1 0 0,0 1 1 0 0,-1-1-1 0 0,1 1 1 0 0,0-1-1 0 0,0 1 1 0 0,0-4-1 0 0,-1 0 27 0 0,2 1 0 0 0,-1-2 0 0 0,0 1 0 0 0,1 0-1 0 0,0 0 1 0 0,0 0 0 0 0,1-7 0 0 0,1-8 208 0 0,-2 18-77 0 0,-1 14-3 0 0,-59 603 1053 0 0,1-22-240 0 0,55-496-564 0 0,16 150-1 0 0,-11-236-358 0 0,5 40 144 0 0,-6-48-172 0 0,1-1 1 0 0,-1 1-1 0 0,1-1 0 0 0,-1 1 1 0 0,1-1-1 0 0,0 0 0 0 0,0 1 0 0 0,0-1 1 0 0,0 0-1 0 0,1 0 0 0 0,-1 1 1 0 0,0-1-1 0 0,1 0 0 0 0,2 2 1 0 0,-2-4-8 0 0,0 1 0 0 0,0-1 1 0 0,0 1-1 0 0,0-1 1 0 0,0 0-1 0 0,0 0 1 0 0,0 0-1 0 0,0 0 0 0 0,0 0 1 0 0,0 0-1 0 0,0-1 1 0 0,0 1-1 0 0,0-1 0 0 0,0 1 1 0 0,0-1-1 0 0,-1 0 1 0 0,1 0-1 0 0,0 0 1 0 0,3-2-1 0 0,-3 2-9 0 0,34-18 146 0 0,-1 1-769 0 0,-11 6-4059 0 0,-9 21-813 0 0,-2-3 549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52.5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1271 204 9830 0 0,'10'-6'0'0'0,"0"-4"0"0"0,-13 0 0 0 0,-11 0 46 0 0,-7 7 136 0 0,-25-1 155 0 0,2 2 255 0 0,-79 5-1 0 0,72 0-201 0 0,30-2-271 0 0,-201 13 1338 0 0,178-8-1072 0 0,1 1 0 0 0,0 3 0 0 0,-44 15 0 0 0,51-11-10 0 0,0 2-1 0 0,1 1 1 0 0,1 2-1 0 0,0 1 1 0 0,2 2-1 0 0,1 1 1 0 0,0 1-1 0 0,2 2 1 0 0,1 1-1 0 0,1 1 1 0 0,1 2-1 0 0,-29 43 1 0 0,44-56-159 0 0,0 1 1 0 0,2 0-1 0 0,0 1 1 0 0,1 0-1 0 0,-10 39 1 0 0,9-20 192 0 0,1 0-1 0 0,-2 48 1 0 0,9-31 6 0 0,2-1 0 0 0,3 0 0 0 0,2 0 0 0 0,2 0 0 0 0,3-1 0 0 0,2 0 1 0 0,22 56-1 0 0,50 88-60 0 0,-52-126-295 0 0,-21-47-60 0 0,2-1 0 0 0,0 0 0 0 0,1-1 0 0 0,1 0 0 0 0,2-2 0 0 0,0 1 0 0 0,1-2 0 0 0,0-1 0 0 0,41 29 0 0 0,13 1 0 0 0,132 65 0 0 0,-142-81 0 0 0,-33-17 0 0 0,0-1 0 0 0,1-2 0 0 0,0-1 0 0 0,1-2 0 0 0,0-1 0 0 0,51 6 0 0 0,-29-9 0 0 0,0-1 0 0 0,1-4 0 0 0,-1-1 0 0 0,0-3 0 0 0,0-2 0 0 0,0-3 0 0 0,95-28 0 0 0,-104 23-45 0 0,0-1 1 0 0,-2-2 0 0 0,54-30 0 0 0,-76 35 13 0 0,0 0 1 0 0,-1-2-1 0 0,-1 0 1 0 0,0-2 0 0 0,-1 0-1 0 0,-1-1 1 0 0,-1 0-1 0 0,20-27 1 0 0,65-90-1044 0 0,-51 70 243 0 0,64-105 0 0 0,-98 136 603 0 0,-1 1 1 0 0,-2-2-1 0 0,-1 0 1 0 0,-2-1-1 0 0,-1 0 0 0 0,-2 0 1 0 0,-1 0-1 0 0,-2-1 1 0 0,-2 0-1 0 0,-1 0 0 0 0,-1 0 1 0 0,-3 0-1 0 0,0 0 1 0 0,-3 0-1 0 0,-12-44 0 0 0,1 17-265 0 0,-3 1 0 0 0,-3 0-1 0 0,-2 2 1 0 0,-3 1-1 0 0,-47-72 1 0 0,52 96 228 0 0,-1 2 0 0 0,-2 1 0 0 0,-1 2 0 0 0,-1 0 0 0 0,-2 2 0 0 0,0 1 0 0 0,-2 1 0 0 0,-1 2 0 0 0,-58-32 0 0 0,50 36 358 0 0,0 2-1 0 0,-1 2 0 0 0,-1 2 0 0 0,0 2 0 0 0,-1 2 0 0 0,0 1 1 0 0,-1 3-1 0 0,0 1 0 0 0,0 2 0 0 0,0 3 0 0 0,0 1 0 0 0,-68 11 1 0 0,56-2 276 0 0,0 3 0 0 0,0 1 0 0 0,2 4 0 0 0,0 1 0 0 0,1 4 1 0 0,1 1-1 0 0,1 3 0 0 0,1 2 0 0 0,-54 41 0 0 0,83-53-156 0 0,2 0-1 0 0,-24 25 1 0 0,11-5 106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54.7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68 234 9830 0 0,'-10'-6'46'0'0,"6"4"-16"0"0,-1-1 1 0 0,1 0-1 0 0,0 0 1 0 0,0 0-1 0 0,0-1 1 0 0,1 0-1 0 0,-1 1 0 0 0,1-1 1 0 0,0 0-1 0 0,0-1 1 0 0,0 1-1 0 0,0 0 1 0 0,1-1-1 0 0,0 0 1 0 0,-3-8-1 0 0,4 12-30 0 0,1-1 0 0 0,0 1-1 0 0,-1-1 1 0 0,1 0-1 0 0,0 1 1 0 0,0-1-1 0 0,0 1 1 0 0,0-1 0 0 0,0 1-1 0 0,1-1 1 0 0,-1 1-1 0 0,0-1 1 0 0,1 0-1 0 0,-1 1 1 0 0,1 0 0 0 0,-1-1-1 0 0,1 1 1 0 0,0-1-1 0 0,0 1 1 0 0,1-3-1 0 0,1 1 0 0 0,1-4 18 0 0,0 0 1 0 0,0 1 0 0 0,1 0 0 0 0,0 0 0 0 0,0 0 0 0 0,1 1 0 0 0,0 0-1 0 0,0 0 1 0 0,0 0 0 0 0,0 1 0 0 0,10-6 0 0 0,-2 2 138 0 0,1 0 0 0 0,0 1 0 0 0,1 1 0 0 0,17-5 0 0 0,-18 8-34 0 0,0 0 1 0 0,1 1-1 0 0,-1 1 1 0 0,1 0-1 0 0,-1 1 0 0 0,1 1 1 0 0,0 0-1 0 0,-1 1 1 0 0,0 1-1 0 0,1 0 0 0 0,-1 1 1 0 0,27 12-1 0 0,-35-14-65 0 0,-1 1 0 0 0,0 0-1 0 0,0 1 1 0 0,0-1-1 0 0,0 1 1 0 0,0 0 0 0 0,-1 1-1 0 0,0-1 1 0 0,0 1 0 0 0,0 0-1 0 0,0 0 1 0 0,-1 1 0 0 0,0-1-1 0 0,0 1 1 0 0,0 0-1 0 0,-1 0 1 0 0,0 0 0 0 0,0 1-1 0 0,0-1 1 0 0,-1 1 0 0 0,0 0-1 0 0,-1-1 1 0 0,1 1-1 0 0,-1 0 1 0 0,0 0 0 0 0,-1 0-1 0 0,0 0 1 0 0,0 0 0 0 0,0 0-1 0 0,-3 10 1 0 0,0-6 62 0 0,0 1 0 0 0,0-1 0 0 0,-1 0 0 0 0,-1-1 0 0 0,0 1 0 0 0,0-1 0 0 0,-11 15 0 0 0,-56 66 723 0 0,13-18-31 0 0,58-70-792 0 0,0-1 1 0 0,0 1-1 0 0,0 0 1 0 0,0-1 0 0 0,0 1-1 0 0,0 0 1 0 0,1 0-1 0 0,-1 0 1 0 0,1 0 0 0 0,0-1-1 0 0,0 1 1 0 0,0 0-1 0 0,0 0 1 0 0,1 0 0 0 0,-1 0-1 0 0,1 0 1 0 0,0-1-1 0 0,-1 1 1 0 0,1 0 0 0 0,0 0-1 0 0,1-1 1 0 0,-1 1-1 0 0,0-1 1 0 0,1 1 0 0 0,0-1-1 0 0,-1 0 1 0 0,1 1-1 0 0,3 2 1 0 0,9 10 139 0 0,0 0 0 0 0,1-1 0 0 0,16 12 0 0 0,-10-8 50 0 0,-5-4 7 0 0,10 9 185 0 0,28 32 0 0 0,-48-49-352 0 0,-1 1 0 0 0,0-1 0 0 0,-1 1 0 0 0,1 0 0 0 0,-1 0 0 0 0,0 0 0 0 0,-1 1 0 0 0,0-1-1 0 0,0 1 1 0 0,-1 0 0 0 0,2 8 0 0 0,-4-14-32 0 0,0 0-1 0 0,0 0 0 0 0,0 0 1 0 0,0 0-1 0 0,0 1 1 0 0,0-1-1 0 0,-1 0 1 0 0,1 0-1 0 0,-1 0 1 0 0,1 0-1 0 0,-1 0 1 0 0,0 0-1 0 0,0 0 0 0 0,0 0 1 0 0,0 0-1 0 0,0-1 1 0 0,0 1-1 0 0,-1 0 1 0 0,-1 2-1 0 0,-1-1 29 0 0,0 0 1 0 0,1 0-1 0 0,-1 0 0 0 0,0-1 1 0 0,-1 0-1 0 0,1 0 0 0 0,0 0 1 0 0,-8 2-1 0 0,-3 0 72 0 0,0-1 1 0 0,0 0-1 0 0,0-1 0 0 0,-24 0 1 0 0,-17-5 476 0 0,0-3 1 0 0,-64-14 0 0 0,75 11-461 0 0,30 6-90 0 0,-2-3 132 0 0,17 6-173 0 0,-1-1-1 0 0,1 1 1 0 0,0 0-1 0 0,0 0 0 0 0,0-1 1 0 0,-1 1-1 0 0,1 0 0 0 0,0 0 1 0 0,0-1-1 0 0,0 1 1 0 0,0 0-1 0 0,0 0 0 0 0,0-1 1 0 0,-1 1-1 0 0,1 0 0 0 0,0-1 1 0 0,0 1-1 0 0,0 0 0 0 0,0-1 1 0 0,0 1-1 0 0,0 0 1 0 0,0 0-1 0 0,0-1 0 0 0,0 1 1 0 0,0 0-1 0 0,1-1 0 0 0,-1 1 1 0 0,0 0-1 0 0,0-1 1 0 0,0 1-1 0 0,0 0 0 0 0,0 0 1 0 0,0-1-1 0 0,1 1 0 0 0,-1 0 1 0 0,0 0-1 0 0,0-1 0 0 0,1 1 1 0 0,-1 0-1 0 0,0 0 1 0 0,0 0-1 0 0,0-1 0 0 0,1 1 1 0 0,-1 0-1 0 0,12-9 146 0 0,0 2 0 0 0,0-1 0 0 0,1 1 1 0 0,25-9-1 0 0,-17 7-29 0 0,32-14 237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55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260 187 9830 0 0,'4'-9'0'0'0,"-1"0"0"0"0,0 0 0 0 0,-1-1 0 0 0,3-16 0 0 0,-5 25 0 0 0,0 2 0 0 0,0-1 0 0 0,0 0 0 0 0,-1 0 0 0 0,1 0 0 0 0,0 0 0 0 0,0 0 0 0 0,0 1 0 0 0,0-1 0 0 0,0 0 0 0 0,0 0 0 0 0,0 0 0 0 0,-1 0 0 0 0,1 0 0 0 0,0 0 0 0 0,0 0 0 0 0,0 0 0 0 0,0 1 0 0 0,0-1 0 0 0,0 0 0 0 0,-1 0 0 0 0,1 0 0 0 0,0 0 0 0 0,0 0 0 0 0,0 0 0 0 0,0 0 0 0 0,-1 0 0 0 0,1 0 0 0 0,0 0 0 0 0,0 0 0 0 0,0 0 0 0 0,0 0 0 0 0,-1 0 0 0 0,1 0 0 0 0,0 0 0 0 0,0 0 0 0 0,0-1 0 0 0,0 1 0 0 0,0 0 0 0 0,-1 0 0 0 0,1 0 0 0 0,0 0 0 0 0,0 0 0 0 0,0 0 0 0 0,0 0 0 0 0,0 0 0 0 0,0 0 0 0 0,-1-1 0 0 0,1 1 0 0 0,0 0 0 0 0,0 0 0 0 0,0 0 0 0 0,0 0 0 0 0,0 0 0 0 0,0-1 0 0 0,0 1 0 0 0,0 0 0 0 0,0 0 0 0 0,0 0 0 0 0,0 0 0 0 0,0 0 0 0 0,0-1 0 0 0,0 1 0 0 0,0 0 0 0 0,-12 7 93 0 0,1 0-1 0 0,0 1 1 0 0,1 1 0 0 0,-1 0-1 0 0,2 0 1 0 0,-1 1 0 0 0,1 0-1 0 0,1 1 1 0 0,0 0-1 0 0,-10 19 1 0 0,-3 5 320 0 0,3 1 1 0 0,-24 61-1 0 0,39-88-344 0 0,0 1 0 0 0,0 0 0 0 0,1-1 1 0 0,0 1-1 0 0,1 0 0 0 0,0 0 0 0 0,0 0 0 0 0,1 0 0 0 0,1 0 1 0 0,-1 0-1 0 0,2 0 0 0 0,3 17 0 0 0,-2-20-4 0 0,-1 0-1 0 0,1 0 1 0 0,1-1-1 0 0,-1 1 1 0 0,1-1 0 0 0,0 0-1 0 0,1 0 1 0 0,0 0-1 0 0,0 0 1 0 0,0-1 0 0 0,0 0-1 0 0,1 0 1 0 0,0 0 0 0 0,0-1-1 0 0,0 0 1 0 0,0 0-1 0 0,10 4 1 0 0,0-1 61 0 0,0-2-1 0 0,1 0 1 0 0,-1 0 0 0 0,1-1-1 0 0,0-2 1 0 0,1 1 0 0 0,-1-2 0 0 0,0 0-1 0 0,22-3 1 0 0,6-1 299 0 0,0-3 0 0 0,54-14 1 0 0,-77 15-212 0 0,0-1 1 0 0,0-1-1 0 0,-1-1 1 0 0,0 0-1 0 0,35-21 1 0 0,-49 24-209 0 0,-1 1 0 0 0,1-1 1 0 0,-1 0-1 0 0,0 0 0 0 0,0-1 1 0 0,-1 0-1 0 0,0 0 0 0 0,0 0 0 0 0,0 0 1 0 0,-1-1-1 0 0,0 0 0 0 0,0 0 1 0 0,-1 0-1 0 0,1 0 0 0 0,-2-1 1 0 0,1 1-1 0 0,-1-1 0 0 0,0 0 0 0 0,1-14 1 0 0,-2 4-76 0 0,-1 0 1 0 0,-1 0 0 0 0,-1 0 0 0 0,-1 0-1 0 0,0 0 1 0 0,-1 1 0 0 0,-1-1 0 0 0,0 1 0 0 0,-1 1-1 0 0,-1-1 1 0 0,-1 1 0 0 0,-1 0 0 0 0,0 0-1 0 0,-1 1 1 0 0,0 1 0 0 0,-1-1 0 0 0,-1 2-1 0 0,0 0 1 0 0,-1 0 0 0 0,0 1 0 0 0,-1 0-1 0 0,0 2 1 0 0,-1-1 0 0 0,0 2 0 0 0,-1 0 0 0 0,0 1-1 0 0,0 0 1 0 0,-1 2 0 0 0,-31-9 0 0 0,-4 4 363 0 0,-1 2 1 0 0,1 3 0 0 0,-86 1-1 0 0,64 3-30 0 0,-16 8 105 0 0,73-3-227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55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1662 26 9830 0 0,'-50'-9'368'0'0,"-1"2"0"0"0,0 1 0 0 0,0 4-1 0 0,0 1 1 0 0,-1 2 0 0 0,1 3 0 0 0,0 2 0 0 0,1 3-1 0 0,0 1 1 0 0,0 3 0 0 0,1 1 0 0 0,-48 23 0 0 0,26-7 225 0 0,2 4 0 0 0,2 2 0 0 0,1 4 0 0 0,2 2 0 0 0,2 3 0 0 0,2 2 0 0 0,-76 79 0 0 0,96-85-179 0 0,2 3-1 0 0,2 1 0 0 0,2 2 0 0 0,2 1 0 0 0,2 1 0 0 0,2 1 0 0 0,3 2 1 0 0,-33 96-1 0 0,48-116-217 0 0,1 1 0 0 0,2 1 0 0 0,1-1 0 0 0,1 1 1 0 0,2 0-1 0 0,2 0 0 0 0,1 0 0 0 0,2 0 0 0 0,1 0 0 0 0,1 0 1 0 0,2 0-1 0 0,1-1 0 0 0,2 0 0 0 0,1-1 0 0 0,30 63 1 0 0,-20-60-197 0 0,1-1 0 0 0,2-1 0 0 0,2-1 0 0 0,1-1 0 0 0,1-1 0 0 0,1-2 0 0 0,2 0 0 0 0,50 35 0 0 0,0-9 0 0 0,1-4 0 0 0,128 59 0 0 0,-114-68 0 0 0,1-4 0 0 0,2-4 0 0 0,1-4 0 0 0,1-5 0 0 0,1-4 0 0 0,1-4 0 0 0,1-5 0 0 0,122-3 0 0 0,-117-12-216 0 0,-1-4 0 0 0,-1-6 0 0 0,208-53 0 0 0,-264 52-177 0 0,0-1 0 0 0,-2-3 0 0 0,0-1 0 0 0,-1-3 0 0 0,-1-2 0 0 0,-1-2 0 0 0,41-33-1 0 0,-56 37 119 0 0,-2-2 0 0 0,0-1 0 0 0,-2-2 0 0 0,-1 0 0 0 0,-2-2 0 0 0,0 0 0 0 0,-2-2 0 0 0,-2 0 0 0 0,0-1-1 0 0,17-47 1 0 0,-21 38-72 0 0,-2-2-1 0 0,-2 0 0 0 0,-2 0 1 0 0,-2-1-1 0 0,-2 0 0 0 0,-2 0 0 0 0,-1 0 1 0 0,-3 0-1 0 0,-2 0 0 0 0,-1 0 1 0 0,-18-75-1 0 0,7 63-105 0 0,-1 0 0 0 0,-4 2 0 0 0,-1 0 0 0 0,-3 1 0 0 0,-3 2 0 0 0,-1 0 0 0 0,-3 2 0 0 0,-56-70 0 0 0,55 83 326 0 0,-1 2 1 0 0,-2 1-1 0 0,-1 2 1 0 0,-1 1-1 0 0,-2 2 1 0 0,-1 1-1 0 0,-1 3 1 0 0,-1 1-1 0 0,-80-32 1 0 0,69 37 235 0 0,-1 2 0 0 0,-1 3 1 0 0,0 2-1 0 0,-1 3 1 0 0,0 2-1 0 0,0 2 0 0 0,-1 3 1 0 0,-65 6-1 0 0,29 4 1056 0 0,-176 39 0 0 0,209-31-544 0 0,1 2-1 0 0,0 3 0 0 0,-102 52 1 0 0,109-42-198 0 0,11 0-37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3.8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1986 100 9830 0 0,'4'-1'-8'0'0,"16"-24"62"0"0,-15 14 173 0 0,-2 1 1 0 0,-2-2-183 0 0,2 1-46 0 0,2-1-5 0 0,-3 2 4 0 0,-2 9 3 0 0,0 1 1 0 0,-1-1-1 0 0,1 1 0 0 0,0 0 1 0 0,0-1-1 0 0,-1 1 0 0 0,1-1 1 0 0,0 1-1 0 0,-1 0 0 0 0,1-1 1 0 0,0 1-1 0 0,-1 0 0 0 0,1 0 1 0 0,-1-1-1 0 0,1 1 0 0 0,0 0 1 0 0,-1 0-1 0 0,1 0 0 0 0,-1-1 1 0 0,1 1-1 0 0,-1 0 0 0 0,1 0 1 0 0,0 0-1 0 0,-1 0 0 0 0,1 0 1 0 0,-1 0-1 0 0,1 0 0 0 0,-1 0 1 0 0,1 0-1 0 0,-1 0 0 0 0,1 0 1 0 0,-1 0-1 0 0,-23 7 272 0 0,1 1 0 0 0,0 1 0 0 0,-42 22-1 0 0,37-17-106 0 0,-406 230 3055 0 0,214-115-1536 0 0,45-31-388 0 0,-231 137 1745 0 0,-52 39 452 0 0,344-211-2218 0 0,101-57-1232 0 0,-5-4 0 0 0,17-2-38 0 0,1 0 0 0 0,-1 1 0 0 0,1-1-1 0 0,0 0 1 0 0,-1 0 0 0 0,1 0 0 0 0,-1 0-1 0 0,1 0 1 0 0,-1 0 0 0 0,1 0 0 0 0,0 0-1 0 0,-1 0 1 0 0,1 0 0 0 0,-1 0 0 0 0,1 0-1 0 0,-1 0 1 0 0,1 0 0 0 0,0-1 0 0 0,-1 1 0 0 0,1 0-1 0 0,-1 0 1 0 0,1 0 0 0 0,0-1 0 0 0,-1 1-1 0 0,1 0 1 0 0,0 0 0 0 0,-1-1 0 0 0,1 1-1 0 0,0 0 1 0 0,-1-1 0 0 0,1 1 0 0 0,0 0-1 0 0,0-1 1 0 0,-1 1 0 0 0,1-1 0 0 0,0 0-1 0 0,25-17 188 0 0,3 8-156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4.5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90 9830 0 0,'-25'-30'614'0'0,"-23"-20"-181"0"0,40 41-388 0 0,36 24 261 0 0,34 18 66 0 0,145 96 2607 0 0,372 168-1 0 0,243 42 2858 0 0,-700-291-4928 0 0,854 300 785 0 0,-509-189-1473 0 0,-462-158-220 0 0,0 1 0 0 0,0-1 0 0 0,-1 1 0 0 0,1 1 0 0 0,0-1 0 0 0,-1 1 0 0 0,1 0 0 0 0,-1 0 0 0 0,0 0 0 0 0,8 7 0 0 0,-9-2 0 0 0,-4 5 0 0 0,-6 1 0 0 0,3-3 0 0 0,3-1 0 0 0,-1 3 0 0 0,1-1 0 0 0,1-10 0 0 0,0-1 0 0 0,0 1 0 0 0,-1 0 0 0 0,1-1 0 0 0,0 1 0 0 0,-1-1 0 0 0,1 1 0 0 0,-1-1 0 0 0,1 0 0 0 0,-1 1 0 0 0,0-1 0 0 0,0 1 0 0 0,1-1 0 0 0,-1 0 0 0 0,0 0 0 0 0,0 1 0 0 0,-2 0 0 0 0,-1 2 0 0 0,-2 3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6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5 131 9830 0 0,'21'-52'0'0'0,"-16"42"0"0"0,-1 0 0 0 0,0 0 0 0 0,0-1 0 0 0,3-16 0 0 0,-4 16 0 0 0,-10 46 367 0 0,1 1 0 0 0,1-1 0 0 0,0 47 0 0 0,2-30-83 0 0,-7 57 438 0 0,-5 176 1514 0 0,14-285-2235 0 0,1 0 1 0 0,0 1 0 0 0,0-1-1 0 0,0 0 1 0 0,0 0-1 0 0,0 0 1 0 0,0 0 0 0 0,0 1-1 0 0,0-1 1 0 0,0 0-1 0 0,0 0 1 0 0,0 0 0 0 0,0 0-1 0 0,0 0 1 0 0,0 1 0 0 0,0-1-1 0 0,0 0 1 0 0,0 0-1 0 0,0 0 1 0 0,0 0 0 0 0,0 1-1 0 0,0-1 1 0 0,0 0-1 0 0,0 0 1 0 0,0 0 0 0 0,0 0-1 0 0,0 1 1 0 0,1-1 0 0 0,-1 0-1 0 0,0 0 1 0 0,0 0-1 0 0,0 0 1 0 0,0 0 0 0 0,0 0-1 0 0,0 0 1 0 0,0 1-1 0 0,1-1 1 0 0,-1 0 0 0 0,0 0-1 0 0,0 0 1 0 0,0 0 0 0 0,0 0-1 0 0,1 0 1 0 0,-1 0-1 0 0,0 0 1 0 0,0 0 0 0 0,0 0-1 0 0,0 0 1 0 0,1 0-1 0 0,-1 0 1 0 0,0 0 0 0 0,0 0-1 0 0,0 0 1 0 0,0 0 0 0 0,1 0-1 0 0,-1 0 1 0 0,0 0-1 0 0,0 0 1 0 0,0 0 0 0 0,0 0-1 0 0,0 0 1 0 0,1 0 0 0 0,-1 0-1 0 0,0 0 1 0 0,0-1-1 0 0,0 1 1 0 0,0 0 0 0 0,43-36 592 0 0,-31 22-321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6.6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0 9830 0 0,'-11'10'123'0'0,"0"0"1"0"0,0 0-1 0 0,2 1 0 0 0,-1 0 1 0 0,1 1-1 0 0,1 0 0 0 0,0 1 1 0 0,1-1-1 0 0,0 2 0 0 0,1-1 1 0 0,0 1-1 0 0,1-1 0 0 0,1 1 1 0 0,0 1-1 0 0,-3 24 0 0 0,6-27-26 0 0,-1 0-1 0 0,2-1 1 0 0,0 1 0 0 0,0-1-1 0 0,1 1 1 0 0,0 0 0 0 0,1-1-1 0 0,0 1 1 0 0,1-1-1 0 0,1 0 1 0 0,-1 0 0 0 0,2 0-1 0 0,-1-1 1 0 0,2 1 0 0 0,-1-1-1 0 0,2 0 1 0 0,-1 0-1 0 0,1-1 1 0 0,0 0 0 0 0,12 10-1 0 0,-8-10 27 0 0,0 0-1 0 0,1-1 1 0 0,0-1-1 0 0,0 0 1 0 0,1-1-1 0 0,0 0 1 0 0,0-1 0 0 0,1 0-1 0 0,0-1 1 0 0,14 2-1 0 0,-17-3-35 0 0,0-2 1 0 0,1 1-1 0 0,-1-1 0 0 0,1-1 0 0 0,-1 0 1 0 0,0-1-1 0 0,1 0 0 0 0,-1-1 0 0 0,0 0 1 0 0,1-1-1 0 0,-1 0 0 0 0,-1-1 0 0 0,13-5 1 0 0,-19 7-62 0 0,0 0 1 0 0,-1-1-1 0 0,1 1 1 0 0,-1-1-1 0 0,0 0 1 0 0,1 0-1 0 0,-1 0 1 0 0,0 0-1 0 0,-1 0 1 0 0,1-1-1 0 0,-1 1 1 0 0,1-1-1 0 0,-1 0 1 0 0,0 0-1 0 0,2-7 1 0 0,-1 3-43 0 0,-2 0 0 0 0,1 1 0 0 0,-1-1-1 0 0,0 0 1 0 0,-1 0 0 0 0,0 0 0 0 0,0 0 0 0 0,-2-9 0 0 0,-2-8-109 0 0,-2 1 0 0 0,0 0 0 0 0,-2 0 0 0 0,-15-34 1 0 0,17 45 79 0 0,0 1 1 0 0,-1-1-1 0 0,0 1 1 0 0,-1 1 0 0 0,0-1-1 0 0,-1 1 1 0 0,-1 1 0 0 0,1-1-1 0 0,-2 2 1 0 0,1-1-1 0 0,-24-14 1 0 0,27 19 73 0 0,-1 1 0 0 0,0 1-1 0 0,0-1 1 0 0,0 1 0 0 0,0 1-1 0 0,0-1 1 0 0,-1 1 0 0 0,1 1 0 0 0,-1-1-1 0 0,0 2 1 0 0,1-1 0 0 0,-1 1 0 0 0,0 0-1 0 0,1 1 1 0 0,-1 0 0 0 0,1 1 0 0 0,-1-1-1 0 0,1 2 1 0 0,-1-1 0 0 0,-14 8 0 0 0,12-6 54 0 0,1 1 0 0 0,0 1 1 0 0,-17 11-1 0 0,24-15-66 0 0,0 1 0 0 0,1-1 0 0 0,-1 1 0 0 0,0 0 0 0 0,1 0 0 0 0,-1 0 0 0 0,1 0 0 0 0,0 1 0 0 0,0-1 0 0 0,1 1 0 0 0,-1-1 0 0 0,0 1 0 0 0,1-1 0 0 0,0 1 0 0 0,-1 4 0 0 0,1 11 133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9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13 14281 0 0,'1'-1'163'0'0,"0"0"0"0"0,0 0 0 0 0,0 0-1 0 0,-1 0 1 0 0,1 0 0 0 0,0 1-1 0 0,1-1 1 0 0,-1 0 0 0 0,0 0 0 0 0,0 1-1 0 0,0-1 1 0 0,0 1 0 0 0,0-1 0 0 0,1 1-1 0 0,-1-1 1 0 0,0 1 0 0 0,1 0 0 0 0,-1 0-1 0 0,0 0 1 0 0,0-1 0 0 0,1 1-1 0 0,-1 0 1 0 0,0 1 0 0 0,1-1 0 0 0,-1 0-1 0 0,0 0 1 0 0,1 0 0 0 0,-1 1 0 0 0,0-1-1 0 0,0 1 1 0 0,0-1 0 0 0,1 1 0 0 0,-1-1-1 0 0,2 3 1 0 0,-1-1-24 0 0,0 0-1 0 0,0 1 1 0 0,-1 0-1 0 0,1-1 1 0 0,0 1-1 0 0,-1 0 1 0 0,0 0-1 0 0,0 0 1 0 0,0 0-1 0 0,0 0 1 0 0,0 0-1 0 0,0 0 1 0 0,-1 0-1 0 0,0 5 1 0 0,1 6 181 0 0,-2 0 1 0 0,0 0 0 0 0,-1 0-1 0 0,0 0 1 0 0,-1 0 0 0 0,-1-1-1 0 0,0 1 1 0 0,-1-1 0 0 0,0 0-1 0 0,-11 19 1 0 0,1-5 175 0 0,-2 0 1 0 0,0-2-1 0 0,-37 42 0 0 0,51-64-673 0 0,-1 1 1 0 0,1-1-1 0 0,-1 1 0 0 0,0-1 0 0 0,0 0 0 0 0,-1-1 0 0 0,1 1 1 0 0,-1-1-1 0 0,1 1 0 0 0,-1-2 0 0 0,0 1 0 0 0,1 0 1 0 0,-1-1-1 0 0,-5 1 0 0 0,-10-15-5805 0 0,14-11-4372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0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13637 0 0,'25'-61'4632'0'0,"-23"67"-3867"0"0,2 18-11 0 0,-2 0 0 0 0,0 0 0 0 0,-2 37 1 0 0,1 28 727 0 0,5-10-390 0 0,2-3 184 0 0,-4 0-1 0 0,-10 130 0 0 0,6-187-3907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0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438 25 12905 0 0,'1'0'35'0'0,"0"-1"-1"0"0,0 0 1 0 0,0 0-1 0 0,0 0 1 0 0,0 0-1 0 0,-1 0 1 0 0,1-1-1 0 0,0 1 1 0 0,-1 0 0 0 0,1 0-1 0 0,-1 0 1 0 0,1 0-1 0 0,-1-1 1 0 0,0 1-1 0 0,1 0 1 0 0,-1-2-1 0 0,0 3 19 0 0,-1-1-1 0 0,1 1 1 0 0,0 0-1 0 0,0-1 1 0 0,-1 1-1 0 0,1 0 1 0 0,0 0-1 0 0,-1-1 1 0 0,1 1-1 0 0,-1 0 1 0 0,1 0-1 0 0,0 0 1 0 0,-1-1-1 0 0,1 1 1 0 0,0 0-1 0 0,-1 0 1 0 0,1 0-1 0 0,-1 0 1 0 0,1 0-1 0 0,-1 0 1 0 0,1 0-1 0 0,0 0 1 0 0,-1 0-1 0 0,1 0 1 0 0,-1 0-1 0 0,1 0 1 0 0,0 0-1 0 0,-1 0 1 0 0,0 1-1 0 0,-34 10 1128 0 0,20-3-877 0 0,2 1 0 0 0,-1 0 0 0 0,2 1-1 0 0,-1 0 1 0 0,1 1 0 0 0,1 1 0 0 0,0 0-1 0 0,0 0 1 0 0,1 1 0 0 0,1 0 0 0 0,0 1-1 0 0,1 0 1 0 0,0 0 0 0 0,-7 20 0 0 0,13-27-198 0 0,0 1 1 0 0,1 0 0 0 0,0-1 0 0 0,0 1 0 0 0,0 0 0 0 0,1 0-1 0 0,0 0 1 0 0,1 0 0 0 0,-1 0 0 0 0,2-1 0 0 0,-1 1 0 0 0,1 0-1 0 0,0-1 1 0 0,1 1 0 0 0,-1-1 0 0 0,8 13 0 0 0,6 9 168 0 0,2 0 1 0 0,35 45 0 0 0,-12-19 61 0 0,-31-41-216 0 0,-1 1 0 0 0,0 0 0 0 0,-1 0 0 0 0,0 1 0 0 0,-1 0 1 0 0,5 21-1 0 0,-11-31 15 0 0,1 0 0 0 0,-1 1 0 0 0,-1-1 0 0 0,1 0 0 0 0,-1 0 0 0 0,0 1 0 0 0,-1-1 0 0 0,1 0 0 0 0,-1 1 0 0 0,0-1 0 0 0,-1 0 0 0 0,0 0 0 0 0,0 0 0 0 0,0 0 0 0 0,-1 0 0 0 0,1-1 0 0 0,-1 1 0 0 0,-1-1 0 0 0,1 1 0 0 0,-8 7 1 0 0,4-5 64 0 0,0-1 0 0 0,0 0 0 0 0,-1 0 0 0 0,0-1 0 0 0,-1 0 0 0 0,1 0 0 0 0,-1-1 0 0 0,0 0 1 0 0,0-1-1 0 0,-1 0 0 0 0,0 0 0 0 0,1-1 0 0 0,-1 0 0 0 0,0-1 0 0 0,0 0 0 0 0,-1-1 1 0 0,-14 1-1 0 0,8-2-327 0 0,1-1 1 0 0,-1-1 0 0 0,1 0-1 0 0,0-1 1 0 0,0-1 0 0 0,0 0-1 0 0,1-1 1 0 0,-1-1-1 0 0,1 0 1 0 0,-18-11 0 0 0,28 14-410 0 0,-25-17-4726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1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 13457 0 0,'2'-5'37'0'0,"0"0"0"0"0,1 0 0 0 0,-1 1-1 0 0,1-1 1 0 0,0 1 0 0 0,1-1 0 0 0,-1 1 0 0 0,1 0-1 0 0,0 0 1 0 0,0 1 0 0 0,0-1 0 0 0,0 1 0 0 0,1 0-1 0 0,-1 0 1 0 0,1 0 0 0 0,9-3 0 0 0,1-1 262 0 0,-1 2 1 0 0,1 0 0 0 0,0 0 0 0 0,25-3-1 0 0,-30 6-154 0 0,-1 2-1 0 0,1-1 0 0 0,-1 1 1 0 0,0 1-1 0 0,1 0 0 0 0,-1 0 1 0 0,0 0-1 0 0,1 1 1 0 0,-1 1-1 0 0,0 0 0 0 0,10 5 1 0 0,-15-7-70 0 0,-1 1 0 0 0,0 0 1 0 0,0 0-1 0 0,1 0 0 0 0,-1 0 1 0 0,0 0-1 0 0,-1 1 1 0 0,1-1-1 0 0,0 1 0 0 0,-1 0 1 0 0,0 0-1 0 0,1 0 1 0 0,-1 0-1 0 0,0 0 0 0 0,-1 1 1 0 0,1-1-1 0 0,0 0 0 0 0,-1 1 1 0 0,0-1-1 0 0,0 1 1 0 0,0 0-1 0 0,0-1 0 0 0,-1 1 1 0 0,1 0-1 0 0,-1 0 1 0 0,0-1-1 0 0,0 1 0 0 0,0 0 1 0 0,-1 0-1 0 0,-1 7 0 0 0,-6 15 365 0 0,0-1 0 0 0,-2 0-1 0 0,-1 0 1 0 0,-1-1-1 0 0,-1 0 1 0 0,-30 40 0 0 0,19-27 1207 0 0,-31 59 0 0 0,54-94-1560 0 0,0 0 0 0 0,0 0 0 0 0,0 0 0 0 0,0 0 0 0 0,1 1 0 0 0,-1-1 0 0 0,1 0 0 0 0,-1 0 0 0 0,1 0 0 0 0,0 0 0 0 0,0 1 0 0 0,0-1 0 0 0,0 0 0 0 0,0 0 0 0 0,0 0 0 0 0,1 0 0 0 0,-1 1 0 0 0,1-1 0 0 0,0 0 0 0 0,-1 0 0 0 0,1 0 0 0 0,0 0 0 0 0,1 2 0 0 0,1-1-7 0 0,-1 0 0 0 0,1-1 0 0 0,0 1-1 0 0,0-1 1 0 0,0 0 0 0 0,0 0 0 0 0,0 0-1 0 0,0 0 1 0 0,1 0 0 0 0,-1 0 0 0 0,1-1 0 0 0,4 2-1 0 0,11 2-58 0 0,0-1-1 0 0,1-1 0 0 0,-1-1 0 0 0,21 0 1 0 0,1-1-1204 0 0,0-2 0 0 0,-1-2 0 0 0,1-1 0 0 0,55-13 1 0 0,-14-8-4370 0 0,0-9-3530 0 0,-50 19 2237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1 12449 0 0,'-5'-1'267'0'0,"-10"1"94"0"0,0 1 1 0 0,1 0-1 0 0,-1 1 1 0 0,0 0-1 0 0,1 1 1 0 0,0 1-1 0 0,-1 0 1 0 0,2 1-1 0 0,-1 1 1 0 0,0 0-1 0 0,1 1 1 0 0,-18 12-1 0 0,13-7 103 0 0,0 1 0 0 0,0 0-1 0 0,2 2 1 0 0,0-1 0 0 0,0 2 0 0 0,2 0 0 0 0,0 1-1 0 0,-12 20 1 0 0,23-33-328 0 0,0 0 1 0 0,0 1-1 0 0,1 0 0 0 0,0 0 0 0 0,0-1 0 0 0,0 1 1 0 0,0 0-1 0 0,1 1 0 0 0,0-1 0 0 0,0 0 0 0 0,0 0 1 0 0,1 0-1 0 0,-1 1 0 0 0,2-1 0 0 0,-1 0 0 0 0,0 1 1 0 0,1-1-1 0 0,0 0 0 0 0,3 10 0 0 0,-2-10-64 0 0,1 0-1 0 0,0-1 0 0 0,0 1 1 0 0,0-1-1 0 0,1 0 0 0 0,-1 1 1 0 0,1-2-1 0 0,0 1 1 0 0,0 0-1 0 0,1-1 0 0 0,-1 0 1 0 0,1 0-1 0 0,-1 0 1 0 0,1 0-1 0 0,0-1 0 0 0,0 0 1 0 0,0 0-1 0 0,0 0 1 0 0,6 1-1 0 0,10 3-10 0 0,1-1 1 0 0,0-1-1 0 0,-1-1 0 0 0,1-1 1 0 0,0-1-1 0 0,1-1 0 0 0,-1 0 1 0 0,0-2-1 0 0,0-1 0 0 0,-1 0 1 0 0,42-13-1 0 0,-61 15-60 0 0,0 0 0 0 0,1 0 0 0 0,-1 0 0 0 0,0 0-1 0 0,0 0 1 0 0,0-1 0 0 0,0 1 0 0 0,0 0 0 0 0,-1-1 0 0 0,1 0 0 0 0,0 1-1 0 0,-1-1 1 0 0,1 0 0 0 0,-1 0 0 0 0,0 0 0 0 0,1 0 0 0 0,-1 0-1 0 0,0 0 1 0 0,0 0 0 0 0,0 0 0 0 0,1-5 0 0 0,-2 2 1 0 0,1 0-1 0 0,-1 0 1 0 0,0 0 0 0 0,0 0 0 0 0,0 0 0 0 0,-1 0-1 0 0,0 0 1 0 0,0 0 0 0 0,0 1 0 0 0,-2-6-1 0 0,-4-7-3 0 0,0 1 0 0 0,-1 0 0 0 0,0 0 0 0 0,-1 1 0 0 0,-12-15 0 0 0,15 23-1 0 0,1 0 0 0 0,-1 1 0 0 0,0 0 0 0 0,0 0 0 0 0,-13-9 0 0 0,16 13-118 0 0,0 0-1 0 0,-1 0 1 0 0,1 0-1 0 0,-1 1 1 0 0,1 0-1 0 0,-1-1 1 0 0,1 1 0 0 0,-1 1-1 0 0,0-1 1 0 0,0 0-1 0 0,1 1 1 0 0,-1 0-1 0 0,0 0 1 0 0,0 0-1 0 0,1 0 1 0 0,-1 1-1 0 0,-6 1 1 0 0,-1 1-623 0 0,0 0 0 0 0,0 1 0 0 0,0 1 0 0 0,-13 8 0 0 0,20-11 131 0 0,0 1 0 0 0,1-1 0 0 0,-1 1 0 0 0,1 0 0 0 0,0 0 0 0 0,0 0 0 0 0,-5 6 1 0 0,7-7 155 0 0,0 0 1 0 0,0 0 0 0 0,0 0 0 0 0,0-1 0 0 0,0 1 0 0 0,1 0 0 0 0,-1 0 0 0 0,1 0-1 0 0,-1 0 1 0 0,1 0 0 0 0,0 0 0 0 0,0 0 0 0 0,0 0 0 0 0,0 1 0 0 0,0-1 0 0 0,0 0-1 0 0,1 3 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2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1 11421 0 0,'0'0'3152'0'0,"-3"4"-2409"0"0,-5 10-231 0 0,1 0 0 0 0,0 1 0 0 0,1 0 0 0 0,0 1 0 0 0,-4 18 0 0 0,-11 30 437 0 0,3-20-271 0 0,-3 0 0 0 0,-1-2 0 0 0,-2 0 0 0 0,-2-1 0 0 0,-2-2 0 0 0,-65 71 0 0 0,90-107-796 0 0,-1 1 0 0 0,0-1 1 0 0,0 0-1 0 0,0 0 0 0 0,0 0 1 0 0,0-1-1 0 0,0 0 0 0 0,-1 0 1 0 0,1 0-1 0 0,-7 2 0 0 0,7-3-1035 0 0,-3-26-2442 0 0,7 19 2772 0 0,1 1 0 0 0,-1-1 1 0 0,1 1-1 0 0,0 0 0 0 0,0 0 1 0 0,0-1-1 0 0,1 1 1 0 0,0 0-1 0 0,0 0 0 0 0,0 0 1 0 0,6-8-1 0 0,10-15-5489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2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15 137 11017 0 0,'-9'-64'-2762'0'0,"9"62"2657"0"0,-5-29 10472 0 0,6 25-9398 0 0,8 1-649 0 0,-1 1 0 0 0,2 0 0 0 0,-1 0 0 0 0,0 0 0 0 0,1 1 0 0 0,0 1 0 0 0,-1 0 0 0 0,1 0 0 0 0,0 1 0 0 0,11-1 0 0 0,-5 2-116 0 0,-1-1 0 0 0,1 2-1 0 0,0 0 1 0 0,0 1-1 0 0,-1 1 1 0 0,16 4 0 0 0,-26-6-163 0 0,-1 0 1 0 0,1 1 0 0 0,0 0-1 0 0,-1-1 1 0 0,1 2 0 0 0,-1-1-1 0 0,1 0 1 0 0,-1 1-1 0 0,0 0 1 0 0,0 0 0 0 0,0 0-1 0 0,-1 0 1 0 0,1 1 0 0 0,-1-1-1 0 0,1 1 1 0 0,-1 0 0 0 0,-1 0-1 0 0,1 0 1 0 0,0 1 0 0 0,-1-1-1 0 0,0 0 1 0 0,0 1 0 0 0,0 0-1 0 0,-1-1 1 0 0,1 1 0 0 0,-1 0-1 0 0,0 0 1 0 0,-1 0 0 0 0,1 0-1 0 0,-1 0 1 0 0,0 0 0 0 0,0 0-1 0 0,-1 6 1 0 0,-3 5 137 0 0,0 0-1 0 0,0 1 1 0 0,-2-1 0 0 0,0-1-1 0 0,0 1 1 0 0,-2-1 0 0 0,0 0-1 0 0,-16 21 1 0 0,2-7 472 0 0,-1 0 0 0 0,-33 28 0 0 0,27-27 914 0 0,-33 42-1 0 0,59-70-1435 0 0,2-1-125 0 0,1-1 0 0 0,-1 1 1 0 0,0 0-1 0 0,0 0 0 0 0,0 0 1 0 0,1 0-1 0 0,-1 0 1 0 0,1-1-1 0 0,-1 1 0 0 0,1 0 1 0 0,-1 0-1 0 0,1 0 0 0 0,-1 0 1 0 0,1 1-1 0 0,0-1 0 0 0,-1 0 1 0 0,1 0-1 0 0,0 0 1 0 0,0 0-1 0 0,0 0 0 0 0,0 0 1 0 0,0 3-1 0 0,5 12-4 0 0,-2-13 0 0 0,-1 0 1 0 0,2 1-1 0 0,-1-1 0 0 0,0-1 1 0 0,1 1-1 0 0,-1 0 1 0 0,1-1-1 0 0,0 0 0 0 0,0 0 1 0 0,0 0-1 0 0,0 0 0 0 0,0-1 1 0 0,0 1-1 0 0,7 0 1 0 0,70 10-15 0 0,-59-9-1 0 0,-6-2-1250 0 0,1 0-1 0 0,0-1 1 0 0,-1-1 0 0 0,21-3 0 0 0,65-19-14264 0 0,-74 15 6496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3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275 56 15253 0 0,'1'-3'-4'0'0,"0"1"0"0"0,0-1-1 0 0,0 0 1 0 0,0 0 0 0 0,0 0-1 0 0,1 0 1 0 0,-1 1 0 0 0,1-1-1 0 0,0 1 1 0 0,-1-1-1 0 0,1 1 1 0 0,0 0 0 0 0,1 0-1 0 0,-1-1 1 0 0,0 1 0 0 0,1 1-1 0 0,-1-1 1 0 0,1 0 0 0 0,-1 1-1 0 0,1-1 1 0 0,0 1-1 0 0,0 0 1 0 0,-1 0 0 0 0,1 0-1 0 0,0 0 1 0 0,0 0 0 0 0,0 1-1 0 0,0-1 1 0 0,0 1 0 0 0,0 0-1 0 0,0 0 1 0 0,1 0 0 0 0,-1 0-1 0 0,0 1 1 0 0,0-1-1 0 0,0 1 1 0 0,5 2 0 0 0,-3-2 57 0 0,0 0 1 0 0,0 1 0 0 0,1 0 0 0 0,-1 0 0 0 0,-1 0-1 0 0,1 1 1 0 0,0-1 0 0 0,-1 1 0 0 0,1 0-1 0 0,-1 1 1 0 0,0-1 0 0 0,0 1 0 0 0,0 0 0 0 0,0 0-1 0 0,-1 0 1 0 0,0 0 0 0 0,0 0 0 0 0,0 1-1 0 0,0 0 1 0 0,-1-1 0 0 0,3 8 0 0 0,-3-5 92 0 0,-1 1 0 0 0,0-1-1 0 0,0 1 1 0 0,0-1 0 0 0,-1 1 0 0 0,-1-1 0 0 0,1 1 0 0 0,-1-1 0 0 0,-1 1 0 0 0,1-1-1 0 0,-1 1 1 0 0,0-1 0 0 0,-4 7 0 0 0,-4 8 528 0 0,-1-1 1 0 0,-26 36-1 0 0,27-44-302 0 0,1 1 1 0 0,0 0-1 0 0,1 0 0 0 0,0 1 0 0 0,1 0 0 0 0,1 0 0 0 0,0 1 0 0 0,-4 20 1 0 0,9-18-77 0 0,1 1 1 0 0,0 0 0 0 0,2 0 0 0 0,0 0-1 0 0,1 0 1 0 0,1-1 0 0 0,7 21 0 0 0,-4-14 109 0 0,-1 0 0 0 0,4 48 1 0 0,-10-65-223 0 0,0 1 0 0 0,0 0 1 0 0,-1-1-1 0 0,0 1 0 0 0,-1-1 0 0 0,0 1 1 0 0,0-1-1 0 0,-1 0 0 0 0,0 0 0 0 0,0 0 1 0 0,-1 0-1 0 0,-7 12 0 0 0,7-15-60 0 0,0 1-1 0 0,0-1 0 0 0,-1 0 1 0 0,0 0-1 0 0,0-1 1 0 0,0 1-1 0 0,0-1 1 0 0,-1 0-1 0 0,0 0 1 0 0,1-1-1 0 0,-2 0 1 0 0,1 0-1 0 0,-11 4 1 0 0,-5-1-2213 0 0,-1-1 0 0 0,-40 4 0 0 0,44-7-1800 0 0,0 1 0 0 0,0 0 0 0 0,-33 11 0 0 0,21 0-3835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3.8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82 14281 0 0,'-2'-1'90'0'0,"1"0"0"0"0,0 0 0 0 0,0 0-1 0 0,-1 0 1 0 0,1 0 0 0 0,0 0 0 0 0,0 0 0 0 0,0 0-1 0 0,0-1 1 0 0,0 1 0 0 0,1 0 0 0 0,-1-1-1 0 0,0 1 1 0 0,0-1 0 0 0,1 1 0 0 0,-1-1 0 0 0,1 1-1 0 0,0-1 1 0 0,-1 1 0 0 0,1-1 0 0 0,0 1 0 0 0,0-3-1 0 0,1 2 2 0 0,0 0 0 0 0,1 0 0 0 0,-1 0 0 0 0,0 0 0 0 0,1 1 1 0 0,0-1-1 0 0,-1 1 0 0 0,1-1 0 0 0,0 1 0 0 0,0-1 0 0 0,0 1 0 0 0,0 0 0 0 0,0 0 0 0 0,0 0 0 0 0,0 0 0 0 0,0 1 0 0 0,4-2 0 0 0,11-3 272 0 0,1 0-1 0 0,0 1 1 0 0,0 0 0 0 0,0 2-1 0 0,1 0 1 0 0,-1 1 0 0 0,25 2-1 0 0,-27 0-122 0 0,-1 0-1 0 0,1 1 0 0 0,-1 1 1 0 0,0 1-1 0 0,0 0 0 0 0,-1 1 1 0 0,1 0-1 0 0,-1 1 0 0 0,16 9 0 0 0,-25-12-114 0 0,-1 0-1 0 0,0 0 0 0 0,0 1 0 0 0,0-1 0 0 0,0 1 0 0 0,0 0 1 0 0,-1 0-1 0 0,0 0 0 0 0,0 0 0 0 0,0 1 0 0 0,0-1 0 0 0,-1 1 0 0 0,1 0 1 0 0,-1 0-1 0 0,0 0 0 0 0,-1 0 0 0 0,1 0 0 0 0,-1 0 0 0 0,0 0 1 0 0,0 0-1 0 0,-1 1 0 0 0,0-1 0 0 0,0 0 0 0 0,0 1 0 0 0,0-1 1 0 0,-3 9-1 0 0,-2 11 871 0 0,-2 0-1 0 0,-1-1 1 0 0,-1-1 0 0 0,-18 36 0 0 0,-7 18 166 0 0,31-71-1161 0 0,2-5 0 0 0,0 0 0 0 0,0 1 0 0 0,1-1 0 0 0,-1 1 0 0 0,0-1 0 0 0,1 1 0 0 0,-1-1 0 0 0,1 1 0 0 0,0-1 0 0 0,0 1 0 0 0,-1-1 0 0 0,1 1 0 0 0,0 0 0 0 0,0-1 0 0 0,0 1 0 0 0,1-1 0 0 0,-1 4 0 0 0,7 7 0 0 0,-5-9 0 0 0,4 1 0 0 0,24-5 0 0 0,9-8-1872 0 0,-1-2 0 0 0,-1-2 0 0 0,0-1 0 0 0,54-29-1 0 0,-59 28 836 0 0,166-86-11102 0 0,-131 64 3765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4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519 18 14145 0 0,'0'-1'10'0'0,"0"0"0"0"0,0 1 0 0 0,0-1 0 0 0,-1 0 0 0 0,1 1-1 0 0,0-1 1 0 0,0 0 0 0 0,-1 1 0 0 0,1-1 0 0 0,-1 0 0 0 0,1 1 0 0 0,0-1-1 0 0,-1 1 1 0 0,1-1 0 0 0,-1 0 0 0 0,1 1 0 0 0,-1-1 0 0 0,0 1-1 0 0,1 0 1 0 0,-1-1 0 0 0,1 1 0 0 0,-1-1 0 0 0,0 1 0 0 0,1 0 0 0 0,-1 0-1 0 0,0-1 1 0 0,0 1 0 0 0,1 0 0 0 0,-1 0 0 0 0,0 0 0 0 0,1 0 0 0 0,-1 0-1 0 0,-1 0 1 0 0,-1-1 99 0 0,-1 0 487 0 0,-4 3 112 0 0,-11 5-170 0 0,1 0 0 0 0,0 1 0 0 0,1 1-1 0 0,0 1 1 0 0,0 0 0 0 0,1 1 0 0 0,-16 15-1 0 0,24-19-211 0 0,1 0 0 0 0,0 1 0 0 0,0 0 0 0 0,0 0 0 0 0,1 1-1 0 0,-10 17 1 0 0,13-21-186 0 0,1 0 0 0 0,0 0 1 0 0,1 0-1 0 0,-1 1 0 0 0,1-1 0 0 0,0 0 0 0 0,0 0 0 0 0,1 1 0 0 0,-1-1 0 0 0,1 1 0 0 0,0-1 0 0 0,1 0 0 0 0,-1 1 0 0 0,3 7 1 0 0,1-2 44 0 0,1 1 1 0 0,1 0-1 0 0,0-1 1 0 0,1 0-1 0 0,0-1 1 0 0,0 1-1 0 0,1-2 1 0 0,18 18-1 0 0,-14-14 66 0 0,0 1 0 0 0,-1 1 0 0 0,11 16 0 0 0,-19-26-194 0 0,-1 0 0 0 0,0 0-1 0 0,0 0 1 0 0,0 0 0 0 0,0 0 0 0 0,-1 0-1 0 0,0 0 1 0 0,0 1 0 0 0,0-1 0 0 0,-1 0-1 0 0,0 1 1 0 0,0-1 0 0 0,0 0 0 0 0,-1 1-1 0 0,0-1 1 0 0,-2 10 0 0 0,0-7 114 0 0,0 0 1 0 0,-1-1-1 0 0,1 0 0 0 0,-1 1 1 0 0,-1-1-1 0 0,0-1 0 0 0,0 1 1 0 0,0-1-1 0 0,0 0 0 0 0,-10 8 1 0 0,5-5 18 0 0,-1-1 0 0 0,0 0 1 0 0,0-1-1 0 0,-1 0 1 0 0,0 0-1 0 0,0-1 1 0 0,-1-1-1 0 0,1 0 1 0 0,-1-1-1 0 0,0 0 1 0 0,-1-1-1 0 0,1-1 1 0 0,-21 2-1 0 0,29-4-370 0 0,1 0 1 0 0,-1-1-1 0 0,0 1 0 0 0,0-1 1 0 0,0 0-1 0 0,0-1 0 0 0,1 1 1 0 0,-7-3-1 0 0,6 1-426 0 0,1 0 0 0 0,-1 0 0 0 0,1 0-1 0 0,-1 0 1 0 0,1-1 0 0 0,0 0 0 0 0,0 1 0 0 0,1-1-1 0 0,-1-1 1 0 0,-4-7 0 0 0,-1-5-1938 0 0,0 0 0 0 0,1-1 0 0 0,1 0 0 0 0,-6-26 0 0 0,10 34 1811 0 0,-9-30-8440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5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4364 206 16994 0 0,'0'0'-492'0'0,"-7"-5"-209"0"0,-23-18 852 0 0,-1 2 1 0 0,-1 0-1 0 0,0 2 1 0 0,-2 2-1 0 0,0 1 1 0 0,-1 1-1 0 0,-1 2 1 0 0,-71-15-1 0 0,10 14 314 0 0,-119 0-1 0 0,-102 15 400 0 0,269 0-723 0 0,-837 61 1894 0 0,703-34-1823 0 0,1 8-1 0 0,-315 105 1 0 0,338-81-143 0 0,3 7-1 0 0,3 7 1 0 0,-146 94 0 0 0,245-131-30 0 0,2 1 0 0 0,2 3 0 0 0,1 2 1 0 0,3 2-1 0 0,1 2 0 0 0,3 1 0 0 0,1 3 0 0 0,3 1 1 0 0,2 2-1 0 0,3 2 0 0 0,-45 101 0 0 0,32-44 177 0 0,6 2 0 0 0,4 2 0 0 0,5 1-1 0 0,6 2 1 0 0,5 1 0 0 0,5 0 0 0 0,1 210 0 0 0,18 330 1048 0 0,0-592-1098 0 0,2 1 0 0 0,3-2 0 0 0,4 1 0 0 0,2-1 0 0 0,3-1 0 0 0,4-1 0 0 0,45 99 0 0 0,-41-113-26 0 0,2-1 0 0 0,2-2 0 0 0,2-1 1 0 0,2-1-1 0 0,2-2 0 0 0,3-2 0 0 0,1-1 1 0 0,2-2-1 0 0,67 50 0 0 0,217 127 652 0 0,-243-169-512 0 0,1-4-1 0 0,101 36 1 0 0,212 50 612 0 0,-304-106-514 0 0,1-5 0 0 0,130 11 1 0 0,-44-25-51 0 0,230-23 0 0 0,-104 0-109 0 0,64-20-219 0 0,-4-31 0 0 0,-315 58 0 0 0,-14 4 0 0 0,177-42 0 0 0,-177 37 0 0 0,0 0 0 0 0,-1-3 0 0 0,59-32 0 0 0,142-117 0 0 0,-187 126 0 0 0,46-32 0 0 0,121-96 0 0 0,-187 139 0 0 0,-2-1 0 0 0,0-2 0 0 0,-2 0 0 0 0,41-64 0 0 0,-15-1 0 0 0,70-182 0 0 0,-90 197 0 0 0,-6 16 0 0 0,-4-1 0 0 0,-2-1 0 0 0,-4-1 0 0 0,-2 0 0 0 0,-3-1 0 0 0,-3 0 0 0 0,-3-1 0 0 0,-3 0 0 0 0,-12-110 0 0 0,-86-554 0 0 0,84 661 0 0 0,-3 1 0 0 0,-4 0 0 0 0,-42-106 0 0 0,-107-193 0 0 0,124 278 0 0 0,25 52 0 0 0,-1 0 0 0 0,-2 2 0 0 0,-42-55 0 0 0,53 80 0 0 0,0 1 0 0 0,0 0 0 0 0,-2 1 0 0 0,1 0 0 0 0,-2 1 0 0 0,1 0 0 0 0,-1 1 0 0 0,0 1 0 0 0,-1 0 0 0 0,0 1 0 0 0,0 1 0 0 0,-28-8 0 0 0,-26-2-322 0 0,0 3 0 0 0,-117-6-1 0 0,-143 15-1811 0 0,-90-6-461 0 0,394 7 1073 0 0,0 0 1 0 0,0-2-1 0 0,-42-14 0 0 0,55 15 391 0 0,0-1-1 0 0,1 0 1 0 0,0-1-1 0 0,0-1 0 0 0,0 0 1 0 0,1 0-1 0 0,0-1 0 0 0,0 0 1 0 0,-12-14-1 0 0,-8-15-6680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7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1750 785 15017 0 0,'-6'-18'7'0'0,"-1"1"0"0"0,0 0 0 0 0,-2 0 0 0 0,0 0 0 0 0,0 1 0 0 0,-2 1-1 0 0,0-1 1 0 0,-13-13 0 0 0,18 22 130 0 0,-1 0 0 0 0,0 1 0 0 0,0 0 0 0 0,0 0 0 0 0,0 1 0 0 0,-1 0 0 0 0,0 0 0 0 0,0 1 0 0 0,0 0 0 0 0,-1 0 0 0 0,0 1 0 0 0,1 0 0 0 0,-1 1 0 0 0,0 0 0 0 0,0 0 0 0 0,0 1 0 0 0,-1 0 0 0 0,-9 0 0 0 0,-23 5 292 0 0,0 2 1 0 0,0 2-1 0 0,1 1 1 0 0,0 3-1 0 0,-55 22 1 0 0,3 6 462 0 0,-97 58 0 0 0,123-59-552 0 0,2 4-1 0 0,2 2 0 0 0,2 3 0 0 0,2 3 0 0 0,3 2 1 0 0,2 3-1 0 0,2 2 0 0 0,3 2 0 0 0,3 2 0 0 0,2 3 1 0 0,3 1-1 0 0,3 2 0 0 0,3 1 0 0 0,4 2 0 0 0,2 1 1 0 0,3 1-1 0 0,4 2 0 0 0,3 0 0 0 0,3 1 0 0 0,-10 132 1 0 0,21-128-65 0 0,4 0-1 0 0,2 1 1 0 0,22 135 0 0 0,-6-133-78 0 0,3 0 1 0 0,4-2-1 0 0,44 100 1 0 0,-45-132-112 0 0,2-1 1 0 0,1-1 0 0 0,3-2 0 0 0,2-1 0 0 0,2-1 0 0 0,49 50 0 0 0,-37-48-17 0 0,3-3 1 0 0,1-1-1 0 0,2-3 1 0 0,1-2-1 0 0,84 43 1 0 0,-93-58-33 0 0,1-2 0 0 0,0-2 0 0 0,2-2 0 0 0,0-2 0 0 0,0-2-1 0 0,1-2 1 0 0,91 6 0 0 0,-51-15-39 0 0,-1-3-1 0 0,1-4 1 0 0,-1-4-1 0 0,-1-3 1 0 0,157-48-1 0 0,-149 30-103 0 0,-2-4 0 0 0,-1-5 0 0 0,-2-3 0 0 0,159-107 0 0 0,-148 78 54 0 0,-3-4 1 0 0,-4-3 0 0 0,161-185 0 0 0,-196 195 125 0 0,-2-4 0 0 0,-4-1 0 0 0,-4-3-1 0 0,-3-1 1 0 0,-3-3 0 0 0,31-91 0 0 0,-40 80 28 0 0,-4-1 0 0 0,-4-2 0 0 0,-5 0 0 0 0,11-136 0 0 0,-25 144-85 0 0,-4 0 0 0 0,-3 0 1 0 0,-20-125-1 0 0,4 128-18 0 0,-3 0 0 0 0,-3 1 0 0 0,-5 2 0 0 0,-63-131 0 0 0,62 156 0 0 0,-2 3 0 0 0,-2 0 0 0 0,-2 2 0 0 0,-3 2 0 0 0,-2 2 0 0 0,-2 1 0 0 0,-55-46 0 0 0,66 68-31 0 0,-2 0-1 0 0,0 2 1 0 0,-2 1-1 0 0,0 3 1 0 0,-1 0 0 0 0,-1 3-1 0 0,-61-19 1 0 0,48 22-69 0 0,-1 2 1 0 0,0 2 0 0 0,0 2-1 0 0,-1 3 1 0 0,-71 3 0 0 0,31 9-84 0 0,0 4 0 0 0,1 4 0 0 0,1 3 0 0 0,0 5 1 0 0,2 4-1 0 0,-121 55 0 0 0,128-47-895 0 0,3 4 0 0 0,-78 53 1 0 0,112-62-1032 0 0,-53 49 0 0 0,70-54-497 0 0,0 2 0 0 0,-35 47 0 0 0,40-40-2869 0 0,9-5-2565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8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68 14789 0 0,'3'-5'105'0'0,"0"0"-1"0"0,0 0 0 0 0,0 1 1 0 0,1 0-1 0 0,0-1 0 0 0,0 1 1 0 0,0 1-1 0 0,0-1 1 0 0,1 1-1 0 0,0-1 0 0 0,-1 1 1 0 0,1 1-1 0 0,0-1 0 0 0,1 1 1 0 0,-1-1-1 0 0,0 2 0 0 0,0-1 1 0 0,1 0-1 0 0,0 1 1 0 0,-1 0-1 0 0,1 1 0 0 0,9-1 1 0 0,4 0 158 0 0,1 1 1 0 0,-1 1 0 0 0,1 1 0 0 0,-1 1 0 0 0,0 0 0 0 0,0 2 0 0 0,20 6 0 0 0,-32-8-167 0 0,0 0-1 0 0,0 0 1 0 0,0 1 0 0 0,0 0 0 0 0,0 0 0 0 0,-1 1 0 0 0,0 0 0 0 0,0 0 0 0 0,6 6-1 0 0,-9-7-9 0 0,0-1 0 0 0,-1 1-1 0 0,1 0 1 0 0,-1 0 0 0 0,0 0-1 0 0,0 0 1 0 0,0 0-1 0 0,-1 0 1 0 0,1 0 0 0 0,-1 1-1 0 0,0-1 1 0 0,-1 1-1 0 0,1-1 1 0 0,-1 1 0 0 0,1-1-1 0 0,-2 9 1 0 0,0-6 70 0 0,0-1-1 0 0,-1 1 1 0 0,1-1-1 0 0,-2 1 1 0 0,1-1-1 0 0,-1 0 1 0 0,0 0 0 0 0,0 0-1 0 0,-7 10 1 0 0,-43 49 1185 0 0,16-22-159 0 0,31-34-881 0 0,0 0 1 0 0,0 0-1 0 0,1 1 1 0 0,0-1-1 0 0,0 1 0 0 0,1 0 1 0 0,-4 16-1 0 0,7-20-174 0 0,0 1-1 0 0,0-1 1 0 0,0 1-1 0 0,1-1 1 0 0,0 1-1 0 0,0-1 1 0 0,1 1-1 0 0,0-1 1 0 0,0 1-1 0 0,1-1 1 0 0,-1 0-1 0 0,1 0 1 0 0,5 9-1 0 0,1 4 197 0 0,0 0 0 0 0,8 32 0 0 0,-14-45-249 0 0,-1-1 0 0 0,0 1-1 0 0,0 0 1 0 0,0 0 0 0 0,-1 0 0 0 0,0 0 0 0 0,0 0-1 0 0,-1 0 1 0 0,1 0 0 0 0,-1 0 0 0 0,-1-1 0 0 0,1 1-1 0 0,-4 7 1 0 0,3-9-40 0 0,0-1-1 0 0,0 0 1 0 0,-1 0-1 0 0,1 0 1 0 0,-1 0-1 0 0,0 0 1 0 0,0-1-1 0 0,0 1 1 0 0,0-1-1 0 0,-1 0 1 0 0,1 0 0 0 0,0 0-1 0 0,-1 0 1 0 0,0-1-1 0 0,1 0 1 0 0,-1 1-1 0 0,0-1 1 0 0,0 0-1 0 0,1-1 1 0 0,-8 1-1 0 0,-9 1-185 0 0,1-1 1 0 0,-36-3-1 0 0,43 1-92 0 0,-61-7-3418 0 0,27-6-4185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8.6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57 15045 0 0,'2'-18'-791'0'0,"-3"-11"-133"0"0,0 27 948 0 0,0 1 6 0 0,1 1 0 0 0,-1-1 0 0 0,0 0 0 0 0,0 1 0 0 0,0-1 0 0 0,0 0 0 0 0,0 1 0 0 0,0-1 0 0 0,0 1 0 0 0,0 0 0 0 0,0-1 0 0 0,0 1 0 0 0,0 0 0 0 0,0-1 0 0 0,0 1 1 0 0,0 0-1 0 0,0 0 0 0 0,0 0 0 0 0,0 0 0 0 0,0 0 0 0 0,-1 0 0 0 0,-1 1 0 0 0,-18 0 386 0 0,16 0-271 0 0,-1 0 0 0 0,1 0 0 0 0,0 0 0 0 0,0 1 0 0 0,-1 0 0 0 0,1 0 0 0 0,-9 5 0 0 0,-6 2 373 0 0,15-7-377 0 0,1-1 0 0 0,-1 1-1 0 0,1 0 1 0 0,0 1 0 0 0,0-1-1 0 0,0 1 1 0 0,0-1-1 0 0,0 1 1 0 0,0 0 0 0 0,1 1-1 0 0,0-1 1 0 0,-1 1-1 0 0,1-1 1 0 0,0 1 0 0 0,1 0-1 0 0,-1 0 1 0 0,1 0 0 0 0,0 0-1 0 0,-4 9 1 0 0,5-7-32 0 0,1-1 1 0 0,-1 0 0 0 0,1 1-1 0 0,0-1 1 0 0,0 1 0 0 0,0-1-1 0 0,1 0 1 0 0,0 1 0 0 0,0-1 0 0 0,0 0-1 0 0,1 0 1 0 0,0 1 0 0 0,0-1-1 0 0,0 0 1 0 0,0-1 0 0 0,1 1-1 0 0,4 6 1 0 0,11 13 262 0 0,1 0 1 0 0,43 41 0 0 0,-46-51-76 0 0,0 1 0 0 0,-1 0 1 0 0,-1 1-1 0 0,-1 1 1 0 0,-1 1-1 0 0,0-1 0 0 0,-1 2 1 0 0,9 19-1 0 0,-19-33-126 0 0,0-1 0 0 0,0 1-1 0 0,-1-1 1 0 0,0 1-1 0 0,0 0 1 0 0,0-1 0 0 0,0 1-1 0 0,0-1 1 0 0,-1 1 0 0 0,0-1-1 0 0,0 1 1 0 0,-1-1-1 0 0,1 1 1 0 0,-1-1 0 0 0,0 0-1 0 0,0 0 1 0 0,0 0 0 0 0,0 0-1 0 0,-1 0 1 0 0,1 0-1 0 0,-1-1 1 0 0,0 1 0 0 0,-1-1-1 0 0,1 0 1 0 0,-7 5 0 0 0,-10 9 468 0 0,0-1 0 0 0,-1-1 0 0 0,-29 15 1 0 0,42-26-442 0 0,-22 12-103 0 0,-1-1 0 0 0,0-2 0 0 0,-1-1 0 0 0,-1-2 0 0 0,1-1 0 0 0,-2-1 0 0 0,1-2 0 0 0,-67 3 0 0 0,93-9-609 0 0,0 0-1 0 0,-1-1 1 0 0,1 1 0 0 0,0-1-1 0 0,0-1 1 0 0,-1 0 0 0 0,1 0-1 0 0,0 0 1 0 0,1-1-1 0 0,-1 1 1 0 0,0-2 0 0 0,-6-4-1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19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40 15657 0 0,'5'-5'49'0'0,"0"1"0"0"0,0 0 0 0 0,1 1-1 0 0,-1-1 1 0 0,1 1 0 0 0,0 0-1 0 0,0 1 1 0 0,0-1 0 0 0,1 1-1 0 0,-1 0 1 0 0,0 1 0 0 0,1 0-1 0 0,-1 0 1 0 0,1 0 0 0 0,0 0-1 0 0,-1 1 1 0 0,1 1 0 0 0,-1-1 0 0 0,1 1-1 0 0,-1 0 1 0 0,1 0 0 0 0,-1 1-1 0 0,1 0 1 0 0,-1 0 0 0 0,0 0-1 0 0,0 1 1 0 0,0 0 0 0 0,0 0-1 0 0,-1 0 1 0 0,1 1 0 0 0,-1 0 0 0 0,0 0-1 0 0,0 1 1 0 0,0-1 0 0 0,5 8-1 0 0,-4-4 248 0 0,0 1 0 0 0,-1 0 0 0 0,0 1 0 0 0,0-1 0 0 0,-1 1 0 0 0,-1-1 0 0 0,1 1 0 0 0,-2 0 0 0 0,1 1 0 0 0,1 14 0 0 0,-1 15 1413 0 0,0 53-1 0 0,-3-76-1319 0 0,0-8-146 0 0,-1 1-1 0 0,0 0 0 0 0,0 0 0 0 0,-1 0 1 0 0,0-1-1 0 0,-1 1 0 0 0,0-1 1 0 0,0 0-1 0 0,-1 1 0 0 0,0-2 1 0 0,-1 1-1 0 0,0 0 0 0 0,0-1 1 0 0,-1 0-1 0 0,0 0 0 0 0,0-1 0 0 0,-1 1 1 0 0,0-1-1 0 0,0-1 0 0 0,-15 12 1 0 0,10-12-272 0 0,1 1 1 0 0,0-1-1 0 0,-1-1 1 0 0,0 0 0 0 0,-1 0-1 0 0,1-2 1 0 0,-1 1-1 0 0,0-1 1 0 0,0-1 0 0 0,0-1-1 0 0,0 0 1 0 0,0 0-1 0 0,0-1 1 0 0,0-1-1 0 0,-17-2 1 0 0,-3-11-2818 0 0,18 2-1655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20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492 234 14145 0 0,'-10'-19'1608'0'0,"-2"-5"4999"0"0,12 21-6281 0 0,1-1 0 0 0,-1 1 0 0 0,1 0 0 0 0,0-1 0 0 0,0 1 1 0 0,0 0-1 0 0,1 0 0 0 0,-1-1 0 0 0,1 1 0 0 0,2-4 0 0 0,3-4 103 0 0,0 0 0 0 0,-1-1 0 0 0,8-19 1 0 0,-13 27-343 0 0,1 1 1 0 0,-1 0 0 0 0,0 0 0 0 0,0 0 0 0 0,-1-1 0 0 0,1 1 0 0 0,-1 0 0 0 0,0-1 0 0 0,1 1 0 0 0,-1-1 0 0 0,-1 1 0 0 0,1 0 0 0 0,-1-1-1 0 0,1 1 1 0 0,-1 0 0 0 0,0-1 0 0 0,0 1 0 0 0,0 0 0 0 0,-3-6 0 0 0,2 8-60 0 0,0-1 1 0 0,0 1-1 0 0,0 0 0 0 0,1-1 0 0 0,-1 1 1 0 0,-1 0-1 0 0,1 0 0 0 0,0 0 1 0 0,0 1-1 0 0,0-1 0 0 0,0 0 1 0 0,-1 1-1 0 0,1 0 0 0 0,0-1 0 0 0,0 1 1 0 0,-1 0-1 0 0,1 0 0 0 0,0 0 1 0 0,-1 0-1 0 0,-2 1 0 0 0,-44 11 256 0 0,39-7-205 0 0,0 0 0 0 0,0 1 1 0 0,1 0-1 0 0,-1 0 0 0 0,1 1 0 0 0,1 0 0 0 0,-1 0 1 0 0,1 1-1 0 0,1 1 0 0 0,-1-1 0 0 0,2 1 0 0 0,-1 0 0 0 0,-9 19 1 0 0,13-23-50 0 0,0 0 0 0 0,1 1 0 0 0,0-1 0 0 0,0 1 1 0 0,1-1-1 0 0,0 1 0 0 0,0 0 0 0 0,0 0 0 0 0,0 0 0 0 0,1-1 1 0 0,0 1-1 0 0,0 0 0 0 0,1 0 0 0 0,0 0 0 0 0,0 0 1 0 0,0-1-1 0 0,0 1 0 0 0,1 0 0 0 0,0-1 0 0 0,0 0 0 0 0,1 1 1 0 0,-1-1-1 0 0,1 0 0 0 0,1 0 0 0 0,-1 0 0 0 0,0-1 0 0 0,9 9 1 0 0,-8-9-5 0 0,1 0 1 0 0,-1-1-1 0 0,0 0 0 0 0,1 0 1 0 0,0 0-1 0 0,0 0 1 0 0,0-1-1 0 0,0 0 1 0 0,0 0-1 0 0,0 0 1 0 0,8 1-1 0 0,-1 0 13 0 0,-1 0 0 0 0,0 1 1 0 0,0 1-1 0 0,12 6 0 0 0,-10-1-39 0 0,-6 2 0 0 0,-6-1 0 0 0,-1 1 0 0 0,0-1 0 0 0,0 0 0 0 0,-1 0 0 0 0,0 1 0 0 0,-1-1 0 0 0,-4 12 0 0 0,-27 82 0 0 0,25-83 0 0 0,2-6 0 0 0,1-1 0 0 0,-2-1 0 0 0,0 1 0 0 0,-1-1 0 0 0,0 0 0 0 0,-1-1 0 0 0,-1 0 0 0 0,0-1 0 0 0,-14 14 0 0 0,16-19 0 0 0,-1 0 0 0 0,0 0 0 0 0,0-1 0 0 0,-1 0 0 0 0,0 0 0 0 0,0-1 0 0 0,0-1 0 0 0,-1 0 0 0 0,0 0 0 0 0,0-1 0 0 0,0 0 0 0 0,0-1 0 0 0,-22 2 0 0 0,26-2 0 0 0,-29-2 0 0 0,-31-8 0 0 0,47 5 0 0 0,6 1-542 0 0,-3-3-4901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21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21 16546 0 0,'-3'-13'-480'0'0,"3"13"531"0"0,0 0 1 0 0,0 0 0 0 0,0-1 0 0 0,-1 1 0 0 0,1 0-1 0 0,0-1 1 0 0,0 1 0 0 0,0 0 0 0 0,0-1 0 0 0,0 1-1 0 0,0 0 1 0 0,0 0 0 0 0,0-1 0 0 0,-1 1 0 0 0,1 0-1 0 0,0 0 1 0 0,0-1 0 0 0,0 1 0 0 0,-1 0 0 0 0,1 0-1 0 0,0-1 1 0 0,0 1 0 0 0,-1 0 0 0 0,1 0 0 0 0,0 0 0 0 0,0 0-1 0 0,-1-1 1 0 0,1 1 0 0 0,0 0 0 0 0,-1 0 0 0 0,1 0-1 0 0,0 0 1 0 0,0 0 0 0 0,-1 0 0 0 0,1 0 0 0 0,0 0-1 0 0,-1 0 1 0 0,1 0 0 0 0,0 0 0 0 0,-1 0 0 0 0,1 0-1 0 0,0 0 1 0 0,-1 0 0 0 0,-7 8 294 0 0,1 1 0 0 0,0 0 0 0 0,0 0 0 0 0,1 0 0 0 0,1 1 0 0 0,-1 0 0 0 0,1 0 0 0 0,-6 20 0 0 0,-25 97 2236 0 0,29-97-1933 0 0,6-28-591 0 0,1 0 1 0 0,-1 1-1 0 0,1-1 1 0 0,0 0 0 0 0,0 0-1 0 0,0 1 1 0 0,0-1-1 0 0,0 0 1 0 0,0 0 0 0 0,0 1-1 0 0,1-1 1 0 0,-1 0-1 0 0,1 0 1 0 0,0 0 0 0 0,0 0-1 0 0,-1 0 1 0 0,1 0-1 0 0,0 0 1 0 0,3 3 0 0 0,-3-4-45 0 0,0 0 1 0 0,1 0 0 0 0,-1 0 0 0 0,1 0-1 0 0,-1 0 1 0 0,1 0 0 0 0,0 0 0 0 0,-1-1 0 0 0,1 1-1 0 0,0-1 1 0 0,-1 1 0 0 0,1-1 0 0 0,0 0-1 0 0,0 0 1 0 0,-1 1 0 0 0,1-1 0 0 0,0 0-1 0 0,0-1 1 0 0,-1 1 0 0 0,1 0 0 0 0,0 0-1 0 0,0-1 1 0 0,-1 1 0 0 0,1-1 0 0 0,0 0-1 0 0,-1 1 1 0 0,1-1 0 0 0,2-1 0 0 0,169-98 32 0 0,-170 99 354 0 0,1 28 43 0 0,-5-17-303 0 0,-1 0-1 0 0,0 0 0 0 0,0-1 0 0 0,-1 1 0 0 0,0 0 1 0 0,-7 13-1 0 0,-6 20 266 0 0,-18 115 620 0 0,29-90-3690 0 0,5-67 2455 0 0,0 0 0 0 0,0-1 0 0 0,0 1 0 0 0,0 0 0 0 0,0-1 0 0 0,0 1-1 0 0,0 0 1 0 0,1-1 0 0 0,-1 1 0 0 0,0 0 0 0 0,0-1 0 0 0,1 1-1 0 0,-1-1 1 0 0,0 1 0 0 0,1-1 0 0 0,-1 1 0 0 0,0 0 0 0 0,1-1 0 0 0,-1 1-1 0 0,1-1 1 0 0,-1 0 0 0 0,1 1 0 0 0,-1-1 0 0 0,1 1 0 0 0,-1-1 0 0 0,1 0-1 0 0,0 1 1 0 0,-1-1 0 0 0,2 1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21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 14721 0 0,'1'-3'276'0'0,"0"0"-73"0"0,-1 0 0 0 0,1 0 0 0 0,0 0 0 0 0,0 0 0 0 0,0 0 0 0 0,1 0 1 0 0,-1 0-1 0 0,1 1 0 0 0,0-1 0 0 0,-1 1 0 0 0,1-1 0 0 0,0 1 0 0 0,1-1 0 0 0,-1 1 1 0 0,0 0-1 0 0,1 0 0 0 0,-1 0 0 0 0,1 0 0 0 0,0 1 0 0 0,-1-1 0 0 0,1 1 0 0 0,4-2 0 0 0,-4 2 631 0 0,3 2 9 0 0,-3 0-693 0 0,0 1 0 0 0,0-1 0 0 0,0 0 0 0 0,0 1 0 0 0,-1-1-1 0 0,1 1 1 0 0,0 0 0 0 0,-1 0 0 0 0,1 0 0 0 0,-1 0 0 0 0,0 0 0 0 0,0 1 0 0 0,0-1-1 0 0,0 1 1 0 0,0-1 0 0 0,0 1 0 0 0,-1 0 0 0 0,1-1 0 0 0,-1 1 0 0 0,0 0-1 0 0,0 0 1 0 0,0 0 0 0 0,0 0 0 0 0,0 1 0 0 0,-1-1 0 0 0,1 0 0 0 0,-1 0-1 0 0,0 0 1 0 0,0 0 0 0 0,0 5 0 0 0,-2 5 299 0 0,1 1 0 0 0,-2-1 0 0 0,0 0 0 0 0,0 0-1 0 0,-1 0 1 0 0,-1 0 0 0 0,0-1 0 0 0,-1 1 0 0 0,-10 16 0 0 0,7-12 123 0 0,0 0-1 0 0,1 0 1 0 0,-8 30 0 0 0,15-46-572 0 0,1 1 0 0 0,0-1 0 0 0,-1 1 0 0 0,1-1 0 0 0,0 1 0 0 0,-1 0 0 0 0,1-1 0 0 0,0 1 0 0 0,0-1 0 0 0,1 1 0 0 0,-1-1 0 0 0,0 1 0 0 0,0 0 0 0 0,1-1 0 0 0,-1 1 0 0 0,1-1 0 0 0,-1 1 0 0 0,1-1 0 0 0,0 0 0 0 0,-1 1 0 0 0,1-1 0 0 0,0 0 0 0 0,0 1 0 0 0,0-1 0 0 0,0 0 0 0 0,0 0 0 0 0,0 0 0 0 0,0 0 0 0 0,1 0 0 0 0,-1 0 0 0 0,0 0 0 0 0,1 0 0 0 0,-1 0 0 0 0,0-1 0 0 0,1 1 0 0 0,-1 0 0 0 0,1-1 0 0 0,-1 1 0 0 0,1-1 0 0 0,-1 0 0 0 0,3 1 0 0 0,5 0 0 0 0,0 0 0 0 0,-1-1 0 0 0,1 0 0 0 0,0 0 0 0 0,11-3 0 0 0,-15 3 0 0 0,43-8-2426 0 0,90-27-1 0 0,-49 10-677 0 0,-52 19-2123 0 0,-15 5-1103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17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76 9869 0 0,'1'-9'2545'0'0,"0"0"0"0"0,-1 0 0 0 0,0 0 1 0 0,-1 0-1 0 0,-3-21 6830 0 0,14 192-9047 0 0,2 28-93 0 0,-16 253-1 0 0,-3-372-234 0 0,-27 111 0 0 0,34-179 61 0 0,-8 13-533 0 0,4-27-4217 0 0,3 9 4263 0 0,0 0 0 0 0,0 0-1 0 0,0 0 1 0 0,0 0-1 0 0,-2-3 1 0 0,-3-5-754 0 0,4 1 90 0 0,0 1 0 0 0,0 0 0 0 0,1-1 0 0 0,1 1 0 0 0,-1 0 0 0 0,1-1 0 0 0,1-10 0 0 0,0-10-3131 0 0,-1-28-4911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17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10 127 15685 0 0,'-2'-4'90'0'0,"1"0"0"0"0,-1 0 0 0 0,1 0 0 0 0,0-1 0 0 0,0 1 0 0 0,0 0 0 0 0,1 0 0 0 0,0-1 0 0 0,0 1 0 0 0,0 0-1 0 0,0-1 1 0 0,0 1 0 0 0,1 0 0 0 0,0-1 0 0 0,0 1 0 0 0,0 0 0 0 0,2-5 0 0 0,0 6 43 0 0,-1-1 1 0 0,0 1-1 0 0,1 0 1 0 0,0 1-1 0 0,-1-1 0 0 0,1 0 1 0 0,0 1-1 0 0,0-1 1 0 0,1 1-1 0 0,-1 0 1 0 0,1 0-1 0 0,-1 0 0 0 0,1 1 1 0 0,-1-1-1 0 0,1 1 1 0 0,0 0-1 0 0,0 0 1 0 0,-1 0-1 0 0,7 0 0 0 0,3-1 36 0 0,0 1-1 0 0,0 1 0 0 0,1 0 1 0 0,-1 1-1 0 0,0 0 0 0 0,0 1 1 0 0,0 0-1 0 0,0 2 0 0 0,24 8 1 0 0,-18-5 46 0 0,0 2 0 0 0,0 0 0 0 0,-1 1 0 0 0,0 1 1 0 0,26 22-1 0 0,-39-30-55 0 0,-1 0 1 0 0,0 1 0 0 0,0 0-1 0 0,0 0 1 0 0,-1 0 0 0 0,0 0-1 0 0,0 0 1 0 0,0 1 0 0 0,0 0-1 0 0,0-1 1 0 0,-1 1 0 0 0,0 0-1 0 0,0 0 1 0 0,0 0 0 0 0,-1 1-1 0 0,0-1 1 0 0,0 0 0 0 0,0 1-1 0 0,0-1 1 0 0,-1 11 0 0 0,-2-7 104 0 0,0 0 0 0 0,0 1-1 0 0,-1-2 1 0 0,0 1 0 0 0,0 0 0 0 0,-1 0 0 0 0,0-1 0 0 0,-1 0 0 0 0,0 0 0 0 0,0 0 0 0 0,-8 8 0 0 0,-4 7 62 0 0,-1-2-1 0 0,0 0 1 0 0,-2-1 0 0 0,-1-1 0 0 0,0-1-1 0 0,-1 0 1 0 0,-1-2 0 0 0,0-1-1 0 0,-30 14 1 0 0,44-24-310 0 0,6-4-28 0 0,0 1-1 0 0,0-1 1 0 0,0 0 0 0 0,0-1 0 0 0,0 1 0 0 0,0 0 0 0 0,-1-1 0 0 0,1 0 0 0 0,0 0-1 0 0,0 0 1 0 0,0 0 0 0 0,-1 0 0 0 0,1-1 0 0 0,0 1 0 0 0,-5-2 0 0 0,4 2-283 0 0,0-1 0 0 0,0 1 0 0 0,0-1 0 0 0,0 0 1 0 0,0 0-1 0 0,0-1 0 0 0,0 1 0 0 0,0-1 0 0 0,-4-2 1 0 0,7 3-283 0 0,-1-1 0 0 0,-7-9-4606 0 0,8 9 4607 0 0,0 0-1 0 0,1 1 0 0 0,-1-1 0 0 0,0 1 1 0 0,1-3-1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17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16037 0 0,'0'0'8289'0'0,"-9"2"-6755"0"0,-27 5-55 0 0,26-4 2782 0 0,10-3-4244 0 0,0 0 0 0 0,-1 1 0 0 0,1-1 0 0 0,0 0 0 0 0,0 0 0 0 0,0 0 0 0 0,0 0 0 0 0,0 0 0 0 0,0 0-1 0 0,0 1 1 0 0,0-1 0 0 0,0 0 0 0 0,0 0 0 0 0,0 0 0 0 0,-1 0 0 0 0,1 0 0 0 0,0 1 0 0 0,0-1 0 0 0,0 0 0 0 0,0 0 0 0 0,0 0-1 0 0,0 0 1 0 0,0 1 0 0 0,1-1 0 0 0,-1 0 0 0 0,0 0 0 0 0,0 0 0 0 0,0 0 0 0 0,0 0 0 0 0,0 1 0 0 0,0-1 0 0 0,0 0 0 0 0,0 0 0 0 0,0 0-1 0 0,0 0 1 0 0,0 0 0 0 0,0 0 0 0 0,1 1 0 0 0,-1-1 0 0 0,0 0 0 0 0,0 0 0 0 0,0 0 0 0 0,0 0 0 0 0,0 0 0 0 0,0 0 0 0 0,1 0 0 0 0,-1 0-1 0 0,0 0 1 0 0,0 0 0 0 0,0 0 0 0 0,0 0 0 0 0,0 0 0 0 0,1 0 0 0 0,-1 0 0 0 0,0 0 0 0 0,0 0 0 0 0,0 0 0 0 0,11 5 15 0 0,0 0 0 0 0,0-1 0 0 0,0 0 0 0 0,0-1 0 0 0,1-1 1 0 0,18 3-1 0 0,86 2-55 0 0,-61-5 6 0 0,230 18 17 0 0,-271-20-2661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18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4 17062 0 0,'-6'-4'6287'0'0,"22"8"-5959"0"0,0 1-1 0 0,-1 0 0 0 0,0 1 0 0 0,0 1 0 0 0,0 0 0 0 0,-1 1 0 0 0,0 0 0 0 0,0 1 0 0 0,-1 1 0 0 0,24 22 0 0 0,-27-20-29 0 0,0 0 0 0 0,-1 1 0 0 0,0 1 0 0 0,-1-1 0 0 0,13 29 0 0 0,-18-33-85 0 0,1 0 0 0 0,-2 0 0 0 0,1 1 0 0 0,-1-1 0 0 0,-1 1 0 0 0,1-1 0 0 0,-2 1 0 0 0,1-1 0 0 0,-2 1 0 0 0,1-1 0 0 0,-4 19 0 0 0,-1-6-66 0 0,-1 0 1 0 0,-1-1 0 0 0,0 0-1 0 0,-2 0 1 0 0,-1-1 0 0 0,0 0-1 0 0,-1-1 1 0 0,-2 0-1 0 0,-15 19 1 0 0,18-27-180 0 0,3 0-276 0 0,-2 0 1 0 0,1-1 0 0 0,-2-1-1 0 0,1 1 1 0 0,-1-1-1 0 0,0-1 1 0 0,-1 0 0 0 0,0-1-1 0 0,-1 0 1 0 0,1 0-1 0 0,-18 6 1 0 0,13-12-3658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0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48 15265 0 0,'0'0'-45'0'0,"-32"7"10510"0"0,31-8-10367 0 0,0 0-1 0 0,0 1 1 0 0,1-1 0 0 0,-1 0-1 0 0,0 1 1 0 0,1-1-1 0 0,-1 0 1 0 0,0 0 0 0 0,1 0-1 0 0,-1 0 1 0 0,1 1-1 0 0,0-1 1 0 0,-1 0 0 0 0,1 0-1 0 0,0 0 1 0 0,-1 0 0 0 0,1 0-1 0 0,0 0 1 0 0,0 0-1 0 0,0 0 1 0 0,0 0 0 0 0,0 0-1 0 0,0 0 1 0 0,0-2 0 0 0,1 2-2 0 0,-1 0 0 0 0,1-1 0 0 0,-1 1 0 0 0,1 0 0 0 0,0-1 0 0 0,0 1 0 0 0,0 0 0 0 0,0 0 0 0 0,0 0 0 0 0,0 0 0 0 0,0 0 0 0 0,0 0 0 0 0,0 0 0 0 0,0 0 0 0 0,1 0 0 0 0,-1 0 0 0 0,0 1 1 0 0,1-1-1 0 0,-1 0 0 0 0,0 1 0 0 0,1-1 0 0 0,1 1 0 0 0,6-3-25 0 0,0 1 0 0 0,1 1 1 0 0,0-1-1 0 0,-1 2 0 0 0,1-1 0 0 0,0 1 1 0 0,-1 1-1 0 0,1 0 0 0 0,0 0 0 0 0,-1 1 1 0 0,1 0-1 0 0,-1 0 0 0 0,0 1 1 0 0,0 1-1 0 0,0 0 0 0 0,0 0 0 0 0,-1 0 1 0 0,9 7-1 0 0,-12-8-37 0 0,0 0-1 0 0,-1 0 1 0 0,1 1 0 0 0,-1-1-1 0 0,0 1 1 0 0,0 1 0 0 0,0-1-1 0 0,0 0 1 0 0,-1 1 0 0 0,0 0 0 0 0,0 0-1 0 0,0 0 1 0 0,0 0 0 0 0,-1 0-1 0 0,0 1 1 0 0,0-1 0 0 0,0 0-1 0 0,-1 1 1 0 0,0 0 0 0 0,0-1-1 0 0,0 1 1 0 0,-1 0 0 0 0,0 0-1 0 0,0-1 1 0 0,0 1 0 0 0,-1 0 0 0 0,0-1-1 0 0,0 1 1 0 0,0 0 0 0 0,-1-1-1 0 0,-2 8 1 0 0,-9 14-34 0 0,-1 0 0 0 0,-2-1 0 0 0,0-1 0 0 0,-35 41 0 0 0,-40 60 0 0 0,82-111 0 0 0,9-2 0 0 0,5-6 0 0 0,0-1 0 0 0,1 0 0 0 0,-1 0 0 0 0,2-1 0 0 0,-1 1 0 0 0,0-1 0 0 0,1-1 0 0 0,0 1 0 0 0,0-1 0 0 0,11 4 0 0 0,21 16 0 0 0,-26-15 0 0 0,33 28 0 0 0,-43-34 0 0 0,0-1 0 0 0,-1 1 0 0 0,1 0 0 0 0,-1 0 0 0 0,0 0 0 0 0,0 0 0 0 0,0 1 0 0 0,0-1 0 0 0,-1 1 0 0 0,1-1 0 0 0,-1 1 0 0 0,0-1 0 0 0,1 5 0 0 0,-2-7 0 0 0,1 1 0 0 0,-1 0 0 0 0,0-1 0 0 0,0 1 0 0 0,1-1 0 0 0,-1 1 0 0 0,0-1 0 0 0,-1 1 0 0 0,1 0 0 0 0,0-1 0 0 0,0 1 0 0 0,-1-1 0 0 0,1 1 0 0 0,-1-1 0 0 0,1 1 0 0 0,-1-1 0 0 0,1 1 0 0 0,-1-1 0 0 0,0 0 0 0 0,0 1 0 0 0,0-1 0 0 0,0 0 0 0 0,-2 2 0 0 0,1 0 0 0 0,-6 8 0 0 0,1-1 0 0 0,-1-1 0 0 0,-1 0 0 0 0,1 0 0 0 0,-2 0 0 0 0,1-1 0 0 0,-1 0 0 0 0,0-1 0 0 0,-1 0 0 0 0,0-1 0 0 0,-12 6 0 0 0,1-3 0 0 0,0 0 0 0 0,0-1 0 0 0,-1-1 0 0 0,-43 7 0 0 0,45-11 0 0 0,-15-3 0 0 0,28-5 0 0 0,6 2 0 0 0,1 2-83 0 0,0 1-1 0 0,0-1 1 0 0,0 0 0 0 0,0 1-1 0 0,0-1 1 0 0,1 0-1 0 0,-1 1 1 0 0,0-1 0 0 0,1 0-1 0 0,-1 0 1 0 0,0 0 0 0 0,1 0-1 0 0,-1 1 1 0 0,1-1-1 0 0,-1 0 1 0 0,1 0 0 0 0,0 0-1 0 0,-1-2 1 0 0,1 1-326 0 0,0 0 0 0 0,0 0 1 0 0,0 0-1 0 0,1 0 0 0 0,-1 0 1 0 0,1 0-1 0 0,-1 1 0 0 0,1-1 0 0 0,-1 0 1 0 0,1 0-1 0 0,0 1 0 0 0,0-1 0 0 0,0 0 1 0 0,0 1-1 0 0,2-3 0 0 0,3-3-2096 0 0,0 0 0 0 0,0 1 0 0 0,1 0-1 0 0,10-8 1 0 0,10-5-7756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0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0 17674 0 0,'-5'1'66'0'0,"0"0"1"0"0,0 0 0 0 0,0 0 0 0 0,0 1 0 0 0,0-1-1 0 0,1 1 1 0 0,-1 1 0 0 0,1-1 0 0 0,-1 0 0 0 0,1 1 0 0 0,0 0-1 0 0,0 0 1 0 0,0 1 0 0 0,0-1 0 0 0,1 1 0 0 0,-1-1-1 0 0,1 1 1 0 0,0 0 0 0 0,0 0 0 0 0,0 1 0 0 0,1-1-1 0 0,-3 7 1 0 0,-8 14 683 0 0,2 0 0 0 0,-14 46 0 0 0,24-67-719 0 0,-10 30 635 0 0,2 0 0 0 0,1 0 1 0 0,-3 40-1 0 0,10-61-478 0 0,0-1 0 0 0,1 1 0 0 0,1 0 0 0 0,-1-1 1 0 0,2 1-1 0 0,0 0 0 0 0,1-1 0 0 0,0 0 0 0 0,0 1 0 0 0,2-1 0 0 0,-1-1 1 0 0,8 13-1 0 0,-7-17-119 0 0,-1 0 0 0 0,2-1-1 0 0,-1 0 1 0 0,1 0 0 0 0,-1 0 0 0 0,2-1 0 0 0,-1 0 0 0 0,1 0 0 0 0,-1-1 0 0 0,1 0 0 0 0,1 0-1 0 0,-1 0 1 0 0,0-1 0 0 0,1 0 0 0 0,0 0 0 0 0,-1-1 0 0 0,1 0 0 0 0,0-1 0 0 0,0 0 0 0 0,0 0-1 0 0,1 0 1 0 0,12-2 0 0 0,0 0 24 0 0,0 0 0 0 0,-1-2 0 0 0,1-1 0 0 0,-1 0 0 0 0,0-2 0 0 0,0 0-1 0 0,32-15 1 0 0,-46 18-64 0 0,0-1-1 0 0,0 1 1 0 0,0-1-1 0 0,0-1 0 0 0,-1 1 1 0 0,0-1-1 0 0,1 0 1 0 0,-2 0-1 0 0,1 0 1 0 0,-1-1-1 0 0,0 0 0 0 0,0 0 1 0 0,0 0-1 0 0,-1 0 1 0 0,0 0-1 0 0,0-1 1 0 0,0 1-1 0 0,-1-1 0 0 0,0 0 1 0 0,-1 0-1 0 0,1 0 1 0 0,-1 0-1 0 0,-1 0 1 0 0,1 0-1 0 0,-1 0 0 0 0,0 0 1 0 0,-1 0-1 0 0,0 0 1 0 0,-2-9-1 0 0,0-1-6 0 0,-1 0-1 0 0,-1 1 0 0 0,0-1 1 0 0,-1 1-1 0 0,-1 0 0 0 0,-1 0 1 0 0,0 1-1 0 0,-1 0 1 0 0,0 1-1 0 0,-23-26 0 0 0,28 35-72 0 0,-1 1 1 0 0,0-1-1 0 0,0 1 0 0 0,0 1 0 0 0,-1-1 0 0 0,1 1 0 0 0,-1 0 0 0 0,0 0 0 0 0,1 0 0 0 0,-2 1 0 0 0,1 0 0 0 0,0 0 0 0 0,0 1 0 0 0,0-1 1 0 0,-1 2-1 0 0,1-1 0 0 0,-1 1 0 0 0,1-1 0 0 0,-1 2 0 0 0,1-1 0 0 0,0 1 0 0 0,-11 2 0 0 0,7 0-471 0 0,0 0-1 0 0,0 0 1 0 0,1 1-1 0 0,0 0 1 0 0,-18 10-1 0 0,18-8-652 0 0,1 1 0 0 0,-1-1 0 0 0,1 1 0 0 0,0 1 0 0 0,-10 11-1 0 0,17-17 593 0 0,0-1 0 0 0,-1 1-1 0 0,1 0 1 0 0,0-1 0 0 0,0 1 0 0 0,0 0-1 0 0,0 0 1 0 0,1 0 0 0 0,-1-1-1 0 0,0 1 1 0 0,1 0 0 0 0,-1 0 0 0 0,1 0-1 0 0,-1 3 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1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67 113 13821 0 0,'-12'-6'-213'0'0,"4"3"790"0"0,1 0-1 0 0,0-1 1 0 0,0 0-1 0 0,0 0 1 0 0,-8-6 0 0 0,15 9-481 0 0,-1 0 1 0 0,1 1-1 0 0,-1-1 1 0 0,1 0-1 0 0,0 0 1 0 0,-1 0-1 0 0,1 0 1 0 0,0 0 0 0 0,0 0-1 0 0,0 1 1 0 0,-1-1-1 0 0,1 0 1 0 0,0 0-1 0 0,0 0 1 0 0,0 0-1 0 0,1 0 1 0 0,-1 0-1 0 0,0 0 1 0 0,0 0 0 0 0,0 0-1 0 0,1 0 1 0 0,-1 1-1 0 0,0-1 1 0 0,1 0-1 0 0,-1 0 1 0 0,1 0-1 0 0,0-1 1 0 0,16-20 1139 0 0,-11 19-1064 0 0,-1-1 0 0 0,1 1 0 0 0,-1-1 0 0 0,1 2 0 0 0,0-1 1 0 0,0 1-1 0 0,1-1 0 0 0,-1 2 0 0 0,0-1 0 0 0,1 1 0 0 0,-1 0 0 0 0,1 0 0 0 0,-1 1 0 0 0,8 0 0 0 0,-3 1-33 0 0,0 0-1 0 0,-1 0 1 0 0,1 1-1 0 0,-1 1 1 0 0,0 0-1 0 0,0 0 1 0 0,0 1-1 0 0,14 8 1 0 0,-15-8-50 0 0,0 1 1 0 0,-1 0-1 0 0,0 0 1 0 0,0 1-1 0 0,-1 0 0 0 0,1 1 1 0 0,-1-1-1 0 0,-1 1 1 0 0,1 1-1 0 0,-1-1 1 0 0,0 1-1 0 0,-1 0 1 0 0,0 1-1 0 0,0-1 0 0 0,-1 1 1 0 0,0 0-1 0 0,0 0 1 0 0,-1 0-1 0 0,-1 0 1 0 0,3 15-1 0 0,-5-11 87 0 0,0 0 0 0 0,-1 0-1 0 0,-1 0 1 0 0,0 0 0 0 0,-1 0-1 0 0,0 0 1 0 0,-1 0 0 0 0,-1-1 0 0 0,0 0-1 0 0,0 0 1 0 0,-8 12 0 0 0,-11 15 586 0 0,-54 65 0 0 0,33-46 208 0 0,-6 5 481 0 0,52-63-1451 0 0,-1 0 0 0 0,0 0 0 0 0,0 0 0 0 0,0 0 0 0 0,0 0 0 0 0,0 0 0 0 0,1 0 0 0 0,-1 0 0 0 0,0 0 0 0 0,0 0 0 0 0,0 0 0 0 0,0 0 0 0 0,0 0 0 0 0,0 0 0 0 0,1 0 0 0 0,-1 0 0 0 0,0 0 0 0 0,0 0 0 0 0,0 0 0 0 0,0 0 0 0 0,0 0 0 0 0,0 0 0 0 0,0 1 0 0 0,1-1 0 0 0,-1 0 0 0 0,0 0 0 0 0,0 0 0 0 0,0 0 0 0 0,0 0 0 0 0,0 0 0 0 0,0 0 0 0 0,0 1 0 0 0,0-1 0 0 0,0 0 0 0 0,0 0 0 0 0,0 0 0 0 0,0 0 0 0 0,0 0 0 0 0,0 0 0 0 0,0 1 0 0 0,0-1 0 0 0,0 0 0 0 0,0 0 0 0 0,0 0 0 0 0,0 0 0 0 0,0 0 0 0 0,0 1 0 0 0,0-1 0 0 0,0 0 0 0 0,0 0 0 0 0,0 0 0 0 0,0 0 0 0 0,0 0 0 0 0,0 0 0 0 0,0 0 0 0 0,0 1 0 0 0,0-1 0 0 0,0 0 0 0 0,0 0 0 0 0,-1 0 0 0 0,1 0 0 0 0,0 0 0 0 0,0 0 0 0 0,0 0 0 0 0,0 0 0 0 0,0 1 0 0 0,39 6 0 0 0,0 2 0 0 0,0 1 0 0 0,65 28 0 0 0,9 2 0 0 0,-108-39-415 0 0,0 0 0 0 0,0 0 0 0 0,1 0-1 0 0,-1-1 1 0 0,0 1 0 0 0,8-2 0 0 0,-7 0-839 0 0,-1 0-1 0 0,0 0 1 0 0,0-1 0 0 0,0 0-1 0 0,0 0 1 0 0,0 0 0 0 0,-1-1-1 0 0,1 1 1 0 0,-1-1 0 0 0,1 0-1 0 0,-1-1 1 0 0,5-4 0 0 0,-1 1-596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1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0 17350 0 0,'-4'1'72'0'0,"-3"1"235"0"0,1 0 0 0 0,-1 1 1 0 0,1-1-1 0 0,0 1 0 0 0,0 0 1 0 0,0 1-1 0 0,1-1 1 0 0,-1 1-1 0 0,1 0 0 0 0,-1 1 1 0 0,1-1-1 0 0,1 1 0 0 0,-1 0 1 0 0,1 0-1 0 0,-5 8 1 0 0,2-3 180 0 0,1 1 0 0 0,1 0 1 0 0,0-1-1 0 0,0 2 0 0 0,1-1 1 0 0,1 0-1 0 0,0 1 0 0 0,-3 20 1 0 0,5-19-107 0 0,0 0 0 0 0,0 0 0 0 0,2 0 0 0 0,-1 0 0 0 0,2 0 0 0 0,0 0 0 0 0,0 0 0 0 0,5 13 0 0 0,-5-19-236 0 0,1 0 1 0 0,0 1-1 0 0,1-1 0 0 0,-1 0 1 0 0,1 0-1 0 0,0-1 0 0 0,1 1 1 0 0,0-1-1 0 0,0 0 0 0 0,0 0 1 0 0,1-1-1 0 0,0 1 0 0 0,9 5 1 0 0,-4-4-124 0 0,1-2 0 0 0,0 0 0 0 0,0 0 0 0 0,1-1 0 0 0,-1-1 0 0 0,1 0-1 0 0,0-1 1 0 0,-1 0 0 0 0,1-1 0 0 0,0 0 0 0 0,0-1 0 0 0,0-1 0 0 0,0 0 0 0 0,0 0 0 0 0,25-8 0 0 0,-27 7-13 0 0,1-1 0 0 0,-1 0 0 0 0,0-1 0 0 0,0 0 0 0 0,0-1 0 0 0,-1 0-1 0 0,0-1 1 0 0,1 0 0 0 0,-2-1 0 0 0,1 0 0 0 0,-1 0 0 0 0,0-1 0 0 0,-1 0 0 0 0,0-1-1 0 0,0 0 1 0 0,-1 0 0 0 0,11-18 0 0 0,-14 18-40 0 0,-1 0 1 0 0,0 0-1 0 0,0 0 0 0 0,-1 0 1 0 0,0 0-1 0 0,-1-1 0 0 0,0 1 1 0 0,-1-1-1 0 0,0 1 0 0 0,0-1 1 0 0,-1 1-1 0 0,0-1 0 0 0,-1 1 1 0 0,1 0-1 0 0,-2 0 0 0 0,0 0 0 0 0,0 0 1 0 0,0 0-1 0 0,-1 0 0 0 0,-1 1 1 0 0,1 0-1 0 0,-1 0 0 0 0,-1 0 1 0 0,1 0-1 0 0,-1 1 0 0 0,-1 0 1 0 0,1 0-1 0 0,-1 1 0 0 0,-1 0 1 0 0,1 0-1 0 0,-1 0 0 0 0,0 1 1 0 0,0 0-1 0 0,0 1 0 0 0,-1 0 1 0 0,0 0-1 0 0,1 1 0 0 0,-1 0 1 0 0,-1 0-1 0 0,1 1 0 0 0,0 0 1 0 0,-1 1-1 0 0,1 0 0 0 0,-13 1 1 0 0,-6 1-2884 0 0,0 2-1 0 0,-50 13 1 0 0,58-11-1100 0 0,0 2 1 0 0,-25 11-1 0 0,22-6-4785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2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32 15829 0 0,'1'-32'8323'0'0,"1"63"-4256"0"0,1 12-3411 0 0,6 80 1290 0 0,-13 204 0 0 0,1-234-1946 0 0,2-56 0 0 0,0 0 0 0 0,-11 61 0 0 0,11-95-851 0 0,1 35-13520 0 0,13-61 8090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3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38 16506 0 0,'-1'0'70'0'0,"0"0"1"0"0,0 0 0 0 0,-1 0 0 0 0,1 0 0 0 0,0 0 0 0 0,0 0 0 0 0,0 0 0 0 0,0 0 0 0 0,0 0 0 0 0,0 0 0 0 0,0 1 0 0 0,0-1 0 0 0,0 0 0 0 0,0 1 0 0 0,-2 0 0 0 0,-4 7 342 0 0,1-1 1 0 0,0 1-1 0 0,1 1 0 0 0,0-1 1 0 0,0 1-1 0 0,1 0 0 0 0,0 0 1 0 0,1 0-1 0 0,-1 0 0 0 0,-2 17 1 0 0,0 5 617 0 0,0-1 1 0 0,0 40-1 0 0,5-57-747 0 0,1 0-1 0 0,1 0 1 0 0,0 0-1 0 0,0 0 1 0 0,2 0-1 0 0,-1 0 1 0 0,2 0-1 0 0,0-1 1 0 0,0 1-1 0 0,12 20 1 0 0,-14-28-207 0 0,1 0 0 0 0,1 0 0 0 0,-1-1 0 0 0,1 1 0 0 0,0-1 0 0 0,0 1 0 0 0,0-1 0 0 0,0-1 0 0 0,1 1 0 0 0,0 0 0 0 0,0-1 0 0 0,0 0 0 0 0,0 0 0 0 0,0-1 0 0 0,0 0 0 0 0,1 1 0 0 0,-1-2 0 0 0,1 1 0 0 0,0-1 0 0 0,-1 1-1 0 0,1-2 1 0 0,0 1 0 0 0,0-1 0 0 0,0 0 0 0 0,0 0 0 0 0,5-1 0 0 0,3-1-16 0 0,-1 0-1 0 0,0-1 0 0 0,0-1 0 0 0,-1 0 1 0 0,1-1-1 0 0,-1 0 0 0 0,0-1 0 0 0,0-1 0 0 0,-1 0 1 0 0,0 0-1 0 0,0-1 0 0 0,0 0 0 0 0,-1-1 0 0 0,0 0 1 0 0,-1-1-1 0 0,0 0 0 0 0,-1 0 0 0 0,0-1 1 0 0,10-18-1 0 0,-10 16 0 0 0,-2 0 0 0 0,1 0 0 0 0,-2-1 0 0 0,0 0 1 0 0,-1 0-1 0 0,0 0 0 0 0,-1-1 0 0 0,0 1 0 0 0,-1-1 1 0 0,-1 1-1 0 0,-1-1 0 0 0,0 0 0 0 0,0 1 0 0 0,-2-1 0 0 0,0 0 1 0 0,0 1-1 0 0,-8-24 0 0 0,8 33-113 0 0,0 1 1 0 0,1-1-1 0 0,-1 1 1 0 0,-1 0-1 0 0,1-1 1 0 0,-1 1-1 0 0,1 0 1 0 0,-1 1-1 0 0,0-1 1 0 0,-1 1-1 0 0,1-1 1 0 0,-1 1-1 0 0,1 0 1 0 0,-1 0-1 0 0,0 0 1 0 0,0 1-1 0 0,-7-4 1 0 0,5 4-152 0 0,-1 0-1 0 0,1 0 1 0 0,-1 0 0 0 0,0 1-1 0 0,0 0 1 0 0,0 1 0 0 0,0 0 0 0 0,1 0-1 0 0,-1 0 1 0 0,-13 3 0 0 0,-9 4-770 0 0,1 1 1 0 0,-1 1-1 0 0,2 2 1 0 0,-39 20 0 0 0,55-26 713 0 0,-27 18-9197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3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2 104 13465 0 0,'-2'-103'9326'0'0,"5"113"-7245"0"0,4 34-283 0 0,8 57-619 0 0,4 99 902 0 0,13 111 751 0 0,-30-294-2911 0 0,-1-4-68 0 0,1 0 0 0 0,0 0 0 0 0,1 0 1 0 0,0 0-1 0 0,6 11 0 0 0,-8-23-175 0 0,0 0-1 0 0,0 0 1 0 0,0-1-1 0 0,0 1 1 0 0,0-1-1 0 0,0 1 1 0 0,0-1-1 0 0,0 1 0 0 0,0-1 1 0 0,0 0-1 0 0,1 0 1 0 0,-1 1-1 0 0,0-1 1 0 0,0 0-1 0 0,0 0 1 0 0,0 0-1 0 0,1 0 1 0 0,-1 0-1 0 0,0-1 1 0 0,0 1-1 0 0,0 0 1 0 0,0-1-1 0 0,1 1 0 0 0,-1 0 1 0 0,0-1-1 0 0,0 1 1 0 0,0-1-1 0 0,0 0 1 0 0,0 1-1 0 0,0-1 1 0 0,0 0-1 0 0,0 1 1 0 0,1-2-1 0 0,0 0 586 0 0,7-3-2185 0 0,-1-1 0 0 0,0 0 1 0 0,0 0-1 0 0,0-1 0 0 0,7-9 1 0 0,5-5-5792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4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56 14293 0 0,'0'-3'77'0'0,"1"-1"482"0"0,-1 0 0 0 0,0 0-1 0 0,-1 1 1 0 0,1-1 0 0 0,-1 0-1 0 0,1 0 1 0 0,-1 1 0 0 0,-3-7-1 0 0,4 9-451 0 0,-1 0 0 0 0,0 0 0 0 0,0 0 0 0 0,0 0 0 0 0,0 0 0 0 0,0 0 0 0 0,0 1 0 0 0,0-1 0 0 0,0 0 0 0 0,0 1 0 0 0,-1-1-1 0 0,1 1 1 0 0,0-1 0 0 0,0 1 0 0 0,0 0 0 0 0,-1-1 0 0 0,1 1 0 0 0,0 0 0 0 0,-1 0 0 0 0,1 0 0 0 0,0 0 0 0 0,0 0 0 0 0,-1 0-1 0 0,1 0 1 0 0,0 0 0 0 0,-1 1 0 0 0,1-1 0 0 0,0 0 0 0 0,0 1 0 0 0,0-1 0 0 0,-1 1 0 0 0,1-1 0 0 0,0 1 0 0 0,0 0 0 0 0,-1 0-1 0 0,-20 9 659 0 0,0 1 0 0 0,1 1-1 0 0,0 1 1 0 0,-32 27-1 0 0,44-34-530 0 0,1 2 0 0 0,0-1 1 0 0,0 1-1 0 0,1 0 0 0 0,0 0 0 0 0,0 1 0 0 0,1 0 0 0 0,0 1 0 0 0,1-1 0 0 0,0 1 0 0 0,0 0 0 0 0,1 0 0 0 0,-4 16 0 0 0,8-21-149 0 0,-1 0-1 0 0,1 0 1 0 0,0 0 0 0 0,1-1 0 0 0,-1 1 0 0 0,1 0 0 0 0,0 0 0 0 0,1-1 0 0 0,-1 1-1 0 0,1 0 1 0 0,-1-1 0 0 0,2 0 0 0 0,-1 1 0 0 0,0-1 0 0 0,1 0 0 0 0,-1 0-1 0 0,1 0 1 0 0,6 6 0 0 0,6 5 144 0 0,1 0-1 0 0,34 24 1 0 0,-26-20-116 0 0,2 1-108 0 0,-8-7-4 0 0,0 1 0 0 0,-1 0 0 0 0,0 2 0 0 0,-1 0 0 0 0,17 23 0 0 0,-30-35-1 0 0,0 0 0 0 0,-1 0 0 0 0,0 0 0 0 0,0 0 0 0 0,0 0 0 0 0,0 0 0 0 0,0 1 0 0 0,-1-1 0 0 0,0 1 0 0 0,0-1 0 0 0,0 1-1 0 0,-1-1 1 0 0,0 1 0 0 0,1 0 0 0 0,-1-1 0 0 0,-1 1 0 0 0,1-1 0 0 0,-1 1 0 0 0,0-1 0 0 0,0 1 0 0 0,0-1 0 0 0,-1 1 0 0 0,1-1 0 0 0,-1 0 0 0 0,0 0 0 0 0,0 0-1 0 0,-1 0 1 0 0,1 0 0 0 0,-1 0 0 0 0,0 0 0 0 0,0-1 0 0 0,-4 5 0 0 0,-4 2 0 0 0,0 0 0 0 0,0 0 0 0 0,-1-1 0 0 0,-1 0 0 0 0,1-1 0 0 0,-1 0 0 0 0,-1-1 0 0 0,1-1 0 0 0,-1 0 0 0 0,0-1 0 0 0,-1 0 0 0 0,1-1 0 0 0,-1-1 0 0 0,-26 3 0 0 0,17-6 0 0 0,-46-8-4513 0 0,58 5 2206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5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59 214 19374 0 0,'-4'-2'90'0'0,"0"0"-1"0"0,0-1 1 0 0,0 0 0 0 0,1 0 0 0 0,-1 0-1 0 0,0 0 1 0 0,1-1 0 0 0,0 1 0 0 0,0-1-1 0 0,0 0 1 0 0,1 1 0 0 0,-1-1 0 0 0,1-1-1 0 0,0 1 1 0 0,0 0 0 0 0,0-1 0 0 0,0 1-1 0 0,1-1 1 0 0,0 1 0 0 0,0-1 0 0 0,0 1-1 0 0,1-1 1 0 0,-1 0 0 0 0,1 0 0 0 0,1-8-1 0 0,-1 8 71 0 0,0 1-1 0 0,0-1 1 0 0,0 1-1 0 0,1 0 0 0 0,-1-1 1 0 0,1 1-1 0 0,0 0 0 0 0,1 0 1 0 0,-1 0-1 0 0,1-1 0 0 0,-1 1 1 0 0,1 1-1 0 0,1-1 1 0 0,-1 0-1 0 0,0 0 0 0 0,1 1 1 0 0,0-1-1 0 0,0 1 0 0 0,0 0 1 0 0,0 0-1 0 0,0 0 0 0 0,1 1 1 0 0,-1-1-1 0 0,1 1 1 0 0,0-1-1 0 0,0 1 0 0 0,0 0 1 0 0,5-1-1 0 0,-2 2-79 0 0,1 1 0 0 0,-1 0-1 0 0,1 0 1 0 0,-1 0 0 0 0,0 1 0 0 0,1 0-1 0 0,-1 1 1 0 0,0 0 0 0 0,0 0 0 0 0,0 1-1 0 0,0-1 1 0 0,0 1 0 0 0,-1 1 0 0 0,1-1-1 0 0,-1 1 1 0 0,8 6 0 0 0,-3-2-13 0 0,0 1 0 0 0,0 0 0 0 0,-1 0 0 0 0,0 1 0 0 0,-1 1 0 0 0,0-1 0 0 0,13 23 0 0 0,-17-22 1 0 0,0 0-1 0 0,-2 1 0 0 0,1 0 1 0 0,-1 0-1 0 0,-1 0 1 0 0,0 0-1 0 0,-1 0 1 0 0,0 0-1 0 0,-1 1 0 0 0,0-1 1 0 0,-1 0-1 0 0,0 0 1 0 0,-1 0-1 0 0,0 1 0 0 0,-1-2 1 0 0,-1 1-1 0 0,-8 20 1 0 0,-6 11 209 0 0,-2-2 0 0 0,-1 0 1 0 0,-35 48-1 0 0,19-33 835 0 0,-77 89-1 0 0,112-143-1111 0 0,4-3 0 0 0,-2 1 0 0 0,22-16 0 0 0,-18 15 0 0 0,-1 0 0 0 0,1 0 0 0 0,0 0 0 0 0,-1 1 0 0 0,1 0 0 0 0,0 0 0 0 0,-1 0 0 0 0,1 0 0 0 0,0 0 0 0 0,0 1 0 0 0,-1 0 0 0 0,1 0 0 0 0,0 0 0 0 0,-1 0 0 0 0,6 2 0 0 0,53 31 0 0 0,-44-23 0 0 0,194 115 0 0 0,-201-121 0 0 0,3 1-144 0 0,-12-6 5 0 0,-1 1 1 0 0,1-1-1 0 0,-1 0 1 0 0,0 0-1 0 0,1 0 1 0 0,-1-1-1 0 0,1 1 1 0 0,-1 0-1 0 0,1-1 1 0 0,-1 1-1 0 0,0 0 1 0 0,1-1-1 0 0,-1 0 0 0 0,0 1 1 0 0,1-1-1 0 0,-1 0 1 0 0,0 0-1 0 0,2-1 1 0 0,-1 1-327 0 0,6-3-1422 0 0,0-1 0 0 0,0 1-1 0 0,-1-2 1 0 0,0 1 0 0 0,1-1 0 0 0,-2 0 0 0 0,13-14-1 0 0,-8 8-1626 0 0,12-13-5544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6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67 15181 0 0,'0'-3'74'0'0,"1"0"0"0"0,-1 1 0 0 0,0-1 0 0 0,0 0 0 0 0,0 1 0 0 0,-1-1 0 0 0,1 0 0 0 0,0 0 0 0 0,-1 1 0 0 0,0-1 0 0 0,0 0 0 0 0,0 1 0 0 0,0-1 0 0 0,0 1 0 0 0,0 0 0 0 0,-1-1 1 0 0,1 1-1 0 0,-1 0 0 0 0,0 0 0 0 0,1 0 0 0 0,-1 0 0 0 0,0 0 0 0 0,0 0 0 0 0,0 0 0 0 0,-5-2 0 0 0,5 3 564 0 0,-5 3 29 0 0,-9 6-362 0 0,0 0 0 0 0,0 1 0 0 0,1 0 0 0 0,0 1 0 0 0,1 1 0 0 0,0 1 0 0 0,1 0 0 0 0,0 0 0 0 0,1 2 0 0 0,0-1 0 0 0,1 2 0 0 0,1-1 0 0 0,0 1 0 0 0,1 1 0 0 0,0 0 0 0 0,2 0 0 0 0,0 1 1 0 0,0-1-1 0 0,-6 32 0 0 0,12-41-215 0 0,1 1 1 0 0,0-1 0 0 0,0 0-1 0 0,0 1 1 0 0,1-1-1 0 0,0 1 1 0 0,1-1 0 0 0,-1 0-1 0 0,1 0 1 0 0,1 0 0 0 0,-1 0-1 0 0,1 0 1 0 0,1 0 0 0 0,-1-1-1 0 0,1 1 1 0 0,7 8 0 0 0,9 10 355 0 0,1 0 0 0 0,36 33 0 0 0,-26-27 151 0 0,-20-20-241 0 0,0 1 0 0 0,-1 0 0 0 0,0 1 0 0 0,-1-1 0 0 0,0 2 0 0 0,12 28-1 0 0,-18-37-246 0 0,-1 1 0 0 0,-1 0 0 0 0,1 0 0 0 0,-1 0 0 0 0,0 0 0 0 0,0 0 0 0 0,-1 0 0 0 0,1 0 0 0 0,-2 0 0 0 0,1 0 0 0 0,-1 0 0 0 0,1 0 0 0 0,-2 0-1 0 0,1 0 1 0 0,-1 0 0 0 0,1 0 0 0 0,-2 0 0 0 0,1-1 0 0 0,-1 1 0 0 0,-5 8 0 0 0,1-3-109 0 0,-2 1 0 0 0,1-1 0 0 0,-2-1 0 0 0,1 1 0 0 0,-1-2 0 0 0,-1 1 0 0 0,0-1 0 0 0,0-1 0 0 0,-1 0 0 0 0,0-1 0 0 0,0 0 0 0 0,0-1 0 0 0,-1 0 0 0 0,0-1 0 0 0,0 0 0 0 0,-1-1 0 0 0,0 0 0 0 0,1-2 0 0 0,-1 1 0 0 0,0-2 0 0 0,0 0 0 0 0,0 0 0 0 0,0-1 0 0 0,0-1 0 0 0,-27-5 0 0 0,38 5-3 0 0,-24-7-843 0 0,18-2-1635 0 0,9 9 2393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6.5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247 122 19050 0 0,'-4'-5'212'0'0,"0"0"0"0"0,0 0 1 0 0,0-1-1 0 0,1 1 0 0 0,0-1 1 0 0,0 0-1 0 0,0 0 0 0 0,1 0 1 0 0,0 0-1 0 0,0 0 0 0 0,0 0 1 0 0,0-9-1 0 0,2 13-96 0 0,0 0 1 0 0,1 1-1 0 0,0-1 1 0 0,-1 1-1 0 0,1-1 1 0 0,0 0-1 0 0,-1 1 1 0 0,1-1-1 0 0,0 1 1 0 0,0-1-1 0 0,0 1 0 0 0,1 0 1 0 0,-1-1-1 0 0,0 1 1 0 0,0 0-1 0 0,1 0 1 0 0,-1 0-1 0 0,1 0 1 0 0,-1 0-1 0 0,1 0 1 0 0,-1 0-1 0 0,1 1 1 0 0,1-2-1 0 0,0 1 13 0 0,-1 0 1 0 0,1 0-1 0 0,-1 0 0 0 0,1 1 1 0 0,-1-1-1 0 0,1 1 1 0 0,-1-1-1 0 0,1 1 0 0 0,0 0 1 0 0,-1 0-1 0 0,1 0 1 0 0,-1 0-1 0 0,1 0 0 0 0,0 1 1 0 0,3 0-1 0 0,1 2-12 0 0,-1-1-1 0 0,0 1 1 0 0,0 1 0 0 0,-1-1-1 0 0,1 1 1 0 0,0 0-1 0 0,-1 0 1 0 0,0 0 0 0 0,0 1-1 0 0,0 0 1 0 0,-1 0-1 0 0,0 0 1 0 0,0 1 0 0 0,0-1-1 0 0,0 1 1 0 0,-1 0-1 0 0,0 0 1 0 0,0 0 0 0 0,-1 0-1 0 0,0 1 1 0 0,0-1 0 0 0,0 1-1 0 0,-1-1 1 0 0,0 1-1 0 0,0 0 1 0 0,-1 0 0 0 0,1-1-1 0 0,-2 1 1 0 0,-1 13-1 0 0,-3 3 7 0 0,-2 0-1 0 0,-1 0 1 0 0,-1-1-1 0 0,-1 0 0 0 0,-1 0 1 0 0,-1-1-1 0 0,0-1 1 0 0,-2 0-1 0 0,-22 26 1 0 0,-18 13 527 0 0,-91 77 0 0 0,98-95-581 0 0,37-32-69 0 0,19-17 0 0 0,-5 3 0 0 0,1 1 0 0 0,0-1 0 0 0,1 1 0 0 0,-1 0 0 0 0,1 1 0 0 0,9-6 0 0 0,-2 3 0 0 0,-8 3 0 0 0,0 1 0 0 0,1 0 0 0 0,-1 1 0 0 0,0-1 0 0 0,1 1 0 0 0,-1 0 0 0 0,1 1 0 0 0,-1-1 0 0 0,1 1 0 0 0,0 0 0 0 0,10 2 0 0 0,11 0 0 0 0,0 2 0 0 0,0 0 0 0 0,0 2 0 0 0,0 1 0 0 0,-1 2 0 0 0,44 19 0 0 0,-26-10 0 0 0,-20-11-3572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7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35 16594 0 0,'-29'-34'6263'0'0,"39"36"-5797"0"0,5 0-261 0 0,1 2 0 0 0,-1 0 0 0 0,0 1-1 0 0,0 1 1 0 0,-1 0 0 0 0,1 1 0 0 0,-1 1-1 0 0,-1 0 1 0 0,1 0 0 0 0,-2 2 0 0 0,1 0-1 0 0,10 11 1 0 0,-16-15 50 0 0,-2 1 0 0 0,1 0 0 0 0,-1 0 0 0 0,0 0 0 0 0,0 1 0 0 0,-1-1 0 0 0,0 1 0 0 0,-1 0 0 0 0,1 0 0 0 0,-1 1 0 0 0,-1-1 0 0 0,0 1 0 0 0,0 0 0 0 0,-1-1 0 0 0,0 1 0 0 0,0 0 0 0 0,-1 0 0 0 0,0-1 0 0 0,-1 1 1 0 0,0 0-1 0 0,0 0 0 0 0,-1-1 0 0 0,0 1 0 0 0,0-1 0 0 0,-7 16 0 0 0,-3 3-138 0 0,4-11-105 0 0,2 0-1 0 0,-8 28 0 0 0,12-38-11 0 0,2-1 0 0 0,-1 0 0 0 0,1 1 0 0 0,0-1 0 0 0,0 0 0 0 0,0 1 0 0 0,1-1 0 0 0,-1 0 0 0 0,1 1 0 0 0,1-1 0 0 0,-1 0 0 0 0,1 0 0 0 0,0 0 0 0 0,0 0 0 0 0,6 9 0 0 0,3 12 0 0 0,17 37 0 0 0,6 19 0 0 0,-32-76 0 0 0,-1 0 0 0 0,0 1 0 0 0,0-1 0 0 0,0 0 0 0 0,0 1 0 0 0,-1-1 0 0 0,0 1 0 0 0,-1-1 0 0 0,1 0 0 0 0,-1 1 0 0 0,-2 7 0 0 0,0-8 0 0 0,1-1 0 0 0,-1 0 0 0 0,0 0 0 0 0,0 0 0 0 0,-1 0 0 0 0,0-1 0 0 0,0 1 0 0 0,0-1 0 0 0,0 0 0 0 0,0 0 0 0 0,-1-1 0 0 0,0 1 0 0 0,1-1 0 0 0,-2 0 0 0 0,-5 3 0 0 0,-8 4 0 0 0,-1-2 0 0 0,-36 12 0 0 0,44-17-479 0 0,1 0-1 0 0,-1-1 1 0 0,0-1-1 0 0,0 0 1 0 0,0-1-1 0 0,-23-1 1 0 0,28 0-46 0 0,-1 0 0 0 0,1 0 0 0 0,-1-1-1 0 0,1 0 1 0 0,0 0 0 0 0,0-1 0 0 0,0 0 0 0 0,0 0 0 0 0,0-1 0 0 0,1 0 0 0 0,-12-8-1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8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88 21678 0 0,'-2'-1'-19'0'0,"0"1"0"0"0,0-1 0 0 0,1 0 0 0 0,-1 1 0 0 0,0-1 0 0 0,1 0 0 0 0,-1 0 1 0 0,1 0-1 0 0,-1 0 0 0 0,1-1 0 0 0,-1 1 0 0 0,1 0 0 0 0,0-1 0 0 0,-1 1 0 0 0,1-1 0 0 0,0 1 0 0 0,0-1 0 0 0,0 1 0 0 0,0-1 0 0 0,0-2 1 0 0,1 2 28 0 0,0 0 0 0 0,1 0 0 0 0,-1 1 0 0 0,1-1 0 0 0,-1 0 0 0 0,1 1 0 0 0,0-1 0 0 0,0 0 0 0 0,0 1 0 0 0,0-1 0 0 0,0 1 0 0 0,0 0 0 0 0,0-1 0 0 0,0 1 0 0 0,1 0 0 0 0,-1-1 0 0 0,0 1 0 0 0,1 0 0 0 0,-1 0 0 0 0,1 0 0 0 0,2-1 0 0 0,3-2 10 0 0,0 0 0 0 0,0 1 0 0 0,1-1 0 0 0,-1 2 0 0 0,1-1 1 0 0,0 1-1 0 0,-1 0 0 0 0,1 1 0 0 0,0 0 0 0 0,0 0 0 0 0,0 0 1 0 0,0 1-1 0 0,1 1 0 0 0,-1-1 0 0 0,0 1 0 0 0,0 1 0 0 0,-1-1 1 0 0,1 1-1 0 0,0 1 0 0 0,-1-1 0 0 0,1 1 0 0 0,9 5 0 0 0,-2 0 51 0 0,0 0 0 0 0,0 1 0 0 0,-1 1 0 0 0,0 0 0 0 0,-1 0 0 0 0,0 2 0 0 0,0 0 0 0 0,-1 0 0 0 0,14 19 0 0 0,-22-25 52 0 0,-1 0-1 0 0,1 0 1 0 0,-1 0-1 0 0,-1 1 1 0 0,1-1-1 0 0,-1 1 1 0 0,0-1-1 0 0,0 1 1 0 0,-1 0-1 0 0,0 0 1 0 0,0-1 0 0 0,-1 1-1 0 0,1 0 1 0 0,-2 0-1 0 0,1 0 1 0 0,-1 0-1 0 0,0 0 1 0 0,0-1-1 0 0,-3 10 1 0 0,-5 8 631 0 0,-1 0 0 0 0,0 0 1 0 0,-25 39-1 0 0,19-34-53 0 0,14-26-621 0 0,0 0-1 0 0,0 0 0 0 0,0 0 1 0 0,1 1-1 0 0,-1-1 0 0 0,1 1 1 0 0,0-1-1 0 0,0 1 0 0 0,0-1 1 0 0,1 1-1 0 0,-1 0 0 0 0,1-1 1 0 0,0 1-1 0 0,0 0 0 0 0,0-1 1 0 0,1 1-1 0 0,-1 0 0 0 0,1-1 1 0 0,0 1-1 0 0,0-1 0 0 0,0 1 1 0 0,0-1-1 0 0,1 1 1 0 0,-1-1-1 0 0,1 0 0 0 0,0 1 1 0 0,0-1-1 0 0,0 0 0 0 0,0 0 1 0 0,1-1-1 0 0,4 5 0 0 0,34 37 195 0 0,-30-34-163 0 0,0 1 0 0 0,0 0 0 0 0,-1 1 0 0 0,-1 0 0 0 0,0 0 0 0 0,-1 1 1 0 0,0 0-1 0 0,0 0 0 0 0,8 26 0 0 0,-15-35-111 0 0,0 0 0 0 0,0 0 0 0 0,-1-1 0 0 0,0 1 0 0 0,0 0 0 0 0,0 0 0 0 0,0-1 0 0 0,-1 1 0 0 0,1 0 0 0 0,-1 0 0 0 0,0-1 0 0 0,0 1 0 0 0,0 0 0 0 0,0-1 0 0 0,-1 1 0 0 0,0-1 0 0 0,0 0 0 0 0,0 1 0 0 0,-2 2 0 0 0,-1 0 0 0 0,0 0 0 0 0,-1-1 0 0 0,1 0 0 0 0,-1 0 0 0 0,0 0 0 0 0,-11 6 0 0 0,11-8-226 0 0,0 0-1 0 0,0-1 1 0 0,0 1-1 0 0,0-1 1 0 0,0 0 0 0 0,0-1-1 0 0,-1 1 1 0 0,1-1-1 0 0,0-1 1 0 0,-1 1 0 0 0,1-1-1 0 0,-1 0 1 0 0,1-1 0 0 0,-1 1-1 0 0,1-1 1 0 0,0-1-1 0 0,-13-3 1 0 0,3-1-730 0 0,1 0 0 0 0,-1-2 0 0 0,1 0 1 0 0,1 0-1 0 0,-23-18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29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418 205 15273 0 0,'0'0'6920'0'0,"5"0"-5962"0"0,-1 0-622 0 0,-1-1-1 0 0,1 0 1 0 0,-1 1 0 0 0,0-1 0 0 0,1 0 0 0 0,-1-1 0 0 0,0 1 0 0 0,1 0-1 0 0,-1-1 1 0 0,0 0 0 0 0,0 0 0 0 0,0 0 0 0 0,0 0 0 0 0,-1 0 0 0 0,1-1-1 0 0,-1 1 1 0 0,1-1 0 0 0,1-3 0 0 0,-1 2-189 0 0,-1 0 0 0 0,0 0 0 0 0,0-1 0 0 0,0 1 0 0 0,0-1 0 0 0,-1 1 0 0 0,0-1 1 0 0,0 1-1 0 0,0-1 0 0 0,0 0 0 0 0,-1 0 0 0 0,0 0 0 0 0,0-8 0 0 0,0 7-91 0 0,-1-1 0 0 0,0 1 0 0 0,0 0 0 0 0,0 0 0 0 0,-1 0 0 0 0,0 0 0 0 0,0 0 0 0 0,-1 0 0 0 0,-4-8-1 0 0,5 12-44 0 0,1 0-1 0 0,-1-1 0 0 0,0 1 0 0 0,0 0 0 0 0,0 0 0 0 0,0 0 0 0 0,-1 1 0 0 0,1-1 0 0 0,0 0 0 0 0,-1 1 0 0 0,1 0 0 0 0,-1-1 0 0 0,0 1 0 0 0,1 0 0 0 0,-1 0 0 0 0,0 1 0 0 0,0-1 0 0 0,1 1 0 0 0,-1-1 0 0 0,0 1 0 0 0,0 0 0 0 0,0 0 0 0 0,0 0 0 0 0,1 0 0 0 0,-5 1 0 0 0,-9 2 10 0 0,0 1 0 0 0,0 0-1 0 0,1 1 1 0 0,-1 1 0 0 0,1 0 0 0 0,0 1 0 0 0,1 1-1 0 0,-14 9 1 0 0,20-12-32 0 0,0 0-1 0 0,0 0 1 0 0,1 1-1 0 0,0 1 1 0 0,0-1-1 0 0,1 1 1 0 0,-1 0-1 0 0,1 0 0 0 0,1 1 1 0 0,0 0-1 0 0,0 0 1 0 0,0 0-1 0 0,1 1 1 0 0,0-1-1 0 0,1 1 1 0 0,-4 12-1 0 0,7-18-2 0 0,-1-1 0 0 0,1 1 0 0 0,0-1 0 0 0,-1 1 0 0 0,1 0 1 0 0,0-1-1 0 0,1 1 0 0 0,-1-1 0 0 0,0 1 0 0 0,1-1 0 0 0,0 1 0 0 0,-1-1 0 0 0,1 1 0 0 0,0-1 0 0 0,0 0 0 0 0,0 1 0 0 0,1-1 0 0 0,-1 0 0 0 0,0 0 0 0 0,1 0 0 0 0,2 3 0 0 0,0-2-4 0 0,-1-1 1 0 0,1 1-1 0 0,-1-1 0 0 0,1 0 1 0 0,0 0-1 0 0,0 0 0 0 0,0 0 1 0 0,0-1-1 0 0,1 0 0 0 0,-1 0 1 0 0,7 1-1 0 0,6 0 6 0 0,1-1-1 0 0,0-1 0 0 0,0-1 1 0 0,29-4-1 0 0,17-6 787 0 0,-60 10-595 0 0,17 13-117 0 0,-19-10-61 0 0,-1 1 0 0 0,-1 0 0 0 0,1 0 0 0 0,0 0 0 0 0,-1 0 0 0 0,1 0 0 0 0,-1 0 0 0 0,0-1 0 0 0,0 1 0 0 0,0 0 0 0 0,0 0 0 0 0,-1 0 0 0 0,1 0 0 0 0,-1 0 0 0 0,0 0 0 0 0,-1 3 0 0 0,0 7 0 0 0,-2 121 0 0 0,-3 23 0 0 0,6-149 0 0 0,-1-1 0 0 0,0 0 0 0 0,0 0 0 0 0,0 1 0 0 0,-1-1 0 0 0,0-1 0 0 0,-1 1 0 0 0,0 0 0 0 0,0-1 0 0 0,0 0 0 0 0,-1 0 0 0 0,1 0 0 0 0,-1 0 0 0 0,-8 6 0 0 0,-11 8 0 0 0,0-1 0 0 0,-33 20 0 0 0,7-5 0 0 0,-78 61 0 0 0,74-62 0 0 0,43-27 0 0 0,0 3 0 0 0,11-9-156 0 0,-1 1 1 0 0,0 0-1 0 0,1 0 1 0 0,-1-1-1 0 0,1 1 1 0 0,-1 0-1 0 0,1 0 0 0 0,0-1 1 0 0,-1 1-1 0 0,1 0 1 0 0,0 0-1 0 0,0 0 1 0 0,-1 0-1 0 0,1-1 0 0 0,0 1 1 0 0,0 0-1 0 0,0 0 1 0 0,0 0-1 0 0,0 0 1 0 0,0 0-1 0 0,0 0 0 0 0,0-1 1 0 0,1 1-1 0 0,-1 0 1 0 0,0 0-1 0 0,0 0 1 0 0,1 1-1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0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3 121 21594 0 0,'-1'-3'55'0'0,"1"0"1"0"0,-1 0-1 0 0,1-1 0 0 0,0 1 1 0 0,0 0-1 0 0,0 0 0 0 0,0 0 0 0 0,0 0 1 0 0,1 0-1 0 0,0-1 0 0 0,-1 1 1 0 0,1 0-1 0 0,0 0 0 0 0,1 0 1 0 0,-1 1-1 0 0,0-1 0 0 0,1 0 1 0 0,0 0-1 0 0,-1 1 0 0 0,1-1 1 0 0,0 1-1 0 0,0-1 0 0 0,1 1 0 0 0,-1 0 1 0 0,0 0-1 0 0,1 0 0 0 0,-1 0 1 0 0,1 0-1 0 0,3-1 0 0 0,2-3 183 0 0,1 1 1 0 0,-1 1-1 0 0,1-1 0 0 0,0 1 0 0 0,0 1 0 0 0,0 0 0 0 0,19-4 0 0 0,-19 6-168 0 0,-1 1 0 0 0,0 0-1 0 0,0 1 1 0 0,0 0 0 0 0,0 0-1 0 0,0 1 1 0 0,0 0 0 0 0,0 0-1 0 0,0 1 1 0 0,0 0 0 0 0,-1 1-1 0 0,0-1 1 0 0,0 1 0 0 0,10 8-1 0 0,-8-6-4 0 0,-1 0-1 0 0,0 1 0 0 0,0 0 1 0 0,0 0-1 0 0,-1 1 0 0 0,0 0 1 0 0,-1 1-1 0 0,0-1 0 0 0,0 1 1 0 0,6 13-1 0 0,-11-17-22 0 0,0 0 0 0 0,1 1-1 0 0,-2-1 1 0 0,1 1 0 0 0,0-1-1 0 0,-1 1 1 0 0,0-1 0 0 0,-1 1-1 0 0,1-1 1 0 0,-1 1 0 0 0,0-1-1 0 0,0 0 1 0 0,-1 1 0 0 0,0-1-1 0 0,0 0 1 0 0,0 0 0 0 0,0 0-1 0 0,-4 6 1 0 0,-9 13 272 0 0,0 0 0 0 0,-25 29 0 0 0,19-26 182 0 0,6-9-49 0 0,11-14-231 0 0,0-1 0 0 0,0 1 0 0 0,1 0-1 0 0,0 0 1 0 0,-1 1 0 0 0,2-1 0 0 0,-1 1-1 0 0,1 0 1 0 0,-1-1 0 0 0,-2 9 0 0 0,6-10-181 0 0,0-1 1 0 0,0 0 0 0 0,0 0 0 0 0,0 0 0 0 0,0 0 0 0 0,0 0 0 0 0,0 0 0 0 0,1 0 0 0 0,-1 0-1 0 0,1 0 1 0 0,0-1 0 0 0,-1 1 0 0 0,1-1 0 0 0,0 1 0 0 0,0-1 0 0 0,0 1 0 0 0,0-1-1 0 0,0 0 1 0 0,2 1 0 0 0,8 6 52 0 0,58 40-88 0 0,-40-28 0 0 0,51 42 0 0 0,-74-53 0 0 0,-4 3 0 0 0,-5-9 0 0 0,0 0 0 0 0,0-1 0 0 0,0 1 0 0 0,0 0 0 0 0,0-1 0 0 0,-1 0 0 0 0,1 1 0 0 0,-1-1 0 0 0,0 0 0 0 0,1 0 0 0 0,-1-1 0 0 0,0 1 0 0 0,0-1 0 0 0,0 1 0 0 0,0-1 0 0 0,-1 0 0 0 0,1 0 0 0 0,0 0 0 0 0,-4 0 0 0 0,-80 12 0 0 0,51-9 0 0 0,-5 0-2678 0 0,-21-4-6122 0 0,27 0 4961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0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361 47 16153 0 0,'0'-2'-7'0'0,"1"0"0"0"0,-1 1-1 0 0,-1-1 1 0 0,1 0-1 0 0,0 0 1 0 0,0 0-1 0 0,-1 0 1 0 0,1 1 0 0 0,-1-1-1 0 0,1 0 1 0 0,-1 0-1 0 0,0 1 1 0 0,1-1-1 0 0,-1 0 1 0 0,0 1-1 0 0,0-1 1 0 0,-1 1 0 0 0,1 0-1 0 0,0-1 1 0 0,0 1-1 0 0,-1 0 1 0 0,-2-3-1 0 0,2 3 73 0 0,-1 0 0 0 0,0 0 0 0 0,0 0-1 0 0,1 0 1 0 0,-1 1 0 0 0,0-1 0 0 0,0 1-1 0 0,0 0 1 0 0,0 0 0 0 0,0 0 0 0 0,0 0-1 0 0,1 0 1 0 0,-5 1 0 0 0,-9 3 503 0 0,-1 0 0 0 0,1 2 0 0 0,-30 13 0 0 0,39-16-459 0 0,-2 2 90 0 0,1-1 0 0 0,-1 1 0 0 0,1 0 0 0 0,0 0 0 0 0,0 1 0 0 0,1 0 0 0 0,-1 1 0 0 0,1 0-1 0 0,1 0 1 0 0,-1 0 0 0 0,-7 14 0 0 0,12-18-137 0 0,0 0-1 0 0,1 0 1 0 0,-1 0 0 0 0,1 0-1 0 0,0 1 1 0 0,0-1-1 0 0,0 0 1 0 0,0 1 0 0 0,1-1-1 0 0,0 1 1 0 0,-1-1-1 0 0,1 1 1 0 0,0-1 0 0 0,1 1-1 0 0,-1-1 1 0 0,1 0 0 0 0,-1 1-1 0 0,1-1 1 0 0,0 1-1 0 0,0-1 1 0 0,0 0 0 0 0,1 0-1 0 0,-1 0 1 0 0,1 0-1 0 0,0 0 1 0 0,0 0 0 0 0,0 0-1 0 0,0 0 1 0 0,0-1-1 0 0,1 1 1 0 0,-1-1 0 0 0,1 1-1 0 0,0-1 1 0 0,5 3-1 0 0,18 14 610 0 0,46 22 0 0 0,-55-33-133 0 0,0 1 0 0 0,-1 0 0 0 0,0 1 1 0 0,0 1-1 0 0,-1 0 0 0 0,-1 1 0 0 0,0 1 1 0 0,23 26-1 0 0,-36-36-491 0 0,1 0 1 0 0,-1 0-1 0 0,0 0 1 0 0,1 0 0 0 0,-1 0-1 0 0,-1 0 1 0 0,1 1-1 0 0,0-1 1 0 0,-1 0-1 0 0,0 0 1 0 0,0 1 0 0 0,0-1-1 0 0,0 0 1 0 0,0 0-1 0 0,0 1 1 0 0,-1-1-1 0 0,0 0 1 0 0,0 0 0 0 0,0 0-1 0 0,0 0 1 0 0,0 0-1 0 0,0 0 1 0 0,-1 0-1 0 0,0 0 1 0 0,1 0 0 0 0,-1-1-1 0 0,0 1 1 0 0,0-1-1 0 0,0 1 1 0 0,-1-1-1 0 0,-3 3 1 0 0,-8 8 262 0 0,-1 0 0 0 0,0-1 1 0 0,-32 18-1 0 0,43-27-305 0 0,-85 45-5 0 0,79-43 0 0 0,0-1 0 0 0,0 0 0 0 0,-1-1 0 0 0,1 0 0 0 0,-1 0 0 0 0,0-1 0 0 0,-13 0 0 0 0,19-2-255 0 0,0 0 0 0 0,0 0 0 0 0,0-1 0 0 0,0 1 0 0 0,0-1 0 0 0,0-1 0 0 0,0 1 0 0 0,0-1 0 0 0,-8-3 0 0 0,11 4-121 0 0,0-1-1 0 0,0 1 1 0 0,0 0 0 0 0,0-1-1 0 0,1 0 1 0 0,-1 1-1 0 0,0-1 1 0 0,1 0-1 0 0,-1 0 1 0 0,1 1-1 0 0,0-1 1 0 0,-1 0 0 0 0,1-1-1 0 0,0 1 1 0 0,-1-3-1 0 0,2 2-152 0 0,-1 0-1 0 0,1 0 0 0 0,-1 0 0 0 0,1 0 1 0 0,0 0-1 0 0,0 0 0 0 0,1 0 0 0 0,-1 0 1 0 0,0 0-1 0 0,1 0 0 0 0,0 0 1 0 0,0 0-1 0 0,0 0 0 0 0,0 0 0 0 0,0 0 1 0 0,1 0-1 0 0,-1 1 0 0 0,1-1 1 0 0,0 1-1 0 0,0-1 0 0 0,0 1 0 0 0,0-1 1 0 0,4-2-1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1.4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16337 0 0,'28'-41'7116'0'0,"-31"63"-6674"0"0,-13 133 1980 0 0,16-131-2061 0 0,0 0-1 0 0,1 0 0 0 0,1 1 0 0 0,9 38 1 0 0,-10-60-336 0 0,1 1 0 0 0,-1 0 0 0 0,1-1 0 0 0,-1 1 0 0 0,1-1 0 0 0,0 1 0 0 0,1-1 0 0 0,-1 0 0 0 0,0 0 0 0 0,1 0 0 0 0,0 0 1 0 0,0-1-1 0 0,0 1 0 0 0,0-1 0 0 0,0 1 0 0 0,0-1 0 0 0,1 0 0 0 0,-1 0 0 0 0,1-1 0 0 0,-1 1 0 0 0,1-1 0 0 0,0 1 0 0 0,-1-1 1 0 0,1 0-1 0 0,0-1 0 0 0,0 1 0 0 0,0-1 0 0 0,0 1 0 0 0,0-1 0 0 0,0-1 0 0 0,4 1 0 0 0,8-2-33 0 0,0 1 0 0 0,-1-2 0 0 0,1 0 0 0 0,-1-1 0 0 0,0 0 0 0 0,25-12 0 0 0,-7-1 249 0 0,0 0 0 0 0,-2-3 0 0 0,0 0 0 0 0,52-47 1378 0 0,-83 74-1237 0 0,-2 29-157 0 0,-9 52 0 0 0,5-59-127 0 0,2 0-1 0 0,1 0 0 0 0,2 0 1 0 0,3 46-1 0 0,1-38-553 0 0,-3-26 53 0 0,1-1 0 0 0,0 0-1 0 0,1 0 1 0 0,0 1 0 0 0,0-1 0 0 0,1 0-1 0 0,0 0 1 0 0,8 15 0 0 0,2-25-4549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1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18846 0 0,'1'-4'91'0'0,"0"0"0"0"0,0 0 0 0 0,0 0 0 0 0,1 1 0 0 0,-1-1 0 0 0,1 0 0 0 0,0 0 1 0 0,0 1-1 0 0,0 0 0 0 0,1-1 0 0 0,-1 1 0 0 0,1 0 0 0 0,0 0 0 0 0,-1 0 0 0 0,1 0 0 0 0,1 1 0 0 0,-1-1 0 0 0,0 1 1 0 0,1 0-1 0 0,-1 0 0 0 0,1 0 0 0 0,0 0 0 0 0,-1 0 0 0 0,1 1 0 0 0,0 0 0 0 0,0 0 0 0 0,0 0 0 0 0,6 0 1 0 0,-5 0 89 0 0,0 1 1 0 0,0 0 0 0 0,1 0-1 0 0,-1 1 1 0 0,0-1 0 0 0,0 1 0 0 0,0 0-1 0 0,0 0 1 0 0,-1 1 0 0 0,1 0-1 0 0,0 0 1 0 0,0 0 0 0 0,-1 0 0 0 0,1 1-1 0 0,-1-1 1 0 0,0 1 0 0 0,0 0-1 0 0,0 1 1 0 0,0-1 0 0 0,-1 1 0 0 0,1-1-1 0 0,5 9 1 0 0,-4-4-25 0 0,-1 0 0 0 0,0 1-1 0 0,0-1 1 0 0,-1 1 0 0 0,0 0 0 0 0,0 0-1 0 0,-1 0 1 0 0,0 0 0 0 0,-1 0 0 0 0,0 0-1 0 0,0 1 1 0 0,-1-1 0 0 0,0 0 0 0 0,-1 1-1 0 0,-2 11 1 0 0,-4 13 1048 0 0,-1-1 1 0 0,-24 60-1 0 0,0 2-229 0 0,29-85-976 0 0,0 0 0 0 0,1 0 0 0 0,0 0 0 0 0,0 1 0 0 0,1-1 0 0 0,1 19 0 0 0,1-26 0 0 0,0 0 0 0 0,-1 0 0 0 0,1 0 0 0 0,1 0 0 0 0,-1 0 0 0 0,0 0 0 0 0,1 0 0 0 0,-1 0 0 0 0,1 0 0 0 0,0-1 0 0 0,0 1 0 0 0,0-1 0 0 0,0 1 0 0 0,1-1 0 0 0,-1 0 0 0 0,1 0 0 0 0,-1 0 0 0 0,1 0 0 0 0,0 0 0 0 0,-1-1 0 0 0,1 1 0 0 0,0-1 0 0 0,0 0 0 0 0,0 0 0 0 0,4 1 0 0 0,6 2 0 0 0,0 0 0 0 0,0-1 0 0 0,0-1 0 0 0,0 0 0 0 0,0-1 0 0 0,24 0 0 0 0,69 3 0 0 0,-87-1 0 0 0,0-1 0 0 0,-1-3 0 0 0,-6-5-436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26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1388 163 6665 0 0,'1'1'148'0'0,"0"0"1"0"0,0 0 0 0 0,0 0 0 0 0,1 0-1 0 0,-1-1 1 0 0,0 1 0 0 0,1-1-1 0 0,-1 1 1 0 0,1-1 0 0 0,-1 1 0 0 0,1-1-1 0 0,-1 0 1 0 0,1 0 0 0 0,-1 0 0 0 0,1 0-1 0 0,-1 0 1 0 0,1 0 0 0 0,-1 0 0 0 0,0 0-1 0 0,1-1 1 0 0,-1 1 0 0 0,1 0-1 0 0,-1-1 1 0 0,1 1 0 0 0,-1-1 0 0 0,0 0-1 0 0,3-1 1 0 0,-2 0 103 0 0,1-1 0 0 0,-1 0-1 0 0,0 1 1 0 0,0-1 0 0 0,0 0 0 0 0,-1 0-1 0 0,1 0 1 0 0,-1 0 0 0 0,0 0-1 0 0,1 0 1 0 0,0-6 0 0 0,-1 7 137 0 0,-6-15 668 0 0,-1 9-892 0 0,1 1 1 0 0,-2-1-1 0 0,1 1 1 0 0,-1 0-1 0 0,0 1 0 0 0,0 0 1 0 0,-1 0-1 0 0,1 0 0 0 0,-1 1 1 0 0,-1 0-1 0 0,-15-7 0 0 0,10 7-71 0 0,0 1 0 0 0,0 0-1 0 0,0 1 1 0 0,0 1 0 0 0,-1 0-1 0 0,1 0 1 0 0,-17 2-1 0 0,-19 4-70 0 0,0 1 0 0 0,0 4 0 0 0,-75 21-1 0 0,73-17 100 0 0,-2 2-113 0 0,1 3 0 0 0,0 2 0 0 0,2 2 0 0 0,0 2 0 0 0,-71 48 0 0 0,88-49-2 0 0,2 3 1 0 0,0 1 0 0 0,-53 59-1 0 0,-68 106 69 0 0,133-161-64 0 0,2 2 0 0 0,2 0 0 0 0,1 0 0 0 0,1 1 0 0 0,-12 47 0 0 0,7-21 22 0 0,9-31 61 0 0,2-1 1 0 0,1 2-1 0 0,2-1 1 0 0,0 1-1 0 0,2 0 1 0 0,1-1-1 0 0,2 1 0 0 0,1 0 1 0 0,9 59-1 0 0,1-41 213 0 0,26 69 0 0 0,2 6 43 0 0,-34-104-278 0 0,1-1-1 0 0,1 0 1 0 0,1 0-1 0 0,0-1 1 0 0,1 0-1 0 0,1 0 1 0 0,1-1-1 0 0,0 0 1 0 0,21 21-1 0 0,-12-17 19 0 0,1 0 0 0 0,1-2 0 0 0,1-1 0 0 0,0-1 0 0 0,50 26 0 0 0,-27-21 62 0 0,0-2 0 0 0,2-2 0 0 0,0-2 0 0 0,1-2 0 0 0,0-2 0 0 0,0-3 0 0 0,53 2 0 0 0,-53-8 44 0 0,1-2 1 0 0,0-3-1 0 0,-1-2 1 0 0,65-14-1 0 0,-29-2 323 0 0,131-51-1 0 0,-188 61-284 0 0,1-2 0 0 0,-2-1 0 0 0,0-1-1 0 0,-1-1 1 0 0,0-1 0 0 0,-1-2 0 0 0,-1 0-1 0 0,-1-2 1 0 0,-1 0 0 0 0,38-49 0 0 0,-25 28-44 0 0,-3-2 1 0 0,-2 0 0 0 0,-1-2 0 0 0,38-86-1 0 0,-49 81 25 0 0,-1-1 0 0 0,-3 0 0 0 0,-2-2 0 0 0,-3 1 0 0 0,3-60 0 0 0,-10-90 152 0 0,-3 93-140 0 0,-1 100-231 0 0,0 1 1 0 0,-1-1 0 0 0,1 1-1 0 0,-2 0 1 0 0,1 0-1 0 0,-1 0 1 0 0,-1 0 0 0 0,-6-9-1 0 0,-1-6 36 0 0,-26-57 25 0 0,29 56-80 0 0,-2 1 0 0 0,0 0 0 0 0,-2 1 0 0 0,0 0 1 0 0,-2 1-1 0 0,0 0 0 0 0,-2 1 0 0 0,-21-20 0 0 0,25 31 13 0 0,-1 0 0 0 0,0 2 0 0 0,0-1 0 0 0,-1 2 0 0 0,0 0 0 0 0,-1 1 0 0 0,1 0 0 0 0,-1 1 0 0 0,0 1-1 0 0,0 1 1 0 0,-22-2 0 0 0,-29-2-21 0 0,-93 3 0 0 0,122 5 37 0 0,15-1-100 0 0,0 1 0 0 0,0 1-1 0 0,0 1 1 0 0,-31 8-1 0 0,10 4-4496 0 0,0 6-6423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16.8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937 83 9830 0 0,'21'-3'228'0'0,"-6"-1"-183"0"0,-10-7-45 0 0,-10-2 46 0 0,-8 1 136 0 0,2 1-91 0 0,-1 2 91 0 0,-2 3-137 0 0,-5 0 20 0 0,4 3 70 0 0,0 1 1 0 0,0 0 0 0 0,0 1-1 0 0,0 1 1 0 0,-1 0-1 0 0,-25 5 1 0 0,11-2 150 0 0,-4 0 9 0 0,-1 2 0 0 0,1 1 0 0 0,0 1 0 0 0,0 2 1 0 0,1 2-1 0 0,0 0 0 0 0,1 3 0 0 0,-42 23 0 0 0,54-25-124 0 0,2 1 0 0 0,-1 0-1 0 0,1 2 1 0 0,1 0 0 0 0,1 1 0 0 0,0 0 0 0 0,1 2 0 0 0,1 0-1 0 0,1 0 1 0 0,0 1 0 0 0,1 1 0 0 0,1 0 0 0 0,-12 34-1 0 0,-88 290 2464 0 0,74-220-1633 0 0,31-103-822 0 0,0 0-1 0 0,1 1 0 0 0,2-1 1 0 0,0 1-1 0 0,1 0 1 0 0,1 0-1 0 0,1 0 0 0 0,1 1 1 0 0,1-2-1 0 0,1 1 1 0 0,1 0-1 0 0,1 0 0 0 0,1-1 1 0 0,1 0-1 0 0,0 0 1 0 0,2-1-1 0 0,18 33 0 0 0,-10-27-98 0 0,1-1-1 0 0,0-1 0 0 0,2 0 0 0 0,1-2 1 0 0,1 0-1 0 0,1-1 0 0 0,0-2 0 0 0,2 0 1 0 0,0-2-1 0 0,1 0 0 0 0,1-2 0 0 0,0-1 1 0 0,1-1-1 0 0,0-2 0 0 0,32 9 0 0 0,-21-10 13 0 0,0-2 0 0 0,1-1 0 0 0,-1-2 0 0 0,1-2 0 0 0,0-2 0 0 0,0-1 0 0 0,0-2 0 0 0,-1-2 0 0 0,1-2 0 0 0,-1-1 0 0 0,44-14 0 0 0,-42 7-324 0 0,-1-2 0 0 0,-1-1 0 0 0,-1-2 0 0 0,0-2 0 0 0,59-44 0 0 0,-38 19-296 0 0,-1-3 0 0 0,71-78-1 0 0,-108 103 290 0 0,0-1-1 0 0,-2-1 0 0 0,-1 0 0 0 0,-1-2 0 0 0,-1 0 0 0 0,-1 0 0 0 0,-2-2 1 0 0,-1 0-1 0 0,-1 0 0 0 0,-1-1 0 0 0,-2 0 0 0 0,-2-1 0 0 0,0 1 1 0 0,-3-1-1 0 0,0-1 0 0 0,-3-55 0 0 0,-2 57 3 0 0,-1-1 1 0 0,-1 1-1 0 0,-1 0 1 0 0,-2 0-1 0 0,-1 1 1 0 0,-2-1-1 0 0,-1 2 1 0 0,-1 0-1 0 0,-16-29 1 0 0,16 39 67 0 0,0 1 0 0 0,0 0 1 0 0,-2 1-1 0 0,0 0 0 0 0,-1 1 0 0 0,-1 1 1 0 0,0 0-1 0 0,-1 1 0 0 0,0 1 1 0 0,-1 1-1 0 0,-1 0 0 0 0,0 2 0 0 0,0 0 1 0 0,-23-8-1 0 0,-13 0 194 0 0,-1 3 0 0 0,-1 2-1 0 0,0 3 1 0 0,0 2 0 0 0,-1 2 0 0 0,0 3 0 0 0,-94 8-1 0 0,3 10 1590 0 0,-256 59 0 0 0,280-41-853 0 0,73-16-337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34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144 101 9830 0 0,'-115'-8'819'0'0,"94"7"-591"0"0,21 1-226 0 0,0 0-1 0 0,-1 0 1 0 0,1 0 0 0 0,0 0 0 0 0,0 0-1 0 0,0 0 1 0 0,-1 0 0 0 0,1 0 0 0 0,0 0 0 0 0,0 0-1 0 0,0 0 1 0 0,-1 0 0 0 0,1 0 0 0 0,0 0-1 0 0,0 0 1 0 0,0 0 0 0 0,-1 0 0 0 0,1 0 0 0 0,0 0-1 0 0,0 0 1 0 0,0 0 0 0 0,-1 0 0 0 0,1 0-1 0 0,0-1 1 0 0,0 1 0 0 0,0 0 0 0 0,-1 0-1 0 0,1 0 1 0 0,0 0 0 0 0,0 0 0 0 0,0-1 0 0 0,0 1-1 0 0,0 0 1 0 0,0 0 0 0 0,-1 0 0 0 0,1 0-1 0 0,0-1 1 0 0,0 1 0 0 0,0 0 0 0 0,0 0-1 0 0,0-1 1 0 0,0 1 0 0 0,0 0 0 0 0,0 0 0 0 0,0 0-1 0 0,0-1 1 0 0,0 1 0 0 0,0 0 0 0 0,0 0-1 0 0,0 0 1 0 0,0-1 0 0 0,0 1 0 0 0,0 0 0 0 0,0 0-1 0 0,0 0 1 0 0,0-1 0 0 0,0 1 0 0 0,1 0-1 0 0,-1 0 1 0 0,0 0 0 0 0,0-1 0 0 0,6-3 56 0 0,-1 0 0 0 0,1 0-1 0 0,0 1 1 0 0,-1 0 0 0 0,2 0 0 0 0,-1 0 0 0 0,0 0 0 0 0,1 1 0 0 0,-1 0 0 0 0,13-1 0 0 0,83-12 550 0 0,-83 12-429 0 0,541-28 3652 0 0,-833 58-1863 0 0,44 0-321 0 0,325-15-783 0 0,193 11 1115 0 0,-275-20-1933 0 0,-14-3-45 0 0,0 0 0 0 0,0 0 0 0 0,0 0 0 0 0,0 0 0 0 0,0 0 0 0 0,0 1 0 0 0,-1-1 0 0 0,1 0 0 0 0,0 0 0 0 0,0 0 0 0 0,0 0 0 0 0,0 0 0 0 0,0 0-1 0 0,0 0 1 0 0,0 1 0 0 0,0-1 0 0 0,0 0 0 0 0,0 0 0 0 0,0 0 0 0 0,0 0 0 0 0,0 0 0 0 0,0 0 0 0 0,0 1 0 0 0,0-1 0 0 0,0 0 0 0 0,1 0 0 0 0,-1 0 0 0 0,0 0 0 0 0,0 0 0 0 0,0 0 0 0 0,0 1 0 0 0,0-1 0 0 0,0 0 0 0 0,0 0 0 0 0,0 0 0 0 0,0 0 0 0 0,0 0 0 0 0,0 0 0 0 0,1 0 0 0 0,-1 0 0 0 0,0 0 0 0 0,0 0 0 0 0,0 0 0 0 0,0 0 0 0 0,0 1-1 0 0,1-1 1 0 0,-40 10 374 0 0,0-2-1 0 0,-55 5 0 0 0,56-8-64 0 0,6 0-37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11.3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1053 176 9830 0 0,'12'-6'0'0'0,"-3"-1"0"0"0,-9-7 0 0 0,-5-1 0 0 0,-2 4 0 0 0,5 8 0 0 0,0-1 0 0 0,-1 1 0 0 0,0 0 0 0 0,0 1 0 0 0,1-1 0 0 0,-1 0 0 0 0,-1 1 0 0 0,1 0 0 0 0,0 0 0 0 0,-1 0 0 0 0,1 0 0 0 0,-1 0 0 0 0,1 1 0 0 0,-1-1 0 0 0,0 1 0 0 0,0 0 0 0 0,-4-1 0 0 0,-10-3 0 0 0,-10-6 70 0 0,3-1 192 0 0,0 1-1 0 0,-1 2 1 0 0,0 0-1 0 0,0 2 1 0 0,-1 1-1 0 0,0 1 1 0 0,0 2-1 0 0,0 0 1 0 0,-28 2-1 0 0,33 2-21 0 0,1 1-1 0 0,-1 0 0 0 0,1 2 1 0 0,0 1-1 0 0,0 1 0 0 0,-39 16 1 0 0,27-10-119 0 0,11-2 80 0 0,-1 0-1 0 0,2 1 1 0 0,0 1 0 0 0,0 2-1 0 0,1 0 1 0 0,1 1-1 0 0,0 0 1 0 0,1 2 0 0 0,0 0-1 0 0,2 1 1 0 0,0 1 0 0 0,1 0-1 0 0,1 1 1 0 0,1 1-1 0 0,1 0 1 0 0,-13 30 0 0 0,18-26 44 0 0,0 1 0 0 0,2-1 0 0 0,-3 35 0 0 0,5-34 11 0 0,-1 0-1 0 0,-1 0 1 0 0,-11 31-1 0 0,-4 8 792 0 0,-23 127 0 0 0,38-149-598 0 0,1 0 0 0 0,2 1 0 0 0,6 70 1 0 0,3-62 113 0 0,1 0 0 0 0,3-1 0 0 0,31 90 0 0 0,-30-107-494 0 0,1-1 0 0 0,29 50 0 0 0,-35-71-57 0 0,1-1 1 0 0,0 0 0 0 0,1-1-1 0 0,0 0 1 0 0,0-1-1 0 0,1 1 1 0 0,0-2 0 0 0,1 1-1 0 0,0-2 1 0 0,15 9 0 0 0,14 4-13 0 0,1-2 0 0 0,0-2 0 0 0,74 18 0 0 0,138 10 0 0 0,-210-41 0 0 0,1-1 0 0 0,0-3 0 0 0,-1-1 0 0 0,58-11 0 0 0,171-48 0 0 0,-228 49-109 0 0,0-3 1 0 0,-1-1 0 0 0,60-31-1 0 0,-81 35 51 0 0,-1-1-1 0 0,0-1 1 0 0,-1-1-1 0 0,0 0 0 0 0,-1-2 1 0 0,-1 0-1 0 0,-1-1 0 0 0,16-21 1 0 0,-17 14-194 0 0,-1-1 1 0 0,0 0-1 0 0,-2-1 0 0 0,-1 0 1 0 0,-1-1-1 0 0,-2 0 0 0 0,-1-1 1 0 0,-1 0-1 0 0,-1 0 0 0 0,3-54 1 0 0,-6 27-246 0 0,-3 0 1 0 0,-3 1-1 0 0,-1-1 1 0 0,-24-105-1 0 0,19 129 243 0 0,-1 1 0 0 0,-1-1 0 0 0,-2 2-1 0 0,-1-1 1 0 0,-2 2 0 0 0,0 0 0 0 0,-2 1-1 0 0,-1 1 1 0 0,-1 0 0 0 0,-2 2 0 0 0,0 0 0 0 0,-2 2-1 0 0,0 0 1 0 0,-2 2 0 0 0,-47-31 0 0 0,41 32 281 0 0,0 2 1 0 0,-1 2 0 0 0,-1 0 0 0 0,-1 3 0 0 0,0 1-1 0 0,0 1 1 0 0,-1 2 0 0 0,0 2 0 0 0,-1 1 0 0 0,1 1-1 0 0,-1 3 1 0 0,0 1 0 0 0,-74 7 0 0 0,33 5 752 0 0,-152 42 0 0 0,178-33-410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7.5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886 1295 9830 0 0,'-22'-2'228'0'0,"19"4"-75"0"0,13 3-66 0 0,26 3 37 0 0,140-14 1447 0 0,-1-8 1 0 0,175-38-1 0 0,-349 52-1562 0 0,229-51 1594 0 0,-207 44-1371 0 0,-1-1 0 0 0,0-1-1 0 0,0-1 1 0 0,-1 0 0 0 0,0-2-1 0 0,-1 0 1 0 0,34-28-1 0 0,-47 34-197 0 0,-1-1 0 0 0,0 0 0 0 0,0 0 0 0 0,0 0 0 0 0,-1-1 0 0 0,0 0 0 0 0,0 0-1 0 0,-1 0 1 0 0,0-1 0 0 0,-1 1 0 0 0,0-1 0 0 0,3-10 0 0 0,-4 5-91 0 0,1-1 0 0 0,-2 0 0 0 0,0 0 0 0 0,-1 0 1 0 0,0 0-1 0 0,-5-28 0 0 0,-4 3-159 0 0,-2 0 0 0 0,-1 0 1 0 0,-2 1-1 0 0,-28-55 0 0 0,21 51-20 0 0,-2 0 0 0 0,-3 2 0 0 0,0 0 0 0 0,-3 2 0 0 0,-1 2 0 0 0,-2 0 0 0 0,-2 2 0 0 0,-1 2 0 0 0,-60-46 0 0 0,66 59 249 0 0,-1 1-1 0 0,-1 1 0 0 0,-1 2 0 0 0,0 1 1 0 0,-1 2-1 0 0,0 1 0 0 0,-1 2 1 0 0,0 1-1 0 0,-1 1 0 0 0,0 2 0 0 0,0 2 1 0 0,-1 1-1 0 0,-63 3 0 0 0,36 5 379 0 0,1 3-1 0 0,-1 2 0 0 0,2 4 1 0 0,-72 24-1 0 0,90-22-104 0 0,0 1 0 0 0,2 2 0 0 0,0 2 0 0 0,1 2-1 0 0,1 2 1 0 0,-56 46 0 0 0,39-22 137 0 0,1 2-1 0 0,3 2 1 0 0,3 3-1 0 0,1 2 1 0 0,4 1-1 0 0,-45 79 1 0 0,61-84-2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59.7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1424 120 9830 0 0,'0'0'6'0'0,"0"0"1"0"0,0 0-1 0 0,0 0 1 0 0,0 0-1 0 0,0 0 0 0 0,-1 0 1 0 0,1 0-1 0 0,0 0 0 0 0,0 0 1 0 0,0 0-1 0 0,0 1 1 0 0,0-1-1 0 0,0 0 0 0 0,0 0 1 0 0,0 0-1 0 0,0 0 0 0 0,0 0 1 0 0,0 0-1 0 0,0 0 1 0 0,0 0-1 0 0,-1 1 0 0 0,1-1 1 0 0,0 0-1 0 0,0 0 0 0 0,0 0 1 0 0,0 0-1 0 0,0 0 0 0 0,0 0 1 0 0,0 1-1 0 0,0-1 1 0 0,0 0-1 0 0,0 0 0 0 0,0 0 1 0 0,0 0-1 0 0,1 0 0 0 0,-1 0 1 0 0,0 0-1 0 0,0 1 1 0 0,0-1-1 0 0,0 0 0 0 0,0 0 1 0 0,0 0-1 0 0,0 0 0 0 0,0 0 1 0 0,0 0-1 0 0,0 0 1 0 0,0 0-1 0 0,0 0 0 0 0,1 1 1 0 0,-39-2 402 0 0,15-3-155 0 0,0 0-1 0 0,1-2 1 0 0,-33-12-1 0 0,-10-4 284 0 0,-180-33 1130 0 0,199 48-1243 0 0,0 2 0 0 0,-1 2 0 0 0,-62 4 0 0 0,10 8 213 0 0,77-5-435 0 0,1 1 1 0 0,0 1-1 0 0,0 0 0 0 0,0 2 0 0 0,1 0 0 0 0,0 2 0 0 0,1 0 1 0 0,0 1-1 0 0,1 0 0 0 0,0 2 0 0 0,-26 23 0 0 0,20-14 126 0 0,1 1 0 0 0,1 1 0 0 0,2 1 0 0 0,0 1 0 0 0,1 0 0 0 0,2 2 0 0 0,-19 39 0 0 0,13-6 281 0 0,2 0 0 0 0,3 2 0 0 0,3 0-1 0 0,-9 89 1 0 0,19-123-426 0 0,-14 111 912 0 0,9-83-1006 0 0,1-12 40 0 0,1 0 0 0 0,3 1-1 0 0,2 0 1 0 0,2 47 0 0 0,6 19-129 0 0,-4-61 0 0 0,15 97 0 0 0,-12-131 0 0 0,0 0 0 0 0,1-1 0 0 0,0 0 0 0 0,1 0 0 0 0,1 0 0 0 0,1-1 0 0 0,0 0 0 0 0,1 0 0 0 0,20 23 0 0 0,3-3 0 0 0,1-2 0 0 0,2-1 0 0 0,1-2 0 0 0,2-1 0 0 0,0-2 0 0 0,50 25 0 0 0,-61-39 0 0 0,1-1 0 0 0,-1-1 0 0 0,2-2 0 0 0,41 8 0 0 0,121 13 0 0 0,-164-27 0 0 0,81 6 0 0 0,1-5 0 0 0,196-19 0 0 0,-268 11-85 0 0,0-2 1 0 0,0-2-1 0 0,0-1 1 0 0,-1-1-1 0 0,66-31 1 0 0,-49 15-67 0 0,-1-2 0 0 0,-2-3 1 0 0,49-40-1 0 0,-70 46-104 0 0,-2-1 0 0 0,-1-1 0 0 0,-1-2 1 0 0,-2 0-1 0 0,0-2 0 0 0,23-43 0 0 0,-27 45 40 0 0,1-8-135 0 0,-1-2-1 0 0,-2 0 1 0 0,13-44-1 0 0,-26 71 227 0 0,11-40-292 0 0,-2 0 0 0 0,-2-1 0 0 0,-3-1 0 0 0,-2 0 0 0 0,-3 0 0 0 0,-2 0-1 0 0,-11-102 1 0 0,1 103-42 0 0,-2-1 0 0 0,-2 2 0 0 0,-2 0 0 0 0,-3 1 0 0 0,-37-76 0 0 0,47 110 366 0 0,0-1 1 0 0,-2 1-1 0 0,0 1 1 0 0,0 0 0 0 0,-2 0-1 0 0,0 1 1 0 0,0 0 0 0 0,-2 1-1 0 0,0 1 1 0 0,0 0 0 0 0,-1 1-1 0 0,-1 0 1 0 0,0 2-1 0 0,0 0 1 0 0,-28-13 0 0 0,2 5 390 0 0,-2 2 0 0 0,0 2 0 0 0,-1 2 0 0 0,-1 2 0 0 0,1 1 0 0 0,-2 3 0 0 0,-86-1 0 0 0,53 9 289 0 0,1 4 0 0 0,1 3 0 0 0,-138 33 0 0 0,201-39-453 0 0,-60 19 246 0 0,71-20-346 0 0,0-1 0 0 0,0 1-1 0 0,0-1 1 0 0,0 1-1 0 0,0 0 1 0 0,0 1-1 0 0,1-1 1 0 0,-1 1-1 0 0,1 0 1 0 0,0-1 0 0 0,0 1-1 0 0,0 1 1 0 0,0-1-1 0 0,-2 4 1 0 0,1 2-35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0.8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5099 63 9830 0 0,'25'-11'48'0'0,"-21"9"96"0"0,41-30 210 0 0,-34 24-126 0 0,-11 9-227 0 0,0-1 0 0 0,0 0 1 0 0,0 0-1 0 0,-1 0 0 0 0,1 0 1 0 0,0 0-1 0 0,0 0 0 0 0,0 0 1 0 0,-1 0-1 0 0,1 0 0 0 0,0 0 1 0 0,0 0-1 0 0,0 0 0 0 0,0 0 1 0 0,-1 0-1 0 0,1 0 0 0 0,0-1 1 0 0,0 1-1 0 0,0 0 0 0 0,-1 0 0 0 0,1 0 1 0 0,0 0-1 0 0,0 0 0 0 0,0 0 1 0 0,0 0-1 0 0,0 0 0 0 0,-1-1 1 0 0,1 1-1 0 0,0 0 0 0 0,0 0 1 0 0,0 0-1 0 0,0 0 0 0 0,0-1 1 0 0,0 1-1 0 0,0 0 0 0 0,-1 0 1 0 0,1 0-1 0 0,0 0 0 0 0,0-1 1 0 0,0 1-1 0 0,0 0 0 0 0,0 0 0 0 0,0 0 1 0 0,0-1-1 0 0,0 1 0 0 0,0 0 1 0 0,0 0-1 0 0,0 0 0 0 0,0-1 1 0 0,0 1-1 0 0,0 0 0 0 0,0 0 1 0 0,1 0-1 0 0,-1-1 0 0 0,0 1 1 0 0,0 0-1 0 0,0 0 0 0 0,0 0 1 0 0,0 0-1 0 0,0-1 0 0 0,0 1 1 0 0,0 0-1 0 0,1 0 0 0 0,-1 0 1 0 0,0 0-1 0 0,0 0 0 0 0,0 0 0 0 0,1-1 1 0 0,-41 0 406 0 0,0 1 0 0 0,-63 8 0 0 0,5-1 287 0 0,-348-6 2272 0 0,198-4-1262 0 0,117 3-1421 0 0,-1260-8 8360 0 0,650 42-8644 0 0,302-5 0 0 0,97-11 0 0 0,-508 93 0 0 0,592-63 0 0 0,240-44 0 0 0,1-1 0 0 0,-2 0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1.3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405 22 9830 0 0,'30'-21'46'0'0,"-32"25"6"0"0,1 0 0 0 0,-1 0 0 0 0,1 0 0 0 0,-1 0 0 0 0,0 0 1 0 0,-1 0-1 0 0,1 0 0 0 0,-1 0 0 0 0,0-1 0 0 0,0 0 0 0 0,0 1 1 0 0,-3 2-1 0 0,-316 252 2811 0 0,314-253-2779 0 0,1 1 1 0 0,1 1-1 0 0,-1-1 1 0 0,1 1-1 0 0,0 0 1 0 0,1 1-1 0 0,0 0 1 0 0,0-1 0 0 0,0 2-1 0 0,1-1 1 0 0,0 0-1 0 0,-4 15 1 0 0,7-18-42 0 0,0 1 0 0 0,0 0 1 0 0,1 0-1 0 0,0 0 0 0 0,0 0 1 0 0,0 0-1 0 0,1-1 0 0 0,0 1 1 0 0,0 0-1 0 0,0 0 0 0 0,1-1 1 0 0,-1 1-1 0 0,2 0 0 0 0,-1-1 1 0 0,0 0-1 0 0,1 0 0 0 0,0 0 1 0 0,0 0-1 0 0,1 0 0 0 0,6 7 1 0 0,-1-2 81 0 0,1 0 0 0 0,0 0 1 0 0,0-1-1 0 0,1-1 0 0 0,1 0 0 0 0,-1 0 1 0 0,25 11-1 0 0,1-3 372 0 0,56 14 0 0 0,-45-15 49 0 0,46 20 0 0 0,-88-32-475 0 0,-1 0-1 0 0,1 0 0 0 0,-1 0 0 0 0,1 1 0 0 0,-1 0 0 0 0,6 6 0 0 0,-9-8-52 0 0,0-1-1 0 0,0 1 0 0 0,0 0 1 0 0,1 0-1 0 0,-1-1 0 0 0,0 1 0 0 0,1-1 1 0 0,-1 0-1 0 0,1 0 0 0 0,-1 0 1 0 0,1 0-1 0 0,0 0 0 0 0,-1-1 0 0 0,7 2 1 0 0,12 0 209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2.2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212 170 9830 0 0,'-67'-16'530'0'0,"45"12"-299"0"0,1-1 0 0 0,-1 0-1 0 0,1-2 1 0 0,-37-17 0 0 0,58 24-227 0 0,1 0 1 0 0,-1 0-1 0 0,0 0 0 0 0,0 0 0 0 0,0-1 1 0 0,1 1-1 0 0,-1 0 0 0 0,0 0 1 0 0,0 0-1 0 0,0 0 0 0 0,0 0 1 0 0,1 0-1 0 0,-1 0 0 0 0,0-1 0 0 0,0 1 1 0 0,0 0-1 0 0,0 0 0 0 0,0 0 1 0 0,0 0-1 0 0,1-1 0 0 0,-1 1 1 0 0,0 0-1 0 0,0 0 0 0 0,0 0 0 0 0,0 0 1 0 0,0-1-1 0 0,0 1 0 0 0,0 0 1 0 0,0 0-1 0 0,0 0 0 0 0,0-1 1 0 0,0 1-1 0 0,0 0 0 0 0,0 0 0 0 0,0 0 1 0 0,0-1-1 0 0,0 1 0 0 0,0 0 1 0 0,0 0-1 0 0,0 0 0 0 0,0-1 1 0 0,0 1-1 0 0,0 0 0 0 0,-1 0 0 0 0,1 0 1 0 0,0 0-1 0 0,0-1 0 0 0,0 1 1 0 0,0 0-1 0 0,0 0 0 0 0,0 0 1 0 0,-1 0-1 0 0,1 0 0 0 0,0-1 0 0 0,0 1 1 0 0,0 0-1 0 0,0 0 0 0 0,-1 0 1 0 0,1 0-1 0 0,0 0 0 0 0,0 0 1 0 0,0 0-1 0 0,-1 0 0 0 0,1 0 0 0 0,0 0 1 0 0,28-9 280 0 0,1 2 0 0 0,0 1 1 0 0,0 2-1 0 0,50-3 0 0 0,-24 3 26 0 0,470-40 5001 0 0,546 25 0 0 0,285 88-3257 0 0,-1336-70-2055 0 0,-16 0 0 0 0,0 1 0 0 0,0 0 0 0 0,0 0 0 0 0,0 0 0 0 0,0 0 0 0 0,0 1 0 0 0,0 0 0 0 0,-1-1 0 0 0,1 1 0 0 0,0 1 0 0 0,0-1 0 0 0,-1 0 0 0 0,1 1 0 0 0,-1 0 0 0 0,6 3 0 0 0,-1 2 0 0 0,-3 4 0 0 0,-1 3 0 0 0,-5-2 0 0 0,-4 1 0 0 0,-2-1 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02.4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346 5 9830 0 0,'12'-5'228'0'0,"8"7"-137"0"0,-11 1-26 0 0,-1 0-1 0 0,1 0 1 0 0,-1 1 0 0 0,0 0 0 0 0,0 1 0 0 0,-1 0 0 0 0,1 0-1 0 0,-1 0 1 0 0,0 1 0 0 0,0 0 0 0 0,-1 1 0 0 0,0 0 0 0 0,0 0 0 0 0,0 0-1 0 0,8 14 1 0 0,-11-14-5 0 0,1-1 0 0 0,-1 1 1 0 0,0 0-1 0 0,-1 0 0 0 0,0 0 0 0 0,0 0 0 0 0,0 0 0 0 0,-1 0 0 0 0,0 0 0 0 0,0 0 0 0 0,-1 1 0 0 0,0-1 0 0 0,0 0 1 0 0,-1 1-1 0 0,0-1 0 0 0,0 0 0 0 0,-1 0 0 0 0,0 0 0 0 0,0 0 0 0 0,-5 11 0 0 0,-2-2 89 0 0,-1 0 1 0 0,0-1-1 0 0,-1 0 0 0 0,-1 0 1 0 0,0-1-1 0 0,-1-1 0 0 0,0 0 1 0 0,-1-1-1 0 0,-1-1 0 0 0,0 0 1 0 0,0 0-1 0 0,-24 10 0 0 0,-20 7 449 0 0,0-2 0 0 0,-75 20-1 0 0,110-39-402 0 0,-6 0 78 0 0,15-5-228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34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1184 88 9830 0 0,'16'-6'0'0'0,"-5"-2"0"0"0,-18-8 46 0 0,0 9 16 0 0,0 2 1 0 0,0-1 0 0 0,-1 1 0 0 0,0 0-1 0 0,0 0 1 0 0,-1 1 0 0 0,1 0 0 0 0,-1 1-1 0 0,0 0 1 0 0,0 0 0 0 0,0 1 0 0 0,0 0-1 0 0,0 0 1 0 0,0 1 0 0 0,-1 1 0 0 0,-10 0-1 0 0,-14 0 209 0 0,0 2-1 0 0,0 2 0 0 0,-36 8 0 0 0,37-5 26 0 0,1 1 0 0 0,1 1 0 0 0,0 2 0 0 0,0 2 0 0 0,1 0 0 0 0,1 2 0 0 0,0 2 0 0 0,1 0 0 0 0,1 2 0 0 0,0 0 0 0 0,2 2 0 0 0,0 1 0 0 0,-23 29 0 0 0,-22 30 1016 0 0,4 3 0 0 0,-97 162 0 0 0,141-206-872 0 0,2 1-1 0 0,2 0 0 0 0,2 2 1 0 0,-17 66-1 0 0,-2 84 828 0 0,31-159-1131 0 0,1 2 0 0 0,2-1-1 0 0,2 0 1 0 0,1 0 0 0 0,2 0-1 0 0,1 0 1 0 0,2-1 0 0 0,1 0-1 0 0,21 56 1 0 0,-17-62-29 0 0,2-1 1 0 0,0 0-1 0 0,2-1 1 0 0,0-1-1 0 0,2 0 1 0 0,1-1-1 0 0,1-1 1 0 0,1-1-1 0 0,0-1 1 0 0,2-1-1 0 0,37 26 1 0 0,-31-28-108 0 0,0-1 0 0 0,2-2 0 0 0,0 0 0 0 0,0-3 0 0 0,1 0 0 0 0,1-2 0 0 0,0-1 0 0 0,0-2 0 0 0,69 6 0 0 0,-43-11 0 0 0,1-1 0 0 0,-1-4 0 0 0,1-2 0 0 0,107-24 0 0 0,-125 18 3 0 0,-2-2 0 0 0,0-2 0 0 0,0-1 0 0 0,47-28 1 0 0,138-99-85 0 0,-203 129-95 0 0,0-2-1 0 0,-1-1 1 0 0,-1 0-1 0 0,-1-2 1 0 0,0 0-1 0 0,-1-1 1 0 0,-1-1 0 0 0,-2 0-1 0 0,0-1 1 0 0,-1-1-1 0 0,-1-1 1 0 0,-1 1-1 0 0,-1-2 1 0 0,-1 0-1 0 0,7-30 1 0 0,-6 7-230 0 0,-3-1 0 0 0,-1-1 0 0 0,-1-53 0 0 0,-11-151-1131 0 0,2 217 1219 0 0,0-1 0 0 0,-3 1 0 0 0,-1 1 1 0 0,-1-1-1 0 0,-24-62 0 0 0,23 79 166 0 0,0 0-1 0 0,-1 1 1 0 0,-1 0-1 0 0,-1 0 1 0 0,-1 1 0 0 0,0 1-1 0 0,-2 0 1 0 0,0 1-1 0 0,0 0 1 0 0,-1 2 0 0 0,-22-16-1 0 0,-5 2-242 0 0,-1 3-1 0 0,-1 1 0 0 0,-2 2 1 0 0,0 2-1 0 0,-55-15 1 0 0,40 18 527 0 0,-1 2 1 0 0,0 3-1 0 0,-106-6 0 0 0,150 17-20 0 0,-1 1-1 0 0,1 1 1 0 0,-1 1-1 0 0,1 1 0 0 0,-1 1 1 0 0,1 0-1 0 0,0 2 1 0 0,1 0-1 0 0,-1 1 1 0 0,1 1-1 0 0,1 0 1 0 0,0 1-1 0 0,0 2 0 0 0,0-1 1 0 0,1 2-1 0 0,1 0 1 0 0,0 1-1 0 0,1 0 1 0 0,0 1-1 0 0,1 1 1 0 0,1 0-1 0 0,0 1 0 0 0,-10 18 1 0 0,-10 19 118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35.5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3797 51 9830 0 0,'11'-7'46'0'0,"-8"-4"200"0"0,-14-2 57 0 0,-2 5-239 0 0,-3 4-18 0 0,-4 1 181 0 0,-5 0 1 0 0,-48 1 447 0 0,-1 3 0 0 0,-96 14 0 0 0,52-3 130 0 0,-597 60 3965 0 0,121-13-1427 0 0,-158 11 938 0 0,-145 14-4281 0 0,696-61 0 0 0,186-20 0 0 0,-3-1 0 0 0,-1-1 0 0 0,-3 1 0 0 0,2-1 0 0 0,-3 2 0 0 0,8 3 0 0 0,15 5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36.6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6 9830 0 0,'-29'-3'46'0'0,"1"1"181"0"0,5 1 1 0 0,2 1-137 0 0,-3 0 91 0 0,24 0-179 0 0,0 1-1 0 0,0-1 1 0 0,0 0 0 0 0,1 0 0 0 0,-1 0-1 0 0,0 0 1 0 0,0 0 0 0 0,0 0 0 0 0,0 0 0 0 0,0 0-1 0 0,0 1 1 0 0,-1-1 0 0 0,1 0 0 0 0,0 0 0 0 0,0 0-1 0 0,0 0 1 0 0,0 0 0 0 0,0 0 0 0 0,0 0-1 0 0,0 0 1 0 0,0 0 0 0 0,0 1 0 0 0,0-1 0 0 0,0 0-1 0 0,0 0 1 0 0,0 0 0 0 0,0 0 0 0 0,0 0 0 0 0,0 0-1 0 0,0 0 1 0 0,-1 0 0 0 0,1 0 0 0 0,0 0-1 0 0,0 0 1 0 0,0 0 0 0 0,0 0 0 0 0,0 0 0 0 0,0 0-1 0 0,0 0 1 0 0,0 0 0 0 0,0 0 0 0 0,-1 0 0 0 0,1 0-1 0 0,0 0 1 0 0,0 0 0 0 0,0 0 0 0 0,0 0-1 0 0,0 0 1 0 0,0 0 0 0 0,0 0 0 0 0,0 0 0 0 0,0 0-1 0 0,-1 0 1 0 0,1 0 0 0 0,0 0 0 0 0,0 0 0 0 0,13 6 125 0 0,26 6 131 0 0,853 97 5683 0 0,-377-74-2527 0 0,-156-13-1020 0 0,-23-24-168 0 0,-126-4-1148 0 0,-74 5-1073 0 0,190 4-6 0 0,-246-2 0 0 0,-52-1 0 0 0,-1 0 0 0 0,-3-1 0 0 0,-97 7 0 0 0,40-6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6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1189 185 9830 0 0,'18'-6'46'0'0,"-8"-2"181"0"0,-5-2 1 0 0,-10-6-185 0 0,1 6-12 0 0,-1 2-1 0 0,1-1 0 0 0,-2 0 1 0 0,0 1-1 0 0,0 0 1 0 0,0 0-1 0 0,-1 1 1 0 0,0 0-1 0 0,0 0 1 0 0,-1 1-1 0 0,0-1 1 0 0,0 2-1 0 0,-1-1 1 0 0,1 1-1 0 0,-1 1 0 0 0,0-1 1 0 0,0 1-1 0 0,-1 1 1 0 0,1 0-1 0 0,-1 0 1 0 0,-20-2-1 0 0,-7 1 251 0 0,0 2-1 0 0,0 1 0 0 0,0 2 1 0 0,-48 7-1 0 0,82-8-273 0 0,-33 4 308 0 0,1 1-1 0 0,0 2 1 0 0,0 2-1 0 0,1 1 1 0 0,0 1-1 0 0,1 2 1 0 0,0 1-1 0 0,1 2 1 0 0,1 1-1 0 0,0 1 1 0 0,1 2-1 0 0,2 1 1 0 0,0 2-1 0 0,-45 45 1 0 0,35-28 155 0 0,2 2 0 0 0,2 2 0 0 0,1 1 0 0 0,3 1 0 0 0,-25 51 0 0 0,46-77-286 0 0,2 1 0 0 0,1 0 0 0 0,0 0 0 0 0,1 1-1 0 0,2-1 1 0 0,0 1 0 0 0,0 30 0 0 0,5 4 613 0 0,14 94 0 0 0,-4-49-161 0 0,-6-46 60 0 0,15 68 0 0 0,-19-112-684 0 0,11 40 294 0 0,23 62 0 0 0,-29-96-243 0 0,1 0 0 0 0,1 0 1 0 0,0-1-1 0 0,1 0 0 0 0,1-1 0 0 0,0 0 0 0 0,16 16 1 0 0,16 13-64 0 0,3-2 0 0 0,0-2 0 0 0,89 57 0 0 0,-110-82 0 0 0,1-1 0 0 0,1-1 0 0 0,0-1 0 0 0,1-1 0 0 0,0-1 0 0 0,1-2 0 0 0,0-1 0 0 0,0-1 0 0 0,52 3 0 0 0,136-11 0 0 0,-183-1 0 0 0,0-2 0 0 0,0-1 0 0 0,-1-2 0 0 0,45-17 0 0 0,-56 17-4 0 0,52-19-206 0 0,113-61 0 0 0,-165 76 159 0 0,-1-1 0 0 0,-1 0 0 0 0,0-2 1 0 0,-2-1-1 0 0,1 0 0 0 0,-2-1 0 0 0,0-1 0 0 0,-1-1 0 0 0,23-33 0 0 0,-10-1-508 0 0,-3-1 0 0 0,-1-1-1 0 0,-3-1 1 0 0,24-99-1 0 0,-36 105 176 0 0,-2 1-1 0 0,-3-1 1 0 0,-1 0-1 0 0,-3 0 0 0 0,-2-1 1 0 0,-2 1-1 0 0,-3 0 0 0 0,-1 1 1 0 0,-3 0-1 0 0,-2 0 1 0 0,-2 1-1 0 0,-20-48 0 0 0,22 71 177 0 0,-1 0-1 0 0,0 0 0 0 0,-2 2 1 0 0,-1-1-1 0 0,-1 2 1 0 0,-1 0-1 0 0,0 2 0 0 0,-27-24 1 0 0,8 13-288 0 0,-1 1 1 0 0,-1 2-1 0 0,-85-45 1 0 0,91 58 533 0 0,0 1 1 0 0,0 2 0 0 0,-2 1 0 0 0,1 1 0 0 0,-1 2 0 0 0,-1 2 0 0 0,1 1 0 0 0,-1 2 0 0 0,0 1-1 0 0,-49 4 1 0 0,46 2 225 0 0,0 1 0 0 0,1 2 0 0 0,0 1 0 0 0,0 2 0 0 0,0 2 0 0 0,1 1-1 0 0,1 2 1 0 0,1 2 0 0 0,-47 28 0 0 0,63-33-88 0 0,1 2 1 0 0,0 0-1 0 0,1 0 0 0 0,-29 33 0 0 0,22-13 128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8.4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957 146 9830 0 0,'11'-7'0'0'0,"1"-3"0"0"0,-5 1 46 0 0,1-2 136 0 0,-1 4-137 0 0,-67 32 520 0 0,-260 127 1835 0 0,60-31-250 0 0,189-90-1513 0 0,58-30-409 0 0,12-1-217 0 0,1-1 0 0 0,-1 0 1 0 0,1 1-1 0 0,0-1 0 0 0,0 0 0 0 0,-1 1 1 0 0,1-1-1 0 0,0 0 0 0 0,0 1 0 0 0,0-1 1 0 0,0 0-1 0 0,0 1 0 0 0,-1-1 0 0 0,1 0 0 0 0,1 0 1 0 0,-1 1-1 0 0,0-1 0 0 0,0 0 0 0 0,0 0 1 0 0,0 1-1 0 0,0-1 0 0 0,1 0 0 0 0,-1 1 0 0 0,0-1 1 0 0,1 0-1 0 0,4-9 20 0 0,0 1 1 0 0,1 0-1 0 0,-1 0 1 0 0,2 1-1 0 0,-1 0 1 0 0,1 0-1 0 0,1 1 0 0 0,13-12 1 0 0,76-53-475 0 0,-66 51 387 0 0,255-176-942 0 0,-234 160 1108 0 0,-104 75 308 0 0,-57 31 0 0 0,3-4 115 0 0,-391 253 2270 0 0,448-285-2544 0 0,93-37-63 0 0,-13-7 5 0 0,-2-2 0 0 0,1 0 1 0 0,43-28-1 0 0,2-1 11 0 0,262-142-1424 0 0,-390 200 1552 0 0,-140 80 290 0 0,70-33-199 0 0,14-5 18 0 0,257-153 73 0 0,-72 51-643 0 0,99-50 72 0 0,-295 129 395 0 0,83-20-244 0 0,10-4-12 0 0,-1 0 0 0 0,-30 7 0 0 0,51-18-65 0 0,24-18 37 0 0,-3 9 0 0 0,-4 4-50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7.2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462 1713 9830 0 0,'-17'0'46'0'0,"-4"3"136"0"0,13-2-134 0 0,10 3 14 0 0,16 2 89 0 0,0 0 1 0 0,0-1 0 0 0,0-1 0 0 0,23 3 0 0 0,96 5 839 0 0,-56-5-395 0 0,-45-5-292 0 0,0-2 0 0 0,0-1 0 0 0,0-2 0 0 0,0-2 1 0 0,0-1-1 0 0,-1-1 0 0 0,0-2 0 0 0,-1-2 0 0 0,57-25 0 0 0,18-18 410 0 0,155-101-1 0 0,-181 103-980 0 0,-60 37 221 0 0,0 0 1 0 0,-1-2-1 0 0,-1-1 1 0 0,-1 0-1 0 0,-1-2 1 0 0,0 0 0 0 0,-2-1-1 0 0,0-1 1 0 0,14-25-1 0 0,-12 12-89 0 0,-1 0-1 0 0,-2-1 1 0 0,-2-1 0 0 0,-1 0-1 0 0,13-66 1 0 0,-20 74 36 0 0,-2-2 0 0 0,0 1 1 0 0,-2-1-1 0 0,-2 1 0 0 0,-1-1 0 0 0,-1 1 0 0 0,-1 0 1 0 0,-2-1-1 0 0,-1 2 0 0 0,-1-1 0 0 0,-2 1 0 0 0,-1 0 1 0 0,-1 0-1 0 0,-1 1 0 0 0,-2 1 0 0 0,-1 0 0 0 0,-1 1 1 0 0,-1 1-1 0 0,-29-33 0 0 0,28 34 62 0 0,-2 2-1 0 0,0 0 1 0 0,-1 1-1 0 0,-2 1 1 0 0,0 2 0 0 0,-1 0-1 0 0,0 1 1 0 0,-2 1 0 0 0,0 2-1 0 0,0 0 1 0 0,-2 2-1 0 0,1 1 1 0 0,-37-9 0 0 0,-24-3 623 0 0,0 5 1 0 0,-1 3-1 0 0,0 4 0 0 0,-1 5 1 0 0,-98 4-1 0 0,160 6-403 0 0,-1 1 0 0 0,1 1-1 0 0,0 1 1 0 0,1 2-1 0 0,0 0 1 0 0,0 2 0 0 0,1 2-1 0 0,0 0 1 0 0,1 1 0 0 0,0 2-1 0 0,-29 24 1 0 0,13-7 190 0 0,2 2 0 0 0,2 2 0 0 0,1 1 0 0 0,2 2 0 0 0,-41 62 0 0 0,50-64-52 0 0,2 1 0 0 0,1 1 0 0 0,2 1 0 0 0,-27 84 0 0 0,40-102-165 0 0,2 0 0 0 0,0-1-1 0 0,2 1 1 0 0,0 1 0 0 0,2-1 0 0 0,0 0 0 0 0,2 1-1 0 0,0-1 1 0 0,2 0 0 0 0,1 0 0 0 0,10 36-1 0 0,-3-30-68 0 0,1 0 0 0 0,2-1 0 0 0,1 0-1 0 0,1-1 1 0 0,1-1 0 0 0,1-1-1 0 0,1 0 1 0 0,2-1 0 0 0,0-2-1 0 0,2 0 1 0 0,40 30 0 0 0,-2-7 113 0 0,3-2 1 0 0,1-4-1 0 0,115 51 1 0 0,-172-87-201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8.6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45 135 9830 0 0,'-7'-8'0'0'0,"-4"6"46"0"0,10 2-30 0 0,0 1-7 0 0,0-1 0 0 0,-1 1 1 0 0,1-1-1 0 0,0 1 0 0 0,-1-1 0 0 0,1 1 0 0 0,0 0 0 0 0,-1-1 1 0 0,1 1-1 0 0,0 0 0 0 0,0 0 0 0 0,0 0 0 0 0,0 0 1 0 0,0 0-1 0 0,0 0 0 0 0,0 0 0 0 0,0 1 0 0 0,1-1 0 0 0,-1 0 1 0 0,0 0-1 0 0,1 1 0 0 0,-2 1 0 0 0,1 8 37 0 0,4 1 136 0 0,17-9-72 0 0,8-9 208 0 0,0 0 1 0 0,0-2 0 0 0,52-22 0 0 0,-33 12-11 0 0,209-88 1885 0 0,-393 144-745 0 0,100-27-1091 0 0,25-8-227 0 0,0 1 1 0 0,-1 0 0 0 0,1 1 0 0 0,1 0-1 0 0,-20 12 1 0 0,31-17-129 0 0,-1 0 0 0 0,1 0 0 0 0,0 0 0 0 0,0 0 0 0 0,-1 0-1 0 0,1 1 1 0 0,0-1 0 0 0,0 0 0 0 0,0 0 0 0 0,-1 0 0 0 0,1 0 0 0 0,0 0-1 0 0,0 1 1 0 0,0-1 0 0 0,-1 0 0 0 0,1 0 0 0 0,0 0 0 0 0,0 1 0 0 0,0-1-1 0 0,0 0 1 0 0,0 0 0 0 0,0 0 0 0 0,0 1 0 0 0,-1-1 0 0 0,1 0 0 0 0,0 0-1 0 0,0 1 1 0 0,0-1 0 0 0,0 0 0 0 0,0 0 0 0 0,0 1 0 0 0,0-1 0 0 0,0 0-1 0 0,0 0 1 0 0,0 0 0 0 0,0 1 0 0 0,0-1 0 0 0,1 0 0 0 0,-1 0 0 0 0,0 1-1 0 0,0-1 1 0 0,0 0 0 0 0,0 0 0 0 0,0 0 0 0 0,0 1 0 0 0,0-1 0 0 0,1 0-1 0 0,-1 1 1 0 0,2 1 32 0 0,7 6 31 0 0,24-2 109 0 0,16-4 99 0 0,-25-2-45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9.3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115 50 9830 0 0,'-19'-1'228'0'0,"-3"-1"-137"0"0,39-3 187 0 0,0 0 1 0 0,0 1-1 0 0,19-2 1 0 0,113-16 859 0 0,-259 18-1 0 0,-76 30 251 0 0,172-23-1343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30.1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1342 37 9830 0 0,'-13'-6'103'0'0,"0"0"0"0"0,0 1 0 0 0,-1 0 0 0 0,1 1 0 0 0,-1 1 0 0 0,0 0 0 0 0,0 1 0 0 0,0 1 0 0 0,0 0 0 0 0,-1 0 1 0 0,1 2-1 0 0,-15 1 0 0 0,-8 3 287 0 0,0 1 0 0 0,0 2 0 0 0,-49 16 0 0 0,43-8-11 0 0,0 1 0 0 0,2 3 1 0 0,0 1-1 0 0,1 2 0 0 0,1 1 0 0 0,-57 48 1 0 0,44-26 309 0 0,3 2 1 0 0,2 2-1 0 0,-72 100 1 0 0,67-78 96 0 0,4 1-1 0 0,2 3 1 0 0,5 1 0 0 0,-63 161 0 0 0,92-199-449 0 0,2 1 1 0 0,1 0-1 0 0,2 0 0 0 0,1 1 0 0 0,1 56 1 0 0,5-67-116 0 0,2 0 0 0 0,2 0 0 0 0,0 0 0 0 0,2-1 0 0 0,2 0 0 0 0,0 0 0 0 0,2 0 0 0 0,15 32 0 0 0,-10-35-213 0 0,0 0 0 0 0,2-1-1 0 0,0-1 1 0 0,2-1 0 0 0,1 0-1 0 0,0-1 1 0 0,2-2 0 0 0,1 0-1 0 0,0-1 1 0 0,1-1 0 0 0,1-1-1 0 0,0-2 1 0 0,2 0 0 0 0,0-2-1 0 0,42 15 1 0 0,-20-11-11 0 0,0-2 0 0 0,1-2-1 0 0,1-3 1 0 0,0-2 0 0 0,1-2 0 0 0,-1-2 0 0 0,1-2 0 0 0,61-7 0 0 0,-54-1-285 0 0,-1-2 0 0 0,0-3 0 0 0,-1-2 0 0 0,104-40 0 0 0,-133 42 146 0 0,-1-1 1 0 0,-1-2 0 0 0,0 0-1 0 0,0-2 1 0 0,-2-1 0 0 0,0-1-1 0 0,-1 0 1 0 0,-1-2 0 0 0,-1-1-1 0 0,0-1 1 0 0,26-37 0 0 0,-36 42-14 0 0,-2-1 0 0 0,1 1 0 0 0,-2-1 0 0 0,-1-1 0 0 0,0 1 0 0 0,-1-1 0 0 0,-1 0 0 0 0,-1-1 0 0 0,3-31 0 0 0,-6 21-102 0 0,0 1 0 0 0,-2-1 0 0 0,-2 1 0 0 0,-1-1 0 0 0,-13-54 0 0 0,2 35-126 0 0,-3 1 1 0 0,-1 1-1 0 0,-2 0 0 0 0,-3 2 1 0 0,-1 0-1 0 0,-2 2 0 0 0,-34-41 1 0 0,41 59 132 0 0,0 1 1 0 0,-2 2-1 0 0,-1 0 0 0 0,0 1 1 0 0,-1 1-1 0 0,-2 2 0 0 0,0 0 1 0 0,0 2-1 0 0,-40-18 0 0 0,39 23 271 0 0,-1 1 0 0 0,0 2 0 0 0,0 1 0 0 0,0 1 0 0 0,-1 1 0 0 0,0 2 0 0 0,0 1 0 0 0,0 1 1 0 0,0 1-1 0 0,-30 5 0 0 0,8 2 322 0 0,1 1 0 0 0,0 3 1 0 0,1 3-1 0 0,-61 24 0 0 0,81-27-173 0 0,0 3-1 0 0,1 0 0 0 0,1 1 1 0 0,1 2-1 0 0,0 1 1 0 0,1 1-1 0 0,1 1 0 0 0,-27 28 1 0 0,15-3 125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30.6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109 223 9830 0 0,'-19'4'129'0'0,"-45"6"516"0"0,63-10-644 0 0,1 0 1 0 0,0 0 0 0 0,0 0-1 0 0,0 0 1 0 0,0 0-1 0 0,0 0 1 0 0,0 1 0 0 0,-1-1-1 0 0,1 0 1 0 0,0 0-1 0 0,0 0 1 0 0,0 0-1 0 0,0 0 1 0 0,0 0 0 0 0,-1 0-1 0 0,1 0 1 0 0,0 0-1 0 0,0 0 1 0 0,0 0 0 0 0,0 0-1 0 0,-1 0 1 0 0,1 0-1 0 0,0 0 1 0 0,0 0 0 0 0,0 0-1 0 0,0 0 1 0 0,-1 0-1 0 0,1 0 1 0 0,0 0 0 0 0,0 0-1 0 0,0 0 1 0 0,0 0-1 0 0,-1 0 1 0 0,1 0 0 0 0,0 0-1 0 0,0 0 1 0 0,0 0-1 0 0,0 0 1 0 0,0-1-1 0 0,-1 1 1 0 0,1 0 0 0 0,0 0-1 0 0,0 0 1 0 0,0 0-1 0 0,0 0 1 0 0,0 0 0 0 0,0-1-1 0 0,0 1 1 0 0,-1 0-1 0 0,1 0 1 0 0,0 0 0 0 0,0 0-1 0 0,0-1 1 0 0,0 1-1 0 0,0 0 1 0 0,0 0 0 0 0,0 0-1 0 0,0 0 1 0 0,0-1-1 0 0,0 1 1 0 0,0 0 0 0 0,0 0-1 0 0,0 0 1 0 0,0 0-1 0 0,0-1 1 0 0,0 1-1 0 0,0 0 1 0 0,1 0 0 0 0,8-7 93 0 0,1 0 0 0 0,0 1 0 0 0,1 1 0 0 0,-1 0 0 0 0,1 0 0 0 0,0 1 0 0 0,1 0 0 0 0,19-3 0 0 0,4-3 140 0 0,653-150 2612 0 0,-666 156-2626 0 0,1 0-1 0 0,32 0 0 0 0,-87 27 68 0 0,-38 6 597 0 0,-138 38 0 0 0,73-27-96 0 0,-341 109 1995 0 0,441-133-2509 0 0,37-14-271 0 0,1-1 0 0 0,-1 1 0 0 0,1-1 0 0 0,0 0 0 0 0,-1 0-1 0 0,1 0 1 0 0,0 0 0 0 0,0-1 0 0 0,4 1 0 0 0,30 1 270 0 0,1-3 1 0 0,-1-1-1 0 0,0-1 1 0 0,46-11-1 0 0,-25 5 66 0 0,65-14 376 0 0,-75 11-289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41.8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1517 67 9830 0 0,'11'-6'46'0'0,"0"-2"136"0"0,-10 8-179 0 0,-1 0-1 0 0,0 0 0 0 0,0 0-1 0 0,0 0 1 0 0,0 0 0 0 0,1 0 0 0 0,-1-1-1 0 0,0 1 1 0 0,0 0 0 0 0,0 0 0 0 0,1 0-1 0 0,-1 0 1 0 0,0 0 0 0 0,0 0 0 0 0,0 0-1 0 0,0 0 1 0 0,0 0 0 0 0,1-1 0 0 0,-1 1-1 0 0,0 0 1 0 0,0 0 0 0 0,0 0 0 0 0,0 0-1 0 0,0 0 1 0 0,0-1 0 0 0,0 1 0 0 0,1 0-1 0 0,-1 0 1 0 0,0 0 0 0 0,0-1 0 0 0,0 1-1 0 0,0 0 1 0 0,0 0 0 0 0,0 0 0 0 0,0 0-1 0 0,0-1 1 0 0,0 1 0 0 0,0 0 0 0 0,0 0-1 0 0,0 0 1 0 0,0-1 0 0 0,0 1 0 0 0,0 0-1 0 0,0 0 1 0 0,0 0 0 0 0,0 0 0 0 0,-1-1-1 0 0,1 1 1 0 0,0 0 0 0 0,0 0 0 0 0,-20-9 180 0 0,1 4-91 0 0,-29-6 364 0 0,0 3-1 0 0,-1 1 1 0 0,0 3 0 0 0,-66 3 0 0 0,98 1-317 0 0,-51 1 421 0 0,0 3 1 0 0,0 4 0 0 0,0 2-1 0 0,-66 20 1 0 0,109-22-323 0 0,0 2 1 0 0,0 1-1 0 0,1 0 0 0 0,1 2 1 0 0,0 1-1 0 0,-32 24 0 0 0,-120 116 1404 0 0,103-87-715 0 0,34-33-391 0 0,3 1-1 0 0,-42 53 0 0 0,62-68-302 0 0,2 1 1 0 0,0 0-1 0 0,0 0 0 0 0,2 1 0 0 0,1 1 1 0 0,-13 41-1 0 0,-33 192 1907 0 0,49-223-2050 0 0,1 0 1 0 0,2 0 0 0 0,1 1-1 0 0,2-1 1 0 0,1 1-1 0 0,2-1 1 0 0,1 1 0 0 0,2-1-1 0 0,1 0 1 0 0,13 43 0 0 0,-4-26-90 0 0,2-1 0 0 0,3-1 0 0 0,1 0 0 0 0,3-2 0 0 0,40 61 0 0 0,-52-92 0 0 0,0 0 0 0 0,0-1 0 0 0,1-1 0 0 0,1 0 0 0 0,0-1 0 0 0,1-1 0 0 0,1 0 0 0 0,32 17 0 0 0,9 0 0 0 0,78 25 0 0 0,-105-42 0 0 0,11 3 0 0 0,-1-2 0 0 0,2-2 0 0 0,0-2 0 0 0,0-1 0 0 0,0-2 0 0 0,1-2 0 0 0,-1-2 0 0 0,1-2 0 0 0,-1-2 0 0 0,1-2 0 0 0,60-14 0 0 0,-98 18 0 0 0,94-19 0 0 0,-1-4 0 0 0,162-64 0 0 0,-226 71-76 0 0,0-2 1 0 0,0-1-1 0 0,-2-2 1 0 0,-1-1 0 0 0,0-1-1 0 0,-2-2 1 0 0,49-55-1 0 0,-58 51-125 0 0,-1 0 0 0 0,-1 0-1 0 0,-2-2 1 0 0,-1 0 0 0 0,-2-1-1 0 0,14-51 1 0 0,-12 38-159 0 0,-2 2-259 0 0,12-88-1 0 0,-17 83 333 0 0,3-15-451 0 0,5-102 1 0 0,-16 143 534 0 0,-1 0 0 0 0,-1-1 1 0 0,-1 1-1 0 0,0 0 0 0 0,-2 0 1 0 0,-1 0-1 0 0,-16-40 0 0 0,15 46 88 0 0,-1 1-1 0 0,-1 0 1 0 0,0 0-1 0 0,-1 1 1 0 0,0 0-1 0 0,-2 1 1 0 0,1 0-1 0 0,-15-12 1 0 0,18 19 137 0 0,-1 0 1 0 0,0 1 0 0 0,0 0-1 0 0,0 1 1 0 0,-1 0-1 0 0,1 0 1 0 0,-1 1-1 0 0,0 0 1 0 0,0 1 0 0 0,-1 0-1 0 0,1 1 1 0 0,-1 0-1 0 0,0 0 1 0 0,1 1-1 0 0,-12 1 1 0 0,-23 1 149 0 0,0 3 0 0 0,1 2 0 0 0,0 1 0 0 0,0 3-1 0 0,1 1 1 0 0,0 3 0 0 0,-44 19 0 0 0,12-2 111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42.8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168 208 9830 0 0,'-20'-1'46'0'0,"-21"1"293"0"0,33-1-261 0 0,-64-9 506 0 0,53 7-493 0 0,19 3-88 0 0,0 0 1 0 0,0 0-1 0 0,0 1 0 0 0,-1-1 1 0 0,1 0-1 0 0,0 0 1 0 0,0 0-1 0 0,0 0 0 0 0,0 0 1 0 0,-1 0-1 0 0,1 0 1 0 0,0 0-1 0 0,0 0 0 0 0,0 0 1 0 0,-1 0-1 0 0,1 0 1 0 0,0 0-1 0 0,0 0 0 0 0,0 0 1 0 0,-1 0-1 0 0,1 0 1 0 0,0 0-1 0 0,0 0 0 0 0,0 0 1 0 0,-1 0-1 0 0,1 0 1 0 0,0 0-1 0 0,0 0 0 0 0,0 0 1 0 0,0-1-1 0 0,-1 1 1 0 0,1 0-1 0 0,0 0 0 0 0,0 0 1 0 0,0 0-1 0 0,0 0 1 0 0,0-1-1 0 0,0 1 0 0 0,-1 0 1 0 0,1 0-1 0 0,0 0 0 0 0,0 0 1 0 0,0-1-1 0 0,0 1 1 0 0,0 0-1 0 0,0 0 0 0 0,0 0 1 0 0,0-1-1 0 0,0 1 1 0 0,0 0-1 0 0,0 0 0 0 0,0 0 1 0 0,0-1-1 0 0,0 1 1 0 0,0 0-1 0 0,0 0 0 0 0,0 0 1 0 0,0 0-1 0 0,0-1 1 0 0,0 1-1 0 0,0 0 0 0 0,0 0 1 0 0,0 0-1 0 0,0-1 1 0 0,0 1-1 0 0,1 0 0 0 0,15-9 176 0 0,1 2-1 0 0,0 0 1 0 0,0 0-1 0 0,1 2 1 0 0,30-6-1 0 0,-15 3 13 0 0,312-76 2342 0 0,-328 78-2442 0 0,-10 2 6 0 0,-10 1 34 0 0,-11 2 6 0 0,-1 0 1 0 0,0 0-1 0 0,-1 2 0 0 0,2 0 0 0 0,-26 4 1 0 0,-92 25 712 0 0,72-16-387 0 0,47-10-417 0 0,13-4-42 0 0,0 0 1 0 0,0 0-1 0 0,1 0 1 0 0,-1 0-1 0 0,0 0 0 0 0,0 0 1 0 0,0 1-1 0 0,0-1 1 0 0,0 0-1 0 0,0 0 0 0 0,0 0 1 0 0,0 0-1 0 0,0 0 1 0 0,0 1-1 0 0,1-1 0 0 0,-1 0 1 0 0,0 0-1 0 0,0 0 1 0 0,0 0-1 0 0,0 1 0 0 0,0-1 1 0 0,0 0-1 0 0,0 0 1 0 0,0 0-1 0 0,0 0 1 0 0,0 1-1 0 0,-1-1 0 0 0,1 0 1 0 0,0 0-1 0 0,0 0 1 0 0,0 0-1 0 0,0 0 0 0 0,0 1 1 0 0,0-1-1 0 0,0 0 1 0 0,0 0-1 0 0,0 0 0 0 0,0 0 1 0 0,-1 0-1 0 0,1 0 1 0 0,0 1-1 0 0,0-1 0 0 0,0 0 1 0 0,0 0-1 0 0,0 0 1 0 0,0 0-1 0 0,-1 0 0 0 0,1 0 1 0 0,0 0-1 0 0,0 0 1 0 0,0 0-1 0 0,0 0 0 0 0,-1 0 1 0 0,1 0-1 0 0,0 0 1 0 0,0 0-1 0 0,0 0 0 0 0,0 0 1 0 0,-1 0-1 0 0,1 0 1 0 0,0 0-1 0 0,10 2 110 0 0,1-1 0 0 0,0 0 0 0 0,0 0 0 0 0,-1-1 0 0 0,20-3-1 0 0,73-13 599 0 0,-53 8-241 0 0,-32 6-316 0 0,-12 2-113 0 0,0-1-1 0 0,1 0 0 0 0,-1 0 1 0 0,0-1-1 0 0,1 1 0 0 0,-1-1 1 0 0,0-1-1 0 0,0 1 1 0 0,0-1-1 0 0,9-6 0 0 0,1-3 217 0 0,-15 12-256 0 0,-1-1 0 0 0,1 1 1 0 0,-1 0-1 0 0,1 0 0 0 0,-1 0 0 0 0,0-1 0 0 0,1 1 1 0 0,-1 0-1 0 0,0-1 0 0 0,1 1 0 0 0,-1 0 1 0 0,0-1-1 0 0,0 1 0 0 0,1-1 0 0 0,-1 1 0 0 0,0 0 1 0 0,0-1-1 0 0,0 1 0 0 0,1-1 0 0 0,-1 1 0 0 0,0-1 1 0 0,0 1-1 0 0,0 0 0 0 0,0-1 0 0 0,0 1 1 0 0,0-1-1 0 0,0 1 0 0 0,0-2 0 0 0,-14-13 44 0 0,13 14-34 0 0,1 0 0 0 0,-1 1 0 0 0,0-1 0 0 0,0 1 0 0 0,0-1 0 0 0,0 1 0 0 0,0 0 0 0 0,1-1 0 0 0,-1 1 0 0 0,0 0-1 0 0,0 0 1 0 0,0-1 0 0 0,0 1 0 0 0,0 0 0 0 0,0 0 0 0 0,0 0 0 0 0,0 0 0 0 0,-2 1 0 0 0,-20 9 216 0 0,14 0-183 0 0,5 1-45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45.3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18 9830 0 0,'-26'5'0'0'0,"166"-8"865"0"0,-22-3-92 0 0,-323 1 1139 0 0,180 4-1639 0 0,204-1 1320 0 0,-136-1-1320 0 0,-30 0-228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9.8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1140 41 9830 0 0,'-13'-16'0'0'0,"-1"9"46"0"0,4 3 50 0 0,0 1 1 0 0,-1 1 0 0 0,1 0 0 0 0,-1 0-1 0 0,0 1 1 0 0,-15 0 0 0 0,21 1-46 0 0,-27-2 245 0 0,1 2 0 0 0,0 0 1 0 0,-51 9-1 0 0,7-1 157 0 0,47-6-287 0 0,19 0-91 0 0,-13 3 67 0 0,-18 1 225 0 0,3 1 8 0 0,1 2-1 0 0,0 1 0 0 0,0 2 0 0 0,-63 31 0 0 0,70-30-38 0 0,5-1-111 0 0,1 1 0 0 0,0 1-1 0 0,1 0 1 0 0,1 2 0 0 0,0 0 0 0 0,2 2-1 0 0,-1 0 1 0 0,-23 31 0 0 0,35-38-97 0 0,0 1 0 0 0,1 0 0 0 0,0 1 0 0 0,1 0-1 0 0,1 0 1 0 0,-6 20 0 0 0,-16 87 1047 0 0,23-97-1106 0 0,-44 157 1449 0 0,23-95-920 0 0,17-47-291 0 0,2 1 0 0 0,1-1 0 0 0,2 1 0 0 0,2 0 1 0 0,1 0-1 0 0,2 0 0 0 0,12 64 0 0 0,-13-97-263 0 0,6 38 506 0 0,17 61 0 0 0,-19-90-412 0 0,1 1 0 0 0,1-1 0 0 0,0-1 0 0 0,1 1 0 0 0,0-1 0 0 0,1-1 0 0 0,15 19 0 0 0,-1-6-131 0 0,1 0-1 0 0,1-2 1 0 0,1-1-1 0 0,1-1 1 0 0,44 28-1 0 0,-51-38-6 0 0,0-2-1 0 0,1 0 0 0 0,0-2 0 0 0,0 0 1 0 0,1-1-1 0 0,0-1 0 0 0,0-1 0 0 0,1-1 0 0 0,34 1 1 0 0,6-4 0 0 0,0-4 0 0 0,106-16 0 0 0,119-43 0 0 0,-259 55-78 0 0,-1-1 0 0 0,0-2 0 0 0,0-1 0 0 0,-1-1 0 0 0,0-1 0 0 0,-1-2 0 0 0,33-24 0 0 0,-41 25 6 0 0,-1-1 0 0 0,0 0 1 0 0,-1-1-1 0 0,-1-1 0 0 0,0-1 0 0 0,-2 0 1 0 0,0-1-1 0 0,-1 0 0 0 0,0-1 1 0 0,8-23-1 0 0,-1-9-365 0 0,-2 0 0 0 0,-2-1-1 0 0,-3-1 1 0 0,-3 0 0 0 0,-1-1 0 0 0,-3 0 0 0 0,-3 0 0 0 0,-2 0-1 0 0,-2 0 1 0 0,-18-105 0 0 0,16 138 280 0 0,-1 1 0 0 0,-1 0 0 0 0,0 0 0 0 0,-2 1 0 0 0,0 0 0 0 0,-2 0 0 0 0,0 0 0 0 0,-1 2 0 0 0,-15-21 0 0 0,14 25 16 0 0,0 1 0 0 0,-1 0-1 0 0,0 1 1 0 0,-1 0 0 0 0,0 1-1 0 0,-1 1 1 0 0,0 0-1 0 0,0 1 1 0 0,-1 1 0 0 0,0 0-1 0 0,-26-7 1 0 0,13 6 187 0 0,0 1 1 0 0,0 1-1 0 0,-1 2 0 0 0,0 1 1 0 0,-58-1-1 0 0,69 6 57 0 0,0 0 1 0 0,1 1-1 0 0,-1 1 0 0 0,1 0 0 0 0,0 2 0 0 0,0 0 1 0 0,0 1-1 0 0,0 1 0 0 0,1 0 0 0 0,-26 16 1 0 0,17-3 118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01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1087 118 9830 0 0,'6'-11'0'0'0,"-3"1"0"0"0,-2-1 0 0 0,-2-2 0 0 0,-6 3 0 0 0,1 5 40 0 0,0 1-1 0 0,0 0 0 0 0,-1 0 1 0 0,0 1-1 0 0,1-1 1 0 0,-1 2-1 0 0,-1-1 1 0 0,1 1-1 0 0,0 0 0 0 0,-15-2 1 0 0,9 1 72 0 0,4 1-35 0 0,-14-4 138 0 0,-1 1 0 0 0,1 0-1 0 0,-1 2 1 0 0,0 1 0 0 0,-44 2 0 0 0,31 5 123 0 0,1 1 1 0 0,-1 2 0 0 0,1 1 0 0 0,0 2 0 0 0,1 1 0 0 0,1 2 0 0 0,0 2 0 0 0,0 0 0 0 0,-46 33 0 0 0,49-27-25 0 0,1 1 0 0 0,0 1 0 0 0,2 1-1 0 0,1 1 1 0 0,2 2 0 0 0,0 0 0 0 0,2 2 0 0 0,1 1-1 0 0,1 1 1 0 0,2 0 0 0 0,1 1 0 0 0,2 1 0 0 0,1 1-1 0 0,-16 59 1 0 0,21-54 180 0 0,2 1 0 0 0,2-1 1 0 0,-2 79-1 0 0,18 122 933 0 0,-5-176-1008 0 0,0-1 236 0 0,14 73 0 0 0,-12-107-406 0 0,1 1-1 0 0,2-1 1 0 0,0 0-1 0 0,22 39 1 0 0,-25-52-249 0 0,2-1 0 0 0,0 0 0 0 0,1-1 0 0 0,1 0 0 0 0,0-1 0 0 0,1 0 0 0 0,1 0 0 0 0,0-2 0 0 0,0 1 0 0 0,1-2 0 0 0,1 0 0 0 0,0-1 0 0 0,0 0 0 0 0,28 12 0 0 0,13 2 0 0 0,80 21 0 0 0,-113-39 0 0 0,0-1 0 0 0,0-1 0 0 0,0-1 0 0 0,1-1 0 0 0,-1-2 0 0 0,40-3 0 0 0,6-4 0 0 0,134-35 0 0 0,-132 17 0 0 0,0-3 0 0 0,132-74 0 0 0,-184 89-141 0 0,-1-1 1 0 0,0-1 0 0 0,-1 0-1 0 0,-1-1 1 0 0,16-20 0 0 0,8-7-113 0 0,-18 21 55 0 0,0-2-1 0 0,-2 0 0 0 0,-1-1 1 0 0,-1-1-1 0 0,-1 0 0 0 0,25-54 1 0 0,25-54-472 0 0,-58 110 509 0 0,-1-1 1 0 0,-1 1-1 0 0,-1-2 1 0 0,3-27-1 0 0,3-16-223 0 0,-4 28-4 0 0,-2 0 0 0 0,3-73 0 0 0,-10 96 314 0 0,0-1 0 0 0,-1 0 0 0 0,-1 1 1 0 0,-1-1-1 0 0,-1 1 0 0 0,0 0 0 0 0,-1 1 0 0 0,-1-1 0 0 0,-1 1 0 0 0,0 0 1 0 0,-1 1-1 0 0,-1 0 0 0 0,-1 1 0 0 0,0-1 0 0 0,-1 2 0 0 0,0 0 1 0 0,-1 0-1 0 0,-1 2 0 0 0,0-1 0 0 0,-1 2 0 0 0,0 0 0 0 0,-20-11 1 0 0,12 7 230 0 0,16 10-125 0 0,0 0 1 0 0,-1 0 0 0 0,0 1 0 0 0,1 0 0 0 0,-1 0 0 0 0,-1 1 0 0 0,1 0 0 0 0,0 1-1 0 0,-1 0 1 0 0,1 0 0 0 0,-11-1 0 0 0,-30 0 165 0 0,34 7-117 0 0,4 1 0 0 0,-5 2 24 0 0,2 6-84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03.9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22 163 9830 0 0,'-10'4'46'0'0,"-2"3"136"0"0,71-23 383 0 0,127-38 1781 0 0,269-41 1 0 0,-447 94-2287 0 0,38-5 214 0 0,-46 6-273 0 0,1 0 1 0 0,-1-1 0 0 0,0 1 0 0 0,0 0 0 0 0,0 0-1 0 0,1 0 1 0 0,-1 0 0 0 0,0 0 0 0 0,0 0 0 0 0,0 0-1 0 0,1 0 1 0 0,-1 0 0 0 0,0-1 0 0 0,0 1 0 0 0,0 0-1 0 0,1 0 1 0 0,-1 0 0 0 0,0 0 0 0 0,0 0 0 0 0,0 0-1 0 0,1 1 1 0 0,-1-1 0 0 0,0 0 0 0 0,0 0 0 0 0,0 0-1 0 0,1 0 1 0 0,-1 0 0 0 0,0 0 0 0 0,0 0 0 0 0,0 0-1 0 0,1 0 1 0 0,-1 0 0 0 0,0 1 0 0 0,0-1 0 0 0,0 0-1 0 0,0 0 1 0 0,1 0 0 0 0,-1 0 0 0 0,0 1 0 0 0,0-1-1 0 0,0 0 1 0 0,0 0 0 0 0,0 0 0 0 0,0 1 0 0 0,0-1-1 0 0,0 0 1 0 0,0 0 0 0 0,1 0 0 0 0,-1 1 0 0 0,0-1-1 0 0,0 0 1 0 0,0 0 0 0 0,0 0 0 0 0,0 1 0 0 0,0-1-1 0 0,0 0 1 0 0,0 0 0 0 0,-1 0 0 0 0,1 1 0 0 0,0-1-1 0 0,-4 5 60 0 0,0 0-1 0 0,-1 0 1 0 0,0-1-1 0 0,0 0 1 0 0,0 0-1 0 0,-1 0 1 0 0,1 0-1 0 0,-1-1 1 0 0,0 0-1 0 0,0 0 1 0 0,-12 4-1 0 0,-90 25 596 0 0,63-19-264 0 0,-31 9 100 0 0,-125 42 1180 0 0,190-58-1444 0 0,8-4-177 0 0,9 0 34 0 0,47-7 462 0 0,-1-1 0 0 0,76-19 0 0 0,-17 2 386 0 0,-77 17-641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04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128 141 9830 0 0,'-90'-23'774'0'0,"76"17"-729"0"0,13 6-43 0 0,1-1 0 0 0,0 1-1 0 0,-1 0 1 0 0,1-1 0 0 0,-1 1-1 0 0,1 0 1 0 0,0-1 0 0 0,-1 1-1 0 0,1 0 1 0 0,0-1 0 0 0,-1 1 0 0 0,1-1-1 0 0,0 1 1 0 0,0-1 0 0 0,-1 1-1 0 0,1 0 1 0 0,0-1 0 0 0,0 1-1 0 0,0-1 1 0 0,0 1 0 0 0,0-1-1 0 0,0 1 1 0 0,-1-1 0 0 0,1 1-1 0 0,0-1 1 0 0,1 0 0 0 0,0-2 28 0 0,1 0 0 0 0,0 0 1 0 0,0 1-1 0 0,0-1 0 0 0,0 1 0 0 0,1-1 1 0 0,-1 1-1 0 0,0 0 0 0 0,1 0 0 0 0,0 0 1 0 0,0 0-1 0 0,-1 1 0 0 0,1-1 0 0 0,0 1 1 0 0,0 0-1 0 0,0-1 0 0 0,7 0 0 0 0,65-19 425 0 0,-65 18-313 0 0,17-3 48 0 0,16-5 521 0 0,75-9-1 0 0,-159 42-297 0 0,-6-8 77 0 0,-2-2 1 0 0,-49 4-1 0 0,5 0 128 0 0,80-13-390 0 0,13-2-221 0 0,0-1 1 0 0,0 0 0 0 0,0 0-1 0 0,0 1 1 0 0,0-1 0 0 0,-1 0-1 0 0,1 0 1 0 0,0 0-1 0 0,0 1 1 0 0,0-1 0 0 0,0 0-1 0 0,0 0 1 0 0,0 1 0 0 0,0-1-1 0 0,1 0 1 0 0,-1 0 0 0 0,0 1-1 0 0,0-1 1 0 0,0 0-1 0 0,0 0 1 0 0,0 1 0 0 0,0-1-1 0 0,0 0 1 0 0,0 0 0 0 0,1 0-1 0 0,-1 1 1 0 0,0-1 0 0 0,0 0-1 0 0,0 0 1 0 0,0 0 0 0 0,1 0-1 0 0,-1 0 1 0 0,0 1-1 0 0,0-1 1 0 0,0 0 0 0 0,1 0-1 0 0,-1 0 1 0 0,0 0 0 0 0,0 0-1 0 0,1 0 1 0 0,-1 0 0 0 0,0 0-1 0 0,0 0 1 0 0,0 0-1 0 0,1 0 1 0 0,-1 0 0 0 0,0 0-1 0 0,0 0 1 0 0,1 0 0 0 0,-1 0-1 0 0,0 0 1 0 0,0 0 0 0 0,1 0-1 0 0,-1 0 1 0 0,0 0 0 0 0,15 5 64 0 0,-7-4-9 0 0,-1-1 0 0 0,0 1-1 0 0,0-1 1 0 0,0-1-1 0 0,14-1 1 0 0,3-1 153 0 0,10 0 57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0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707 7 9830 0 0,'0'0'1'0'0,"0"0"0"0"0,0 0 0 0 0,0 0-1 0 0,-1 0 1 0 0,1 0 0 0 0,0 0 0 0 0,0 0 0 0 0,0 0-1 0 0,0 0 1 0 0,0 0 0 0 0,-1 0 0 0 0,1 0 0 0 0,0 0-1 0 0,0 0 1 0 0,0-1 0 0 0,0 1 0 0 0,0 0 0 0 0,-1 0 0 0 0,1 0-1 0 0,0 0 1 0 0,0 0 0 0 0,0 0 0 0 0,0 0 0 0 0,0-1-1 0 0,0 1 1 0 0,0 0 0 0 0,0 0 0 0 0,0 0 0 0 0,0 0-1 0 0,-1 0 1 0 0,1-1 0 0 0,0 1 0 0 0,0 0 0 0 0,0 0 0 0 0,0 0-1 0 0,0 0 1 0 0,0 0 0 0 0,0-1 0 0 0,0 1 0 0 0,0 0-1 0 0,0 0 1 0 0,0 0 0 0 0,0 0 0 0 0,1-1 0 0 0,-1 1-1 0 0,0 0 1 0 0,0 0 0 0 0,0 0 0 0 0,0 0 0 0 0,0 0 0 0 0,0 0-1 0 0,0-1 1 0 0,0 1 0 0 0,0 0 0 0 0,1 0 0 0 0,-73 3 795 0 0,1 3 1 0 0,-137 31 0 0 0,191-34-662 0 0,-31 6 292 0 0,20-5-161 0 0,1 1 1 0 0,-1 2-1 0 0,1 0 0 0 0,0 2 0 0 0,-47 22 0 0 0,66-24-266 0 0,8-7 2 0 0,0 0-1 0 0,-1 1 0 0 0,1-1 1 0 0,0 0-1 0 0,-1 0 1 0 0,1 1-1 0 0,0-1 0 0 0,0 0 1 0 0,0 1-1 0 0,-1-1 0 0 0,1 0 1 0 0,0 0-1 0 0,0 1 1 0 0,0-1-1 0 0,0 0 0 0 0,0 1 1 0 0,0-1-1 0 0,-1 1 0 0 0,1-1 1 0 0,0 0-1 0 0,0 1 1 0 0,0-1-1 0 0,0 0 0 0 0,0 1 1 0 0,0-1-1 0 0,0 0 0 0 0,1 1 1 0 0,-1-1-1 0 0,0 0 1 0 0,0 1-1 0 0,0-1 0 0 0,0 1 1 0 0,3 1 28 0 0,-1 0 1 0 0,1 0 0 0 0,-1-1 0 0 0,1 1-1 0 0,0-1 1 0 0,-1 1 0 0 0,1-1 0 0 0,0 0-1 0 0,0 0 1 0 0,0 0 0 0 0,0-1 0 0 0,0 1-1 0 0,0-1 1 0 0,0 0 0 0 0,0 1 0 0 0,6-2-1 0 0,61-3 367 0 0,-54 2-270 0 0,30-3 499 0 0,80-19-1 0 0,-124 20-259 0 0,-12 0-213 0 0,-13-1 11 0 0,-17 2 136 0 0,1 1 1 0 0,-1 1-1 0 0,0 3 0 0 0,-49 8 1 0 0,73-8-116 0 0,8-1-112 0 0,0 1 1 0 0,0 0 0 0 0,0 0-1 0 0,0 0 1 0 0,0 1-1 0 0,0 0 1 0 0,-11 7-1 0 0,10-4 201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1.3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146 30 9830 0 0,'-145'-25'884'0'0,"274"21"530"0"0,285 9 1335 0 0,-360-6-2385 0 0,-212 9 537 0 0,99-7-168 0 0,-95 12 0 0 0,154-13-732 0 0,0 0 1 0 0,0 0 0 0 0,0 0-1 0 0,-1 0 1 0 0,1 0-1 0 0,0 0 1 0 0,0 0 0 0 0,0 0-1 0 0,0-1 1 0 0,-1 1 0 0 0,1 0-1 0 0,0 0 1 0 0,0 0-1 0 0,0 0 1 0 0,0 0 0 0 0,-1 0-1 0 0,1 0 1 0 0,0 0-1 0 0,0 0 1 0 0,0 0 0 0 0,0 0-1 0 0,-1 1 1 0 0,1-1 0 0 0,0 0-1 0 0,0 0 1 0 0,0 0-1 0 0,0 0 1 0 0,-1 0 0 0 0,1 0-1 0 0,0 0 1 0 0,0 0-1 0 0,0 0 1 0 0,0 1 0 0 0,0-1-1 0 0,0 0 1 0 0,-1 0 0 0 0,1 0-1 0 0,0 0 1 0 0,0 0-1 0 0,0 0 1 0 0,0 1 0 0 0,0-1-1 0 0,0 0 1 0 0,0 0-1 0 0,0 0 1 0 0,0 0 0 0 0,0 1-1 0 0,0-1 1 0 0,0 0 0 0 0,0 0-1 0 0,0 0 1 0 0,0 0-1 0 0,0 1 1 0 0,0-1 0 0 0,0 0-1 0 0,0 0 1 0 0,0 0-1 0 0,0 0 1 0 0,0 1 0 0 0,0-1-1 0 0,0 0 1 0 0,0 0 0 0 0,0 0-1 0 0,0 0 1 0 0,0 1-1 0 0,0-1 1 0 0,1 0 0 0 0,2 2 30 0 0,1 0 0 0 0,-1 0-1 0 0,1 0 1 0 0,0 0 0 0 0,-1-1 0 0 0,1 1 0 0 0,0-1 0 0 0,0 0 0 0 0,0 0 0 0 0,0-1 0 0 0,6 1 0 0 0,59 1 430 0 0,-32-1-166 0 0,-1-1-23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3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824 168 9830 0 0,'-54'-45'695'0'0,"-66"-42"-1"0"0,119 86-692 0 0,-25-14 106 0 0,9 9 71 0 0,15 5-167 0 0,0 0 0 0 0,0 0 0 0 0,0 1 1 0 0,0-1-1 0 0,0 1 0 0 0,0-1 0 0 0,-1 1 0 0 0,1 0 0 0 0,0 0 0 0 0,0 0 1 0 0,0 0-1 0 0,0 0 0 0 0,-1 0 0 0 0,1 0 0 0 0,0 1 0 0 0,0 0 1 0 0,-4 1-1 0 0,-1 0 38 0 0,-13 2 113 0 0,1 1 1 0 0,-1 0 0 0 0,1 2-1 0 0,-1 0 1 0 0,2 1 0 0 0,-1 1 0 0 0,1 1-1 0 0,1 1 1 0 0,0 0 0 0 0,0 1-1 0 0,1 0 1 0 0,1 2 0 0 0,-17 17-1 0 0,-6 11 422 0 0,1 2-1 0 0,2 1 1 0 0,-41 70-1 0 0,61-88-327 0 0,0 1-1 0 0,2 1 1 0 0,1 0-1 0 0,1 1 1 0 0,2 0-1 0 0,1 1 1 0 0,1-1-1 0 0,2 2 1 0 0,1-1-1 0 0,1 0 1 0 0,2 1-1 0 0,5 56 1 0 0,4 30 587 0 0,15 141 841 0 0,-16-215-1250 0 0,2-1 0 0 0,1 0 0 0 0,30 76 0 0 0,-28-94-287 0 0,1 0 0 0 0,1-1 0 0 0,1 0 0 0 0,1-1 0 0 0,1-1-1 0 0,1 0 1 0 0,36 31 0 0 0,-37-37-46 0 0,2 0 0 0 0,0-2 0 0 0,1 0 0 0 0,0-1 0 0 0,1-2 0 0 0,0 0 0 0 0,1-1 0 0 0,0-1 1 0 0,33 9-1 0 0,-29-13-102 0 0,0-1 0 0 0,1-2 0 0 0,-1 0 0 0 0,1-2 0 0 0,30-3 0 0 0,128-25 0 0 0,-93 9-108 0 0,-1-3 1 0 0,-1-5 0 0 0,-1-3 0 0 0,-2-5-1 0 0,-1-3 1 0 0,127-78 0 0 0,-187 98-100 0 0,-1-2 1 0 0,0-1-1 0 0,-2-1 0 0 0,0-1 1 0 0,-2-1-1 0 0,-1-1 0 0 0,0-1 1 0 0,-2-1-1 0 0,-1 0 0 0 0,-2-1 1 0 0,0-1-1 0 0,-2 0 1 0 0,17-56-1 0 0,-14 30-260 0 0,-3-1 1 0 0,-2 0-1 0 0,-2-1 1 0 0,-3 0-1 0 0,-3 0 1 0 0,-7-109-1 0 0,1 124 152 0 0,-3 1 0 0 0,0 0 0 0 0,-3 0 0 0 0,-2 1-1 0 0,-1 1 1 0 0,-2-1 0 0 0,-34-66 0 0 0,39 90 216 0 0,-1 0 1 0 0,0 1-1 0 0,-1 0 1 0 0,-1 0-1 0 0,0 1 1 0 0,-1 1-1 0 0,-1 0 1 0 0,0 1-1 0 0,0 1 1 0 0,-1 0-1 0 0,-1 1 1 0 0,0 0-1 0 0,0 1 1 0 0,-1 1-1 0 0,0 1 1 0 0,0 0-1 0 0,-1 2 1 0 0,1-1-1 0 0,-34-3 1 0 0,15 5 312 0 0,-1 2-1 0 0,0 2 1 0 0,0 2 0 0 0,0 1 0 0 0,1 1 0 0 0,-45 13 0 0 0,5 3 443 0 0,-138 57 1 0 0,137-44-265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4.1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52 9830 0 0,'63'-45'819'0'0,"-51"40"-773"0"0,23 4 178 0 0,-28 3-210 0 0,1 0 21 0 0,14-3 192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4.3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119 43 9830 0 0,'-26'-8'0'0'0,"4"5"273"0"0,3-3-273 0 0,3 0 273 0 0,0 1-273 0 0,6-1 273 0 0,1-3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5.0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0 323 9830 0 0,'8'-16'515'0'0,"15"-12"-211"0"0,33-17 131 0 0,3 3-1 0 0,97-55 0 0 0,-42 29 558 0 0,-96 57-900 0 0,-45 29 129 0 0,-57 35 450 0 0,51-34-390 0 0,21-13-187 0 0,-1 1 0 0 0,1 1 1 0 0,0 0-1 0 0,0 1 0 0 0,-11 11 0 0 0,23-20-90 0 0,0 0 0 0 0,0 1 0 0 0,-1-1 0 0 0,1 0 0 0 0,0 0-1 0 0,0 0 1 0 0,0 0 0 0 0,0 0 0 0 0,0 0 0 0 0,0 0 0 0 0,0 1 0 0 0,0-1 0 0 0,-1 0-1 0 0,1 0 1 0 0,0 0 0 0 0,0 0 0 0 0,0 0 0 0 0,0 1 0 0 0,0-1 0 0 0,0 0 0 0 0,0 0-1 0 0,0 0 1 0 0,0 0 0 0 0,0 1 0 0 0,0-1 0 0 0,0 0 0 0 0,0 0 0 0 0,0 0 0 0 0,0 0-1 0 0,0 1 1 0 0,0-1 0 0 0,0 0 0 0 0,0 0 0 0 0,0 0 0 0 0,1 0 0 0 0,-1 0 0 0 0,0 0-1 0 0,0 1 1 0 0,0-1 0 0 0,0 0 0 0 0,0 0 0 0 0,0 0 0 0 0,0 0 0 0 0,0 0 0 0 0,1 0-1 0 0,-1 0 1 0 0,0 1 0 0 0,0-1 0 0 0,0 0 0 0 0,0 0 0 0 0,0 0 0 0 0,1 0 0 0 0,-1 0-1 0 0,0 0 1 0 0,4 2 54 0 0,1-1-1 0 0,-1 0 0 0 0,1 0 1 0 0,-1 0-1 0 0,1 0 1 0 0,-1-1-1 0 0,1 0 0 0 0,-1 0 1 0 0,1 0-1 0 0,0 0 0 0 0,-1-1 1 0 0,9-2-1 0 0,67-19 458 0 0,-46 12-277 0 0,-13 5-75 0 0,72-25 402 0 0,-86 27-533 0 0,-1 0 0 0 0,0 0 0 0 0,0 0 0 0 0,0-1-1 0 0,0 0 1 0 0,0 0 0 0 0,-1-1 0 0 0,0 1 0 0 0,0-1 0 0 0,0 0 0 0 0,6-9 0 0 0,-6 4-155 0 0,-5-6 117 0 0,-7 0 82 0 0,3 9-160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6.3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812 97 9830 0 0,'-82'-16'189'0'0,"29"4"426"0"0,0 3 0 0 0,-90-4 0 0 0,127 13-509 0 0,0 0 0 0 0,0 1 0 0 0,0 1 0 0 0,0 1 0 0 0,0 0 0 0 0,0 1 0 0 0,1 1 0 0 0,-1 0 0 0 0,1 1 1 0 0,1 1-1 0 0,-1 0 0 0 0,1 1 0 0 0,-18 13 0 0 0,10-3 94 0 0,1 1 0 0 0,1 1 0 0 0,1 1 0 0 0,0 1 0 0 0,2 0 1 0 0,0 1-1 0 0,2 1 0 0 0,0 0 0 0 0,2 1 0 0 0,1 1 0 0 0,1 0 0 0 0,1 0 0 0 0,1 1 1 0 0,2 1-1 0 0,0-1 0 0 0,2 1 0 0 0,1 0 0 0 0,1 0 0 0 0,2 1 0 0 0,1-1 0 0 0,1 0 1 0 0,1 1-1 0 0,1-1 0 0 0,11 40 0 0 0,1-23 124 0 0,2-1 1 0 0,2 0-1 0 0,1-1 1 0 0,3-2-1 0 0,1 0 0 0 0,2-1 1 0 0,2-2-1 0 0,2 0 1 0 0,1-2-1 0 0,1-2 0 0 0,3-1 1 0 0,0-1-1 0 0,2-2 1 0 0,1-2-1 0 0,1-1 0 0 0,2-2 1 0 0,0-2-1 0 0,2-1 1 0 0,0-3-1 0 0,1-1 0 0 0,1-3 1 0 0,1-1-1 0 0,51 8 1 0 0,-61-17-321 0 0,0-2 0 0 0,1-2 0 0 0,-1-1 1 0 0,0-2-1 0 0,0-1 0 0 0,0-1 1 0 0,0-3-1 0 0,-1-1 0 0 0,68-24 0 0 0,-61 15-249 0 0,0-2 0 0 0,-2-1 0 0 0,0-2 0 0 0,-2-2 0 0 0,-1-1 0 0 0,0-3 0 0 0,47-45 0 0 0,-63 51 20 0 0,-1 0 1 0 0,0-1-1 0 0,-2-1 0 0 0,-1-1 0 0 0,-1-1 0 0 0,-1 0 1 0 0,-2-1-1 0 0,0 0 0 0 0,-2-1 0 0 0,-1 0 0 0 0,-1-1 1 0 0,-1 0-1 0 0,4-36 0 0 0,-8 31-29 0 0,-2 1-1 0 0,-1-1 1 0 0,-2 1-1 0 0,-1-1 1 0 0,-2 1-1 0 0,-1 0 1 0 0,-2 0 0 0 0,-1 0-1 0 0,-1 1 1 0 0,-2 1-1 0 0,-23-50 1 0 0,19 51-8 0 0,-2 1-1 0 0,0 0 1 0 0,-2 2 0 0 0,-1 0-1 0 0,-2 1 1 0 0,0 1 0 0 0,-1 1-1 0 0,-2 1 1 0 0,0 1 0 0 0,-1 1 0 0 0,-43-25-1 0 0,42 31 193 0 0,0 2 0 0 0,-1 1 0 0 0,0 1 0 0 0,0 1 0 0 0,-1 1 1 0 0,-1 2-1 0 0,1 1 0 0 0,-1 1 0 0 0,0 2 0 0 0,-1 1 0 0 0,1 1 0 0 0,-60 7 0 0 0,57-1 288 0 0,-1 1 1 0 0,1 2-1 0 0,0 1 1 0 0,1 1-1 0 0,0 2 1 0 0,1 2-1 0 0,-54 31 1 0 0,36-14 240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6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97 101 9830 0 0,'-20'-3'0'0'0,"4"-2"0"0"0,-6-4 273 0 0,12 6-273 0 0,-6-6 0 0 0,4 1 273 0 0,12-1 0 0 0,16-5 0 0 0,6 5-273 0 0,13-5 273 0 0,16-4 114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37.1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38 9830 0 0,'0'0'0'0'0,"-35"-20"0"0"0,25 11 0 0 0,1 4 0 0 0,-7 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0.2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98 9830 0 0,'-18'2'46'0'0,"-3"-5"181"0"0,21 2-219 0 0,-1 1 0 0 0,1 0 1 0 0,0 0-1 0 0,-1-1 0 0 0,1 1 0 0 0,-1 0 0 0 0,1 0 0 0 0,0-1 0 0 0,-1 1 0 0 0,1-1 1 0 0,0 1-1 0 0,-1 0 0 0 0,1-1 0 0 0,0 1 0 0 0,-1-1 0 0 0,1 1 0 0 0,0 0 0 0 0,0-1 1 0 0,0 1-1 0 0,-1-1 0 0 0,1 1 0 0 0,0-1 0 0 0,0 1 0 0 0,0-1 0 0 0,0 1 0 0 0,0-1 1 0 0,0 0-1 0 0,6-17 83 0 0,-1 12-14 0 0,1 1 1 0 0,-1 0-1 0 0,1 0 0 0 0,0 0 1 0 0,0 1-1 0 0,0-1 1 0 0,1 2-1 0 0,-1-1 0 0 0,1 1 1 0 0,0 0-1 0 0,0 0 1 0 0,0 1-1 0 0,0 0 0 0 0,1 0 1 0 0,8-1-1 0 0,2 0 76 0 0,1 1 1 0 0,-1 1-1 0 0,1 0 0 0 0,-1 1 0 0 0,22 3 1 0 0,-26 0-26 0 0,0-1 0 0 0,0 2 0 0 0,0 0 0 0 0,0 0 0 0 0,-1 2 0 0 0,0-1 0 0 0,0 2 1 0 0,0 0-1 0 0,19 14 0 0 0,-28-18-97 0 0,0 0 0 0 0,-1 0 0 0 0,1 0 0 0 0,-1 1 1 0 0,1-1-1 0 0,-1 1 0 0 0,0 0 0 0 0,0 0 0 0 0,-1 0 0 0 0,0 1 0 0 0,1-1 0 0 0,-1 0 1 0 0,-1 1-1 0 0,1-1 0 0 0,0 1 0 0 0,-1 0 0 0 0,0 0 0 0 0,0 0 0 0 0,-1-1 0 0 0,0 1 1 0 0,1 0-1 0 0,-1 0 0 0 0,-1 0 0 0 0,1 0 0 0 0,-1 0 0 0 0,0-1 0 0 0,0 1 0 0 0,0 0 1 0 0,-1 0-1 0 0,0-1 0 0 0,-2 6 0 0 0,-1 0 115 0 0,0-1 0 0 0,-1 0 0 0 0,0 0-1 0 0,-1 0 1 0 0,0-1 0 0 0,0 0 0 0 0,-9 7 0 0 0,-42 51 553 0 0,48-51-654 0 0,9-14-38 0 0,1-1 0 0 0,-1 1 0 0 0,0 0 0 0 0,1 0 0 0 0,-1 0-1 0 0,1 0 1 0 0,-1-1 0 0 0,1 1 0 0 0,-1 0 0 0 0,1 0 0 0 0,0 0-1 0 0,0 0 1 0 0,-1 0 0 0 0,1 0 0 0 0,0 0 0 0 0,0 0 0 0 0,0 0-1 0 0,0 0 1 0 0,0 0 0 0 0,0 0 0 0 0,0 0 0 0 0,0 0 0 0 0,1 0-1 0 0,-1 0 1 0 0,0 0 0 0 0,0 0 0 0 0,1 0 0 0 0,-1-1 0 0 0,1 1-1 0 0,0 2 1 0 0,0-2 9 0 0,0 2 4 0 0,-1-1 0 0 0,1 1 0 0 0,0-1 0 0 0,0 0-1 0 0,0 1 1 0 0,0-1 0 0 0,0 0 0 0 0,0 0 0 0 0,1 0 0 0 0,-1 0 0 0 0,1 0 0 0 0,-1 0 0 0 0,1 0 0 0 0,0 0 0 0 0,0-1 0 0 0,-1 1 0 0 0,4 1 0 0 0,4 5 121 0 0,7 10-3 0 0,-10-13-57 0 0,0 1-1 0 0,-1 0 1 0 0,0 0 0 0 0,0 0 0 0 0,-1 1 0 0 0,0-1 0 0 0,0 1-1 0 0,5 13 1 0 0,-8-18-63 0 0,0 0 0 0 0,-1 0 0 0 0,0 1 1 0 0,0-1-1 0 0,0 0 0 0 0,0 0 0 0 0,0 0 0 0 0,0 0 0 0 0,0 0 0 0 0,0 1 0 0 0,-1-1 0 0 0,1 0 0 0 0,-1 0 0 0 0,0 0 0 0 0,0 0 1 0 0,0 0-1 0 0,0 0 0 0 0,0 0 0 0 0,0-1 0 0 0,0 1 0 0 0,0 0 0 0 0,-1-1 0 0 0,1 1 0 0 0,-1 0 0 0 0,1-1 0 0 0,-4 3 1 0 0,0-1 42 0 0,0 0 0 0 0,-1 0 0 0 0,0 0 1 0 0,1 0-1 0 0,-13 3 0 0 0,13-5-30 0 0,-11 5 130 0 0,-1-1 0 0 0,1 0-1 0 0,-1-2 1 0 0,-1 0 0 0 0,1-1 0 0 0,-21 1 0 0 0,7-6 103 0 0,0-1 0 0 0,0-1 1 0 0,-50-15-1 0 0,80 20-264 0 0,1 0 1 0 0,-1 0 0 0 0,1 0 0 0 0,0 0 0 0 0,0 0 0 0 0,0 0 0 0 0,-1 0 0 0 0,1 0 0 0 0,0 0 0 0 0,0 0 0 0 0,0 0 0 0 0,-1 0 0 0 0,1 0 0 0 0,0 0 0 0 0,0 0 0 0 0,0 0 0 0 0,-1 0 0 0 0,1 0 0 0 0,0 0 0 0 0,0 0 0 0 0,0-1 0 0 0,-1 1 0 0 0,1 0 0 0 0,0 0 0 0 0,0 0 0 0 0,0 0 0 0 0,0 0 0 0 0,-1-1 0 0 0,1 1 0 0 0,0 0 0 0 0,0 0 0 0 0,0 0 0 0 0,0 0 0 0 0,0-1 0 0 0,0 1 0 0 0,0 0 0 0 0,-1 0 1 0 0,1 0-1 0 0,0-1 0 0 0,0 1 0 0 0,0 0 0 0 0,0 0 0 0 0,0 0 0 0 0,0-1 0 0 0,0 1 0 0 0,19-13 226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0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176 76 9830 0 0,'0'-10'0'0'0,"0"10"1"0"0,0 0 0 0 0,0 0-1 0 0,0-1 1 0 0,0 1 0 0 0,0 0 0 0 0,0 0 0 0 0,0-1-1 0 0,0 1 1 0 0,0 0 0 0 0,0 0 0 0 0,0 0 0 0 0,0-1-1 0 0,0 1 1 0 0,0 0 0 0 0,0 0 0 0 0,0-1 0 0 0,0 1-1 0 0,0 0 1 0 0,0 0 0 0 0,0 0 0 0 0,-1-1 0 0 0,1 1-1 0 0,0 0 1 0 0,0 0 0 0 0,0 0 0 0 0,0-1 0 0 0,-1 1-1 0 0,1 0 1 0 0,0 0 0 0 0,0 0 0 0 0,0 0 0 0 0,0 0-1 0 0,-1 0 1 0 0,1-1 0 0 0,0 1 0 0 0,0 0 0 0 0,-1 0-1 0 0,1 0 1 0 0,0 0 0 0 0,0 0 0 0 0,0 0 0 0 0,-1 0-1 0 0,1 0 1 0 0,0 0 0 0 0,0 0 0 0 0,-1 0 0 0 0,1 0-1 0 0,0 0 1 0 0,0 0 0 0 0,0 0 0 0 0,-1 0 0 0 0,1 0-1 0 0,0 0 1 0 0,0 1 0 0 0,-1-1 0 0 0,1 0 0 0 0,-6 2 53 0 0,0 1 0 0 0,0 0 0 0 0,0 0 0 0 0,0 1 0 0 0,1-1 0 0 0,0 1 0 0 0,0 1 0 0 0,0-1 1 0 0,0 1-1 0 0,0-1 0 0 0,1 1 0 0 0,0 1 0 0 0,0-1 0 0 0,0 0 0 0 0,1 1 0 0 0,0 0 0 0 0,0 0 1 0 0,0 0-1 0 0,1 0 0 0 0,0 0 0 0 0,-2 9 0 0 0,2-8 8 0 0,1 1 0 0 0,0-1 0 0 0,0 0 0 0 0,0 1 0 0 0,1-1 0 0 0,0 1 0 0 0,0 0 0 0 0,1-1 0 0 0,0 1 0 0 0,0-1 0 0 0,1 0-1 0 0,0 1 1 0 0,0-1 0 0 0,1 0 0 0 0,0 0 0 0 0,0 0 0 0 0,1-1 0 0 0,0 1 0 0 0,8 10 0 0 0,0-5 71 0 0,0-2 0 0 0,0 1-1 0 0,1-2 1 0 0,1 0 0 0 0,0 0-1 0 0,0-1 1 0 0,0-1 0 0 0,1 0-1 0 0,0-1 1 0 0,0-1 0 0 0,1 0-1 0 0,23 3 1 0 0,-8-2 126 0 0,1-1 0 0 0,-1-2 0 0 0,1-2 0 0 0,0 0 0 0 0,47-6 0 0 0,-68 4-173 0 0,-1-1 0 0 0,0 0-1 0 0,0-1 1 0 0,0 0 0 0 0,0 0 0 0 0,0-1 0 0 0,15-9 0 0 0,-22 12-72 0 0,0-1 0 0 0,-1 0 0 0 0,1 0 0 0 0,-1 0 0 0 0,1 0 0 0 0,-1-1 0 0 0,0 1 0 0 0,0 0 0 0 0,0-1 0 0 0,0 0 0 0 0,0 1 0 0 0,-1-1 1 0 0,1 0-1 0 0,-1 0 0 0 0,0 0 0 0 0,0 0 0 0 0,0 0 0 0 0,0 0 0 0 0,0 0 0 0 0,-1-1 0 0 0,1 1 0 0 0,-1 0 0 0 0,0 0 0 0 0,0 0 0 0 0,0-1 0 0 0,0 1 0 0 0,-1 0 0 0 0,1 0 0 0 0,-2-4 0 0 0,-2-5-50 0 0,0 1 0 0 0,-1-1-1 0 0,0 1 1 0 0,-1 0 0 0 0,0 1-1 0 0,0-1 1 0 0,-2 1 0 0 0,1 0-1 0 0,-16-14 1 0 0,-4-3-178 0 0,-58-43 0 0 0,67 58 182 0 0,0 1 0 0 0,0 0 0 0 0,-1 1 0 0 0,-1 2-1 0 0,1-1 1 0 0,-1 2 0 0 0,-1 1 0 0 0,-28-6 0 0 0,0 5 314 0 0,-1 2 0 0 0,-72 1 0 0 0,76-1 20 0 0,24 5-271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1.0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1071 0 9830 0 0,'-67'15'576'0'0,"0"2"1"0"0,1 3-1 0 0,2 3 1 0 0,0 2-1 0 0,1 4 0 0 0,-99 61 1 0 0,110-56-80 0 0,3 2 0 0 0,1 3 0 0 0,1 1-1 0 0,3 2 1 0 0,1 3 0 0 0,2 1 0 0 0,-58 86 0 0 0,86-113-320 0 0,1 1 0 0 0,1 0 1 0 0,1 1-1 0 0,1 1 0 0 0,1-1 0 0 0,0 1 0 0 0,2 1 0 0 0,1-1 0 0 0,0 1 1 0 0,2 0-1 0 0,-1 39 0 0 0,5-43-43 0 0,0 0 0 0 0,2-1 0 0 0,0 0 0 0 0,1 1 0 0 0,1-1 0 0 0,1-1 0 0 0,0 1 0 0 0,1-1 0 0 0,1 0 0 0 0,1 0 0 0 0,0-1 0 0 0,1 0 0 0 0,1-1 0 0 0,0 0 0 0 0,16 14 0 0 0,10 8 146 0 0,2-2 1 0 0,2-2-1 0 0,1-2 1 0 0,1-1 0 0 0,1-2-1 0 0,2-3 1 0 0,52 22 0 0 0,3-5 338 0 0,2-5 1 0 0,150 33 0 0 0,-95-36-620 0 0,272 25 0 0 0,-344-54 0 0 0,1-4 0 0 0,-1-3 0 0 0,0-4 0 0 0,159-33 0 0 0,-206 30-249 0 0,0-3 1 0 0,-1 0-1 0 0,0-3 1 0 0,-1-1 0 0 0,-1-2-1 0 0,-1-1 1 0 0,46-33 0 0 0,-62 37 85 0 0,0-1 0 0 0,-1 0 1 0 0,0-2-1 0 0,-1 0 1 0 0,-1-1-1 0 0,-1-1 0 0 0,-1 0 1 0 0,-1-1-1 0 0,0 0 1 0 0,-2-1-1 0 0,0 0 0 0 0,-2-1 1 0 0,8-28-1 0 0,-9 19-84 0 0,-1-1 0 0 0,-2 0-1 0 0,-2 0 1 0 0,-1 0-1 0 0,-1 0 1 0 0,-2 0 0 0 0,-1 0-1 0 0,-2 0 1 0 0,-8-34-1 0 0,1 20-165 0 0,-2 1-1 0 0,-3 0 1 0 0,-1 1-1 0 0,-2 1 1 0 0,-40-66-1 0 0,38 76 214 0 0,-1 2 1 0 0,-1 1-1 0 0,-2 1 0 0 0,-1 1 0 0 0,-1 1 0 0 0,-2 1 0 0 0,-1 2 0 0 0,0 1 0 0 0,-2 1 0 0 0,-1 1 0 0 0,0 3 0 0 0,-2 0 0 0 0,0 2 0 0 0,-1 2 0 0 0,-1 1 0 0 0,0 2 0 0 0,0 2 0 0 0,-1 1 1 0 0,-1 2-1 0 0,1 1 0 0 0,-44 0 0 0 0,19 7 659 0 0,-1 2 0 0 0,1 3 0 0 0,0 3 1 0 0,-67 19-1 0 0,86-16-129 0 0,1 1 0 0 0,0 3 1 0 0,1 1-1 0 0,1 3 0 0 0,1 1 1 0 0,-56 39-1 0 0,79-47-160 0 0,0 0 0 0 0,-21 24 1 0 0,16-8 150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1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1610 119 9830 0 0,'36'-31'358'0'0,"2"1"-1"0"0,48-28 1 0 0,-237 173 917 0 0,-941 528 6891 0 0,981-582-6530 0 0,-189 135 0 0 0,213-131-719 0 0,74-57-873 0 0,13-7-37 0 0,0-1 0 0 0,-1 0 0 0 0,1 0 0 0 0,0 1 0 0 0,-1-1 0 0 0,1 0 0 0 0,0 0 0 0 0,-1 0 0 0 0,1 0 0 0 0,0 1 0 0 0,-1-1-1 0 0,1 0 1 0 0,0 0 0 0 0,-1 0 0 0 0,1 0 0 0 0,-1 0 0 0 0,1 0 0 0 0,0 0 0 0 0,-1 0 0 0 0,1 0 0 0 0,0 0 0 0 0,-1 0 0 0 0,1 0 0 0 0,-1 0 0 0 0,1-1-1 0 0,0 1 1 0 0,-1 0 0 0 0,1 0 0 0 0,0 0 0 0 0,-1 0 0 0 0,1-1 0 0 0,0 1 0 0 0,0 0 0 0 0,-1-1 0 0 0,0-1 51 0 0,-1-6 62 0 0,9-23 108 0 0,-3 12-49 0 0,-6 8-134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3.3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65 116 9830 0 0,'-8'0'37'0'0,"-23"-7"154"0"0,17 2-100 0 0,4-5 91 0 0,9-7-138 0 0,2 13-35 0 0,1 0 0 0 0,0 0 0 0 0,1 0 0 0 0,-1 1 1 0 0,1-1-1 0 0,-1 1 0 0 0,1-1 0 0 0,0 1 0 0 0,1 0 1 0 0,-1 0-1 0 0,0 0 0 0 0,1 1 0 0 0,0-1 0 0 0,-1 1 1 0 0,1 0-1 0 0,0 0 0 0 0,0 0 0 0 0,0 1 0 0 0,0-1 1 0 0,6 0-1 0 0,2-2 71 0 0,1 0 1 0 0,0 2 0 0 0,-1-1-1 0 0,1 2 1 0 0,0-1 0 0 0,13 2-1 0 0,-18 0-15 0 0,-1 1 0 0 0,1 0-1 0 0,-1 0 1 0 0,0 1-1 0 0,0 0 1 0 0,1 0-1 0 0,-2 0 1 0 0,1 1 0 0 0,0 0-1 0 0,0 1 1 0 0,-1-1-1 0 0,0 1 1 0 0,1 1-1 0 0,-2-1 1 0 0,1 1 0 0 0,8 9-1 0 0,-10-10-12 0 0,-1 1-1 0 0,0 0 0 0 0,0 0 0 0 0,0 0 1 0 0,0 0-1 0 0,-1 1 0 0 0,0-1 1 0 0,0 1-1 0 0,-1-1 0 0 0,1 1 0 0 0,-1 0 1 0 0,0-1-1 0 0,-1 1 0 0 0,1 0 1 0 0,-1 0-1 0 0,-1 0 0 0 0,1-1 1 0 0,-1 1-1 0 0,0 0 0 0 0,0 0 0 0 0,0-1 1 0 0,-4 8-1 0 0,-1 5 93 0 0,-2 0 0 0 0,0 0 0 0 0,-1-1 0 0 0,-1-1 0 0 0,-17 23 0 0 0,-68 70 746 0 0,64-76-401 0 0,2 0 0 0 0,-33 49 0 0 0,62-82-484 0 0,-1 1 0 0 0,1 0 1 0 0,0-1-1 0 0,0 1 0 0 0,0 0 0 0 0,-1 0 0 0 0,1-1 0 0 0,0 1 0 0 0,0 0 1 0 0,0 0-1 0 0,0-1 0 0 0,0 1 0 0 0,0 0 0 0 0,0 0 0 0 0,0-1 1 0 0,1 1-1 0 0,-1 0 0 0 0,0 0 0 0 0,0-1 0 0 0,1 1 0 0 0,-1 0 1 0 0,0-1-1 0 0,1 1 0 0 0,-1 0 0 0 0,0-1 0 0 0,1 1 0 0 0,-1-1 1 0 0,1 1-1 0 0,-1-1 0 0 0,1 1 0 0 0,1 0 0 0 0,13 10 180 0 0,0-7-67 0 0,0 0 0 0 0,0 0 1 0 0,0-1-1 0 0,0-1 0 0 0,0-1 0 0 0,17 0 1 0 0,90-8 632 0 0,-113 6-709 0 0,63-5 708 0 0,1-4 0 0 0,127-32-1 0 0,-188 38-632 0 0,0 0 0 0 0,0-1 0 0 0,0-1-1 0 0,-1 0 1 0 0,0 0 0 0 0,0-1 0 0 0,15-12 0 0 0,-17 12-117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3.7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381 11 9830 0 0,'-5'-4'127'0'0,"-7"-3"-27"0"0,-25 9 174 0 0,26 1-186 0 0,-1 0-1 0 0,1 1 1 0 0,0 0 0 0 0,0 1 0 0 0,0 0 0 0 0,1 1 0 0 0,0 0 0 0 0,0 1 0 0 0,0 0 0 0 0,-14 14-1 0 0,8-6 147 0 0,0 1 0 0 0,1 0 0 0 0,1 2 0 0 0,-23 36 0 0 0,34-49-184 0 0,0 0 0 0 0,0 0 1 0 0,0 0-1 0 0,1 1 0 0 0,0-1 0 0 0,0 1 0 0 0,0-1 0 0 0,1 1 1 0 0,-1 0-1 0 0,1 0 0 0 0,1 0 0 0 0,-1 0 0 0 0,1 0 0 0 0,0-1 1 0 0,0 1-1 0 0,1 0 0 0 0,0 0 0 0 0,0 0 0 0 0,0 0 0 0 0,1-1 1 0 0,0 1-1 0 0,0 0 0 0 0,0-1 0 0 0,1 0 0 0 0,0 1 0 0 0,0-1 1 0 0,0 0-1 0 0,0-1 0 0 0,1 1 0 0 0,0 0 0 0 0,0-1 0 0 0,0 0 1 0 0,1 0-1 0 0,7 5 0 0 0,3 2 105 0 0,0-2-1 0 0,0 0 1 0 0,1-1 0 0 0,1-1-1 0 0,-1 0 1 0 0,1-1 0 0 0,0 0-1 0 0,0-2 1 0 0,1 0 0 0 0,21 2-1 0 0,-7-4 76 0 0,-1 0-1 0 0,39-4 0 0 0,-61 1-135 0 0,0 0 0 0 0,1 0 1 0 0,-1-1-1 0 0,0 0 0 0 0,-1 0 0 0 0,1-1 0 0 0,0 0 0 0 0,-1-1 0 0 0,1 0 0 0 0,-1 0 1 0 0,0-1-1 0 0,8-6 0 0 0,-15 10-80 0 0,1-1 0 0 0,0 0 0 0 0,-1 1 0 0 0,0-1 1 0 0,1 0-1 0 0,-1 0 0 0 0,0 0 0 0 0,0 0 0 0 0,0 0 0 0 0,0 0 0 0 0,0 0 1 0 0,-1 0-1 0 0,1 0 0 0 0,-1 0 0 0 0,1-1 0 0 0,-1 1 0 0 0,0 0 1 0 0,0 0-1 0 0,0-1 0 0 0,0 1 0 0 0,0-3 0 0 0,-1-1-21 0 0,-1 1 0 0 0,1-1 0 0 0,-1 1 0 0 0,0-1 0 0 0,-1 1-1 0 0,1-1 1 0 0,-1 1 0 0 0,-4-5 0 0 0,-5-7-68 0 0,-1 0 1 0 0,-1 1-1 0 0,-20-17 1 0 0,24 25 67 0 0,-1 0 0 0 0,0 0 0 0 0,0 1 0 0 0,-1 1 1 0 0,0 0-1 0 0,0 0 0 0 0,0 1 0 0 0,-1 1 0 0 0,0 0 0 0 0,0 1 1 0 0,0 0-1 0 0,0 1 0 0 0,0 0 0 0 0,0 1 0 0 0,-1 1 0 0 0,-20 2 1 0 0,-14 2 260 0 0,0 3 1 0 0,0 2-1 0 0,-52 16 1 0 0,65-16-106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4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1604 11 9830 0 0,'-47'-6'379'0'0,"0"3"0"0"0,0 1 1 0 0,0 3-1 0 0,0 2 0 0 0,0 2 0 0 0,0 1 0 0 0,1 3 1 0 0,0 2-1 0 0,-55 21 0 0 0,33-6 224 0 0,2 3 0 0 0,2 4 1 0 0,1 2-1 0 0,1 2 0 0 0,-83 68 1 0 0,72-44 274 0 0,3 3 1 0 0,3 3-1 0 0,-100 128 1 0 0,136-153-552 0 0,2 1 1 0 0,1 1-1 0 0,3 2 1 0 0,1 0 0 0 0,3 2-1 0 0,1 0 1 0 0,3 2 0 0 0,-11 52-1 0 0,23-76-109 0 0,1 1-1 0 0,1-1 0 0 0,2 1 1 0 0,0 0-1 0 0,2-1 0 0 0,1 1 1 0 0,8 41-1 0 0,-5-48-147 0 0,1-1 0 0 0,1 1 0 0 0,0-1 0 0 0,2 0 0 0 0,0-1 0 0 0,1 0 0 0 0,1 0 0 0 0,0-1 1 0 0,1 0-1 0 0,26 26 0 0 0,-11-17-70 0 0,1-2 0 0 0,1-1 0 0 0,1-1 0 0 0,1-2 0 0 0,1-1 0 0 0,1-1 0 0 0,0-2 0 0 0,47 16 0 0 0,-9-9 0 0 0,1-3 0 0 0,1-3 0 0 0,84 8 0 0 0,-62-16-54 0 0,-1-4 0 0 0,1-5 0 0 0,148-17 0 0 0,-119-1-162 0 0,0-5 0 0 0,137-46 0 0 0,-204 51-258 0 0,0-3 1 0 0,-2-2-1 0 0,-1-2 0 0 0,-1-3 0 0 0,-1-2 0 0 0,-1-2 0 0 0,-2-3 1 0 0,78-71-1 0 0,-102 81 205 0 0,0-1 0 0 0,-2-1 0 0 0,-1-1 0 0 0,-2-1 1 0 0,0-1-1 0 0,-2 0 0 0 0,-2-2 0 0 0,0 0 0 0 0,-2-1 0 0 0,-2 0 0 0 0,-1-1 0 0 0,-1 0 1 0 0,-2-1-1 0 0,-2 0 0 0 0,4-66 0 0 0,-9 63-11 0 0,-2 1 0 0 0,-1 0 0 0 0,-2 0 0 0 0,-2 0 0 0 0,-1 1 0 0 0,-17-49 0 0 0,16 61 93 0 0,-2 0 0 0 0,-1 1 1 0 0,0 1-1 0 0,-2 0 0 0 0,-1 0 0 0 0,0 1 0 0 0,-1 1 1 0 0,-2 1-1 0 0,0 0 0 0 0,-26-22 0 0 0,14 19 1 0 0,0 2 0 0 0,-2 1-1 0 0,0 2 1 0 0,-1 1 0 0 0,0 1 0 0 0,-1 2 0 0 0,-1 1-1 0 0,0 2 1 0 0,-1 1 0 0 0,0 1 0 0 0,-54-3 0 0 0,-1 4 829 0 0,0 5 0 0 0,0 3 0 0 0,-124 19 0 0 0,95-4 625 0 0,-135 37 0 0 0,193-36-735 0 0,1 3-1 0 0,1 2 1 0 0,1 3 0 0 0,-55 32 0 0 0,72-29-214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5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1565 19 9830 0 0,'-4'-12'0'0'0,"4"12"1"0"0,0-1 1 0 0,0 1-1 0 0,0 0 0 0 0,0 0 1 0 0,0-1-1 0 0,0 1 0 0 0,0 0 1 0 0,0-1-1 0 0,-1 1 1 0 0,1 0-1 0 0,0 0 0 0 0,0-1 1 0 0,0 1-1 0 0,0 0 0 0 0,-1 0 1 0 0,1-1-1 0 0,0 1 0 0 0,0 0 1 0 0,-1 0-1 0 0,1 0 0 0 0,0-1 1 0 0,0 1-1 0 0,-1 0 0 0 0,1 0 1 0 0,0 0-1 0 0,-1 0 0 0 0,1 0 1 0 0,0 0-1 0 0,-1 0 0 0 0,1 0 1 0 0,0 0-1 0 0,0 0 0 0 0,-1 0 1 0 0,1 0-1 0 0,0 0 0 0 0,-1 0 1 0 0,1 0-1 0 0,0 0 0 0 0,-1 0 1 0 0,1 0-1 0 0,0 0 0 0 0,-1 0 1 0 0,1 0-1 0 0,0 0 0 0 0,0 1 1 0 0,-1-1-1 0 0,1 0 0 0 0,-34 14 338 0 0,1 2-1 0 0,1 1 0 0 0,-36 26 0 0 0,-1-1 174 0 0,-1063 613 8188 0 0,1087-627-8231 0 0,23-14-201 0 0,-2 0 0 0 0,-39 16 0 0 0,50-25-223 0 0,-2 0-45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6.1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 50 9830 0 0,'4'-13'0'0'0,"4"-21"0"0"0,-10 32-6 0 0,-5 9 1 0 0,-4 10 62 0 0,-12 39 429 0 0,2 1 0 0 0,3 0 0 0 0,2 1 0 0 0,3 1 0 0 0,3 1 0 0 0,2 0 1 0 0,0 96-1 0 0,6-151-427 0 0,2 16 109 0 0,0-21-167 0 0,0 1 0 0 0,0-1 0 0 0,0 0 0 0 0,0 0 0 0 0,0 1 0 0 0,0-1 0 0 0,0 0 0 0 0,0 0 0 0 0,0 0 0 0 0,1 1-1 0 0,-1-1 1 0 0,0 0 0 0 0,0 0 0 0 0,0 1 0 0 0,0-1 0 0 0,0 0 0 0 0,0 0 0 0 0,1 0 0 0 0,-1 1 0 0 0,0-1 0 0 0,0 0 0 0 0,0 0 0 0 0,1 0 0 0 0,-1 0-1 0 0,0 0 1 0 0,0 1 0 0 0,0-1 0 0 0,1 0 0 0 0,-1 0 0 0 0,0 0 0 0 0,0 0 0 0 0,1 0 0 0 0,-1 0 0 0 0,0 0 0 0 0,0 0 0 0 0,1 0 0 0 0,-1 0 0 0 0,0 0-1 0 0,0 0 1 0 0,1 0 0 0 0,-1 0 0 0 0,0 0 0 0 0,0 0 0 0 0,1 0 0 0 0,-1 0 0 0 0,0 0 0 0 0,0 0 0 0 0,1-1 0 0 0,3-1 48 0 0,-1-1 0 0 0,1 0 1 0 0,-1-1-1 0 0,1 1 0 0 0,-1-1 0 0 0,0 1 1 0 0,0-1-1 0 0,0 0 0 0 0,3-7 0 0 0,9-11 232 0 0,0 2-8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6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 11 9830 0 0,'-39'36'389'0'0,"35"-29"-385"0"0,2 1 35 0 0,-1-3 1 0 0,0 0 0 0 0,0 1 1 0 0,0-1-1 0 0,1 1 0 0 0,0 0 1 0 0,0-1-1 0 0,1 1 0 0 0,-1 0 1 0 0,1 0-1 0 0,0 1 0 0 0,1-1 1 0 0,0 0-1 0 0,0 0 0 0 0,0 0 0 0 0,0 0 1 0 0,1 0-1 0 0,0 0 0 0 0,3 9 1 0 0,-2-10 6 0 0,0 0 1 0 0,1-1 0 0 0,-1 1 0 0 0,1-1 0 0 0,0 0 0 0 0,1 0-1 0 0,-1 0 1 0 0,0 0 0 0 0,1 0 0 0 0,0-1 0 0 0,0 0 0 0 0,0 0-1 0 0,0 0 1 0 0,1 0 0 0 0,-1-1 0 0 0,1 1 0 0 0,0-1 0 0 0,-1 0-1 0 0,1-1 1 0 0,0 1 0 0 0,0-1 0 0 0,6 1 0 0 0,12 2 146 0 0,1 0 0 0 0,0-2 0 0 0,26 0 0 0 0,-41-2-118 0 0,0-1 0 0 0,0 0 0 0 0,0 0 0 0 0,0 0 0 0 0,-1-1 0 0 0,1-1-1 0 0,0 1 1 0 0,-1-2 0 0 0,1 1 0 0 0,-1-1 0 0 0,10-6 0 0 0,-15 8-60 0 0,-1 0 0 0 0,0 0 0 0 0,0 0 0 0 0,0 0 0 0 0,0 0 0 0 0,0 0 0 0 0,0-1 1 0 0,-1 1-1 0 0,1 0 0 0 0,-1-1 0 0 0,1 0 0 0 0,-1 1 0 0 0,0-1 0 0 0,0 0 0 0 0,0 0 0 0 0,-1 1 0 0 0,1-1 0 0 0,0-5 1 0 0,-1 2-21 0 0,0 1 1 0 0,0-1 0 0 0,-1 0 0 0 0,0 1 0 0 0,0-1 0 0 0,0 0-1 0 0,-1 1 1 0 0,0-1 0 0 0,-3-5 0 0 0,1 1-21 0 0,-1 1-1 0 0,0 0 1 0 0,-1 0 0 0 0,0 1-1 0 0,0-1 1 0 0,-1 1 0 0 0,0 0-1 0 0,0 1 1 0 0,-1 0 0 0 0,-10-8-1 0 0,10 12 44 0 0,1-1 0 0 0,-1 1 0 0 0,0 0 0 0 0,0 1 0 0 0,0 0 0 0 0,0 0 0 0 0,0 1 0 0 0,-1 0 0 0 0,1 0 0 0 0,0 1 0 0 0,-1 0-1 0 0,-13 2 1 0 0,5 0 105 0 0,0 1 0 0 0,0 0-1 0 0,1 2 1 0 0,-1 0 0 0 0,-17 8 0 0 0,24-7-75 0 0,1 0-49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6.9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227 1 9830 0 0,'-4'32'300'0'0,"-1"1"1"0"0,-2-1-1 0 0,-1 0 0 0 0,-18 48 1 0 0,18-65-144 0 0,0-1 0 0 0,-1 1 0 0 0,0-2-1 0 0,-1 1 1 0 0,-1-1 0 0 0,0-1 0 0 0,0 0 0 0 0,-1 0 0 0 0,-18 12 0 0 0,-1-7 211 0 0,19-17-258 0 0,0-15 72 0 0,10-8-91 0 0,4 7 136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7.2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24 9830 0 0,'5'-24'78'0'0,"-4"30"105"0"0,-10 41 215 0 0,-18 41 183 0 0,-36 146 1203 0 0,62-228-1720 0 0,0-4-42 0 0,1 1-1 0 0,-1-1 0 0 0,1 0 0 0 0,-1 0 0 0 0,1 1 1 0 0,0-1-1 0 0,0 0 0 0 0,0 1 0 0 0,0-1 1 0 0,1 0-1 0 0,0 5 0 0 0,7 1 25 0 0,12-2 181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7.5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410 11 9830 0 0,'-14'-8'0'0'0,"-6"6"46"0"0,-12 5 181 0 0,17 2-78 0 0,0-1 0 0 0,0 2 0 0 0,0 0 0 0 0,0 1 1 0 0,1 0-1 0 0,-16 12 0 0 0,22-14-56 0 0,1 0 0 0 0,-1 1 0 0 0,1 0 0 0 0,0 1 0 0 0,1-1-1 0 0,-1 1 1 0 0,1 0 0 0 0,1 1 0 0 0,-1-1 0 0 0,1 1 0 0 0,1 0 0 0 0,-5 11 0 0 0,7-15-69 0 0,1 1 0 0 0,1-1 0 0 0,-1 0 1 0 0,1 0-1 0 0,-1 0 0 0 0,1 1 0 0 0,0-1 0 0 0,1 0 0 0 0,-1 0 0 0 0,1 0 0 0 0,0 1 0 0 0,0-1 0 0 0,0 0 0 0 0,0 0 1 0 0,1 0-1 0 0,0 0 0 0 0,0-1 0 0 0,0 1 0 0 0,0 0 0 0 0,0-1 0 0 0,1 0 0 0 0,5 7 0 0 0,7 5 157 0 0,0-1-1 0 0,1 0 0 0 0,27 18 1 0 0,-3-3 293 0 0,-29-19-302 0 0,1-1-1 0 0,-1 1 1 0 0,-1 1-1 0 0,0 0 0 0 0,14 21 1 0 0,-22-29-139 0 0,0 0 0 0 0,0 1 1 0 0,-1-1-1 0 0,1 1 0 0 0,-1-1 1 0 0,0 1-1 0 0,0 0 0 0 0,-1 0 0 0 0,1-1 1 0 0,-1 1-1 0 0,1 0 0 0 0,-1 0 0 0 0,-1 0 1 0 0,1-1-1 0 0,0 1 0 0 0,-1 0 1 0 0,0 0-1 0 0,0-1 0 0 0,0 1 0 0 0,0 0 1 0 0,0-1-1 0 0,-1 1 0 0 0,0-1 0 0 0,1 0 1 0 0,-1 1-1 0 0,-1-1 0 0 0,-3 5 0 0 0,-3 2 63 0 0,0-1 0 0 0,-1 0 0 0 0,0 0 0 0 0,0-1 0 0 0,-1-1 0 0 0,0 0 0 0 0,0 0 0 0 0,-1-1 0 0 0,1 0 0 0 0,-2-1-1 0 0,1 0 1 0 0,0-1 0 0 0,-1-1 0 0 0,0 0 0 0 0,0-1 0 0 0,0 0 0 0 0,0-1 0 0 0,0 0 0 0 0,0-1 0 0 0,0 0 0 0 0,0-1-1 0 0,0-1 1 0 0,0 0 0 0 0,0-1 0 0 0,0 0 0 0 0,-16-7 0 0 0,7 1-51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8.1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3349 127 9830 0 0,'-84'-28'741'0'0,"0"3"0"0"0,-2 4 0 0 0,-1 3-1 0 0,-158-10 1 0 0,85 21 344 0 0,1 7 0 0 0,-1 7 0 0 0,0 7 0 0 0,2 7 0 0 0,-187 48 1 0 0,248-42-470 0 0,1 4 1 0 0,1 4 0 0 0,2 4 0 0 0,1 4 0 0 0,3 5 0 0 0,2 3 0 0 0,2 3 0 0 0,3 5 0 0 0,-103 93 0 0 0,105-74-617 0 0,3 3 0 0 0,-93 130 0 0 0,124-145 0 0 0,2 3 0 0 0,4 1 0 0 0,3 2 0 0 0,-32 86 0 0 0,56-122 0 0 0,2 0 0 0 0,1 1 0 0 0,2 1 0 0 0,2 0 0 0 0,1 0 0 0 0,2 0 0 0 0,2 50 0 0 0,3-61 0 0 0,1 0 0 0 0,1 1 0 0 0,1-1 0 0 0,2 0 0 0 0,0-1 0 0 0,2 0 0 0 0,1 0 0 0 0,1-1 0 0 0,1 0 0 0 0,28 42 0 0 0,-19-39 0 0 0,1-1 0 0 0,1 0 0 0 0,2-2 0 0 0,0-1 0 0 0,2-1 0 0 0,47 32 0 0 0,-31-28 0 0 0,0-2 0 0 0,2-3 0 0 0,1-1 0 0 0,51 15 0 0 0,3-7 0 0 0,1-5 0 0 0,2-5 0 0 0,195 13 0 0 0,-184-27-380 0 0,1-6 1 0 0,-1-4-1 0 0,0-5 1 0 0,-1-5 0 0 0,0-5-1 0 0,-1-5 1 0 0,-2-4-1 0 0,-1-6 1 0 0,-1-4 0 0 0,-3-5-1 0 0,166-94 1 0 0,-161 72-840 0 0,-4-4 0 0 0,137-117 0 0 0,-197 146 764 0 0,-2-2 1 0 0,-1-2 0 0 0,-3-2 0 0 0,-1-1 0 0 0,-3-2 0 0 0,-2-2 0 0 0,28-57 0 0 0,-45 70 303 0 0,-1 0-1 0 0,-3-1 1 0 0,-1 0-1 0 0,-2-1 1 0 0,-1 0 0 0 0,-3 0-1 0 0,-1-1 1 0 0,-2 0 0 0 0,-2 0-1 0 0,-2 0 1 0 0,-2 0 0 0 0,-1 0-1 0 0,-3 0 1 0 0,-1 1-1 0 0,-2 0 1 0 0,-1 1 0 0 0,-3 0-1 0 0,-1 1 1 0 0,-2 0 0 0 0,-1 2-1 0 0,-2 0 1 0 0,-2 1 0 0 0,-1 1-1 0 0,-2 1 1 0 0,-1 1 0 0 0,-2 1-1 0 0,-1 2 1 0 0,-1 1-1 0 0,-66-49 1 0 0,50 49 325 0 0,-1 2 1 0 0,-1 2-1 0 0,-2 1 1 0 0,0 4-1 0 0,-2 1 0 0 0,0 3 1 0 0,0 2-1 0 0,-1 2 0 0 0,-1 2 1 0 0,0 3-1 0 0,-86 0 1 0 0,47 8 235 0 0,-1 4 0 0 0,1 5 0 0 0,1 3 0 0 0,0 4 0 0 0,-174 58 1 0 0,219-58 43 0 0,0 3 1 0 0,2 1-1 0 0,-53 34 1 0 0,52-22-69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48.9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30 9830 0 0,'-1'-9'0'0'0,"-2"-3"0"0"0,3 12 1 0 0,0 0 0 0 0,0 0 0 0 0,0 0-1 0 0,0-1 1 0 0,0 1 0 0 0,0 0 0 0 0,0 0 0 0 0,-1 0-1 0 0,1-1 1 0 0,0 1 0 0 0,0 0 0 0 0,0 0 0 0 0,0-1-1 0 0,0 1 1 0 0,0 0 0 0 0,0 0 0 0 0,0 0 0 0 0,0-1 0 0 0,0 1-1 0 0,0 0 1 0 0,0 0 0 0 0,0-1 0 0 0,1 1 0 0 0,-1 0-1 0 0,0 0 1 0 0,0 0 0 0 0,0-1 0 0 0,0 1 0 0 0,0 0-1 0 0,0 0 1 0 0,0 0 0 0 0,1-1 0 0 0,-1 1 0 0 0,0 0 0 0 0,0 0-1 0 0,0 0 1 0 0,0 0 0 0 0,1-1 0 0 0,-1 1 0 0 0,0 0-1 0 0,0 0 1 0 0,0 0 0 0 0,1 0 0 0 0,-1 0 0 0 0,0 0-1 0 0,0 0 1 0 0,1 0 0 0 0,-1 0 0 0 0,0 0 0 0 0,0 0 0 0 0,1 0-1 0 0,-1 0 1 0 0,0 0 0 0 0,0 0 0 0 0,1 0 0 0 0,13 4 116 0 0,1 0 1 0 0,-1 1 0 0 0,0 1 0 0 0,-1 1 0 0 0,1 0 0 0 0,17 12-1 0 0,17 8 283 0 0,242 120 2931 0 0,347 122 1 0 0,58-62 1505 0 0,-375-132-2464 0 0,-304-71-2328 0 0,4 3 1 0 0,1-3 136 0 0,-6 1-91 0 0,3-2 91 0 0,-1 1-91 0 0,-17-4-87 0 0,0 0 0 0 0,0 1 0 0 0,1-1 1 0 0,-1 0-1 0 0,0 0 0 0 0,0 0 0 0 0,0 0 0 0 0,1 0 1 0 0,-1 1-1 0 0,0-1 0 0 0,0 0 0 0 0,0 0 1 0 0,0 0-1 0 0,0 0 0 0 0,0 1 0 0 0,1-1 0 0 0,-1 0 1 0 0,0 0-1 0 0,0 0 0 0 0,0 1 0 0 0,0-1 0 0 0,0 0 1 0 0,0 0-1 0 0,0 0 0 0 0,0 1 0 0 0,0-1 1 0 0,0 0-1 0 0,0 0 0 0 0,0 1 0 0 0,0-1 0 0 0,0 0 1 0 0,0 0-1 0 0,0 0 0 0 0,0 1 0 0 0,0-1 0 0 0,0 0 1 0 0,0 0-1 0 0,0 1 0 0 0,-1-1 0 0 0,1 0 1 0 0,0 0-1 0 0,0 0 0 0 0,0 0 0 0 0,0 1 0 0 0,0-1 1 0 0,-1 0-1 0 0,1 0 0 0 0,0 0 0 0 0,0 0 1 0 0,0 0-1 0 0,0 1 0 0 0,-1-1 0 0 0,1 0 0 0 0,-23 16 224 0 0,7-5-183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0.9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21 9830 0 0,'13'-4'96'0'0,"1"0"0"0"0,-1 0-1 0 0,1 1 1 0 0,0 1 0 0 0,-1 0 0 0 0,1 1 0 0 0,0 0-1 0 0,0 1 1 0 0,0 1 0 0 0,24 4 0 0 0,-28-3-7 0 0,1 0 0 0 0,-1 1 0 0 0,0 0 1 0 0,1 0-1 0 0,-1 1 0 0 0,-1 0 0 0 0,1 1 0 0 0,-1 1 1 0 0,0-1-1 0 0,0 1 0 0 0,0 1 0 0 0,-1-1 0 0 0,0 1 1 0 0,11 13-1 0 0,-16-15-45 0 0,1 1 0 0 0,-1 0 0 0 0,0 0 0 0 0,0 1 0 0 0,0-1 0 0 0,-1 1 0 0 0,0-1 0 0 0,-1 1 0 0 0,1 0-1 0 0,-1-1 1 0 0,-1 1 0 0 0,1 0 0 0 0,-1 0 0 0 0,0 0 0 0 0,-1 0 0 0 0,-1 10 0 0 0,-4 11 302 0 0,0 0-1 0 0,-18 44 1 0 0,12-38-87 0 0,-5 13 19 0 0,-14 40 486 0 0,30-80-720 0 0,-1 0 0 0 0,1 0-1 0 0,0 0 1 0 0,0 0 0 0 0,0 0-1 0 0,1 0 1 0 0,1 0-1 0 0,-1 1 1 0 0,3 10 0 0 0,-2-15-26 0 0,0-1 0 0 0,1 1 0 0 0,-1-1 1 0 0,1 1-1 0 0,0-1 0 0 0,-1 0 0 0 0,1 0 0 0 0,0 0 1 0 0,0 0-1 0 0,0 0 0 0 0,0-1 0 0 0,1 1 0 0 0,-1 0 1 0 0,0-1-1 0 0,1 0 0 0 0,-1 0 0 0 0,1 1 1 0 0,0-1-1 0 0,-1-1 0 0 0,1 1 0 0 0,0 0 0 0 0,-1-1 1 0 0,1 1-1 0 0,0-1 0 0 0,0 0 0 0 0,-1 0 0 0 0,1 0 1 0 0,0 0-1 0 0,0-1 0 0 0,3 0 0 0 0,11 0 165 0 0,1-2 1 0 0,0 0-1 0 0,19-7 0 0 0,-36 10-181 0 0,50-17 323 0 0,-1-3-1 0 0,-1-2 0 0 0,0-2 0 0 0,50-33 1 0 0,-53 28-538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1.3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49 9830 0 0,'-4'-7'0'0'0,"0"-4"0"0"0,5-2 0 0 0,11 4 46 0 0,-8 6 2 0 0,-2 2-36 0 0,-1 0 1 0 0,1 1-1 0 0,0-1 1 0 0,0 1-1 0 0,-1-1 1 0 0,1 1-1 0 0,0-1 1 0 0,0 1-1 0 0,0 0 1 0 0,-1 0-1 0 0,1 0 1 0 0,0 0-1 0 0,0 0 1 0 0,0 0-1 0 0,-1 1 1 0 0,1-1-1 0 0,3 1 1 0 0,0-1 31 0 0,1 1 1 0 0,-1 0 0 0 0,0 0 0 0 0,1 0-1 0 0,-1 0 1 0 0,0 1 0 0 0,0 0 0 0 0,0 0-1 0 0,0 0 1 0 0,0 0 0 0 0,-1 1 0 0 0,1 0-1 0 0,-1 0 1 0 0,1 0 0 0 0,-1 1 0 0 0,0-1-1 0 0,0 1 1 0 0,-1 0 0 0 0,1 0 0 0 0,-1 1-1 0 0,4 5 1 0 0,-4-5 5 0 0,-1 1 0 0 0,1 0 0 0 0,-1 0 0 0 0,0 0 0 0 0,-1 0 0 0 0,0 1 0 0 0,0-1 0 0 0,0 0 0 0 0,-1 1 0 0 0,1-1 0 0 0,-1 0-1 0 0,-1 1 1 0 0,0-1 0 0 0,1 0 0 0 0,-2 0 0 0 0,1 1 0 0 0,-1-1 0 0 0,-2 6 0 0 0,-11 24 191 0 0,7-18-39 0 0,1 1-1 0 0,1 0 1 0 0,-5 22-1 0 0,10-36-159 0 0,0 1-1 0 0,1-1 0 0 0,-1 1 0 0 0,1-1 1 0 0,1 1-1 0 0,-1-1 0 0 0,1 0 0 0 0,-1 1 0 0 0,1-1 1 0 0,1 0-1 0 0,-1 1 0 0 0,1-1 0 0 0,0 0 1 0 0,0 0-1 0 0,1 0 0 0 0,3 5 0 0 0,10 10 208 0 0,0 0-1 0 0,2-2 1 0 0,29 25-1 0 0,-32-30-105 0 0,0 0 1 0 0,0 1-1 0 0,-2 0 0 0 0,0 1 0 0 0,0 1 0 0 0,-2 0 1 0 0,14 23-1 0 0,-24-35-96 0 0,1-1 1 0 0,-1 1-1 0 0,0-1 0 0 0,0 1 1 0 0,0 0-1 0 0,0-1 0 0 0,-1 1 1 0 0,1 0-1 0 0,-1 0 0 0 0,0 0 1 0 0,0-1-1 0 0,-1 1 1 0 0,1 0-1 0 0,-1 0 0 0 0,0-1 1 0 0,0 1-1 0 0,0 0 0 0 0,-3 6 1 0 0,0-4 31 0 0,1 1 1 0 0,-2-1-1 0 0,1 0 1 0 0,-1-1-1 0 0,1 1 1 0 0,-2-1-1 0 0,1 0 1 0 0,0 0-1 0 0,-10 6 1 0 0,3-3 57 0 0,-1 0 1 0 0,0-1 0 0 0,-1 0-1 0 0,1-1 1 0 0,-1-1 0 0 0,0 0-1 0 0,0-1 1 0 0,-1-1-1 0 0,-20 3 1 0 0,30-5-88 0 0,-1-1-1 0 0,1 0 1 0 0,0 0 0 0 0,0-1-1 0 0,0 1 1 0 0,0-1 0 0 0,0 0-1 0 0,0 0 1 0 0,0-1 0 0 0,1 0-1 0 0,-1 0 1 0 0,0 0 0 0 0,1 0-1 0 0,-1-1 1 0 0,1 1-1 0 0,0-1 1 0 0,0 0 0 0 0,0-1-1 0 0,0 1 1 0 0,1-1 0 0 0,-1 1-1 0 0,1-1 1 0 0,0 0 0 0 0,0 0-1 0 0,0-1 1 0 0,1 1 0 0 0,-1-1-1 0 0,1 1 1 0 0,0-1 0 0 0,0 0-1 0 0,1 1 1 0 0,-2-7-1 0 0,2-2-3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1.7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143 0 9830 0 0,'-23'0'46'0'0,"-1"1"136"0"0,24-1-181 0 0,0-1 0 0 0,-1 1 0 0 0,1 0 0 0 0,0 0 0 0 0,-1 0 0 0 0,1 0 0 0 0,0 0 0 0 0,-1 0 0 0 0,1 0 0 0 0,0 0 0 0 0,-1 0 0 0 0,1 0 0 0 0,0 0 0 0 0,-1 0 0 0 0,1 0 0 0 0,0 0 0 0 0,-1 1 0 0 0,1-1 0 0 0,0 0 0 0 0,-1 0 0 0 0,1 0 0 0 0,0 0 0 0 0,0 0 0 0 0,-1 1 0 0 0,1-1 0 0 0,0 0 0 0 0,0 0 0 0 0,-1 1 0 0 0,1-1 0 0 0,0 0 0 0 0,0 0 0 0 0,0 1 0 0 0,-1-1 0 0 0,1 0 0 0 0,0 0 0 0 0,0 1 0 0 0,0-1 0 0 0,0 0 0 0 0,0 1 0 0 0,0-1 0 0 0,0 0 0 0 0,0 1 0 0 0,0-1 0 0 0,0 1 0 0 0,4 7 74 0 0,0 0 0 0 0,1 0 1 0 0,1 0-1 0 0,11 12 0 0 0,25 39 527 0 0,-40-55-561 0 0,0 0 0 0 0,0 1-1 0 0,-1 0 1 0 0,0-1 0 0 0,0 1 0 0 0,0 0 0 0 0,0-1 0 0 0,-1 1 0 0 0,0 0-1 0 0,0 0 1 0 0,0-1 0 0 0,0 1 0 0 0,-1 0 0 0 0,0 0 0 0 0,0-1-1 0 0,0 1 1 0 0,-1-1 0 0 0,1 1 0 0 0,-1-1 0 0 0,0 1 0 0 0,0-1-1 0 0,-1 0 1 0 0,1 0 0 0 0,-1 0 0 0 0,0 0 0 0 0,0-1 0 0 0,0 1 0 0 0,-1-1-1 0 0,1 1 1 0 0,-1-1 0 0 0,0-1 0 0 0,0 1 0 0 0,0 0 0 0 0,0-1-1 0 0,0 0 1 0 0,-1 0 0 0 0,1 0 0 0 0,-9 2 0 0 0,11-3-34 0 0,0 0 1 0 0,1-1-1 0 0,-1 1 1 0 0,0 0-1 0 0,0-1 1 0 0,0 0-1 0 0,0 1 0 0 0,0-1 1 0 0,1 0-1 0 0,-1 0 1 0 0,0 0-1 0 0,0 0 1 0 0,0 0-1 0 0,0-1 1 0 0,0 1-1 0 0,0 0 1 0 0,0-1-1 0 0,1 1 0 0 0,-1-1 1 0 0,-2-1-1 0 0,-1-1 110 0 0,2 3-93 0 0,1-1 0 0 0,0 0 0 0 0,-1 0 0 0 0,1 0 0 0 0,0 0 0 0 0,0-1 0 0 0,0 1 0 0 0,0-1-1 0 0,0 1 1 0 0,0-1 0 0 0,0 1 0 0 0,0-1 0 0 0,1 0 0 0 0,-1 0 0 0 0,1 0 0 0 0,-1 0 0 0 0,1 0 0 0 0,0 0 0 0 0,0-1 0 0 0,0 1 0 0 0,-1-4 0 0 0,0 1 11 0 0,1-1 0 0 0,0 1 0 0 0,0-1 0 0 0,1 1 1 0 0,0-1-1 0 0,0 0 0 0 0,1-10 0 0 0,2-10-90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2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0 119 9830 0 0,'9'-11'79'0'0,"1"0"0"0"0,0 1 1 0 0,0 0-1 0 0,1 1 0 0 0,0 0 0 0 0,1 1 0 0 0,0 0 1 0 0,0 0-1 0 0,1 1 0 0 0,0 1 0 0 0,0 1 0 0 0,23-8 1 0 0,-34 12-65 0 0,0 1 0 0 0,0-1 0 0 0,0 1 1 0 0,0-1-1 0 0,0 1 0 0 0,0 0 1 0 0,0 0-1 0 0,0 0 0 0 0,0 0 1 0 0,0 0-1 0 0,0 0 0 0 0,0 0 0 0 0,0 1 1 0 0,0-1-1 0 0,0 1 0 0 0,-1 0 1 0 0,1-1-1 0 0,0 1 0 0 0,0 0 0 0 0,3 2 1 0 0,1 1 69 0 0,-4-3-62 0 0,0 0 1 0 0,1 0-1 0 0,-1 1 1 0 0,0-1 0 0 0,1 1-1 0 0,-1-1 1 0 0,0 1-1 0 0,0 0 1 0 0,0 0 0 0 0,0 0-1 0 0,-1 0 1 0 0,1 0-1 0 0,-1 0 1 0 0,1 1 0 0 0,-1-1-1 0 0,0 1 1 0 0,1-1-1 0 0,0 4 1 0 0,-1 0 24 0 0,0-1 0 0 0,0 1 0 0 0,0 0 0 0 0,-1 0 0 0 0,1-1 0 0 0,-1 1 0 0 0,-1 0 0 0 0,0 7 0 0 0,-4 9 153 0 0,0-1 1 0 0,-2 1-1 0 0,-12 27 1 0 0,17-43-147 0 0,-27 56 408 0 0,20-45-312 0 0,0-1 0 0 0,2 1 0 0 0,0 0 0 0 0,1 0 0 0 0,1 1 1 0 0,-4 23-1 0 0,8-38-125 0 0,1-1 0 0 0,0 1 0 0 0,0 0-1 0 0,0-1 1 0 0,0 1 0 0 0,0 0 0 0 0,1-1 0 0 0,-1 1 0 0 0,1 0 0 0 0,-1-1 0 0 0,1 1 0 0 0,0-1 0 0 0,0 1 0 0 0,1-1 0 0 0,-1 1 0 0 0,0-1 0 0 0,1 0 0 0 0,-1 0 0 0 0,1 1 0 0 0,3 2 0 0 0,-1-3 14 0 0,-1 1-1 0 0,0-1 1 0 0,1 0-1 0 0,0 0 1 0 0,-1-1-1 0 0,1 1 1 0 0,0-1-1 0 0,0 0 1 0 0,0 0-1 0 0,0 0 1 0 0,0-1-1 0 0,6 1 1 0 0,4-1 84 0 0,-1 0 1 0 0,1-1-1 0 0,-1-1 0 0 0,1 0 1 0 0,-1-1-1 0 0,0-1 1 0 0,19-7-1 0 0,11-9 50 0 0,-2-1-1 0 0,-1-3 0 0 0,-1-1 0 0 0,58-48 1 0 0,-32 17-698 0 0,92-105 1 0 0,-119 120 344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2.3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662 92 9830 0 0,'41'-72'269'0'0,"-38"62"-269"0"0,-4 10 1 0 0,1-1 1 0 0,0 1-1 0 0,0-1 1 0 0,0 1-1 0 0,0-1 1 0 0,0 1-1 0 0,-1 0 1 0 0,1-1-1 0 0,0 1 1 0 0,0-1-1 0 0,-1 1 1 0 0,1-1-1 0 0,0 1 1 0 0,-1 0-1 0 0,1-1 0 0 0,0 1 1 0 0,-1 0-1 0 0,1-1 1 0 0,-1 1-1 0 0,1 0 1 0 0,0 0-1 0 0,-1-1 1 0 0,1 1-1 0 0,-1 0 1 0 0,1 0-1 0 0,-1 0 1 0 0,1 0-1 0 0,-1-1 1 0 0,0 1-1 0 0,-2 0 22 0 0,0 0-1 0 0,0 0 1 0 0,0 0-1 0 0,0 1 0 0 0,0-1 1 0 0,0 1-1 0 0,0-1 0 0 0,0 1 1 0 0,-4 2-1 0 0,1 0 48 0 0,-1 0 0 0 0,0 1 0 0 0,1 0-1 0 0,0 0 1 0 0,0 1 0 0 0,1-1 0 0 0,-1 1-1 0 0,1 1 1 0 0,0-1 0 0 0,0 1 0 0 0,0 0-1 0 0,1 0 1 0 0,0 0 0 0 0,0 0 0 0 0,1 1 0 0 0,0 0-1 0 0,0 0 1 0 0,0 0 0 0 0,1 0 0 0 0,0 0-1 0 0,1 0 1 0 0,-2 13 0 0 0,1 1 132 0 0,1 1 1 0 0,0-1-1 0 0,2 0 0 0 0,1 0 0 0 0,0 0 1 0 0,10 35-1 0 0,2-5 67 0 0,-6-24 8 0 0,-2 0-1 0 0,6 39 0 0 0,-11-56-190 0 0,-1-1 0 0 0,0 1 0 0 0,0-1 0 0 0,-1 1 0 0 0,0-1-1 0 0,-1 0 1 0 0,0 1 0 0 0,-1-1 0 0 0,0 0 0 0 0,0 0 0 0 0,-5 9 0 0 0,-4 3 97 0 0,-1-1-1 0 0,0 0 1 0 0,-2-1 0 0 0,0-1-1 0 0,-1 0 1 0 0,0-1 0 0 0,-2-1-1 0 0,0-1 1 0 0,-38 25 0 0 0,33-26 43 0 0,-1 0 1 0 0,0-2-1 0 0,-1-1 0 0 0,0-1 1 0 0,-1-1-1 0 0,0-1 0 0 0,0-1 1 0 0,-42 5-1 0 0,61-11-167 0 0,1-1 0 0 0,-1 1 0 0 0,1-1 0 0 0,0-1 0 0 0,-1 1 0 0 0,1-1-1 0 0,-1 0 1 0 0,1 0 0 0 0,0-1 0 0 0,-1 0 0 0 0,1 0 0 0 0,0-1 0 0 0,0 1 0 0 0,1-1 0 0 0,-1 0 0 0 0,0-1-1 0 0,1 0 1 0 0,-8-7 0 0 0,5 0-59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2.9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1656 308 9830 0 0,'-72'-6'591'0'0,"-1"4"0"0"0,1 2 0 0 0,-1 4 0 0 0,1 3 0 0 0,-116 27 0 0 0,132-19-124 0 0,2 2 0 0 0,0 2 1 0 0,1 3-1 0 0,1 2 0 0 0,2 3 1 0 0,0 1-1 0 0,-76 59 0 0 0,69-40 175 0 0,2 2 0 0 0,2 3-1 0 0,3 2 1 0 0,2 3-1 0 0,-76 116 1 0 0,90-118-94 0 0,2 2 0 0 0,4 1 0 0 0,1 1 0 0 0,3 1 0 0 0,3 1 0 0 0,-25 122 0 0 0,41-147-488 0 0,1 0 0 0 0,2 1 0 0 0,1-1-1 0 0,2 0 1 0 0,1 0 0 0 0,2 0-1 0 0,2 0 1 0 0,1 0 0 0 0,2-1 0 0 0,1 0-1 0 0,2-1 1 0 0,1 0 0 0 0,2-1-1 0 0,1-1 1 0 0,29 45 0 0 0,-13-32-14 0 0,3-1-1 0 0,1-2 1 0 0,2-1 0 0 0,1-2 0 0 0,3-2-1 0 0,0-2 1 0 0,3-1 0 0 0,1-3 0 0 0,66 35 0 0 0,4-8-46 0 0,1-6 0 0 0,3-4 0 0 0,2-6 0 0 0,187 39 0 0 0,-133-48 0 0 0,3-8 0 0 0,297 4 0 0 0,-357-30-343 0 0,-1-5 0 0 0,0-5 1 0 0,150-34-1 0 0,-184 25 23 0 0,-1-5 0 0 0,-2-2-1 0 0,0-5 1 0 0,-2-2 0 0 0,94-58 0 0 0,-78 33-608 0 0,-2-5 1 0 0,-4-4 0 0 0,-2-4 0 0 0,-4-3 0 0 0,-3-4-1 0 0,118-150 1 0 0,-149 164 352 0 0,-4-1 0 0 0,-3-2 1 0 0,-3-2-1 0 0,-2-2 0 0 0,-4-1 0 0 0,-4-2 0 0 0,-2-1 0 0 0,-4-1 0 0 0,-3-1 0 0 0,10-84 1 0 0,-25 120 547 0 0,-2-1 1 0 0,-2 0 0 0 0,-2 1-1 0 0,-2-1 1 0 0,-1 0 0 0 0,-2 1-1 0 0,-3 0 1 0 0,-1 1 0 0 0,-2 0-1 0 0,-27-64 1 0 0,23 71 27 0 0,-2 1 0 0 0,-1 1 0 0 0,-2 1 0 0 0,-1 0 0 0 0,-1 2 0 0 0,-2 0 0 0 0,0 2-1 0 0,-2 1 1 0 0,-1 1 0 0 0,-2 1 0 0 0,0 2 0 0 0,-36-21 0 0 0,8 12 126 0 0,-1 3-1 0 0,-1 2 0 0 0,-1 3 1 0 0,-1 3-1 0 0,0 2 1 0 0,-2 3-1 0 0,-80-8 1 0 0,43 13 315 0 0,-1 4 0 0 0,1 5 0 0 0,-199 23 0 0 0,170-2 841 0 0,1 5-1 0 0,1 6 1 0 0,-226 86 0 0 0,276-84-651 0 0,1 4 1 0 0,2 3-1 0 0,2 3 1 0 0,1 3-1 0 0,3 3 1 0 0,2 3-1 0 0,-60 62 1 0 0,73-56-23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4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107 98 9830 0 0,'-9'-11'45'0'0,"0"1"0"0"0,0 0 0 0 0,-1 1 0 0 0,0 0 0 0 0,-17-11-1 0 0,10 6 0 0 0,9 7 135 0 0,0-1-89 0 0,59 17 540 0 0,273 109 1717 0 0,423 87 2730 0 0,-265-79-1794 0 0,-97-17-2152 0 0,731 193 2203 0 0,-867-235-3334 0 0,-236-65 0 0 0,5 2 0 0 0,-3 1 0 0 0,-4 1 0 0 0,-11-6 0 0 0,1 0 0 0 0,-1 1 0 0 0,0-1 0 0 0,1 0 0 0 0,-1 1 0 0 0,0-1 0 0 0,0 0 0 0 0,1 1 0 0 0,-1-1 0 0 0,0 0 0 0 0,0 1 0 0 0,0-1 0 0 0,0 0 0 0 0,1 1 0 0 0,-1-1 0 0 0,0 1 0 0 0,0-1 0 0 0,0 0 0 0 0,0 1 0 0 0,0-1 0 0 0,0 1 0 0 0,0-1 0 0 0,0 0 0 0 0,0 1 0 0 0,0-1 0 0 0,0 1 0 0 0,0-1 0 0 0,-1 0 0 0 0,1 1 0 0 0,0-1 0 0 0,0 1 0 0 0,0-1 0 0 0,0 0 0 0 0,-1 1 0 0 0,1-1 0 0 0,0 0 0 0 0,0 1 0 0 0,-1-1 0 0 0,1 0 0 0 0,0 0 0 0 0,-1 1 0 0 0,1-1 0 0 0,-1 0 0 0 0,-9 9 0 0 0,-1 1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5.2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54 9830 0 0,'-11'-7'228'0'0,"11"7"-224"0"0,-1 0-1 0 0,1 0 1 0 0,0 0 0 0 0,-1 0 0 0 0,1 0 0 0 0,-1-1 0 0 0,1 1 0 0 0,0 0 0 0 0,-1 0 0 0 0,1-1 0 0 0,-1 1 0 0 0,1 0 0 0 0,0-1-1 0 0,0 1 1 0 0,-1 0 0 0 0,1-1 0 0 0,0 1 0 0 0,0 0 0 0 0,-1-1 0 0 0,1 1 0 0 0,0-1 0 0 0,0 1 0 0 0,0 0 0 0 0,-1-1 0 0 0,1 1-1 0 0,0-1 1 0 0,0 1 0 0 0,0-1 0 0 0,0 1 0 0 0,0 0 0 0 0,0-1 0 0 0,0 1 0 0 0,0-1 0 0 0,0 1 0 0 0,0-1 0 0 0,0 1 0 0 0,0-1-1 0 0,1 1 1 0 0,-1 0 0 0 0,0-1 0 0 0,0 1 0 0 0,0-1 0 0 0,1 1 0 0 0,-1 0 0 0 0,0-1 0 0 0,0 1 0 0 0,1 0 0 0 0,-1-1-1 0 0,1 0 1 0 0,10-6 119 0 0,-4 3-61 0 0,0 1 0 0 0,0 0-1 0 0,0 0 1 0 0,0 1 0 0 0,0 0 0 0 0,1 1-1 0 0,-1-1 1 0 0,0 1 0 0 0,11 0-1 0 0,70 4 549 0 0,-69-1-471 0 0,19 1 322 0 0,64 13 1 0 0,-87-13-325 0 0,0 2 1 0 0,-1-1 0 0 0,1 2-1 0 0,-1 0 1 0 0,-1 0 0 0 0,1 2-1 0 0,14 9 1 0 0,-26-15-111 0 0,1 0 1 0 0,-1 0-1 0 0,1 1 0 0 0,-1-1 1 0 0,0 0-1 0 0,0 1 0 0 0,0 0 1 0 0,0-1-1 0 0,-1 1 0 0 0,1 0 1 0 0,-1 0-1 0 0,1 0 0 0 0,-1 0 1 0 0,0 0-1 0 0,0 0 0 0 0,-1 1 1 0 0,1-1-1 0 0,-1 0 1 0 0,1 0-1 0 0,-1 0 0 0 0,0 1 1 0 0,0-1-1 0 0,0 0 0 0 0,-1 1 1 0 0,1-1-1 0 0,-1 0 0 0 0,0 0 1 0 0,0 0-1 0 0,-2 5 0 0 0,-4 10 148 0 0,-1-2 1 0 0,-1 1-1 0 0,0-1 0 0 0,-15 18 0 0 0,-3 7 359 0 0,25-37-493 0 0,-1 1-1 0 0,1 0 1 0 0,0 0-1 0 0,0 0 1 0 0,1 0-1 0 0,-1 0 1 0 0,1 0-1 0 0,0 0 1 0 0,1 0-1 0 0,-1 1 1 0 0,1-1-1 0 0,0 0 1 0 0,0 1-1 0 0,1-1 1 0 0,0 0-1 0 0,0 0 1 0 0,0 0-1 0 0,3 9 1 0 0,3 2 122 0 0,0-2 1 0 0,2 1 0 0 0,0-1-1 0 0,16 21 1 0 0,-17-26-54 0 0,0 1 0 0 0,-1 0 0 0 0,0 0 0 0 0,-1 1 0 0 0,0 0 0 0 0,-1 0 0 0 0,0 0 0 0 0,0 0 0 0 0,-1 1 0 0 0,2 13 0 0 0,-6-19-60 0 0,0 0 0 0 0,0 0 1 0 0,-1 0-1 0 0,0 0 0 0 0,0 0 0 0 0,0 0 0 0 0,-1-1 0 0 0,1 1 0 0 0,-1 0 0 0 0,-1-1 0 0 0,1 0 1 0 0,-1 1-1 0 0,0-1 0 0 0,0 0 0 0 0,-1 0 0 0 0,1-1 0 0 0,-1 1 0 0 0,0-1 0 0 0,-1 0 0 0 0,1 0 1 0 0,-1 0-1 0 0,1 0 0 0 0,-8 4 0 0 0,1-1 48 0 0,-1-1 0 0 0,0 0 0 0 0,1 0 0 0 0,-2-1 0 0 0,1-1 0 0 0,-1 0 0 0 0,1-1 0 0 0,-1 0 0 0 0,-20 2 0 0 0,3-3 192 0 0,15-2-188 0 0,-16-8 52 0 0,-4-3 74 0 0,28 4-183 0 0,6-7 138 0 0,13-3-138 0 0,2 6-45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5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385 77 9830 0 0,'4'-13'0'0'0,"-3"10"0"0"0,0 0 0 0 0,0 0 0 0 0,-1 0 0 0 0,1 0 0 0 0,-1 0 0 0 0,1 0 0 0 0,-1 0 0 0 0,0 0 0 0 0,0 0 0 0 0,0 0 0 0 0,-1 0 0 0 0,1 0 0 0 0,-1 0 0 0 0,-1-3 0 0 0,-5-6 0 0 0,6 11 3 0 0,-1 1 0 0 0,1-1 0 0 0,0 1-1 0 0,-1 0 1 0 0,1-1 0 0 0,-1 1 0 0 0,1 0 0 0 0,-1 0 0 0 0,1 0 0 0 0,0 0-1 0 0,-1 0 1 0 0,1 0 0 0 0,-1 0 0 0 0,1 1 0 0 0,-3 0 0 0 0,-15 3 167 0 0,0 1 0 0 0,-1 2 0 0 0,2 0 1 0 0,-1 1-1 0 0,1 0 0 0 0,0 2 1 0 0,-27 19-1 0 0,37-23-81 0 0,0 0 0 0 0,1 1-1 0 0,0-1 1 0 0,0 2 0 0 0,0-1 0 0 0,1 1 0 0 0,0 0 0 0 0,-6 11 0 0 0,10-14-45 0 0,0-1 0 0 0,0 1 0 0 0,0 0 0 0 0,0 0 0 0 0,1 0 0 0 0,0 0 0 0 0,0 0 0 0 0,0 1 0 0 0,1-1 0 0 0,0 0 0 0 0,0 0 0 0 0,0 0 1 0 0,1 1-1 0 0,-1-1 0 0 0,1 0 0 0 0,3 8 0 0 0,0-3 44 0 0,1 0-1 0 0,0 0 1 0 0,1 0 0 0 0,0-1-1 0 0,0 0 1 0 0,1 0 0 0 0,0-1-1 0 0,0 0 1 0 0,13 10 0 0 0,81 61 739 0 0,-24-28-207 0 0,-51-37-311 0 0,-2 2 1 0 0,0 1 0 0 0,-1 1 0 0 0,-1 0 0 0 0,30 33 0 0 0,-50-49-279 0 0,-1 0 1 0 0,1 0 0 0 0,-1 0 0 0 0,0 1-1 0 0,1-1 1 0 0,-1 0 0 0 0,0 1 0 0 0,0-1-1 0 0,-1 1 1 0 0,1 0 0 0 0,-1-1 0 0 0,1 1-1 0 0,-1 0 1 0 0,0-1 0 0 0,0 1-1 0 0,0-1 1 0 0,0 1 0 0 0,0 0 0 0 0,0-1-1 0 0,-1 1 1 0 0,0 0 0 0 0,1-1 0 0 0,-1 1-1 0 0,0-1 1 0 0,0 1 0 0 0,0-1-1 0 0,-1 0 1 0 0,1 1 0 0 0,0-1 0 0 0,-1 0-1 0 0,0 0 1 0 0,1 0 0 0 0,-1 0 0 0 0,0 0-1 0 0,0 0 1 0 0,-4 2 0 0 0,-8 7 136 0 0,0-1-1 0 0,0 0 1 0 0,-1-1 0 0 0,-21 10 0 0 0,-3 0 232 0 0,0-2 0 0 0,-2-2 0 0 0,0-1 0 0 0,0-2 0 0 0,-82 12 0 0 0,115-23-305 0 0,-32-5 166 0 0,33 4-192 0 0,6 1-52 0 0,-1-1-1 0 0,0 0 1 0 0,0 0 0 0 0,0 0-1 0 0,1 0 1 0 0,-1-1-1 0 0,0 1 1 0 0,0 0-1 0 0,0-1 1 0 0,1 0 0 0 0,-1 1-1 0 0,0-1 1 0 0,1 0-1 0 0,-1 0 1 0 0,1 1-1 0 0,-1-1 1 0 0,-2-2 0 0 0,-6-7 165 0 0,11 0-73 0 0,12-3 213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7.7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56 9830 0 0,'2'-6'16'0'0,"-2"3"-5"0"0,1 1 0 0 0,0-1 0 0 0,0 1 1 0 0,0-1-1 0 0,0 1 0 0 0,0 0 0 0 0,0-1 0 0 0,1 1 1 0 0,-1 0-1 0 0,1 0 0 0 0,0 0 0 0 0,-1 0 1 0 0,1 0-1 0 0,0 0 0 0 0,0 1 0 0 0,0-1 0 0 0,0 1 1 0 0,1-1-1 0 0,-1 1 0 0 0,0 0 0 0 0,1 0 1 0 0,-1 0-1 0 0,1 0 0 0 0,-1 0 0 0 0,1 0 0 0 0,4 0 1 0 0,4 0 74 0 0,0 0 0 0 0,0 1 1 0 0,0 0-1 0 0,0 1 0 0 0,0 1 1 0 0,0-1-1 0 0,0 2 0 0 0,0-1 1 0 0,-1 2-1 0 0,1-1 0 0 0,14 8 0 0 0,-13-5 25 0 0,-1-1 0 0 0,0 1-1 0 0,0 1 1 0 0,0 0-1 0 0,-1 1 1 0 0,0-1-1 0 0,-1 2 1 0 0,1 0 0 0 0,-2 0-1 0 0,9 10 1 0 0,-15-15-71 0 0,0 0 0 0 0,0 0-1 0 0,0 0 1 0 0,0 0 0 0 0,-1 1 0 0 0,0-1 0 0 0,1 0 0 0 0,-2 1 0 0 0,1-1 0 0 0,0 0 0 0 0,-1 1 0 0 0,0-1-1 0 0,0 1 1 0 0,0-1 0 0 0,-1 1 0 0 0,1-1 0 0 0,-1 1 0 0 0,0-1 0 0 0,-3 7 0 0 0,-3 6 146 0 0,0 0 1 0 0,-1-1 0 0 0,-17 24-1 0 0,3-4 230 0 0,11-17-214 0 0,1 0 1 0 0,1 0 0 0 0,-10 32-1 0 0,17-44-145 0 0,0 0 0 0 0,1 1 0 0 0,0 0 0 0 0,0-1 0 0 0,1 1 0 0 0,0-1 0 0 0,1 1-1 0 0,-1-1 1 0 0,1 1 0 0 0,1-1 0 0 0,-1 1 0 0 0,1-1 0 0 0,5 13 0 0 0,6 7 323 0 0,25 37 0 0 0,-28-49-246 0 0,-1-1-1 0 0,0 1 0 0 0,-1 0 0 0 0,-1 1 0 0 0,0 0 0 0 0,-2 0 0 0 0,1 0 1 0 0,3 26-1 0 0,-9-35-77 0 0,0 1 0 0 0,0 0 1 0 0,-1-1-1 0 0,-1 1 0 0 0,1-1 1 0 0,-1 1-1 0 0,0-1 0 0 0,-1 0 0 0 0,0 0 1 0 0,0 0-1 0 0,0 0 0 0 0,-1 0 1 0 0,0-1-1 0 0,0 0 0 0 0,-1 0 1 0 0,-7 8-1 0 0,6-7 22 0 0,0-1-1 0 0,-1 0 1 0 0,0 0 0 0 0,0 0 0 0 0,-1-1 0 0 0,1 0 0 0 0,-1 0-1 0 0,0-1 1 0 0,-1 0 0 0 0,1-1 0 0 0,-1 1 0 0 0,1-2 0 0 0,-14 4-1 0 0,19-5-53 0 0,0-1 0 0 0,0 1 0 0 0,0 0 0 0 0,0-1 0 0 0,0 0 0 0 0,-1 0 0 0 0,1 0 0 0 0,0 0 0 0 0,0 0 0 0 0,0-1 0 0 0,0 1 0 0 0,-1-1 0 0 0,1 0 0 0 0,0 0 0 0 0,0 0 0 0 0,0 0 0 0 0,0 0 0 0 0,1-1 0 0 0,-1 1 0 0 0,0-1 0 0 0,1 0 0 0 0,-1 0 0 0 0,1 0 0 0 0,-1 0 0 0 0,1 0 0 0 0,0-1 0 0 0,0 1 0 0 0,-3-5 0 0 0,4 3-17 0 0,-1 1 1 0 0,1-1-1 0 0,0 0 1 0 0,0-1-1 0 0,0 1 1 0 0,1 0-1 0 0,-1 0 1 0 0,1 0-1 0 0,0 0 1 0 0,1 0-1 0 0,-1-1 1 0 0,0 1 0 0 0,1 0-1 0 0,0 0 1 0 0,0 0-1 0 0,2-4 1 0 0,3-9-39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8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407 363 9830 0 0,'5'-15'273'0'0,"-4"2"-45"0"0,1 3-183 0 0,9 2-45 0 0,-2 2 10 0 0,1 0 1 0 0,-2-1-1 0 0,1 0 0 0 0,-1-1 0 0 0,0 0 0 0 0,0 0 1 0 0,-1 0-1 0 0,-1-1 0 0 0,10-15 0 0 0,-12 17-2 0 0,-2 0-1 0 0,1-1 1 0 0,-1 1-1 0 0,0 0 1 0 0,0-1 0 0 0,-1 0-1 0 0,0 1 1 0 0,0-1-1 0 0,-1 1 1 0 0,0-1-1 0 0,-1 0 1 0 0,-1-12 0 0 0,1 13-13 0 0,-1 1 1 0 0,1 0 0 0 0,-1 0-1 0 0,0-1 1 0 0,0 1 0 0 0,-1 0-1 0 0,0 1 1 0 0,0-1 0 0 0,0 0-1 0 0,-1 1 1 0 0,1 0 0 0 0,-1 0-1 0 0,-6-6 1 0 0,6 8 17 0 0,1 0 0 0 0,-1 0 0 0 0,0 1 0 0 0,1-1 0 0 0,-1 1 0 0 0,0 0 0 0 0,0 0 1 0 0,-1 0-1 0 0,1 1 0 0 0,0 0 0 0 0,0-1 0 0 0,-1 2 0 0 0,1-1 0 0 0,-1 0 0 0 0,1 1 0 0 0,-1 0 0 0 0,1 0 0 0 0,-1 0 0 0 0,-7 2 0 0 0,1 0 86 0 0,1 0-1 0 0,-1 2 0 0 0,1-1 1 0 0,-1 1-1 0 0,1 1 0 0 0,0 0 1 0 0,1 0-1 0 0,-1 1 0 0 0,1 0 1 0 0,-12 11-1 0 0,14-12-26 0 0,1 1 0 0 0,0 0-1 0 0,1 1 1 0 0,-1-1 0 0 0,1 1 0 0 0,1 0-1 0 0,-1 0 1 0 0,1 1 0 0 0,0-1-1 0 0,1 1 1 0 0,0 0 0 0 0,0 0 0 0 0,1 0-1 0 0,-3 13 1 0 0,4-15-37 0 0,1 0 0 0 0,-1 0 0 0 0,1 0 0 0 0,0 0-1 0 0,0 0 1 0 0,1 0 0 0 0,0 0 0 0 0,0 0 0 0 0,0 0 0 0 0,1 0 0 0 0,0 0-1 0 0,0 0 1 0 0,0-1 0 0 0,1 1 0 0 0,0-1 0 0 0,0 0 0 0 0,0 1 0 0 0,0-1-1 0 0,1-1 1 0 0,0 1 0 0 0,0-1 0 0 0,6 5 0 0 0,10 6 205 0 0,1-1-1 0 0,0-1 1 0 0,1-1 0 0 0,39 15-1 0 0,-46-20-82 0 0,-9-4-104 0 0,-1 1 0 0 0,0 0 0 0 0,0 0 1 0 0,-1 0-1 0 0,1 0 0 0 0,-1 1 1 0 0,0-1-1 0 0,0 1 0 0 0,0 0 0 0 0,-1 0 1 0 0,1 1-1 0 0,-1-1 0 0 0,-1 1 0 0 0,1 0 1 0 0,-1-1-1 0 0,0 1 0 0 0,0 0 0 0 0,-1 0 1 0 0,2 13-1 0 0,1 7 149 0 0,-2 0 1 0 0,0 0-1 0 0,-3 37 1 0 0,0-43-46 0 0,0 0 0 0 0,-2 0 0 0 0,0 0 0 0 0,-1-1 0 0 0,-1 1 0 0 0,-8 20 0 0 0,10-34-99 0 0,0 1-1 0 0,-1-1 0 0 0,0 1 1 0 0,0-1-1 0 0,0 0 0 0 0,-1-1 0 0 0,1 1 1 0 0,-1-1-1 0 0,-1 0 0 0 0,1 0 0 0 0,-1 0 1 0 0,0-1-1 0 0,0 0 0 0 0,0 0 0 0 0,-1 0 1 0 0,1-1-1 0 0,-1 0 0 0 0,0 0 0 0 0,-13 3 1 0 0,3-1 78 0 0,11-3-79 0 0,-1 0 0 0 0,0-1 0 0 0,0 0 0 0 0,0 0 0 0 0,0 0 0 0 0,0-1 0 0 0,0 0 0 0 0,-13-2 0 0 0,-37-4 470 0 0,-7-2-178 0 0,57 7-291 0 0,0 0 1 0 0,0 0 0 0 0,0 1 0 0 0,0 0-1 0 0,0 0 1 0 0,0 1 0 0 0,0 0 0 0 0,-10 3-1 0 0,13-2-12 0 0,0-1 0 0 0,0 1 0 0 0,0 1-1 0 0,0-1 1 0 0,1 1 0 0 0,-1-1 0 0 0,-6 7-1 0 0,7-6 20 0 0,-13 16-21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9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73 9830 0 0,'0'-4'0'0'0,"1"-5"0"0"0,10-32 0 0 0,-8 28 0 0 0,-4 8 0 0 0,5 35 0 0 0,1-9 46 0 0,0-9 136 0 0,2-2-91 0 0,1 1 91 0 0,12-10-72 0 0,9-10 193 0 0,-10 1-57 0 0,-5 3-201 0 0,2-3 1 0 0,-6 0 136 0 0,1-1-91 0 0,-10 8-84 0 0,-1 1-1 0 0,0 0-1 0 0,0 0 1 0 0,0 0-1 0 0,1-1 0 0 0,-1 1 1 0 0,0 0-1 0 0,0 0 0 0 0,0 0 1 0 0,1-1-1 0 0,-1 1 0 0 0,0 0 1 0 0,0 0-1 0 0,1 0 1 0 0,-1 0-1 0 0,0 0 0 0 0,0 0 1 0 0,1 0-1 0 0,-1 0 0 0 0,0-1 1 0 0,1 1-1 0 0,-1 0 1 0 0,0 0-1 0 0,0 0 0 0 0,1 0 1 0 0,-1 0-1 0 0,0 0 0 0 0,0 1 1 0 0,1-1-1 0 0,-1 0 0 0 0,0 0 1 0 0,1 0-1 0 0,-1 0 1 0 0,0 0-1 0 0,0 0 0 0 0,0 0 1 0 0,1 0-1 0 0,-1 1 0 0 0,0-1 1 0 0,0 0-1 0 0,1 0 1 0 0,5 10 138 0 0,-1 0 0 0 0,0 1 0 0 0,0-1 0 0 0,-1 1 0 0 0,5 21 0 0 0,14 36 261 0 0,-10-42-176 0 0,-7-11-76 0 0,0-1 0 0 0,2-1-1 0 0,11 18 1 0 0,-17-28-103 0 0,1 1 0 0 0,0-1 0 0 0,0 0-1 0 0,0 0 1 0 0,0 0 0 0 0,1 0 0 0 0,-1 0 0 0 0,1-1 0 0 0,0 0-1 0 0,-1 0 1 0 0,1 0 0 0 0,0 0 0 0 0,0 0 0 0 0,1-1 0 0 0,-1 0 0 0 0,7 2-1 0 0,1-1 74 0 0,0-1 0 0 0,0 0 0 0 0,0-1 0 0 0,1 0-1 0 0,-1-1 1 0 0,0 0 0 0 0,0-1 0 0 0,0 0 0 0 0,0-1-1 0 0,0 0 1 0 0,22-10 0 0 0,31-10 360 0 0,-42 22-236 0 0,-21 2-226 0 0,0-1 0 0 0,-1 1 0 0 0,1 0 0 0 0,-1 0 1 0 0,1 0-1 0 0,-1 0 0 0 0,1 0 0 0 0,-1 0 0 0 0,0 0 1 0 0,1 1-1 0 0,-1-1 0 0 0,0 1 0 0 0,0-1 0 0 0,0 0 0 0 0,0 1 1 0 0,0 0-1 0 0,0-1 0 0 0,-1 1 0 0 0,1-1 0 0 0,0 1 1 0 0,0 2-1 0 0,7 47 264 0 0,-1-10-59 0 0,-1-21-7 0 0,48 136 1044 0 0,-49-146-1217 0 0,3-3-46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3:59.5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0 147 9830 0 0,'51'-81'210'0'0,"-46"74"-185"0"0,-1 1 0 0 0,2 0 0 0 0,-1 0 0 0 0,0 1 0 0 0,1 0 0 0 0,0 0 1 0 0,0 0-1 0 0,1 0 0 0 0,-1 1 0 0 0,9-4 0 0 0,1 5 65 0 0,12 5 89 0 0,-26-1-158 0 0,1 0 1 0 0,0 0 0 0 0,-1 1 0 0 0,1-1-1 0 0,-1 0 1 0 0,1 1 0 0 0,-1 0 0 0 0,0-1-1 0 0,0 1 1 0 0,1 0 0 0 0,-1 0-1 0 0,-1 0 1 0 0,1 0 0 0 0,0 1 0 0 0,0-1-1 0 0,-1 0 1 0 0,1 1 0 0 0,-1-1 0 0 0,0 1-1 0 0,0 0 1 0 0,0-1 0 0 0,0 1-1 0 0,0 0 1 0 0,-1 0 0 0 0,1-1 0 0 0,-1 1-1 0 0,0 0 1 0 0,0 0 0 0 0,0 0-1 0 0,0 3 1 0 0,-1 10 105 0 0,-1 0-1 0 0,-1 0 0 0 0,0 0 1 0 0,-7 18-1 0 0,4-13 50 0 0,-5 11 9 0 0,8-21-88 0 0,-1-1 1 0 0,1 0-1 0 0,1 1 0 0 0,0-1 0 0 0,-1 18 0 0 0,3-25-78 0 0,0-1 0 0 0,0 1 0 0 0,1-1 0 0 0,-1 1 0 0 0,1-1 0 0 0,-1 1 0 0 0,1-1 0 0 0,0 1 0 0 0,0-1 0 0 0,0 0-1 0 0,0 1 1 0 0,1-1 0 0 0,-1 0 0 0 0,1 0 0 0 0,-1 0 0 0 0,1 0 0 0 0,0 0 0 0 0,0 0 0 0 0,0 0 0 0 0,0-1 0 0 0,0 1 0 0 0,0-1-1 0 0,0 1 1 0 0,0-1 0 0 0,0 0 0 0 0,1 0 0 0 0,-1 0 0 0 0,4 1 0 0 0,13 4 154 0 0,1-1 1 0 0,1-1-1 0 0,-1-1 1 0 0,1-1-1 0 0,-1 0 0 0 0,1-2 1 0 0,0 0-1 0 0,35-6 1 0 0,-7-1 321 0 0,0-3 1 0 0,66-23-1 0 0,-94 26-355 0 0,68-26 593 0 0,-63 21-670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0.6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3957 351 9830 0 0,'-15'-18'54'0'0,"-2"0"-1"0"0,0 2 1 0 0,-1 0-1 0 0,-1 1 1 0 0,0 1-1 0 0,-1 0 1 0 0,0 2-1 0 0,-43-19 1 0 0,-9 2 267 0 0,-103-27 0 0 0,154 50-297 0 0,-98-25 770 0 0,-1 6 0 0 0,-1 5-1 0 0,0 5 1 0 0,-2 5-1 0 0,1 6 1 0 0,-221 20 0 0 0,206 2 296 0 0,0 5 0 0 0,2 7 1 0 0,1 5-1 0 0,2 6 1 0 0,-221 101-1 0 0,277-104-800 0 0,1 4-1 0 0,2 4 0 0 0,2 2 1 0 0,3 3-1 0 0,-95 92 0 0 0,72-49 178 0 0,3 5 1 0 0,-137 202-1 0 0,119-128-467 0 0,50-66 0 0 0,5 2 0 0 0,4 2 0 0 0,6 2 0 0 0,-48 207 0 0 0,66-207 0 0 0,5 0 0 0 0,-4 161 0 0 0,21-188 0 0 0,5 1 0 0 0,3 0 0 0 0,34 157 0 0 0,-21-162 0 0 0,37 100 0 0 0,-45-152 0 0 0,2 0 0 0 0,0-1 0 0 0,2 0 0 0 0,1-1 0 0 0,2-1 0 0 0,31 36 0 0 0,6-6 0 0 0,3-3 0 0 0,1-2 0 0 0,108 69 0 0 0,220 100 0 0 0,131 30 0 0 0,-379-192 0 0 0,262 73 0 0 0,-345-118 0 0 0,1-3 0 0 0,0-2 0 0 0,112 2 0 0 0,-134-12 0 0 0,0-1 0 0 0,-1-2 0 0 0,1-1 0 0 0,-1-2 0 0 0,0-2 0 0 0,0-1 0 0 0,53-23 0 0 0,-42 10-347 0 0,-2-1 0 0 0,0-3 0 0 0,-2-1 0 0 0,-1-3 1 0 0,-1-1-1 0 0,-2-1 0 0 0,51-59 0 0 0,-28 18-462 0 0,-3-2 0 0 0,-4-3 0 0 0,47-91 0 0 0,207-438-3766 0 0,-219 402 2353 0 0,62-225 1 0 0,-122 332 2042 0 0,-5-2 0 0 0,-5 0 1 0 0,-4-2-1 0 0,4-172 1 0 0,-20 213 131 0 0,-2 0 1 0 0,-3 0 0 0 0,-2 1 0 0 0,-3 0 0 0 0,-3 1 0 0 0,-2 0 0 0 0,-3 1-1 0 0,-3 1 1 0 0,-32-62 0 0 0,36 87 42 0 0,-2 1 1 0 0,-1 1-1 0 0,-2 1 1 0 0,-1 1-1 0 0,-1 1 0 0 0,-1 2 1 0 0,-1 0-1 0 0,-2 1 1 0 0,0 2-1 0 0,-2 1 0 0 0,0 2 1 0 0,-63-31-1 0 0,46 31 30 0 0,-1 1 0 0 0,-1 2 0 0 0,-1 3 0 0 0,0 2 0 0 0,-1 2 1 0 0,0 2-1 0 0,0 3 0 0 0,-86 2 0 0 0,41 9 936 0 0,1 3 1 0 0,-180 44 0 0 0,-179 79 2162 0 0,409-118-2833 0 0,-624 228 4376 0 0,436-160-2941 0 0,119-52-864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1.7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100 87 9830 0 0,'-7'-3'87'0'0,"-30"0"145"0"0,7 1-5 0 0,5 1 1 0 0,182-15 1028 0 0,-71 6-689 0 0,61-9 400 0 0,158-13 1111 0 0,-298 32-2030 0 0,-8 2 14 0 0,-35 10 260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1.9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40 142 9830 0 0,'-40'8'228'0'0,"190"-16"909"0"0,-16-8 96 0 0,-1-6-1 0 0,148-45 1 0 0,-197 36-593 0 0,-71 25-640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02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458 36 9830 0 0,'-19'-21'0'0'0,"20"11"0"0"0,0 9 5 0 0,0 1 1 0 0,0-1-1 0 0,1 1 1 0 0,-1-1-1 0 0,0 1 0 0 0,0 0 1 0 0,1-1-1 0 0,-1 1 0 0 0,1 0 1 0 0,-1 0-1 0 0,0 0 0 0 0,1 0 1 0 0,-1 0-1 0 0,0 0 0 0 0,1 0 1 0 0,1 1-1 0 0,19 4 205 0 0,0 0 0 0 0,0 2 0 0 0,0 0 0 0 0,-1 1 0 0 0,0 2 0 0 0,34 19 0 0 0,-22-8 131 0 0,0 2 0 0 0,-1 1 1 0 0,33 32-1 0 0,-48-39-177 0 0,0 1 1 0 0,-2 0 0 0 0,0 1-1 0 0,-1 0 1 0 0,-1 1 0 0 0,-1 1-1 0 0,-1 0 1 0 0,0 0 0 0 0,-2 1-1 0 0,-1 1 1 0 0,0 0-1 0 0,-2 0 1 0 0,0 0 0 0 0,-2 1-1 0 0,-1-1 1 0 0,0 1 0 0 0,-2 0-1 0 0,-1 0 1 0 0,-1 0 0 0 0,-1 0-1 0 0,-1-1 1 0 0,0 1-1 0 0,-2-1 1 0 0,-1 0 0 0 0,-1 0-1 0 0,-1 0 1 0 0,-1-1 0 0 0,-1 0-1 0 0,-22 35 1 0 0,6-22 240 0 0,-1 0 0 0 0,-2-1 0 0 0,-2-2 0 0 0,-54 46 0 0 0,35-39 291 0 0,-2-2-1 0 0,-93 51 0 0 0,51-46 223 0 0,-1-4-1 0 0,-107 28 1 0 0,180-59-725 0 0,-19 7 220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18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42 140 9830 0 0,'-14'-14'228'0'0,"9"1"-137"0"0,5 9-81 0 0,-1 1 0 0 0,1 0 0 0 0,0-1 0 0 0,0 1 0 0 0,1-1 0 0 0,-1 1 0 0 0,1-1 0 0 0,0 1 0 0 0,-1-1 0 0 0,1 1 1 0 0,1 0-1 0 0,-1 0 0 0 0,0-1 0 0 0,1 1 0 0 0,0 0 0 0 0,0 0 0 0 0,0 1 0 0 0,0-1 0 0 0,0 0 0 0 0,0 1 0 0 0,1-1 0 0 0,4-3 0 0 0,0 1-15 0 0,0 1 0 0 0,1 0-1 0 0,-1 0 1 0 0,1 0 0 0 0,0 1-1 0 0,9-3 1 0 0,-9 4 63 0 0,0 1 0 0 0,1-1 1 0 0,-1 1-1 0 0,0 1 0 0 0,1 0 1 0 0,-1 0-1 0 0,1 0 0 0 0,-1 1 0 0 0,0 1 1 0 0,0-1-1 0 0,1 1 0 0 0,-1 0 1 0 0,0 1-1 0 0,-1 0 0 0 0,1 1 1 0 0,0-1-1 0 0,-1 1 0 0 0,0 1 0 0 0,0-1 1 0 0,0 1-1 0 0,0 0 0 0 0,-1 1 1 0 0,9 10-1 0 0,-9-11 2 0 0,-1 0 0 0 0,-1 1 0 0 0,1 0-1 0 0,-1 0 1 0 0,0 0 0 0 0,0 0 0 0 0,0 1 0 0 0,-1 0 0 0 0,0 0 0 0 0,-1-1 0 0 0,1 2 0 0 0,-2-1 0 0 0,1 0 0 0 0,-1 0 0 0 0,1 1-1 0 0,-2-1 1 0 0,1 0 0 0 0,-1 1 0 0 0,-1-1 0 0 0,1 1 0 0 0,-1-1 0 0 0,0 0 0 0 0,-1 1 0 0 0,0-1 0 0 0,0 0 0 0 0,-6 12 0 0 0,-50 73 646 0 0,5-11 240 0 0,51-77-912 0 0,1-1-1 0 0,-1 1 0 0 0,1-1 0 0 0,0 1 1 0 0,0 0-1 0 0,0 0 0 0 0,1-1 1 0 0,-1 1-1 0 0,1 0 0 0 0,0 0 0 0 0,0 0 1 0 0,0 0-1 0 0,1-1 0 0 0,-1 1 0 0 0,1 0 1 0 0,0 0-1 0 0,2 6 0 0 0,3 5 120 0 0,1 0 0 0 0,1 0 0 0 0,9 14 0 0 0,-9-18 23 0 0,-1 1 1 0 0,-1 0 0 0 0,9 24 0 0 0,-14-33-158 0 0,0-1 0 0 0,-1 1 0 0 0,1 0 0 0 0,-1-1 1 0 0,0 1-1 0 0,0 0 0 0 0,0-1 0 0 0,0 1 0 0 0,-1 0 1 0 0,1-1-1 0 0,-1 1 0 0 0,1-1 0 0 0,-1 1 0 0 0,0 0 1 0 0,0-1-1 0 0,0 1 0 0 0,0-1 0 0 0,-1 0 0 0 0,1 1 1 0 0,-1-1-1 0 0,1 0 0 0 0,-1 0 0 0 0,0 0 0 0 0,0 0 1 0 0,0 0-1 0 0,0-1 0 0 0,0 1 0 0 0,-4 2 0 0 0,-3 2 80 0 0,0-2-1 0 0,0 1 0 0 0,0-1 0 0 0,0-1 1 0 0,-14 4-1 0 0,7-3 29 0 0,2 0-2 0 0,0 0-1 0 0,-1-2 1 0 0,1 0-1 0 0,-27 0 0 0 0,-12 3 405 0 0,23-5-264 0 0,30 0-257 0 0,-1 1 0 0 0,1-1 0 0 0,-1 0 1 0 0,0 0-1 0 0,1 0 0 0 0,-1 0 0 0 0,1 0 0 0 0,-1 0 0 0 0,1 0 1 0 0,-1 0-1 0 0,1-1 0 0 0,-1 1 0 0 0,1 0 0 0 0,-1 0 0 0 0,1 0 1 0 0,-1-1-1 0 0,1 1 0 0 0,-1 0 0 0 0,1 0 0 0 0,0-1 0 0 0,-1 1 1 0 0,1 0-1 0 0,-1-1 0 0 0,1 1 0 0 0,0 0 0 0 0,-1-2 0 0 0,1 2-3 0 0,0-1-1 0 0,0 0 0 0 0,1 0 0 0 0,-1 0 0 0 0,0 1 1 0 0,1-1-1 0 0,-1 0 0 0 0,0 0 0 0 0,1 1 0 0 0,-1-1 1 0 0,1 0-1 0 0,-1 1 0 0 0,1-1 0 0 0,-1 0 0 0 0,1 1 1 0 0,0-1-1 0 0,-1 1 0 0 0,1-1 0 0 0,0 1 0 0 0,1-1 1 0 0,34-17 215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19.2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400 87 9830 0 0,'0'-1'2'0'0,"0"1"1"0"0,-1-1-1 0 0,1 1 0 0 0,0 0 0 0 0,0-1 0 0 0,-1 1 1 0 0,1 0-1 0 0,0 0 0 0 0,-1-1 0 0 0,1 1 1 0 0,0 0-1 0 0,-1 0 0 0 0,1-1 0 0 0,-1 1 0 0 0,1 0 1 0 0,0 0-1 0 0,-1 0 0 0 0,1 0 0 0 0,-1 0 0 0 0,1 0 1 0 0,-1-1-1 0 0,1 1 0 0 0,0 0 0 0 0,-1 0 1 0 0,1 0-1 0 0,-1 0 0 0 0,1 1 0 0 0,-1-1 0 0 0,-7 2 70 0 0,0 1-1 0 0,0 0 1 0 0,0 1-1 0 0,0 0 1 0 0,1 0-1 0 0,-1 0 1 0 0,1 1-1 0 0,0 0 1 0 0,1 1-1 0 0,-1 0 1 0 0,1 0 0 0 0,0 0-1 0 0,1 0 1 0 0,-9 13-1 0 0,-9 13 510 0 0,-34 64 1 0 0,51-85-508 0 0,1 0 1 0 0,0 0 0 0 0,1 0-1 0 0,1 0 1 0 0,-1 1 0 0 0,2 0-1 0 0,0-1 1 0 0,0 1 0 0 0,1 0-1 0 0,0 0 1 0 0,2 21 0 0 0,0-26-17 0 0,0 0 1 0 0,1 0-1 0 0,0 0 1 0 0,0 0-1 0 0,0 0 1 0 0,1-1-1 0 0,0 1 1 0 0,0-1-1 0 0,1 0 1 0 0,0 0-1 0 0,0 0 1 0 0,0 0-1 0 0,1-1 1 0 0,0 1-1 0 0,0-1 1 0 0,0 0-1 0 0,0-1 1 0 0,1 1-1 0 0,0-1 1 0 0,0 0-1 0 0,7 3 1 0 0,3 0 71 0 0,1-1 0 0 0,0 0 0 0 0,0-1 0 0 0,0 0 0 0 0,1-2 0 0 0,0 0 0 0 0,-1-1 0 0 0,1-1 0 0 0,33-1 0 0 0,-26-2 90 0 0,0-1 1 0 0,-1 0-1 0 0,1-2 1 0 0,-1-1-1 0 0,-1-1 1 0 0,41-17-1 0 0,-57 21-194 0 0,-1 1-1 0 0,0-1 0 0 0,0-1 0 0 0,-1 1 0 0 0,1-1 0 0 0,-1 0 0 0 0,1 0 1 0 0,-1 0-1 0 0,0-1 0 0 0,-1 1 0 0 0,1-1 0 0 0,-1-1 0 0 0,0 1 0 0 0,0-1 1 0 0,-1 1-1 0 0,1-1 0 0 0,-1 0 0 0 0,-1 0 0 0 0,1 0 0 0 0,-1-1 0 0 0,0 1 1 0 0,0-1-1 0 0,-1 1 0 0 0,0-1 0 0 0,0 1 0 0 0,-1-1 0 0 0,0 0 0 0 0,0 1 1 0 0,0-1-1 0 0,-1 0 0 0 0,0 1 0 0 0,-2-8 0 0 0,-1-10-132 0 0,-1 1-1 0 0,-2 0 1 0 0,0 0 0 0 0,-1 0-1 0 0,-2 1 1 0 0,0 0 0 0 0,-1 1-1 0 0,-25-35 1 0 0,27 44 76 0 0,0 0 1 0 0,-1 1-1 0 0,0 0 1 0 0,-1 1-1 0 0,-1 0 0 0 0,1 0 1 0 0,-1 2-1 0 0,-1-1 1 0 0,0 1-1 0 0,0 1 1 0 0,-1 1-1 0 0,1 0 1 0 0,-1 0-1 0 0,-1 1 0 0 0,-17-3 1 0 0,-6 3 199 0 0,0 2-1 0 0,-1 2 1 0 0,1 1-1 0 0,0 2 1 0 0,0 2 0 0 0,0 2-1 0 0,1 1 1 0 0,-1 1 0 0 0,-40 16-1 0 0,41-10-3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0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909 29 9830 0 0,'3'-2'0'0'0,"4"-16"0"0"0,-7 18 1 0 0,0-1 0 0 0,0 1 0 0 0,0 0 0 0 0,0 0 0 0 0,0-1 0 0 0,0 1 0 0 0,0 0-1 0 0,0 0 1 0 0,1-1 0 0 0,-1 1 0 0 0,0 0 0 0 0,0 0 0 0 0,0-1 0 0 0,0 1 0 0 0,-1 0 0 0 0,1 0 0 0 0,0-1 0 0 0,0 1 0 0 0,0 0-1 0 0,0 0 1 0 0,0 0 0 0 0,0-1 0 0 0,0 1 0 0 0,0 0 0 0 0,0 0 0 0 0,-1 0 0 0 0,1-1 0 0 0,0 1 0 0 0,0 0 0 0 0,0 0 0 0 0,0 0 0 0 0,-1-1-1 0 0,1 1 1 0 0,0 0 0 0 0,0 0 0 0 0,0 0 0 0 0,-1 0 0 0 0,1 0 0 0 0,0 0 0 0 0,0 0 0 0 0,0-1 0 0 0,-1 1 0 0 0,1 0 0 0 0,0 0-1 0 0,0 0 1 0 0,-1 0 0 0 0,1 0 0 0 0,0 0 0 0 0,0 0 0 0 0,-1 0 0 0 0,1 0 0 0 0,0 0 0 0 0,0 0 0 0 0,-1 0 0 0 0,1 1 0 0 0,0-1 0 0 0,0 0-1 0 0,-1 0 1 0 0,1 0 0 0 0,0 0 0 0 0,0 0 0 0 0,0 0 0 0 0,-1 1 0 0 0,1-1 0 0 0,0 0 0 0 0,0 0 0 0 0,0 0 0 0 0,0 0 0 0 0,-1 1-1 0 0,-18 6 175 0 0,0 2-1 0 0,0 0 0 0 0,1 1 1 0 0,0 0-1 0 0,1 2 0 0 0,-25 21 1 0 0,-107 101 1244 0 0,121-107-1197 0 0,-73 67 772 0 0,-9 7 744 0 0,-133 159 0 0 0,214-222-1304 0 0,12-16-108 0 0,0 0-1 0 0,-27 25 1 0 0,35-41-98 0 0,0 0 45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0.5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15 170 9830 0 0,'-2'-1'24'0'0,"1"0"-1"0"0,0 0 1 0 0,0 0 0 0 0,0 0-1 0 0,0 0 1 0 0,0 0 0 0 0,0 0-1 0 0,0 0 1 0 0,1-1 0 0 0,-1 1-1 0 0,0 0 1 0 0,1-1 0 0 0,-1 1-1 0 0,1-1 1 0 0,-1 1 0 0 0,1 0-1 0 0,0-1 1 0 0,-1 1 0 0 0,1-1-1 0 0,0 1 1 0 0,0-1 0 0 0,0 1-1 0 0,0-1 1 0 0,0 1 0 0 0,1-1-1 0 0,-1-1 1 0 0,2 0 5 0 0,-1 0 0 0 0,1 0 0 0 0,0 0-1 0 0,0 0 1 0 0,0 0 0 0 0,0 0 0 0 0,0 1 0 0 0,1-1 0 0 0,-1 1-1 0 0,1 0 1 0 0,3-3 0 0 0,10-6 37 0 0,0 1-1 0 0,1 1 1 0 0,22-9-1 0 0,-33 15-41 0 0,16-6 74 0 0,0 0 1 0 0,1 2-1 0 0,0 1 0 0 0,32-6 0 0 0,-41 11-7 0 0,0-1-1 0 0,0 1 0 0 0,0 1 0 0 0,0 1 0 0 0,0 0 0 0 0,0 0 1 0 0,0 2-1 0 0,25 7 0 0 0,-35-9-57 0 0,-1 0 0 0 0,0 0 0 0 0,0 1 0 0 0,1-1 0 0 0,-1 1 0 0 0,0 0 0 0 0,-1 0 0 0 0,1 0 0 0 0,0 0 0 0 0,0 0 0 0 0,-1 1 0 0 0,0-1 0 0 0,1 1 0 0 0,-1 0 0 0 0,0 0 0 0 0,0-1 0 0 0,0 1 0 0 0,-1 1 0 0 0,1-1 0 0 0,-1 0-1 0 0,0 0 1 0 0,1 0 0 0 0,-1 1 0 0 0,-1-1 0 0 0,1 1 0 0 0,-1-1 0 0 0,1 1 0 0 0,-1-1 0 0 0,0 1 0 0 0,0-1 0 0 0,0 1 0 0 0,-1-1 0 0 0,1 1 0 0 0,-1-1 0 0 0,-1 4 0 0 0,-4 14 129 0 0,-1-1 1 0 0,-1 0-1 0 0,-1-1 0 0 0,-19 32 0 0 0,9-16 231 0 0,5-8-251 0 0,8-16-41 0 0,1-1 1 0 0,-1 1 0 0 0,2 1-1 0 0,-4 11 1 0 0,8-8-60 0 0,1-11-12 0 0,1-1 0 0 0,-1 1 1 0 0,1-1-1 0 0,0 0 0 0 0,-1 1 0 0 0,2-1 0 0 0,-1 0 0 0 0,0 0 0 0 0,0-1 1 0 0,1 1-1 0 0,0 0 0 0 0,-1-1 0 0 0,1 1 0 0 0,0-1 0 0 0,0 0 1 0 0,0 0-1 0 0,1 0 0 0 0,5 2 0 0 0,0 0 62 0 0,0-1 0 0 0,1 0 0 0 0,-1-1 0 0 0,1 0 0 0 0,0 0 0 0 0,12 0 0 0 0,-6-1 43 0 0,0-1-1 0 0,-1-1 0 0 0,1 0 0 0 0,0-1 0 0 0,-1-1 0 0 0,1 0 0 0 0,-1-1 0 0 0,0-1 0 0 0,0 0 0 0 0,0-1 0 0 0,-1-1 1 0 0,27-16-1 0 0,-23 14 95 0 0,-2 0-187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0.8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602 0 9830 0 0,'-23'7'201'0'0,"1"1"0"0"0,1 1-1 0 0,0 1 1 0 0,0 1 0 0 0,1 0 0 0 0,0 2-1 0 0,1 0 1 0 0,-28 26 0 0 0,10-4 371 0 0,1 1 0 0 0,-57 77-1 0 0,90-109-518 0 0,0 0 0 0 0,0 1 0 0 0,0-1-1 0 0,1 1 1 0 0,-1 0 0 0 0,1-1 0 0 0,0 1-1 0 0,1 0 1 0 0,-1 0 0 0 0,1 0 0 0 0,0 1-1 0 0,0 9 1 0 0,1-13-29 0 0,0 1-1 0 0,1-1 0 0 0,-1 0 1 0 0,1 1-1 0 0,0-1 1 0 0,-1 1-1 0 0,1-1 1 0 0,0 0-1 0 0,0 0 1 0 0,1 0-1 0 0,-1 0 0 0 0,0 0 1 0 0,1 0-1 0 0,-1 0 1 0 0,1 0-1 0 0,0 0 1 0 0,0 0-1 0 0,0-1 0 0 0,-1 1 1 0 0,2-1-1 0 0,-1 0 1 0 0,0 1-1 0 0,0-1 1 0 0,0 0-1 0 0,0 0 0 0 0,1 0 1 0 0,-1-1-1 0 0,5 2 1 0 0,9 2 106 0 0,1-1 0 0 0,-1-1 1 0 0,1-1-1 0 0,0 0 0 0 0,0-1 1 0 0,0 0-1 0 0,-1-2 1 0 0,1 0-1 0 0,0-1 0 0 0,-1 0 1 0 0,0-1-1 0 0,1-1 0 0 0,-2-1 1 0 0,1 0-1 0 0,-1-1 0 0 0,0-1 1 0 0,21-14-1 0 0,-33 19-121 0 0,-1 1 0 0 0,0 0 0 0 0,0-1 0 0 0,0 0 1 0 0,0 0-1 0 0,0 0 0 0 0,0 1 0 0 0,-1-2 0 0 0,1 1 0 0 0,-1 0 0 0 0,0 0 0 0 0,0 0 0 0 0,0-1 0 0 0,0 1 0 0 0,-1 0 1 0 0,1-1-1 0 0,-1 1 0 0 0,0 0 0 0 0,0-1 0 0 0,0 1 0 0 0,-1-1 0 0 0,1 1 0 0 0,-1 0 0 0 0,0-1 0 0 0,0 1 1 0 0,0 0-1 0 0,-2-4 0 0 0,-1-4-59 0 0,-1 0 0 0 0,0 0 1 0 0,-1 1-1 0 0,0-1 0 0 0,-1 1 0 0 0,-9-10 1 0 0,6 9 51 0 0,-1 1 1 0 0,0 0 0 0 0,-1 1 0 0 0,0 1 0 0 0,-1 0-1 0 0,1 0 1 0 0,-2 1 0 0 0,1 1 0 0 0,-1 0-1 0 0,0 1 1 0 0,0 0 0 0 0,0 1 0 0 0,-1 1 0 0 0,1 0-1 0 0,-20-1 1 0 0,0 2 187 0 0,-1 0-1 0 0,1 3 1 0 0,-1 1-1 0 0,0 1 1 0 0,-50 12-1 0 0,46-6-28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2.3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477 3 9830 0 0,'-21'-2'46'0'0,"0"2"136"0"0,0 3-91 0 0,2 2 136 0 0,5-1 1 0 0,-1 3-137 0 0,1-1 91 0 0,-1 0-137 0 0,1-1 1 0 0,-1-1 136 0 0,-34 11 250 0 0,44-16-362 0 0,0 1 62 0 0,-28 15-61 0 0,19-7-26 0 0,1-2 137 0 0,1 0-91 0 0,1 2 137 0 0,-1 0-81 0 0,0 1 0 0 0,1-1 0 0 0,0 2 0 0 0,1 0 0 0 0,0 0 0 0 0,0 1 0 0 0,1 0 0 0 0,1 0 0 0 0,0 1 0 0 0,0 0 0 0 0,1 1 0 0 0,-10 24 0 0 0,13-27-55 0 0,1 1-1 0 0,0 0 1 0 0,0-1 0 0 0,1 1-1 0 0,1 0 1 0 0,0 0-1 0 0,0 0 1 0 0,1 1 0 0 0,0-1-1 0 0,1 0 1 0 0,1 0 0 0 0,-1 0-1 0 0,2 0 1 0 0,-1-1-1 0 0,2 1 1 0 0,-1-1 0 0 0,1 1-1 0 0,1-1 1 0 0,0 0-1 0 0,1-1 1 0 0,-1 1 0 0 0,2-1-1 0 0,-1 0 1 0 0,1 0 0 0 0,1-1-1 0 0,0 0 1 0 0,0-1-1 0 0,0 1 1 0 0,1-2 0 0 0,0 1-1 0 0,0-1 1 0 0,1 0-1 0 0,0-1 1 0 0,0 0 0 0 0,0-1-1 0 0,12 4 1 0 0,-3-2 144 0 0,-11-3-179 0 0,-1 0 0 0 0,1-1 0 0 0,-1-1 0 0 0,1 1 1 0 0,0-1-1 0 0,-1 0 0 0 0,1-1 0 0 0,0 0 0 0 0,0 0 0 0 0,13-3 1 0 0,-8 2 30 0 0,1-2 1 0 0,-1 1 0 0 0,0-2 0 0 0,0 0 0 0 0,0 0-1 0 0,0-2 1 0 0,-1 1 0 0 0,0-1 0 0 0,0-1 0 0 0,0 0-1 0 0,-1-1 1 0 0,0 0 0 0 0,-1-1 0 0 0,0 0-1 0 0,17-19 1 0 0,-16 13-172 0 0,0-1-1 0 0,-1 0 1 0 0,0 0-1 0 0,-2-1 1 0 0,0 0 0 0 0,0-1-1 0 0,-2 0 1 0 0,0 0-1 0 0,-1 0 1 0 0,2-20-1 0 0,-6 30 50 0 0,0 0-1 0 0,-1 0 0 0 0,0-1 1 0 0,0 1-1 0 0,-1 0 0 0 0,0-1 1 0 0,0 1-1 0 0,-1 0 0 0 0,0 0 1 0 0,-1 0-1 0 0,0 0 0 0 0,0 0 1 0 0,0 1-1 0 0,-1 0 1 0 0,0-1-1 0 0,-1 1 0 0 0,0 0 1 0 0,0 1-1 0 0,0 0 0 0 0,-1-1 1 0 0,0 1-1 0 0,0 1 0 0 0,0-1 1 0 0,-1 1-1 0 0,-8-5 0 0 0,3 4 85 0 0,0 0 1 0 0,0 1-1 0 0,0 0 0 0 0,0 1 0 0 0,-1 0 0 0 0,0 1 1 0 0,0 0-1 0 0,0 2 0 0 0,0-1 0 0 0,0 1 0 0 0,0 1 1 0 0,0 0-1 0 0,0 1 0 0 0,0 1 0 0 0,0 0 0 0 0,-20 5 0 0 0,2 2 104 0 0,-1 2-1 0 0,1 1 1 0 0,1 1-1 0 0,0 1 0 0 0,-40 27 1 0 0,25-6 14 0 0,29-15-31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3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1209 62 9830 0 0,'1'-12'0'0'0,"1"-2"0"0"0,-1 2 0 0 0,1-3 0 0 0,-2 15 1 0 0,0 0 0 0 0,0 0 0 0 0,1 0-1 0 0,-1-1 1 0 0,0 1 0 0 0,0 0 0 0 0,0 0 0 0 0,0-1 0 0 0,0 1 0 0 0,0 0-1 0 0,0 0 1 0 0,0-1 0 0 0,0 1 0 0 0,0 0 0 0 0,0 0 0 0 0,0-1-1 0 0,0 1 1 0 0,0 0 0 0 0,0 0 0 0 0,0-1 0 0 0,0 1 0 0 0,0 0-1 0 0,0 0 1 0 0,0-1 0 0 0,-1 1 0 0 0,1 0 0 0 0,0 0 0 0 0,0 0 0 0 0,0-1-1 0 0,0 1 1 0 0,0 0 0 0 0,-1 0 0 0 0,1 0 0 0 0,0 0 0 0 0,0-1-1 0 0,0 1 1 0 0,-1 0 0 0 0,1 0 0 0 0,0 0 0 0 0,0 0 0 0 0,-1 0-1 0 0,1 0 1 0 0,0-1 0 0 0,0 1 0 0 0,-1 0 0 0 0,1 0 0 0 0,0 0 0 0 0,0 0-1 0 0,-1 0 1 0 0,1 0 0 0 0,0 0 0 0 0,0 0 0 0 0,-1 0 0 0 0,-10 7 123 0 0,1 1 0 0 0,0 0 0 0 0,0 0 0 0 0,1 1 0 0 0,0 0 1 0 0,-11 15-1 0 0,-7 5 166 0 0,-356 314 3221 0 0,-25-33-65 0 0,328-251-2747 0 0,-16 5 65 0 0,-3-3 272 0 0,90-54-945 0 0,0 1 91 0 0,0 1-137 0 0,3-1-45 0 0,2 1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3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91 9830 0 0,'12'-22'0'0'0,"-7"11"0"0"0,0 1 0 0 0,1 0 0 0 0,0 0 0 0 0,11-13 0 0 0,-12 19 11 0 0,-4 9 69 0 0,-41 154 1073 0 0,13-58-278 0 0,10-22-275 0 0,-17 68 297 0 0,34-147-896 0 0,0 0-1 0 0,0 0 1 0 0,0 0 0 0 0,0 0 0 0 0,0 1-1 0 0,-1-1 1 0 0,1 0 0 0 0,0 0-1 0 0,0 0 1 0 0,0 0 0 0 0,0 0-1 0 0,0 0 1 0 0,0 0 0 0 0,0 1-1 0 0,0-1 1 0 0,0 0 0 0 0,0 0-1 0 0,-1 0 1 0 0,1 0 0 0 0,0 0-1 0 0,0 0 1 0 0,0 1 0 0 0,0-1-1 0 0,0 0 1 0 0,0 0 0 0 0,0 0-1 0 0,0 0 1 0 0,0 0 0 0 0,0 1 0 0 0,0-1-1 0 0,0 0 1 0 0,0 0 0 0 0,0 0-1 0 0,1 0 1 0 0,-1 0 0 0 0,0 1-1 0 0,0-1 1 0 0,0 0 0 0 0,0 0-1 0 0,0 0 1 0 0,0 0 0 0 0,0 0-1 0 0,0 0 1 0 0,0 0 0 0 0,0 1-1 0 0,1-1 1 0 0,-1 0 0 0 0,0 0-1 0 0,0 0 1 0 0,0 0 0 0 0,0 0-1 0 0,0 0 1 0 0,0 0 0 0 0,1 0-1 0 0,-1 0 1 0 0,0 0 0 0 0,0 0 0 0 0,0 0-1 0 0,0 0 1 0 0,0 0 0 0 0,1 0-1 0 0,-1 0 1 0 0,0 0 0 0 0,0 0-1 0 0,0 0 1 0 0,0 0 0 0 0,24-21 226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4.0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97 166 9830 0 0,'-19'58'319'0'0,"18"-56"-302"0"0,0 0 1 0 0,0 1 0 0 0,0-1 0 0 0,1 1 0 0 0,-1-1 0 0 0,1 1-1 0 0,-1-1 1 0 0,1 1 0 0 0,0 0 0 0 0,0-1 0 0 0,0 1-1 0 0,1 0 1 0 0,-1-1 0 0 0,0 1 0 0 0,1-1 0 0 0,0 1-1 0 0,-1-1 1 0 0,1 1 0 0 0,0-1 0 0 0,0 0 0 0 0,1 1-1 0 0,-1-1 1 0 0,0 0 0 0 0,1 0 0 0 0,-1 0 0 0 0,1 0 0 0 0,0 0-1 0 0,0 0 1 0 0,0 0 0 0 0,0 0 0 0 0,2 1 0 0 0,2 0 33 0 0,1 0 1 0 0,-1 0-1 0 0,1-1 1 0 0,0 0-1 0 0,-1 0 1 0 0,1-1-1 0 0,13 1 1 0 0,-15-1 61 0 0,7 0-2 0 0,0 0 0 0 0,0-1 1 0 0,0 0-1 0 0,0 0 0 0 0,-1-2 0 0 0,1 1 0 0 0,0-2 0 0 0,-1 1 0 0 0,17-7 1 0 0,-25 7-89 0 0,1 1 1 0 0,-1 0 0 0 0,0-1 0 0 0,0 0-1 0 0,0 0 1 0 0,0 1 0 0 0,0-2 0 0 0,0 1-1 0 0,-1 0 1 0 0,1-1 0 0 0,-1 1 0 0 0,0-1-1 0 0,1 0 1 0 0,-1 0 0 0 0,0 1 0 0 0,-1-2-1 0 0,1 1 1 0 0,0 0 0 0 0,-1 0 0 0 0,0 0-1 0 0,0-1 1 0 0,0 1 0 0 0,0-1 0 0 0,0 1-1 0 0,-1 0 1 0 0,1-1 0 0 0,-1 0 0 0 0,0 1-1 0 0,0-1 1 0 0,-1 1 0 0 0,1-1-1 0 0,-1 1 1 0 0,1-1 0 0 0,-1 1 0 0 0,-2-4-1 0 0,-1-6-32 0 0,-1 1-1 0 0,0 0 1 0 0,-1 1-1 0 0,0-1 1 0 0,-1 1-1 0 0,0 1 1 0 0,-1-1-1 0 0,0 1 1 0 0,-1 0-1 0 0,0 1 1 0 0,0 0-1 0 0,-1 1 1 0 0,0-1-1 0 0,0 2 1 0 0,-13-8-1 0 0,16 11 47 0 0,0 0 0 0 0,-1 1 1 0 0,1 0-1 0 0,-1 0 0 0 0,1 0 0 0 0,-1 1 1 0 0,0 0-1 0 0,0 0 0 0 0,0 1 0 0 0,0 0 0 0 0,0 1 1 0 0,0-1-1 0 0,0 2 0 0 0,0-1 0 0 0,0 1 0 0 0,0 0 1 0 0,0 1-1 0 0,0 0 0 0 0,0 0 0 0 0,0 1 1 0 0,1-1-1 0 0,-1 2 0 0 0,1-1 0 0 0,0 1 0 0 0,-7 5 1 0 0,8-1-38 0 0,2 7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4.5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20 9830 0 0,'-18'-5'228'0'0,"2"-2"-137"0"0,-2-1 136 0 0,122 98 1222 0 0,416 269 3006 0 0,-451-315-3818 0 0,-54-39-455 0 0,13-11-137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4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 71 9830 0 0,'-9'-19'0'0'0,"-23"-28"0"0"0,32 47 0 0 0,0 0 0 0 0,0-1 0 0 0,0 1 0 0 0,0 0 0 0 0,0 0 0 0 0,0 0 0 0 0,0 0 0 0 0,0-1 0 0 0,0 1 0 0 0,0 0 0 0 0,0 0 0 0 0,0 0 0 0 0,0 0 0 0 0,0-1 0 0 0,0 1 0 0 0,-1 0 0 0 0,1 0 0 0 0,0 0 0 0 0,0 0 0 0 0,0 0 0 0 0,0-1 0 0 0,0 1 0 0 0,0 0 0 0 0,0 0 0 0 0,0 0 0 0 0,-1 0 0 0 0,1 0 0 0 0,0 0 0 0 0,0 0 0 0 0,0-1 0 0 0,0 1 0 0 0,-1 0 0 0 0,1 0 0 0 0,0 0 0 0 0,0 0 0 0 0,0 0 0 0 0,0 0 0 0 0,0 0 0 0 0,-1 0 0 0 0,1 0 0 0 0,0 0 0 0 0,0 0 0 0 0,0 0 0 0 0,-1 0 0 0 0,1 0 0 0 0,0 0 0 0 0,0 0 0 0 0,0 0 0 0 0,0 0 0 0 0,-1 0 0 0 0,1 0 0 0 0,0 0 0 0 0,0 1 0 0 0,0-1 0 0 0,0 0 0 0 0,0 0 0 0 0,-1 0 0 0 0,1 0 0 0 0,0 0 0 0 0,0 0 0 0 0,0 0 0 0 0,0 1 0 0 0,-3 4 32 0 0,1 1-1 0 0,1 0 1 0 0,-1 0-1 0 0,1-1 1 0 0,0 1 0 0 0,0 0-1 0 0,1 0 1 0 0,0 0-1 0 0,0 9 1 0 0,8 68 532 0 0,-3-41-352 0 0,3 90 738 0 0,4 51 239 0 0,-9-144-916 0 0,1-28-182 0 0,9-4 137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25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391 66 9830 0 0,'6'-38'0'0'0,"-7"22"0"0"0,1 15 0 0 0,0 1 0 0 0,0-1 0 0 0,0 1 0 0 0,0-1 0 0 0,0 1 0 0 0,0-1 0 0 0,-1 1 0 0 0,1-1 0 0 0,0 1 0 0 0,0-1 0 0 0,-1 1 0 0 0,1-1 0 0 0,0 1 0 0 0,0 0 0 0 0,-1-1 0 0 0,1 1 0 0 0,0-1 0 0 0,-1 1 0 0 0,1 0 0 0 0,-1-1 0 0 0,1 1 0 0 0,0 0 0 0 0,-1 0 0 0 0,1-1 0 0 0,-1 1 0 0 0,1 0 0 0 0,-1 0 0 0 0,1 0 0 0 0,-1 0 0 0 0,1-1 0 0 0,-1 1 0 0 0,1 0 0 0 0,-1 0 0 0 0,1 0 0 0 0,-1 0 0 0 0,1 0 0 0 0,-1 0 0 0 0,0 0 0 0 0,-7 2 61 0 0,0 0 0 0 0,0 1 0 0 0,0-1-1 0 0,1 2 1 0 0,-1-1 0 0 0,1 1 0 0 0,0 0 0 0 0,-1 0 0 0 0,2 1 0 0 0,-1 0-1 0 0,1 0 1 0 0,-1 1 0 0 0,-9 11 0 0 0,6-6 57 0 0,0 0 1 0 0,1 0 0 0 0,1 1-1 0 0,-1 0 1 0 0,2 1-1 0 0,0 0 1 0 0,-10 25-1 0 0,15-31-58 0 0,0 0 0 0 0,1 0-1 0 0,0 0 1 0 0,1 0-1 0 0,-1 0 1 0 0,2 0 0 0 0,-1 0-1 0 0,1 0 1 0 0,0 0 0 0 0,0 0-1 0 0,0 0 1 0 0,1 0-1 0 0,0-1 1 0 0,6 12 0 0 0,4 7 303 0 0,2-1 0 0 0,25 35 0 0 0,3 6 243 0 0,-22-30-242 0 0,-14-18-182 0 0,-11 1-72 0 0,1-13-45 0 0,0 1 0 0 0,0-1 1 0 0,-1 0-1 0 0,1 0 1 0 0,-1 0-1 0 0,-1 0 0 0 0,1-1 1 0 0,-1 0-1 0 0,1 0 0 0 0,-1-1 1 0 0,-12 6-1 0 0,-82 31 849 0 0,65-28-607 0 0,-80 32 740 0 0,106-40-1047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2.0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24 9830 0 0,'10'-6'0'0'0,"5"-3"0"0"0,1 1 46 0 0,10 8 181 0 0,668 104 4641 0 0,-578-75-3694 0 0,-2 5-1 0 0,110 50 1 0 0,151 45 2104 0 0,-125-51-1387 0 0,133 34 662 0 0,-231-54-2553 0 0,-151-54 0 0 0,-10 0 0 0 0,-11 2 0 0 0,-93 20 0 0 0,60-12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2.8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70 9830 0 0,'-20'3'46'0'0,"0"-1"136"0"0,5-5-137 0 0,15 2-43 0 0,0 0 0 0 0,-1 1 0 0 0,1-1 0 0 0,0 0 1 0 0,0 0-1 0 0,0 1 0 0 0,-1-1 0 0 0,1 0 0 0 0,0 0 0 0 0,0 0 0 0 0,0 1 0 0 0,0-1 0 0 0,1 0 0 0 0,-1 0 0 0 0,0 1 0 0 0,0-1 0 0 0,0 0 0 0 0,1 0 0 0 0,-1 1 1 0 0,0-1-1 0 0,1-1 0 0 0,2-2 37 0 0,1 1 0 0 0,-1-1 0 0 0,1 1 0 0 0,-1 0 1 0 0,1 0-1 0 0,0 0 0 0 0,0 1 0 0 0,1-1 0 0 0,-1 1 0 0 0,0 0 1 0 0,1 0-1 0 0,7-2 0 0 0,0 0 152 0 0,1 1 0 0 0,-1 0 1 0 0,23-2-1 0 0,-27 5-127 0 0,-1-1 0 0 0,1 1-1 0 0,-1 0 1 0 0,1 1 0 0 0,0 0 0 0 0,-1 0-1 0 0,1 1 1 0 0,13 5 0 0 0,-19-6-37 0 0,1 0 0 0 0,0 0 0 0 0,-1 1 0 0 0,1 0 0 0 0,-1-1 0 0 0,0 1 1 0 0,1 0-1 0 0,-1 0 0 0 0,0 0 0 0 0,0 0 0 0 0,0 1 0 0 0,0-1 0 0 0,-1 1 0 0 0,1-1 0 0 0,-1 1 0 0 0,2 3 0 0 0,-1 0 24 0 0,-1-1-1 0 0,0 1 1 0 0,-1 0-1 0 0,1 0 0 0 0,-1 0 1 0 0,0 1-1 0 0,-1-1 1 0 0,1 0-1 0 0,-1-1 0 0 0,0 1 1 0 0,-1 0-1 0 0,0 0 1 0 0,0 0-1 0 0,0-1 0 0 0,0 1 1 0 0,-7 10-1 0 0,-77 122 1156 0 0,10-18-142 0 0,73-114-1002 0 0,0 0 0 0 0,0-1 0 0 0,1 1 0 0 0,0 1 1 0 0,0-1-1 0 0,0 0 0 0 0,-1 13 0 0 0,3-16-44 0 0,0-1 1 0 0,0 1-1 0 0,0 0 0 0 0,0 0 1 0 0,0-1-1 0 0,1 1 1 0 0,-1 0-1 0 0,1-1 0 0 0,0 1 1 0 0,0-1-1 0 0,0 1 0 0 0,0-1 1 0 0,0 1-1 0 0,1-1 1 0 0,-1 0-1 0 0,1 0 0 0 0,0 0 1 0 0,-1 1-1 0 0,4 1 0 0 0,4 3 99 0 0,0 0-1 0 0,1-1 0 0 0,-1-1 0 0 0,1 1 0 0 0,1-2 1 0 0,-1 1-1 0 0,0-2 0 0 0,1 1 0 0 0,20 3 0 0 0,11 0 386 0 0,50 2-1 0 0,-88-9-459 0 0,18 2 49 0 0,6-1 91 0 0,0 1-91 0 0,-2-2 91 0 0,-8 1-91 0 0,-1-1 91 0 0,-6-7-91 0 0,-4-4 137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3.7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429 32 9830 0 0,'18'-6'228'0'0,"-3"0"-137"0"0,-1-2 136 0 0,-1 2 1 0 0,-13 6-226 0 0,0-1 1 0 0,0 1-1 0 0,0 0 1 0 0,0 0 0 0 0,-1 0-1 0 0,1 0 1 0 0,0 0-1 0 0,0 0 1 0 0,0 0-1 0 0,0 0 1 0 0,0 0-1 0 0,0 0 1 0 0,0 0 0 0 0,-1 0-1 0 0,1-1 1 0 0,0 1-1 0 0,0 0 1 0 0,0 0-1 0 0,0 0 1 0 0,0 0-1 0 0,0 0 1 0 0,0 0 0 0 0,0-1-1 0 0,0 1 1 0 0,0 0-1 0 0,0 0 1 0 0,0 0-1 0 0,0 0 1 0 0,0 0-1 0 0,0 0 1 0 0,0-1 0 0 0,0 1-1 0 0,0 0 1 0 0,0 0-1 0 0,0 0 1 0 0,0 0-1 0 0,0 0 1 0 0,0-1-1 0 0,0 1 1 0 0,0 0 0 0 0,0 0-1 0 0,0 0 1 0 0,-46 5 414 0 0,0 2 1 0 0,1 2 0 0 0,0 3-1 0 0,1 1 1 0 0,-54 23 0 0 0,37-12 14 0 0,44-16-250 0 0,5-2-91 0 0,-4 0 136 0 0,-2-1 1 0 0,0 0-137 0 0,9 6 91 0 0,13 51 201 0 0,-2-50-281 0 0,0-1 0 0 0,1 0 0 0 0,0 0 0 0 0,0-1 0 0 0,1 1 0 0 0,1-1 0 0 0,-1 1 0 0 0,2-1 0 0 0,0-1 0 0 0,0 1 0 0 0,0-1 0 0 0,15 15 0 0 0,2-1 224 0 0,1-2 0 0 0,1-1 0 0 0,30 18 0 0 0,-25-18-111 0 0,-23-14-131 0 0,0 0 0 0 0,-1 1 0 0 0,0-1 0 0 0,0 1-1 0 0,0 0 1 0 0,-1 1 0 0 0,0-1 0 0 0,0 1 0 0 0,-1 0 0 0 0,0 0-1 0 0,0 1 1 0 0,-1-1 0 0 0,0 1 0 0 0,-1 0 0 0 0,0 0 0 0 0,0-1-1 0 0,-1 1 1 0 0,0 15 0 0 0,-1-18-27 0 0,-1 0 0 0 0,0 0 0 0 0,0-1 0 0 0,0 1 0 0 0,-1 0-1 0 0,0-1 1 0 0,0 1 0 0 0,-1-1 0 0 0,0 1 0 0 0,0-1 0 0 0,0 0 0 0 0,0 0 0 0 0,-1-1 0 0 0,1 1-1 0 0,-1-1 1 0 0,-1 0 0 0 0,1 0 0 0 0,0 0 0 0 0,-1 0 0 0 0,0-1 0 0 0,0 1 0 0 0,0-1 0 0 0,-6 2-1 0 0,-12 10 93 0 0,14-11-78 0 0,-15 1 74 0 0,4-1 37 0 0,-95 15 910 0 0,82-5-1001 0 0,14-6 136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4.6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535 22 9830 0 0,'10'-8'0'0'0,"1"1"0"0"0,-3 0 0 0 0,-65 59 565 0 0,-186 221 1953 0 0,147-162-1628 0 0,-13 27 752 0 0,98-127-1597 0 0,-3-6 1 0 0,-5-8 136 0 0,5-7-137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5.2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0 159 9830 0 0,'1'-6'31'0'0,"1"0"-1"0"0,0 0 1 0 0,0 0-1 0 0,1 0 1 0 0,-1 0 0 0 0,1 1-1 0 0,1-1 1 0 0,-1 1-1 0 0,1 0 1 0 0,0 0-1 0 0,0 0 1 0 0,0 0 0 0 0,1 1-1 0 0,-1-1 1 0 0,11-6-1 0 0,3-2 110 0 0,1 2-1 0 0,0 0 0 0 0,25-11 1 0 0,-27 16-49 0 0,8 3 91 0 0,-24 3-176 0 0,0 0-1 0 0,1 0 1 0 0,-1 1 0 0 0,0-1-1 0 0,1 1 1 0 0,-1-1 0 0 0,0 1-1 0 0,0-1 1 0 0,1 1 0 0 0,-1 0-1 0 0,0-1 1 0 0,0 1 0 0 0,0 0 0 0 0,0 0-1 0 0,2 1 1 0 0,-2 1 41 0 0,1 1 1 0 0,-1-1-1 0 0,0 0 0 0 0,0 1 0 0 0,0-1 1 0 0,0 0-1 0 0,0 1 0 0 0,-1-1 1 0 0,0 1-1 0 0,0-1 0 0 0,0 1 0 0 0,0 0 1 0 0,0-1-1 0 0,0 1 0 0 0,-1-1 1 0 0,0 1-1 0 0,0-1 0 0 0,0 0 1 0 0,0 1-1 0 0,-2 3 0 0 0,-36 75 531 0 0,31-66-398 0 0,-2 2-39 0 0,5-10-67 0 0,1 1 0 0 0,0 0 0 0 0,0 0 0 0 0,1 0 0 0 0,0 0 0 0 0,-2 10 1 0 0,3-7 107 0 0,4 1-137 0 0,-2-12-37 0 0,0 0 1 0 0,0 0-1 0 0,1 0 0 0 0,-1 0 0 0 0,0 0 0 0 0,0 0 1 0 0,1 0-1 0 0,-1 0 0 0 0,0 0 0 0 0,1 0 0 0 0,-1 0 1 0 0,1 0-1 0 0,-1 0 0 0 0,1 0 0 0 0,0 0 0 0 0,-1-1 1 0 0,1 1-1 0 0,0 0 0 0 0,-1 0 0 0 0,1-1 0 0 0,0 1 1 0 0,0 0-1 0 0,0-1 0 0 0,0 1 0 0 0,0-1 1 0 0,-1 1-1 0 0,1-1 0 0 0,0 0 0 0 0,2 1 0 0 0,0 0 68 0 0,12 3 34 0 0,9 1 72 0 0,5-2-91 0 0,5-3 136 0 0,-3-2 46 0 0,-4-1-45 0 0,-4 2-137 0 0,-1-1 91 0 0,1-1-72 0 0,-8-4 147 0 0,-6-3-192 0 0,-2 1-65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4:55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135 80 9830 0 0,'-4'-14'0'0'0,"9"0"0"0"0,38-20 228 0 0,-27 27-137 0 0,10 0 155 0 0,0 4 103 0 0,11 4 58 0 0,-29 2-356 0 0,-2 0 10 0 0,-5-3-58 0 0,0 0-1 0 0,1 1 1 0 0,-1-1-1 0 0,0 0 1 0 0,0 0-1 0 0,0 1 1 0 0,0-1 0 0 0,1 0-1 0 0,-1 1 1 0 0,0-1-1 0 0,0 1 1 0 0,0 0-1 0 0,0-1 1 0 0,0 1 0 0 0,0 0-1 0 0,0 0 1 0 0,0-1-1 0 0,-1 1 1 0 0,1 0-1 0 0,0 0 1 0 0,0 0 0 0 0,-1 0-1 0 0,1 0 1 0 0,1 2-1 0 0,-1 0 25 0 0,0-3-11 0 0,-1 1 0 0 0,1 0 1 0 0,0 0-1 0 0,0 0 0 0 0,-1 0 0 0 0,1 0 0 0 0,0 0 1 0 0,-1 0-1 0 0,1 0 0 0 0,-1 0 0 0 0,1 0 0 0 0,-1 0 0 0 0,0 0 1 0 0,1 0-1 0 0,-1 1 0 0 0,0-1 0 0 0,0 0 0 0 0,0 0 1 0 0,0 0-1 0 0,0 0 0 0 0,0 1 0 0 0,0-1 0 0 0,0 0 1 0 0,-1 2-1 0 0,1-1 34 0 0,-9 50 382 0 0,3-41-354 0 0,1-4 49 0 0,-1 29-14 0 0,4-19 69 0 0,2-16-180 0 0,0 0 1 0 0,0-1-1 0 0,0 1 0 0 0,-1 0 0 0 0,1 0 0 0 0,0 0 0 0 0,0 0 0 0 0,1 0 0 0 0,-1 0 1 0 0,0 0-1 0 0,0 0 0 0 0,0 0 0 0 0,1 0 0 0 0,-1 0 0 0 0,0 0 0 0 0,1 0 0 0 0,-1 0 0 0 0,1 0 1 0 0,-1 0-1 0 0,1 0 0 0 0,-1-1 0 0 0,1 1 0 0 0,-1 0 0 0 0,1 0 0 0 0,0-1 0 0 0,0 1 0 0 0,-1 0 1 0 0,1-1-1 0 0,0 1 0 0 0,0-1 0 0 0,1 1 0 0 0,-1 0 21 0 0,25 22 453 0 0,-21-19-425 0 0,1 0 1 0 0,0 1-1 0 0,-1 0 0 0 0,0 1 1 0 0,0-1-1 0 0,0 1 1 0 0,4 6-1 0 0,-1 2-5 0 0,-10-1 136 0 0,-1-9-128 0 0,0-1 0 0 0,-1 1 1 0 0,0-1-1 0 0,1 0 0 0 0,-1 0 0 0 0,0 0 1 0 0,-1 0-1 0 0,1-1 0 0 0,0 1 1 0 0,-8 2-1 0 0,-58 18 378 0 0,25-8 44 0 0,-5 7 54 0 0,1 1 1 0 0,-47 32-1 0 0,59-32-238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16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 78 9830 0 0,'-5'-1'68'0'0,"0"0"65"0"0,-19-23-61 0 0,19 15-26 0 0,3-2 136 0 0,6-2-137 0 0,6 3 1 0 0,12 3 136 0 0,-13 6-106 0 0,1 1 1 0 0,0 0-1 0 0,0 0 1 0 0,0 1-1 0 0,0 0 1 0 0,0 1-1 0 0,0 0 1 0 0,-1 0-1 0 0,16 7 1 0 0,12 6 414 0 0,36 22 1 0 0,-57-29-310 0 0,873 405 6380 0 0,-706-344-5275 0 0,301 99 2182 0 0,-314-121-2288 0 0,310 45 0 0 0,-325-71-1181 0 0,232 61 0 0 0,-159-26 0 0 0,123 38 0 0 0,-253-66 0 0 0,-98-27 0 0 0,0-1 0 0 0,1 0 0 0 0,-1 0 0 0 0,0 0 0 0 0,1 0 0 0 0,-1 1 0 0 0,0-1 0 0 0,0 0 0 0 0,1 0 0 0 0,-1 0 0 0 0,0 1 0 0 0,0-1 0 0 0,0 0 0 0 0,0 0 0 0 0,1 1 0 0 0,-1-1 0 0 0,0 0 0 0 0,0 0 0 0 0,0 1 0 0 0,0-1 0 0 0,0 0 0 0 0,0 1 0 0 0,1-1 0 0 0,-1 0 0 0 0,0 1 0 0 0,0-1 0 0 0,0 0 0 0 0,0 0 0 0 0,0 1 0 0 0,0-1 0 0 0,0 0 0 0 0,0 1 0 0 0,-1-1 0 0 0,1 0 0 0 0,0 1 0 0 0,0-1 0 0 0,0 0 0 0 0,0 0 0 0 0,0 1 0 0 0,0-1 0 0 0,-1 0 0 0 0,1 1 0 0 0,0-1 0 0 0,0 0 0 0 0,0 0 0 0 0,-1 0 0 0 0,1 1 0 0 0,0-1 0 0 0,0 0 0 0 0,-1 0 0 0 0,1 0 0 0 0,0 1 0 0 0,0-1 0 0 0,-1 0 0 0 0,1 0 0 0 0,0 0 0 0 0,-1 0 0 0 0,-11 10 0 0 0,8-8 0 0 0,0 0 0 0 0,0 0 0 0 0,0 0 0 0 0,0-1 0 0 0,-1 0 0 0 0,1 1 0 0 0,0-1 0 0 0,-5 0 0 0 0,-5 2 0 0 0,-3 0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16.9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67 9830 0 0,'-7'-12'0'0'0,"2"-1"0"0"0,6-4 0 0 0,0 16 1 0 0,8-8 74 0 0,24 0 122 0 0,-17 6-75 0 0,0 2 0 0 0,1 0 0 0 0,-1 1 0 0 0,0 0-1 0 0,0 2 1 0 0,0 0 0 0 0,0 0 0 0 0,0 2 0 0 0,0 0 0 0 0,-1 0 0 0 0,1 2-1 0 0,-1 0 1 0 0,23 13 0 0 0,-36-18-109 0 0,0 1 0 0 0,-1-1 0 0 0,1 1 0 0 0,-1-1 0 0 0,0 1 0 0 0,1 0 0 0 0,-1-1 0 0 0,0 1 0 0 0,0 0 0 0 0,0 0 0 0 0,0 0 0 0 0,-1 0 0 0 0,1 0 0 0 0,0 0 0 0 0,-1 0 0 0 0,1 0 0 0 0,-1 0 0 0 0,0 0 0 0 0,0 0 0 0 0,0 0 0 0 0,0 0 0 0 0,0 1 0 0 0,0-1 0 0 0,0 0 0 0 0,-1 0 0 0 0,1 0 0 0 0,-2 3 0 0 0,-3 5 82 0 0,-1 1 0 0 0,0-1-1 0 0,-1 0 1 0 0,0-1 0 0 0,0 0 0 0 0,-1 0-1 0 0,-1 0 1 0 0,1-1 0 0 0,-16 11 0 0 0,-13 15 458 0 0,30-28-500 0 0,2-1 27 0 0,0 0 1 0 0,0 0 0 0 0,0 1-1 0 0,1-1 1 0 0,0 1 0 0 0,-5 8-1 0 0,8-11-65 0 0,0 0 0 0 0,1-1-1 0 0,-1 1 1 0 0,0 0 0 0 0,1 0-1 0 0,0-1 1 0 0,0 1-1 0 0,0 0 1 0 0,0 0 0 0 0,0 0-1 0 0,0 0 1 0 0,1-1 0 0 0,-1 1-1 0 0,1 0 1 0 0,0 0-1 0 0,0-1 1 0 0,0 1 0 0 0,0-1-1 0 0,3 5 1 0 0,72 114 1317 0 0,-8-15-299 0 0,-67-105-1018 0 0,-1 1 1 0 0,1 0-1 0 0,0-1 0 0 0,0 1 1 0 0,-1 0-1 0 0,1 0 0 0 0,-1-1 1 0 0,0 1-1 0 0,1 0 0 0 0,-1 0 0 0 0,0 0 1 0 0,0 0-1 0 0,0-1 0 0 0,0 1 1 0 0,0 0-1 0 0,-1 0 0 0 0,1 0 1 0 0,-1 0-1 0 0,1-1 0 0 0,-1 1 1 0 0,1 0-1 0 0,-1-1 0 0 0,0 1 1 0 0,0 0-1 0 0,0-1 0 0 0,0 1 1 0 0,0-1-1 0 0,0 1 0 0 0,0-1 0 0 0,-1 0 1 0 0,1 1-1 0 0,-1-1 0 0 0,-2 2 1 0 0,-3 2 78 0 0,0-1 1 0 0,0 0 0 0 0,0 0 0 0 0,-1-1-1 0 0,-8 4 1 0 0,13-6-92 0 0,-1 0 4 0 0,-16 4 284 0 0,-24-2-88 0 0,34-1-166 0 0,6-1-11 0 0,0 0-1 0 0,0 0 1 0 0,0-1-1 0 0,0 0 1 0 0,1 0 0 0 0,-1 0-1 0 0,0 0 1 0 0,0-1-1 0 0,0 1 1 0 0,-4-2-1 0 0,-38-6 224 0 0,41 5-225 0 0,-5-6 22 0 0,10-6 136 0 0,8-2-136 0 0,6 9-1 0 0,14 3 183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17.6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387 270 9830 0 0,'1'-12'0'0'0,"2"0"0"0"0,-1-1 0 0 0,-1 1 0 0 0,3 1 46 0 0,0 1-26 0 0,-1 1 1 0 0,1 0 0 0 0,-2-1 0 0 0,1 0 0 0 0,-1 0 0 0 0,-1 1 0 0 0,0-1-1 0 0,0 0 1 0 0,-1 0 0 0 0,-1-12 0 0 0,1 18-21 0 0,0 0 1 0 0,-1 0 0 0 0,1 0-1 0 0,-1 0 1 0 0,0 0 0 0 0,0 1-1 0 0,0-1 1 0 0,-1 0-1 0 0,0 1 1 0 0,1-1 0 0 0,-1 1-1 0 0,0-1 1 0 0,-1 1-1 0 0,1 0 1 0 0,0 0 0 0 0,-1 0-1 0 0,0 0 1 0 0,0 0-1 0 0,0 1 1 0 0,0-1 0 0 0,0 1-1 0 0,0 0 1 0 0,-1 0-1 0 0,1 0 1 0 0,-5-1 0 0 0,6 1 17 0 0,0 1 1 0 0,0 0 0 0 0,0 1 0 0 0,0-1-1 0 0,0 0 1 0 0,0 1 0 0 0,0-1 0 0 0,0 1-1 0 0,0-1 1 0 0,0 1 0 0 0,-1 0 0 0 0,1 0 0 0 0,0 0-1 0 0,0 0 1 0 0,0 1 0 0 0,-1-1 0 0 0,1 0-1 0 0,0 1 1 0 0,0 0 0 0 0,-3 1 0 0 0,-2 1 35 0 0,1-2 4 0 0,-1 0 1 0 0,1 1-1 0 0,0 0 0 0 0,0 0 1 0 0,0 1-1 0 0,0-1 1 0 0,1 1-1 0 0,-1 1 0 0 0,1-1 1 0 0,0 1-1 0 0,-1 0 0 0 0,2 0 1 0 0,-1 0-1 0 0,0 1 0 0 0,1-1 1 0 0,0 1-1 0 0,0 1 1 0 0,0-1-1 0 0,1 0 0 0 0,0 1 1 0 0,0 0-1 0 0,0-1 0 0 0,-3 11 1 0 0,4-8 11 0 0,1-1 0 0 0,-1 1 0 0 0,1 0 1 0 0,0-1-1 0 0,1 1 0 0 0,0 0 0 0 0,0 0 0 0 0,1 0 1 0 0,0-1-1 0 0,0 1 0 0 0,1 0 0 0 0,0-1 0 0 0,0 1 0 0 0,1-1 1 0 0,0 0-1 0 0,0 0 0 0 0,0 0 0 0 0,8 11 0 0 0,69 117 1162 0 0,-71-118-1068 0 0,-1 1-1 0 0,0 0 0 0 0,-1 0 0 0 0,-1 0 1 0 0,-1 1-1 0 0,4 34 0 0 0,-8-50-138 0 0,-1 1 1 0 0,0-1-1 0 0,0 1 1 0 0,0-1 0 0 0,-1 1-1 0 0,1-1 1 0 0,-1 1-1 0 0,0-1 1 0 0,0 0-1 0 0,0 1 1 0 0,0-1-1 0 0,-1 0 1 0 0,1 0-1 0 0,-1 0 1 0 0,0 0-1 0 0,0 0 1 0 0,0 0-1 0 0,0 0 1 0 0,-1-1-1 0 0,1 1 1 0 0,-1-1-1 0 0,1 1 1 0 0,-1-1 0 0 0,0 0-1 0 0,-4 2 1 0 0,-4 2 123 0 0,-1 0 0 0 0,1-1 0 0 0,-1 0 0 0 0,-22 5 0 0 0,33-10-147 0 0,-6 4 34 0 0,-30 1 242 0 0,2-6-54 0 0,-8-4-71 0 0,36 2-92 0 0,1-1-6 0 0,-10-2 53 0 0,-14-4 200 0 0,6-5-33 0 0,16 10-272 0 0,-3-3-3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18.1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871 130 9830 0 0,'-20'-5'135'0'0,"-1"1"0"0"0,1 1 0 0 0,0 1-1 0 0,-1 1 1 0 0,0 1 0 0 0,1 0 0 0 0,-1 2 0 0 0,1 0 0 0 0,0 1 0 0 0,-1 2-1 0 0,1 0 1 0 0,1 1 0 0 0,-1 0 0 0 0,1 2 0 0 0,0 1 0 0 0,-30 18-1 0 0,15-6 196 0 0,2 1 0 0 0,0 1 0 0 0,2 2-1 0 0,0 2 1 0 0,2 0 0 0 0,1 2 0 0 0,-43 59-1 0 0,40-43 115 0 0,3 2 0 0 0,1 0 0 0 0,3 2 0 0 0,-24 71 0 0 0,32-77-59 0 0,2 1 0 0 0,2 0-1 0 0,2 1 1 0 0,2 0 0 0 0,-2 85 0 0 0,9-101-161 0 0,2 0 1 0 0,0-1-1 0 0,2 1 1 0 0,1-1-1 0 0,1 0 1 0 0,2 0-1 0 0,1-1 0 0 0,1 0 1 0 0,1-1-1 0 0,20 35 1 0 0,-12-30-11 0 0,3-1-1 0 0,0-1 1 0 0,2-1 0 0 0,1-1 0 0 0,1-1 0 0 0,2-1 0 0 0,0-2 0 0 0,1 0 0 0 0,2-2-1 0 0,47 25 1 0 0,-40-28 20 0 0,2 0 0 0 0,-1-3-1 0 0,2-1 1 0 0,0-2 0 0 0,1-2-1 0 0,-1-1 1 0 0,2-3 0 0 0,73 3 0 0 0,-46-9-446 0 0,0-3 1 0 0,0-3-1 0 0,0-3 1 0 0,-1-4-1 0 0,105-31 0 0 0,-132 30 66 0 0,-2-2-1 0 0,0-1 0 0 0,-1-2 0 0 0,0-2 0 0 0,-2-2 1 0 0,-1-1-1 0 0,0-2 0 0 0,-2-1 0 0 0,-1-1 0 0 0,35-41 1 0 0,-32 25-298 0 0,-2-1 1 0 0,-2-2 0 0 0,-2-2 0 0 0,-2 0-1 0 0,-2-2 1 0 0,-3-1 0 0 0,21-66-1 0 0,-25 55-41 0 0,-3 0-1 0 0,-3-1 1 0 0,-2-1 0 0 0,-3 1-1 0 0,-3-2 1 0 0,-4-71-1 0 0,-2 114 298 0 0,-1-1 0 0 0,-1 1 0 0 0,-1-1 0 0 0,-1 1 0 0 0,-1 0-1 0 0,-1 0 1 0 0,-1 1 0 0 0,-1 0 0 0 0,-1 1 0 0 0,-24-39 0 0 0,21 43 22 0 0,0 0 0 0 0,-1 1 0 0 0,-1 0 0 0 0,-1 1 0 0 0,0 1 0 0 0,-1 1 0 0 0,0 0 0 0 0,-1 1 0 0 0,0 1 0 0 0,-1 1 0 0 0,0 0 0 0 0,-28-9 0 0 0,-4 4 225 0 0,-1 1 0 0 0,0 3 0 0 0,-1 2 0 0 0,0 2 0 0 0,0 3 0 0 0,-1 2 0 0 0,1 3 0 0 0,-98 12 0 0 0,-22 16 1854 0 0,-224 66-1 0 0,302-69-1333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2.3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714 81 9830 0 0,'10'-14'0'0'0,"-6"8"0"0"0,0 1 0 0 0,0-1 0 0 0,-1 0 0 0 0,0 0 0 0 0,0-1 0 0 0,-1 1 0 0 0,3-11 0 0 0,-4 17 0 0 0,-1 0 0 0 0,0 0 0 0 0,0 0 0 0 0,0 0 0 0 0,0-1 0 0 0,0 1 0 0 0,0 0 0 0 0,0 0 0 0 0,0 0 0 0 0,1-1 0 0 0,-1 1 0 0 0,0 0 0 0 0,0 0 0 0 0,0-1 0 0 0,0 1 0 0 0,0 0 0 0 0,0 0 0 0 0,0 0 0 0 0,0-1 0 0 0,-1 1 0 0 0,1 0 0 0 0,0 0 0 0 0,0 0 0 0 0,0-1 0 0 0,0 1 0 0 0,0 0 0 0 0,0 0 0 0 0,0 0 0 0 0,0-1 0 0 0,0 1 0 0 0,-1 0 0 0 0,1 0 0 0 0,0 0 0 0 0,0 0 0 0 0,0-1 0 0 0,0 1 0 0 0,-1 0 0 0 0,1 0 0 0 0,0 0 0 0 0,0 0 0 0 0,0 0 0 0 0,0 0 0 0 0,-1 0 0 0 0,1 0 0 0 0,0-1 0 0 0,0 1 0 0 0,-1 0 0 0 0,1 0 0 0 0,0 0 0 0 0,0 0 0 0 0,0 0 0 0 0,-1 0 0 0 0,1 0 0 0 0,0 0 0 0 0,0 0 0 0 0,0 0 0 0 0,-1 1 0 0 0,1-1 0 0 0,0 0 0 0 0,-8 2 37 0 0,1 0 0 0 0,0 1 0 0 0,0-1 0 0 0,0 2 0 0 0,0-1 0 0 0,1 1 0 0 0,-1 0 0 0 0,1 0-1 0 0,0 1 1 0 0,-7 6 0 0 0,-68 68 706 0 0,46-44-472 0 0,-50 47 761 0 0,4 4 1 0 0,3 3-1 0 0,-67 102 0 0 0,112-135-511 0 0,19-31-27 0 0,-34 45-1 0 0,38-66-383 0 0,-18-8 117 0 0,1 1 47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2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87 9830 0 0,'-14'-9'46'0'0,"-2"-2"136"0"0,16 11-175 0 0,-1-1 0 0 0,1 1 1 0 0,-1-1-1 0 0,1 0 1 0 0,-1 1-1 0 0,1-1 0 0 0,-1 1 1 0 0,1-1-1 0 0,0 0 0 0 0,-1 1 1 0 0,1-1-1 0 0,0 0 1 0 0,-1 0-1 0 0,1 1 0 0 0,0-1 1 0 0,0 0-1 0 0,0 0 0 0 0,0 1 1 0 0,0-1-1 0 0,0 0 1 0 0,0 0-1 0 0,0 1 0 0 0,0-1 1 0 0,0 0-1 0 0,0 1 1 0 0,0-1-1 0 0,1 0 0 0 0,-1 0 1 0 0,0 1-1 0 0,1-1 0 0 0,-1 0 1 0 0,0 1-1 0 0,1-1 1 0 0,-1 0-1 0 0,1 1 0 0 0,0-1 1 0 0,11-12 83 0 0,0 7 33 0 0,0 2 1 0 0,0-1 0 0 0,0 2 0 0 0,0 0-1 0 0,0 0 1 0 0,1 1 0 0 0,-1 0-1 0 0,1 1 1 0 0,0 1 0 0 0,-1 0 0 0 0,1 1-1 0 0,-1 0 1 0 0,17 4 0 0 0,-14-2-10 0 0,0 0 1 0 0,-1 0 0 0 0,0 2 0 0 0,0 0 0 0 0,0 0-1 0 0,-1 2 1 0 0,0-1 0 0 0,0 2 0 0 0,0 0 0 0 0,-1 0 0 0 0,15 14-1 0 0,-24-20-87 0 0,-1 1 1 0 0,1 1-1 0 0,0-1 0 0 0,-1 0 0 0 0,0 1 0 0 0,0-1 0 0 0,0 1 0 0 0,0 0 1 0 0,0-1-1 0 0,-1 1 0 0 0,0 0 0 0 0,1 0 0 0 0,-2 0 0 0 0,1 0 0 0 0,0 0 1 0 0,-1 8-1 0 0,0-1 149 0 0,-2 1-1 0 0,1-1 1 0 0,-2 0 0 0 0,-4 17 0 0 0,4-22-119 0 0,1 1 0 0 0,0-1 0 0 0,0 1-1 0 0,0 0 1 0 0,1-1 0 0 0,0 1 0 0 0,1 0 0 0 0,-1 0 0 0 0,1 0 0 0 0,1 0-1 0 0,-1 0 1 0 0,1 0 0 0 0,0-1 0 0 0,1 1 0 0 0,-1 0 0 0 0,6 10 0 0 0,32 46 232 0 0,-25-44-6 0 0,-2 0-1 0 0,0 0 1 0 0,-2 1 0 0 0,0 1-1 0 0,10 30 1 0 0,-18-46-240 0 0,-1 0 0 0 0,0 1 0 0 0,0-1 1 0 0,-1 1-1 0 0,0-1 0 0 0,0 1 0 0 0,0 0 0 0 0,0-1 1 0 0,-1 1-1 0 0,0-1 0 0 0,0 1 0 0 0,0-1 0 0 0,-1 0 1 0 0,0 1-1 0 0,0-1 0 0 0,0 0 0 0 0,-1 0 0 0 0,0 0 1 0 0,0-1-1 0 0,0 1 0 0 0,0-1 0 0 0,-1 1 0 0 0,1-1 1 0 0,-1 0-1 0 0,0 0 0 0 0,-1-1 0 0 0,-4 4 0 0 0,1-3 54 0 0,-1 0-1 0 0,0-1 1 0 0,0 0-1 0 0,-10 2 0 0 0,18-5-83 0 0,-21 1 77 0 0,-19-3 239 0 0,34 1-275 0 0,-19-8 125 0 0,-4-5 142 0 0,13 6-322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3.3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320 5 9830 0 0,'-24'-5'46'0'0,"14"7"56"0"0,0 1 1 0 0,1 0-1 0 0,-1 0 1 0 0,1 1-1 0 0,0 0 1 0 0,-14 8-1 0 0,-54 37 472 0 0,72-46-547 0 0,-5 3 100 0 0,1 1 1 0 0,-1 1-1 0 0,1 0 0 0 0,1 0 0 0 0,-1 0 0 0 0,1 1 1 0 0,-7 11-1 0 0,13-17-84 0 0,0 0 0 0 0,0 0 0 0 0,0 1 0 0 0,1-1 1 0 0,-1 0-1 0 0,1 1 0 0 0,0 0 0 0 0,0-1 0 0 0,0 1 0 0 0,1 0 0 0 0,-1-1 0 0 0,1 1 0 0 0,0 0 1 0 0,0 0-1 0 0,0-1 0 0 0,0 1 0 0 0,1 0 0 0 0,0 0 0 0 0,-1-1 0 0 0,1 1 0 0 0,1-1 1 0 0,-1 1-1 0 0,0-1 0 0 0,1 1 0 0 0,4 5 0 0 0,6 8 184 0 0,0-1 0 0 0,2-1 1 0 0,23 20-1 0 0,-27-26-111 0 0,0 0-1 0 0,-1 0 1 0 0,1 0 0 0 0,-2 1 0 0 0,1 1 0 0 0,-2-1 0 0 0,1 1 0 0 0,-1 1-1 0 0,-1-1 1 0 0,9 25 0 0 0,-14-33-82 0 0,-1 1 1 0 0,0 0-1 0 0,0 0 0 0 0,0-1 0 0 0,0 1 1 0 0,0 0-1 0 0,-1-1 0 0 0,0 1 0 0 0,0 0 1 0 0,0-1-1 0 0,0 1 0 0 0,0-1 0 0 0,-1 0 1 0 0,0 1-1 0 0,1-1 0 0 0,-1 0 0 0 0,-1 0 1 0 0,1 0-1 0 0,0 0 0 0 0,-1 0 0 0 0,1-1 1 0 0,-1 1-1 0 0,0-1 0 0 0,0 1 0 0 0,0-1 1 0 0,0 0-1 0 0,-4 2 0 0 0,-4 3 128 0 0,0-1 0 0 0,-1 0 0 0 0,0-1 0 0 0,0 0 0 0 0,-1-1 1 0 0,-18 5-1 0 0,16-7-71 0 0,-15-1 143 0 0,22-5-233 0 0,5 1 37 0 0,1 3-21 0 0,1-1 0 0 0,0 1 0 0 0,-1-1 1 0 0,1 1-1 0 0,0-1 0 0 0,0 0 0 0 0,-1 0 0 0 0,1 1 1 0 0,0-1-1 0 0,0 0 0 0 0,0 0 0 0 0,0 0 0 0 0,0 0 1 0 0,0 0-1 0 0,1-1 0 0 0,-1 1 0 0 0,0 0 1 0 0,0 0-1 0 0,1 0 0 0 0,-1-1 0 0 0,1 1 0 0 0,-1 0 1 0 0,1-1-1 0 0,0 1 0 0 0,-1-1 0 0 0,1 1 1 0 0,0-3-1 0 0,0 2 1 0 0,-1-7-18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3.9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740 125 9830 0 0,'-27'4'219'0'0,"0"1"0"0"0,0 1-1 0 0,0 1 1 0 0,1 2 0 0 0,0 0 0 0 0,0 2 0 0 0,1 1-1 0 0,1 1 1 0 0,0 1 0 0 0,1 1 0 0 0,0 1 0 0 0,-39 36-1 0 0,18-9 351 0 0,1 2 1 0 0,2 1-1 0 0,2 3 0 0 0,-55 90 0 0 0,77-111-334 0 0,2 1 0 0 0,1 0-1 0 0,1 0 1 0 0,2 2 0 0 0,1-1 0 0 0,1 1 0 0 0,2 1 0 0 0,1-1 0 0 0,1 1 0 0 0,0 37-1 0 0,5-46-60 0 0,1 0 0 0 0,1 0 0 0 0,1 0 0 0 0,1 0-1 0 0,1 0 1 0 0,1-1 0 0 0,0 0 0 0 0,2 0 0 0 0,1-1-1 0 0,1 0 1 0 0,0 0 0 0 0,2-1 0 0 0,0-1-1 0 0,27 33 1 0 0,-13-25 99 0 0,1-1-1 0 0,0-1 1 0 0,2-2-1 0 0,1 0 0 0 0,1-2 1 0 0,0-2-1 0 0,2-1 1 0 0,0-1-1 0 0,1-2 1 0 0,1-1-1 0 0,0-2 0 0 0,0-1 1 0 0,2-2-1 0 0,52 7 1 0 0,-43-11-164 0 0,1-1 1 0 0,0-2-1 0 0,0-3 1 0 0,0-1 0 0 0,-1-2-1 0 0,1-3 1 0 0,-1-1-1 0 0,-1-3 1 0 0,1-1 0 0 0,-2-3-1 0 0,47-21 1 0 0,-61 20-360 0 0,-1-1 1 0 0,0-1-1 0 0,-1-1 1 0 0,-1-2-1 0 0,-1-1 1 0 0,0-1-1 0 0,-2-1 1 0 0,-1-1-1 0 0,-1-1 1 0 0,-2-1-1 0 0,0-1 0 0 0,-2-1 1 0 0,-1 0-1 0 0,-1-2 1 0 0,-1 0-1 0 0,-2 0 1 0 0,12-45-1 0 0,-12 28-108 0 0,-1-1 0 0 0,-3-1 0 0 0,-2 0 0 0 0,-2 0 0 0 0,-3 0 0 0 0,-1 0 0 0 0,-3-1 0 0 0,-2 1 0 0 0,-2 0 0 0 0,-2 0 0 0 0,-17-54 1 0 0,16 75 114 0 0,-1 0 0 0 0,-1 1 0 0 0,-1 1 1 0 0,-2 0-1 0 0,-24-37 0 0 0,28 50 105 0 0,-1 0 0 0 0,-1 0-1 0 0,0 1 1 0 0,-1 0-1 0 0,0 1 1 0 0,-1 1 0 0 0,-1 0-1 0 0,1 1 1 0 0,-2 0-1 0 0,-22-10 1 0 0,13 10 82 0 0,-1 1-1 0 0,0 2 1 0 0,0 0 0 0 0,-1 2-1 0 0,0 1 1 0 0,0 0 0 0 0,0 3-1 0 0,0 0 1 0 0,-42 5 0 0 0,33-1 327 0 0,0 3 0 0 0,1 1 1 0 0,0 2-1 0 0,0 1 0 0 0,1 1 1 0 0,-57 28-1 0 0,71-27-235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4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12 9830 0 0,'-21'-6'228'0'0,"4"0"-183"0"0,125 76 866 0 0,356 167 2473 0 0,-301-158-2130 0 0,138 60 908 0 0,209 110 1568 0 0,-389-184-2544 0 0,-116-58-1186 0 0,-5-7 7 0 0,1 1-1 0 0,-1 0 1 0 0,0 0-1 0 0,0 0 1 0 0,1 0-1 0 0,-1 0 1 0 0,0 0-1 0 0,0 0 1 0 0,0 0 0 0 0,0-1-1 0 0,0 1 1 0 0,0 0-1 0 0,-1 0 1 0 0,1 0-1 0 0,0 0 1 0 0,0 0-1 0 0,-1 0 1 0 0,1-1-1 0 0,0 1 1 0 0,-1 0-1 0 0,1 0 1 0 0,-1 0-1 0 0,1-1 1 0 0,-1 1-1 0 0,1 0 1 0 0,-1-1-1 0 0,0 1 1 0 0,1 0 0 0 0,-2 0-1 0 0,0 0 26 0 0,-21 29 286 0 0,8-13-45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5.0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116 4 9830 0 0,'-1'0'2'0'0,"1"-1"0"0"0,-1 1 0 0 0,0-1 0 0 0,1 1 0 0 0,-1 0-1 0 0,0-1 1 0 0,1 1 0 0 0,-1 0 0 0 0,0 0 0 0 0,1 0 0 0 0,-1-1 0 0 0,0 1 0 0 0,1 0 0 0 0,-1 0 0 0 0,0 0-1 0 0,0 0 1 0 0,1 0 0 0 0,-1 0 0 0 0,0 0 0 0 0,1 0 0 0 0,-1 1 0 0 0,0-1 0 0 0,0 0 0 0 0,-5 3 49 0 0,0 1 0 0 0,1-1 0 0 0,-1 1 0 0 0,1 0 1 0 0,0 0-1 0 0,0 1 0 0 0,1-1 0 0 0,-1 1 1 0 0,1 0-1 0 0,0 1 0 0 0,0-1 0 0 0,1 1 0 0 0,0-1 1 0 0,0 1-1 0 0,0 0 0 0 0,0 0 0 0 0,1 0 1 0 0,0 1-1 0 0,-1 6 0 0 0,-2 6 108 0 0,0 1 0 0 0,2-1 0 0 0,0 1 0 0 0,2 0 1 0 0,0 29-1 0 0,2-36-48 0 0,0 1 1 0 0,1-1-1 0 0,1 0 1 0 0,0 0-1 0 0,1 0 1 0 0,0 0 0 0 0,1-1-1 0 0,0 1 1 0 0,1-1-1 0 0,8 13 1 0 0,-11-21-75 0 0,0 0 0 0 0,0 1 0 0 0,1-1 1 0 0,-1-1-1 0 0,1 1 0 0 0,0-1 0 0 0,0 1 0 0 0,0-1 1 0 0,0 0-1 0 0,1 0 0 0 0,-1-1 0 0 0,1 1 0 0 0,0-1 1 0 0,0 0-1 0 0,-1-1 0 0 0,1 1 0 0 0,0-1 0 0 0,1 0 1 0 0,-1 0-1 0 0,0 0 0 0 0,0-1 0 0 0,0 0 0 0 0,0 0 1 0 0,1 0-1 0 0,-1 0 0 0 0,0-1 0 0 0,0 0 0 0 0,0 0 0 0 0,6-2 1 0 0,4-4 130 0 0,1 0 0 0 0,-1 0 1 0 0,-1-2-1 0 0,1 1 0 0 0,-1-2 1 0 0,-1 0-1 0 0,0-1 1 0 0,16-16-1 0 0,-8 8 81 0 0,40-29 1 0 0,-49 47-222 0 0,-10 4-13 0 0,1-1 0 0 0,-1 1-1 0 0,0-1 1 0 0,0 1 0 0 0,0 0 0 0 0,0 0 0 0 0,0 0 0 0 0,-1 0-1 0 0,1 0 1 0 0,-1 0 0 0 0,0 0 0 0 0,0 1 0 0 0,0-1 0 0 0,0 0-1 0 0,0 1 1 0 0,-1-1 0 0 0,0 7 0 0 0,4 70 449 0 0,-4-71-378 0 0,0 16-1 0 0,-1-5 14 0 0,1 0-1 0 0,0 0 1 0 0,2 0-1 0 0,1 0 1 0 0,6 26-1 0 0,-5-38-70 0 0,5 3-28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5.3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73 9830 0 0,'4'-13'15'0'0,"-3"10"-6"0"0,-1 0 0 0 0,1 0 0 0 0,0 0 0 0 0,0 0-1 0 0,0 1 1 0 0,0-1 0 0 0,0 0 0 0 0,1 1-1 0 0,-1-1 1 0 0,1 1 0 0 0,0-1 0 0 0,-1 1 0 0 0,1 0-1 0 0,0 0 1 0 0,0 0 0 0 0,1 0 0 0 0,-1 0 0 0 0,0 0-1 0 0,1 1 1 0 0,-1-1 0 0 0,1 1 0 0 0,-1-1-1 0 0,1 1 1 0 0,0 0 0 0 0,0 0 0 0 0,-1 0 0 0 0,1 1-1 0 0,0-1 1 0 0,0 1 0 0 0,0-1 0 0 0,0 1 0 0 0,0 0-1 0 0,4 0 1 0 0,0 0 47 0 0,1 0 0 0 0,0 0-1 0 0,-1 1 1 0 0,1 0 0 0 0,-1 0 0 0 0,1 1 0 0 0,-1 0-1 0 0,0 0 1 0 0,1 1 0 0 0,-1-1 0 0 0,0 2 0 0 0,-1-1-1 0 0,1 1 1 0 0,0 0 0 0 0,-1 0 0 0 0,0 1 0 0 0,0 0-1 0 0,-1 0 1 0 0,1 0 0 0 0,-1 1 0 0 0,0 0 0 0 0,0 0-1 0 0,-1 0 1 0 0,0 1 0 0 0,0-1 0 0 0,0 1-1 0 0,-1 0 1 0 0,0 0 0 0 0,-1 0 0 0 0,1 0 0 0 0,-1 1-1 0 0,-1-1 1 0 0,1 1 0 0 0,-1-1 0 0 0,-1 1 0 0 0,1 0-1 0 0,-1-1 1 0 0,0 1 0 0 0,-3 13 0 0 0,-3 0 165 0 0,0 0 1 0 0,-2 0-1 0 0,0 0 1 0 0,-18 31 0 0 0,12-25 167 0 0,-20 53 1 0 0,32-71-317 0 0,-1-1-1 0 0,1 1 1 0 0,1-1 0 0 0,0 1 0 0 0,0 0 0 0 0,0-1-1 0 0,1 1 1 0 0,1 0 0 0 0,-1 0 0 0 0,4 16-1 0 0,-3-22-38 0 0,1 1-1 0 0,-1 0 0 0 0,0 0 0 0 0,1-1 1 0 0,0 1-1 0 0,0-1 0 0 0,0 1 0 0 0,0-1 1 0 0,1 0-1 0 0,-1 0 0 0 0,1 0 0 0 0,0 0 1 0 0,0 0-1 0 0,0-1 0 0 0,0 1 1 0 0,0-1-1 0 0,4 2 0 0 0,0 0 24 0 0,0-1 1 0 0,0 0-1 0 0,0-1 1 0 0,1 0-1 0 0,-1 0 1 0 0,1 0-1 0 0,0-1 0 0 0,9 0 1 0 0,12-1 239 0 0,0-1 1 0 0,0-1 0 0 0,44-11-1 0 0,-73 13-295 0 0,102-20 644 0 0,-85 17-423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25.8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1273 141 9830 0 0,'-36'-10'263'0'0,"-1"2"0"0"0,0 1 0 0 0,0 2 0 0 0,0 1 0 0 0,0 2 0 0 0,-1 2 0 0 0,1 1 0 0 0,0 3 0 0 0,-1 0 0 0 0,2 2 0 0 0,-1 2 0 0 0,1 2 0 0 0,-40 15 0 0 0,21-3 204 0 0,1 3-1 0 0,1 1 0 0 0,2 4 0 0 0,0 1 1 0 0,2 2-1 0 0,2 3 0 0 0,-68 65 0 0 0,89-76-207 0 0,2 2 0 0 0,1 0 1 0 0,1 1-1 0 0,1 1 0 0 0,2 1 0 0 0,1 1 0 0 0,1 0 0 0 0,2 1 0 0 0,-13 38 0 0 0,21-47-86 0 0,1 0 1 0 0,1 1 0 0 0,0 0 0 0 0,2-1-1 0 0,1 2 1 0 0,2-1 0 0 0,0 0 0 0 0,1 0 0 0 0,1 0-1 0 0,1 0 1 0 0,2-1 0 0 0,0 1 0 0 0,1-1-1 0 0,15 35 1 0 0,-7-27-74 0 0,2 0 0 0 0,1-1-1 0 0,1-1 1 0 0,1 0-1 0 0,2-2 1 0 0,0 0 0 0 0,33 29-1 0 0,-19-24 156 0 0,2-1 0 0 0,1-2 0 0 0,1-1 0 0 0,77 39 0 0 0,-54-38-42 0 0,1-2-1 0 0,1-3 1 0 0,2-3 0 0 0,0-3 0 0 0,1-3 0 0 0,0-3 0 0 0,105 6 0 0 0,-92-15-398 0 0,1-4 1 0 0,-1-3 0 0 0,0-4 0 0 0,119-26-1 0 0,-147 20 15 0 0,0-1 0 0 0,-2-3 0 0 0,0-2 0 0 0,-1-2 0 0 0,-1-2 0 0 0,-2-2 0 0 0,77-57 0 0 0,-73 42-311 0 0,-2-3 1 0 0,-2-1 0 0 0,-2-3-1 0 0,-2-1 1 0 0,-3-2-1 0 0,-1-2 1 0 0,-3-1-1 0 0,-3-2 1 0 0,-1-1-1 0 0,-4-2 1 0 0,-2-1-1 0 0,-2 0 1 0 0,-3-2 0 0 0,-3 0-1 0 0,15-108 1 0 0,-30 149 314 0 0,-1-1 1 0 0,0 0 0 0 0,-2 0 0 0 0,0 0-1 0 0,-2 0 1 0 0,0 0 0 0 0,-2 0 0 0 0,0 1-1 0 0,-12-32 1 0 0,10 37 39 0 0,-1 1-1 0 0,-1-1 1 0 0,0 2 0 0 0,0-1 0 0 0,-2 1-1 0 0,1 0 1 0 0,-2 1 0 0 0,0 1 0 0 0,0 0-1 0 0,-2 0 1 0 0,1 1 0 0 0,-25-14-1 0 0,4 6-155 0 0,0 3-1 0 0,-1 1 1 0 0,-1 1-1 0 0,0 2 1 0 0,0 2-1 0 0,-2 1 1 0 0,1 2-1 0 0,-48-3 1 0 0,8 3 596 0 0,-1 4 0 0 0,-143 12 1 0 0,-145 50 2276 0 0,297-41-1745 0 0,-97 37 0 0 0,68-19-194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5:44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2731 101 9830 0 0,'-29'-4'311'0'0,"1"-1"-1"0"0,-55-16 1 0 0,75 19-265 0 0,-10-4 136 0 0,2 1-91 0 0,135 54 1456 0 0,79 8 384 0 0,3-8 0 0 0,1-8 0 0 0,2-10 0 0 0,410 9 0 0 0,-514-35-837 0 0,133 23-1 0 0,57 3 651 0 0,-233-30-1744 0 0,-1 2 0 0 0,0 2 0 0 0,0 3 0 0 0,-1 2 0 0 0,69 23 0 0 0,-105-28 0 0 0,0 0 0 0 0,-1-1 0 0 0,2-1 0 0 0,-1-1 0 0 0,32 0 0 0 0,11 1 0 0 0,586 122 0 0 0,-297-47 0 0 0,-218-58 0 0 0,235 4 0 0 0,32 16 0 0 0,-50-2 0 0 0,31-19 0 0 0,714 48 0 0 0,156-16 0 0 0,-1248-51 0 0 0,217-8 0 0 0,-172 4 0 0 0,1-3 0 0 0,69-17 0 0 0,-91 14 0 0 0,0-1 0 0 0,0-1 0 0 0,-1-2 0 0 0,-1 0 0 0 0,0-2 0 0 0,42-36 0 0 0,29-17 0 0 0,-72 57 0 0 0,-7 10 0 0 0,-13 4 0 0 0,0 0 0 0 0,-1 1 0 0 0,1-1 0 0 0,0 0 0 0 0,-1 1 0 0 0,0 0 0 0 0,1 0 0 0 0,-1 0 0 0 0,0 0 0 0 0,-1 1 0 0 0,1-1 0 0 0,0 1 0 0 0,-1-1 0 0 0,0 1 0 0 0,0 0 0 0 0,0 0 0 0 0,1 6 0 0 0,26 80 0 0 0,-25-75 0 0 0,113 561 0 0 0,-39-156 0 0 0,267 825 0 0 0,-289-1089 0 0 0,-8 2 0 0 0,-6 3 0 0 0,28 221 0 0 0,17 96 0 0 0,-52-316 0 0 0,-5-21 0 0 0,33 182 0 0 0,-46-100 0 0 0,-13-146 0 0 0,16 93 0 0 0,47 180 0 0 0,-62-337 0 0 0,0-3 0 0 0,7 53 0 0 0,-12-53 0 0 0,0 3 0 0 0,0-1 0 0 0,-2-1 0 0 0,-13-3 0 0 0,-35 4 0 0 0,0-3 0 0 0,-94 5 0 0 0,69-7 0 0 0,-213 31 0 0 0,36-4 0 0 0,-22 12 0 0 0,202-32 0 0 0,-68 16 0 0 0,-130 21 0 0 0,140-35 0 0 0,-11 3 0 0 0,-166 0 0 0 0,240-16 0 0 0,47-3 0 0 0,-8 0 0 0 0,-1 1 0 0 0,-29 2 0 0 0,-73 14 0 0 0,82-9 0 0 0,-38-1 0 0 0,-110-5 0 0 0,18-2 0 0 0,-821-20 0 0 0,928 16 0 0 0,-327-18 0 0 0,-280-11 0 0 0,553 31 0 0 0,-187 19 0 0 0,249-8 0 0 0,46-7 0 0 0,0 1 0 0 0,-1 1 0 0 0,-32 11 0 0 0,1 1 0 0 0,-260 80 0 0 0,203-61 0 0 0,-46 14 0 0 0,120-40 0 0 0,-2 1 0 0 0,-63 10 0 0 0,-432 65 0 0 0,-263-41 0 0 0,518-41 0 0 0,-210-3 0 0 0,106-35 0 0 0,155 10 0 0 0,-262-5 0 0 0,-58-4 0 0 0,-225-24 0 0 0,638 52 0 0 0,0 5 0 0 0,-185 23 0 0 0,-163 27 0 0 0,473-50 0 0 0,-46 5 0 0 0,29-2 0 0 0,2-4 0 0 0,4-4 0 0 0,16 5 0 0 0,-1 1 0 0 0,1-1 0 0 0,-1 0 0 0 0,1 0 0 0 0,-1 0 0 0 0,1 0 0 0 0,0 0 0 0 0,-1 0 0 0 0,1 0 0 0 0,0-1 0 0 0,0 1 0 0 0,0 0 0 0 0,0-1 0 0 0,0 1 0 0 0,0 0 0 0 0,0-1 0 0 0,1 1 0 0 0,-1-1 0 0 0,0 0 0 0 0,1 1 0 0 0,-1-1 0 0 0,1 0 0 0 0,0 1 0 0 0,-1-1 0 0 0,1 0 0 0 0,0 1 0 0 0,0-1 0 0 0,0 0 0 0 0,0 1 0 0 0,0-1 0 0 0,1 0 0 0 0,0-2 0 0 0,-1-3 0 0 0,3-7-77 0 0,-1-1 0 0 0,2 1 1 0 0,0 0-1 0 0,0 0 0 0 0,1 0 0 0 0,1 1 1 0 0,1-1-1 0 0,0 1 0 0 0,9-12 1 0 0,3-9-146 0 0,34-73-1079 0 0,-4-1 1 0 0,59-199-1 0 0,-85 220 554 0 0,-3 0 0 0 0,-5-1 0 0 0,-3-1 0 0 0,-1-117 0 0 0,-11 99-262 0 0,5-1 1 0 0,19-113-1 0 0,-19 200 814 0 0,0 1 0 0 0,2 0 0 0 0,0 0 1 0 0,1 1-1 0 0,1 0 0 0 0,1 1 0 0 0,13-20 0 0 0,97-116-1262 0 0,-16 23 312 0 0,-71 79 1091 0 0,-2-1-1 0 0,-3-2 0 0 0,-2 0 1 0 0,-2-2-1 0 0,-3-1 1 0 0,25-111-1 0 0,-26 61-8 0 0,-5 0 0 0 0,3-218 0 0 0,-25 199 63 0 0,4 93 0 0 0,0 0 0 0 0,3-1 0 0 0,0 1 0 0 0,2 0 0 0 0,12-60 0 0 0,30-49 0 0 0,-25 90 0 0 0,-3-1 0 0 0,14-90 0 0 0,-11-106 0 0 0,-16 164 0 0 0,3 1 0 0 0,35-163 0 0 0,0 114 0 0 0,5 1 0 0 0,83-163 0 0 0,-117 275 0 0 0,0-1 0 0 0,1 2 0 0 0,1 0 0 0 0,28-30 0 0 0,76-63 0 0 0,13-15 0 0 0,-93 82 0 0 0,-1-1 0 0 0,52-92 0 0 0,-77 122 170 0 0,0 0 0 0 0,2 1-1 0 0,-1 1 1 0 0,2 0 0 0 0,0 0 0 0 0,31-21-1 0 0,9-9 162 0 0,-29 23-112 0 0,-14 12-3 0 0,0-1 0 0 0,0-1 1 0 0,-1 0-1 0 0,16-22 0 0 0,-12 15-88 0 0,-2-2-1 0 0,0 1 0 0 0,-1-2 1 0 0,13-31-1 0 0,24-96-348 0 0,-14 34 58 0 0,-28 101 123 0 0,-7 14 40 0 0,1-1-1 0 0,-1 1 0 0 0,0 0 1 0 0,0-1-1 0 0,1 1 0 0 0,-1 0 1 0 0,0 0-1 0 0,1-1 0 0 0,-1 1 1 0 0,0 0-1 0 0,1 0 1 0 0,-1 0-1 0 0,0 0 0 0 0,1-1 1 0 0,-1 1-1 0 0,1 0 0 0 0,-1 0 1 0 0,0 0-1 0 0,1 0 0 0 0,-1 0 1 0 0,0 0-1 0 0,1 0 0 0 0,-1 0 1 0 0,1 0-1 0 0,-1 0 1 0 0,0 0-1 0 0,1 0 0 0 0,-1 0 1 0 0,1 0-1 0 0,-1 1 0 0 0,0-1 1 0 0,1 0-1 0 0,-1 0 0 0 0,0 0 1 0 0,1 0-1 0 0,-1 1 0 0 0,2 0 3 0 0,0 0 0 0 0,-1 0-1 0 0,0 1 1 0 0,1-1 0 0 0,-1 0-1 0 0,0 1 1 0 0,0-1-1 0 0,1 1 1 0 0,-1-1 0 0 0,0 1-1 0 0,-1 0 1 0 0,1-1 0 0 0,0 1-1 0 0,0 0 1 0 0,-1 0-1 0 0,1 0 1 0 0,-1-1 0 0 0,1 1-1 0 0,-1 0 1 0 0,0 0 0 0 0,0 0-1 0 0,0 0 1 0 0,0 0-1 0 0,0 0 1 0 0,-1 3 0 0 0,0 0 37 0 0,0 0 0 0 0,-1 0 0 0 0,0 0 0 0 0,0-1 0 0 0,0 1 0 0 0,0-1 0 0 0,-1 1 0 0 0,1-1 0 0 0,-1 1 0 0 0,-4 3 0 0 0,-34 32 278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10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774 495 6229 0 0,'-51'-40'1172'0'0,"5"1"-349"0"0,-2 3 0 0 0,-1 2-1 0 0,-63-32 1 0 0,15 10 1940 0 0,136 49-2312 0 0,-30 5-417 0 0,-1 0 0 0 0,0 0 0 0 0,0 0 1 0 0,14 1-1 0 0,1055 32 745 0 0,-540-6-755 0 0,819-27 59 0 0,-1229-12 119 0 0,37-1 105 0 0,-160 15-295 0 0,7-2 0 0 0,-6 2-34 0 0,-12 2-95 0 0,-68 13 81 0 0,-1-3 1 0 0,-1-3-1 0 0,-107-1 0 0 0,-243-27-31 0 0,-696-91-74 0 0,376 30 120 0 0,630 69 21 0 0,-763-45 195 0 0,848 60-154 0 0,32-4-40 0 0,0 1 0 0 0,0-1 0 0 0,0 0 1 0 0,0 1-1 0 0,0-1 0 0 0,0 0 0 0 0,0 1 1 0 0,0-1-1 0 0,0 1 0 0 0,0-1 0 0 0,0 0 1 0 0,0 1-1 0 0,0-1 0 0 0,1 0 1 0 0,-1 1-1 0 0,0-1 0 0 0,0 0 0 0 0,0 0 1 0 0,0 1-1 0 0,1-1 0 0 0,-1 0 0 0 0,0 1 1 0 0,0-1-1 0 0,1 0 0 0 0,-1 0 0 0 0,0 0 1 0 0,1 1-1 0 0,-1-1 0 0 0,0 0 1 0 0,1 0-1 0 0,-1 0 0 0 0,0 0 0 0 0,1 0 1 0 0,-1 1-1 0 0,0-1 0 0 0,1 0 0 0 0,-1 0 1 0 0,0 0-1 0 0,1 0 0 0 0,65 21 39 0 0,549 67 59 0 0,-567-84-93 0 0,1746 83 29 0 0,-1147-103-47 0 0,-3-56 405 0 0,-510 52-158 0 0,-131 19-245 0 0,9 1 29 0 0,-8 0-92 0 0,-12 2-385 0 0,-284 39-972 0 0,-305 3 0 0 0,-310-36 681 0 0,589-10 541 0 0,231 2 191 0 0,-498 11 34 0 0,878 0-534 0 0,319-22-6618 0 0,-508 5 4915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70 4652 0 0,'0'-9'2393'0'0,"0"1"256"0"0,0 0 1 0 0,-1-1-1 0 0,1 1 1 0 0,-1 0-1 0 0,-4-12 3146 0 0,4 31-4756 0 0,-14 488 4602 0 0,12-286-5641 0 0,4-199 0 0 0,1-2-34 0 0,3-14-348 0 0,-1-1-90 0 0,-1-1 1 0 0,1 0-1 0 0,-1 0 1 0 0,0 0-1 0 0,-1 0 1 0 0,1 0-1 0 0,3-10 1 0 0,-3 8-762 0 0,-1 0 1 0 0,0 0 0 0 0,-1-1 0 0 0,1 1 0 0 0,-1-1-1 0 0,-1 1 1 0 0,1-9 0 0 0,2-22-7549 0 0,-3 15 697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3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147 123 14029 0 0,'-65'-19'919'0'0,"-17"-3"9027"0"0,87 19-9056 0 0,7-5-538 0 0,1 1 0 0 0,0 1-1 0 0,1 0 1 0 0,-1 1 0 0 0,1 1-1 0 0,20-5 1 0 0,96-13 271 0 0,-97 17-661 0 0,-15 2-351 0 0,0 1 1 0 0,1 1-1 0 0,-1 0 0 0 0,0 2 1 0 0,0 0-1 0 0,26 4 1 0 0,-39-3-10 0 0,1-1 0 0 0,0 1 0 0 0,-1 0 0 0 0,1 1 0 0 0,-1-1 0 0 0,0 1 0 0 0,0 0 1 0 0,0 0-1 0 0,0 1 0 0 0,4 4 0 0 0,-5-5-193 0 0,-1 1 1 0 0,1 0-1 0 0,-1 1 0 0 0,0-1 1 0 0,-1 1-1 0 0,1-1 0 0 0,-1 1 1 0 0,1 0-1 0 0,-2 0 0 0 0,1 0 1 0 0,0 0-1 0 0,1 10 0 0 0,3 46-6076 0 0,-9-22 1135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3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1 10765 0 0,'-86'75'2421'0'0,"25"-29"9317"0"0,105-49-10180 0 0,0-1-1 0 0,0-3 0 0 0,52-14 1 0 0,65-10-8 0 0,-125 26-1478 0 0,79-5-81 0 0,-92 8 9 0 0,15 1-1013 0 0,-34 1-588 0 0,-3 1 920 0 0,1-1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3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78 16390 0 0,'-35'-10'9094'0'0,"75"8"-243"0"0,-6 0-10711 0 0,75-5 1261 0 0,-2-6-4111 0 0,-36-2-1956 0 0,-1-5-3691 0 0,-46 11 2070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4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5 15313 0 0,'-19'-4'7372'0'0,"43"34"-6298"0"0,5 3-36 0 0,-2 2 0 0 0,-1 0 0 0 0,35 67-1 0 0,-56-91-890 0 0,1 1-1 0 0,-1 1 0 0 0,-1-1 1 0 0,0 1-1 0 0,-1 0 0 0 0,-1 0 1 0 0,0 0-1 0 0,0 0 0 0 0,-1 0 1 0 0,-1 0-1 0 0,0 0 0 0 0,-1 1 1 0 0,-1-1-1 0 0,0 0 0 0 0,0 0 0 0 0,-1 0 1 0 0,-7 16-1 0 0,2-10-97 0 0,-1 1-1 0 0,-1-1 1 0 0,0-1 0 0 0,-2 0-1 0 0,-16 21 1 0 0,18-28-805 0 0,0 0 1 0 0,-1 0-1 0 0,-14 10 1 0 0,17-15-827 0 0,-1 0 1 0 0,1-1-1 0 0,-1 0 1 0 0,0 0 0 0 0,-14 4-1 0 0,14-7-443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5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90 14249 0 0,'-24'-53'718'0'0,"10"16"6453"0"0,13 43-5955 0 0,-5 45 497 0 0,2 0 0 0 0,2 0 0 0 0,7 67 0 0 0,-4-94-1267 0 0,2 26-240 0 0,13 205 1025 0 0,-9-197-1005 0 0,3 1 0 0 0,21 73 0 0 0,-31-123-226 0 0,0-7 0 0 0,-1 0 0 0 0,1 0 0 0 0,0 0 0 0 0,0 0 0 0 0,0 0 0 0 0,1 0 0 0 0,-1 0 0 0 0,0 0 0 0 0,1 0 0 0 0,-1 0 0 0 0,1 0 0 0 0,0 0 0 0 0,0 0 0 0 0,-1 0 0 0 0,1 0 0 0 0,0-1 0 0 0,1 1 0 0 0,1 2 0 0 0,-3-4-8 0 0,0 0 0 0 0,0 1 0 0 0,0-1 0 0 0,0 0 0 0 0,0 0 0 0 0,0 0 0 0 0,0 1 0 0 0,1-1 0 0 0,-1 0 0 0 0,0 0 0 0 0,0 0 0 0 0,0 0 0 0 0,0 1 0 0 0,1-1 0 0 0,-1 0 0 0 0,0 0 0 0 0,0 0 0 0 0,0 0 1 0 0,1 0-1 0 0,-1 0 0 0 0,0 1 0 0 0,0-1 0 0 0,1 0 0 0 0,-1 0 0 0 0,0 0 0 0 0,0 0 0 0 0,0 0 0 0 0,1 0 0 0 0,-1 0 0 0 0,0 0 0 0 0,0 0 0 0 0,1 0 0 0 0,-1 0 0 0 0,0 0 0 0 0,0 0 0 0 0,1 0 0 0 0,-1-1 0 0 0,0 1 0 0 0,0 0 0 0 0,0 0 0 0 0,1 0 0 0 0,-1 0 0 0 0,0 0 0 0 0,0 0 0 0 0,1-1 0 0 0,24-22-3324 0 0,4-13-3287 0 0,2-4-4202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5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42 145 16866 0 0,'0'0'19'0'0,"0"0"1"0"0,0-1-1 0 0,0 1 1 0 0,0 0 0 0 0,-1-1-1 0 0,1 1 1 0 0,0 0-1 0 0,0 0 1 0 0,0-1 0 0 0,0 1-1 0 0,0 0 1 0 0,-1 0-1 0 0,1-1 1 0 0,0 1 0 0 0,0 0-1 0 0,0 0 1 0 0,-1 0-1 0 0,1-1 1 0 0,0 1 0 0 0,0 0-1 0 0,-1 0 1 0 0,1 0 0 0 0,0 0-1 0 0,-1 0 1 0 0,1-1-1 0 0,0 1 1 0 0,0 0 0 0 0,-1 0-1 0 0,1 0 1 0 0,0 0-1 0 0,-1 0 1 0 0,1 0 0 0 0,0 0-1 0 0,0 0 1 0 0,-1 0-1 0 0,1 0 1 0 0,0 0 0 0 0,-1 0-1 0 0,1 0 1 0 0,0 1-1 0 0,-1-1 1 0 0,1 0 0 0 0,0 0-1 0 0,0 0 1 0 0,-1 0-1 0 0,1 1 1 0 0,-11 17 865 0 0,-2 32 1185 0 0,12-47-1838 0 0,-1 7 130 0 0,1 1-1 0 0,0-1 1 0 0,0 1 0 0 0,1-1 0 0 0,0 1-1 0 0,1-1 1 0 0,0 1 0 0 0,1-1-1 0 0,0 1 1 0 0,1-1 0 0 0,0 0 0 0 0,0 0-1 0 0,1 0 1 0 0,8 15 0 0 0,-9-19-246 0 0,1-1 0 0 0,0 0 1 0 0,-1 0-1 0 0,2 0 0 0 0,-1 0 1 0 0,0 0-1 0 0,1-1 0 0 0,0 0 0 0 0,0 0 1 0 0,0 0-1 0 0,1 0 0 0 0,-1-1 1 0 0,1 0-1 0 0,0 0 0 0 0,0-1 0 0 0,0 0 1 0 0,0 0-1 0 0,0 0 0 0 0,0 0 1 0 0,1-1-1 0 0,-1 0 0 0 0,0-1 0 0 0,1 1 1 0 0,-1-1-1 0 0,7-1 0 0 0,2 0 12 0 0,-1-2 0 0 0,0 1 0 0 0,1-2-1 0 0,-1 1 1 0 0,-1-2 0 0 0,1 0 0 0 0,-1-1-1 0 0,0 0 1 0 0,0-1 0 0 0,16-11 0 0 0,-23 14-93 0 0,-1 0 1 0 0,0-1 0 0 0,-1 1 0 0 0,1-1-1 0 0,-1 0 1 0 0,1 0 0 0 0,-2 0 0 0 0,1 0-1 0 0,0-1 1 0 0,-1 0 0 0 0,0 1 0 0 0,-1-1-1 0 0,1-1 1 0 0,-1 1 0 0 0,0 0 0 0 0,-1 0-1 0 0,1-1 1 0 0,-1 1 0 0 0,0-1 0 0 0,-1 1-1 0 0,0-1 1 0 0,0 1 0 0 0,0-1 0 0 0,-1 1 0 0 0,-1-9-1 0 0,-3-3 16 0 0,1 1 0 0 0,-2 0 0 0 0,0 0 0 0 0,-1 0 0 0 0,-1 1-1 0 0,-18-29 1 0 0,21 37-99 0 0,0 1 1 0 0,-1 0-1 0 0,0 0 0 0 0,0 0 0 0 0,0 0 0 0 0,-1 1 0 0 0,0 0 1 0 0,-1 1-1 0 0,1-1 0 0 0,-1 2 0 0 0,0-1 0 0 0,0 1 0 0 0,0 0 1 0 0,-1 0-1 0 0,-9-2 0 0 0,11 5-256 0 0,-1 1 1 0 0,1 0-1 0 0,-1 0 0 0 0,0 1 1 0 0,1-1-1 0 0,-1 2 1 0 0,1-1-1 0 0,0 1 0 0 0,-1 0 1 0 0,1 1-1 0 0,0-1 1 0 0,0 1-1 0 0,1 1 0 0 0,-9 4 1 0 0,6-3-891 0 0,1 1 0 0 0,-1 0 1 0 0,1 0-1 0 0,0 1 0 0 0,0 0 1 0 0,1 0-1 0 0,-1 1 0 0 0,2 0 1 0 0,-10 13-1 0 0,11-6-4091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6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93 13333 0 0,'-8'-36'141'0'0,"6"-21"9322"0"0,2 64-8516 0 0,1 144 2636 0 0,-2 163-563 0 0,4-102-2493 0 0,41-235-17047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6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8 13601 0 0,'-1'-1'53'0'0,"-1"0"0"0"0,0 0 0 0 0,0 0 0 0 0,0 1 0 0 0,1-1 0 0 0,-1 0 0 0 0,0 1 0 0 0,0 0 0 0 0,0-1 0 0 0,0 1 0 0 0,0 0 0 0 0,0 0 0 0 0,0 0 0 0 0,0 0 0 0 0,0 0 0 0 0,0 1 0 0 0,0-1 0 0 0,0 0 0 0 0,-3 2-1 0 0,0 0 155 0 0,-1 1 0 0 0,1-1 0 0 0,-1 1-1 0 0,1 0 1 0 0,0 1 0 0 0,-7 5-1 0 0,1 1 304 0 0,1 0 0 0 0,0 1 1 0 0,0 0-1 0 0,-14 23 0 0 0,18-24-335 0 0,1-1 1 0 0,0 1-1 0 0,1 0 1 0 0,0 1-1 0 0,1-1 1 0 0,0 0-1 0 0,0 1 1 0 0,1 0-1 0 0,0 0 1 0 0,1 0-1 0 0,1-1 1 0 0,0 1-1 0 0,2 20 1 0 0,0-17-109 0 0,1-1 0 0 0,1 0 0 0 0,1 0 0 0 0,-1 0 0 0 0,2 0 0 0 0,0-1 0 0 0,0 0 0 0 0,1 0 0 0 0,1 0 0 0 0,15 17 0 0 0,13 11 110 0 0,-24-28 204 0 0,0 0 0 0 0,-1 0 0 0 0,-1 2 0 0 0,0-1 0 0 0,0 1-1 0 0,-2 1 1 0 0,1-1 0 0 0,8 24 0 0 0,-16-34-186 0 0,0 0 0 0 0,-1 1 1 0 0,1-1-1 0 0,-1 0 0 0 0,0 1 0 0 0,0-1 1 0 0,0 0-1 0 0,0 0 0 0 0,-1 1 0 0 0,0-1 1 0 0,0 0-1 0 0,0 0 0 0 0,0 0 0 0 0,-1 0 1 0 0,1 0-1 0 0,-1 0 0 0 0,0 0 0 0 0,-1 0 1 0 0,1-1-1 0 0,0 1 0 0 0,-1-1 0 0 0,0 1 1 0 0,0-1-1 0 0,0 0 0 0 0,0 0 0 0 0,0-1 1 0 0,-1 1-1 0 0,1-1 0 0 0,-1 1 0 0 0,0-1 1 0 0,0 0-1 0 0,0-1 0 0 0,0 1 0 0 0,0 0 1 0 0,0-1-1 0 0,-5 1 0 0 0,0 0-247 0 0,0 0 0 0 0,-1-1 0 0 0,1 0 0 0 0,-1 0 0 0 0,1-1 0 0 0,-1 0 0 0 0,-15-3 0 0 0,24 3-71 0 0,-57 2-7777 0 0,56-2 7393 0 0,1 0 0 0 0,-1 0 0 0 0,0 1-1 0 0,0-1 1 0 0,0 1 0 0 0,1 0 0 0 0,-1-1 0 0 0,0 1 0 0 0,1 0 0 0 0,-1 0 0 0 0,1 0 0 0 0,-1 0 0 0 0,1 0 0 0 0,-1 1 0 0 0,1-1 0 0 0,0 0-1 0 0,-1 1 1 0 0,1-1 0 0 0,0 0 0 0 0,0 1 0 0 0,0 0 0 0 0,0-1 0 0 0,0 1 0 0 0,1 0 0 0 0,-2 1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7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32 130 16578 0 0,'-1'-4'41'0'0,"-1"0"1"0"0,2-1 0 0 0,-1 1 0 0 0,0 0-1 0 0,1 0 1 0 0,0-1 0 0 0,0 1 0 0 0,0 0 0 0 0,0 0-1 0 0,1-1 1 0 0,0 1 0 0 0,0 0 0 0 0,0 0 0 0 0,0 0-1 0 0,1 0 1 0 0,-1 0 0 0 0,1 0 0 0 0,0 0 0 0 0,0 0-1 0 0,1 1 1 0 0,-1-1 0 0 0,1 1 0 0 0,-1 0 0 0 0,1-1-1 0 0,0 1 1 0 0,1 1 0 0 0,-1-1 0 0 0,0 0 0 0 0,1 1-1 0 0,-1-1 1 0 0,1 1 0 0 0,0 0 0 0 0,0 1 0 0 0,0-1-1 0 0,0 1 1 0 0,0-1 0 0 0,0 1 0 0 0,0 0 0 0 0,0 1-1 0 0,1-1 1 0 0,-1 1 0 0 0,0 0 0 0 0,1 0 0 0 0,4 0-1 0 0,-5 1 17 0 0,0 0-1 0 0,0 0 1 0 0,0 0-1 0 0,0 1 1 0 0,0-1-1 0 0,-1 1 1 0 0,1 0-1 0 0,-1 0 1 0 0,1 0-1 0 0,-1 1 1 0 0,0-1-1 0 0,0 1 1 0 0,0 0-1 0 0,0-1 1 0 0,0 1-1 0 0,-1 1 1 0 0,1-1-1 0 0,-1 0 1 0 0,0 1-1 0 0,0-1 1 0 0,0 1-1 0 0,0-1 1 0 0,-1 1-1 0 0,1 0 1 0 0,-1 0-1 0 0,0 0 1 0 0,0 0-1 0 0,-1 0 1 0 0,1 0-1 0 0,-1 0 1 0 0,0 5-1 0 0,1 7 314 0 0,-1 0 0 0 0,-1 1 0 0 0,-1-1 0 0 0,0 0 0 0 0,-1 0 0 0 0,-8 24 0 0 0,-4 0 553 0 0,-3-1 1 0 0,0 0 0 0 0,-31 45 0 0 0,23-43 804 0 0,3 2 1 0 0,-21 53-1 0 0,43-95-1602 0 0,1 0-99 0 0,-1-1 0 0 0,1 0 0 0 0,0 1 0 0 0,-1-1 0 0 0,1 1 0 0 0,0-1 0 0 0,0 0 0 0 0,0 1 0 0 0,0-1 0 0 0,-1 1 0 0 0,1-1-1 0 0,0 1 1 0 0,0-1 0 0 0,0 1 0 0 0,0-1 0 0 0,0 1 0 0 0,0-1 0 0 0,0 1 0 0 0,0-1 0 0 0,0 1 0 0 0,1-1 0 0 0,-1 1-1 0 0,0-1 1 0 0,0 0 0 0 0,0 1 0 0 0,0-1 0 0 0,1 1 0 0 0,12 9 48 0 0,11-6-145 0 0,27-10-1415 0 0,28-12-4966 0 0,-11 3 199 0 0,14 0-2425 0 0,-27 4 695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7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148 113 14301 0 0,'-4'0'151'0'0,"1"0"-1"0"0,-1 1 0 0 0,1-1 0 0 0,-1 1 1 0 0,0-1-1 0 0,1 1 0 0 0,-1 0 1 0 0,1 1-1 0 0,-1-1 0 0 0,1 0 0 0 0,0 1 1 0 0,0 0-1 0 0,0 0 0 0 0,0 0 1 0 0,0 0-1 0 0,0 0 0 0 0,-3 4 0 0 0,-1 2 467 0 0,1 0-1 0 0,0 1 1 0 0,0 0-1 0 0,-8 18 1 0 0,6-11-3 0 0,1 0 0 0 0,1 1 1 0 0,0 0-1 0 0,1 0 1 0 0,1 0-1 0 0,1 1 0 0 0,0-1 1 0 0,0 25-1 0 0,3-37-498 0 0,0 0 0 0 0,0 0 0 0 0,0 0 0 0 0,1 1 0 0 0,-1-1 0 0 0,1 0 0 0 0,1 0 0 0 0,-1 0 0 0 0,1 0 0 0 0,0 0-1 0 0,0 0 1 0 0,0-1 0 0 0,1 1 0 0 0,-1-1 0 0 0,1 1 0 0 0,0-1 0 0 0,1 0 0 0 0,-1 0 0 0 0,1 0 0 0 0,0-1 0 0 0,-1 1 0 0 0,2-1 0 0 0,-1 0 0 0 0,0 0 0 0 0,1 0-1 0 0,-1-1 1 0 0,1 0 0 0 0,0 1 0 0 0,0-2 0 0 0,-1 1 0 0 0,12 2 0 0 0,1-2 19 0 0,1 0 0 0 0,0-1 0 0 0,0 0 1 0 0,0-2-1 0 0,0 0 0 0 0,0-1 0 0 0,-1-1 0 0 0,1-1 0 0 0,-1 0 1 0 0,19-8-1 0 0,-17 6-50 0 0,0-2 0 0 0,0-1 0 0 0,-1 0 0 0 0,0-1 0 0 0,-1-1 0 0 0,0-1 1 0 0,-1 0-1 0 0,24-23 0 0 0,-36 31-33 0 0,0-1 0 0 0,0 0 0 0 0,0 0 0 0 0,-1 0-1 0 0,0 0 1 0 0,0 0 0 0 0,0-1 0 0 0,0 0 0 0 0,-1 0 0 0 0,0 1 0 0 0,0-1 0 0 0,-1 0 0 0 0,0 0 0 0 0,0-1-1 0 0,0 1 1 0 0,0-10 0 0 0,-2 6-23 0 0,0 1-1 0 0,-1 0 0 0 0,0 0 1 0 0,0-1-1 0 0,-1 1 1 0 0,0 1-1 0 0,-1-1 0 0 0,0 0 1 0 0,0 1-1 0 0,-7-10 0 0 0,2 4-36 0 0,-1 1-1 0 0,0 0 0 0 0,-1 1 1 0 0,0 0-1 0 0,-1 1 1 0 0,0 0-1 0 0,-1 1 0 0 0,0 1 1 0 0,-1 0-1 0 0,0 0 0 0 0,0 1 1 0 0,-23-8-1 0 0,27 13-647 0 0,0 0 1 0 0,0 1-1 0 0,-1 0 0 0 0,1 1 0 0 0,-1 0 1 0 0,0 0-1 0 0,1 1 0 0 0,-17 3 1 0 0,-9 5-5228 0 0,3 8-3795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8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49 134 16850 0 0,'-3'-1'83'0'0,"0"-1"1"0"0,0 1 0 0 0,-1 0-1 0 0,2-1 1 0 0,-1 0 0 0 0,0 0-1 0 0,0 0 1 0 0,0 0 0 0 0,1 0 0 0 0,-1 0-1 0 0,1-1 1 0 0,0 1 0 0 0,0-1-1 0 0,0 0 1 0 0,0 1 0 0 0,-2-5-1 0 0,3 5-8 0 0,1 0 0 0 0,-1 0 0 0 0,1 0 0 0 0,0 0 0 0 0,0 0 0 0 0,0 0 0 0 0,0 0 0 0 0,0 0 0 0 0,0 0 0 0 0,1 0 0 0 0,-1 0 0 0 0,0 0 0 0 0,1 0 0 0 0,0 0 0 0 0,-1 0 0 0 0,1 0 0 0 0,0 0-1 0 0,0 0 1 0 0,0 1 0 0 0,0-1 0 0 0,1 0 0 0 0,-1 1 0 0 0,0-1 0 0 0,1 1 0 0 0,-1-1 0 0 0,1 1 0 0 0,-1 0 0 0 0,4-2 0 0 0,0-2 4 0 0,1 1 0 0 0,-1 0 0 0 0,1 0 0 0 0,0 1 1 0 0,0-1-1 0 0,0 2 0 0 0,1-1 0 0 0,-1 0 0 0 0,1 1 0 0 0,-1 0 1 0 0,1 1-1 0 0,0 0 0 0 0,0 0 0 0 0,-1 0 0 0 0,1 1 0 0 0,0 0 0 0 0,0 0 1 0 0,0 0-1 0 0,0 1 0 0 0,0 0 0 0 0,-1 1 0 0 0,1-1 0 0 0,0 1 1 0 0,-1 1-1 0 0,1-1 0 0 0,-1 1 0 0 0,0 0 0 0 0,0 1 0 0 0,0-1 0 0 0,0 1 1 0 0,-1 0-1 0 0,0 1 0 0 0,1-1 0 0 0,-2 1 0 0 0,1 0 0 0 0,0 1 0 0 0,-1-1 1 0 0,4 7-1 0 0,-1-1 102 0 0,0 1-1 0 0,0 1 1 0 0,-1-1 0 0 0,0 1 0 0 0,-2 0-1 0 0,1 0 1 0 0,-2 1 0 0 0,1-1 0 0 0,-2 1-1 0 0,0 0 1 0 0,-1 0 0 0 0,0 18-1 0 0,-3 18 1279 0 0,-2 0 0 0 0,-12 55 0 0 0,5-38 602 0 0,8-52-1954 0 0,2-10-81 0 0,0 1 0 0 0,0-1 0 0 0,0 0-1 0 0,1 0 1 0 0,0 1 0 0 0,0-1 0 0 0,0 0 0 0 0,1 1 0 0 0,-1-1-1 0 0,3 6 1 0 0,-2-8-24 0 0,1-1 1 0 0,0 1-1 0 0,0-1 0 0 0,0 0 0 0 0,0 0 1 0 0,0 0-1 0 0,0 0 0 0 0,1 0 0 0 0,-1 0 1 0 0,1 0-1 0 0,-1-1 0 0 0,1 1 0 0 0,0-1 0 0 0,-1 0 1 0 0,1 0-1 0 0,0 0 0 0 0,0 0 0 0 0,0 0 1 0 0,0-1-1 0 0,0 1 0 0 0,0-1 0 0 0,0 0 1 0 0,0 0-1 0 0,5 0 0 0 0,7-1-895 0 0,1 0 0 0 0,-1-1 0 0 0,1-1 0 0 0,-1-1 0 0 0,0 0 0 0 0,0 0 0 0 0,0-2 0 0 0,18-8 0 0 0,38-13-3064 0 0,-1 9-5765 0 0,-38 7 527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39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64 108 17394 0 0,'3'-7'81'0'0,"0"1"1"0"0,1-1-1 0 0,-1 0 1 0 0,1 1-1 0 0,1 0 1 0 0,-1 0-1 0 0,1 0 1 0 0,0 0-1 0 0,0 1 1 0 0,1 0-1 0 0,-1 0 1 0 0,1 0-1 0 0,1 1 1 0 0,-1-1 0 0 0,9-3-1 0 0,-10 6-20 0 0,0 0-1 0 0,1 0 1 0 0,-1 0 0 0 0,1 0-1 0 0,-1 1 1 0 0,1 0 0 0 0,0 0 0 0 0,-1 1-1 0 0,1-1 1 0 0,0 1 0 0 0,0 1-1 0 0,-1-1 1 0 0,1 1 0 0 0,0 0-1 0 0,-1 0 1 0 0,1 0 0 0 0,-1 1-1 0 0,1 0 1 0 0,-1 0 0 0 0,0 1-1 0 0,7 3 1 0 0,-9-4 11 0 0,-1-1-1 0 0,0 1 0 0 0,0-1 1 0 0,0 1-1 0 0,0 0 0 0 0,-1 0 1 0 0,1 0-1 0 0,0 0 0 0 0,-1 0 1 0 0,1 0-1 0 0,-1 1 0 0 0,0-1 1 0 0,1 0-1 0 0,-1 1 1 0 0,-1-1-1 0 0,1 1 0 0 0,0-1 1 0 0,0 1-1 0 0,-1 0 0 0 0,0-1 1 0 0,1 1-1 0 0,-1 0 0 0 0,0-1 1 0 0,0 1-1 0 0,-1-1 0 0 0,1 1 1 0 0,0 0-1 0 0,-1-1 1 0 0,0 1-1 0 0,0 3 0 0 0,-4 8 386 0 0,-1 1-1 0 0,0-1 0 0 0,-1 0 1 0 0,-10 14-1 0 0,4-5 189 0 0,-21 34 628 0 0,24-42-689 0 0,0 1 0 0 0,1 0 0 0 0,1 1 0 0 0,-10 27 0 0 0,18-42-526 0 0,0 0-1 0 0,-1 0 0 0 0,1 0 0 0 0,0-1 1 0 0,1 1-1 0 0,-1 0 0 0 0,0 0 0 0 0,0-1 1 0 0,1 1-1 0 0,-1 0 0 0 0,1 0 0 0 0,0-1 1 0 0,-1 1-1 0 0,1 0 0 0 0,0-1 0 0 0,0 1 1 0 0,0-1-1 0 0,0 1 0 0 0,0-1 0 0 0,0 0 0 0 0,0 1 1 0 0,1-1-1 0 0,1 1 0 0 0,40 30 737 0 0,-19-15-343 0 0,-16-10-400 0 0,0 1-1 0 0,-1-1 0 0 0,0 1 0 0 0,0 1 1 0 0,-1-1-1 0 0,0 1 0 0 0,-1 0 0 0 0,6 12 1 0 0,-9-17-36 0 0,-1 1 1 0 0,1 0 0 0 0,-1-1 0 0 0,0 1-1 0 0,0 0 1 0 0,0 0 0 0 0,-1 0-1 0 0,0 0 1 0 0,0 0 0 0 0,0 0 0 0 0,-1-1-1 0 0,1 1 1 0 0,-1 0 0 0 0,0 0 0 0 0,0 0-1 0 0,-1-1 1 0 0,0 1 0 0 0,0 0 0 0 0,0-1-1 0 0,-3 5 1 0 0,-4 6-16 0 0,-1-1 0 0 0,-1-1 0 0 0,0 0 0 0 0,0 0 0 0 0,-1-1 0 0 0,-1-1 0 0 0,0 0 0 0 0,-1 0 0 0 0,0-2 0 0 0,-1 1 0 0 0,0-2 0 0 0,0 0 0 0 0,0-1 0 0 0,-21 7 0 0 0,-25-11-4325 0 0,46-4-799 0 0,4 0 2484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0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21 115 19042 0 0,'0'0'424'0'0,"-3"-5"16"0"0,-12-12 95 0 0,14 16-475 0 0,1 0-1 0 0,-1 0 1 0 0,1 0-1 0 0,0 0 1 0 0,0 0-1 0 0,0 0 1 0 0,-1 0-1 0 0,1 0 1 0 0,0-1 0 0 0,0 1-1 0 0,0 0 1 0 0,0 0-1 0 0,1 0 1 0 0,-1 0-1 0 0,0 0 1 0 0,0 0-1 0 0,1 0 1 0 0,-1 0-1 0 0,1 0 1 0 0,-1 0-1 0 0,1 0 1 0 0,-1 0 0 0 0,1 0-1 0 0,-1 0 1 0 0,1 1-1 0 0,1-2 1 0 0,16-20 1099 0 0,-12 17-964 0 0,0 1-1 0 0,1-1 1 0 0,-1 1-1 0 0,1 0 0 0 0,0 1 1 0 0,0 0-1 0 0,0 0 1 0 0,0 0-1 0 0,1 1 1 0 0,-1 0-1 0 0,1 1 1 0 0,-1-1-1 0 0,1 2 1 0 0,0-1-1 0 0,-1 1 1 0 0,1 0-1 0 0,0 0 0 0 0,0 1 1 0 0,-1 0-1 0 0,1 1 1 0 0,-1-1-1 0 0,13 6 1 0 0,-12-4-85 0 0,0 0 1 0 0,0 0-1 0 0,-1 1 0 0 0,0 0 1 0 0,1 1-1 0 0,-2-1 1 0 0,1 1-1 0 0,0 1 0 0 0,-1-1 1 0 0,0 1-1 0 0,0 0 1 0 0,-1 1-1 0 0,0-1 1 0 0,0 1-1 0 0,0 0 0 0 0,-1 0 1 0 0,0 1-1 0 0,0-1 1 0 0,-1 1-1 0 0,5 15 0 0 0,-5-9-32 0 0,-1 1 0 0 0,0-1 1 0 0,-1 1-1 0 0,-1 0 0 0 0,0 0 0 0 0,-1 0 0 0 0,-1-1 0 0 0,0 1 0 0 0,-1-1 0 0 0,0 1 0 0 0,-1-1 0 0 0,-9 22 0 0 0,-7 5 380 0 0,-2 0 0 0 0,-45 64 0 0 0,-9 13-79 0 0,76-118-379 0 0,-1 3 0 0 0,7-4 0 0 0,9-8 0 0 0,-9 5 0 0 0,1 0 0 0 0,0 0 0 0 0,1 1 0 0 0,-1 0 0 0 0,1 0 0 0 0,-1 0 0 0 0,1 1 0 0 0,0 0 0 0 0,0 1 0 0 0,0 0 0 0 0,15-1 0 0 0,3 3 0 0 0,-1 2 0 0 0,1 0 0 0 0,-1 1 0 0 0,0 2 0 0 0,47 16 0 0 0,52 11 0 0 0,-79-31-3686 0 0,-40-3 1925 0 0,-1 0 0 0 0,1 0 1 0 0,0 0-1 0 0,0-1 1 0 0,0 0-1 0 0,8-5 0 0 0,0 1-2142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0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39 18002 0 0,'-1'-2'-125'0'0,"-6"-21"-833"0"0,7 23 996 0 0,0-1 0 0 0,0 0 0 0 0,0 1 0 0 0,0-1-1 0 0,0 0 1 0 0,-1 1 0 0 0,1-1 0 0 0,0 1 0 0 0,0-1 0 0 0,-1 1 0 0 0,1-1-1 0 0,0 0 1 0 0,-1 1 0 0 0,1-1 0 0 0,-1 1 0 0 0,1 0 0 0 0,-1-1 0 0 0,1 1-1 0 0,-1-1 1 0 0,1 1 0 0 0,-1 0 0 0 0,1-1 0 0 0,-1 1 0 0 0,1 0 0 0 0,-1-1-1 0 0,0 1 1 0 0,1 0 0 0 0,-2 0 0 0 0,-12 6 350 0 0,0 1 0 0 0,0 1 0 0 0,0 0-1 0 0,1 1 1 0 0,0 0 0 0 0,1 1 0 0 0,0 1 0 0 0,1-1 0 0 0,0 2 0 0 0,1 0-1 0 0,0 0 1 0 0,0 1 0 0 0,2 0 0 0 0,-15 28 0 0 0,21-36-278 0 0,1 1 1 0 0,-1-1-1 0 0,1 0 1 0 0,0 1-1 0 0,0-1 1 0 0,1 1-1 0 0,0 0 1 0 0,0-1-1 0 0,0 1 1 0 0,1-1-1 0 0,-1 1 1 0 0,1-1-1 0 0,1 1 1 0 0,-1-1-1 0 0,1 0 1 0 0,0 1-1 0 0,0-1 1 0 0,0 0-1 0 0,1 0 1 0 0,0 0-1 0 0,0-1 1 0 0,0 1-1 0 0,0-1 1 0 0,1 0-1 0 0,6 6 1 0 0,9 8 474 0 0,1-2 0 0 0,0-1 0 0 0,1 0 1 0 0,31 15-1 0 0,-6-3 749 0 0,-40-22-1271 0 0,7 2 148 0 0,-1 1-1 0 0,-1 1 1 0 0,1-1-1 0 0,18 21 0 0 0,-28-27-188 0 0,0 1-1 0 0,0-1 0 0 0,-1 0 1 0 0,1 0-1 0 0,-1 1 1 0 0,1-1-1 0 0,-1 1 0 0 0,0-1 1 0 0,0 1-1 0 0,0 0 0 0 0,0 0 1 0 0,0-1-1 0 0,-1 1 0 0 0,1 0 1 0 0,-1 0-1 0 0,0 0 1 0 0,0-1-1 0 0,0 1 0 0 0,0 0 1 0 0,0 0-1 0 0,-1 0 0 0 0,1 0 1 0 0,-1-1-1 0 0,0 1 0 0 0,0 0 1 0 0,0-1-1 0 0,0 1 1 0 0,0-1-1 0 0,0 1 0 0 0,-1-1 1 0 0,-3 5-1 0 0,-7 6-21 0 0,0 0 0 0 0,-1-1 0 0 0,0-1 0 0 0,-1 0 0 0 0,-1-1 0 0 0,0 0 0 0 0,0-2 0 0 0,0 1 0 0 0,-1-2 0 0 0,-1 0 0 0 0,1-1 0 0 0,-1 0 0 0 0,0-2 0 0 0,-21 4 0 0 0,31-6 0 0 0,-33-4 0 0 0,-61-20-2658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2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61 191 18306 0 0,'-8'-8'254'0'0,"0"-1"0"0"0,1 0 1 0 0,0 0-1 0 0,0-1 0 0 0,1 0 1 0 0,-7-14-1 0 0,12 22-169 0 0,0-1-1 0 0,0 1 1 0 0,1-1-1 0 0,-1 1 1 0 0,1-1-1 0 0,0 1 1 0 0,-1-1 0 0 0,1 0-1 0 0,0 1 1 0 0,0-1-1 0 0,1 0 1 0 0,-1 1-1 0 0,1-1 1 0 0,-1 0 0 0 0,1 1-1 0 0,0-1 1 0 0,0 1-1 0 0,0 0 1 0 0,0-1-1 0 0,0 1 1 0 0,0 0 0 0 0,1-1-1 0 0,-1 1 1 0 0,1 0-1 0 0,0 0 1 0 0,0 0-1 0 0,0 0 1 0 0,0 1 0 0 0,0-1-1 0 0,0 0 1 0 0,0 1-1 0 0,0-1 1 0 0,4-1-1 0 0,3-2 15 0 0,0 1-1 0 0,0-1 1 0 0,0 2-1 0 0,0-1 0 0 0,1 1 1 0 0,-1 1-1 0 0,1 0 0 0 0,-1 0 1 0 0,1 1-1 0 0,0 0 0 0 0,0 0 1 0 0,0 1-1 0 0,18 3 1 0 0,-14-1-36 0 0,-1 1 1 0 0,0 0 0 0 0,0 1 0 0 0,0 1-1 0 0,0 0 1 0 0,-1 0 0 0 0,0 1 0 0 0,0 1 0 0 0,16 11-1 0 0,-25-16-14 0 0,0 1-1 0 0,0-1 0 0 0,0 1 0 0 0,-1 0 1 0 0,1-1-1 0 0,-1 1 0 0 0,1 0 0 0 0,-1 1 1 0 0,0-1-1 0 0,0 0 0 0 0,0 1 1 0 0,-1-1-1 0 0,1 1 0 0 0,-1-1 0 0 0,0 1 1 0 0,0 0-1 0 0,0 0 0 0 0,0 5 0 0 0,-1-2 87 0 0,0 0 0 0 0,0 0 0 0 0,-1 0 0 0 0,0 0 0 0 0,-1 0 0 0 0,0 0 0 0 0,0 0 0 0 0,0-1 0 0 0,-5 10 0 0 0,-6 9 449 0 0,-2 0 0 0 0,0-2 0 0 0,-35 42 0 0 0,43-57-486 0 0,-4 5 355 0 0,0 0 1 0 0,1 2-1 0 0,0-1 1 0 0,1 1-1 0 0,-11 24 1 0 0,20-35-146 0 0,0-3-306 0 0,1 0 0 0 0,-1 0 1 0 0,0 0-1 0 0,0 0 0 0 0,1 0 0 0 0,-1 0 0 0 0,0 0 0 0 0,1 0 0 0 0,-1 0 0 0 0,1 0 0 0 0,0 0 0 0 0,-1 0 0 0 0,1-1 0 0 0,-1 1 0 0 0,1 0 0 0 0,0 0 1 0 0,0-1-1 0 0,0 1 0 0 0,-1 0 0 0 0,1-1 0 0 0,0 1 0 0 0,0-1 0 0 0,0 1 0 0 0,0-1 0 0 0,0 1 0 0 0,0-1 0 0 0,0 0 0 0 0,0 1 0 0 0,0-1 0 0 0,2 0 1 0 0,-1 0-7 0 0,49 19 4 0 0,-33-13 0 0 0,0 0 0 0 0,30 17 0 0 0,-31-14 0 0 0,-3-1 0 0 0,0 0 0 0 0,0 1 0 0 0,-1 0 0 0 0,0 1 0 0 0,13 14 0 0 0,-23-21 0 0 0,0 0 0 0 0,0 0 0 0 0,-1 1 0 0 0,0-1 0 0 0,1 1 0 0 0,-1 0 0 0 0,-1 0 0 0 0,1 0 0 0 0,0 0 0 0 0,-1 0 0 0 0,0 0 0 0 0,0 0 0 0 0,0 0 0 0 0,-1 0 0 0 0,1 1 0 0 0,-1-1 0 0 0,0 0 0 0 0,0 1 0 0 0,-1-1 0 0 0,1 0 0 0 0,-1 0 0 0 0,0 0 0 0 0,0 0 0 0 0,-3 8 0 0 0,-1-2 0 0 0,0 0 0 0 0,0-1 0 0 0,-1 0 0 0 0,0 0 0 0 0,0-1 0 0 0,-1 1 0 0 0,0-1 0 0 0,-1-1 0 0 0,0 0 0 0 0,0 0 0 0 0,-1 0 0 0 0,1-1 0 0 0,-12 6 0 0 0,13-8 0 0 0,0 0 0 0 0,0 0 0 0 0,0-1 0 0 0,-1 0 0 0 0,0 0 0 0 0,1-1 0 0 0,-1 0 0 0 0,0 0 0 0 0,0-1 0 0 0,0 0 0 0 0,-1 0 0 0 0,1-1 0 0 0,0 0 0 0 0,0 0 0 0 0,0-1 0 0 0,0 0 0 0 0,-14-4 0 0 0,18 4-156 0 0,1-1 1 0 0,-1 1-1 0 0,1-1 1 0 0,0 0-1 0 0,0 0 1 0 0,0 0-1 0 0,0 0 1 0 0,0-1-1 0 0,1 1 1 0 0,-4-5-1 0 0,3 4-343 0 0,1 0 0 0 0,0-1 0 0 0,0 1 0 0 0,0-1 1 0 0,1 0-1 0 0,-1 0 0 0 0,1 1 0 0 0,0-1 0 0 0,0 0 0 0 0,0 0 0 0 0,1 0 0 0 0,-1 0 0 0 0,1-6 1 0 0,1-1-779 0 0,0 1 1 0 0,0 0-1 0 0,1 0 1 0 0,1 0 0 0 0,-1 1-1 0 0,2-1 1 0 0,-1 1-1 0 0,1-1 1 0 0,6-8 0 0 0,15-27-8176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2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118 164 16470 0 0,'0'0'23'0'0,"-3"7"323"0"0,-63 166 3725 0 0,59-152-3448 0 0,2 0 0 0 0,0 0 0 0 0,1 0-1 0 0,1 1 1 0 0,2-1 0 0 0,0 42 0 0 0,2-56-483 0 0,0 0 1 0 0,0 0 0 0 0,0 0-1 0 0,1-1 1 0 0,0 1 0 0 0,0-1-1 0 0,0 1 1 0 0,1-1 0 0 0,0 0-1 0 0,0 0 1 0 0,1 0 0 0 0,0 0-1 0 0,0 0 1 0 0,0-1 0 0 0,1 0 0 0 0,-1 0-1 0 0,1 0 1 0 0,6 4 0 0 0,-3-5-41 0 0,0 1 1 0 0,-1-2-1 0 0,2 1 1 0 0,-1-1-1 0 0,0 0 0 0 0,1-1 1 0 0,-1 0-1 0 0,1-1 1 0 0,0 1-1 0 0,0-1 1 0 0,-1-1-1 0 0,1 0 1 0 0,16-2-1 0 0,-6 0-41 0 0,-1-1 0 0 0,0-1 0 0 0,1-1-1 0 0,-2 0 1 0 0,1-2 0 0 0,-1 0-1 0 0,0-1 1 0 0,0 0 0 0 0,-1-1 0 0 0,0-1-1 0 0,0-1 1 0 0,20-19 0 0 0,-30 24-16 0 0,-1-1 1 0 0,0 0 0 0 0,0 0 0 0 0,-1 0-1 0 0,0 0 1 0 0,0-1 0 0 0,0 0-1 0 0,-1 1 1 0 0,0-1 0 0 0,-1-1-1 0 0,0 1 1 0 0,0 0 0 0 0,-1 0-1 0 0,0-1 1 0 0,-1 1 0 0 0,1-1 0 0 0,-2 1-1 0 0,1-1 1 0 0,-1 1 0 0 0,0 0-1 0 0,-1-1 1 0 0,-3-10 0 0 0,-4-10 26 0 0,-2-1 0 0 0,-1 1 1 0 0,-2 1-1 0 0,-28-46 1 0 0,31 57-97 0 0,0 0 1 0 0,-2 1 0 0 0,0 0-1 0 0,-1 1 1 0 0,-1 1 0 0 0,0 0 0 0 0,-1 1-1 0 0,0 0 1 0 0,-28-15 0 0 0,36 24-210 0 0,0 0 0 0 0,-1 0 0 0 0,1 1 1 0 0,-1 0-1 0 0,1 1 0 0 0,-1 0 0 0 0,0 0 0 0 0,0 1 0 0 0,0 0 1 0 0,-14 0-1 0 0,16 2-228 0 0,0 0 1 0 0,1 0-1 0 0,-1 0 0 0 0,1 1 1 0 0,-1 0-1 0 0,1 1 0 0 0,0-1 1 0 0,0 1-1 0 0,0 1 0 0 0,0-1 1 0 0,1 1-1 0 0,-1 0 0 0 0,1 0 1 0 0,0 0-1 0 0,-8 9 0 0 0,9-8-819 0 0,0-1-1 0 0,0 1 0 0 0,0 0 0 0 0,1 0 0 0 0,-1 0 1 0 0,1 0-1 0 0,1 0 0 0 0,-4 10 0 0 0,4 6-6547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2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51 14013 0 0,'-1'-1'33'0'0,"0"1"-1"0"0,1-1 0 0 0,-1 0 1 0 0,1 0-1 0 0,-1 0 0 0 0,0 1 1 0 0,1-1-1 0 0,0 0 0 0 0,-1 0 1 0 0,1 0-1 0 0,-1 0 0 0 0,1 0 1 0 0,0 0-1 0 0,0 0 0 0 0,0 0 1 0 0,0 0-1 0 0,-1 0 0 0 0,1 1 1 0 0,0-1-1 0 0,0 0 0 0 0,1 0 1 0 0,-1 0-1 0 0,0 0 0 0 0,0 0 1 0 0,0 0-1 0 0,1 0 0 0 0,-1 0 1 0 0,0 0-1 0 0,1 0 0 0 0,-1 0 1 0 0,2-1-1 0 0,-1 1 67 0 0,1-1 0 0 0,0 1-1 0 0,1-1 1 0 0,-1 1 0 0 0,0 0 0 0 0,0-1 0 0 0,0 1 0 0 0,1 0-1 0 0,-1 0 1 0 0,1 1 0 0 0,4-2 0 0 0,4 0 254 0 0,0 1 0 0 0,0-1 0 0 0,1 2-1 0 0,20 1 1 0 0,-20 1-151 0 0,1 0 0 0 0,-1 2 0 0 0,1-1 1 0 0,-1 1-1 0 0,0 1 0 0 0,-1 0 0 0 0,1 1 0 0 0,13 9 0 0 0,-21-13-98 0 0,1 1 0 0 0,-1 0 0 0 0,0 1 0 0 0,-1-1 1 0 0,1 0-1 0 0,0 1 0 0 0,-1 0 0 0 0,0 0 0 0 0,0 0 0 0 0,0 0 1 0 0,-1 1-1 0 0,1-1 0 0 0,-1 1 0 0 0,0-1 0 0 0,0 1 0 0 0,-1 0 1 0 0,1 0-1 0 0,-1 0 0 0 0,0 0 0 0 0,-1 0 0 0 0,1 0 0 0 0,-1 0 1 0 0,0 8-1 0 0,-2-3 75 0 0,-1-1 0 0 0,0 0 0 0 0,0 0 0 0 0,-1 0 0 0 0,0-1 0 0 0,0 1 1 0 0,-1-1-1 0 0,0 0 0 0 0,-1 0 0 0 0,0-1 0 0 0,-8 9 0 0 0,7-8-6 0 0,0 0 0 0 0,0 1 1 0 0,1 0-1 0 0,1 0 0 0 0,-1 0 0 0 0,2 1 0 0 0,-6 12 1 0 0,10-21-141 0 0,-1 0 1 0 0,1 1 0 0 0,0-1-1 0 0,0 0 1 0 0,0 0 0 0 0,0 0 0 0 0,0 0-1 0 0,0 0 1 0 0,0 1 0 0 0,0-1-1 0 0,1 0 1 0 0,-1 0 0 0 0,0 0-1 0 0,1 0 1 0 0,-1 0 0 0 0,1 0-1 0 0,-1 0 1 0 0,1 0 0 0 0,-1 0 0 0 0,1 0-1 0 0,0 0 1 0 0,-1 0 0 0 0,1 0-1 0 0,0 0 1 0 0,0-1 0 0 0,1 2-1 0 0,29 16 267 0 0,-11-9 130 0 0,-10-3 22 0 0,0 1 1 0 0,0 0-1 0 0,0 1 0 0 0,-1-1 0 0 0,15 17 1 0 0,-22-21-337 0 0,0 1 1 0 0,0-1-1 0 0,0 1 0 0 0,0-1 1 0 0,0 1-1 0 0,-1 0 1 0 0,0 0-1 0 0,0 0 1 0 0,0 0-1 0 0,0 0 1 0 0,0 0-1 0 0,-1 0 1 0 0,0 0-1 0 0,0 0 1 0 0,0 0-1 0 0,0 0 1 0 0,-1 0-1 0 0,1 0 1 0 0,-1 0-1 0 0,0 0 1 0 0,-2 4-1 0 0,1-2-115 0 0,0 0 0 0 0,-1 0-1 0 0,0 0 1 0 0,0 0 0 0 0,-1 0 0 0 0,1-1-1 0 0,-1 0 1 0 0,0 1 0 0 0,-1-1 0 0 0,1-1-1 0 0,-1 1 1 0 0,0-1 0 0 0,0 0 0 0 0,-9 6-1 0 0,2-4-9 0 0,0 1-1 0 0,-1-1 1 0 0,0-1 0 0 0,0 0-1 0 0,-25 5 1 0 0,35-10-570 0 0,0 1 1 0 0,-1-1-1 0 0,1 0 1 0 0,-1 0-1 0 0,1 0 1 0 0,0-1 0 0 0,-1 1-1 0 0,1-1 1 0 0,0 0-1 0 0,0 0 1 0 0,-6-2-1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3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 0 17494 0 0,'0'0'-648'0'0,"-4"5"290"0"0,-23 24 1181 0 0,6-6 572 0 0,-34 46 0 0 0,51-63-1216 0 0,0 0 0 0 0,0 1 0 0 0,1 0 0 0 0,-1-1 0 0 0,1 1 0 0 0,1 0 0 0 0,-1 0 0 0 0,2 1 0 0 0,-1-1 0 0 0,1 0 0 0 0,-1 1 0 0 0,2-1 0 0 0,-1 11 0 0 0,2-12-83 0 0,1-1 0 0 0,-1 1 0 0 0,1 0 0 0 0,0 0 0 0 0,1 0 0 0 0,-1-1 0 0 0,1 0 0 0 0,0 1 0 0 0,0-1 0 0 0,6 6 0 0 0,45 50 746 0 0,-24-29-189 0 0,-19-19-380 0 0,37 50 1513 0 0,-44-57-1540 0 0,-2-1 0 0 0,1 1 0 0 0,-1 0 0 0 0,1-1-1 0 0,-2 1 1 0 0,1 0 0 0 0,-1 1 0 0 0,0-1 0 0 0,0 0 0 0 0,0 9-1 0 0,-2-10-106 0 0,1-1-1 0 0,-1 0 1 0 0,0 0-1 0 0,-1 0 1 0 0,1 0-1 0 0,-1 0 1 0 0,0 0-1 0 0,1 0 1 0 0,-2 0-1 0 0,1 0 1 0 0,0-1-1 0 0,-1 1 1 0 0,0-1-1 0 0,-5 5 1 0 0,-1 1 53 0 0,0-1-1 0 0,0-1 1 0 0,-19 13 0 0 0,16-13-121 0 0,0-1 1 0 0,-1 0 0 0 0,0 0 0 0 0,0-2 0 0 0,0 1-1 0 0,0-2 1 0 0,-19 3 0 0 0,24-5-467 0 0,1 0 0 0 0,-1-1 0 0 0,0 0 0 0 0,0-1 0 0 0,1 0 0 0 0,-10-1 0 0 0,12 0-761 0 0,0 1-1 0 0,0-1 1 0 0,0 0 0 0 0,0 0-1 0 0,0-1 1 0 0,1 1 0 0 0,-1-1-1 0 0,0 0 1 0 0,-5-6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4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67 14545 0 0,'2'-18'157'0'0,"0"15"-34"0"0,0 0-1 0 0,0-1 1 0 0,0 1-1 0 0,1 0 1 0 0,-1 0-1 0 0,1 0 1 0 0,0 0-1 0 0,0 1 1 0 0,0-1-1 0 0,0 1 1 0 0,1 0 0 0 0,-1 0-1 0 0,1 0 1 0 0,-1 0-1 0 0,1 1 1 0 0,0-1-1 0 0,-1 1 1 0 0,1 0-1 0 0,0 0 1 0 0,0 0 0 0 0,0 1-1 0 0,0-1 1 0 0,0 1-1 0 0,0 0 1 0 0,4 0-1 0 0,-1 1 8 0 0,-1 0-1 0 0,0 1 1 0 0,1-1-1 0 0,-1 1 1 0 0,0 0-1 0 0,0 1 1 0 0,0-1-1 0 0,-1 1 1 0 0,1 0-1 0 0,-1 1 0 0 0,1-1 1 0 0,-1 1-1 0 0,0 0 1 0 0,0 0-1 0 0,6 9 1 0 0,-7-9-19 0 0,-1 0 1 0 0,0 0 0 0 0,0 0-1 0 0,0 1 1 0 0,-1-1 0 0 0,0 1-1 0 0,0 0 1 0 0,0 0 0 0 0,0-1-1 0 0,-1 1 1 0 0,0 1 0 0 0,0-1-1 0 0,0 0 1 0 0,0 0 0 0 0,-1 0-1 0 0,0 0 1 0 0,0 0 0 0 0,-2 10-1 0 0,-2 2 271 0 0,0 1-1 0 0,-2-2 0 0 0,0 1 1 0 0,-10 20-1 0 0,8-23 32 0 0,2 2 0 0 0,0-1 0 0 0,0 1 0 0 0,-5 31-1 0 0,11-42-324 0 0,1 0-1 0 0,-1 0 1 0 0,1 0-1 0 0,1 0 0 0 0,-1 0 1 0 0,1 0-1 0 0,0 0 0 0 0,0-1 1 0 0,0 1-1 0 0,6 8 0 0 0,32 43 1010 0 0,-32-46-876 0 0,0 1 0 0 0,-1-1 0 0 0,0 1 0 0 0,-1 0-1 0 0,0 1 1 0 0,-1-1 0 0 0,0 1 0 0 0,-1 1 0 0 0,0-1 0 0 0,3 18 0 0 0,-6-22-110 0 0,-1-1 1 0 0,0 1-1 0 0,0 0 0 0 0,0-1 1 0 0,-1 1-1 0 0,0-1 0 0 0,0 1 1 0 0,-1-1-1 0 0,0 1 0 0 0,-1-1 1 0 0,1 0-1 0 0,-1 0 1 0 0,-1 0-1 0 0,1-1 0 0 0,-1 1 1 0 0,-1-1-1 0 0,1 0 0 0 0,-1 0 1 0 0,-6 6-1 0 0,1-2-144 0 0,0 0 0 0 0,-1-1 0 0 0,-1 0 0 0 0,0-1 0 0 0,0 0 0 0 0,0-1 0 0 0,-1 0 1 0 0,0-1-1 0 0,0-1 0 0 0,-1 0 0 0 0,-16 4 0 0 0,25-8-26 0 0,-1 1 1 0 0,0-1 0 0 0,0 0-1 0 0,0-1 1 0 0,0 0-1 0 0,0 0 1 0 0,0 0 0 0 0,0 0-1 0 0,1-1 1 0 0,-1 0-1 0 0,0 0 1 0 0,0-1-1 0 0,0 0 1 0 0,1 0 0 0 0,-1 0-1 0 0,1 0 1 0 0,0-1-1 0 0,0 0 1 0 0,0 0 0 0 0,0 0-1 0 0,0-1 1 0 0,0 0-1 0 0,1 0 1 0 0,0 0 0 0 0,0 0-1 0 0,0-1 1 0 0,0 0-1 0 0,1 1 1 0 0,-4-8-1 0 0,5 9-811 0 0,1 0-1 0 0,0 0 0 0 0,0 0 0 0 0,0-1 0 0 0,0 1 0 0 0,1 0 0 0 0,-1 0 0 0 0,1 0 0 0 0,0-6 0 0 0,3-14-8349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4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235 218 18006 0 0,'0'0'-518'0'0,"0"1"290"0"0,0-1 330 0 0,0 1 0 0 0,0 0 1 0 0,0-1-1 0 0,-1 1 0 0 0,1 0 1 0 0,0-1-1 0 0,0 1 0 0 0,1 0 1 0 0,-1-1-1 0 0,0 1 0 0 0,0 0 0 0 0,0-1 1 0 0,0 1-1 0 0,1 0 0 0 0,-1-1 1 0 0,0 1-1 0 0,0 0 0 0 0,1-1 0 0 0,0 2 1 0 0,5-1 343 0 0,1-1 0 0 0,-1 0-1 0 0,0 0 1 0 0,1 0 0 0 0,-1-1 0 0 0,0 0 0 0 0,1 0 0 0 0,-1-1 0 0 0,0 1 0 0 0,0-1 0 0 0,0-1-1 0 0,10-4 1 0 0,-13 5-294 0 0,1 0-1 0 0,0 0 0 0 0,-1-1 1 0 0,1 1-1 0 0,-1-1 0 0 0,0 1 0 0 0,0-1 1 0 0,0 0-1 0 0,0 0 0 0 0,-1 0 1 0 0,1-1-1 0 0,-1 1 0 0 0,0-1 1 0 0,0 1-1 0 0,0-1 0 0 0,0 0 1 0 0,-1 0-1 0 0,1 0 0 0 0,-1 0 1 0 0,1-4-1 0 0,-2 3-50 0 0,2-6 161 0 0,-1 0 0 0 0,0-1-1 0 0,-1 1 1 0 0,0-1 0 0 0,-4-20 0 0 0,4 29-232 0 0,-1 1 0 0 0,0-1 0 0 0,0 0 0 0 0,0 1 0 0 0,0-1 0 0 0,-1 1 0 0 0,1-1 0 0 0,-1 1 0 0 0,1 0 0 0 0,-1-1 0 0 0,0 1 0 0 0,0 0 0 0 0,0 0 0 0 0,0 0 0 0 0,0 0 0 0 0,0 1 0 0 0,-1-1 0 0 0,1 1 0 0 0,-1-1 0 0 0,1 1 0 0 0,-1 0 0 0 0,1 0 0 0 0,-1 0 0 0 0,0 0 0 0 0,1 0 0 0 0,-1 1 0 0 0,0-1 0 0 0,0 1 0 0 0,-5 0 0 0 0,-2 0-1 0 0,1 0-1 0 0,0 1 1 0 0,-1 1-1 0 0,1 0 1 0 0,0 0-1 0 0,0 1 1 0 0,0 0-1 0 0,0 0 1 0 0,1 1 0 0 0,-1 0-1 0 0,1 1 1 0 0,-15 10-1 0 0,7-4 11 0 0,0 2-1 0 0,0 0 1 0 0,2 1 0 0 0,-26 30-1 0 0,39-41-34 0 0,-1-1 1 0 0,0 1-1 0 0,1-1 0 0 0,-1 1 0 0 0,1 0 1 0 0,0 0-1 0 0,0-1 0 0 0,0 1 0 0 0,0 0 0 0 0,0 0 1 0 0,1 0-1 0 0,-1 0 0 0 0,1 0 0 0 0,0 0 1 0 0,0 0-1 0 0,0 0 0 0 0,0 0 0 0 0,0 0 1 0 0,1 0-1 0 0,-1 0 0 0 0,1 0 0 0 0,0 0 0 0 0,0 0 1 0 0,0 0-1 0 0,0 0 0 0 0,1 0 0 0 0,-1-1 1 0 0,1 1-1 0 0,0-1 0 0 0,-1 1 0 0 0,1-1 1 0 0,0 0-1 0 0,1 1 0 0 0,-1-1 0 0 0,0 0 0 0 0,1-1 1 0 0,-1 1-1 0 0,1 0 0 0 0,-1-1 0 0 0,5 3 1 0 0,40 19 16 0 0,-36-19 33 0 0,-1 1 0 0 0,1 0 0 0 0,-1 0 0 0 0,0 1 0 0 0,0 1-1 0 0,-1 0 1 0 0,1 0 0 0 0,-2 1 0 0 0,14 14 0 0 0,-5 1-9 0 0,0 0 0 0 0,-2 2 0 0 0,-1-1 0 0 0,0 2 1 0 0,-2 0-1 0 0,-1 1 0 0 0,14 52 0 0 0,-23-69-35 0 0,0-1-1 0 0,0 1 1 0 0,-1 0-1 0 0,0 0 1 0 0,-1-1-1 0 0,0 1 1 0 0,0 0-1 0 0,-1 0 1 0 0,-1-1-1 0 0,1 1 0 0 0,-1-1 1 0 0,-1 1-1 0 0,0-1 1 0 0,0 0-1 0 0,-1 0 1 0 0,0 0-1 0 0,-1 0 1 0 0,0-1-1 0 0,0 1 1 0 0,-1-1-1 0 0,0-1 1 0 0,0 1-1 0 0,-1-1 1 0 0,0 0-1 0 0,0-1 1 0 0,-14 10-1 0 0,12-8-9 0 0,0-2 0 0 0,0 1 0 0 0,-1-1 0 0 0,0-1 0 0 0,0 1 0 0 0,-1-2 0 0 0,0 0 0 0 0,1 0 0 0 0,-1 0 0 0 0,0-2 0 0 0,-1 1 0 0 0,1-2 0 0 0,0 1 0 0 0,-1-1 0 0 0,1-1 0 0 0,-1 0 0 0 0,-12-2 0 0 0,12 0 0 0 0,1-1 0 0 0,0 0 0 0 0,0 0 0 0 0,0-1 0 0 0,-19-10 0 0 0,15 1-2846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5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18498 0 0,'6'-35'-1883'0'0,"4"-17"6545"0"0,-10 62-3854 0 0,-2 147 2719 0 0,3-140-3196 0 0,0-1 1 0 0,1 1 0 0 0,1 0-1 0 0,1-1 1 0 0,0 1 0 0 0,1-1 0 0 0,13 28-1 0 0,-17-41-298 0 0,1 0 0 0 0,0 0 0 0 0,0 0 0 0 0,0 0 0 0 0,1 0 0 0 0,-1 0 0 0 0,1-1 0 0 0,-1 1 0 0 0,1-1 0 0 0,0 1 0 0 0,0-1 0 0 0,0 0-1 0 0,0 0 1 0 0,0-1 0 0 0,1 1 0 0 0,-1-1 0 0 0,0 1 0 0 0,1-1 0 0 0,3 1 0 0 0,-1-2-48 0 0,0 1-1 0 0,-1-1 1 0 0,1 0-1 0 0,0-1 1 0 0,-1 1-1 0 0,1-1 1 0 0,0 0-1 0 0,-1-1 1 0 0,1 1 0 0 0,-1-1-1 0 0,6-3 1 0 0,12-6-123 0 0,-1-2 0 0 0,-1 0 0 0 0,0-1 1 0 0,24-23-1 0 0,-40 33 155 0 0,50-40 1558 0 0,-53 48-1108 0 0,1 8-244 0 0,0-1 0 0 0,-1 1 1 0 0,0 0-1 0 0,0 0 1 0 0,-2 0-1 0 0,1 0 0 0 0,-2 0 1 0 0,0 0-1 0 0,-2 15 0 0 0,-1 34 183 0 0,4-1-399 0 0,3 0-1 0 0,13 72 0 0 0,-16-130-157 0 0,1 0-1 0 0,-1 0 1 0 0,1 0-1 0 0,-1 0 1 0 0,1 0-1 0 0,0 0 1 0 0,0 0-1 0 0,-1 0 1 0 0,2 0-1 0 0,-1 0 1 0 0,0-1-1 0 0,0 1 1 0 0,0 0-1 0 0,1-1 1 0 0,-1 1-1 0 0,1-1 1 0 0,-1 1-1 0 0,1-1 1 0 0,0 0-1 0 0,-1 0 1 0 0,1 0-1 0 0,0 0 1 0 0,0 0-1 0 0,0 0 1 0 0,0 0-1 0 0,4 1 1 0 0,-3-2-234 0 0,1 1 0 0 0,0-1 0 0 0,0 0 0 0 0,-1-1 0 0 0,1 1-1 0 0,0 0 1 0 0,-1-1 0 0 0,1 0 0 0 0,-1 0 0 0 0,1 0 0 0 0,0 0 0 0 0,-1-1 0 0 0,0 0 0 0 0,6-2 0 0 0,0-2-2097 0 0,-1-1 0 0 0,1 1 0 0 0,-1-1 0 0 0,12-14 1 0 0,2-2-6155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2:45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84 16578 0 0,'1'-4'72'0'0,"0"0"0"0"0,1 1 0 0 0,-1-1 0 0 0,1 0 0 0 0,0 0 0 0 0,0 1 0 0 0,0-1 0 0 0,1 1 0 0 0,-1 0 0 0 0,1 0 0 0 0,0 0 0 0 0,0 0 0 0 0,0 0 0 0 0,0 1 0 0 0,1-1 0 0 0,-1 1 0 0 0,1 0 0 0 0,4-3 0 0 0,-1 2 211 0 0,0-1 1 0 0,0 2-1 0 0,0-1 1 0 0,1 1 0 0 0,-1 0-1 0 0,1 0 1 0 0,-1 1-1 0 0,14-1 1 0 0,-18 2-132 0 0,0 0 0 0 0,1 0 0 0 0,-1 0 0 0 0,0 1 0 0 0,0-1 0 0 0,1 1 0 0 0,-1 0-1 0 0,0 0 1 0 0,0 0 0 0 0,0 0 0 0 0,0 0 0 0 0,0 1 0 0 0,0 0 0 0 0,-1-1 0 0 0,1 1 0 0 0,0 0 0 0 0,-1 0 0 0 0,1 1 0 0 0,2 3 0 0 0,-2-2 86 0 0,0 0 1 0 0,-1 1-1 0 0,1-1 1 0 0,-1 1-1 0 0,0-1 1 0 0,-1 1-1 0 0,1 0 1 0 0,-1 0-1 0 0,0 0 1 0 0,0 0-1 0 0,0 7 1 0 0,-1 7 450 0 0,-1 1 0 0 0,0-1 1 0 0,-1 0-1 0 0,-2 0 0 0 0,-5 21 1 0 0,0-12-282 0 0,-1 0 1 0 0,-14 26 0 0 0,15-35-242 0 0,0 0 1 0 0,1 1 0 0 0,1 0 0 0 0,1 0-1 0 0,-4 29 1 0 0,10-46-168 0 0,0-1 0 0 0,0 0 0 0 0,0 0 0 0 0,0 0 0 0 0,1 1 0 0 0,-1-1 0 0 0,1 0 0 0 0,-1 0 0 0 0,1 0 0 0 0,0 0 0 0 0,0 0 0 0 0,0 0 0 0 0,0 0 0 0 0,0 0 0 0 0,0 0 0 0 0,1-1 0 0 0,-1 1 0 0 0,1 0 0 0 0,-1-1 0 0 0,1 1 0 0 0,0-1 0 0 0,-1 0 0 0 0,1 1 0 0 0,0-1 0 0 0,0 0 0 0 0,0 0 0 0 0,0 0 0 0 0,0 0 0 0 0,0 0 0 0 0,0-1 0 0 0,0 1 0 0 0,0-1 0 0 0,1 1 0 0 0,2-1 0 0 0,10 3 0 0 0,1-1 0 0 0,0-1 0 0 0,26 0 0 0 0,-32-1 0 0 0,238-3 0 0 0,-225 3 0 0 0,-3-1 0 0 0,6 7-1472 0 0,-26-5 1348 0 0,1-1 0 0 0,-1 0 0 0 0,1 2-619 0 0,0-2 619 0 0,-1 0 0 0 0,0 1 0 0 0,0-1 0 0 0,0 0 0 0 0,0 1 0 0 0,1-1 0 0 0,-1 1 0 0 0,0-1 0 0 0,0 0 0 0 0,0 1 0 0 0,0-1 0 0 0,0 0 0 0 0,0 1 0 0 0,0-1 0 0 0,0 1 1 0 0,0-1-1 0 0,0 0 0 0 0,0 1 0 0 0,-1-1 0 0 0,1 0 0 0 0,0 1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20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8382 120 5533 0 0,'22'-28'-223'0'0,"7"-2"389"0"0,-25 26-93 0 0,0 1 0 0 0,-1 0 1 0 0,1-1-1 0 0,-1 0 1 0 0,0 0-1 0 0,0 0 1 0 0,0 0-1 0 0,0 0 0 0 0,2-6 1 0 0,-5 9 44 0 0,3-5 54 0 0,1-5 2658 0 0,-28 25-2439 0 0,-1-1 0 0 0,0-2 0 0 0,-1 0 0 0 0,-1-2 0 0 0,1-1 0 0 0,-1-1 0 0 0,-1-1 0 0 0,-42 4 0 0 0,-240-1 2090 0 0,226-10-2242 0 0,28 1-92 0 0,-531 18 777 0 0,132 1-637 0 0,155-10-204 0 0,-708 34-59 0 0,826-33-57 0 0,-365 4 84 0 0,400-21-28 0 0,-265-1-74 0 0,110 3 52 0 0,87-1 46 0 0,-146-13-39 0 0,-3 0-27 0 0,156 19 31 0 0,-745 31-61 0 0,608-6 92 0 0,-27 2 150 0 0,-402 42 1407 0 0,646-62-367 0 0,125-7-1085 0 0,-1 0-10 0 0,-11 2-14 0 0,11-2-16 0 0,-18 0 324 0 0,-13 3-216 0 0,32-3-261 0 0,54 18-19313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21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273 113 7973 0 0,'-58'-13'-200'0'0,"37"9"780"0"0,1 0-1 0 0,0-1 0 0 0,0-2 1 0 0,0 0-1 0 0,1-1 0 0 0,-24-13 0 0 0,-6-4 2134 0 0,47 24-2119 0 0,8 0-343 0 0,108-10 261 0 0,169 6-1 0 0,-112 5-352 0 0,1343 9 485 0 0,-21 1-251 0 0,-1146-21 270 0 0,-324 11-642 0 0,-19 0-24 0 0,17 6 60 0 0,-18-6 4 0 0,8 2 138 0 0,-42 21-12976 0 0,9-13 8807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35.8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71 7853 0 0,'0'0'36'0'0,"2"-3"68"0"0,1 1 879 0 0,-2 9-262 0 0,-6 27 145 0 0,2-16-620 0 0,1 0 0 0 0,0-1-1 0 0,1 1 1 0 0,2 22 0 0 0,0-35-187 0 0,1-1-1 0 0,-1 1 1 0 0,1 0 0 0 0,0-1 0 0 0,0 1 0 0 0,1-1 0 0 0,0 0-1 0 0,-1 0 1 0 0,1 0 0 0 0,0 0 0 0 0,1 0 0 0 0,-1-1-1 0 0,1 1 1 0 0,0-1 0 0 0,0 0 0 0 0,0 0 0 0 0,0 0 0 0 0,0-1-1 0 0,0 0 1 0 0,1 1 0 0 0,0-2 0 0 0,-1 1 0 0 0,1 0 0 0 0,0-1-1 0 0,9 2 1 0 0,10 0 48 0 0,0 0 0 0 0,1-2 0 0 0,0-1-1 0 0,25-2 1 0 0,-29 1-66 0 0,134-11 257 0 0,268-56 0 0 0,145-85 411 0 0,-360 80 1204 0 0,-206 72-2185 0 0,9 0 483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36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107 179 6849 0 0,'-23'7'-326'0'0,"1"1"1"0"0,-39 20 822 0 0,108-17 524 0 0,29-15-306 0 0,143-29-1 0 0,-137 18-512 0 0,8 1 28 0 0,196-40 291 0 0,-235 42-217 0 0,-1-3 0 0 0,0-2 1 0 0,70-34-1 0 0,-118 50-783 0 0,20-11 1595 0 0,-16 7-3163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24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1663 354 15925 0 0,'31'-14'-2209'0'0,"-30"11"2364"0"0,0 0-1 0 0,0 0 1 0 0,0-1 0 0 0,0 1-1 0 0,-1 0 1 0 0,1 0 0 0 0,-1-1-1 0 0,0 1 1 0 0,0 0 0 0 0,0-1 0 0 0,0 1-1 0 0,0 0 1 0 0,-1-1 0 0 0,0 1-1 0 0,0 0 1 0 0,1 0 0 0 0,-2 0-1 0 0,1 0 1 0 0,0 0 0 0 0,-1 0-1 0 0,1 0 1 0 0,-1 0 0 0 0,0 0-1 0 0,0 1 1 0 0,-4-5 0 0 0,-4-6 172 0 0,0 1-1 0 0,-2-1 1 0 0,-24-20 0 0 0,8 13-184 0 0,-1 0 1 0 0,0 2-1 0 0,-2 2 1 0 0,0 0-1 0 0,-1 2 1 0 0,0 2-1 0 0,-51-14 0 0 0,28 13-71 0 0,0 3 0 0 0,0 2 0 0 0,-107-2-1 0 0,128 11-67 0 0,0 1-1 0 0,0 2 1 0 0,1 1-1 0 0,-1 2 1 0 0,1 1-1 0 0,1 2 1 0 0,0 1-1 0 0,0 1 1 0 0,-29 17-1 0 0,23-8 13 0 0,2 1 1 0 0,0 2-1 0 0,2 2 0 0 0,0 1 0 0 0,2 1 1 0 0,-48 56-1 0 0,48-45 28 0 0,2 2 0 0 0,1 1 0 0 0,2 1 0 0 0,3 1-1 0 0,1 1 1 0 0,2 1 0 0 0,-26 86 0 0 0,27-67-3 0 0,-42 150 284 0 0,54-181-191 0 0,2 0 0 0 0,1 0 0 0 0,2 1 0 0 0,1 45 0 0 0,8-6 438 0 0,3-2 1 0 0,27 113 0 0 0,-30-166-427 0 0,1-1 0 0 0,1 0 0 0 0,1 0 0 0 0,0-1 0 0 0,1 0 0 0 0,1-1 1 0 0,0 0-1 0 0,1-1 0 0 0,1 0 0 0 0,0-1 0 0 0,1 0 0 0 0,29 20 0 0 0,12 6 282 0 0,1-3-1 0 0,79 38 0 0 0,-64-38 204 0 0,87 32 0 0 0,-128-59-199 0 0,0 0 0 0 0,1-2-1 0 0,-1-2 1 0 0,2 0 0 0 0,61 1 0 0 0,-40-7-182 0 0,1-2 0 0 0,-1-2 0 0 0,-1-3 0 0 0,1-2 0 0 0,-1-2 0 0 0,-1-3 0 0 0,92-37 0 0 0,-95 30-250 0 0,-2-2 0 0 0,0-2 0 0 0,-1-2 0 0 0,-2-2 0 0 0,-1-2 0 0 0,-1-1 0 0 0,60-65 0 0 0,-34 23 0 0 0,100-148 0 0 0,-152 197 0 0 0,-2-1 0 0 0,0-1 0 0 0,-2 0 0 0 0,-1 0 0 0 0,11-48 0 0 0,14-147 0 0 0,-33 182 0 0 0,-2 0 0 0 0,-1 0 0 0 0,-2 0 0 0 0,-1 0 0 0 0,-3 1 0 0 0,-1-1 0 0 0,-1 2 0 0 0,-3-1 0 0 0,-1 1 0 0 0,-2 1 0 0 0,-1 1 0 0 0,-2 0 0 0 0,-2 1 0 0 0,-1 1 0 0 0,-35-45 0 0 0,41 63 0 0 0,-1 0 0 0 0,0 1 0 0 0,0 0 0 0 0,-2 2 0 0 0,0 0 0 0 0,0 1 0 0 0,-1 1 0 0 0,0 0 0 0 0,-1 2 0 0 0,-1 0 0 0 0,-25-7 0 0 0,-7 1 0 0 0,1 2 0 0 0,-2 3 0 0 0,-76-5 0 0 0,94 13-1271 0 0,0 2 1 0 0,-43 4-1 0 0,37 2-1340 0 0,1 1-1 0 0,0 2 1 0 0,0 2 0 0 0,1 2-1 0 0,1 1 1 0 0,-51 27 0 0 0,66-29-6209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06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1686 192 9830 0 0,'3'-2'0'0'0,"-2"1"0"0"0,0 1 0 0 0,0-1 0 0 0,-1 0 0 0 0,1 0 0 0 0,0 0 0 0 0,-1 1 0 0 0,1-1 0 0 0,0 0 0 0 0,-1 0 0 0 0,1 0 0 0 0,-1 0 0 0 0,0 0 0 0 0,1 0 0 0 0,-1 0 0 0 0,0 0 0 0 0,0-1 0 0 0,1 1 0 0 0,-1 0 0 0 0,0 0 0 0 0,0-1 0 0 0,2-12 0 0 0,-2 13 0 0 0,0 0 0 0 0,1 0 0 0 0,-1 0 0 0 0,0 0 0 0 0,0-1 0 0 0,0 1 0 0 0,0 0 0 0 0,0 0 0 0 0,-1 0 0 0 0,1 0 0 0 0,0 0 0 0 0,0 0 0 0 0,-1 0 0 0 0,1 0 0 0 0,-1 0 0 0 0,1 0 0 0 0,-1 0 0 0 0,1 0 0 0 0,-1 0 0 0 0,1 0 0 0 0,-1 0 0 0 0,0 0 0 0 0,0 0 0 0 0,1 0 0 0 0,-1 1 0 0 0,0-1 0 0 0,0 0 0 0 0,-1 0 0 0 0,0 0 0 0 0,-3-4 31 0 0,0-1 0 0 0,0 2 0 0 0,0-1 0 0 0,-1 0 0 0 0,1 1 0 0 0,-1 0 0 0 0,0 1-1 0 0,-14-7 1 0 0,-57-19 396 0 0,55 22-358 0 0,-16-4 268 0 0,-1 1-1 0 0,-1 2 1 0 0,0 2 0 0 0,0 2 0 0 0,-68 1 0 0 0,-200 28 1736 0 0,253-18-1609 0 0,0 4 0 0 0,0 1 0 0 0,2 3-1 0 0,-1 2 1 0 0,2 3 0 0 0,1 2 0 0 0,-55 31 0 0 0,75-35-102 0 0,1 1 0 0 0,0 1 0 0 0,1 2 0 0 0,2 0 0 0 0,-37 39 0 0 0,47-42-121 0 0,1 2 0 0 0,0 0 0 0 0,2 1 0 0 0,0 0 0 0 0,2 1 0 0 0,0 0 0 0 0,2 1 0 0 0,-10 31-1 0 0,-5 31 611 0 0,5 1 0 0 0,2 1-1 0 0,-7 132 1 0 0,25-158-841 0 0,3 0 0 0 0,3 0 1 0 0,2 0-1 0 0,4 0 0 0 0,36 114 1 0 0,-37-145-11 0 0,1-2 0 0 0,1 0 0 0 0,2 0 0 0 0,1-1 0 0 0,1-1 0 0 0,1-1 0 0 0,2-1 0 0 0,39 41 0 0 0,-21-29 0 0 0,2-1 0 0 0,1-3 0 0 0,1-1 0 0 0,71 40 0 0 0,-87-59 0 0 0,1-1 0 0 0,0-1 0 0 0,0-1 0 0 0,1-2 0 0 0,1 0 0 0 0,-1-2 0 0 0,56 4 0 0 0,8-6 0 0 0,106-10 0 0 0,-29 0 0 0 0,-124 6-30 0 0,-1-2 0 0 0,1-2 0 0 0,0-2 1 0 0,-1-2-1 0 0,-1-2 0 0 0,1-2 1 0 0,-2-2-1 0 0,0-1 0 0 0,0-2 1 0 0,-2-3-1 0 0,0 0 0 0 0,61-44 0 0 0,-68 39-294 0 0,0-2 0 0 0,-2 0-1 0 0,-1-2 1 0 0,-1-2 0 0 0,-1 0-1 0 0,-2-2 1 0 0,-2-1-1 0 0,-1-1 1 0 0,-1-1 0 0 0,-2 0-1 0 0,-2-2 1 0 0,-1 0 0 0 0,-2-1-1 0 0,18-76 1 0 0,-22 63-83 0 0,-3-1 0 0 0,-2 0-1 0 0,-2-1 1 0 0,-3-56 0 0 0,-3 74 92 0 0,-2 0 0 0 0,-1 0 0 0 0,-1 1 0 0 0,-2-1 0 0 0,-2 1 0 0 0,-28-66 0 0 0,30 84 154 0 0,-1 0 0 0 0,-1 1 0 0 0,-1 0 0 0 0,0 1 0 0 0,-1 0 0 0 0,0 0 0 0 0,-2 2 0 0 0,1 0 0 0 0,-2 0 0 0 0,-30-20 0 0 0,21 19-12 0 0,0 1 0 0 0,-1 1 0 0 0,0 1 0 0 0,-1 1 0 0 0,0 2 0 0 0,-50-10 0 0 0,2 8 459 0 0,-1 4-1 0 0,-1 3 1 0 0,1 3 0 0 0,-120 16 0 0 0,48 4 1232 0 0,-265 73 0 0 0,348-73-1114 0 0,0 0-137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07.5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197 331 9830 0 0,'-51'-1'319'0'0,"-16"-7"227"0"0,45 5-364 0 0,2 0-72 0 0,4-2 147 0 0,3 1-193 0 0,13 4-64 0 0,-1 0 0 0 0,1 0 0 0 0,-1-1 0 0 0,1 1 0 0 0,0 0 0 0 0,-1 0 0 0 0,1 0 0 0 0,0-1 0 0 0,-1 1 0 0 0,1 0 0 0 0,0 0 0 0 0,-1-1 0 0 0,1 1 0 0 0,0 0 0 0 0,0 0 0 0 0,-1-1 0 0 0,1 1 0 0 0,0 0 0 0 0,0-1 0 0 0,-1 1 0 0 0,1-1 0 0 0,0 1 0 0 0,0 0 0 0 0,0-1 0 0 0,0 1 0 0 0,0-1 0 0 0,0 1 0 0 0,0 0 0 0 0,0-1 0 0 0,0 0 0 0 0,1-1 23 0 0,0-1-1 0 0,1 1 0 0 0,0-1 0 0 0,0 1 0 0 0,0 0 0 0 0,0 0 0 0 0,0 0 0 0 0,0 0 0 0 0,0 0 0 0 0,1 0 1 0 0,-1 1-1 0 0,1-1 0 0 0,-1 1 0 0 0,1 0 0 0 0,0-1 0 0 0,-1 1 0 0 0,4 0 0 0 0,62-22 475 0 0,-51 18-403 0 0,94-24 848 0 0,0 5 1 0 0,1 4-1 0 0,1 5 0 0 0,137 1 0 0 0,458 34 3768 0 0,-632-15-4185 0 0,445 33 2862 0 0,-485-37-3331 0 0,0-1-1 0 0,0-3 1 0 0,0 0 0 0 0,0-3 0 0 0,62-17 0 0 0,164-74 188 0 0,-225 82-239 0 0,50-22-5 0 0,-75 31 0 0 0,-1-2 0 0 0,-44 17 0 0 0,14-1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08.3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197 193 9830 0 0,'-85'7'546'0'0,"37"-5"-227"0"0,-16 1 136 0 0,255-37 993 0 0,564-31 3546 0 0,2 31-2 0 0,-192 11-1473 0 0,-496 21-3408 0 0,-28 1-111 0 0,-1-1 0 0 0,1-1 0 0 0,44-11 0 0 0,-80 12 0 0 0,-4 2 0 0 0,-1 0 0 0 0,0 0 0 0 0,0 0 0 0 0,0 0 0 0 0,0-1 0 0 0,0 1 0 0 0,0 0 0 0 0,0 0 0 0 0,0 0 0 0 0,0 0 0 0 0,0 0 0 0 0,0 0 0 0 0,0 0 0 0 0,0 0 0 0 0,0 0 0 0 0,0 0 0 0 0,0 0 0 0 0,0 0 0 0 0,0-1 0 0 0,0 1 0 0 0,0 0 0 0 0,0 0 0 0 0,0 0 0 0 0,0 0 0 0 0,0 0 0 0 0,0 0 0 0 0,0 0 0 0 0,0 0 0 0 0,0 0 0 0 0,0 0 0 0 0,0-1 0 0 0,50-17 0 0 0,-35 15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0.1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1820 26 9830 0 0,'9'-9'0'0'0,"-5"0"0"0"0,-4 9 1 0 0,0 0 0 0 0,0 0 0 0 0,1 0 0 0 0,-1-1 0 0 0,0 1 0 0 0,0 0 0 0 0,0 0 1 0 0,0 0-1 0 0,0-1 0 0 0,0 1 0 0 0,0 0 0 0 0,0 0 0 0 0,0 0 0 0 0,0-1 0 0 0,0 1 0 0 0,0 0 0 0 0,0 0 0 0 0,0 0 0 0 0,0-1 0 0 0,0 1 0 0 0,0 0 0 0 0,0 0 0 0 0,0 0 0 0 0,0-1 0 0 0,0 1 1 0 0,-1 0-1 0 0,1 0 0 0 0,0 0 0 0 0,0 0 0 0 0,0-1 0 0 0,0 1 0 0 0,0 0 0 0 0,0 0 0 0 0,-1 0 0 0 0,1 0 0 0 0,0 0 0 0 0,0 0 0 0 0,0-1 0 0 0,0 1 0 0 0,-1 0 0 0 0,1 0 0 0 0,0 0 0 0 0,0 0 1 0 0,0 0-1 0 0,0 0 0 0 0,-1 0 0 0 0,1 0 0 0 0,0 0 0 0 0,0 0 0 0 0,0 0 0 0 0,-1 0 0 0 0,1 0 0 0 0,0 0 0 0 0,0 0 0 0 0,0 0 0 0 0,-1 0 0 0 0,1 0 0 0 0,0 0 0 0 0,0 0 0 0 0,-1 0 0 0 0,-7 2 60 0 0,0 0-1 0 0,-1 0 0 0 0,1 1 1 0 0,0 0-1 0 0,0 0 0 0 0,1 1 1 0 0,-1 0-1 0 0,-10 8 0 0 0,-70 50 605 0 0,64-43-490 0 0,-1360 1148 11871 0 0,1328-1108-11422 0 0,-53 51 731 0 0,99-101-1264 0 0,-1-3 137 0 0,8-6-208 0 0,0 1 0 0 0,0 0 0 0 0,0 0 1 0 0,0 0-1 0 0,0 1 0 0 0,0-1 0 0 0,0 1 0 0 0,1-1 0 0 0,-1 1 1 0 0,0 0-1 0 0,1 0 0 0 0,-4 4 0 0 0,-1 1 44 0 0,-9 7 203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0.8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72 9830 0 0,'6'-11'0'0'0,"16"-50"0"0"0,-18 111 322 0 0,-53 345 2313 0 0,42-326-2150 0 0,-17 118 733 0 0,22-179-1000 0 0,-6 46 113 0 0,8-54-329 0 0,0 0-1 0 0,0 1 1 0 0,0-1 0 0 0,0 0 0 0 0,0 0-1 0 0,-1 0 1 0 0,1 0 0 0 0,0 0 0 0 0,0 0-1 0 0,0 0 1 0 0,0 1 0 0 0,0-1 0 0 0,0 0-1 0 0,0 0 1 0 0,0 0 0 0 0,0 0 0 0 0,0 0-1 0 0,0 0 1 0 0,0 1 0 0 0,0-1 0 0 0,0 0-1 0 0,0 0 1 0 0,0 0 0 0 0,0 0 0 0 0,0 0-1 0 0,0 0 1 0 0,0 1 0 0 0,0-1 0 0 0,0 0-1 0 0,1 0 1 0 0,-1 0 0 0 0,0 0 0 0 0,0 0-1 0 0,0 0 1 0 0,0 0 0 0 0,0 0-1 0 0,0 1 1 0 0,0-1 0 0 0,0 0 0 0 0,0 0-1 0 0,0 0 1 0 0,1 0 0 0 0,-1 0 0 0 0,0 0-1 0 0,0 0 1 0 0,0 0 0 0 0,0 0 0 0 0,0 0-1 0 0,0 0 1 0 0,1 0 0 0 0,-1 0 0 0 0,0 0-1 0 0,0 0 1 0 0,0 0 0 0 0,0 0 0 0 0,0 0-1 0 0,0 0 1 0 0,1 0 0 0 0,-1 0 0 0 0,0 0-1 0 0,0 0 1 0 0,0 0 0 0 0,16-20 320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1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 31 9830 0 0,'-5'7'73'0'0,"0"0"0"0"0,0 1 0 0 0,0-1 1 0 0,1 1-1 0 0,0 0 0 0 0,1 1 0 0 0,0-1 0 0 0,0 0 0 0 0,0 1 0 0 0,1 0 0 0 0,1-1 1 0 0,-1 1-1 0 0,1 0 0 0 0,1 0 0 0 0,0 0 0 0 0,0 0 0 0 0,1 0 0 0 0,0-1 0 0 0,0 1 1 0 0,1 0-1 0 0,0 0 0 0 0,1-1 0 0 0,5 12 0 0 0,-4-9 22 0 0,2-1-1 0 0,-1 0 1 0 0,2 0-1 0 0,-1 0 1 0 0,1-1-1 0 0,1 0 1 0 0,-1 0-1 0 0,2-1 1 0 0,-1 0-1 0 0,1 0 1 0 0,0-1-1 0 0,1 0 1 0 0,-1-1-1 0 0,1 0 1 0 0,1-1-1 0 0,-1 0 1 0 0,19 6-1 0 0,-16-6 3 0 0,1-1 0 0 0,0-1-1 0 0,0-1 1 0 0,0 0 0 0 0,0 0-1 0 0,24-2 1 0 0,-36 0-75 0 0,1 0 1 0 0,0 0-1 0 0,0 0 0 0 0,0-1 1 0 0,-1 0-1 0 0,1 1 0 0 0,0-1 1 0 0,-1 0-1 0 0,1 0 0 0 0,0-1 1 0 0,-1 1-1 0 0,0 0 0 0 0,1-1 1 0 0,-1 0-1 0 0,0 1 1 0 0,0-1-1 0 0,0 0 0 0 0,0 0 1 0 0,0 0-1 0 0,0-1 0 0 0,0 1 1 0 0,-1 0-1 0 0,1-1 0 0 0,-1 1 1 0 0,0 0-1 0 0,1-1 0 0 0,-1 0 1 0 0,0 1-1 0 0,-1-1 0 0 0,1 0 1 0 0,0 0-1 0 0,-1 1 0 0 0,0-1 1 0 0,1 0-1 0 0,-1 0 0 0 0,0 0 1 0 0,0 1-1 0 0,-1-1 0 0 0,1 0 1 0 0,-2-4-1 0 0,-1-15-74 0 0,-2 0 0 0 0,-1 0 0 0 0,0 1 0 0 0,-1-1 0 0 0,-2 2-1 0 0,0-1 1 0 0,-1 1 0 0 0,-1 0 0 0 0,-1 1 0 0 0,-1 1 0 0 0,-26-31 0 0 0,33 43 82 0 0,-1 1 1 0 0,1 0-1 0 0,-1 0 1 0 0,0 1-1 0 0,0 0 1 0 0,0 0-1 0 0,0 0 0 0 0,-1 1 1 0 0,1 0-1 0 0,-1 1 1 0 0,0 0-1 0 0,0 0 1 0 0,0 1-1 0 0,0-1 1 0 0,0 2-1 0 0,0-1 0 0 0,-16 2 1 0 0,8 1 83 0 0,0 0 1 0 0,1 1 0 0 0,-1 0-1 0 0,1 2 1 0 0,0-1-1 0 0,0 2 1 0 0,0 0-1 0 0,-16 10 1 0 0,21-9 53 0 0,3 1-135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1.9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135 7 9830 0 0,'0'0'1'0'0,"0"0"0"0"0,0-1 0 0 0,0 1-1 0 0,0 0 1 0 0,0 0 0 0 0,0-1 0 0 0,0 1 0 0 0,0 0 0 0 0,0 0 0 0 0,0-1-1 0 0,0 1 1 0 0,0 0 0 0 0,-1 0 0 0 0,1 0 0 0 0,0-1 0 0 0,0 1-1 0 0,0 0 1 0 0,0 0 0 0 0,0 0 0 0 0,0-1 0 0 0,-1 1 0 0 0,1 0-1 0 0,0 0 1 0 0,0 0 0 0 0,0 0 0 0 0,-1-1 0 0 0,1 1 0 0 0,0 0 0 0 0,0 0-1 0 0,0 0 1 0 0,-1 0 0 0 0,1 0 0 0 0,0 0 0 0 0,0 0 0 0 0,0 0-1 0 0,-1 0 1 0 0,1 0 0 0 0,0 0 0 0 0,0 0 0 0 0,-1 0 0 0 0,1 0-1 0 0,0 0 1 0 0,0 0 0 0 0,-1 0 0 0 0,1 0 0 0 0,0 0 0 0 0,0 0 0 0 0,0 0-1 0 0,-1 0 1 0 0,1 0 0 0 0,0 0 0 0 0,0 0 0 0 0,-1 1 0 0 0,-2 3 53 0 0,0 1-1 0 0,0 0 1 0 0,0 0 0 0 0,1 0 0 0 0,0 0 0 0 0,0 0 0 0 0,0 1 0 0 0,-1 8 0 0 0,-13 63 464 0 0,8-39-316 0 0,-55 362 2755 0 0,48-308-2411 0 0,14-78-364 0 0,1-2-137 0 0,0-3-45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2.3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634 53 9830 0 0,'0'-8'-6'0'0,"0"6"9"0"0,0 0 0 0 0,0 0 1 0 0,0 0-1 0 0,0 0 0 0 0,0 0 0 0 0,0 0 0 0 0,-1 0 1 0 0,1 0-1 0 0,-1 0 0 0 0,0 0 0 0 0,1 1 1 0 0,-1-1-1 0 0,0 0 0 0 0,0 0 0 0 0,-2-2 1 0 0,-12-7 178 0 0,-12 11-91 0 0,12 3 40 0 0,1 2 0 0 0,-1 0 0 0 0,1 1 0 0 0,-1 0 0 0 0,2 1 0 0 0,-1 0 0 0 0,1 1 0 0 0,0 1 0 0 0,1 0 0 0 0,0 1 0 0 0,0 0 0 0 0,-16 19 0 0 0,23-23-70 0 0,0 0 1 0 0,0 0-1 0 0,0 1 0 0 0,1 0 1 0 0,0 0-1 0 0,1 0 0 0 0,-1 1 0 0 0,1-1 1 0 0,1 1-1 0 0,-1-1 0 0 0,1 1 1 0 0,1 0-1 0 0,-1 0 0 0 0,1 0 1 0 0,1 0-1 0 0,0 0 0 0 0,0 0 1 0 0,0 0-1 0 0,1 0 0 0 0,0 0 1 0 0,1 0-1 0 0,-1 0 0 0 0,2 0 0 0 0,-1-1 1 0 0,7 15-1 0 0,31 42 651 0 0,-25-40-294 0 0,22 42 1 0 0,-34-60-365 0 0,0 0 0 0 0,-1 0 0 0 0,0 1 1 0 0,0-1-1 0 0,-1 1 0 0 0,1-1 0 0 0,-2 1 0 0 0,1 0 0 0 0,0-1 0 0 0,-1 1 0 0 0,-1 0 0 0 0,0 8 0 0 0,-1-9-6 0 0,-1 0 0 0 0,1-1-1 0 0,-1 1 1 0 0,0 0 0 0 0,0-1-1 0 0,-1 0 1 0 0,0 0 0 0 0,0 0-1 0 0,0 0 1 0 0,0 0 0 0 0,-1-1-1 0 0,1 0 1 0 0,-1 0 0 0 0,-1 0-1 0 0,1-1 1 0 0,0 1 0 0 0,-1-1-1 0 0,-11 4 1 0 0,-5 3 174 0 0,0-2 1 0 0,-1 0-1 0 0,-38 7 1 0 0,28-9 192 0 0,-53 4 0 0 0,75-9-338 0 0,0-1-1 0 0,1 0 0 0 0,-1-1 0 0 0,1 0 0 0 0,-1-1 1 0 0,1 0-1 0 0,0-1 0 0 0,0 0 0 0 0,-14-6 1 0 0,9 1-77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3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3565 354 9830 0 0,'-4'-5'35'0'0,"0"1"0"0"0,0-1 0 0 0,0 1 1 0 0,-1 0-1 0 0,1-1 0 0 0,-1 2 0 0 0,0-1 0 0 0,0 1 0 0 0,-1 0 0 0 0,1 0 1 0 0,0 0-1 0 0,-1 0 0 0 0,-11-2 0 0 0,-14-5 370 0 0,-44-7 1 0 0,38 9-212 0 0,-201-37 2525 0 0,-333-19-1 0 0,422 56-1249 0 0,-2 6 0 0 0,-199 23 0 0 0,-292 89 2762 0 0,180 21-3655 0 0,381-100-517 0 0,2 3 0 0 0,2 3 0 0 0,-114 75 0 0 0,162-92-59 0 0,1 1 0 0 0,1 1 0 0 0,1 2 0 0 0,1 1 0 0 0,1 1 0 0 0,1 1 0 0 0,2 0 0 0 0,0 2 0 0 0,2 1 0 0 0,2 0 0 0 0,-23 52 0 0 0,29-54 0 0 0,2 1 0 0 0,0 0 0 0 0,2 1 0 0 0,2-1 0 0 0,0 1 0 0 0,2 1 0 0 0,1-1 0 0 0,2 0 0 0 0,1 1 0 0 0,1-1 0 0 0,1 0 0 0 0,2 0 0 0 0,15 51 0 0 0,-6-41 0 0 0,2 0 0 0 0,2-2 0 0 0,2 1 0 0 0,1-2 0 0 0,2-1 0 0 0,1-1 0 0 0,2-1 0 0 0,1-1 0 0 0,2-1 0 0 0,1-1 0 0 0,66 51 0 0 0,-25-30 0 0 0,3-4 0 0 0,1-2 0 0 0,3-4 0 0 0,149 58 0 0 0,-132-65-120 0 0,2-5 1 0 0,0-3 0 0 0,2-6 0 0 0,1-3 0 0 0,0-5 0 0 0,1-4 0 0 0,0-4 0 0 0,1-5 0 0 0,-1-5-1 0 0,0-4 1 0 0,-1-4 0 0 0,0-4 0 0 0,-1-5 0 0 0,-1-4 0 0 0,-2-5 0 0 0,117-53 0 0 0,-93 27-954 0 0,-4-5 1 0 0,-2-6-1 0 0,106-82 1 0 0,-165 108 521 0 0,-3-2 0 0 0,-1-3 1 0 0,-3-2-1 0 0,-2-2 1 0 0,-2-1-1 0 0,-2-3 1 0 0,56-98-1 0 0,-80 118 374 0 0,-2 0 0 0 0,-1-1 0 0 0,-2-1 0 0 0,-1 0 0 0 0,-2-1 0 0 0,-2 0 0 0 0,-1-1 0 0 0,-2 1 0 0 0,-2-1 0 0 0,-1 0 0 0 0,-3 0 0 0 0,0 0 0 0 0,-3 0 0 0 0,-1 0 0 0 0,-2 1 0 0 0,-2 0 0 0 0,-1 0 0 0 0,-2 1 0 0 0,-1 0 0 0 0,-2 1 0 0 0,-2 1 0 0 0,-1 0 0 0 0,-2 1 0 0 0,-1 2 0 0 0,-1 0 0 0 0,-2 1 0 0 0,-1 1 0 0 0,-2 1 0 0 0,0 2 0 0 0,-2 0 0 0 0,-62-42 0 0 0,51 46 262 0 0,-1 1 0 0 0,-1 2 0 0 0,0 2 0 0 0,-2 2-1 0 0,0 2 1 0 0,-1 1 0 0 0,0 3 0 0 0,-53-6 0 0 0,-2 7 310 0 0,-1 3 0 0 0,-168 14-1 0 0,46 15 1849 0 0,-225 56 0 0 0,376-65-1697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2.6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2032 164 11329 0 0,'-21'-37'765'0'0,"4"24"-217"0"0,0 1 0 0 0,-1 0 0 0 0,0 2 0 0 0,-1 0 1 0 0,0 1-1 0 0,0 1 0 0 0,-1 1 0 0 0,0 0 0 0 0,0 2 0 0 0,-26-4 0 0 0,-26-2 562 0 0,-115-3 0 0 0,41 16 342 0 0,-285 39 0 0 0,384-33-1351 0 0,1 1-1 0 0,0 3 1 0 0,1 2-1 0 0,0 2 1 0 0,1 1-1 0 0,1 3 1 0 0,1 1-1 0 0,1 2 0 0 0,1 2 1 0 0,1 2-1 0 0,1 2 1 0 0,1 1-1 0 0,2 1 1 0 0,1 2-1 0 0,2 2 1 0 0,-49 67-1 0 0,64-78-19 0 0,-2 3 21 0 0,0 0 1 0 0,2 1 0 0 0,-20 46-1 0 0,36-71-99 0 0,-20 45 257 0 0,3 2 0 0 0,2 0-1 0 0,2 1 1 0 0,-10 73 0 0 0,22-95-4 0 0,1 0 1 0 0,1 0-1 0 0,1 0 0 0 0,2 0 1 0 0,1 0-1 0 0,1 0 1 0 0,1-1-1 0 0,2 0 1 0 0,1 0-1 0 0,1-1 0 0 0,1 0 1 0 0,1 0-1 0 0,2-2 1 0 0,0 0-1 0 0,2 0 0 0 0,1-1 1 0 0,0-1-1 0 0,2-1 1 0 0,1 0-1 0 0,1-2 1 0 0,33 27-1 0 0,-16-18-231 0 0,2-2 0 0 0,1-2 0 0 0,1-1 1 0 0,1-2-1 0 0,0-2 0 0 0,2-2 0 0 0,0-2 0 0 0,1-2 0 0 0,1-2 0 0 0,73 10 0 0 0,-57-15-12 0 0,0-3 0 0 0,1-3 0 0 0,-1-2-1 0 0,1-3 1 0 0,-1-3 0 0 0,0-2-1 0 0,92-28 1 0 0,-62 10-13 0 0,100-44 0 0 0,-159 56 0 0 0,-2-2 0 0 0,0-1 0 0 0,-1-1 0 0 0,0-2 0 0 0,-2-1 0 0 0,32-31 0 0 0,-31 25 0 0 0,-2-1 0 0 0,0-1 0 0 0,-2-2 0 0 0,-2 0 0 0 0,-1-2 0 0 0,-1-1 0 0 0,21-45 0 0 0,-8-4 0 0 0,-3-2 0 0 0,-4 0 0 0 0,-3-2 0 0 0,24-173 0 0 0,-49 244 0 0 0,0 0 0 0 0,-1 0 0 0 0,0 0 0 0 0,-1 1 0 0 0,-1-1 0 0 0,-1 1 0 0 0,0 0 0 0 0,-1-1 0 0 0,-1 2 0 0 0,-1-1 0 0 0,0 1 0 0 0,-1 0 0 0 0,0 0 0 0 0,-1 1 0 0 0,-15-18 0 0 0,1 5 0 0 0,-1 1 0 0 0,-1 0 0 0 0,-1 2 0 0 0,-2 1 0 0 0,0 1 0 0 0,-36-20 0 0 0,38 27-374 0 0,-1 2 0 0 0,-1 0 0 0 0,0 2 1 0 0,-1 1-1 0 0,0 2 0 0 0,0 0 0 0 0,-1 2 0 0 0,0 1 0 0 0,0 2 0 0 0,0 0 0 0 0,0 3 1 0 0,-1 0-1 0 0,1 2 0 0 0,0 1 0 0 0,0 1 0 0 0,0 2 0 0 0,0 1 0 0 0,1 1 1 0 0,0 2-1 0 0,1 1 0 0 0,0 1 0 0 0,1 1 0 0 0,0 1 0 0 0,1 2 0 0 0,1 0 0 0 0,0 2 1 0 0,1 1-1 0 0,1 1 0 0 0,1 1 0 0 0,1 0 0 0 0,-28 39 0 0 0,42-51-508 0 0,-25 42-8014 0 0,19-20-273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49 14357 0 0,'-4'-18'2008'0'0,"-2"-13"7007"0"0,9 74-2932 0 0,1-4-6612 0 0,4 158 1446 0 0,-19 220-1 0 0,10-389-916 0 0,1-14 0 0 0,-1 1 0 0 0,0-1 0 0 0,-1-1 0 0 0,-4 16 0 0 0,6-28-52 0 0,0 0 1 0 0,0-1-1 0 0,0 1 1 0 0,0-1-1 0 0,0 1 0 0 0,0 0 1 0 0,0-1-1 0 0,-1 1 1 0 0,1-1-1 0 0,0 1 0 0 0,0 0 1 0 0,0-1-1 0 0,-1 1 1 0 0,1-1-1 0 0,0 1 0 0 0,-1-1 1 0 0,1 1-1 0 0,0-1 1 0 0,-1 1-1 0 0,1-1 0 0 0,-1 1 1 0 0,1-1-1 0 0,-1 0 1 0 0,1 1-1 0 0,-1-1 1 0 0,1 1-1 0 0,-1-1 0 0 0,1 0 1 0 0,-1 0-1 0 0,1 1 1 0 0,-1-1-1 0 0,0 0 0 0 0,1 0 1 0 0,-1 0-1 0 0,1 0 1 0 0,-1 0-1 0 0,0 0 0 0 0,1 0 1 0 0,-1 0-1 0 0,0 0 1 0 0,1 0-1 0 0,-1 0 0 0 0,1 0 1 0 0,-1 0-1 0 0,0 0 1 0 0,1 0-1 0 0,-1-1 0 0 0,1 1 1 0 0,-1 0-1 0 0,1 0 1 0 0,-1-1-1 0 0,0 1 0 0 0,1 0 1 0 0,-1-2-1 0 0,-13-12-4229 0 0,10 10 2937 0 0,1-1 0 0 0,-1 0 0 0 0,1 0 0 0 0,0-1 0 0 0,1 1 0 0 0,-1 0 0 0 0,1-1-1 0 0,-2-10 1 0 0,0 6-1943 0 0,-2-10-5121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6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4 161 14505 0 0,'-1'-5'139'0'0,"0"0"0"0"0,0 0 0 0 0,1 0 0 0 0,0 0 0 0 0,0 0 0 0 0,0 0-1 0 0,0 0 1 0 0,1 0 0 0 0,0 1 0 0 0,0-1 0 0 0,0 0 0 0 0,1 0 0 0 0,-1 0-1 0 0,1 1 1 0 0,1-1 0 0 0,-1 1 0 0 0,6-8 0 0 0,-3 6 99 0 0,1 0 1 0 0,0 1-1 0 0,1 0 0 0 0,-1 0 1 0 0,1 1-1 0 0,0-1 0 0 0,0 1 0 0 0,1 1 1 0 0,-1 0-1 0 0,11-3 0 0 0,-5 2-50 0 0,0 0-1 0 0,1 2 0 0 0,-1 0 0 0 0,1 0 0 0 0,-1 1 0 0 0,1 1 0 0 0,-1 0 0 0 0,1 1 0 0 0,0 1 0 0 0,-1 0 0 0 0,0 1 0 0 0,25 7 0 0 0,-28-7-52 0 0,0 1 0 0 0,0 0 0 0 0,0 0 0 0 0,0 1 0 0 0,-1 1 0 0 0,0-1 0 0 0,0 1 0 0 0,0 1 0 0 0,-1 0 0 0 0,0 0 1 0 0,0 0-1 0 0,-1 1 0 0 0,0 0 0 0 0,0 1 0 0 0,-1 0 0 0 0,9 15 0 0 0,-13-17 34 0 0,0 0 1 0 0,0 0-1 0 0,-1 1 1 0 0,0-1-1 0 0,0 0 1 0 0,-1 1-1 0 0,0-1 1 0 0,-1 0 0 0 0,1 1-1 0 0,-1-1 1 0 0,0 0-1 0 0,-1 1 1 0 0,0-1-1 0 0,0 0 1 0 0,-1 0-1 0 0,0-1 1 0 0,0 1 0 0 0,0 0-1 0 0,-1-1 1 0 0,0 0-1 0 0,-5 7 1 0 0,-7 9 238 0 0,-1-1 0 0 0,-1-1 0 0 0,-1 0 0 0 0,-28 24 0 0 0,39-38-482 0 0,0 1 0 0 0,0-1 0 0 0,-1 0 0 0 0,0-1 0 0 0,0 0 0 0 0,0 0 0 0 0,0-1 0 0 0,-1 0 1 0 0,0-1-1 0 0,0 0 0 0 0,-14 2 0 0 0,22-4-220 0 0,-1-1 0 0 0,1 0 0 0 0,0 0 0 0 0,0 0 0 0 0,-1 0 0 0 0,1 0 0 0 0,0-1 0 0 0,0 1 0 0 0,0-1 0 0 0,0 1 0 0 0,-1-1 0 0 0,1 0 0 0 0,0 0 0 0 0,0 0 0 0 0,0 0 0 0 0,0 0 0 0 0,1 0 0 0 0,-1-1 0 0 0,0 1 0 0 0,0-1 0 0 0,1 1 0 0 0,-1-1 0 0 0,1 1 0 0 0,-3-5 0 0 0,2 3-1379 0 0,1 1 1115 0 0,1 1 1 0 0,-1-1-1 0 0,1 1 0 0 0,-1 0 1 0 0,1-1-1 0 0,0 1 1 0 0,0-1-1 0 0,-1 1 0 0 0,1-1 1 0 0,0 1-1 0 0,0-1 0 0 0,1 1 1 0 0,-1-1-1 0 0,0 1 1 0 0,0 0-1 0 0,1-1 0 0 0,-1 1 1 0 0,1-1-1 0 0,1-2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6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143 105 12553 0 0,'-48'-29'3198'0'0,"43"32"-2327"0"0,-2 3-473 0 0,-1 1-1 0 0,1 0 1 0 0,0 0 0 0 0,0 0 0 0 0,1 1 0 0 0,0 0 0 0 0,1 0 0 0 0,-1 1 0 0 0,2-1 0 0 0,-1 1 0 0 0,1 0 0 0 0,1 1 0 0 0,-1-1 0 0 0,1 0 0 0 0,1 1 0 0 0,0 0 0 0 0,1 0 0 0 0,-1-1 0 0 0,2 1 0 0 0,0 11 0 0 0,0-14-145 0 0,0 1-1 0 0,1 0 0 0 0,0-1 0 0 0,0 1 1 0 0,1-1-1 0 0,0 1 0 0 0,0-1 1 0 0,1 0-1 0 0,-1 0 0 0 0,2 0 0 0 0,-1 0 1 0 0,6 7-1 0 0,-6-10-117 0 0,1 1 0 0 0,0-1 0 0 0,0 0-1 0 0,0-1 1 0 0,0 1 0 0 0,1-1 0 0 0,0 1 0 0 0,-1-1 0 0 0,1-1 0 0 0,0 1 0 0 0,1-1 0 0 0,-1 1-1 0 0,0-2 1 0 0,1 1 0 0 0,-1 0 0 0 0,1-1 0 0 0,10 1 0 0 0,-2-1-53 0 0,-1 0 0 0 0,1-1 0 0 0,0-1 0 0 0,-1 0 1 0 0,1 0-1 0 0,0-2 0 0 0,-1 0 0 0 0,0 0 0 0 0,0-1 0 0 0,0-1 0 0 0,0 0 1 0 0,-1-1-1 0 0,21-12 0 0 0,-25 13-42 0 0,-1-1 1 0 0,-1 1-1 0 0,1-1 1 0 0,-1 0-1 0 0,0-1 1 0 0,0 1-1 0 0,-1-1 0 0 0,0-1 1 0 0,0 1-1 0 0,-1-1 1 0 0,0 1-1 0 0,0-1 1 0 0,0 0-1 0 0,-1-1 0 0 0,-1 1 1 0 0,1-1-1 0 0,-1 1 1 0 0,-1-1-1 0 0,0 1 1 0 0,0-1-1 0 0,-1 0 1 0 0,0-11-1 0 0,0 10-78 0 0,-1 0 0 0 0,-1 0 0 0 0,0 1 0 0 0,0-1 1 0 0,-1 0-1 0 0,0 0 0 0 0,0 1 0 0 0,-1 0 0 0 0,0 0 0 0 0,-1 0 0 0 0,0 0 0 0 0,-1 0 1 0 0,1 1-1 0 0,-11-10 0 0 0,12 13-7 0 0,-1 1 0 0 0,0 0 0 0 0,0 0 0 0 0,0 1 0 0 0,0-1 0 0 0,0 1 0 0 0,-1 1 0 0 0,0-1 0 0 0,1 1 0 0 0,-1-1 1 0 0,0 2-1 0 0,0-1 0 0 0,0 1 0 0 0,0 0 0 0 0,-1 0 0 0 0,1 0 0 0 0,0 1 0 0 0,0 0 0 0 0,0 0 0 0 0,-1 1 0 0 0,1 0 0 0 0,0 0 0 0 0,0 0 0 0 0,-9 4 1 0 0,0 0-850 0 0,1 2 1 0 0,0-1 0 0 0,0 2 0 0 0,0 0 0 0 0,-18 14 0 0 0,-27 31-6599 0 0,46-35 4082 0 0,7-3-1770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7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585 173 13697 0 0,'3'-12'-123'0'0,"-2"7"264"0"0,0 1 0 0 0,-1 0 0 0 0,1 0 1 0 0,-1-1-1 0 0,0 1 0 0 0,0 0 0 0 0,-1-1 0 0 0,1 1 0 0 0,-1 0 0 0 0,0 0 1 0 0,0 0-1 0 0,0-1 0 0 0,0 1 0 0 0,-1 0 0 0 0,0 0 0 0 0,0 1 0 0 0,-4-8 1 0 0,1 5 44 0 0,0 1 1 0 0,0 0-1 0 0,0 0 1 0 0,0 0-1 0 0,-1 1 1 0 0,1 0-1 0 0,-1 0 1 0 0,0 0-1 0 0,-1 1 1 0 0,-7-4-1 0 0,0 2 100 0 0,0 0 1 0 0,-1 1-1 0 0,1 0 0 0 0,-1 1 0 0 0,0 1 1 0 0,0 0-1 0 0,0 1 0 0 0,0 1 0 0 0,-29 3 1 0 0,20 1-102 0 0,-1 2 0 0 0,1 0 0 0 0,1 2 1 0 0,0 1-1 0 0,0 0 0 0 0,0 2 1 0 0,1 1-1 0 0,1 0 0 0 0,0 2 0 0 0,-36 30 1 0 0,54-42-160 0 0,1 0 1 0 0,0 0-1 0 0,0 1 1 0 0,0-1-1 0 0,0 1 1 0 0,0-1 0 0 0,0 1-1 0 0,0 0 1 0 0,1 0-1 0 0,0 0 1 0 0,-1 0-1 0 0,1 0 1 0 0,0 0-1 0 0,1 0 1 0 0,-1 0-1 0 0,0 0 1 0 0,1 0-1 0 0,0 0 1 0 0,0 1 0 0 0,0-1-1 0 0,0 5 1 0 0,1-5-6 0 0,1 1 0 0 0,-1-1 0 0 0,1 1 0 0 0,0-1 0 0 0,-1 1 0 0 0,2-1 0 0 0,-1 0 0 0 0,0 0 1 0 0,1 0-1 0 0,-1 0 0 0 0,1 0 0 0 0,0-1 0 0 0,0 1 0 0 0,0-1 0 0 0,0 0 0 0 0,0 0 0 0 0,1 0 0 0 0,3 2 1 0 0,130 55 393 0 0,-102-46 301 0 0,0 1 1 0 0,-1 2-1 0 0,62 40 0 0 0,-93-54-637 0 0,0 0 0 0 0,0 0-1 0 0,0 1 1 0 0,0 0-1 0 0,0-1 1 0 0,-1 1-1 0 0,1 0 1 0 0,-1 0 0 0 0,0 1-1 0 0,0-1 1 0 0,0 0-1 0 0,0 1 1 0 0,-1-1-1 0 0,0 1 1 0 0,1 0-1 0 0,-1-1 1 0 0,0 1 0 0 0,-1 0-1 0 0,1 0 1 0 0,-1-1-1 0 0,1 1 1 0 0,-1 0-1 0 0,0 0 1 0 0,-1 0 0 0 0,1 0-1 0 0,-1-1 1 0 0,1 1-1 0 0,-1 0 1 0 0,-1 0-1 0 0,1-1 1 0 0,0 1-1 0 0,-1-1 1 0 0,1 1 0 0 0,-1-1-1 0 0,0 0 1 0 0,-4 5-1 0 0,-3 5 203 0 0,0-1 0 0 0,-1-1 0 0 0,0 0 0 0 0,-1 0 0 0 0,0-1-1 0 0,0 0 1 0 0,-1-1 0 0 0,-15 8 0 0 0,5-3-272 0 0,-1-1 0 0 0,0-1 0 0 0,-36 12 0 0 0,47-21-25 0 0,-1 0-1 0 0,0 0 1 0 0,0-1-1 0 0,0 0 1 0 0,0-1-1 0 0,0-1 1 0 0,-1 0-1 0 0,1-1 1 0 0,0 0-1 0 0,-14-4 1 0 0,25 5-311 0 0,1-1 0 0 0,-1 1 0 0 0,0-1 0 0 0,1 1 0 0 0,-1-1 0 0 0,0 0 0 0 0,1 1 1 0 0,-1-1-1 0 0,1 0 0 0 0,-1 0 0 0 0,1 0 0 0 0,0 0 0 0 0,-3-2 0 0 0,4 1-220 0 0,-1 1 0 0 0,0 0-1 0 0,1-1 1 0 0,-1 1 0 0 0,1 0 0 0 0,0-1-1 0 0,-1 1 1 0 0,1-1 0 0 0,0 1 0 0 0,0-1-1 0 0,0 1 1 0 0,0-1 0 0 0,0 1 0 0 0,0-1-1 0 0,0 1 1 0 0,0-1 0 0 0,1 1 0 0 0,-1-1-1 0 0,1 1 1 0 0,-1 0 0 0 0,1-1 0 0 0,-1 1-1 0 0,1 0 1 0 0,0-1 0 0 0,5-5-2189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7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66 18426 0 0,'0'-66'3627'0'0,"2"72"-2939"0"0,5 25-89 0 0,-1 1-1 0 0,-1-1 1 0 0,-2 1-1 0 0,0 39 1 0 0,-1-11-42 0 0,7 144 1512 0 0,-23 250-1 0 0,6-331-1428 0 0,-13 107-140 0 0,11-130-4394 0 0,15-92 1064 0 0,38-76-13453 0 0,-30 38 9578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7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67 12105 0 0,'-68'-2'2363'0'0,"28"4"1345"0"0,36-2-2266 0 0,-1 0-13 0 0,-25-1 4065 0 0,43 0-3504 0 0,65-6-3434 0 0,23-13-2893 0 0,86-12-8053 0 0,-131 26 3886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8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193 119 16454 0 0,'-153'0'4221'0'0,"149"0"-2902"0"0,-2 0 9 0 0,-23 0 4823 0 0,41 1-5452 0 0,37 3-591 0 0,1-2-1 0 0,89-8 1 0 0,110-33-6653 0 0,-101-4-1297 0 0,-86 20 1196 0 0,-26 9-960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8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5 15141 0 0,'-2'-4'7225'0'0,"19"7"-6774"0"0,0 1-1 0 0,0 1 1 0 0,-1 0 0 0 0,0 1-1 0 0,0 1 1 0 0,-1 0 0 0 0,0 1-1 0 0,0 1 1 0 0,14 12-1 0 0,-21-15-265 0 0,0 1-1 0 0,0 0 0 0 0,-1 0 0 0 0,0 1 0 0 0,0 0 1 0 0,-1 0-1 0 0,0 1 0 0 0,-1-1 0 0 0,0 1 1 0 0,0 1-1 0 0,-1-1 0 0 0,0 1 0 0 0,0-1 0 0 0,-1 1 1 0 0,-1 0-1 0 0,1 1 0 0 0,-2-1 0 0 0,1 0 0 0 0,-2 0 1 0 0,1 1-1 0 0,-1-1 0 0 0,-1 0 0 0 0,0 1 0 0 0,0-1 1 0 0,-1 0-1 0 0,-1 0 0 0 0,1 0 0 0 0,-1 0 0 0 0,-1 0 1 0 0,0-1-1 0 0,-10 18 0 0 0,-2 0-1224 0 0,-1 0-1 0 0,-1-1 1 0 0,-1-1 0 0 0,-2 0-1 0 0,-28 26 1 0 0,33-36 85 0 0,-1-1 1 0 0,0 0 0 0 0,-1-1 0 0 0,0-1-1 0 0,-1-1 1 0 0,0-1 0 0 0,-1 0 0 0 0,-29 9-1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2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89 116 9029 0 0,'1'-21'3874'0'0,"-2"0"0"0"0,0 0 0 0 0,-7-31 3720 0 0,-28 399-3072 0 0,24-239-4522 0 0,10-95 0 0 0,-9 5-1026 0 0,3-23-1366 0 0,2-13-2375 0 0,5 11 3442 0 0,-1 0-1 0 0,1 0 1 0 0,1 1 0 0 0,-1-1-1 0 0,1 0 1 0 0,2-13 0 0 0,-1-6-4102 0 0,-1-2-2595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2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84 14473 0 0,'-49'-29'699'0'0,"-2"6"3779"0"0,36 15 1350 0 0,14 0-2348 0 0,51 1-2948 0 0,1 2 1 0 0,67 1-1 0 0,-83 6-2226 0 0,0 0-1 0 0,-1 3 1 0 0,1 0 0 0 0,51 17-1 0 0,-36 0-3283 0 0,-23 1-2011 0 0,-13-3-1271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2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73 16141 0 0,'-123'48'2292'0'0,"44"-16"6709"0"0,124-33-8133 0 0,81-14-1 0 0,43-20-2967 0 0,-40 7-1078 0 0,-1 2-1378 0 0,38-8-5243 0 0,-107 21 2119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3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29 13789 0 0,'-3'-2'314'0'0,"-32"-24"8682"0"0,31 40-8463 0 0,2 0 0 0 0,-1 0-1 0 0,2 0 1 0 0,-1 1 0 0 0,2-1-1 0 0,0 0 1 0 0,1 1 0 0 0,3 16-1 0 0,0 39 714 0 0,-6-13 428 0 0,-10 60 1 0 0,7-77-1396 0 0,4-26-279 0 0,1-14 0 0 0,0 0 0 0 0,0 1 0 0 0,0-1 0 0 0,-1 0 0 0 0,1 0 0 0 0,0 0 0 0 0,0 1 0 0 0,0-1 0 0 0,0 0 0 0 0,0 0 0 0 0,0 1 0 0 0,0-1 0 0 0,0 0 0 0 0,0 0 0 0 0,0 0 0 0 0,0 1 0 0 0,0-1 0 0 0,0 0 0 0 0,0 0 0 0 0,0 1 0 0 0,0-1 0 0 0,0 0 0 0 0,0 0 0 0 0,0 1 0 0 0,1-1 0 0 0,-1 0 0 0 0,0 0 0 0 0,0 0 0 0 0,0 1 0 0 0,0-1 0 0 0,0 0 0 0 0,1 0 0 0 0,-1 0 0 0 0,0 0 0 0 0,0 1 0 0 0,0-1 0 0 0,0 0 0 0 0,1 0 0 0 0,-1 0 0 0 0,0 0 0 0 0,0 0 0 0 0,1 0 0 0 0,-1 0 0 0 0,0 0 0 0 0,0 1 0 0 0,0-1 0 0 0,1 0 0 0 0,-1 0 0 0 0,0 0 0 0 0,0 0 0 0 0,1 0 0 0 0,9-9 0 0 0,0 0 0 0 0,-1 0 0 0 0,1 0 0 0 0,-2-1 0 0 0,0-1 0 0 0,8-12 0 0 0,26-30 0 0 0,-17 25 0 0 0,41-41 0 0 0,-61 64 0 0 0,0 1 0 0 0,1-1 0 0 0,0 1 0 0 0,0 0 0 0 0,0 1 0 0 0,0 0 0 0 0,1 0 0 0 0,-1 0 0 0 0,1 0 0 0 0,9-1 0 0 0,-11 3 0 0 0,0 1 0 0 0,0 0 0 0 0,0 0 0 0 0,-1 0 0 0 0,1 1 0 0 0,0 0 0 0 0,0 0 0 0 0,-1 0 0 0 0,1 1 0 0 0,-1-1 0 0 0,1 1 0 0 0,-1 0 0 0 0,1 0 0 0 0,-1 1 0 0 0,0-1 0 0 0,0 1 0 0 0,0 0 0 0 0,-1 0 0 0 0,1 0 0 0 0,-1 1 0 0 0,1-1 0 0 0,-1 1 0 0 0,0 0 0 0 0,3 5 0 0 0,-2-4 0 0 0,13 18 0 0 0,-2 0 0 0 0,0 1 0 0 0,-1 1 0 0 0,13 35 0 0 0,-3-8 0 0 0,-14-41-1604 0 0,-9-11 1256 0 0,0 1 0 0 0,0-1 0 0 0,0 0 0 0 0,0 0 0 0 0,0 0 0 0 0,0 0 0 0 0,0 0 0 0 0,-1 0 1 0 0,1 0-1 0 0,0 0 0 0 0,0 0 0 0 0,0 0 0 0 0,0 0 0 0 0,0-1 0 0 0,0 1 0 0 0,-1 0 0 0 0,1-1 0 0 0,1 0 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3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 54 18338 0 0,'-60'-10'1090'0'0,"-5"0"11631"0"0,86 9-12192 0 0,18-1-470 0 0,304-8-29 0 0,315-9-7488 0 0,-647 17 6014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3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 14577 0 0,'0'0'4561'0'0,"10"-1"-3448"0"0,9 1-453 0 0,-1 1-1 0 0,0 0 1 0 0,0 2 0 0 0,0 0-1 0 0,34 10 1 0 0,-36-7-302 0 0,0 0 1 0 0,-1 1-1 0 0,0 1 1 0 0,0 0 0 0 0,-1 1-1 0 0,0 1 1 0 0,0 0-1 0 0,20 21 1 0 0,-30-27-287 0 0,0 1 1 0 0,0-1-1 0 0,-1 1 0 0 0,0 0 1 0 0,0 1-1 0 0,0-1 1 0 0,0 1-1 0 0,-1-1 0 0 0,0 1 1 0 0,0 0-1 0 0,0-1 1 0 0,-1 1-1 0 0,0 0 1 0 0,0 0-1 0 0,0 0 0 0 0,-1 0 1 0 0,0 0-1 0 0,0 0 1 0 0,0 1-1 0 0,-1-1 0 0 0,0 0 1 0 0,0-1-1 0 0,-1 1 1 0 0,0 0-1 0 0,0 0 1 0 0,0-1-1 0 0,-5 9 0 0 0,-3 5-59 0 0,-1 0 1 0 0,-1-1-1 0 0,-1-1 0 0 0,0 0 0 0 0,-1-1 0 0 0,-1 0 0 0 0,0-1 0 0 0,-1-1 0 0 0,-1 0 0 0 0,-31 19 0 0 0,33-24-908 0 0,-1-1-1 0 0,0 0 0 0 0,0-1 1 0 0,-1-1-1 0 0,-30 7 0 0 0,34-11-854 0 0,0 0-1 0 0,-1 0 0 0 0,1-2 0 0 0,0 0 1 0 0,-1 0-1 0 0,1-1 0 0 0,-1 0 1 0 0,-13-5-1 0 0,4 3-4870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5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12537 0 0,'11'-17'1976'0'0,"0"-1"0"0"0,17-33 6224 0 0,-21 61-6866 0 0,1 12-1043 0 0,-1 9 615 0 0,-2-1-1 0 0,-2 1 1 0 0,0 0 0 0 0,-3 43 0 0 0,0-13 89 0 0,-4 177-241 0 0,-1-53-579 0 0,3-170-123 0 0,1-11-87 0 0,0 1-1 0 0,1 0 1 0 0,0 0 0 0 0,0 0 0 0 0,0 0 0 0 0,0 0 0 0 0,1 0 0 0 0,2 9 0 0 0,-2-9 192 0 0,37-27-16470 0 0,34-38 10196 0 0,-36 23-2257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5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55 15157 0 0,'-4'27'6237'0'0,"0"7"-4496"0"0,0 54 0 0 0,5-78-1577 0 0,0 0 1 0 0,1 0 0 0 0,0 0 0 0 0,0 0 0 0 0,1-1-1 0 0,0 1 1 0 0,1-1 0 0 0,0 0 0 0 0,1 0 0 0 0,-1 0-1 0 0,2 0 1 0 0,-1-1 0 0 0,1 0 0 0 0,1 0 0 0 0,-1-1-1 0 0,1 1 1 0 0,1-1 0 0 0,-1-1 0 0 0,1 0 0 0 0,0 0-1 0 0,1 0 1 0 0,-1-1 0 0 0,1 0 0 0 0,0-1 0 0 0,0 0-1 0 0,1 0 1 0 0,-1-1 0 0 0,1 0 0 0 0,0-1 0 0 0,-1 0-1 0 0,1 0 1 0 0,15-1 0 0 0,-18 0-95 0 0,1-2 0 0 0,-1 1 0 0 0,0-1 0 0 0,0 0 1 0 0,0 0-1 0 0,0-1 0 0 0,0 0 0 0 0,0 0 0 0 0,0-1 0 0 0,-1 0 0 0 0,1 0 0 0 0,-1 0 0 0 0,0-1 0 0 0,0 0 0 0 0,0 0 0 0 0,-1-1 1 0 0,1 1-1 0 0,-1-1 0 0 0,0-1 0 0 0,0 1 0 0 0,-1-1 0 0 0,1 1 0 0 0,-1-1 0 0 0,-1 0 0 0 0,1-1 0 0 0,-1 1 0 0 0,0-1 0 0 0,-1 1 0 0 0,1-1 1 0 0,-1 0-1 0 0,0 0 0 0 0,-1 0 0 0 0,0 0 0 0 0,1-12 0 0 0,-2 5-70 0 0,0 1 0 0 0,-1-1 0 0 0,0 1 0 0 0,-1 0 0 0 0,-1-1 0 0 0,0 1 0 0 0,-1 0 0 0 0,0 0 0 0 0,0 1 0 0 0,-2-1 0 0 0,-6-11 0 0 0,8 18 0 0 0,0-1 0 0 0,-1 1 0 0 0,1-1 0 0 0,-1 1 0 0 0,0 1 0 0 0,-1-1 0 0 0,0 1 0 0 0,1 0 0 0 0,-2 0 0 0 0,1 1 0 0 0,0 0 0 0 0,-1 0 0 0 0,0 0 0 0 0,0 1 0 0 0,0 0 0 0 0,0 0 0 0 0,-1 1 0 0 0,1 0 0 0 0,-1 0 0 0 0,-10-1 0 0 0,0 3-817 0 0,0 0-1 0 0,1 2 1 0 0,-1 0 0 0 0,0 0 0 0 0,1 2-1 0 0,0 0 1 0 0,0 1 0 0 0,0 1-1 0 0,0 1 1 0 0,1 0 0 0 0,0 1 0 0 0,1 0-1 0 0,-1 2 1 0 0,2 0 0 0 0,-1 0-1 0 0,-21 22 1 0 0,33-30-167 0 0,1 1 0 0 0,-1 0 0 0 0,1 0 0 0 0,-1 0 0 0 0,1 0 0 0 0,0 1 0 0 0,0-1 1 0 0,-2 5-1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5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44 101 14773 0 0,'3'-39'-742'0'0,"-3"-22"13658"0"0,-3 102-10939 0 0,-16 125 37 0 0,-1 22-185 0 0,18-137-1829 0 0,-1 25 0 0 0,11 121 0 0 0,-6-183 0 0 0,2-4-181 0 0,-4-10-42 0 0,1 1 1 0 0,0-1 0 0 0,-1 0 0 0 0,1 1 0 0 0,0-1-1 0 0,0 0 1 0 0,-1 0 0 0 0,1 1 0 0 0,0-1 0 0 0,0 0-1 0 0,-1 0 1 0 0,1 0 0 0 0,0 0 0 0 0,0 0 0 0 0,-1 0-1 0 0,1 0 1 0 0,0 0 0 0 0,0 0 0 0 0,0 0 0 0 0,-1-1-1 0 0,1 1 1 0 0,0 0 0 0 0,-1 0 0 0 0,1-1 0 0 0,0 1-1 0 0,-1-1 1 0 0,1 1 0 0 0,0 0 0 0 0,0-1 0 0 0,21-12-3644 0 0,-21 12 3905 0 0,49-32-10361 0 0,-19 14 407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6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458 68 16962 0 0,'-1'-10'276'0'0,"-1"1"0"0"0,0 0 0 0 0,-1 0 1 0 0,-7-16-1 0 0,10 25-204 0 0,-1-1-1 0 0,1 1 1 0 0,-1-1 0 0 0,1 1 0 0 0,-1-1-1 0 0,1 1 1 0 0,-1 0 0 0 0,0-1 0 0 0,1 1-1 0 0,-1 0 1 0 0,1-1 0 0 0,-1 1 0 0 0,0 0-1 0 0,1 0 1 0 0,-1 0 0 0 0,0 0 0 0 0,1 0-1 0 0,-1-1 1 0 0,0 1 0 0 0,0 0-1 0 0,1 0 1 0 0,-1 1 0 0 0,0-1 0 0 0,1 0-1 0 0,-1 0 1 0 0,0 0 0 0 0,1 0 0 0 0,-1 1-1 0 0,0-1 1 0 0,1 0 0 0 0,-1 1 0 0 0,-9 1 148 0 0,0 1 0 0 0,0 0 0 0 0,1 1 0 0 0,-1 0 1 0 0,1 0-1 0 0,0 1 0 0 0,0 0 0 0 0,1 1 0 0 0,0 0 0 0 0,0 0 1 0 0,0 1-1 0 0,1 0 0 0 0,-11 12 0 0 0,14-14-145 0 0,1 0-1 0 0,-1 0 0 0 0,1 0 1 0 0,1 0-1 0 0,-1 1 1 0 0,1-1-1 0 0,-1 1 0 0 0,2-1 1 0 0,-1 1-1 0 0,1 0 1 0 0,0 0-1 0 0,0 0 0 0 0,0 0 1 0 0,1 0-1 0 0,0 0 1 0 0,0 0-1 0 0,0 0 0 0 0,1 0 1 0 0,0 0-1 0 0,0-1 1 0 0,1 1-1 0 0,-1 0 0 0 0,1 0 1 0 0,1-1-1 0 0,4 10 1 0 0,6 4 93 0 0,0 0 1 0 0,2 0-1 0 0,0-1 1 0 0,1-1-1 0 0,0-1 1 0 0,2 0-1 0 0,33 22 1 0 0,-28-21 737 0 0,-1 1 0 0 0,0 1 0 0 0,-2 1 1 0 0,32 38-1 0 0,-50-55-881 0 0,-1 0 0 0 0,1 0 0 0 0,-1 0 0 0 0,0 0 0 0 0,0 0-1 0 0,0 0 1 0 0,0 1 0 0 0,0-1 0 0 0,-1 0 0 0 0,0 0 0 0 0,1 1 0 0 0,-1-1 0 0 0,0 0 0 0 0,-1 1 0 0 0,1-1 0 0 0,0 0 0 0 0,-1 0 0 0 0,0 1-1 0 0,0-1 1 0 0,0 0 0 0 0,0 0 0 0 0,0 0 0 0 0,-1 0 0 0 0,1 0 0 0 0,-1 0 0 0 0,0 0 0 0 0,0-1 0 0 0,0 1 0 0 0,-4 3 0 0 0,-8 9 92 0 0,0 0-1 0 0,-1-1 1 0 0,-28 20 0 0 0,28-23-100 0 0,-6 4-17 0 0,-2 0 0 0 0,1-2 0 0 0,-2 0 0 0 0,-42 15 0 0 0,48-21 0 0 0,-1-1 0 0 0,0 0 0 0 0,0-2 0 0 0,0 0 0 0 0,-1-1 0 0 0,1-2 0 0 0,-23 1 0 0 0,32-3-948 0 0,1-1-1 0 0,-1 1 1 0 0,1-2 0 0 0,0 1 0 0 0,-1-1-1 0 0,1-1 1 0 0,-13-6 0 0 0,20 9 606 0 0,-1 0 0 0 0,1 0 1 0 0,0-1-1 0 0,0 1 0 0 0,0 0 1 0 0,0-1-1 0 0,0 1 0 0 0,0-1 0 0 0,0 1 1 0 0,1-1-1 0 0,-1 0 0 0 0,0 0 0 0 0,1 0 1 0 0,0 0-1 0 0,-1 0 0 0 0,1 0 0 0 0,0-1 1 0 0,0 1-1 0 0,0 0 0 0 0,0 0 1 0 0,1-1-1 0 0,-1 1 0 0 0,1-1 0 0 0,-1 1 1 0 0,1-1-1 0 0,0 1 0 0 0,0 0 0 0 0,0-1 1 0 0,0 1-1 0 0,0-1 0 0 0,1 1 0 0 0,-1-1 1 0 0,1 1-1 0 0,-1 0 0 0 0,2-4 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6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 20794 0 0,'0'-4'110'0'0,"0"0"0"0"0,0-1 0 0 0,1 1 1 0 0,0 0-1 0 0,0-1 0 0 0,0 1 0 0 0,0 0 0 0 0,1 0 1 0 0,0 0-1 0 0,-1 0 0 0 0,2 0 0 0 0,-1 0 0 0 0,0 0 1 0 0,1 1-1 0 0,-1-1 0 0 0,1 1 0 0 0,5-5 0 0 0,-2 3 80 0 0,0 1 0 0 0,0-1 0 0 0,0 1-1 0 0,1 1 1 0 0,0-1 0 0 0,-1 1 0 0 0,1 0 0 0 0,0 1-1 0 0,15-4 1 0 0,-11 4 56 0 0,-1 0-1 0 0,1 1 1 0 0,0 0-1 0 0,0 1 1 0 0,0 0-1 0 0,0 1 1 0 0,0 0-1 0 0,-1 0 0 0 0,1 1 1 0 0,0 1-1 0 0,-1 0 1 0 0,1 0-1 0 0,-1 1 1 0 0,17 9-1 0 0,-22-10-164 0 0,-1 0 0 0 0,0 1 1 0 0,-1-1-1 0 0,1 1 0 0 0,-1 0 0 0 0,1 0 0 0 0,-1 0 0 0 0,-1 0 0 0 0,1 1 0 0 0,0-1 1 0 0,-1 1-1 0 0,0 0 0 0 0,0 0 0 0 0,0 0 0 0 0,-1 0 0 0 0,0 0 0 0 0,0 0 0 0 0,0 0 0 0 0,0 0 1 0 0,-1 0-1 0 0,0 1 0 0 0,0-1 0 0 0,-1 0 0 0 0,1 0 0 0 0,-1 0 0 0 0,-2 10 0 0 0,-4 10 463 0 0,-1 0 0 0 0,-1 0 0 0 0,-24 46 0 0 0,26-56-500 0 0,-8 14-44 0 0,6-14 0 0 0,1 1 0 0 0,0 1 0 0 0,1 0 0 0 0,1 0 0 0 0,1 0 0 0 0,0 0 0 0 0,1 1 0 0 0,-2 19 0 0 0,6-34 0 0 0,0 0 0 0 0,0-1 0 0 0,1 1 0 0 0,-1 0 0 0 0,1 0 0 0 0,0 0 0 0 0,-1-1 0 0 0,1 1 0 0 0,0 0 0 0 0,0-1 0 0 0,1 1 0 0 0,-1-1 0 0 0,1 1 0 0 0,-1-1 0 0 0,1 0 0 0 0,0 1 0 0 0,0-1 0 0 0,4 3 0 0 0,-2-1 0 0 0,1-1 0 0 0,-1-1 0 0 0,1 1 0 0 0,0-1 0 0 0,0 0 0 0 0,0 0 0 0 0,0 0 0 0 0,0 0 0 0 0,8 0 0 0 0,9 1 0 0 0,1-1 0 0 0,-1-1 0 0 0,39-4 0 0 0,33-6-3177 0 0,145-34 1 0 0,86-45-8613 0 0,-242 65-980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6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281 104 21078 0 0,'-9'-4'46'0'0,"0"1"0"0"0,0 0 1 0 0,0 0-1 0 0,0 1 0 0 0,0 0 1 0 0,0 1-1 0 0,-1 0 0 0 0,-13 0 0 0 0,15 2 262 0 0,0 0 0 0 0,0 0 0 0 0,0 0 0 0 0,0 1 0 0 0,1 1-1 0 0,-1-1 1 0 0,1 1 0 0 0,-1 0 0 0 0,1 1 0 0 0,0 0 0 0 0,0 0-1 0 0,1 1 1 0 0,-1-1 0 0 0,1 1 0 0 0,0 1 0 0 0,0-1 0 0 0,1 1-1 0 0,-1 0 1 0 0,1 0 0 0 0,1 1 0 0 0,-1 0 0 0 0,1 0 0 0 0,0 0-1 0 0,1 0 1 0 0,-4 9 0 0 0,3-7-155 0 0,1-1 0 0 0,0 1 0 0 0,1 0-1 0 0,-1 0 1 0 0,2 0 0 0 0,-1 0 0 0 0,1 0 0 0 0,1 1 0 0 0,-1-1-1 0 0,2 0 1 0 0,1 16 0 0 0,0-19-73 0 0,0 1-1 0 0,0-1 1 0 0,1 0 0 0 0,0 0 0 0 0,0 0-1 0 0,0 0 1 0 0,1 0 0 0 0,-1-1 0 0 0,1 1-1 0 0,1-1 1 0 0,-1 0 0 0 0,1 0-1 0 0,0-1 1 0 0,0 0 0 0 0,0 1 0 0 0,1-2-1 0 0,6 5 1 0 0,3 0-80 0 0,1-1 0 0 0,0-1 0 0 0,0 0 0 0 0,0-1 0 0 0,0-1 0 0 0,1 0 0 0 0,0-2 0 0 0,0 0 0 0 0,0 0 0 0 0,-1-2 0 0 0,18-1 0 0 0,18-2 0 0 0,-1-3 0 0 0,70-17 0 0 0,-108 21 0 0 0,0-2 0 0 0,-1 1 0 0 0,0-2 0 0 0,0 0 0 0 0,0 0 0 0 0,-1-1 0 0 0,0-1 0 0 0,0 1 0 0 0,0-2 0 0 0,-1 0 0 0 0,0 0 0 0 0,12-13 0 0 0,-17 15 0 0 0,-1 0 0 0 0,1 0 0 0 0,-1 0 0 0 0,-1-1 0 0 0,1 1 0 0 0,-1-1 0 0 0,0 0 0 0 0,-1 0 0 0 0,0 0 0 0 0,0 0 0 0 0,0-1 0 0 0,-1 1 0 0 0,0 0 0 0 0,0-1 0 0 0,-1 1 0 0 0,0-1 0 0 0,0 1 0 0 0,-1-1 0 0 0,0 1 0 0 0,0 0 0 0 0,-1-1 0 0 0,-4-12 0 0 0,1 9-183 0 0,1 0 0 0 0,-2 1 0 0 0,1 0 0 0 0,-1 0 0 0 0,-1 0 0 0 0,0 1 0 0 0,0 0 0 0 0,-1 0 0 0 0,0 1 0 0 0,-1 0 0 0 0,0 0 0 0 0,0 1 0 0 0,0 0 0 0 0,-1 0 0 0 0,0 1 0 0 0,-1 1 0 0 0,1 0 0 0 0,-1 0 0 0 0,-21-5 1 0 0,19 6-137 0 0,0 0 1 0 0,-1 2-1 0 0,1-1 1 0 0,-1 2 0 0 0,0 0-1 0 0,1 0 1 0 0,-1 2-1 0 0,0-1 1 0 0,1 2 0 0 0,-1 0-1 0 0,0 0 1 0 0,1 1-1 0 0,0 1 1 0 0,0 1 0 0 0,0-1-1 0 0,-22 13 1 0 0,8-3-3537 0 0,3-3-3342 0 0,-1 5-3590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7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18 173 18706 0 0,'-2'-3'64'0'0,"0"1"-1"0"0,0-1 1 0 0,1 0 0 0 0,-1 1 0 0 0,1-1-1 0 0,-1 0 1 0 0,1 0 0 0 0,0 0 0 0 0,0 0 0 0 0,0 0-1 0 0,1 0 1 0 0,-1 0 0 0 0,1-1 0 0 0,-1 1 0 0 0,1 0-1 0 0,0 0 1 0 0,0 0 0 0 0,1 0 0 0 0,-1-1 0 0 0,1 1-1 0 0,-1 0 1 0 0,3-4 0 0 0,-1 1 78 0 0,1 2 1 0 0,0-1-1 0 0,0 0 0 0 0,0 1 1 0 0,1-1-1 0 0,0 1 1 0 0,-1 0-1 0 0,2 0 0 0 0,-1 1 1 0 0,0-1-1 0 0,1 1 0 0 0,5-4 1 0 0,0 1 80 0 0,0 1 0 0 0,1-1 0 0 0,-1 2 0 0 0,1-1 0 0 0,1 2 0 0 0,-1-1 0 0 0,0 2 0 0 0,1-1 0 0 0,0 1 0 0 0,-1 1 0 0 0,1 0 1 0 0,13 1-1 0 0,-14 3-107 0 0,0 0 0 0 0,-1 0 0 0 0,1 0 0 0 0,-1 2 0 0 0,0-1 0 0 0,0 1 0 0 0,-1 0 0 0 0,0 1 0 0 0,1 0 0 0 0,-2 1 0 0 0,1 0 0 0 0,-1 0 0 0 0,0 1 0 0 0,-1 0 0 0 0,0 0 0 0 0,0 1 0 0 0,0 0 1 0 0,-2 0-1 0 0,1 1 0 0 0,-1-1 0 0 0,0 1 0 0 0,-1 0 0 0 0,0 1 0 0 0,-1-1 0 0 0,0 1 0 0 0,0-1 0 0 0,-1 1 0 0 0,-1 0 0 0 0,0 0 0 0 0,0 0 0 0 0,-1 0 0 0 0,-1 13 0 0 0,-7 23 458 0 0,-1-1-1 0 0,-2 0 0 0 0,-3-1 1 0 0,-1 0-1 0 0,-2-1 1 0 0,-33 59-1 0 0,47-97-573 0 0,-1 1 0 0 0,2 0 0 0 0,-1 0 0 0 0,1 0 0 0 0,0 0 0 0 0,1 1 0 0 0,-1-1 0 0 0,1 0 0 0 0,1 10 0 0 0,0-15 0 0 0,0 1 0 0 0,0 0 0 0 0,1 0 0 0 0,0 0 0 0 0,-1-1 0 0 0,1 1 0 0 0,0 0 0 0 0,0-1 0 0 0,1 1 0 0 0,-1-1 0 0 0,0 1 0 0 0,1-1 0 0 0,-1 1 0 0 0,1-1 0 0 0,0 0 0 0 0,0 0 0 0 0,0 0 0 0 0,0 0 0 0 0,0 0 0 0 0,1-1 0 0 0,-1 1 0 0 0,0 0 0 0 0,1-1 0 0 0,-1 0 0 0 0,1 0 0 0 0,4 2 0 0 0,6 1-209 0 0,-1-1 0 0 0,1-1 0 0 0,0 0 0 0 0,0 0 0 0 0,0-2 0 0 0,0 1 0 0 0,0-2 0 0 0,1 0 0 0 0,-1 0 0 0 0,20-5 0 0 0,15-6-1802 0 0,64-25 0 0 0,-105 35 1846 0 0,139-57-7677 0 0,-87 30 1586 0 0,-2-3-4071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8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50 19134 0 0,'-1'-2'79'0'0,"0"0"1"0"0,0 1-1 0 0,1-1 1 0 0,-1 0-1 0 0,1 0 1 0 0,-1 1-1 0 0,1-1 0 0 0,0 0 1 0 0,-1 0-1 0 0,1 0 1 0 0,0 0-1 0 0,0 0 1 0 0,0 1-1 0 0,1-1 1 0 0,-1 0-1 0 0,0 0 1 0 0,1 0-1 0 0,0-2 1 0 0,1 2 2 0 0,-1 1-1 0 0,1 0 1 0 0,0 0 0 0 0,-1 0 0 0 0,1 0 0 0 0,0 0 0 0 0,0 0 0 0 0,0 0 0 0 0,0 0 0 0 0,0 1 0 0 0,0-1 0 0 0,0 1 0 0 0,0 0 0 0 0,0-1 0 0 0,0 1 0 0 0,0 0 0 0 0,0 0 0 0 0,1 0 0 0 0,1 1 0 0 0,4-1 3 0 0,-1 0 0 0 0,0 0 0 0 0,1 1 0 0 0,-1 0 1 0 0,0 1-1 0 0,0-1 0 0 0,0 1 0 0 0,0 1 0 0 0,0-1 0 0 0,0 1 1 0 0,0 1-1 0 0,-1-1 0 0 0,0 1 0 0 0,0 0 0 0 0,0 0 1 0 0,0 1-1 0 0,0 0 0 0 0,-1 0 0 0 0,0 0 0 0 0,0 1 0 0 0,0 0 1 0 0,-1-1-1 0 0,0 2 0 0 0,0-1 0 0 0,-1 0 0 0 0,1 1 0 0 0,-1 0 1 0 0,-1-1-1 0 0,1 1 0 0 0,-1 0 0 0 0,-1 1 0 0 0,1-1 0 0 0,-1 0 1 0 0,0 0-1 0 0,-1 1 0 0 0,1-1 0 0 0,-2 0 0 0 0,1 1 1 0 0,-1-1-1 0 0,0 0 0 0 0,0 1 0 0 0,-1-1 0 0 0,-3 8 0 0 0,-6 8 363 0 0,0 0-1 0 0,-2-1 1 0 0,-1 0-1 0 0,0-1 1 0 0,-34 37-1 0 0,28-34 82 0 0,0 1 0 0 0,2 0 0 0 0,-17 31 0 0 0,33-52-498 0 0,0 0 1 0 0,0 1 0 0 0,1-1-1 0 0,-1 0 1 0 0,1 1-1 0 0,0-1 1 0 0,0 1-1 0 0,1-1 1 0 0,-1 1-1 0 0,1-1 1 0 0,0 1 0 0 0,0-1-1 0 0,1 1 1 0 0,-1-1-1 0 0,1 1 1 0 0,0-1-1 0 0,0 1 1 0 0,1-1-1 0 0,-1 0 1 0 0,1 1 0 0 0,0-1-1 0 0,4 7 1 0 0,5 4 156 0 0,0 0 0 0 0,1-1 0 0 0,1-1 0 0 0,20 19 1 0 0,22 23 80 0 0,-51-51-269 0 0,0 1 0 0 0,-1 0 0 0 0,1 0 0 0 0,-1 1 0 0 0,0-1 0 0 0,0 1 0 0 0,-1 0 0 0 0,1-1 0 0 0,-1 1 0 0 0,-1 0 0 0 0,1 0 0 0 0,0 9 0 0 0,-2-11 0 0 0,0 0 0 0 0,0 0 0 0 0,-1 0 0 0 0,0 0 0 0 0,0 0 0 0 0,0 0 0 0 0,0 0 0 0 0,-1 0 0 0 0,0 0 0 0 0,1 0 0 0 0,-1-1 0 0 0,-1 1 0 0 0,1-1 0 0 0,0 1 0 0 0,-1-1 0 0 0,0 0 0 0 0,0 0 0 0 0,0 0 0 0 0,0 0 0 0 0,-4 2 0 0 0,-4 4-19 0 0,0-1 1 0 0,0 0-1 0 0,0-1 1 0 0,-1 0-1 0 0,0-1 1 0 0,-1 0-1 0 0,1-1 1 0 0,-1-1-1 0 0,0 0 1 0 0,-1 0-1 0 0,1-1 1 0 0,0-1-1 0 0,-1 0 1 0 0,1-1-1 0 0,-1-1 1 0 0,0 0-1 0 0,1-1 1 0 0,-1 0-1 0 0,1-1 1 0 0,-1 0-1 0 0,1-1 0 0 0,-24-9 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9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14 173 22066 0 0,'-2'-4'17'0'0,"0"0"0"0"0,0 1 0 0 0,1-1 0 0 0,-1 0 0 0 0,1 0 0 0 0,0 0 0 0 0,0 0 0 0 0,0 0-1 0 0,1 0 1 0 0,-1 0 0 0 0,1 0 0 0 0,0 0 0 0 0,0-1 0 0 0,1 1 0 0 0,-1 0 0 0 0,1 0 0 0 0,0 0 0 0 0,0 0 0 0 0,0 0 0 0 0,1 0 0 0 0,-1 0 0 0 0,1 1 0 0 0,0-1 0 0 0,0 0-1 0 0,0 1 1 0 0,1 0 0 0 0,-1-1 0 0 0,1 1 0 0 0,-1 0 0 0 0,1 0 0 0 0,0 0 0 0 0,1 1 0 0 0,-1-1 0 0 0,0 1 0 0 0,1 0 0 0 0,3-3 0 0 0,4 0 48 0 0,0-1 0 0 0,0 1 0 0 0,0 1 1 0 0,1 0-1 0 0,-1 0 0 0 0,1 1 0 0 0,0 1 1 0 0,0 0-1 0 0,0 1 0 0 0,0 0 0 0 0,0 0 1 0 0,0 2-1 0 0,0-1 0 0 0,0 2 0 0 0,0-1 1 0 0,19 6-1 0 0,-23-4 6 0 0,0-1 1 0 0,-1 1 0 0 0,0 0-1 0 0,1 1 1 0 0,-1 0-1 0 0,-1 0 1 0 0,1 0-1 0 0,-1 1 1 0 0,1 0 0 0 0,-1 0-1 0 0,-1 1 1 0 0,1 0-1 0 0,-1 0 1 0 0,0 0-1 0 0,0 0 1 0 0,-1 1 0 0 0,0 0-1 0 0,0 0 1 0 0,0 0-1 0 0,-1 0 1 0 0,0 1-1 0 0,-1-1 1 0 0,1 1 0 0 0,-1 0-1 0 0,-1-1 1 0 0,1 11-1 0 0,-2-8 152 0 0,0 0 0 0 0,-1 0-1 0 0,0 1 1 0 0,0-1 0 0 0,-2 0 0 0 0,1 0-1 0 0,-1 0 1 0 0,0-1 0 0 0,-9 18-1 0 0,-5 6 651 0 0,-27 39 0 0 0,-97 148 2187 0 0,140-220-3060 0 0,0 1 0 0 0,1 0 0 0 0,-1-1 0 0 0,1 1 0 0 0,-1 0 0 0 0,1 0 0 0 0,-1 0 0 0 0,1 0 0 0 0,-1 0 0 0 0,1 0 0 0 0,0-1 0 0 0,0 1 0 0 0,-1 0 0 0 0,1 0 0 0 0,0 0 0 0 0,0 0 0 0 0,0 0 0 0 0,0 0 0 0 0,0 0 0 0 0,0 0 0 0 0,0 0 0 0 0,1 0 0 0 0,-1 0 0 0 0,0 0 0 0 0,0 0 0 0 0,1 0 0 0 0,-1 0 0 0 0,1-1 0 0 0,-1 1 0 0 0,1 0 0 0 0,-1 0 0 0 0,1 0 0 0 0,-1-1 0 0 0,1 1 0 0 0,0 0 0 0 0,-1 0 0 0 0,1-1 0 0 0,0 1 0 0 0,-1-1 0 0 0,1 1 0 0 0,0-1 0 0 0,0 1 0 0 0,0-1 0 0 0,0 1 0 0 0,0-1 0 0 0,0 0 0 0 0,-1 1 0 0 0,1-1 0 0 0,0 0 0 0 0,0 0 0 0 0,0 0 0 0 0,0 0 0 0 0,0 0 0 0 0,0 0 0 0 0,0 0 0 0 0,2 0 0 0 0,29 0-461 0 0,1-1 0 0 0,-1-2-1 0 0,57-12 1 0 0,99-34-2651 0 0,-183 48 3041 0 0,299-85-17779 0 0,-240 66 9817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9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 72 14789 0 0,'-2'-8'441'0'0,"-1"-1"-1"0"0,0 1 1 0 0,0 0-1 0 0,-1 0 1 0 0,-6-11-1 0 0,8 15 216 0 0,1 4-579 0 0,1-1-1 0 0,0 1 1 0 0,-1-1-1 0 0,1 1 0 0 0,0-1 1 0 0,-1 1-1 0 0,1-1 1 0 0,-1 1-1 0 0,1 0 0 0 0,-1-1 1 0 0,1 1-1 0 0,0 0 1 0 0,-1-1-1 0 0,0 1 0 0 0,1 0 1 0 0,-1 0-1 0 0,1-1 1 0 0,-1 1-1 0 0,1 0 0 0 0,-1 0 1 0 0,1 0-1 0 0,-1 0 1 0 0,1 0-1 0 0,-1 0 0 0 0,0 0 1 0 0,1 0-1 0 0,-1 0 1 0 0,1 0-1 0 0,-1 0 0 0 0,1 0 1 0 0,-1 0-1 0 0,0 0 1 0 0,1 1-1 0 0,-1-1 0 0 0,1 0 1 0 0,-1 0-1 0 0,1 1 1 0 0,-1-1-1 0 0,1 0 0 0 0,-1 1 1 0 0,0 0-1 0 0,-20 12 572 0 0,0 1 0 0 0,1 1 0 0 0,1 0 0 0 0,0 2-1 0 0,-21 24 1 0 0,32-32-442 0 0,0 0 0 0 0,1 0 0 0 0,0 1 0 0 0,1 0 1 0 0,0 0-1 0 0,1 0 0 0 0,0 1 0 0 0,0 0 0 0 0,1 0 0 0 0,0 0 0 0 0,1 0 0 0 0,1 1 0 0 0,0-1 0 0 0,-1 14 0 0 0,3-18-112 0 0,1 1 0 0 0,1-1 0 0 0,-1 0 0 0 0,1 0 0 0 0,0 0 0 0 0,1 0 0 0 0,0 0 0 0 0,0-1 0 0 0,0 1 0 0 0,1-1 0 0 0,0 0 0 0 0,0 0 0 0 0,0 0-1 0 0,1 0 1 0 0,7 6 0 0 0,11 10 142 0 0,1-1-1 0 0,33 21 0 0 0,-36-26-40 0 0,22 12 95 0 0,-32-22-73 0 0,0 1 0 0 0,0 0 0 0 0,-1 1 0 0 0,1 0 0 0 0,-2 1 0 0 0,1 0 0 0 0,13 17 0 0 0,-22-23-214 0 0,1 0-1 0 0,-1 0 1 0 0,0 0-1 0 0,0-1 1 0 0,-1 2-1 0 0,1-1 1 0 0,-1 0 0 0 0,1 0-1 0 0,-1 0 1 0 0,0 0-1 0 0,0 0 1 0 0,0 0 0 0 0,-1 0-1 0 0,1 0 1 0 0,-1 0-1 0 0,1 0 1 0 0,-1 0-1 0 0,0 0 1 0 0,0 0 0 0 0,-1 0-1 0 0,1 0 1 0 0,0-1-1 0 0,-1 1 1 0 0,0 0 0 0 0,0-1-1 0 0,0 1 1 0 0,0-1-1 0 0,0 0 1 0 0,-4 4-1 0 0,-7 6-5 0 0,0 0-1 0 0,-2-1 0 0 0,-24 16 0 0 0,37-25 4 0 0,-19 11 0 0 0,0-1 0 0 0,-1 0 0 0 0,0-1 0 0 0,-1-2 0 0 0,0 0 0 0 0,-1-2 0 0 0,0 0 0 0 0,0-2 0 0 0,0 0 0 0 0,-41 1 0 0 0,63-6 1 0 0,-1 1-1 0 0,1-1 1 0 0,0 0 0 0 0,-1 0 0 0 0,1 0-1 0 0,0 0 1 0 0,-1 0 0 0 0,1-1 0 0 0,0 1-1 0 0,0-1 1 0 0,-1 1 0 0 0,1-1 0 0 0,0 0-1 0 0,0 0 1 0 0,-4-2 0 0 0,0-1-337 0 0,-11-6-1559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9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10 144 17934 0 0,'-2'-3'83'0'0,"1"0"0"0"0,0-1 1 0 0,-1 1-1 0 0,1 0 0 0 0,1-1 1 0 0,-1 1-1 0 0,0 0 0 0 0,1-1 1 0 0,-1 1-1 0 0,1-1 0 0 0,0 1 1 0 0,1-1-1 0 0,-1 1 0 0 0,0-1 1 0 0,1 1-1 0 0,0-1 0 0 0,0 1 1 0 0,0-1-1 0 0,0 1 0 0 0,2-4 1 0 0,0 3 49 0 0,1-1 0 0 0,-1 1 0 0 0,0 0 0 0 0,1 0 0 0 0,0 1 0 0 0,0-1 0 0 0,0 1 0 0 0,1 0 0 0 0,-1 0 0 0 0,1 1 0 0 0,-1-1 0 0 0,1 1 0 0 0,7-3 0 0 0,0 1 15 0 0,1 0 0 0 0,0 1 0 0 0,0 0 0 0 0,0 0 0 0 0,0 2-1 0 0,0 0 1 0 0,0 0 0 0 0,0 1 0 0 0,1 1 0 0 0,-1 0 0 0 0,25 6 0 0 0,-32-6-99 0 0,0 1 0 0 0,0 0 0 0 0,0 0 0 0 0,0 0 1 0 0,0 1-1 0 0,-1 0 0 0 0,1 0 0 0 0,-1 0 0 0 0,1 1 0 0 0,-1 0 0 0 0,0 0 1 0 0,-1 0-1 0 0,1 1 0 0 0,-1-1 0 0 0,0 1 0 0 0,0 0 0 0 0,0 0 0 0 0,0 1 1 0 0,-1-1-1 0 0,0 1 0 0 0,-1 0 0 0 0,1 0 0 0 0,-1 0 0 0 0,0 0 0 0 0,0 0 0 0 0,1 10 1 0 0,-2-1 146 0 0,0 1 1 0 0,-2-1 0 0 0,1 1-1 0 0,-2-1 1 0 0,0 1 0 0 0,-1-1-1 0 0,-1 0 1 0 0,0 0 0 0 0,-1-1-1 0 0,0 1 1 0 0,-1-1 0 0 0,-10 16-1 0 0,-12 18 895 0 0,-2-1 0 0 0,-38 44 0 0 0,30-41 202 0 0,-10 14-296 0 0,48-64-997 0 0,0 1 0 0 0,-1 0 0 0 0,1-1 0 0 0,0 1 0 0 0,0-1 0 0 0,0 1 0 0 0,-1 0 0 0 0,1-1 0 0 0,0 1 0 0 0,0 0 0 0 0,0-1 0 0 0,0 1 0 0 0,0 0 0 0 0,0-1 0 0 0,0 1 0 0 0,0 0 0 0 0,0-1 0 0 0,1 1 0 0 0,-1-1 0 0 0,0 1 0 0 0,0 0 0 0 0,0-1 0 0 0,1 1 0 0 0,-1-1 0 0 0,0 1 0 0 0,1 0 0 0 0,-1-1 0 0 0,0 1 0 0 0,1-1 0 0 0,-1 1 0 0 0,1-1 0 0 0,-1 0 0 0 0,1 1 0 0 0,-1-1 0 0 0,1 1 0 0 0,-1-1 0 0 0,1 0 0 0 0,0 1 0 0 0,20 6 0 0 0,-20-6 0 0 0,39 6 0 0 0,1-1 0 0 0,0-1 0 0 0,0-3 0 0 0,56-3 0 0 0,29 1 0 0 0,-97 2-990 0 0,-1 0-3606 0 0,0-1 0 0 0,50-5 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1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0 133 15525 0 0,'0'0'-724'0'0,"26"-32"2589"0"0,-5 18-1084 0 0,0 1 0 0 0,1 2 0 0 0,0 0-1 0 0,1 1 1 0 0,0 1 0 0 0,1 1 0 0 0,0 1-1 0 0,0 2 1 0 0,0 0 0 0 0,1 1 0 0 0,-1 2 0 0 0,1 0-1 0 0,28 3 1 0 0,-43 0-653 0 0,0 2 1 0 0,0-1-1 0 0,-1 1 0 0 0,1 1 1 0 0,-1 0-1 0 0,0 0 0 0 0,0 1 0 0 0,0 0 1 0 0,-1 1-1 0 0,0-1 0 0 0,11 11 1 0 0,-4-3-13 0 0,-1 1 1 0 0,0 1 0 0 0,-1 0 0 0 0,18 28 0 0 0,-27-37-69 0 0,-1 0 0 0 0,1 0 1 0 0,-1 0-1 0 0,0 1 0 0 0,-1 0 0 0 0,0-1 1 0 0,0 1-1 0 0,0 0 0 0 0,-1 0 1 0 0,0 0-1 0 0,0 0 0 0 0,-1 0 0 0 0,0 0 1 0 0,0 0-1 0 0,0 0 0 0 0,-1 0 1 0 0,0 0-1 0 0,-1 0 0 0 0,1 0 1 0 0,-1 0-1 0 0,-1-1 0 0 0,1 1 0 0 0,-1-1 1 0 0,0 1-1 0 0,-1-1 0 0 0,1 0 1 0 0,-1 0-1 0 0,-1 0 0 0 0,-4 5 0 0 0,-13 13 268 0 0,-2-1 0 0 0,0-1 0 0 0,-1-2 0 0 0,-53 34 0 0 0,62-43-298 0 0,2-2-18 0 0,-3 1 0 0 0,1 0 0 0 0,6-2 0 0 0,9-8 0 0 0,1 0 0 0 0,0 1 0 0 0,-1-1 0 0 0,1 0 0 0 0,0 0 0 0 0,0 0 0 0 0,-1 1 0 0 0,1-1 0 0 0,0 0 0 0 0,0 0 0 0 0,0 0 0 0 0,-1 1 0 0 0,1-1 0 0 0,0 0 0 0 0,0 0 0 0 0,0 1 0 0 0,0-1 0 0 0,0 0 0 0 0,0 1 0 0 0,-1-1 0 0 0,1 0 0 0 0,0 0 0 0 0,0 1 0 0 0,0-1 0 0 0,0 0 0 0 0,0 1 0 0 0,0-1 0 0 0,0 0 0 0 0,0 1 0 0 0,0-1 0 0 0,0 0 0 0 0,0 0 0 0 0,1 1 0 0 0,-1-1 0 0 0,0 0 0 0 0,0 1 0 0 0,0-1 0 0 0,7 5 0 0 0,0 0 0 0 0,0-1 0 0 0,0 0 0 0 0,1 0 0 0 0,-1-1 0 0 0,1 0 0 0 0,0 0 0 0 0,0-1 0 0 0,14 3 0 0 0,25 9 0 0 0,-18-5 0 0 0,-2 2 0 0 0,1 1 0 0 0,-2 1 0 0 0,1 2 0 0 0,-2 0 0 0 0,0 2 0 0 0,30 25 0 0 0,-53-40 0 0 0,0 0 0 0 0,-1 0 0 0 0,1 0 0 0 0,0 0 0 0 0,-1 0 0 0 0,1 0 0 0 0,-1 1 0 0 0,0-1 0 0 0,1 0 0 0 0,-1 1 0 0 0,0-1 0 0 0,-1 1 0 0 0,1-1 0 0 0,0 1 0 0 0,-1-1 0 0 0,1 1 0 0 0,-1 0 0 0 0,0-1 0 0 0,0 1 0 0 0,0-1 0 0 0,0 1 0 0 0,0 0 0 0 0,-1-1 0 0 0,1 1 0 0 0,-1-1 0 0 0,0 1 0 0 0,0-1 0 0 0,0 1 0 0 0,0-1 0 0 0,0 1 0 0 0,0-1 0 0 0,-1 0 0 0 0,1 0 0 0 0,-1 1 0 0 0,1-1 0 0 0,-1 0 0 0 0,0-1 0 0 0,0 1 0 0 0,0 0 0 0 0,0 0 0 0 0,-3 1 0 0 0,-8 7 0 0 0,-1 0 0 0 0,0-1 0 0 0,0 0 0 0 0,-1-1 0 0 0,-18 6 0 0 0,7-3 0 0 0,-2-1 0 0 0,1-1 0 0 0,-1-2 0 0 0,-1-1 0 0 0,-43 4 0 0 0,22-8 0 0 0,1-2 0 0 0,-93-12 0 0 0,82 7-4174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1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586 20 16470 0 0,'-13'2'162'0'0,"0"1"1"0"0,1 0 0 0 0,-1 1-1 0 0,1 0 1 0 0,0 1-1 0 0,0 1 1 0 0,1-1 0 0 0,0 2-1 0 0,0 0 1 0 0,-13 10 0 0 0,1 1 557 0 0,1 1-1 0 0,1 1 1 0 0,-27 33 0 0 0,38-41-373 0 0,1 0 0 0 0,0 1 0 0 0,1 0 0 0 0,1 0 0 0 0,0 0 0 0 0,1 1 0 0 0,0 1 0 0 0,1-1 0 0 0,0 1 0 0 0,-2 18 0 0 0,6-27-249 0 0,0-1-1 0 0,1 1 1 0 0,0 0-1 0 0,0-1 1 0 0,0 1-1 0 0,1-1 1 0 0,-1 1-1 0 0,2 0 1 0 0,-1-1-1 0 0,0 0 1 0 0,1 1-1 0 0,0-1 1 0 0,1 0-1 0 0,-1 0 1 0 0,1 0-1 0 0,0 0 1 0 0,0 0-1 0 0,0-1 1 0 0,1 1-1 0 0,-1-1 0 0 0,1 0 1 0 0,0 0-1 0 0,0 0 1 0 0,1-1-1 0 0,-1 1 1 0 0,1-1-1 0 0,0 0 1 0 0,0 0-1 0 0,0-1 1 0 0,8 3-1 0 0,4 1 60 0 0,0 0-1 0 0,1-1 1 0 0,0-1-1 0 0,0-1 1 0 0,0-1-1 0 0,0 0 1 0 0,0-1-1 0 0,0-1 1 0 0,26-3-1 0 0,-16-1 163 0 0,1-1-1 0 0,-1-1 0 0 0,-1-1 1 0 0,1-1-1 0 0,32-16 0 0 0,-50 20-289 0 0,-1-1 1 0 0,0 0-1 0 0,0-1 0 0 0,0 0 0 0 0,-1 0 1 0 0,0 0-1 0 0,0-1 0 0 0,0-1 0 0 0,-1 1 0 0 0,-1-1 1 0 0,1 0-1 0 0,-1-1 0 0 0,0 0 0 0 0,-1 1 0 0 0,0-2 1 0 0,0 1-1 0 0,-1-1 0 0 0,-1 1 0 0 0,1-1 1 0 0,-2 0-1 0 0,1-1 0 0 0,-1 1 0 0 0,-1 0 0 0 0,0-1 1 0 0,0 1-1 0 0,-1 0 0 0 0,0-1 0 0 0,-1 1 1 0 0,0-1-1 0 0,-1 1 0 0 0,0 0 0 0 0,-1 0 0 0 0,0 0 1 0 0,0 0-1 0 0,-1 0 0 0 0,0 1 0 0 0,-1-1 0 0 0,0 1 1 0 0,-1 0-1 0 0,1 1 0 0 0,-2 0 0 0 0,1-1 1 0 0,-1 2-1 0 0,-8-8 0 0 0,5 7-183 0 0,1 0-1 0 0,-1 0 1 0 0,-1 1-1 0 0,1 1 1 0 0,-1 0 0 0 0,0 0-1 0 0,0 1 1 0 0,-1 1 0 0 0,0 0-1 0 0,-18-4 1 0 0,10 4-510 0 0,0 2 1 0 0,0 0-1 0 0,0 1 1 0 0,-1 1-1 0 0,-36 5 1 0 0,1 6-1369 0 0,0 2 0 0 0,1 2 0 0 0,-83 37 0 0 0,36-9-4764 0 0,0 5-3512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3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0 197 17434 0 0,'9'-22'-62'0'0,"-2"3"433"0"0,2 0 0 0 0,0 1 0 0 0,13-21 0 0 0,-17 33-193 0 0,0-1-1 0 0,0 1 0 0 0,1 0 1 0 0,0 1-1 0 0,0-1 1 0 0,1 1-1 0 0,-1 0 1 0 0,1 1-1 0 0,0-1 0 0 0,0 1 1 0 0,11-4-1 0 0,-10 5-98 0 0,-1 1 0 0 0,0 0 0 0 0,1 0-1 0 0,0 1 1 0 0,-1-1 0 0 0,1 2 0 0 0,0-1-1 0 0,-1 1 1 0 0,1 0 0 0 0,0 1 0 0 0,0 0-1 0 0,-1 0 1 0 0,1 1 0 0 0,-1 0 0 0 0,1 0-1 0 0,-1 1 1 0 0,0-1 0 0 0,0 2 0 0 0,0-1-1 0 0,7 5 1 0 0,-10-5-24 0 0,1 0 0 0 0,-1 1 0 0 0,0-1 1 0 0,0 1-1 0 0,0 0 0 0 0,-1 0 0 0 0,1 0 0 0 0,-1 1 0 0 0,0-1 0 0 0,0 1 0 0 0,-1-1 1 0 0,1 1-1 0 0,-1 0 0 0 0,0 0 0 0 0,0 0 0 0 0,-1 0 0 0 0,1 1 0 0 0,-1-1 0 0 0,-1 0 1 0 0,1 1-1 0 0,-1-1 0 0 0,1 0 0 0 0,-2 1 0 0 0,1-1 0 0 0,0 1 0 0 0,-1-1 1 0 0,0 0-1 0 0,-1 0 0 0 0,-1 8 0 0 0,-7 11 499 0 0,-1 0 0 0 0,-24 39 0 0 0,-2 6 1344 0 0,36-66-1802 0 0,0-1 0 0 0,0 1 0 0 0,0 0 0 0 0,0 0 0 0 0,0-1 1 0 0,1 1-1 0 0,0 0 0 0 0,-1 0 0 0 0,1 0 0 0 0,0 0 0 0 0,0 0 1 0 0,1 0-1 0 0,-1 0 0 0 0,1 0 0 0 0,-1-1 0 0 0,1 1 0 0 0,0 0 1 0 0,0 0-1 0 0,0-1 0 0 0,0 1 0 0 0,1 0 0 0 0,-1-1 1 0 0,3 3-1 0 0,5 7 171 0 0,0-1 1 0 0,1-1-1 0 0,20 18 1 0 0,-22-22-131 0 0,0 0 0 0 0,-1 1 0 0 0,0 0 0 0 0,0 1 0 0 0,-1 0 0 0 0,11 16 0 0 0,-15-21-129 0 0,-1 1 1 0 0,0-1 0 0 0,0 0-1 0 0,0 1 1 0 0,-1-1 0 0 0,1 1-1 0 0,-1-1 1 0 0,1 0 0 0 0,-1 1-1 0 0,0-1 1 0 0,-1 1-1 0 0,1-1 1 0 0,-1 1 0 0 0,1-1-1 0 0,-1 1 1 0 0,-2 4 0 0 0,1-2 11 0 0,-1 0 0 0 0,-1 0 0 0 0,1-1 0 0 0,-1 1 0 0 0,0-1 1 0 0,0 0-1 0 0,0 0 0 0 0,-7 6 0 0 0,-9 5 41 0 0,-1 0 1 0 0,-1 0-1 0 0,-34 16 1 0 0,45-25-59 0 0,-1 0-26 0 0,-1-1-1 0 0,1 0 1 0 0,-2 0-1 0 0,1-2 1 0 0,0 1 0 0 0,-1-2-1 0 0,0 0 1 0 0,-24 3-1 0 0,37-6-153 0 0,-1 0-1 0 0,1 1 1 0 0,0-1-1 0 0,-1 0 1 0 0,1 0-1 0 0,0 0 1 0 0,-1 0-1 0 0,1 0 1 0 0,-1 0-1 0 0,1-1 1 0 0,0 1-1 0 0,0 0 0 0 0,-1-1 1 0 0,1 1-1 0 0,0 0 1 0 0,-1-1-1 0 0,1 0 1 0 0,0 1-1 0 0,0-1 1 0 0,0 0-1 0 0,0 0 1 0 0,0 1-1 0 0,0-1 1 0 0,0 0-1 0 0,0 0 1 0 0,0 0-1 0 0,0 0 1 0 0,0 0-1 0 0,0 0 0 0 0,1-1 1 0 0,-1 1-1 0 0,1 0 1 0 0,-1 0-1 0 0,0-1 1 0 0,1 1-1 0 0,0 0 1 0 0,-1 0-1 0 0,1-1 1 0 0,0 1-1 0 0,0 0 1 0 0,0-1-1 0 0,0 1 1 0 0,0-1-1 0 0,0 1 1 0 0,0 0-1 0 0,0-1 1 0 0,0 1-1 0 0,1 0 0 0 0,-1 0 1 0 0,1-3-1 0 0,1-1-1045 0 0,1-1 0 0 0,-1 1 0 0 0,1-1 0 0 0,0 1 0 0 0,0 0 0 0 0,1 0-1 0 0,-1 0 1 0 0,1 1 0 0 0,7-8 0 0 0,14-8-8192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3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495 39 16402 0 0,'0'-1'9'0'0,"1"0"0"0"0,-1 0 0 0 0,1 0 1 0 0,-1-1-1 0 0,1 1 0 0 0,-1 0 1 0 0,0 0-1 0 0,1-1 0 0 0,-1 1 0 0 0,0 0 1 0 0,0-1-1 0 0,0 1 0 0 0,0 0 1 0 0,0-1-1 0 0,0 1 0 0 0,-1 0 0 0 0,1-1 1 0 0,0 1-1 0 0,-1 0 0 0 0,1 0 1 0 0,-1-1-1 0 0,1 1 0 0 0,-1 0 0 0 0,0 0 1 0 0,1 0-1 0 0,-1 0 0 0 0,0 0 1 0 0,-1-2-1 0 0,0 3 48 0 0,0-1 1 0 0,0 1 0 0 0,0-1-1 0 0,0 1 1 0 0,0 0-1 0 0,0 0 1 0 0,0 0-1 0 0,0 0 1 0 0,0 0 0 0 0,0 1-1 0 0,0-1 1 0 0,0 1-1 0 0,1-1 1 0 0,-1 1-1 0 0,0-1 1 0 0,-3 2-1 0 0,-7 4 232 0 0,1 0 0 0 0,-1 0 0 0 0,1 1 0 0 0,-18 14 0 0 0,19-12-92 0 0,0 1 0 0 0,0 0-1 0 0,1 0 1 0 0,0 1 0 0 0,1 0 0 0 0,0 1 0 0 0,-11 21 0 0 0,17-28-116 0 0,0 1-1 0 0,0-1 1 0 0,1 1 0 0 0,0-1-1 0 0,-1 1 1 0 0,2-1 0 0 0,-1 1-1 0 0,1 0 1 0 0,0-1 0 0 0,0 1 0 0 0,0 0-1 0 0,1-1 1 0 0,0 1 0 0 0,0-1-1 0 0,0 1 1 0 0,1-1 0 0 0,0 1-1 0 0,0-1 1 0 0,0 0 0 0 0,1 0-1 0 0,4 7 1 0 0,5 4 205 0 0,1 0 1 0 0,1 0-1 0 0,0-2 0 0 0,24 20 0 0 0,-25-23 187 0 0,0 0 0 0 0,0 1 0 0 0,-1 1-1 0 0,0 0 1 0 0,-1 1 0 0 0,14 23-1 0 0,-23-33-407 0 0,0 0-1 0 0,0 1 0 0 0,-1-1 0 0 0,1 1 0 0 0,-1-1 1 0 0,0 1-1 0 0,0 0 0 0 0,-1-1 0 0 0,1 1 0 0 0,-1 0 0 0 0,0 0 1 0 0,-1-1-1 0 0,1 1 0 0 0,-1 0 0 0 0,0-1 0 0 0,-2 8 1 0 0,0-4 145 0 0,0-1 1 0 0,-1 1-1 0 0,0-1 1 0 0,0 1-1 0 0,0-1 1 0 0,-1-1-1 0 0,-1 1 1 0 0,-9 10-1 0 0,-1-3 161 0 0,0 0 0 0 0,-1-1 0 0 0,-1 0 0 0 0,0-1 0 0 0,-1-2 0 0 0,-27 13 0 0 0,32-18-903 0 0,-1-1-1 0 0,0 0 1 0 0,0-1 0 0 0,0 0 0 0 0,0-1-1 0 0,-1-1 1 0 0,1-1 0 0 0,0 0 0 0 0,-1-1-1 0 0,1 0 1 0 0,0-1 0 0 0,-1-1 0 0 0,1-1-1 0 0,1 0 1 0 0,-1-1 0 0 0,1 0 0 0 0,-1-1-1 0 0,-21-13 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1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1543 158 5685 0 0,'2'-1'402'0'0,"0"1"1"0"0,0-1-1 0 0,0 0 1 0 0,0 0 0 0 0,0 0-1 0 0,0 0 1 0 0,0 0 0 0 0,0-1-1 0 0,-1 1 1 0 0,1 0-1 0 0,0-1 1 0 0,-1 1 0 0 0,1-1-1 0 0,-1 0 1 0 0,4-6 3128 0 0,-23-20 1769 0 0,1 16-4871 0 0,-1 0 0 0 0,0 1 0 0 0,-1 1 0 0 0,0 1 0 0 0,0 1 0 0 0,-39-11 0 0 0,36 12-330 0 0,0 2 0 0 0,-1 1 0 0 0,1 1 0 0 0,-1 0 0 0 0,-40 2-1 0 0,-118 18 118 0 0,135-11-186 0 0,-188 31 184 0 0,200-29-195 0 0,0 2 0 0 0,1 1 0 0 0,0 2 0 0 0,-57 31 0 0 0,53-21-11 0 0,0 1 0 0 0,2 2 0 0 0,1 1 0 0 0,1 2 0 0 0,1 1 0 0 0,-36 45 0 0 0,48-50 25 0 0,1 1 1 0 0,2 1-1 0 0,0 0 1 0 0,2 1-1 0 0,1 1 1 0 0,1 0-1 0 0,2 1 0 0 0,0 0 1 0 0,-7 44-1 0 0,-53 257 617 0 0,61-281-556 0 0,3 0 0 0 0,1 1 0 0 0,3 94 0 0 0,5-102-46 0 0,1 14 333 0 0,3-1-1 0 0,15 69 0 0 0,-16-107-249 0 0,0 0 0 0 0,1 0 1 0 0,1-1-1 0 0,1 0 0 0 0,0-1 0 0 0,1 0 0 0 0,1 0 0 0 0,0 0 0 0 0,1-2 0 0 0,1 1 1 0 0,13 12-1 0 0,5 2 72 0 0,1-2 0 0 0,1-1 0 0 0,1-1 0 0 0,2-2 0 0 0,0-1 0 0 0,1-2 0 0 0,1-2 0 0 0,1-1 0 0 0,64 19 0 0 0,35 1 187 0 0,3-6 0 0 0,196 18-1 0 0,-274-47-252 0 0,-1-3-1 0 0,0-2 1 0 0,0-4-1 0 0,117-27 1 0 0,-110 17-137 0 0,-1-3 0 0 0,-1-3 0 0 0,89-43 0 0 0,-112 43 0 0 0,0-2 0 0 0,-1-1 0 0 0,-2-2 0 0 0,-1-2 0 0 0,57-57 0 0 0,-69 57 0 0 0,-1-1 0 0 0,-1-1 0 0 0,-2-1 0 0 0,-2-2 0 0 0,-1 0 0 0 0,-1 0 0 0 0,-2-2 0 0 0,-2-1 0 0 0,-2 0 0 0 0,-1 0 0 0 0,-1-1 0 0 0,-3-1 0 0 0,7-69 0 0 0,-14 60 0 0 0,-3 0 0 0 0,-1 1 0 0 0,-3-1 0 0 0,-2 1 0 0 0,-1 0 0 0 0,-22-60 0 0 0,22 79 0 0 0,-1 0 0 0 0,-1 1 0 0 0,-2 0 0 0 0,-25-41 0 0 0,29 55 0 0 0,-1 0 0 0 0,-1 1 0 0 0,0 0 0 0 0,0 1 0 0 0,-1 0 0 0 0,-1 1 0 0 0,0 1 0 0 0,-1 0 0 0 0,-28-16 0 0 0,1 7 0 0 0,-1 1 0 0 0,0 3 0 0 0,-76-18 0 0 0,-135-10 0 0 0,181 34-1804 0 0,0 3 0 0 0,-132 7 0 0 0,157 3 482 0 0,1 3-1 0 0,0 1 0 0 0,0 2 0 0 0,1 3 0 0 0,-58 23 0 0 0,67-21-5651 0 0,9 0-3614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2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55 192 8045 0 0,'-16'-22'5170'0'0,"14"17"-4699"0"0,1 1 0 0 0,0-1 0 0 0,0 0 1 0 0,1 0-1 0 0,-1 1 0 0 0,1-1 0 0 0,0 0 0 0 0,0 0 0 0 0,1 0 0 0 0,-1 1 0 0 0,1-1 0 0 0,0 0 0 0 0,0 1 1 0 0,1-1-1 0 0,0 0 0 0 0,2-4 0 0 0,0 3-165 0 0,0-1 1 0 0,1 1 0 0 0,0 0-1 0 0,0 1 1 0 0,1-1-1 0 0,-1 1 1 0 0,1 0-1 0 0,0 0 1 0 0,13-6 0 0 0,-13 7-160 0 0,1 1 1 0 0,0 0-1 0 0,0 0 1 0 0,0 1-1 0 0,0 0 1 0 0,1 0 0 0 0,-1 0-1 0 0,1 1 1 0 0,-1 1-1 0 0,1-1 1 0 0,-1 1-1 0 0,1 0 1 0 0,-1 1 0 0 0,1 0-1 0 0,-1 0 1 0 0,1 0-1 0 0,-1 1 1 0 0,0 0-1 0 0,0 1 1 0 0,0 0 0 0 0,0 0-1 0 0,0 0 1 0 0,8 6-1 0 0,-10-6-98 0 0,0 1 0 0 0,0-1-1 0 0,0 1 1 0 0,0 0-1 0 0,-1 0 1 0 0,0 0 0 0 0,0 0-1 0 0,0 1 1 0 0,0 0 0 0 0,-1 0-1 0 0,0 0 1 0 0,0 0-1 0 0,0 0 1 0 0,-1 1 0 0 0,1-1-1 0 0,-1 1 1 0 0,0 0 0 0 0,-1 0-1 0 0,0-1 1 0 0,0 1-1 0 0,0 0 1 0 0,0 0 0 0 0,-1 0-1 0 0,0 0 1 0 0,-1 0-1 0 0,1 0 1 0 0,-1 0 0 0 0,0 0-1 0 0,-3 10 1 0 0,-6 9 144 0 0,-1-1 0 0 0,-2 0 1 0 0,-28 42-1 0 0,-17 33 1391 0 0,57-96-1568 0 0,0-1-1 0 0,0 1 1 0 0,0 0-1 0 0,1-1 1 0 0,-1 1-1 0 0,1 0 1 0 0,-1 0 0 0 0,1-1-1 0 0,0 1 1 0 0,0 0-1 0 0,0 0 1 0 0,1-1 0 0 0,-1 1-1 0 0,0 0 1 0 0,1 0-1 0 0,0-1 1 0 0,0 1 0 0 0,0 0-1 0 0,0-1 1 0 0,0 1-1 0 0,0-1 1 0 0,1 0 0 0 0,-1 1-1 0 0,1-1 1 0 0,3 3-1 0 0,5 7 116 0 0,1-2-1 0 0,0 0 0 0 0,24 16 0 0 0,14 15 64 0 0,-48-40-194 0 0,6 6 0 0 0,-1 1 0 0 0,0 0 0 0 0,-1 0 0 0 0,1 0 0 0 0,5 12 0 0 0,-11-18 0 0 0,1 0 0 0 0,0-1 0 0 0,-1 1 0 0 0,1 0 0 0 0,-1 0 0 0 0,0-1 0 0 0,0 1 0 0 0,0 0 0 0 0,0 0 0 0 0,0 0 0 0 0,0 0 0 0 0,0-1 0 0 0,0 1 0 0 0,-1 0 0 0 0,1 0 0 0 0,-1 0 0 0 0,1-1 0 0 0,-1 1 0 0 0,0 0 0 0 0,1-1 0 0 0,-1 1 0 0 0,0 0 0 0 0,0-1 0 0 0,-2 2 0 0 0,-1 4 0 0 0,0 0 0 0 0,-1-1 0 0 0,1 0 0 0 0,-2 0 0 0 0,1 0 0 0 0,0-1 0 0 0,-1 0 0 0 0,0 0 0 0 0,0 0 0 0 0,0-1 0 0 0,-1 0 0 0 0,0 0 0 0 0,0 0 0 0 0,0-1 0 0 0,-12 4 0 0 0,-10 3 0 0 0,-1-2 0 0 0,-37 6 0 0 0,59-12 0 0 0,-29-1 0 0 0,29-1 0 0 0,-49 3 0 0 0,21-4-807 0 0,28-1-555 0 0,27-28-11356 0 0,5 16 6252 0 0,6-2-3092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3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 29 15745 0 0,'0'-1'6'0'0,"0"0"-1"0"0,0 0 0 0 0,0 0 0 0 0,0 0 0 0 0,1 0 0 0 0,-1 0 0 0 0,-1 0 1 0 0,1 0-1 0 0,0 0 0 0 0,0 0 0 0 0,0 0 0 0 0,0 1 0 0 0,-1-1 1 0 0,1 0-1 0 0,0 0 0 0 0,-1 0 0 0 0,1 0 0 0 0,-1 0 0 0 0,1 0 0 0 0,-1 1 1 0 0,1-1-1 0 0,-1 0 0 0 0,0 0 0 0 0,1 1 0 0 0,-1-1 0 0 0,0 1 0 0 0,1-1 1 0 0,-1 0-1 0 0,0 1 0 0 0,0-1 0 0 0,0 1 0 0 0,0 0 0 0 0,1-1 1 0 0,-1 1-1 0 0,0 0 0 0 0,0-1 0 0 0,0 1 0 0 0,0 0 0 0 0,0 0 0 0 0,0 0 1 0 0,0 0-1 0 0,0 0 0 0 0,0 0 0 0 0,0 0 0 0 0,0 0 0 0 0,0 0 1 0 0,0 0-1 0 0,0 1 0 0 0,1-1 0 0 0,-1 0 0 0 0,0 1 0 0 0,0-1 0 0 0,0 0 1 0 0,0 1-1 0 0,-1 0 0 0 0,-4 3 204 0 0,-1-1 0 0 0,1 1 0 0 0,0 0 0 0 0,0 0-1 0 0,1 1 1 0 0,-10 9 0 0 0,3-1 166 0 0,1 1 0 0 0,1 0 0 0 0,0 1 0 0 0,1 0 0 0 0,0 1 0 0 0,1-1 0 0 0,1 1 0 0 0,1 1 0 0 0,0 0 0 0 0,-7 33 0 0 0,12-43-231 0 0,0 0 0 0 0,0 0 0 0 0,1 0 0 0 0,0 0 0 0 0,0 1 0 0 0,1-1 0 0 0,0 0 0 0 0,0 0 0 0 0,1 0 0 0 0,-1-1 0 0 0,2 1 0 0 0,-1 0 0 0 0,1-1 0 0 0,0 1 0 0 0,0-1 0 0 0,0 0 0 0 0,1 0 0 0 0,0 0 0 0 0,1 0 0 0 0,-1-1 0 0 0,1 0 0 0 0,0 0 0 0 0,0 0 0 0 0,1 0 0 0 0,-1-1 0 0 0,1 0-1 0 0,0 0 1 0 0,0-1 0 0 0,11 5 0 0 0,-2-1 62 0 0,2-1-1 0 0,-1-1 0 0 0,0-1 0 0 0,1 0 1 0 0,0-1-1 0 0,0-1 0 0 0,0-1 0 0 0,0 0 1 0 0,30-3-1 0 0,-32 1-71 0 0,0-1 1 0 0,1-1 0 0 0,-1 0-1 0 0,-1-1 1 0 0,1-1-1 0 0,-1 0 1 0 0,0-1 0 0 0,0 0-1 0 0,0-1 1 0 0,-1-1-1 0 0,13-9 1 0 0,-21 13-77 0 0,0 0 0 0 0,-1 0 0 0 0,0 0 0 0 0,1 0 0 0 0,-2-1 0 0 0,1 0 0 0 0,0 0 0 0 0,-1 0 0 0 0,0 0 0 0 0,0-1 0 0 0,-1 1 0 0 0,0-1 0 0 0,0 1 0 0 0,0-1 0 0 0,0 0 0 0 0,1-11 1 0 0,-3 9-6 0 0,0-1 0 0 0,0 1 0 0 0,-1-1 1 0 0,0 1-1 0 0,0 0 0 0 0,-1-1 0 0 0,0 1 1 0 0,-1 0-1 0 0,0 0 0 0 0,0 1 0 0 0,-5-9 1 0 0,2 4-69 0 0,-1 0 0 0 0,-1 0 0 0 0,0 1 0 0 0,0 0 0 0 0,-1 1 0 0 0,-1 0 0 0 0,0 0 0 0 0,0 1 0 0 0,-1 0 0 0 0,0 1 0 0 0,0 0 0 0 0,-1 1 0 0 0,0 0 0 0 0,-16-6 1 0 0,9 7-485 0 0,-1 2 1 0 0,0 0 0 0 0,0 1-1 0 0,0 1 1 0 0,0 1 0 0 0,0 1 0 0 0,-1 1-1 0 0,-25 4 1 0 0,-159 39-8006 0 0,164-34 6028 0 0,-5 2-3067 0 0,6 0-2603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3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1143 1 14393 0 0,'-28'0'-92'0'0,"-1"1"-1"0"0,1 2 0 0 0,-1 0 0 0 0,1 2 0 0 0,0 2 1 0 0,1 0-1 0 0,-1 2 0 0 0,2 0 0 0 0,-1 2 0 0 0,-39 23 1 0 0,8 0 364 0 0,2 3 0 0 0,2 2 1 0 0,-69 63-1 0 0,65-47 155 0 0,2 2 1 0 0,2 3-1 0 0,4 2 0 0 0,2 2 0 0 0,3 2 1 0 0,-69 135-1 0 0,99-168-199 0 0,1 1 1 0 0,2 1-1 0 0,1 0 0 0 0,2 0 1 0 0,2 1-1 0 0,1 0 0 0 0,1 1 1 0 0,2-1-1 0 0,2 1 0 0 0,4 44 0 0 0,0-52-80 0 0,2-1 0 0 0,1 0 0 0 0,1-1-1 0 0,1 1 1 0 0,1-2 0 0 0,2 1-1 0 0,0-1 1 0 0,2-1 0 0 0,1 0-1 0 0,1 0 1 0 0,1-2 0 0 0,1 0-1 0 0,28 29 1 0 0,-20-28-29 0 0,1-2 0 0 0,1 0 0 0 0,1-2 0 0 0,1-1 1 0 0,0-1-1 0 0,2-1 0 0 0,0-2 0 0 0,57 20 0 0 0,-23-15 54 0 0,0-3-1 0 0,2-2 1 0 0,94 8-1 0 0,-55-17-34 0 0,1-4 1 0 0,-1-4-1 0 0,0-5 0 0 0,0-5 0 0 0,-1-4 0 0 0,121-36 1 0 0,-134 26-34 0 0,-2-4-1 0 0,-1-4 1 0 0,-1-4 0 0 0,85-50 0 0 0,-142 70-26 0 0,-1-2-1 0 0,-1 0 1 0 0,-1-2-1 0 0,-1-1 1 0 0,-1-2-1 0 0,0 0 1 0 0,-2-2 0 0 0,-2 0-1 0 0,27-41 1 0 0,-36 47-4 0 0,-2-1 1 0 0,0 0-1 0 0,-2-1 1 0 0,0 0-1 0 0,-1 0 1 0 0,-2 0-1 0 0,0-1 1 0 0,-2 0-1 0 0,0 0 1 0 0,-2-1-1 0 0,0 1 1 0 0,-2-1-1 0 0,-1 1 1 0 0,-5-35-1 0 0,-5 6-3 0 0,-2 1 0 0 0,-3 1-1 0 0,-1 0 1 0 0,-3 1 0 0 0,-2 1-1 0 0,-2 1 1 0 0,-2 1 0 0 0,-2 2-1 0 0,-3 0 1 0 0,-1 2 0 0 0,-1 2-1 0 0,-46-44 1 0 0,42 51-49 0 0,-2 2 0 0 0,-1 1 0 0 0,-1 2-1 0 0,-2 2 1 0 0,-1 2 0 0 0,-1 1 0 0 0,0 3 0 0 0,-82-27 0 0 0,71 33-137 0 0,-1 2 1 0 0,0 2 0 0 0,0 3-1 0 0,-1 2 1 0 0,0 3 0 0 0,0 2 0 0 0,-80 10-1 0 0,44 3-697 0 0,2 5 0 0 0,-160 50 0 0 0,180-42-1676 0 0,0 3-1 0 0,2 4 0 0 0,-124 75 0 0 0,192-106 2418 0 0,-13 9-1689 0 0,1 0-1 0 0,-1 0 1 0 0,-23 24-1 0 0,16-4-4327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5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2547 41 11877 0 0,'19'-26'-307'0'0,"-16"11"4685"0"0,-3 15-4321 0 0,-315 213 2316 0 0,29-16-968 0 0,-370 189 1294 0 0,85-53-325 0 0,277-163-916 0 0,-69 43 1439 0 0,330-195-2383 0 0,-16 12-70 0 0,47-29-830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6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68 116 13457 0 0,'35'-67'1534'0'0,"-19"19"4054"0"0,-22 63-4853 0 0,1 0 0 0 0,0 1 1 0 0,-4 25-1 0 0,-1 5 45 0 0,-13 43 1476 0 0,-19 155-1 0 0,24 134 1597 0 0,18-376-4449 0 0,34-37-9445 0 0,-19 18 6041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6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298 182 15237 0 0,'0'-1'17'0'0,"0"1"-1"0"0,0 0 0 0 0,0 0 1 0 0,0 0-1 0 0,0 0 1 0 0,0 0-1 0 0,0 0 0 0 0,0-1 1 0 0,0 1-1 0 0,0 0 0 0 0,0 0 1 0 0,0 0-1 0 0,0 0 0 0 0,0 0 1 0 0,0-1-1 0 0,0 1 0 0 0,0 0 1 0 0,0 0-1 0 0,0 0 1 0 0,0 0-1 0 0,-1 0 0 0 0,1 0 1 0 0,0 0-1 0 0,0-1 0 0 0,0 1 1 0 0,0 0-1 0 0,0 0 0 0 0,0 0 1 0 0,0 0-1 0 0,0 0 0 0 0,0 0 1 0 0,-1 0-1 0 0,1 0 1 0 0,0 0-1 0 0,0 0 0 0 0,0-1 1 0 0,0 1-1 0 0,0 0 0 0 0,0 0 1 0 0,-1 0-1 0 0,1 0 0 0 0,0 0 1 0 0,0 0-1 0 0,0 0 1 0 0,0 0-1 0 0,0 0 0 0 0,-1 0 1 0 0,1 0-1 0 0,0 0 0 0 0,0 0 1 0 0,0 0-1 0 0,0 0 0 0 0,0 1 1 0 0,0-1-1 0 0,-1 0 0 0 0,-13 5 245 0 0,-22 20 364 0 0,21-10-197 0 0,1 1-1 0 0,0 0 1 0 0,2 1 0 0 0,0 1 0 0 0,0 0 0 0 0,-10 23-1 0 0,19-34-243 0 0,-1 0 0 0 0,1 1 0 0 0,1-1 0 0 0,-1 1 0 0 0,1 0-1 0 0,1 0 1 0 0,-1-1 0 0 0,1 1 0 0 0,1 0 0 0 0,-1 0 0 0 0,1 0-1 0 0,1 0 1 0 0,-1 0 0 0 0,2 0 0 0 0,-1 0 0 0 0,1 0 0 0 0,0 0-1 0 0,0-1 1 0 0,6 12 0 0 0,-6-15-87 0 0,0-1 0 0 0,1 1-1 0 0,-1-1 1 0 0,1 0 0 0 0,0 0-1 0 0,-1-1 1 0 0,1 1 0 0 0,0 0-1 0 0,1-1 1 0 0,-1 0 0 0 0,0 1-1 0 0,1-1 1 0 0,-1-1 0 0 0,1 1 0 0 0,0 0-1 0 0,4 0 1 0 0,0 0 31 0 0,0 0 0 0 0,1-1 0 0 0,-1 0 0 0 0,1 0 0 0 0,-1-1 0 0 0,1 0 0 0 0,10-2 0 0 0,6-2 86 0 0,0-2 0 0 0,-1 0 0 0 0,0-1 0 0 0,28-13 0 0 0,-34 13-56 0 0,0-1 0 0 0,-1-1 0 0 0,0 0 0 0 0,-1-1 0 0 0,0-1 0 0 0,29-25 0 0 0,-40 31-83 0 0,-1 0 1 0 0,1-1-1 0 0,-1 0 0 0 0,0 0 1 0 0,0 0-1 0 0,0 0 1 0 0,-1-1-1 0 0,0 1 1 0 0,-1-1-1 0 0,1 0 1 0 0,-1 0-1 0 0,-1 0 1 0 0,1 0-1 0 0,-1 0 1 0 0,0 0-1 0 0,-1 0 1 0 0,1 0-1 0 0,-2-1 1 0 0,1 1-1 0 0,-1 0 1 0 0,-3-14-1 0 0,0 5 18 0 0,0 0 1 0 0,-2 1-1 0 0,0-1 0 0 0,0 1 0 0 0,-1 0 0 0 0,-1 1 1 0 0,-1-1-1 0 0,0 2 0 0 0,-1-1 0 0 0,0 1 1 0 0,-1 1-1 0 0,-22-20 0 0 0,25 25-66 0 0,-1 0-1 0 0,0 0 1 0 0,-1 1-1 0 0,1 0 1 0 0,-1 1 0 0 0,0 0-1 0 0,-1 1 1 0 0,1 0-1 0 0,-1 0 1 0 0,0 1-1 0 0,0 1 1 0 0,0 0 0 0 0,0 0-1 0 0,0 1 1 0 0,0 0-1 0 0,-1 1 1 0 0,1 1-1 0 0,0-1 1 0 0,-19 5 0 0 0,10 0-313 0 0,0 1-1 0 0,0 0 1 0 0,1 2 0 0 0,0 0 0 0 0,0 1 0 0 0,-28 20 0 0 0,36-22-470 0 0,0 2 1 0 0,1-1-1 0 0,1 1 0 0 0,-1 0 0 0 0,1 1 0 0 0,1 0 1 0 0,-8 12-1 0 0,14-18 173 0 0,0-1 0 0 0,0 0 0 0 0,1 1 0 0 0,-1-1 0 0 0,1 1 0 0 0,0 0 0 0 0,0-1 0 0 0,-1 7 0 0 0,6 16-8300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7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44 14989 0 0,'1'-3'357'0'0,"-1"-1"0"0"0,1 1-1 0 0,-1 0 1 0 0,0 0 0 0 0,0 0-1 0 0,0-1 1 0 0,0 1 0 0 0,-1 0-1 0 0,-2-12 4430 0 0,11 117-1384 0 0,-8 188 0 0 0,-3-137-1336 0 0,10-151-2650 0 0,24-38-6553 0 0,27-36-8076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8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352 102 12853 0 0,'24'-23'73'0'0,"12"-14"1842"0"0,-33 34-1191 0 0,0-1-1 0 0,0 0 1 0 0,-1 0-1 0 0,1 0 1 0 0,-1 0 0 0 0,0 0-1 0 0,3-10 3335 0 0,-11 14-3386 0 0,-10 0-316 0 0,0 1-1 0 0,0 1 1 0 0,0 0-1 0 0,1 1 0 0 0,-1 1 1 0 0,-26 10-1 0 0,-96 43 1100 0 0,129-53-1373 0 0,-107 41 708 0 0,113-44-803 0 0,-4 2-31 0 0,6-3 37 0 0,0 0 1 0 0,1 0-1 0 0,-1 0 0 0 0,0 0 0 0 0,0 1 1 0 0,0-1-1 0 0,1 0 0 0 0,-1 0 0 0 0,0 1 0 0 0,0-1 1 0 0,1 1-1 0 0,-1-1 0 0 0,0 0 0 0 0,0 1 0 0 0,1-1 1 0 0,-1 1-1 0 0,1 0 0 0 0,-1-1 0 0 0,0 1 1 0 0,1-1-1 0 0,-1 1 0 0 0,1 0 0 0 0,-1 0 0 0 0,1-1 1 0 0,0 1-1 0 0,-1 0 0 0 0,1 0 0 0 0,0-1 0 0 0,-1 2 1 0 0,2 5 3 0 0,-1 0 0 0 0,1 0 1 0 0,1 0-1 0 0,-1-1 1 0 0,1 1-1 0 0,0 0 0 0 0,1-1 1 0 0,-1 1-1 0 0,1-1 1 0 0,1 0-1 0 0,-1 0 0 0 0,1 0 1 0 0,0-1-1 0 0,0 1 0 0 0,1-1 1 0 0,-1 0-1 0 0,1 0 1 0 0,7 5-1 0 0,12 8 16 0 0,1 0 0 0 0,0-1-1 0 0,29 12 1 0 0,37 27 192 0 0,-83-51-49 0 0,0 1 0 0 0,-1 0 0 0 0,0 1 1 0 0,0 0-1 0 0,-1 0 0 0 0,0 0 0 0 0,0 1 1 0 0,-1 0-1 0 0,0 0 0 0 0,6 12 0 0 0,-9-14-69 0 0,0-1 0 0 0,-1 1 0 0 0,0 0 0 0 0,0-1 0 0 0,0 1 0 0 0,-1 0 0 0 0,0 0 0 0 0,0 0 0 0 0,0-1 0 0 0,-1 1 0 0 0,0 0 0 0 0,0-1-1 0 0,0 1 1 0 0,-1 0 0 0 0,0-1 0 0 0,0 1 0 0 0,0-1 0 0 0,-5 7 0 0 0,1 0-87 0 0,-2 1 0 0 0,1-2 0 0 0,-2 1 0 0 0,1-1 0 0 0,-2 0 0 0 0,1-1 0 0 0,-1 0 0 0 0,-1-1 0 0 0,0 0 0 0 0,0-1 0 0 0,-1 0 0 0 0,-17 9 0 0 0,10-8 0 0 0,2-5 0 0 0,-7-5 0 0 0,-1 0 0 0 0,-5-3-562 0 0,24 0-843 0 0,0-3-200 0 0,-4-4-2479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8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17198 0 0,'2'-7'119'0'0,"0"1"0"0"0,0 0 0 0 0,1 0 0 0 0,0 1 0 0 0,0-1 0 0 0,1 1 1 0 0,-1-1-1 0 0,1 1 0 0 0,0 0 0 0 0,1 0 0 0 0,-1 1 0 0 0,1 0 1 0 0,0-1-1 0 0,0 1 0 0 0,0 1 0 0 0,0-1 0 0 0,1 1 0 0 0,0 0 0 0 0,9-4 1 0 0,-11 5 52 0 0,1 0 0 0 0,-1 1 0 0 0,1-1 1 0 0,0 1-1 0 0,0 0 0 0 0,0 0 1 0 0,0 1-1 0 0,0-1 0 0 0,0 1 1 0 0,0 0-1 0 0,0 0 0 0 0,0 1 1 0 0,0-1-1 0 0,-1 1 0 0 0,1 0 1 0 0,0 1-1 0 0,0-1 0 0 0,0 1 1 0 0,-1 0-1 0 0,1 0 0 0 0,-1 0 1 0 0,0 1-1 0 0,1-1 0 0 0,-1 1 1 0 0,4 4-1 0 0,-5-4-7 0 0,0 1 1 0 0,0-1-1 0 0,0 1 1 0 0,-1 0-1 0 0,1 0 1 0 0,-1 0-1 0 0,0 0 1 0 0,0 0-1 0 0,-1 1 1 0 0,1-1 0 0 0,-1 1-1 0 0,0-1 1 0 0,0 1-1 0 0,0-1 1 0 0,-1 1-1 0 0,1-1 1 0 0,-1 1-1 0 0,0 0 1 0 0,-1-1-1 0 0,1 1 1 0 0,-2 6-1 0 0,-3 8 563 0 0,-1 0 0 0 0,-1 0 0 0 0,-16 34 0 0 0,14-37-203 0 0,2 1 0 0 0,0 0 0 0 0,-4 18 0 0 0,4-8-479 0 0,5-21-44 0 0,0 0 1 0 0,0 1 0 0 0,1-1 0 0 0,0 1-1 0 0,0-1 1 0 0,0 9 0 0 0,2-13-3 0 0,-1-1-1 0 0,0 1 1 0 0,1 0-1 0 0,-1 0 1 0 0,1 0-1 0 0,0 0 1 0 0,0 0-1 0 0,-1 0 1 0 0,1-1-1 0 0,0 1 1 0 0,1 0-1 0 0,-1-1 1 0 0,0 1 0 0 0,0-1-1 0 0,1 1 1 0 0,-1-1-1 0 0,1 0 1 0 0,-1 1-1 0 0,1-1 1 0 0,-1 0-1 0 0,1 0 1 0 0,0 0-1 0 0,0 0 1 0 0,-1-1-1 0 0,4 2 1 0 0,10 3 0 0 0,0 0 0 0 0,0-1 0 0 0,1-1 0 0 0,-1 0 0 0 0,1-1 0 0 0,22-1 0 0 0,99-8 0 0 0,-78 2 0 0 0,-18-1-2871 0 0,-23 0-2591 0 0,0-1 0 0 0,32-17 1 0 0,-28 13 2438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8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46 115 15169 0 0,'0'0'774'0'0,"-4"4"-96"0"0,0 1-417 0 0,-1 1 0 0 0,1-1 0 0 0,1 1 0 0 0,-1-1 0 0 0,1 1 0 0 0,0 0 0 0 0,0 0 0 0 0,1 1 0 0 0,-1-1 0 0 0,1 0 0 0 0,1 1 0 0 0,-1-1 0 0 0,1 1 0 0 0,1 0 0 0 0,-1-1 0 0 0,1 1 0 0 0,0 0 0 0 0,0-1 0 0 0,1 1 0 0 0,0 0 0 0 0,0-1 0 0 0,1 1 0 0 0,0-1 0 0 0,3 10 0 0 0,-2-9-73 0 0,0 0 0 0 0,1 1 0 0 0,0-1 0 0 0,0 0-1 0 0,0-1 1 0 0,1 1 0 0 0,0-1 0 0 0,0 0-1 0 0,1 0 1 0 0,0-1 0 0 0,0 1 0 0 0,0-1 0 0 0,0 0-1 0 0,1-1 1 0 0,0 0 0 0 0,0 0 0 0 0,0 0 0 0 0,0-1-1 0 0,1 0 1 0 0,-1 0 0 0 0,10 1 0 0 0,-1-2 8 0 0,0 0 0 0 0,0-1 0 0 0,1-1 0 0 0,-1-1 0 0 0,0 0 0 0 0,0-1 0 0 0,0-1 0 0 0,0 0 0 0 0,0-1 0 0 0,0-1 0 0 0,-1 0 1 0 0,0-1-1 0 0,0-1 0 0 0,0-1 0 0 0,-1 0 0 0 0,17-12 0 0 0,-28 17-170 0 0,0 0 1 0 0,0 0 0 0 0,0-1-1 0 0,0 1 1 0 0,-1-1 0 0 0,1 1-1 0 0,-1-1 1 0 0,0 0 0 0 0,0 0-1 0 0,-1 0 1 0 0,1 0-1 0 0,-1 0 1 0 0,0 0 0 0 0,0 0-1 0 0,0-1 1 0 0,0-5 0 0 0,-1 2 54 0 0,0 0-1 0 0,-1 0 1 0 0,0 0 0 0 0,0 1 0 0 0,-1-1 0 0 0,0 0 0 0 0,0 1 0 0 0,-6-12 0 0 0,0 3 41 0 0,0 0 0 0 0,-1 0 0 0 0,-1 1-1 0 0,-1 1 1 0 0,0-1 0 0 0,-1 2 0 0 0,-15-16 0 0 0,20 24-646 0 0,0-1 0 0 0,-1 2 1 0 0,1-1-1 0 0,-1 1 0 0 0,0 0 1 0 0,0 0-1 0 0,0 1 0 0 0,-1 0 0 0 0,1 0 1 0 0,-1 1-1 0 0,1 0 0 0 0,-1 1 0 0 0,0 0 1 0 0,-9 0-1 0 0,-5 1-1447 0 0,0 1 0 0 0,0 1 0 0 0,0 1-1 0 0,-24 7 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9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29 115 13821 0 0,'-2'-1'159'0'0,"0"0"0"0"0,1 0 0 0 0,-1 0-1 0 0,0 0 1 0 0,0 0 0 0 0,1-1 0 0 0,-1 1-1 0 0,1-1 1 0 0,-1 1 0 0 0,1-1 0 0 0,0 1 0 0 0,-1-1-1 0 0,1 0 1 0 0,0 0 0 0 0,0 0 0 0 0,0 0-1 0 0,0 1 1 0 0,1-1 0 0 0,-1 0 0 0 0,0-1-1 0 0,1 1 1 0 0,0 0 0 0 0,-1 0 0 0 0,1 0 0 0 0,0 0-1 0 0,0-3 1 0 0,1 2 24 0 0,0 1 1 0 0,0-1-1 0 0,0 1 0 0 0,0-1 0 0 0,0 1 0 0 0,1-1 1 0 0,-1 1-1 0 0,1-1 0 0 0,0 1 0 0 0,0 0 1 0 0,0 0-1 0 0,0 0 0 0 0,0 0 0 0 0,0 0 1 0 0,0 1-1 0 0,1-1 0 0 0,-1 1 0 0 0,0-1 0 0 0,5-1 1 0 0,57-19 3081 0 0,-61 21-2479 0 0,6 3-10 0 0,-4-1-618 0 0,-1 0-1 0 0,1 0 0 0 0,-1 0 0 0 0,0 0 0 0 0,1 1 0 0 0,-1 0 0 0 0,0 0 1 0 0,0 0-1 0 0,0 0 0 0 0,0 1 0 0 0,0-1 0 0 0,-1 1 0 0 0,1 0 1 0 0,-1 1-1 0 0,1-1 0 0 0,-1 0 0 0 0,0 1 0 0 0,-1 0 0 0 0,1-1 0 0 0,-1 1 1 0 0,1 0-1 0 0,-1 0 0 0 0,0 1 0 0 0,-1-1 0 0 0,1 0 0 0 0,-1 1 0 0 0,0-1 1 0 0,0 1-1 0 0,1 7 0 0 0,-2 7 35 0 0,-1-1-1 0 0,0 0 1 0 0,-5 21 0 0 0,3-27-116 0 0,1 1 0 0 0,0-1 0 0 0,1 1 0 0 0,1-1 0 0 0,0 1 1 0 0,0-1-1 0 0,1 1 0 0 0,5 21 0 0 0,-4-30-85 0 0,-1 0 0 0 0,1 0-1 0 0,0-1 1 0 0,0 1 0 0 0,0-1 0 0 0,0 0-1 0 0,1 1 1 0 0,-1-1 0 0 0,1 0 0 0 0,0 0-1 0 0,0 0 1 0 0,0-1 0 0 0,0 1 0 0 0,0-1 0 0 0,1 0-1 0 0,4 3 1 0 0,-1-2-54 0 0,1 0 1 0 0,0 0-1 0 0,0-1 0 0 0,0 0 1 0 0,0 0-1 0 0,0-1 0 0 0,14 1 1 0 0,2-2-383 0 0,0-1 1 0 0,0-1 0 0 0,0-1 0 0 0,38-10 0 0 0,-24 2-4046 0 0,47-20-1 0 0,-34 8-4166 0 0,-19 5-1737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09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65 17002 0 0,'0'-3'33'0'0,"0"0"1"0"0,1 1 0 0 0,-1-1-1 0 0,0 0 1 0 0,1 0 0 0 0,0 1 0 0 0,-1-1-1 0 0,1 1 1 0 0,0-1 0 0 0,1 1-1 0 0,-1-1 1 0 0,0 1 0 0 0,1-1 0 0 0,-1 1-1 0 0,1 0 1 0 0,0 0 0 0 0,-1 0-1 0 0,1 0 1 0 0,0 0 0 0 0,0 0 0 0 0,1 1-1 0 0,-1-1 1 0 0,0 1 0 0 0,0-1-1 0 0,1 1 1 0 0,-1 0 0 0 0,1 0 0 0 0,-1 0-1 0 0,1 0 1 0 0,0 0 0 0 0,-1 1-1 0 0,1-1 1 0 0,0 1 0 0 0,0-1 0 0 0,-1 1-1 0 0,5 0 1 0 0,-4 0 51 0 0,1 0 1 0 0,-1 1-1 0 0,1-1 1 0 0,-1 0-1 0 0,1 1 0 0 0,-1 0 1 0 0,1 0-1 0 0,-1 0 1 0 0,1 0-1 0 0,-1 1 0 0 0,0-1 1 0 0,0 1-1 0 0,1 0 0 0 0,-1 0 1 0 0,-1 0-1 0 0,1 0 1 0 0,0 0-1 0 0,0 1 0 0 0,-1-1 1 0 0,1 1-1 0 0,-1 0 1 0 0,0 0-1 0 0,0 0 0 0 0,0 0 1 0 0,0 0-1 0 0,-1 0 1 0 0,3 6-1 0 0,-2-1 123 0 0,0 1 1 0 0,-1-1-1 0 0,0 1 1 0 0,0-1 0 0 0,-1 1-1 0 0,0-1 1 0 0,-1 1-1 0 0,0-1 1 0 0,-3 12-1 0 0,-2 4 804 0 0,-19 43 0 0 0,18-49-369 0 0,0 0 1 0 0,1 1-1 0 0,0-1 0 0 0,-4 33 0 0 0,10-41-454 0 0,1 0 0 0 0,1 0 0 0 0,-1 0 0 0 0,2 0 0 0 0,-1 0 0 0 0,1 0 0 0 0,1-1 0 0 0,0 1 0 0 0,0-1 0 0 0,1 0 0 0 0,0 0 0 0 0,0-1 0 0 0,9 10 0 0 0,-7-9 7 0 0,-1 1 0 0 0,0-1 0 0 0,0 1 0 0 0,-1 0 0 0 0,-1 0 0 0 0,1 1 0 0 0,-2-1 0 0 0,1 1 0 0 0,-1 0 0 0 0,2 22 0 0 0,-6-24-196 0 0,0 0 0 0 0,0-1 0 0 0,-1 1 0 0 0,0-1 0 0 0,-1 0 0 0 0,0 0 0 0 0,0 0 0 0 0,-1 0 0 0 0,0 0 0 0 0,0-1 0 0 0,0 1 0 0 0,-8 7 0 0 0,-6 9 0 0 0,-2-2 0 0 0,-25 23 0 0 0,30-31-13 0 0,-1-1 0 0 0,0 0 1 0 0,-1-1-1 0 0,-1-1 0 0 0,1-1 0 0 0,-25 10 0 0 0,34-16-57 0 0,0-1-1 0 0,-1 0 1 0 0,1 0-1 0 0,-1-1 1 0 0,0 0-1 0 0,1-1 0 0 0,-1 1 1 0 0,0-2-1 0 0,0 1 1 0 0,0-1-1 0 0,0-1 1 0 0,0 0-1 0 0,0 0 1 0 0,0 0-1 0 0,0-1 1 0 0,-13-5-1 0 0,-2-10-6795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0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0 320 19954 0 0,'10'-13'220'0'0,"0"1"0"0"0,0 0-1 0 0,1 1 1 0 0,1 0 0 0 0,0 1 0 0 0,0 1 0 0 0,1 0 0 0 0,27-15 0 0 0,-31 20-92 0 0,-1 0 1 0 0,1 1 0 0 0,0 0 0 0 0,0 0-1 0 0,0 1 1 0 0,0 0 0 0 0,0 1 0 0 0,0 0 0 0 0,1 1-1 0 0,-1-1 1 0 0,0 2 0 0 0,1-1 0 0 0,-1 1-1 0 0,0 1 1 0 0,0 0 0 0 0,10 3 0 0 0,-16-4-67 0 0,0 0 1 0 0,1 1 0 0 0,-1-1 0 0 0,0 1 0 0 0,0 0 0 0 0,0 0 0 0 0,0 0 0 0 0,0 0 0 0 0,0 1 0 0 0,0-1-1 0 0,-1 1 1 0 0,0-1 0 0 0,1 1 0 0 0,-1 0 0 0 0,0 0 0 0 0,0 0 0 0 0,0 0 0 0 0,-1 1 0 0 0,1-1 0 0 0,-1 0-1 0 0,2 7 1 0 0,0 3 283 0 0,-1 0-1 0 0,-1 1 0 0 0,0 0 1 0 0,-1 20-1 0 0,-1-23 46 0 0,1 0 1 0 0,0 0-1 0 0,1 0 0 0 0,0-1 1 0 0,3 13-1 0 0,-3-21-340 0 0,-1-1-1 0 0,1 1 1 0 0,0-1-1 0 0,0 0 1 0 0,-1 1-1 0 0,1-1 1 0 0,0 0-1 0 0,0 0 1 0 0,0 0-1 0 0,0 0 1 0 0,0 0-1 0 0,1 0 1 0 0,-1 0-1 0 0,0 0 1 0 0,0 0 0 0 0,1 0-1 0 0,-1 0 1 0 0,0-1-1 0 0,1 1 1 0 0,-1-1-1 0 0,1 1 1 0 0,2 0-1 0 0,1 0 2 0 0,0-1-1 0 0,0 0 1 0 0,0 0-1 0 0,0 0 1 0 0,0 0 0 0 0,0-1-1 0 0,6-1 1 0 0,11-3-124 0 0,-1-2 0 0 0,29-12 0 0 0,-44 17 42 0 0,133-64-2309 0 0,231-147 0 0 0,-219 120 136 0 0,-101 55 3147 0 0,-59 41-604 0 0,2-1-198 0 0,1 1-1 0 0,-1 0 0 0 0,0 1 0 0 0,1-1 1 0 0,0 1-1 0 0,0 0 0 0 0,0 1 1 0 0,-9 8-1 0 0,14-12-86 0 0,-1 1 0 0 0,1 0 1 0 0,-1 0-1 0 0,1 0 0 0 0,-1 0 1 0 0,1 0-1 0 0,0 0 0 0 0,0 0 1 0 0,0 0-1 0 0,1 1 0 0 0,-1-1 1 0 0,0 0-1 0 0,1 1 0 0 0,-1-1 1 0 0,1 0-1 0 0,0 1 0 0 0,0-1 1 0 0,0 0-1 0 0,0 1 0 0 0,0-1 1 0 0,1 1-1 0 0,-1-1 0 0 0,1 0 0 0 0,-1 0 1 0 0,1 1-1 0 0,0-1 0 0 0,0 0 1 0 0,0 0-1 0 0,0 0 0 0 0,0 0 1 0 0,0 0-1 0 0,1 0 0 0 0,-1 0 1 0 0,1 0-1 0 0,3 3 0 0 0,9 7 86 0 0,0 0 0 0 0,1-1 0 0 0,1 0 0 0 0,0-2-1 0 0,0 0 1 0 0,1 0 0 0 0,0-2 0 0 0,30 10 0 0 0,-16-5 15 0 0,45 14 132 0 0,-50-18-136 0 0,0 1 0 0 0,-1 1 0 0 0,0 1 0 0 0,29 18 0 0 0,-52-28-139 0 0,0 0 1 0 0,0 0-1 0 0,0 1 0 0 0,0-1 1 0 0,-1 1-1 0 0,1-1 0 0 0,-1 1 1 0 0,1-1-1 0 0,-1 1 0 0 0,1 0 1 0 0,-1 0-1 0 0,0 0 0 0 0,0 0 1 0 0,0 0-1 0 0,0 0 0 0 0,0 0 1 0 0,-1 0-1 0 0,1 0 0 0 0,-1 0 1 0 0,1 1-1 0 0,-1-1 0 0 0,1 3 1 0 0,-2-2 27 0 0,0 1 0 0 0,1-1 0 0 0,-1 1 1 0 0,0-1-1 0 0,0 0 0 0 0,-1 0 0 0 0,1 1 0 0 0,-1-1 1 0 0,0 0-1 0 0,0 0 0 0 0,0 0 0 0 0,-4 4 0 0 0,-8 8 174 0 0,0-1 0 0 0,-1-1-1 0 0,-33 22 1 0 0,38-29-196 0 0,-23 16-19 0 0,-1-1 0 0 0,0-3 0 0 0,-2 0 0 0 0,0-3 0 0 0,-1-1 0 0 0,0-1 0 0 0,-1-2 0 0 0,0-2 0 0 0,-1-1 0 0 0,-56 3 0 0 0,78-11-425 0 0,-1 0 0 0 0,1-2 0 0 0,-19-3 0 0 0,16 1-965 0 0,1-1 0 0 0,-1-1 1 0 0,1-1-1 0 0,-26-12 1 0 0,19 4-735 0 0,0 0 0 0 0,1-1 0 0 0,1-2 0 0 0,1 0-1 0 0,-29-31 1 0 0,10 7-7394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2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5376 35 15989 0 0,'1'0'-72'0'0,"-1"-1"-1"0"0,1 1 1 0 0,-1-1-1 0 0,0 1 0 0 0,1-1 1 0 0,-1 1-1 0 0,0-1 0 0 0,1 0 1 0 0,-1 1-1 0 0,0-1 0 0 0,0 1 1 0 0,0-1-1 0 0,0 0 1 0 0,0 1-1 0 0,1-1 0 0 0,-1 1 1 0 0,0-1-1 0 0,0 0 0 0 0,0 1 1 0 0,-1-1-1 0 0,1 0 0 0 0,0 1 1 0 0,0-1-1 0 0,0 1 1 0 0,0-1-1 0 0,-1 1 0 0 0,1-1 1 0 0,0 0-1 0 0,0 1 0 0 0,-1-1 1 0 0,1 1-1 0 0,0-1 0 0 0,-1 1 1 0 0,1-1-1 0 0,-1 1 1 0 0,1-1-1 0 0,-1 1 0 0 0,1 0 1 0 0,-1-1-1 0 0,1 1 0 0 0,-1 0 1 0 0,1-1-1 0 0,-1 1 1 0 0,1 0-1 0 0,-1 0 0 0 0,0-1 1 0 0,1 1-1 0 0,-1 0 0 0 0,1 0 1 0 0,-1 0-1 0 0,-1 0 0 0 0,-3-2 10 0 0,1 0-1 0 0,-1 0 1 0 0,0 1-1 0 0,0 0 0 0 0,0 0 1 0 0,-10 0-1 0 0,-350 7 394 0 0,-552 80 1 0 0,109 49 869 0 0,534-88-341 0 0,142-21-438 0 0,-185 63 0 0 0,-119 72-98 0 0,28-10-15 0 0,-329 164 902 0 0,691-293-1050 0 0,-107 47 555 0 0,52-25-84 0 0,-146 87-1 0 0,217-112-545 0 0,1 2 0 0 0,1 0 0 0 0,0 2 1 0 0,2 1-1 0 0,1 1 0 0 0,1 2 0 0 0,2 0 0 0 0,-39 59 0 0 0,45-56-12 0 0,1 0 0 0 0,1 1 0 0 0,1 0 0 0 0,2 2-1 0 0,1-1 1 0 0,2 1 0 0 0,-8 63 0 0 0,13-55 5 0 0,2 1-1 0 0,1 0 0 0 0,3 0 1 0 0,1 0-1 0 0,2 0 0 0 0,12 40 1 0 0,5 0 118 0 0,3-2 1 0 0,4-1 0 0 0,66 124-1 0 0,-35-97 68 0 0,140 187 0 0 0,-152-237-154 0 0,2-1-1 0 0,2-3 0 0 0,2-2 0 0 0,3-3 1 0 0,2-2-1 0 0,1-3 0 0 0,2-3 1 0 0,93 43-1 0 0,37 2 255 0 0,339 101 0 0 0,-412-151-218 0 0,2-6 0 0 0,1-5 0 0 0,1-6 0 0 0,0-5 0 0 0,144-4 0 0 0,772-36 692 0 0,-5-69-44 0 0,-560 37-499 0 0,94-14-107 0 0,-11-45-84 0 0,-440 82-67 0 0,-2-5 1 0 0,122-64-1 0 0,204-140 20 0 0,-371 203-46 0 0,-3-4 0 0 0,75-65-1 0 0,-111 83 11 0 0,-1-2-1 0 0,-2 0 1 0 0,-1-2-1 0 0,-2-1 1 0 0,-1-1-1 0 0,21-40 1 0 0,11-35 70 0 0,-5-2 1 0 0,67-212-1 0 0,-106 280-74 0 0,-3-1-1 0 0,-1 0 1 0 0,-3-1-1 0 0,-1 0 1 0 0,-3-85-1 0 0,-5 93 15 0 0,-1 1-1 0 0,-2-1 1 0 0,-2 1-1 0 0,-1 0 1 0 0,-2 1-1 0 0,-2 0 0 0 0,-26-53 1 0 0,-14-14 91 0 0,-115-240 137 0 0,143 288-234 0 0,-2 1 0 0 0,-46-66 1 0 0,52 91-23 0 0,-2 1 1 0 0,0 1-1 0 0,-2 1 1 0 0,0 1-1 0 0,-40-29 1 0 0,5 11-17 0 0,-2 3 1 0 0,-1 3-1 0 0,-2 2 1 0 0,-2 4-1 0 0,-1 2 0 0 0,-1 3 1 0 0,-1 4-1 0 0,-1 2 1 0 0,-139-19-1 0 0,-437-15 0 0 0,222 25 40 0 0,284 19-246 0 0,0 7 0 0 0,0 6 0 0 0,0 6 1 0 0,1 6-1 0 0,0 6 0 0 0,2 7 0 0 0,1 5 0 0 0,1 6 1 0 0,-164 72-1 0 0,207-67-1842 0 0,38-7-2273 0 0,42-23 1056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4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51 121 11053 0 0,'-7'-10'-442'0'0,"2"5"970"0"0,1 0 0 0 0,0 0 0 0 0,0-1 0 0 0,1 1 0 0 0,0-1 1 0 0,0 0-1 0 0,0 0 0 0 0,0 0 0 0 0,1 0 0 0 0,-2-9 928 0 0,4 14-1212 0 0,-1 0-1 0 0,0 0 1 0 0,1 0-1 0 0,-1 0 1 0 0,1 0-1 0 0,-1 0 0 0 0,1-1 1 0 0,-1 1-1 0 0,1 0 1 0 0,0 0-1 0 0,0-1 1 0 0,-1 1-1 0 0,1 0 1 0 0,0 0-1 0 0,0-1 1 0 0,0 1-1 0 0,1 0 1 0 0,-1 0-1 0 0,0 0 0 0 0,0-1 1 0 0,1 1-1 0 0,-1 0 1 0 0,0 0-1 0 0,2-2 1 0 0,-1 2-114 0 0,0 0 0 0 0,0 0 0 0 0,1 0-1 0 0,-1 1 1 0 0,0-1 0 0 0,1 0 0 0 0,-1 1 0 0 0,0-1 0 0 0,1 1 0 0 0,-1-1 0 0 0,1 1 0 0 0,-1 0 0 0 0,1-1-1 0 0,-1 1 1 0 0,1 0 0 0 0,0 0 0 0 0,1 0 0 0 0,13 1 86 0 0,0 1-1 0 0,0 1 0 0 0,19 5 1 0 0,-23-5 303 0 0,729 123 2893 0 0,-271-56-2641 0 0,-7 36-79 0 0,-8 63-283 0 0,-21-7-80 0 0,245 27-329 0 0,56 16 0 0 0,-476-129 0 0 0,107 35 0 0 0,-279-85 0 0 0,-72-22 0 0 0,2-2 0 0 0,-12-3 34 0 0,-10-6-1 0 0,-10-4-369 0 0,7 8-728 0 0,0 0 0 0 0,-1 0 0 0 0,1 1 0 0 0,-1 0 0 0 0,0 1 0 0 0,0 0 0 0 0,0 0 0 0 0,0 1 0 0 0,1 0 1 0 0,-16 2-1 0 0,-12 0-5206 0 0,-28-2-6399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5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1 156 22582 0 0,'0'0'-508'0'0,"2"-5"-61"0"0,4-3 649 0 0,-1 0 0 0 0,1 1-1 0 0,1 0 1 0 0,-1 0 0 0 0,1 1 0 0 0,0 0-1 0 0,1 0 1 0 0,0 0 0 0 0,0 1-1 0 0,0 0 1 0 0,0 1 0 0 0,1 0 0 0 0,-1 0-1 0 0,14-3 1 0 0,25-8 438 0 0,70-14 0 0 0,-94 25-392 0 0,-3-1 49 0 0,1 2 1 0 0,25-1-1 0 0,-39 3-120 0 0,-1 1-1 0 0,1 1 1 0 0,0-1 0 0 0,-1 1-1 0 0,1 0 1 0 0,0 1-1 0 0,-1-1 1 0 0,0 1-1 0 0,1 0 1 0 0,9 6 0 0 0,-14-7-9 0 0,0 1 0 0 0,0-1 0 0 0,0 1 0 0 0,-1-1 0 0 0,1 1 0 0 0,0 0 0 0 0,-1 0 1 0 0,1 0-1 0 0,-1 0 0 0 0,0 0 0 0 0,0 0 0 0 0,0 0 0 0 0,0 0 0 0 0,0 1 0 0 0,0-1 0 0 0,0 0 1 0 0,-1 0-1 0 0,1 1 0 0 0,-1-1 0 0 0,0 1 0 0 0,1-1 0 0 0,-1 0 0 0 0,0 1 0 0 0,-1-1 0 0 0,1 1 1 0 0,0-1-1 0 0,-1 0 0 0 0,1 1 0 0 0,-1-1 0 0 0,0 0 0 0 0,0 0 0 0 0,-1 3 0 0 0,-3 8 158 0 0,-1 0-1 0 0,-1-1 0 0 0,0 0 0 0 0,-9 12 1 0 0,13-20-167 0 0,-64 82 877 0 0,45-60-472 0 0,1 1 0 0 0,1 1 1 0 0,-24 45-1 0 0,43-69-409 0 0,-1-1 0 0 0,1 0 0 0 0,0 1 0 0 0,0-1 0 0 0,0 1 0 0 0,0 0 1 0 0,0-1-1 0 0,1 1 0 0 0,0 0 0 0 0,0-1 0 0 0,0 1 0 0 0,0 0 0 0 0,0-1 0 0 0,1 1 0 0 0,0 0 0 0 0,0-1 0 0 0,0 1 0 0 0,0-1 0 0 0,0 1 0 0 0,1-1 0 0 0,-1 0 1 0 0,1 0-1 0 0,0 1 0 0 0,0-1 0 0 0,0 0 0 0 0,0-1 0 0 0,4 4 0 0 0,7 7 224 0 0,0-1 0 0 0,1-1 0 0 0,1 0 1 0 0,24 13-1 0 0,14 12 50 0 0,-47-31-307 0 0,-1-2 0 0 0,-1 0 0 0 0,1 1 0 0 0,-1-1 0 0 0,0 1 0 0 0,0 0 0 0 0,0 1 0 0 0,-1-1 0 0 0,1 1 0 0 0,-1-1 0 0 0,0 1 0 0 0,4 10 0 0 0,-7-15 0 0 0,1 1 0 0 0,-1 1 0 0 0,0-1 0 0 0,1 0 0 0 0,-1 0 0 0 0,0 0 0 0 0,0 0 0 0 0,0 0 0 0 0,0 0 0 0 0,0 0 0 0 0,0 0 0 0 0,0 0 0 0 0,0 0 0 0 0,0 0 0 0 0,0 0 0 0 0,0 1 0 0 0,-1-1 0 0 0,1 0 0 0 0,-1 0 0 0 0,1 0 0 0 0,-1 0 0 0 0,1 0 0 0 0,-1-1 0 0 0,1 1 0 0 0,-2 2 0 0 0,1-2 0 0 0,0 0 0 0 0,0 2-2 0 0,0 0 1 0 0,0 0-1 0 0,0-1 1 0 0,-1 1-1 0 0,0 0 1 0 0,1 0-1 0 0,-1-1 1 0 0,0 1-1 0 0,0-1 0 0 0,0 1 1 0 0,-1-1-1 0 0,1 0 1 0 0,-1 0-1 0 0,1 0 1 0 0,-1 0-1 0 0,0 0 1 0 0,1-1-1 0 0,-1 1 0 0 0,0-1 1 0 0,-5 2-1 0 0,7-3-120 0 0,-1-1-1 0 0,0 1 1 0 0,0 0-1 0 0,1 0 1 0 0,-1-1-1 0 0,0 1 0 0 0,1-1 1 0 0,-1 0-1 0 0,1 1 1 0 0,-1-1-1 0 0,0 0 1 0 0,1 0-1 0 0,0 0 0 0 0,-1 0 1 0 0,1 0-1 0 0,-3-3 1 0 0,3 3-44 0 0,1 1 0 0 0,-1-1-1 0 0,0 0 1 0 0,1 0 0 0 0,-1 0 0 0 0,1 0 0 0 0,-1 0 0 0 0,1 0 0 0 0,-1 0-1 0 0,1 0 1 0 0,0-1 0 0 0,-1 1 0 0 0,1 0 0 0 0,0 0 0 0 0,0 0 0 0 0,0 0 0 0 0,0 0-1 0 0,0 0 1 0 0,0-1 0 0 0,0 1 0 0 0,0 0 0 0 0,1 0 0 0 0,-1 0 0 0 0,0 0-1 0 0,1 0 1 0 0,-1 0 0 0 0,1 0 0 0 0,0-2 0 0 0,19-30-4354 0 0,-16 28 3610 0 0,34-46-8648 0 0,-15 23 569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5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65 15617 0 0,'2'-4'-60'0'0,"3"-5"209"0"0,1 0 0 0 0,-1 0 0 0 0,11-24 4046 0 0,-22 38-4068 0 0,1 0 0 0 0,0 1 0 0 0,0 0 0 0 0,0 0 0 0 0,1 0 0 0 0,0 1 0 0 0,0-1 0 0 0,1 1 0 0 0,-1 0 1 0 0,2 0-1 0 0,-1 0 0 0 0,1 0 0 0 0,0 1 0 0 0,0-1 0 0 0,1 1 0 0 0,0-1 0 0 0,0 1 0 0 0,1 0 0 0 0,0-1 1 0 0,0 1-1 0 0,1 0 0 0 0,0-1 0 0 0,0 1 0 0 0,1-1 0 0 0,0 0 0 0 0,0 1 0 0 0,1-1 0 0 0,0 0 0 0 0,7 13 1 0 0,6 2 246 0 0,0 1 1 0 0,2-2-1 0 0,0-1 1 0 0,39 35-1 0 0,19 19 1687 0 0,-73-71-1939 0 0,0 0-1 0 0,0 0 0 0 0,-1 1 1 0 0,1-1-1 0 0,-1 1 1 0 0,0 0-1 0 0,0-1 1 0 0,0 1-1 0 0,0 0 0 0 0,-1 0 1 0 0,1 0-1 0 0,-1 0 1 0 0,0 0-1 0 0,0 1 1 0 0,-1-1-1 0 0,1 0 0 0 0,-1 0 1 0 0,0 1-1 0 0,0-1 1 0 0,-2 8-1 0 0,1-7 5 0 0,-1-1 1 0 0,0 1-1 0 0,-1 0 0 0 0,1-1 0 0 0,-1 0 0 0 0,1 0 1 0 0,-1 0-1 0 0,-1 0 0 0 0,1 0 0 0 0,-1 0 0 0 0,1-1 1 0 0,-1 0-1 0 0,0 0 0 0 0,0 0 0 0 0,0 0 1 0 0,-1 0-1 0 0,-5 2 0 0 0,-2 1-126 0 0,4-2 0 0 0,0 0 0 0 0,0 0 0 0 0,0-1 0 0 0,0 0 0 0 0,-1-1 0 0 0,1 0 0 0 0,-1 0 0 0 0,0-1 0 0 0,0 0 0 0 0,1 0 0 0 0,-1-1 0 0 0,-15-2 0 0 0,20 2-40 0 0,-8 1-1391 0 0,0-1-1 0 0,0 0 0 0 0,0-1 0 0 0,0-1 0 0 0,1 1 0 0 0,-1-2 0 0 0,1 0 0 0 0,-1 0 0 0 0,-18-9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6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16962 0 0,'0'-4'11'0'0,"0"1"0"0"0,1-1 1 0 0,-1 0-1 0 0,1 1 0 0 0,-1-1 1 0 0,1 1-1 0 0,0-1 0 0 0,1 1 1 0 0,-1-1-1 0 0,1 1 1 0 0,-1 0-1 0 0,1 0 0 0 0,0 0 1 0 0,0 0-1 0 0,0 0 0 0 0,1 0 1 0 0,4-5-1 0 0,-1 4 137 0 0,-1 0 0 0 0,1 0 0 0 0,0 1 0 0 0,0-1 0 0 0,0 1 1 0 0,0 1-1 0 0,1-1 0 0 0,13-3 0 0 0,-2 3 159 0 0,0 0 0 0 0,0 1 0 0 0,1 1 0 0 0,-1 0 0 0 0,1 2 0 0 0,25 3 0 0 0,-34-3-188 0 0,0 0 0 0 0,0 2 1 0 0,-1-1-1 0 0,1 1 0 0 0,0 0 1 0 0,-1 1-1 0 0,13 7 0 0 0,-19-10-58 0 0,-1 1-1 0 0,0 0 1 0 0,1 0 0 0 0,-1 0-1 0 0,0 0 1 0 0,0 0-1 0 0,-1 0 1 0 0,1 0-1 0 0,0 1 1 0 0,-1-1 0 0 0,1 1-1 0 0,-1-1 1 0 0,0 1-1 0 0,0 0 1 0 0,0-1-1 0 0,0 1 1 0 0,0 0 0 0 0,-1 0-1 0 0,1 0 1 0 0,-1-1-1 0 0,0 1 1 0 0,1 0-1 0 0,-1 0 1 0 0,-1 0 0 0 0,1 0-1 0 0,0 0 1 0 0,-1 0-1 0 0,1-1 1 0 0,-3 7-1 0 0,-3 7 211 0 0,-1 0-1 0 0,0 0 0 0 0,-2-1 0 0 0,1 0 0 0 0,-2 0 0 0 0,-14 17 0 0 0,14-20-11 0 0,0 1 1 0 0,1 0-1 0 0,1 1 1 0 0,0 0 0 0 0,1 1-1 0 0,0-1 1 0 0,-6 24 0 0 0,12-35-156 0 0,1 1 1 0 0,0 0 0 0 0,0 0-1 0 0,0 0 1 0 0,0-1 0 0 0,1 1-1 0 0,-1 0 1 0 0,1-1 0 0 0,0 1 0 0 0,0 0-1 0 0,0-1 1 0 0,1 1 0 0 0,-1-1-1 0 0,1 1 1 0 0,0-1 0 0 0,0 0 0 0 0,0 0-1 0 0,4 5 1 0 0,7 6 333 0 0,-1 0 0 0 0,27 19 0 0 0,1 4 284 0 0,-32-29-616 0 0,0 1-1 0 0,-1-1 1 0 0,0 2 0 0 0,-1-1-1 0 0,0 1 1 0 0,9 19 0 0 0,-14-26-80 0 0,0 1 1 0 0,0 0 0 0 0,0 0 0 0 0,0 0-1 0 0,-1 0 1 0 0,0 0 0 0 0,0 0 0 0 0,0 0-1 0 0,0 1 1 0 0,0-1 0 0 0,-1 0 0 0 0,0 0-1 0 0,0-1 1 0 0,0 1 0 0 0,0 0 0 0 0,-1 0-1 0 0,1 0 1 0 0,-1-1 0 0 0,0 1 0 0 0,0-1 0 0 0,-1 1-1 0 0,-3 4 1 0 0,1-1-27 0 0,0-1 0 0 0,0 0 0 0 0,-1 0 0 0 0,0-1 0 0 0,0 1 0 0 0,0-1 0 0 0,-1 0 0 0 0,1-1 0 0 0,-1 0 0 0 0,0 0 0 0 0,0 0 0 0 0,-10 3 0 0 0,16-7 0 0 0,-1 1-1 0 0,1 0 1 0 0,-1-1-1 0 0,1 0 1 0 0,-1 1 0 0 0,1-1-1 0 0,-1 0 1 0 0,1 1-1 0 0,-1-1 1 0 0,0 0 0 0 0,1 0-1 0 0,-1 0 1 0 0,1-1-1 0 0,-1 1 1 0 0,1 0 0 0 0,-1 0-1 0 0,1-1 1 0 0,-1 1-1 0 0,1-1 1 0 0,-1 0-1 0 0,1 1 1 0 0,-1-1 0 0 0,1 0-1 0 0,-2-1 1 0 0,0 0-51 0 0,0 0-310 0 0,0 0 0 0 0,1 1 1 0 0,-1-1-1 0 0,1-1 0 0 0,-1 1 1 0 0,1 0-1 0 0,0-1 1 0 0,-1 1-1 0 0,1-1 0 0 0,1 1 1 0 0,-1-1-1 0 0,0 0 0 0 0,1 0 1 0 0,-1 0-1 0 0,1 0 0 0 0,0 0 1 0 0,0 0-1 0 0,0 0 1 0 0,0-1-1 0 0,1 1 0 0 0,-1-6 1 0 0,0-1-2077 0 0,1 0 1 0 0,0-1 0 0 0,0 1-1 0 0,1 0 1 0 0,3-16 0 0 0,2 3-5862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7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188 199 14537 0 0,'24'-12'1476'0'0,"-4"7"6334"0"0,1 9-7029 0 0,-15-3-17 0 0,16-4 2011 0 0,-18 2-2629 0 0,0-1 0 0 0,0 1 1 0 0,-1-1-1 0 0,1 1 1 0 0,0-1-1 0 0,-1 0 0 0 0,0-1 1 0 0,1 1-1 0 0,-1-1 0 0 0,0 1 1 0 0,0-1-1 0 0,-1 0 1 0 0,1 0-1 0 0,0 0 0 0 0,-1 0 1 0 0,0-1-1 0 0,0 1 1 0 0,0-1-1 0 0,0 1 0 0 0,2-8 1 0 0,0 3-22 0 0,-1 0 1 0 0,-1 0 0 0 0,0 0-1 0 0,0-1 1 0 0,-1 1-1 0 0,1 0 1 0 0,-2-1 0 0 0,1 1-1 0 0,-2-15 1 0 0,1 23-119 0 0,0-1 4 0 0,0 0-1 0 0,-1 0 0 0 0,1-1 0 0 0,0 1 0 0 0,0 0 0 0 0,0 0 0 0 0,-1 0 1 0 0,1 0-1 0 0,-1 0 0 0 0,1 0 0 0 0,-1 0 0 0 0,1 0 0 0 0,-1 1 0 0 0,1-1 1 0 0,-1 0-1 0 0,0 0 0 0 0,1 0 0 0 0,-1 1 0 0 0,0-1 0 0 0,0 0 0 0 0,0 0 1 0 0,0 1-1 0 0,1-1 0 0 0,-1 1 0 0 0,0-1 0 0 0,0 1 0 0 0,-1-1 0 0 0,-25-1-7 0 0,16 4-3 0 0,1 0 0 0 0,0 1 0 0 0,0 0 0 0 0,0 0 0 0 0,0 1 0 0 0,0 1 0 0 0,1 0 0 0 0,-1 0 0 0 0,1 0 0 0 0,1 2 0 0 0,-1-1 0 0 0,-13 14 0 0 0,12-11 0 0 0,1 0 0 0 0,1 0 0 0 0,-1 1 0 0 0,2 1 0 0 0,-1-1 0 0 0,2 1 0 0 0,-1 0 0 0 0,1 1 0 0 0,1 0 0 0 0,-6 18 0 0 0,10-27 0 0 0,0-1 0 0 0,0 1 0 0 0,1 0 0 0 0,-1 0 0 0 0,1-1 0 0 0,-1 1 0 0 0,1 0 0 0 0,0 0 0 0 0,0 0 0 0 0,0-1 0 0 0,1 1 0 0 0,-1 0 0 0 0,1 0 0 0 0,-1-1 0 0 0,1 1 0 0 0,0 0 0 0 0,0-1 0 0 0,0 1 0 0 0,1-1 0 0 0,-1 1 0 0 0,0-1 0 0 0,1 1 0 0 0,0-1 0 0 0,-1 0 0 0 0,1 0 0 0 0,0 0 0 0 0,0 0 0 0 0,0 0 0 0 0,1 0 0 0 0,-1-1 0 0 0,0 1 0 0 0,1-1 0 0 0,-1 1 0 0 0,4 0 0 0 0,5 2 0 0 0,1-1 0 0 0,0 0 0 0 0,0-1 0 0 0,0 0 0 0 0,1-1 0 0 0,-1 0 0 0 0,0-1 0 0 0,15-1 0 0 0,-2 0 0 0 0,6-1 0 0 0,-26 1 0 0 0,-1 1 0 0 0,0 0 0 0 0,0 0 0 0 0,0 0 0 0 0,0 1 0 0 0,0-1 0 0 0,1 1 0 0 0,-1 0 0 0 0,0 0 0 0 0,0 0 0 0 0,0 1 0 0 0,-1 0 0 0 0,1-1 0 0 0,0 1 0 0 0,5 4 0 0 0,-6-3 0 0 0,-1 0 0 0 0,1 0 0 0 0,-1 0 0 0 0,1 1 0 0 0,-1-1 0 0 0,0 0 0 0 0,0 1 0 0 0,-1 0 0 0 0,3 6 0 0 0,1 2 0 0 0,5 12 0 0 0,-2 1 0 0 0,0 0 0 0 0,-2 0 0 0 0,-1 1 0 0 0,0-1 0 0 0,0 47 0 0 0,-4-50 0 0 0,-2-1 0 0 0,0 0 0 0 0,-1 1 0 0 0,-1-1 0 0 0,-2 0 0 0 0,0 0 0 0 0,-1-1 0 0 0,-14 35 0 0 0,16-47 0 0 0,-1 0 0 0 0,0 0 0 0 0,0 0 0 0 0,-1 0 0 0 0,0-1 0 0 0,0 0 0 0 0,-1 0 0 0 0,1-1 0 0 0,-2 0 0 0 0,1 0 0 0 0,-1-1 0 0 0,1 1 0 0 0,-1-2 0 0 0,-1 1 0 0 0,-9 3 0 0 0,0-2 0 0 0,-1 0 0 0 0,1-2 0 0 0,-1 0 0 0 0,0-1 0 0 0,0-1 0 0 0,0 0 0 0 0,-38-3 0 0 0,3 0-295 0 0,52 1 146 0 0,-34-2-3356 0 0,19-4-2592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7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0 18494 0 0,'0'0'3137'0'0,"-5"5"-2393"0"0,1 1-462 0 0,-1 0 1 0 0,1 0 0 0 0,-1 0 0 0 0,2 1-1 0 0,-1 0 1 0 0,1 0 0 0 0,0 0 0 0 0,0 0-1 0 0,1 0 1 0 0,0 0 0 0 0,0 1 0 0 0,1-1-1 0 0,0 1 1 0 0,0-1 0 0 0,1 12-1 0 0,0-10 124 0 0,0-1-1 0 0,1 1 1 0 0,0 0-1 0 0,0-1 1 0 0,0 1-1 0 0,4 9 1 0 0,-4-17-370 0 0,-1 0 0 0 0,1 0 0 0 0,-1 0 1 0 0,1 0-1 0 0,-1-1 0 0 0,1 1 0 0 0,0 0 0 0 0,-1-1 1 0 0,1 1-1 0 0,0 0 0 0 0,0-1 0 0 0,-1 1 1 0 0,1-1-1 0 0,0 1 0 0 0,0-1 0 0 0,0 0 0 0 0,0 1 1 0 0,0-1-1 0 0,-1 0 0 0 0,1 1 0 0 0,0-1 1 0 0,0 0-1 0 0,0 0 0 0 0,0 0 0 0 0,0 0 0 0 0,1 0 1 0 0,32-4 487 0 0,-17 0-424 0 0,-1-1 0 0 0,0 0 0 0 0,0-1 0 0 0,-1-1 0 0 0,24-14 0 0 0,76-56 681 0 0,-59 38-634 0 0,-42 32-147 0 0,-13 7 0 0 0,-1-1 0 0 0,1 1 0 0 0,-1 0 0 0 0,1 0 0 0 0,-1-1 0 0 0,1 1 0 0 0,0 0 0 0 0,-1 0 0 0 0,1 0 0 0 0,-1 0 0 0 0,1 0 0 0 0,0 0 0 0 0,-1 0 0 0 0,1 0 0 0 0,-1 0 0 0 0,1 0 0 0 0,0 0 0 0 0,-1 0 0 0 0,1 0 0 0 0,-1 1 0 0 0,1-1 0 0 0,0 0 0 0 0,-1 0 0 0 0,1 1 0 0 0,-1-1 0 0 0,1 1 0 0 0,1 3 0 0 0,0 0 0 0 0,-1 1 0 0 0,1-1 0 0 0,-1 1 0 0 0,0-1 0 0 0,0 1 0 0 0,-1-1 0 0 0,1 1 0 0 0,-1-1 0 0 0,0 1 0 0 0,-1 0 0 0 0,0 7 0 0 0,-10 65 0 0 0,-2 2 0 0 0,-5 149 0 0 0,18-226-247 0 0,0 0-1 0 0,0 1 1 0 0,0-1-1 0 0,0 0 1 0 0,1 0 0 0 0,-1 0-1 0 0,1 0 1 0 0,-1 0-1 0 0,1 0 1 0 0,0 0 0 0 0,1 3-1 0 0,16 0-7359 0 0,-15-6 6872 0 0,-1 0-1 0 0,0-1 0 0 0,0 1 1 0 0,1-1-1 0 0,-1 1 1 0 0,0-1-1 0 0,0 0 0 0 0,0 0 1 0 0,0 0-1 0 0,-1 0 1 0 0,1 0-1 0 0,-1 0 1 0 0,1 0-1 0 0,-1-1 0 0 0,0 1 1 0 0,2-3-1 0 0,4-19-7094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7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14237 0 0,'6'-14'276'0'0,"1"0"0"0"0,1 1-1 0 0,0 0 1 0 0,1 0 0 0 0,12-13-1 0 0,-16 20 125 0 0,0 1-1 0 0,0-1 0 0 0,1 1 0 0 0,-1 0 0 0 0,1 1 0 0 0,0 0 0 0 0,0-1 0 0 0,1 2 0 0 0,-1-1 0 0 0,1 1 0 0 0,0 0 0 0 0,10-3 0 0 0,-14 6 533 0 0,4 2 13 0 0,-3-1-790 0 0,0 0 0 0 0,0 1 0 0 0,-1 0 0 0 0,1-1 0 0 0,-1 1 0 0 0,0 0 0 0 0,1 0 0 0 0,-1 1 0 0 0,0-1 0 0 0,0 1 0 0 0,0 0 1 0 0,-1-1-1 0 0,1 1 0 0 0,-1 1 0 0 0,1-1 0 0 0,-1 0 0 0 0,0 0 0 0 0,0 1 0 0 0,-1-1 0 0 0,1 1 0 0 0,-1 0 0 0 0,0-1 0 0 0,1 1 0 0 0,-2 0 0 0 0,1 0 0 0 0,0 0 0 0 0,-1 0 0 0 0,0 0 0 0 0,0-1 0 0 0,0 1 0 0 0,-1 8 0 0 0,-7 27 610 0 0,-2 0 0 0 0,-2-1 0 0 0,-20 47 1 0 0,13-36 128 0 0,-16 62 1 0 0,34-109-895 0 0,0 0 0 0 0,1 0 0 0 0,-1 0 0 0 0,1 1 0 0 0,-1-1 0 0 0,1 0 0 0 0,0 0 0 0 0,0 0 0 0 0,0 1 0 0 0,0-1 0 0 0,0 0 0 0 0,1 0 0 0 0,-1 0 0 0 0,1 0 0 0 0,-1 1 0 0 0,1-1 0 0 0,0 0 0 0 0,0 0 0 0 0,0 0 0 0 0,0 0 0 0 0,0 0 0 0 0,0-1 0 0 0,1 1 0 0 0,-1 0 0 0 0,1 0 0 0 0,-1-1 0 0 0,1 1 0 0 0,-1-1 0 0 0,1 0 0 0 0,0 1 0 0 0,0-1 0 0 0,0 0 0 0 0,0 0 0 0 0,0 0 0 0 0,0 0 0 0 0,0 0 0 0 0,0-1 0 0 0,0 1 0 0 0,0 0 0 0 0,0-1 0 0 0,0 0 0 0 0,1 1 0 0 0,-1-1 0 0 0,0 0 0 0 0,4-1 0 0 0,12 1 0 0 0,0 0 0 0 0,0-2 0 0 0,0 0 0 0 0,24-7 0 0 0,-31 7 0 0 0,49-14-2300 0 0,-21 2-3329 0 0,57-30 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9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5157 143 16498 0 0,'-415'-59'-4870'0'0,"-207"-8"2954"0"0,444 55 2001 0 0,-1 8 0 0 0,1 8-1 0 0,0 8 1 0 0,0 7 0 0 0,2 8-1 0 0,-179 52 1 0 0,68 5 520 0 0,3 13 0 0 0,-483 238 0 0 0,233-41 374 0 0,430-228-530 0 0,4 6 0 0 0,-174 159 1 0 0,234-191-205 0 0,1 2 1 0 0,3 1-1 0 0,1 1 1 0 0,3 2-1 0 0,1 2 0 0 0,-33 70 1 0 0,51-90-74 0 0,1 1 0 0 0,2 1 0 0 0,1 0 0 0 0,1 0 0 0 0,2 1 1 0 0,1 0-1 0 0,1 0 0 0 0,2 0 0 0 0,1 0 0 0 0,1 1 0 0 0,2-1 0 0 0,11 57 0 0 0,-3-45 33 0 0,3-1 0 0 0,2-1 0 0 0,1 0 0 0 0,38 67-1 0 0,-7-30 125 0 0,73 92 0 0 0,-74-112-151 0 0,4-2 0 0 0,1-2 0 0 0,3-3-1 0 0,2-2 1 0 0,124 82 0 0 0,-94-79 55 0 0,3-4 0 0 0,1-3 0 0 0,186 61 0 0 0,411 65 462 0 0,16-75-157 0 0,256-57-38 0 0,-761-47-450 0 0,0-9 0 0 0,357-79 0 0 0,-466 73-83 0 0,0-4-1 0 0,-2-4 1 0 0,-2-3 0 0 0,-1-5 0 0 0,113-69 0 0 0,-142 72 27 0 0,-2-2-1 0 0,-2-2 1 0 0,-2-2-1 0 0,-2-2 1 0 0,-1-3-1 0 0,-3-1 1 0 0,-2-2-1 0 0,55-87 1 0 0,-42 42 20 0 0,-5-1 1 0 0,-4-3 0 0 0,-4-1-1 0 0,-5-2 1 0 0,-4-2 0 0 0,21-123-1 0 0,-34 109-14 0 0,-4-2-1 0 0,-5 1 0 0 0,-6-1 1 0 0,-5-1-1 0 0,-23-161 1 0 0,16 221-3 0 0,-4 2 1 0 0,-2-1-1 0 0,-2 2 1 0 0,-4 0 0 0 0,-1 1-1 0 0,-30-54 1 0 0,29 71 0 0 0,-1 2 1 0 0,-2 0 0 0 0,-2 2-1 0 0,-1 1 1 0 0,-1 1-1 0 0,-2 2 1 0 0,-2 0 0 0 0,-64-47-1 0 0,54 51-17 0 0,0 1-1 0 0,-2 3 0 0 0,0 1 1 0 0,-2 2-1 0 0,-76-23 1 0 0,52 26-51 0 0,0 2-1 0 0,-2 3 1 0 0,-91-3 0 0 0,34 12-97 0 0,-130 12 0 0 0,-120 31-114 0 0,-132 38-1656 0 0,178-12-3906 0 0,322-62 5302 0 0,-14 3-1428 0 0,0-1 0 0 0,0-2 0 0 0,-30 2 0 0 0,31-5-2743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19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137 374 9289 0 0,'0'-3'54'0'0,"0"0"0"0"0,0 0 0 0 0,0 0 0 0 0,-1 0 0 0 0,1 0 0 0 0,-1 0 0 0 0,0 0 1 0 0,0 0-1 0 0,0 0 0 0 0,0 0 0 0 0,-1 0 0 0 0,1 0 0 0 0,-1 1 0 0 0,1-1 0 0 0,-1 1 0 0 0,0-1 0 0 0,0 1 0 0 0,-3-4 0 0 0,-2 1 578 0 0,0 1 0 0 0,0-1 0 0 0,-1 1 0 0 0,1 0 0 0 0,-11-3 0 0 0,-22-13 3186 0 0,21 3 522 0 0,19 16-4266 0 0,0 1 0 0 0,0 0 0 0 0,0-1 0 0 0,0 1 0 0 0,0-1 1 0 0,0 1-1 0 0,0-1 0 0 0,0 1 0 0 0,0 0 0 0 0,0-1 0 0 0,0 1 1 0 0,0-1-1 0 0,0 1 0 0 0,1 0 0 0 0,-1-1 0 0 0,0 1 0 0 0,0 0 1 0 0,0-1-1 0 0,1 1 0 0 0,-1-1 0 0 0,0 1 0 0 0,0 0 0 0 0,1 0 1 0 0,-1-1-1 0 0,0 1 0 0 0,1 0 0 0 0,-1-1 0 0 0,0 1 0 0 0,1 0 1 0 0,-1 0-1 0 0,1-1 0 0 0,46-11 1424 0 0,-30 9-1224 0 0,309-42 2156 0 0,-92 16-1508 0 0,-168 19-830 0 0,7 0-709 0 0,-1-3 0 0 0,121-38 0 0 0,-157 33-1110 0 0,-34 17 1398 0 0,0 0 0 0 0,-1 0 0 0 0,1 0 0 0 0,-1 0 0 0 0,0 0 0 0 0,1-1-1 0 0,-1 1 1 0 0,0 0 0 0 0,0-1 0 0 0,0 1 0 0 0,0 0 0 0 0,0-1 0 0 0,0 0 0 0 0,0 1 0 0 0,0-1 0 0 0,0 0-1 0 0,-1 1 1 0 0,1-1 0 0 0,0-2 0 0 0,-11-8-4270 0 0,-25 6-8641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2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74 109 14109 0 0,'-73'26'11088'0'0,"86"-28"-10125"0"0,456-61 2834 0 0,-147 30-5104 0 0,-314 32 800 0 0,1 0 1 0 0,0 0-1 0 0,-1-1 1 0 0,1-1-1 0 0,11-4 1 0 0,14-14-7233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20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55 15453 0 0,'-42'-19'1194'0'0,"33"16"-16"0"0,-1-1 0 0 0,1-1 1 0 0,0 1-1 0 0,0-1 0 0 0,-11-10 896 0 0,26 19-1234 0 0,67 35 256 0 0,-2 3 0 0 0,95 73 0 0 0,-141-96-944 0 0,-2 2 0 0 0,0 0 0 0 0,-2 1 0 0 0,0 1 0 0 0,-1 1 0 0 0,-2 0 0 0 0,0 2 0 0 0,-2 0 0 0 0,26 57 0 0 0,-37-68-105 0 0,0 1 0 0 0,-1 0 0 0 0,0 0-1 0 0,-1 0 1 0 0,-1 1 0 0 0,-1-1 0 0 0,-1 1 0 0 0,0-1-1 0 0,-4 33 1 0 0,-1-26 75 0 0,0 0 0 0 0,-2 0 0 0 0,0 0 0 0 0,-2-1 0 0 0,0-1 0 0 0,-17 28 0 0 0,1-9 47 0 0,-2-1 0 0 0,-2-1 1 0 0,-2-2-1 0 0,-1-1 0 0 0,-1-2 1 0 0,-52 41-1 0 0,31-34-2861 0 0,-1-4 1 0 0,-1-1-1 0 0,-73 31 1 0 0,90-41-7594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8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 18194 0 0,'20'-44'7547'0'0,"-21"117"-6107"0"0,6 156 1426 0 0,-3-203-2498 0 0,2 1-1 0 0,1 0 1 0 0,1-1 0 0 0,1 0 0 0 0,1 0 0 0 0,17 35 0 0 0,-24-58-357 0 0,1 0 0 0 0,0 0 0 0 0,0 0 0 0 0,-1-1 1 0 0,2 1-1 0 0,-1-1 0 0 0,0 1 0 0 0,0-1 0 0 0,1 0 0 0 0,-1 0 1 0 0,1 0-1 0 0,4 3 0 0 0,12 0-11 0 0,15-6 0 0 0,-21-2 0 0 0,0 0 0 0 0,-1-1 0 0 0,0 0 0 0 0,0-1 0 0 0,0 0 0 0 0,0-1 0 0 0,-1-1 0 0 0,21-14 0 0 0,1-7 0 0 0,42-43 0 0 0,24-20 0 0 0,-88 83 0 0 0,-11 8 0 0 0,0 0 0 0 0,0-1 0 0 0,1 1 0 0 0,-1 0 0 0 0,0 0 0 0 0,0 0 0 0 0,1 0 0 0 0,-1 0 0 0 0,0 0 0 0 0,0 0 0 0 0,1-1 0 0 0,-1 1 0 0 0,0 0 0 0 0,0 0 0 0 0,1 0 0 0 0,-1 0 0 0 0,0 0 0 0 0,1 0 0 0 0,-1 0 0 0 0,0 0 0 0 0,0 1 0 0 0,1-1 0 0 0,-1 0 0 0 0,0 0 0 0 0,0 0 0 0 0,1 0 0 0 0,-1 0 0 0 0,0 0 0 0 0,0 0 0 0 0,1 1 0 0 0,-1-1 0 0 0,0 0 0 0 0,0 0 0 0 0,0 0 0 0 0,1 0 0 0 0,-1 1 0 0 0,0-1 0 0 0,0 0 0 0 0,0 0 0 0 0,0 0 0 0 0,0 1 0 0 0,1-1 0 0 0,-1 0 0 0 0,0 0 0 0 0,0 1 0 0 0,0-1 0 0 0,1 15 0 0 0,0 0 0 0 0,-1 1 0 0 0,0-1 0 0 0,-1 0 0 0 0,-1 0 0 0 0,-6 23 0 0 0,-1 22 0 0 0,7 2 0 0 0,2 1 0 0 0,3-1 0 0 0,3-1 0 0 0,3 1 0 0 0,17 67 0 0 0,-25-127-132 0 0,-1-1 1 0 0,1 0-1 0 0,-1 1 0 0 0,0-1 1 0 0,1 0-1 0 0,0 0 0 0 0,-1 1 0 0 0,1-1 1 0 0,0 0-1 0 0,0 0 0 0 0,0 0 1 0 0,-1 0-1 0 0,1 0 0 0 0,0 0 1 0 0,0 0-1 0 0,1 0 0 0 0,-1 0 0 0 0,0-1 1 0 0,0 1-1 0 0,0 0 0 0 0,0-1 1 0 0,1 1-1 0 0,-1-1 0 0 0,0 1 1 0 0,1-1-1 0 0,-1 0 0 0 0,0 1 0 0 0,1-1 1 0 0,-1 0-1 0 0,0 0 0 0 0,1 0 1 0 0,-1 0-1 0 0,1 0 0 0 0,-1 0 1 0 0,0 0-1 0 0,1-1 0 0 0,-1 1 0 0 0,0 0 1 0 0,1-1-1 0 0,-1 1 0 0 0,0-1 1 0 0,0 1-1 0 0,1-1 0 0 0,-1 0 1 0 0,0 0-1 0 0,0 1 0 0 0,0-1 0 0 0,1-1 1 0 0,6-4-1830 0 0,-1 0 0 0 0,0 0 1 0 0,-1-1-1 0 0,1 0 0 0 0,-2 0 1 0 0,1 0-1 0 0,6-12 0 0 0,4-7-6811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8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93 15789 0 0,'5'-15'173'0'0,"-3"8"54"0"0,0 1 0 0 0,1-1-1 0 0,0 1 1 0 0,0 0-1 0 0,0 0 1 0 0,5-7 0 0 0,-5 11-37 0 0,-1-1 1 0 0,0 1 0 0 0,1 0 0 0 0,-1 0 0 0 0,1 0 0 0 0,0 0 0 0 0,0 0-1 0 0,0 1 1 0 0,0-1 0 0 0,0 1 0 0 0,0 0 0 0 0,0 0 0 0 0,0 0 0 0 0,0 0-1 0 0,1 0 1 0 0,-1 1 0 0 0,6-1 0 0 0,-1 1 56 0 0,1 1 0 0 0,0 0 0 0 0,-1 0 0 0 0,0 0 0 0 0,1 1 0 0 0,-1 0 0 0 0,0 1 0 0 0,0 0-1 0 0,0 0 1 0 0,0 1 0 0 0,-1 0 0 0 0,1 0 0 0 0,-1 1 0 0 0,0 0 0 0 0,0 0 0 0 0,-1 1 0 0 0,1 0 0 0 0,-1 0 0 0 0,-1 0 0 0 0,1 1 0 0 0,-1-1 0 0 0,0 1 0 0 0,-1 1 0 0 0,1-1 0 0 0,-1 1 0 0 0,-1 0 0 0 0,0 0 0 0 0,0 0 0 0 0,0 0-1 0 0,-1 0 1 0 0,0 0 0 0 0,-1 1 0 0 0,0-1 0 0 0,0 1 0 0 0,-1-1 0 0 0,0 1 0 0 0,-2 15 0 0 0,-3 5 234 0 0,-2-1 1 0 0,-1 0-1 0 0,-20 47 1 0 0,-3 6-9 0 0,24-53-473 0 0,7-26 0 0 0,0-1 0 0 0,-1 0 0 0 0,1 0 0 0 0,0 0 0 0 0,0 0 0 0 0,0 1 0 0 0,0-1 0 0 0,0 0 0 0 0,0 0 0 0 0,1 0 0 0 0,-1 1 0 0 0,0-1 0 0 0,0 0 0 0 0,1 0 0 0 0,-1 0 0 0 0,1 0 0 0 0,-1 0 0 0 0,1 1 0 0 0,0-1 0 0 0,-1 0 0 0 0,1 0 0 0 0,0-1 0 0 0,0 1 0 0 0,-1 0 0 0 0,1 0 0 0 0,0 0 0 0 0,0 0 0 0 0,0-1 0 0 0,2 2 0 0 0,26 8 0 0 0,-27-9 0 0 0,20 3 0 0 0,-1-1 0 0 0,1 0 0 0 0,0-2 0 0 0,29-1 0 0 0,107 4 0 0 0,-135-2 0 0 0,-1 1 0 0 0,9 1-7506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9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87 19706 0 0,'0'-3'27'0'0,"0"0"0"0"0,1 0 0 0 0,-1-1 0 0 0,1 1 0 0 0,-1 0 0 0 0,1 0-1 0 0,0 0 1 0 0,0 0 0 0 0,1 0 0 0 0,-1 0 0 0 0,1 0 0 0 0,-1 0 0 0 0,1 0 0 0 0,0 1 0 0 0,0-1 0 0 0,0 1 0 0 0,0-1 0 0 0,0 1 0 0 0,1 0 0 0 0,-1 0 0 0 0,4-2 0 0 0,-1 0 49 0 0,1 1 0 0 0,0 0-1 0 0,-1 1 1 0 0,1 0 0 0 0,0 0 0 0 0,0 0 0 0 0,1 0 0 0 0,-1 1 0 0 0,0 0-1 0 0,12 0 1 0 0,-9 1 20 0 0,0 0-1 0 0,0 1 1 0 0,1 0-1 0 0,-1 0 1 0 0,0 1-1 0 0,0 0 1 0 0,12 5-1 0 0,-16-5-67 0 0,0 0-1 0 0,-1 0 0 0 0,1 0 0 0 0,-1 1 1 0 0,0 0-1 0 0,0 0 0 0 0,0 0 0 0 0,0 0 0 0 0,0 0 1 0 0,-1 1-1 0 0,1 0 0 0 0,-1 0 0 0 0,4 6 1 0 0,-5-6 18 0 0,-1 0 0 0 0,1 0 0 0 0,-1 0 1 0 0,0 1-1 0 0,0-1 0 0 0,-1 0 0 0 0,1 1 1 0 0,-1-1-1 0 0,0 1 0 0 0,0-1 0 0 0,0 1 1 0 0,0-1-1 0 0,-1 1 0 0 0,0-1 0 0 0,0 0 1 0 0,0 1-1 0 0,-1-1 0 0 0,-2 7 0 0 0,-6 10 244 0 0,-1-1-1 0 0,-20 30 0 0 0,1-2 221 0 0,27-41-394 0 0,0 0 1 0 0,0 0-1 0 0,0 0 0 0 0,1 0 1 0 0,0 0-1 0 0,1 0 1 0 0,0 0-1 0 0,0 1 0 0 0,0-1 1 0 0,1 1-1 0 0,0-1 1 0 0,1 0-1 0 0,-1 1 0 0 0,4 11 1 0 0,2 1 533 0 0,1 1 0 0 0,1-1 0 0 0,18 33 0 0 0,-25-51-641 0 0,5 7 250 0 0,-1 1-1 0 0,0 0 1 0 0,-1 0-1 0 0,1 0 1 0 0,-2 1-1 0 0,0 0 1 0 0,0-1-1 0 0,-1 1 0 0 0,0 0 1 0 0,-1 0-1 0 0,0 1 1 0 0,-1-1-1 0 0,0 0 1 0 0,-3 18-1 0 0,2-24-258 0 0,0-1 0 0 0,-1 0 0 0 0,0 0 0 0 0,0 0 0 0 0,-1 0 0 0 0,1-1 0 0 0,-1 1 0 0 0,1 0 0 0 0,-1-1 0 0 0,0 0 0 0 0,0 0 0 0 0,-1 0 0 0 0,1 0 0 0 0,-1 0 0 0 0,1-1 0 0 0,-1 1 0 0 0,0-1 0 0 0,0 0 0 0 0,0 0 0 0 0,0-1 0 0 0,0 1 0 0 0,-1-1 0 0 0,-6 2 0 0 0,-7 1 0 0 0,0 0 0 0 0,-1-2 0 0 0,1 0 0 0 0,-23 0 0 0 0,33-2-19 0 0,-4 0-496 0 0,0 1 0 0 0,0-2 1 0 0,0 0-1 0 0,-1 0 0 0 0,1-1 0 0 0,-23-8 0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9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356 367 16109 0 0,'0'0'-518'0'0,"37"-39"9118"0"0,-18 22-8315 0 0,-1 2 662 0 0,-1 0 0 0 0,-1-2-1 0 0,0 0 1 0 0,13-20 0 0 0,-25 31-725 0 0,0-1 0 0 0,0 0 1 0 0,-1 0-1 0 0,0 0 0 0 0,0-1 1 0 0,-1 1-1 0 0,0-1 0 0 0,0 1 1 0 0,-1-1-1 0 0,1 0 0 0 0,-2 0 1 0 0,1 1-1 0 0,-1-1 0 0 0,-1 0 1 0 0,-2-15-1 0 0,3 20-222 0 0,-1-1 0 0 0,0 1 0 0 0,0 0 0 0 0,0 0 0 0 0,0 0 0 0 0,-1 0 0 0 0,1 0 0 0 0,-1 0 0 0 0,0 0 0 0 0,0 0 0 0 0,0 1 0 0 0,0-1 0 0 0,0 1 0 0 0,0-1 0 0 0,-1 1 0 0 0,1 0 0 0 0,-4-2 0 0 0,1 1 0 0 0,-1 0 0 0 0,0 0 0 0 0,0 0 0 0 0,0 1 0 0 0,0 0 0 0 0,0 0 0 0 0,0 1 0 0 0,-10-2 0 0 0,0 2 0 0 0,1 0 0 0 0,-1 1 0 0 0,0 1 0 0 0,1 0 0 0 0,-1 1 0 0 0,-24 7 0 0 0,20-4 0 0 0,1 2 0 0 0,-33 14 0 0 0,47-18 0 0 0,1-1 0 0 0,-1 1 0 0 0,0 0 0 0 0,1 0 0 0 0,-1 1 0 0 0,1-1 0 0 0,0 1 0 0 0,0 0 0 0 0,0 0 0 0 0,1 0 0 0 0,-1 1 0 0 0,1-1 0 0 0,0 1 0 0 0,1 0 0 0 0,-4 7 0 0 0,5-9 0 0 0,1 0 0 0 0,-1 0 0 0 0,1 1 0 0 0,0-1 0 0 0,0 0 0 0 0,0 0 0 0 0,0 1 0 0 0,1-1 0 0 0,-1 0 0 0 0,1 0 0 0 0,0 0 0 0 0,0 0 0 0 0,0 1 0 0 0,1-1 0 0 0,-1-1 0 0 0,0 1 0 0 0,1 0 0 0 0,0 0 0 0 0,0 0 0 0 0,0-1 0 0 0,0 1 0 0 0,0-1 0 0 0,4 4 0 0 0,9 7 0 0 0,0-1 0 0 0,30 21 0 0 0,-21-17 0 0 0,-10-6 0 0 0,0 1 0 0 0,-1 1 0 0 0,0 0 0 0 0,0 0 0 0 0,-1 1 0 0 0,-1 1 0 0 0,0 0 0 0 0,-1 1 0 0 0,-1 0 0 0 0,0 0 0 0 0,-1 1 0 0 0,-1 0 0 0 0,0 0 0 0 0,-1 1 0 0 0,3 17 0 0 0,-1-8 0 0 0,-2 0 0 0 0,-1 0 0 0 0,-1 1 0 0 0,1 40 0 0 0,-4-59 0 0 0,-2-1 0 0 0,1 1 0 0 0,-1 0 0 0 0,0-1 0 0 0,0 1 0 0 0,-1-1 0 0 0,0 0 0 0 0,-1 1 0 0 0,0-1 0 0 0,0 0 0 0 0,0 0 0 0 0,-1-1 0 0 0,0 1 0 0 0,0-1 0 0 0,0 0 0 0 0,-1 0 0 0 0,0 0 0 0 0,0 0 0 0 0,-1-1 0 0 0,-7 6 0 0 0,-7 1 0 0 0,-1-1 0 0 0,0 0 0 0 0,0-2 0 0 0,-1-1 0 0 0,0 0 0 0 0,0-2 0 0 0,-1 0 0 0 0,0-2 0 0 0,0 0 0 0 0,-28 0 0 0 0,30-4 0 0 0,-6 0 0 0 0,0 0 0 0 0,6-3 0 0 0,0 0 0 0 0,9-1-321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1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 20002 0 0,'5'-21'-537'0'0,"-5"18"579"0"0,1 0-1 0 0,-1 0 0 0 0,0 0 1 0 0,1 1-1 0 0,0-1 0 0 0,-1 0 1 0 0,1 0-1 0 0,0 1 1 0 0,1-1-1 0 0,-1 1 0 0 0,0-1 1 0 0,1 1-1 0 0,-1-1 0 0 0,1 1 1 0 0,0 0-1 0 0,0 0 0 0 0,-1 0 1 0 0,2 0-1 0 0,-1 0 0 0 0,0 0 1 0 0,0 1-1 0 0,1-1 0 0 0,-1 1 1 0 0,0-1-1 0 0,5-1 1 0 0,6 1 138 0 0,0 0 1 0 0,1 1 0 0 0,-1 0-1 0 0,1 1 1 0 0,-1 1 0 0 0,22 3-1 0 0,-19 0-85 0 0,0 0 0 0 0,-1 1-1 0 0,0 0 1 0 0,0 2 0 0 0,0-1-1 0 0,-1 2 1 0 0,25 17 0 0 0,-34-22-44 0 0,-1 0 0 0 0,-1 0 0 0 0,1 0 0 0 0,0 0 1 0 0,-1 1-1 0 0,0 0 0 0 0,1 0 0 0 0,-1 0 1 0 0,-1 0-1 0 0,1 0 0 0 0,-1 0 0 0 0,0 1 1 0 0,0-1-1 0 0,0 1 0 0 0,0 0 0 0 0,-1-1 0 0 0,0 1 1 0 0,0 0-1 0 0,0 0 0 0 0,0 0 0 0 0,-1 0 1 0 0,0 0-1 0 0,0 0 0 0 0,0 0 0 0 0,-1 0 0 0 0,0 0 1 0 0,0 0-1 0 0,-2 7 0 0 0,-6 10 213 0 0,-2-1 0 0 0,0 0 0 0 0,-1-1 0 0 0,-1-1 0 0 0,-16 20 0 0 0,12-17 306 0 0,1 1 0 0 0,1 0 0 0 0,-14 31 1 0 0,27-51-506 0 0,1 0 1 0 0,0 0 0 0 0,0 1 0 0 0,0-1 0 0 0,1 1 0 0 0,-1-1 0 0 0,1 1 0 0 0,0-1 0 0 0,0 1 0 0 0,0-1 0 0 0,0 1 0 0 0,1-1 0 0 0,0 1 0 0 0,-1-1-1 0 0,1 1 1 0 0,0-1 0 0 0,1 0 0 0 0,-1 1 0 0 0,0-1 0 0 0,1 0 0 0 0,3 4 0 0 0,4 6 517 0 0,1 0 0 0 0,1-1 1 0 0,20 19-1 0 0,-21-21-315 0 0,1 0-1 0 0,-2 0 1 0 0,13 17 0 0 0,-20-23-268 0 0,0 0 0 0 0,1 0 0 0 0,-2 0 0 0 0,1 0 0 0 0,0 0 0 0 0,-1 0 0 0 0,0 0 0 0 0,0 0 0 0 0,0 1 0 0 0,0-1 0 0 0,-1 0 0 0 0,1 1 0 0 0,-1-1 0 0 0,0 0 0 0 0,-1 1 0 0 0,1-1 0 0 0,-1 1 0 0 0,0-1 0 0 0,0 0 0 0 0,0 0 0 0 0,-1 0 0 0 0,1 0 0 0 0,-1 0 0 0 0,0 0 0 0 0,0 0 0 0 0,0 0 0 0 0,-1 0 0 0 0,1-1 0 0 0,-1 1 0 0 0,0-1 0 0 0,0 0 0 0 0,0 0 0 0 0,-5 3 0 0 0,0 2-585 0 0,-1-1 0 0 0,-1 0 0 0 0,0 0 1 0 0,0-1-1 0 0,0 0 0 0 0,0-1 0 0 0,-1 0 0 0 0,0 0 0 0 0,-22 5 0 0 0,30-9 383 0 0,0-1 0 0 0,0 1 0 0 0,-1 0 1 0 0,1-1-1 0 0,0 1 0 0 0,0-1 0 0 0,0 0 0 0 0,0 0 0 0 0,-1-1 0 0 0,1 1 0 0 0,0 0 0 0 0,0-1 0 0 0,0 0 0 0 0,0 0 0 0 0,0 0 0 0 0,0 0 0 0 0,0 0 0 0 0,0-1 0 0 0,0 1 0 0 0,1-1 0 0 0,-1 0 0 0 0,0 0 0 0 0,1 0 1 0 0,-1 0-1 0 0,1 0 0 0 0,0 0 0 0 0,0-1 0 0 0,0 1 0 0 0,0-1 0 0 0,0 0 0 0 0,1 1 0 0 0,-1-1 0 0 0,1 0 0 0 0,-1 0 0 0 0,1 0 0 0 0,0 0 0 0 0,0 0 0 0 0,1 0 0 0 0,-1 0 0 0 0,0-6 0 0 0,-1-12-6484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41.3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154 118 18934 0 0,'0'0'609'0'0,"-4"5"-71"0"0,-3 8 108 0 0,0 0 0 0 0,0 1 0 0 0,2 0-1 0 0,-1 0 1 0 0,2 0 0 0 0,0 1 0 0 0,-3 19 0 0 0,6-28-469 0 0,0-1 1 0 0,1 1 0 0 0,0 0 0 0 0,0 0 0 0 0,0 0 0 0 0,0 0 0 0 0,1 0 0 0 0,0-1-1 0 0,1 1 1 0 0,-1 0 0 0 0,1 0 0 0 0,0-1 0 0 0,0 1 0 0 0,1-1 0 0 0,0 0 0 0 0,0 0-1 0 0,0 0 1 0 0,0 0 0 0 0,1 0 0 0 0,0-1 0 0 0,0 0 0 0 0,8 8 0 0 0,-1-6-47 0 0,0 1 0 0 0,0-2 0 0 0,0 0 1 0 0,1 0-1 0 0,0-1 0 0 0,0 0 0 0 0,0-1 0 0 0,0-1 1 0 0,0 0-1 0 0,1 0 0 0 0,-1-1 0 0 0,1-1 1 0 0,22-2-1 0 0,-17 1 46 0 0,1-2-1 0 0,0 0 1 0 0,-1 0 0 0 0,0-2 0 0 0,0 0 0 0 0,0-2-1 0 0,-1 1 1 0 0,28-17 0 0 0,-41 21-177 0 0,0-1 0 0 0,0 0 0 0 0,-1 1 0 0 0,1-2 0 0 0,-1 1 0 0 0,0 0 0 0 0,0-1 0 0 0,0 1 0 0 0,0-1 0 0 0,0 0 0 0 0,-1 0 0 0 0,0 0 0 0 0,0 0 0 0 0,0-1 0 0 0,0 1 0 0 0,1-9 0 0 0,-1 5 0 0 0,-1 1 0 0 0,-1-1 0 0 0,0 0 0 0 0,0 0 0 0 0,0 0 0 0 0,-1 1 0 0 0,0-1 0 0 0,0 0 0 0 0,-4-10 0 0 0,0 3 0 0 0,-1 1 0 0 0,0 0 0 0 0,-1 0 0 0 0,0 0 0 0 0,-1 1 0 0 0,0 0 0 0 0,-1 0 0 0 0,-1 1 0 0 0,-16-17 0 0 0,18 22-323 0 0,-1 1 1 0 0,1-1-1 0 0,-1 1 0 0 0,0 1 1 0 0,-1 0-1 0 0,1 0 1 0 0,-1 0-1 0 0,0 2 0 0 0,0-1 1 0 0,0 1-1 0 0,-1 1 0 0 0,1-1 1 0 0,-1 2-1 0 0,1 0 0 0 0,-1 0 1 0 0,0 1-1 0 0,-12 1 0 0 0,2 1-707 0 0,0 2-1 0 0,0 1 0 0 0,0 0 1 0 0,1 2-1 0 0,0 0 0 0 0,0 1 0 0 0,-30 18 1 0 0,-1 3-5684 0 0,2 2-3430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0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1637 143 14881 0 0,'39'-24'-1818'0'0,"-37"23"2516"0"0,19-19 6793 0 0,-21 19-7223 0 0,0 1 0 0 0,0-1 0 0 0,0 0 0 0 0,0 1 0 0 0,0-1 0 0 0,0 1 0 0 0,0-1 0 0 0,0 0 0 0 0,0 0 268 0 0,-1-1-268 0 0,-5-4-32 0 0,-1 1 0 0 0,0-1 0 0 0,0 1 0 0 0,-1 0 0 0 0,1 1 0 0 0,-1 0 0 0 0,0 0 0 0 0,-1 1 0 0 0,1 0 0 0 0,-10-3 0 0 0,-12-1 2 0 0,-49-7-1 0 0,-3 5-132 0 0,0 3 1 0 0,0 4-1 0 0,0 4 0 0 0,-82 12 0 0 0,108-6-100 0 0,0 3 0 0 0,1 2 1 0 0,0 2-1 0 0,1 3 0 0 0,1 3 0 0 0,-82 43 0 0 0,60-22 11 0 0,-87 64 0 0 0,139-88-15 0 0,1 0 0 0 0,1 2 0 0 0,0 1-1 0 0,2 0 1 0 0,0 1 0 0 0,2 1 0 0 0,-24 40-1 0 0,24-28 36 0 0,0 2-1 0 0,3 0 0 0 0,1 1 0 0 0,2 0 1 0 0,2 1-1 0 0,1 0 0 0 0,-3 44 0 0 0,-2 55 168 0 0,7-1-1 0 0,14 180 1 0 0,-7-292-90 0 0,2-1 0 0 0,1 1 0 0 0,0-1 0 0 0,2-1 0 0 0,1 1 0 0 0,1-1 0 0 0,1 0 0 0 0,1-1 0 0 0,0 0 0 0 0,2 0 0 0 0,1-1 0 0 0,0-1 0 0 0,2 0 0 0 0,29 31 0 0 0,-19-25 15 0 0,1-1 0 0 0,1-2-1 0 0,0 0 1 0 0,2-2 0 0 0,1-2-1 0 0,0 0 1 0 0,2-2 0 0 0,0-1-1 0 0,0-2 1 0 0,2-1 0 0 0,-1-2-1 0 0,2-1 1 0 0,-1-1 0 0 0,1-2-1 0 0,38 2 1 0 0,23-3-128 0 0,0-5 0 0 0,0-5 0 0 0,-1-3 0 0 0,0-4 0 0 0,0-5 0 0 0,-2-4 0 0 0,0-3 0 0 0,-1-5 0 0 0,113-51 0 0 0,-167 60 0 0 0,-1-1 0 0 0,-1-2 0 0 0,-1-2 0 0 0,-1-1 0 0 0,-1-2 0 0 0,-1-1 0 0 0,-1-1 0 0 0,-2-2 0 0 0,-1-1 0 0 0,-2-1 0 0 0,40-66 0 0 0,34-93 0 0 0,-82 154 0 0 0,-8 15 0 0 0,-2 0 0 0 0,0 0 0 0 0,-1-1 0 0 0,-2 0 0 0 0,0-1 0 0 0,-1 1 0 0 0,-2-1 0 0 0,0 0 0 0 0,-2 1 0 0 0,-1-1 0 0 0,-1 0 0 0 0,-1 1 0 0 0,-8-36 0 0 0,-3 10 0 0 0,-2 0 0 0 0,-2 1 0 0 0,-2 0 0 0 0,-2 2 0 0 0,-36-57 0 0 0,46 85-124 0 0,-1 2-1 0 0,0-1 1 0 0,-2 2 0 0 0,0 0-1 0 0,0 1 1 0 0,-2 0 0 0 0,1 1-1 0 0,-2 1 1 0 0,0 1 0 0 0,0 0-1 0 0,-34-14 1 0 0,28 15-200 0 0,-2 1 1 0 0,1 2-1 0 0,-1 0 0 0 0,-1 2 1 0 0,1 1-1 0 0,-1 1 0 0 0,0 1 1 0 0,0 1-1 0 0,-30 2 1 0 0,35 1-1106 0 0,-69 6-4557 0 0,30 3-1620 0 0,7 7-3556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2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1072 373 17690 0 0,'24'-46'-3557'0'0,"-19"35"3484"0"0,5-22 476 0 0,-11 32-382 0 0,0 0-1 0 0,1 0 1 0 0,-1 0-1 0 0,0 0 0 0 0,1 0 1 0 0,-1 0-1 0 0,0 0 1 0 0,0 0-1 0 0,0 1 1 0 0,0-1-1 0 0,0 0 0 0 0,0 1 1 0 0,0-1-1 0 0,0 0 1 0 0,0 1-1 0 0,0-1 1 0 0,0 1-1 0 0,-1 0 0 0 0,1-1 1 0 0,-2 1-1 0 0,-24-7 221 0 0,-12 6 57 0 0,-1 0 1 0 0,1 3 0 0 0,-1 1-1 0 0,1 2 1 0 0,-68 18 0 0 0,43-4-4 0 0,1 3 0 0 0,-96 47 0 0 0,132-55-183 0 0,0 1 0 0 0,1 2 0 0 0,1 0 1 0 0,0 1-1 0 0,2 2 0 0 0,0 0 0 0 0,1 2 0 0 0,1 0 0 0 0,1 2 0 0 0,2 0 0 0 0,-18 28 0 0 0,9-6 154 0 0,2 1 1 0 0,2 1-1 0 0,1 1 1 0 0,4 1-1 0 0,-22 89 0 0 0,30-79 27 0 0,3 0 0 0 0,1 97-1 0 0,7-129-142 0 0,1 0-1 0 0,2-1 1 0 0,1 1-1 0 0,1-1 1 0 0,10 27-1 0 0,56 128 275 0 0,-54-143-71 0 0,1 0 0 0 0,1-1 1 0 0,3-1-1 0 0,1-1 0 0 0,1-1 0 0 0,2-1 0 0 0,60 57 1 0 0,-54-61 138 0 0,59 40 1 0 0,-75-60-208 0 0,0 0 0 0 0,1 0 0 0 0,0-2 1 0 0,1 0-1 0 0,38 10 0 0 0,6-2 356 0 0,1-3 0 0 0,0-2 0 0 0,1-3 0 0 0,94-1 0 0 0,-67-12-341 0 0,152-28 0 0 0,-195 23-202 0 0,0-3-1 0 0,-1-2 1 0 0,-1-1-1 0 0,77-40 1 0 0,-104 44-98 0 0,-1-2 0 0 0,-1 1 0 0 0,0-2 0 0 0,0-1 0 0 0,-2 0 0 0 0,0-1 0 0 0,-1-1 0 0 0,-1 0 0 0 0,0-1 0 0 0,16-31 0 0 0,8-23 0 0 0,45-121 0 0 0,-79 185 0 0 0,9-30 0 0 0,-1 0 0 0 0,-2-1 0 0 0,-2 0 0 0 0,5-68 0 0 0,-11-165 0 0 0,-40-88 0 0 0,-5 182 0 0 0,25 114 0 0 0,9 37 0 0 0,0 1 0 0 0,-1 0 0 0 0,-2 1 0 0 0,-1 0 0 0 0,-1 1 0 0 0,-1 0 0 0 0,-1 1 0 0 0,-1 1 0 0 0,-1 1 0 0 0,-1 0 0 0 0,-1 1 0 0 0,0 1 0 0 0,-2 1 0 0 0,-1 1 0 0 0,0 1 0 0 0,-1 1 0 0 0,0 2 0 0 0,-2 0 0 0 0,0 1 0 0 0,0 2 0 0 0,-1 0 0 0 0,0 2 0 0 0,-1 1 0 0 0,0 1 0 0 0,0 2 0 0 0,0 0 0 0 0,-1 2 0 0 0,0 1 0 0 0,1 2 0 0 0,-34 3 0 0 0,-9 4-1107 0 0,0 4 0 0 0,1 2 0 0 0,0 4 1 0 0,2 2-1 0 0,0 4 0 0 0,1 2 0 0 0,2 4 0 0 0,0 2 0 0 0,-70 47 1 0 0,132-76 666 0 0,-17 12-3498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3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 53 16382 0 0,'-179'5'-410'0'0,"119"-2"6293"0"0,544-34-3590 0 0,-330 19-1187 0 0,-63-2 947 0 0,-88 14-1920 0 0,0-1 10 0 0,10-1-43 0 0,-10 2-228 0 0,12 4-4315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4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143 122 17578 0 0,'2'-7'101'0'0,"1"-1"1"0"0,1 1 0 0 0,-1 0 0 0 0,1 1 0 0 0,0-1 0 0 0,1 1 0 0 0,-1-1-1 0 0,1 1 1 0 0,1 1 0 0 0,-1-1 0 0 0,1 1 0 0 0,0 0 0 0 0,0 0-1 0 0,1 1 1 0 0,-1-1 0 0 0,1 2 0 0 0,0-1 0 0 0,0 1 0 0 0,0 0 0 0 0,0 0-1 0 0,1 1 1 0 0,-1 0 0 0 0,1 0 0 0 0,0 1 0 0 0,-1 0 0 0 0,1 0-1 0 0,0 1 1 0 0,11 0 0 0 0,-10 0-43 0 0,-1 0 1 0 0,0 1-1 0 0,1-1 1 0 0,-1 2-1 0 0,1-1 0 0 0,-1 1 1 0 0,0 1-1 0 0,0-1 0 0 0,0 1 1 0 0,-1 1-1 0 0,1-1 1 0 0,0 1-1 0 0,-1 1 0 0 0,0-1 1 0 0,0 1-1 0 0,-1 0 0 0 0,1 1 1 0 0,-1 0-1 0 0,0 0 0 0 0,-1 0 1 0 0,1 1-1 0 0,-1 0 1 0 0,-1 0-1 0 0,1 0 0 0 0,-1 0 1 0 0,4 11-1 0 0,-6-9 37 0 0,-1 0 0 0 0,0 0 1 0 0,0 0-1 0 0,-1-1 0 0 0,0 1 0 0 0,-1 0 0 0 0,0 0 1 0 0,0 0-1 0 0,-1-1 0 0 0,0 1 0 0 0,-1 0 0 0 0,0-1 1 0 0,0 0-1 0 0,0 0 0 0 0,-8 12 0 0 0,-3 5 253 0 0,-1-1 1 0 0,-1 0-1 0 0,-27 31 0 0 0,40-52-304 0 0,-14 16 668 0 0,1 0 0 0 0,0 2 0 0 0,-19 33 0 0 0,34-51-584 0 0,0 1 0 0 0,0 0 0 0 0,0-1 0 0 0,0 1 0 0 0,1 0 0 0 0,-1 0 0 0 0,1 0 0 0 0,0 0 0 0 0,0 0 0 0 0,1-1 0 0 0,-1 1 0 0 0,1 0 0 0 0,-1 0 0 0 0,1 0 0 0 0,1-1 0 0 0,-1 1 0 0 0,0-1 0 0 0,4 7 0 0 0,4 7 358 0 0,1 0-1 0 0,19 24 1 0 0,-8-11 143 0 0,-17-24-614 0 0,1 1 0 0 0,-2-1-1 0 0,1 1 1 0 0,-1 0 0 0 0,0 1-1 0 0,0-1 1 0 0,-1 1-1 0 0,0-1 1 0 0,0 1 0 0 0,-1 0-1 0 0,0-1 1 0 0,0 15 0 0 0,-2-17-13 0 0,0 1-1 0 0,0-1 1 0 0,-1 1 0 0 0,1-1 0 0 0,-1 0 0 0 0,-1 0 0 0 0,1 0 0 0 0,-1 0 0 0 0,1 0 0 0 0,-2 0 0 0 0,1-1 0 0 0,0 1 0 0 0,-1-1-1 0 0,0 0 1 0 0,0 0 0 0 0,0 0 0 0 0,0 0 0 0 0,-8 3 0 0 0,-5 5-3 0 0,0 0 0 0 0,-1-2 0 0 0,-1 0 0 0 0,0-1 0 0 0,0-1 0 0 0,-30 7 0 0 0,41-12 0 0 0,0-1 0 0 0,-1 0 0 0 0,1-1 0 0 0,-1 0 0 0 0,0 0 0 0 0,1-1 0 0 0,-1 0 0 0 0,1 0 0 0 0,-1-1 0 0 0,0 0 0 0 0,1-1 0 0 0,0 0 0 0 0,-1 0 0 0 0,1-1 0 0 0,0 0 0 0 0,0 0 0 0 0,0-1 0 0 0,-11-7 0 0 0,16 8-214 0 0,0 1-1 0 0,0-1 1 0 0,0 0-1 0 0,0 0 1 0 0,1 0-1 0 0,-1 0 1 0 0,-3-6 0 0 0,4 5-370 0 0,1 0 1 0 0,-1 0 0 0 0,1 1-1 0 0,0-1 1 0 0,0 0 0 0 0,0 0-1 0 0,0 0 1 0 0,1 0 0 0 0,-1 0-1 0 0,1 0 1 0 0,1-6 0 0 0,0 3-578 0 0,0-1-1 0 0,1 0 1 0 0,0 0 0 0 0,0 1 0 0 0,1-1 0 0 0,0 1 0 0 0,0 0-1 0 0,1 0 1 0 0,0 0 0 0 0,5-7 0 0 0,12-14-8262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5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517 367 16033 0 0,'0'0'71'0'0,"-5"-14"4282"0"0,5 13-4121 0 0,0-1 1 0 0,0 1-1 0 0,0 0 0 0 0,-1-1 0 0 0,1 1 1 0 0,1-1-1 0 0,-1 1 0 0 0,0 0 0 0 0,0-1 1 0 0,0 1-1 0 0,1 0 0 0 0,-1-1 0 0 0,1 1 1 0 0,-1 0-1 0 0,1-1 0 0 0,-1 1 0 0 0,1 0 0 0 0,0 0 1 0 0,0 0-1 0 0,0-1 0 0 0,-1 1 0 0 0,1 0 1 0 0,0 0-1 0 0,0 0 0 0 0,2-1 0 0 0,39-31 1675 0 0,-10 8-857 0 0,-25 17-899 0 0,0 1-1 0 0,0-1 1 0 0,-1-1 0 0 0,0 1-1 0 0,-1-1 1 0 0,0 0 0 0 0,-1 0-1 0 0,1 0 1 0 0,-2-1 0 0 0,1 0 0 0 0,-1 1-1 0 0,-1-1 1 0 0,0 0 0 0 0,0 0-1 0 0,-1-1 1 0 0,0 1 0 0 0,-1 0-1 0 0,0 0 1 0 0,-1-1 0 0 0,0 1-1 0 0,-3-13 1 0 0,4 21-151 0 0,-1 0 0 0 0,0 0 0 0 0,0 0 0 0 0,0 0 0 0 0,0 0 0 0 0,0 0 0 0 0,0 0 0 0 0,-1 0 0 0 0,1 0 0 0 0,-1 1 0 0 0,1-1 0 0 0,-1 1 0 0 0,0-1 0 0 0,1 1 0 0 0,-1-1 0 0 0,0 1 0 0 0,0 0 0 0 0,0 0 0 0 0,0 0 0 0 0,-2-1 0 0 0,-1 1 0 0 0,0 0 0 0 0,1 0 0 0 0,-1 0 0 0 0,0 0 0 0 0,0 1 0 0 0,0 0 0 0 0,1 0 0 0 0,-1 0 0 0 0,-5 1 0 0 0,-5 2 0 0 0,1 0 0 0 0,-1 1 0 0 0,1 1 0 0 0,0 0 0 0 0,-17 9 0 0 0,14-5 0 0 0,1 1 0 0 0,1 0 0 0 0,0 1 0 0 0,0 1 0 0 0,1 0 0 0 0,-12 15 0 0 0,22-23 0 0 0,0 1 0 0 0,0 1 0 0 0,0-1 0 0 0,1 1 0 0 0,0-1 0 0 0,0 1 0 0 0,0 0 0 0 0,1 0 0 0 0,-3 8 0 0 0,4-10 0 0 0,1-1 0 0 0,0 1 0 0 0,-1-1 0 0 0,1 1 0 0 0,0-1 0 0 0,1 1 0 0 0,-1-1 0 0 0,1 1 0 0 0,-1-1 0 0 0,1 0 0 0 0,0 1 0 0 0,0-1 0 0 0,0 0 0 0 0,1 1 0 0 0,-1-1 0 0 0,1 0 0 0 0,0 0 0 0 0,2 3 0 0 0,-1-3 0 0 0,-1 0 0 0 0,1 0 0 0 0,0 0 0 0 0,0 0 0 0 0,0-1 0 0 0,0 1 0 0 0,0-1 0 0 0,1 0 0 0 0,-1 0 0 0 0,1 0 0 0 0,-1-1 0 0 0,1 1 0 0 0,0-1 0 0 0,0 1 0 0 0,-1-1 0 0 0,1-1 0 0 0,6 2 0 0 0,16 5 0 0 0,34 15 0 0 0,-54-18 0 0 0,0 0 0 0 0,0 0 0 0 0,-1 0 0 0 0,1 1 0 0 0,-1 0 0 0 0,0 0 0 0 0,-1 1 0 0 0,1-1 0 0 0,-1 1 0 0 0,0 0 0 0 0,-1 0 0 0 0,1 0 0 0 0,-1 1 0 0 0,0-1 0 0 0,-1 1 0 0 0,0 0 0 0 0,0 0 0 0 0,2 11 0 0 0,1 12 0 0 0,-2-1 0 0 0,1 59 0 0 0,-5-74 0 0 0,-1 0 0 0 0,0 1 0 0 0,0-1 0 0 0,-1 0 0 0 0,-1 0 0 0 0,-1-1 0 0 0,0 1 0 0 0,0-1 0 0 0,-1 0 0 0 0,-1 0 0 0 0,0-1 0 0 0,-1 0 0 0 0,0 0 0 0 0,-1-1 0 0 0,-1 0 0 0 0,1-1 0 0 0,-2 1 0 0 0,1-2 0 0 0,-1 0 0 0 0,-1 0 0 0 0,0-1 0 0 0,0 0 0 0 0,0-1 0 0 0,-1-1 0 0 0,0 0 0 0 0,0 0 0 0 0,-1-2 0 0 0,0 1 0 0 0,0-2 0 0 0,0 0 0 0 0,0 0 0 0 0,0-2 0 0 0,0 1 0 0 0,-1-2 0 0 0,-25-2 0 0 0,-22-8-969 0 0,24 2-1275 0 0,-50-2 1 0 0,75 10-2375 0 0,4 3 3112 0 0,4-2 25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5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84 17970 0 0,'5'-42'161'0'0,"-7"0"5364"0"0,0 50-4839 0 0,-11 38 883 0 0,-14 86 1 0 0,25-114-1277 0 0,0-1 0 0 0,1 1 0 0 0,1 0-1 0 0,1 0 1 0 0,0-1 0 0 0,1 1 0 0 0,1 0-1 0 0,9 29 1 0 0,-10-44-235 0 0,-1 1 1 0 0,1 0-1 0 0,0 0 0 0 0,0-1 0 0 0,0 1 0 0 0,0-1 1 0 0,0 0-1 0 0,1 0 0 0 0,0 0 0 0 0,-1 0 1 0 0,1 0-1 0 0,0 0 0 0 0,1-1 0 0 0,-1 1 1 0 0,0-1-1 0 0,1 0 0 0 0,-1 0 0 0 0,5 2 0 0 0,-2-3-3 0 0,0 1 0 0 0,1 0 0 0 0,-1-1 0 0 0,0 0 0 0 0,1-1 0 0 0,-1 0 0 0 0,1 0-1 0 0,-1 0 1 0 0,1 0 0 0 0,8-3 0 0 0,8-2 19 0 0,-1-2 1 0 0,0 0-1 0 0,0-2 1 0 0,0 0-1 0 0,21-14 0 0 0,155-104 357 0 0,-187 120-396 0 0,-11 6-35 0 0,0 1 1 0 0,0 0 0 0 0,1 0-1 0 0,-1 0 1 0 0,0-1 0 0 0,0 1-1 0 0,1 0 1 0 0,-1 0 0 0 0,0 0-1 0 0,1 0 1 0 0,-1 0 0 0 0,0-1-1 0 0,1 1 1 0 0,-1 0 0 0 0,0 0-1 0 0,1 0 1 0 0,-1 0 0 0 0,0 0-1 0 0,1 0 1 0 0,-1 0 0 0 0,0 0-1 0 0,0 0 1 0 0,1 0 0 0 0,-1 0-1 0 0,0 0 1 0 0,1 1 0 0 0,-1-1-1 0 0,0 0 1 0 0,1 0 0 0 0,-1 0-1 0 0,0 0 1 0 0,0 0 0 0 0,1 1-1 0 0,-1-1 1 0 0,0 0 0 0 0,1 1-1 0 0,0 2 1 0 0,0 0-1 0 0,0 0 0 0 0,0 0 1 0 0,0 0-1 0 0,-1 0 0 0 0,1 0 1 0 0,-1 0-1 0 0,0 0 0 0 0,0 0 1 0 0,0 0-1 0 0,0 1 0 0 0,-1-1 1 0 0,1 0-1 0 0,-1 0 0 0 0,0 0 1 0 0,-1 3-1 0 0,-22 65-1 0 0,15-48 1 0 0,-50 175 0 0 0,53-168 0 0 0,1-1 0 0 0,1 1 0 0 0,2 0 0 0 0,1-1 0 0 0,3 33 0 0 0,-2-60-132 0 0,0 0 0 0 0,0 0 0 0 0,1 0 0 0 0,-1 0 0 0 0,1 0 0 0 0,-1 0 0 0 0,1 0 0 0 0,0 0 0 0 0,0 0 0 0 0,0 0 0 0 0,0 0 0 0 0,0 0-1 0 0,2 1 1 0 0,-2-2-179 0 0,0 0 0 0 0,0 0 0 0 0,0 0 0 0 0,1-1 0 0 0,-1 1 0 0 0,0 0 0 0 0,0-1 0 0 0,1 1 0 0 0,-1-1-1 0 0,1 1 1 0 0,-1-1 0 0 0,0 0 0 0 0,1 0 0 0 0,-1 1 0 0 0,1-1 0 0 0,-1 0 0 0 0,1 0 0 0 0,-1 0-1 0 0,1-1 1 0 0,-1 1 0 0 0,0 0 0 0 0,1-1 0 0 0,1 0 0 0 0,4-1-1317 0 0,0-1 0 0 0,0 0 1 0 0,0-1-1 0 0,0 0 0 0 0,-1 0 0 0 0,1-1 0 0 0,9-8 1 0 0,9-9-6947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56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64 15353 0 0,'2'-5'108'0'0,"0"1"-1"0"0,0 0 0 0 0,1 0 0 0 0,0 0 1 0 0,-1 0-1 0 0,1 1 0 0 0,1-1 0 0 0,-1 1 1 0 0,0 0-1 0 0,1 0 0 0 0,0 0 0 0 0,0 0 1 0 0,0 0-1 0 0,0 1 0 0 0,0 0 0 0 0,0 0 0 0 0,0 0 1 0 0,8-2-1 0 0,-9 4 42 0 0,1-1 1 0 0,-1 1-1 0 0,1 0 0 0 0,-1 0 1 0 0,1 0-1 0 0,-1 0 0 0 0,1 1 1 0 0,-1-1-1 0 0,1 1 0 0 0,-1 0 1 0 0,0 0-1 0 0,1 0 0 0 0,-1 0 0 0 0,0 1 1 0 0,0-1-1 0 0,0 1 0 0 0,0 0 1 0 0,0 0-1 0 0,0 0 0 0 0,-1 0 1 0 0,1 1-1 0 0,-1-1 0 0 0,1 1 1 0 0,-1-1-1 0 0,0 1 0 0 0,2 3 1 0 0,2 4 137 0 0,-1 0 1 0 0,0 0 0 0 0,-1 1 0 0 0,0-1 0 0 0,0 1-1 0 0,-1 0 1 0 0,-1 0 0 0 0,0 0 0 0 0,0 0 0 0 0,-1 1-1 0 0,-1-1 1 0 0,1 0 0 0 0,-2 1 0 0 0,0-1 0 0 0,0 0-1 0 0,-1 0 1 0 0,-4 12 0 0 0,-3 14 812 0 0,-2-1-1 0 0,-2-1 1 0 0,-32 65 0 0 0,2-24-246 0 0,28-52-626 0 0,1 1-1 0 0,1 0 1 0 0,-19 54 0 0 0,31-76-228 0 0,0 0 0 0 0,1 0 0 0 0,-1-1 0 0 0,1 1 0 0 0,-1 0 0 0 0,1 0 0 0 0,0 0 0 0 0,0 0 0 0 0,0 0 0 0 0,1 0 0 0 0,-1-1 0 0 0,1 1 0 0 0,-1 0 0 0 0,1 0 0 0 0,0-1 0 0 0,0 1 0 0 0,0 0 0 0 0,0-1 0 0 0,1 1 0 0 0,2 4 0 0 0,-1-4 0 0 0,1 0 0 0 0,-1 0 0 0 0,1 0 0 0 0,0 0 0 0 0,-1-1 0 0 0,1 1 0 0 0,0-1 0 0 0,1 0 0 0 0,-1 0 0 0 0,0 0 0 0 0,8 1 0 0 0,10 2 0 0 0,0-1 0 0 0,0-1 0 0 0,0-2 0 0 0,26 0 0 0 0,-45-1 0 0 0,44-1-1175 0 0,77-13 1 0 0,126-41-8055 0 0,-111 21 3286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4.4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12165 0 0,'-86'10'-139'0'0,"2"0"6407"0"0,107-3-5009 0 0,-9-1-1003 0 0,49 6 498 0 0,0-4-1 0 0,79 2 0 0 0,-47-4-284 0 0,285 1 1699 0 0,-248-8 162 0 0,-126 1-2155 0 0,0-1 0 0 0,0 0 0 0 0,0 0 0 0 0,0 0 0 0 0,-1-1 0 0 0,1 0 1 0 0,8-3-1 0 0,-11 3-581 0 0,9-5-4220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7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1514 229 14773 0 0,'2'-2'-117'0'0,"-1"0"-1"0"0,0-1 0 0 0,1 1 0 0 0,-1 0 1 0 0,0-1-1 0 0,0 1 0 0 0,0-1 0 0 0,-1 1 1 0 0,1-1-1 0 0,-1 1 0 0 0,1-1 0 0 0,-1 1 1 0 0,0-1-1 0 0,0 1 0 0 0,0-1 0 0 0,0 0 1 0 0,0 1-1 0 0,-1-1 0 0 0,1 1 0 0 0,-1-1 1 0 0,1 1-1 0 0,-1-1 0 0 0,0 1 0 0 0,0-1 1 0 0,0 1-1 0 0,-1 0 0 0 0,1 0 1 0 0,0 0-1 0 0,-1-1 0 0 0,0 1 0 0 0,1 0 1 0 0,-1 1-1 0 0,0-1 0 0 0,0 0 0 0 0,-3-2 1 0 0,-9-7 219 0 0,-1 0 1 0 0,0 0 0 0 0,-1 2 0 0 0,-17-9 0 0 0,9 5-283 0 0,5 2 240 0 0,7 3-23 0 0,-1 0 1 0 0,0 1-1 0 0,-1 1 1 0 0,1 0-1 0 0,-1 0 1 0 0,0 2-1 0 0,-1 0 1 0 0,-26-5-1 0 0,7 9-10 0 0,0 1 0 0 0,0 1 0 0 0,1 2 0 0 0,-1 1 0 0 0,-43 14 0 0 0,5-4 4 0 0,30-6-19 0 0,0 2 0 0 0,1 2 1 0 0,1 1-1 0 0,0 2 0 0 0,1 2 0 0 0,-38 22 0 0 0,48-20-2 0 0,-1 0-1 0 0,2 1 1 0 0,1 2 0 0 0,1 1-1 0 0,1 1 1 0 0,1 2-1 0 0,-35 47 1 0 0,-104 173 61 0 0,128-188-36 0 0,3 1-1 0 0,-33 85 0 0 0,57-118-12 0 0,1 0 0 0 0,1 0 1 0 0,1 1-1 0 0,2 0 0 0 0,0 0 0 0 0,2 0 0 0 0,3 32 0 0 0,3-4 38 0 0,2-1 0 0 0,21 85-1 0 0,-20-110-13 0 0,1 0 0 0 0,1-1 1 0 0,2 0-1 0 0,1 0 0 0 0,1-2 0 0 0,1 1 0 0 0,1-2 1 0 0,2 0-1 0 0,0-1 0 0 0,2-1 0 0 0,1-1 0 0 0,0-1 1 0 0,2 0-1 0 0,1-2 0 0 0,0-1 0 0 0,1-1 0 0 0,50 27 1 0 0,-27-21 36 0 0,0-3 0 0 0,2-1 0 0 0,65 16 0 0 0,160 18 166 0 0,-180-41 11 0 0,1-5 1 0 0,185-7 0 0 0,-225-5 154 0 0,0-4 1 0 0,-1-1-1 0 0,0-3 1 0 0,-1-2 0 0 0,0-3-1 0 0,74-34 1 0 0,-65 21 171 0 0,-2-2 0 0 0,-2-3 0 0 0,-1-3 0 0 0,-1-2-1 0 0,-3-2 1 0 0,73-73 0 0 0,-103 89-357 0 0,0-1-1 0 0,-2-1 0 0 0,-1-1 0 0 0,-1 0 1 0 0,-2-2-1 0 0,-1 0 0 0 0,-1-1 0 0 0,-2 0 1 0 0,-1-2-1 0 0,-2 1 0 0 0,-1-2 0 0 0,-2 1 1 0 0,-1-1-1 0 0,3-51 0 0 0,-8 39-83 0 0,-2 1 0 0 0,-3-1 1 0 0,-1 1-1 0 0,-3 0 0 0 0,-1 0 0 0 0,-2 0 0 0 0,-3 1 0 0 0,-1 1 0 0 0,-39-83 0 0 0,37 98-108 0 0,0 0-1 0 0,-2 1 1 0 0,-1 1-1 0 0,-1 1 1 0 0,-1 0-1 0 0,-2 2 0 0 0,0 1 1 0 0,-2 0-1 0 0,0 2 1 0 0,-1 1-1 0 0,-1 1 1 0 0,-1 1-1 0 0,-1 1 1 0 0,-54-22-1 0 0,28 20-82 0 0,0 2 0 0 0,-1 3 0 0 0,-1 2-1 0 0,0 2 1 0 0,0 3 0 0 0,-100 1 0 0 0,62 10-563 0 0,1 4 1 0 0,-1 4-1 0 0,-119 30 0 0 0,147-24-797 0 0,1 4 1 0 0,-87 39-1 0 0,88-30-1416 0 0,1 4-1 0 0,-66 47 1 0 0,81-44-1194 0 0,14-3-1514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9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1399 183 10437 0 0,'-11'-13'-35'0'0,"-1"0"-1"0"0,0 1 1 0 0,-1 1 0 0 0,0 0-1 0 0,0 0 1 0 0,-2 2 0 0 0,1 0-1 0 0,-1 0 1 0 0,0 1-1 0 0,-21-7 1 0 0,6 4 492 0 0,0 1-1 0 0,-1 2 1 0 0,0 0 0 0 0,-52-4-1 0 0,-17 3 1002 0 0,-135 6-1 0 0,206 4-1267 0 0,0 1 0 0 0,1 2 0 0 0,-1 1-1 0 0,1 1 1 0 0,0 1 0 0 0,1 2 0 0 0,0 0 0 0 0,0 2-1 0 0,-37 22 1 0 0,42-18-75 0 0,1 0 1 0 0,0 2-1 0 0,1 1 0 0 0,1 0 0 0 0,1 2 0 0 0,-25 33 0 0 0,13-9 116 0 0,1 2-1 0 0,-25 59 1 0 0,35-63-72 0 0,3 1 0 0 0,1 1 0 0 0,2 0 0 0 0,2 1-1 0 0,3 0 1 0 0,1 1 0 0 0,2 0 0 0 0,2 0 0 0 0,5 63 0 0 0,21 64 192 0 0,-12-100-185 0 0,6 70 194 0 0,-12-83-29 0 0,2-1 0 0 0,4-1 1 0 0,29 101-1 0 0,-9-80-104 0 0,3-2 1 0 0,3-1-1 0 0,74 112 1 0 0,-92-161-166 0 0,5 8 146 0 0,33 39-1 0 0,-45-62-151 0 0,-1 0 0 0 0,2-1 0 0 0,-1 0 0 0 0,1-2 0 0 0,1 1 0 0 0,22 11 0 0 0,-3-6 197 0 0,1 0 0 0 0,1-2 0 0 0,0-2 0 0 0,0-1 0 0 0,1-2 0 0 0,1-1 0 0 0,72 3 0 0 0,-97-9-251 0 0,193 4 1014 0 0,-177-7-754 0 0,-1 0 0 0 0,0-2 1 0 0,0 0-1 0 0,-1-2 0 0 0,41-14 0 0 0,24-11 120 0 0,30-13 30 0 0,-74 23-268 0 0,-1-2 1 0 0,-1-2-1 0 0,-1-2 1 0 0,-1-2 0 0 0,-2-1-1 0 0,57-55 1 0 0,-59 45 211 0 0,-2-2-1 0 0,-3-1 1 0 0,-1-2 0 0 0,-2-1-1 0 0,28-57 1 0 0,-21 30-356 0 0,-3-2 0 0 0,-4-2 0 0 0,28-107 0 0 0,-48 139 0 0 0,-1 0 0 0 0,-3-1 0 0 0,-2 0 0 0 0,-1 0 0 0 0,-3 0 0 0 0,-2 0 0 0 0,-10-73 0 0 0,0 57 0 0 0,-2 0 0 0 0,-39-111 0 0 0,43 151 0 0 0,0 1 0 0 0,-2 0 0 0 0,0 0 0 0 0,-1 1 0 0 0,-2 1 0 0 0,0 0 0 0 0,0 1 0 0 0,-2 1 0 0 0,0 0 0 0 0,-36-28 0 0 0,14 20 0 0 0,-1 1 0 0 0,-1 2 0 0 0,-1 1 0 0 0,-1 3 0 0 0,-66-20 0 0 0,-223-42 0 0 0,316 77 0 0 0,-20-5-215 0 0,-203-35-8186 0 0,186 36 5432 0 0,-1 2 0 0 0,-82 4-1 0 0,114 3-2458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53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2255 316 13573 0 0,'2'0'-74'0'0,"0"-1"-1"0"0,0 1 1 0 0,0-1-1 0 0,0 1 1 0 0,0-1-1 0 0,-1 0 1 0 0,1 0-1 0 0,0 0 1 0 0,-1 0-1 0 0,1 0 1 0 0,0 0-1 0 0,-1 0 1 0 0,1 0-1 0 0,-1-1 1 0 0,0 1-1 0 0,1-1 1 0 0,-1 1-1 0 0,0-1 1 0 0,0 1-1 0 0,0-1 1 0 0,0 0-1 0 0,0 0 1 0 0,0 1-1 0 0,-1-1 1 0 0,1 0-1 0 0,0 0 1 0 0,0-3-1 0 0,-1 3 179 0 0,-3-3-7 0 0,0 0 0 0 0,0 0 0 0 0,0 1 1 0 0,0-1-1 0 0,-1 1 0 0 0,0 0 0 0 0,0 0 0 0 0,-5-3 0 0 0,-1-1 25 0 0,-1 1-1 0 0,-1 1 1 0 0,1 0 0 0 0,-1 1-1 0 0,0 0 1 0 0,-1 1 0 0 0,-16-4-1 0 0,-8-3 85 0 0,-48-15 400 0 0,-102-16 0 0 0,93 23-274 0 0,-63-14 484 0 0,-164-12 0 0 0,243 40-688 0 0,0 3 0 0 0,-1 3 0 0 0,1 3 0 0 0,-88 18 0 0 0,100-9-62 0 0,1 2 0 0 0,1 4 0 0 0,-66 29 0 0 0,95-33-50 0 0,1 1 0 0 0,1 3 0 0 0,0 0 0 0 0,2 2 0 0 0,0 1 0 0 0,-52 51 0 0 0,65-53-4 0 0,1 1 0 0 0,1 1 0 0 0,1 1 0 0 0,1 0 0 0 0,1 0 0 0 0,1 2 0 0 0,2-1 0 0 0,0 2-1 0 0,1-1 1 0 0,-9 49 0 0 0,6-4 17 0 0,2 0 0 0 0,1 137 0 0 0,11-162 0 0 0,1 1 0 0 0,3-1 0 0 0,1 0 0 0 0,3-1 1 0 0,1 0-1 0 0,3-1 0 0 0,21 50 0 0 0,-7-32 28 0 0,3-2 0 0 0,2-1 0 0 0,2-1 0 0 0,54 65 0 0 0,-62-93 41 0 0,0 0 1 0 0,2-2 0 0 0,0-1-1 0 0,2-1 1 0 0,1-2 0 0 0,1-1-1 0 0,1-2 1 0 0,0-1 0 0 0,2-1-1 0 0,0-2 1 0 0,1-2 0 0 0,52 13-1 0 0,6-5 188 0 0,2-4 0 0 0,0-4 0 0 0,174 3-1 0 0,-171-16 466 0 0,-1-4-1 0 0,105-16 1 0 0,-152 10-446 0 0,-1-1 1 0 0,-1-4-1 0 0,0-1 1 0 0,-1-2-1 0 0,79-41 1 0 0,-88 37-73 0 0,-1-2 0 0 0,-1-2 0 0 0,-1-1 1 0 0,-1-2-1 0 0,-2-2 0 0 0,38-40 1 0 0,-53 47-103 0 0,0 0 0 0 0,-1-2 0 0 0,-2 0 0 0 0,-1-1 0 0 0,-1 0 0 0 0,0-1 0 0 0,-3-1 0 0 0,0 0 0 0 0,-2-1 0 0 0,9-42 0 0 0,-10 14-68 0 0,-2 0 0 0 0,-2-1 0 0 0,-3 1 0 0 0,-3-1 0 0 0,-2 1 0 0 0,-2 0 0 0 0,-3 0 0 0 0,-3 1 0 0 0,-36-107 0 0 0,39 137-68 0 0,-1 1 0 0 0,-2 0 0 0 0,-1 1 0 0 0,0 0 0 0 0,-2 0 0 0 0,0 2 1 0 0,-2 0-1 0 0,-1 1 0 0 0,0 1 0 0 0,-1 0 0 0 0,-2 1 0 0 0,0 2 0 0 0,0 0 0 0 0,-2 1 0 0 0,0 1 0 0 0,-1 1 0 0 0,0 1 0 0 0,-1 2 0 0 0,0 0 1 0 0,-44-12-1 0 0,24 13-210 0 0,0 1 1 0 0,-1 3 0 0 0,0 1-1 0 0,0 3 1 0 0,0 1-1 0 0,0 3 1 0 0,-1 1 0 0 0,-79 17-1 0 0,63-5-1399 0 0,-113 41-1 0 0,105-27-1853 0 0,-80 47-1 0 0,133-66 1504 0 0,0 1 0 0 0,1 1 0 0 0,-18 16 0 0 0,7-1-4906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54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1877 196 12553 0 0,'0'-2'-13'0'0,"0"0"1"0"0,0 0-1 0 0,0 0 0 0 0,0-1 0 0 0,-1 1 0 0 0,1 0 1 0 0,-1 0-1 0 0,1 0 0 0 0,-1 0 0 0 0,0 0 1 0 0,0 0-1 0 0,0 0 0 0 0,0 1 0 0 0,0-1 0 0 0,0 0 1 0 0,0 0-1 0 0,-1 1 0 0 0,1-1 0 0 0,0 1 0 0 0,-1-1 1 0 0,0 1-1 0 0,1-1 0 0 0,-1 1 0 0 0,0 0 1 0 0,0 0-1 0 0,0 0 0 0 0,-3-1 0 0 0,-68-32 1147 0 0,50 25-855 0 0,-26-12 210 0 0,-2 3 0 0 0,0 2 1 0 0,-1 2-1 0 0,-1 3 0 0 0,0 2 0 0 0,-101-5 1 0 0,93 14-266 0 0,0 2 0 0 0,1 2 0 0 0,-74 16 0 0 0,99-11-118 0 0,1 1 1 0 0,0 1 0 0 0,1 2-1 0 0,1 2 1 0 0,-37 21-1 0 0,-143 102 235 0 0,172-108-248 0 0,2 2 1 0 0,1 1-1 0 0,1 2 0 0 0,3 1 1 0 0,-31 42-1 0 0,15-10 212 0 0,4 2 1 0 0,-45 90-1 0 0,75-127-216 0 0,0 0 0 0 0,3 1-1 0 0,1 0 1 0 0,1 0 0 0 0,2 1 0 0 0,1 1-1 0 0,2-1 1 0 0,2 1 0 0 0,1 0 0 0 0,2 0-1 0 0,1 0 1 0 0,2 0 0 0 0,1-1 0 0 0,9 37-1 0 0,-2-32 51 0 0,1-1-1 0 0,2 0 0 0 0,1-1 0 0 0,2-1 1 0 0,2 0-1 0 0,1-1 0 0 0,2-1 0 0 0,1-1 1 0 0,2-1-1 0 0,1-2 0 0 0,61 57 0 0 0,-38-45 271 0 0,1-2 0 0 0,103 63 0 0 0,-122-87-183 0 0,0 0 0 0 0,2-3 0 0 0,0-1 0 0 0,0-1-1 0 0,1-1 1 0 0,66 10 0 0 0,55-6 622 0 0,180-4 0 0 0,-284-15-560 0 0,0-2-1 0 0,-1-2 0 0 0,0-3 1 0 0,50-17-1 0 0,-45 13-92 0 0,10-3 105 0 0,-1-3 0 0 0,-1-3-1 0 0,-1-3 1 0 0,-1-2-1 0 0,-1-3 1 0 0,-2-2 0 0 0,84-66-1 0 0,-125 85-245 0 0,-1 0-1 0 0,-1-2 1 0 0,-1 0 0 0 0,0 0-1 0 0,19-36 1 0 0,46-104 394 0 0,-42 77-359 0 0,-24 51-89 0 0,-1-2 0 0 0,-2 0 0 0 0,-1 0 0 0 0,-2-1 0 0 0,-1 1 0 0 0,-1-2 0 0 0,-2 1 0 0 0,-1-39 0 0 0,-4-17 0 0 0,-25-152 0 0 0,24 217 0 0 0,-1 0 0 0 0,-2 1 0 0 0,0 0 0 0 0,-1 0 0 0 0,-1 0 0 0 0,-2 1 0 0 0,-19-34 0 0 0,18 40 0 0 0,0 0 0 0 0,-1 0 0 0 0,0 2 0 0 0,-2-1 0 0 0,1 2 0 0 0,-2 0 0 0 0,1 0 0 0 0,-2 1 0 0 0,-32-17 0 0 0,-13-2-572 0 0,-2 3 0 0 0,-1 2 0 0 0,-1 4 0 0 0,-1 2 0 0 0,0 3 0 0 0,-2 3 1 0 0,1 2-1 0 0,-1 4 0 0 0,-83 2 0 0 0,-9 18-5962 0 0,57 8-2808 0 0,59-7 26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29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17098 0 0,'0'-24'655'0'0,"3"-9"1032"0"0,-3 32-1428 0 0,0 1 1 0 0,-1-1-1 0 0,1 0 0 0 0,0 0 0 0 0,0 0 0 0 0,0 0 0 0 0,0 0 0 0 0,0 0 1 0 0,1 0-1 0 0,-1 0 0 0 0,0 1 0 0 0,0-1 0 0 0,0 0 0 0 0,1 0 0 0 0,-1 0 1 0 0,0 0-1 0 0,1 1 0 0 0,-1-1 0 0 0,1 0 0 0 0,-1 0 0 0 0,1 1 0 0 0,-1-1 1 0 0,1 0-1 0 0,0 1 0 0 0,-1-1 0 0 0,2 0 0 0 0,4 14 32 0 0,-1 1 1 0 0,0-1-1 0 0,0 1 1 0 0,-2 0-1 0 0,0 0 1 0 0,0 1-1 0 0,0 21 0 0 0,-2 117 1188 0 0,-2-127-1268 0 0,-39 520 2098 0 0,39-505-7855 0 0,3-58 1149 0 0,9-23-186 0 0,-4 16-2850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0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55 16173 0 0,'59'-54'16570'0'0,"-72"57"-16558"0"0,-20 7-9 0 0,-1-2 0 0 0,0-1 0 0 0,-57 4 0 0 0,68-10-3 0 0,-8 1 0 0 0,5-1 0 0 0,4 1 0 0 0,-4-1 0 0 0,-1 0 0 0 0,0-1 0 0 0,10 5 0 0 0,14 7 0 0 0,6 13 0 0 0,1-2 0 0 0,1 1 0 0 0,1 0 0 0 0,1-1 0 0 0,1 0 0 0 0,1-1 0 0 0,1 0 0 0 0,1 0 0 0 0,17 25 0 0 0,-7-17 0 0 0,2-1 0 0 0,1 0 0 0 0,1-2 0 0 0,1-2 0 0 0,42 33 0 0 0,-54-47 0 0 0,0 1 0 0 0,0 0 0 0 0,-1 1 0 0 0,-1 0 0 0 0,0 1 0 0 0,11 18 0 0 0,-20-28 0 0 0,-1 0 0 0 0,1 1 0 0 0,-1-1 0 0 0,0 1 0 0 0,0 0 0 0 0,-1 0 0 0 0,1-1 0 0 0,-1 1 0 0 0,0 0 0 0 0,-1 0 0 0 0,1 0 0 0 0,-1 0 0 0 0,0 0 0 0 0,0 0 0 0 0,0 1 0 0 0,-1-1 0 0 0,0 0 0 0 0,0-1 0 0 0,0 1 0 0 0,-1 0 0 0 0,1 0 0 0 0,-1 0 0 0 0,0-1 0 0 0,-1 1 0 0 0,1-1 0 0 0,-6 7 0 0 0,3-2 0 0 0,-2-1 0 0 0,1 0 0 0 0,-1 0 0 0 0,0-1 0 0 0,-1 1 0 0 0,0-2 0 0 0,0 1 0 0 0,0-1 0 0 0,-1 0 0 0 0,0-1 0 0 0,0 0 0 0 0,0 0 0 0 0,-1-1 0 0 0,0-1 0 0 0,0 1 0 0 0,0-1 0 0 0,0-1 0 0 0,0 0 0 0 0,0-1 0 0 0,-1 1 0 0 0,1-2 0 0 0,0 0 0 0 0,-1 0 0 0 0,-13-2 0 0 0,-44-8-4221 0 0,27-7-2776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0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19758 0 0,'4'-57'-48'0'0,"-1"2"8849"0"0,1 63-8084 0 0,7 19-301 0 0,-2 1 1 0 0,0 1-1 0 0,-2-1 0 0 0,-2 1 1 0 0,0 1-1 0 0,0 42 0 0 0,6 29 209 0 0,-1-11-625 0 0,-3 147 0 0 0,-7-222 0 0 0,7-44-3585 0 0,-1 13-864 0 0,1 1-1 0 0,0 0 1 0 0,17-26 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1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42 310 16185 0 0,'-7'-20'2963'0'0,"-5"47"942"0"0,8-18-4699 0 0,0 4 1302 0 0,0-1 1 0 0,1 1 0 0 0,0 0-1 0 0,1 0 1 0 0,0 0-1 0 0,1 0 1 0 0,1 0 0 0 0,1 18-1 0 0,2-5 590 0 0,1 0 1 0 0,13 48-1 0 0,-14-64-1037 0 0,0 1 0 0 0,0-2 1 0 0,1 1-1 0 0,1 0 0 0 0,0-1 1 0 0,0 1-1 0 0,1-2 0 0 0,0 1 1 0 0,0 0-1 0 0,1-1 0 0 0,0 0 0 0 0,0-1 1 0 0,1 0-1 0 0,0 0 0 0 0,1 0 1 0 0,-1-1-1 0 0,1-1 0 0 0,1 1 1 0 0,-1-1-1 0 0,1-1 0 0 0,-1 0 1 0 0,1 0-1 0 0,0-1 0 0 0,1 0 0 0 0,-1-1 1 0 0,0 0-1 0 0,1-1 0 0 0,-1 0 1 0 0,1 0-1 0 0,0-1 0 0 0,-1-1 1 0 0,1 0-1 0 0,-1 0 0 0 0,1-1 1 0 0,-1 0-1 0 0,0-1 0 0 0,0 0 0 0 0,0 0 1 0 0,0-2-1 0 0,0 1 0 0 0,-1-1 1 0 0,13-8-1 0 0,-5 0-61 0 0,-1-1 0 0 0,0 0 0 0 0,-1-1 0 0 0,0-1 0 0 0,-2 0 0 0 0,1-1 0 0 0,-2 0 0 0 0,-1-1 0 0 0,0 0 0 0 0,-1-1 0 0 0,-1 0 0 0 0,-1-1 0 0 0,0 0 0 0 0,7-34 0 0 0,-10 37 0 0 0,-2 0 0 0 0,0 0 0 0 0,0 0 0 0 0,-2 0 0 0 0,0-1 0 0 0,-1 1 0 0 0,-1 0 0 0 0,0-1 0 0 0,-2 1 0 0 0,0 0 0 0 0,0 0 0 0 0,-2 0 0 0 0,0 1 0 0 0,-1-1 0 0 0,-1 1 0 0 0,0 1 0 0 0,-1-1 0 0 0,-15-21 0 0 0,16 28-270 0 0,-1 1 1 0 0,0 0-1 0 0,0 0 0 0 0,-1 1 1 0 0,0 0-1 0 0,0 0 1 0 0,-1 1-1 0 0,0 0 0 0 0,0 1 1 0 0,0 0-1 0 0,0 1 0 0 0,-1 0 1 0 0,0 0-1 0 0,0 2 0 0 0,0-1 1 0 0,0 1-1 0 0,0 0 1 0 0,0 1-1 0 0,-1 1 0 0 0,-19 1 1 0 0,15 0-273 0 0,1 2-1 0 0,0-1 1 0 0,0 2 0 0 0,0 0 0 0 0,0 1 0 0 0,0 0 0 0 0,1 1 0 0 0,0 1 0 0 0,0 0 0 0 0,1 1-1 0 0,0 0 1 0 0,0 1 0 0 0,1 1 0 0 0,-19 18 0 0 0,15-8-6267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2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10 168 19130 0 0,'-2'-3'93'0'0,"1"0"0"0"0,0 0 0 0 0,0 1 0 0 0,0-1 0 0 0,0 0 0 0 0,0 0 0 0 0,1 0 0 0 0,-1 0 0 0 0,1 0 0 0 0,-1 0 0 0 0,1 0 0 0 0,0 0 0 0 0,1 0 0 0 0,-1 0 0 0 0,0 0 0 0 0,1 0 0 0 0,0 0 0 0 0,-1 0 0 0 0,3-5 0 0 0,0 3 74 0 0,0-1 1 0 0,0 1-1 0 0,1 0 0 0 0,0 0 1 0 0,-1 1-1 0 0,1-1 1 0 0,1 1-1 0 0,-1 0 0 0 0,9-6 1 0 0,-5 3 76 0 0,1 1 1 0 0,0 1 0 0 0,0 0 0 0 0,1 0 0 0 0,0 1-1 0 0,0 0 1 0 0,0 0 0 0 0,0 1 0 0 0,1 1 0 0 0,19-3-1 0 0,-24 4-169 0 0,-1 1-1 0 0,1 1 1 0 0,-1-1-1 0 0,1 1 1 0 0,-1 0-1 0 0,0 0 1 0 0,1 0-1 0 0,-1 1 1 0 0,0 0-1 0 0,0 0 1 0 0,0 0-1 0 0,0 1 1 0 0,-1 0-1 0 0,1 0 1 0 0,-1 0-1 0 0,1 0 1 0 0,-1 1-1 0 0,0-1 1 0 0,0 1-1 0 0,-1 0 1 0 0,1 1-1 0 0,-1-1 1 0 0,0 0-1 0 0,0 1 1 0 0,0 0-1 0 0,-1 0 1 0 0,1-1-1 0 0,-1 2 1 0 0,0-1-1 0 0,-1 0 1 0 0,3 10-1 0 0,-1 2 140 0 0,-1 1-1 0 0,-1-1 1 0 0,0 1-1 0 0,-1 0 1 0 0,-1-1-1 0 0,-1 1 1 0 0,0-1 0 0 0,-6 22-1 0 0,-6 7 298 0 0,-2-2-1 0 0,-2 1 1 0 0,-37 63 0 0 0,-27 66 551 0 0,82-172-1062 0 0,-1 0 0 0 0,1 0 0 0 0,0 0 0 0 0,-1 0 0 0 0,1 0 0 0 0,0 0 0 0 0,0 0 0 0 0,1-1 0 0 0,-1 1 0 0 0,0 0 0 0 0,0 0 0 0 0,1 0 0 0 0,-1 0 0 0 0,1 0 0 0 0,0-1 0 0 0,0 1 0 0 0,-1 0 0 0 0,1 0 0 0 0,0-1 0 0 0,0 1 0 0 0,1-1 0 0 0,-1 1 0 0 0,0-1 0 0 0,0 1 0 0 0,1-1 0 0 0,-1 0 0 0 0,3 2 0 0 0,4 1 0 0 0,1-1 0 0 0,0 0 0 0 0,0 0 0 0 0,0-1 0 0 0,0 0 0 0 0,0-1 0 0 0,0 0 0 0 0,1 0 0 0 0,-1-1 0 0 0,0 0 0 0 0,1-1 0 0 0,10-1 0 0 0,9-1 0 0 0,47-7-2176 0 0,-35 0-1449 0 0,-1-2 0 0 0,50-21 0 0 0,-73 26-3456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3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94 19706 0 0,'13'-11'7'0'0,"1"0"0"0"0,1 1 0 0 0,0 1 0 0 0,0 0 0 0 0,0 1 0 0 0,1 1 0 0 0,26-9 0 0 0,-35 14 127 0 0,1-1-1 0 0,0 1 1 0 0,0 0-1 0 0,0 1 1 0 0,0 0-1 0 0,0 0 1 0 0,0 1-1 0 0,1 0 1 0 0,-1 0-1 0 0,0 1 1 0 0,0 0-1 0 0,0 1 1 0 0,0-1-1 0 0,0 1 1 0 0,0 1-1 0 0,-1 0 1 0 0,1 0-1 0 0,8 5 1 0 0,-14-7-59 0 0,-1 0 1 0 0,1 1 0 0 0,-1-1-1 0 0,1 1 1 0 0,-1-1 0 0 0,1 1-1 0 0,-1-1 1 0 0,0 1 0 0 0,0 0-1 0 0,0-1 1 0 0,0 1 0 0 0,0 0-1 0 0,0 0 1 0 0,0 0 0 0 0,-1 0 0 0 0,1 0-1 0 0,-1 0 1 0 0,1 0 0 0 0,-1 2-1 0 0,0 1 83 0 0,0 0-1 0 0,0 0 0 0 0,-1 0 0 0 0,1 0 1 0 0,-1 0-1 0 0,0 0 0 0 0,-4 9 1 0 0,-3 6 514 0 0,-2-1 1 0 0,-22 36-1 0 0,24-41-299 0 0,-1 0 96 0 0,0 0 1 0 0,1 1-1 0 0,1 0 0 0 0,1 1 1 0 0,-9 28-1 0 0,14-36-303 0 0,0 0 0 0 0,0 0 0 0 0,1 0 0 0 0,0-1 0 0 0,0 1 0 0 0,0 0 0 0 0,1 0 0 0 0,1 0 0 0 0,-1 0 0 0 0,1-1 0 0 0,1 1 0 0 0,-1 0 0 0 0,1-1 0 0 0,5 10 0 0 0,8 9-166 0 0,35 45 0 0 0,-35-52 0 0 0,-1 0 0 0 0,-1 2 0 0 0,-1-1 0 0 0,17 39 0 0 0,-27-53 0 0 0,-1 1 0 0 0,0-1 0 0 0,-1 1 0 0 0,1-1 0 0 0,-1 1 0 0 0,-1 0 0 0 0,1-1 0 0 0,-1 1 0 0 0,0 0 0 0 0,-1-1 0 0 0,1 1 0 0 0,-1 0 0 0 0,-1-1 0 0 0,1 1 0 0 0,-1-1 0 0 0,0 1 0 0 0,-1-1 0 0 0,1 0 0 0 0,-1 0 0 0 0,-1 0 0 0 0,-6 9 0 0 0,-2 1-5 0 0,-1-1 1 0 0,0 0-1 0 0,-2-1 0 0 0,1-1 1 0 0,-2 0-1 0 0,0-1 1 0 0,0-1-1 0 0,-1 0 0 0 0,0-1 1 0 0,-1-1-1 0 0,0-1 0 0 0,-1-1 1 0 0,0 0-1 0 0,0-1 0 0 0,0-1 1 0 0,-1-1-1 0 0,1-1 0 0 0,-1 0 1 0 0,0-1-1 0 0,0-2 1 0 0,0 0-1 0 0,0-1 0 0 0,0-1 1 0 0,0-1-1 0 0,1 0 0 0 0,-1-2 1 0 0,-20-7-1 0 0,13-7-4328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4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202 160 18162 0 0,'-2'-1'-7'0'0,"1"-1"1"0"0,-1 1 0 0 0,1-1 0 0 0,0 1 0 0 0,-1-1-1 0 0,1 0 1 0 0,0 0 0 0 0,0 0 0 0 0,0 1 0 0 0,0-1-1 0 0,0 0 1 0 0,1 0 0 0 0,-1 0 0 0 0,1-1 0 0 0,-1 1-1 0 0,1 0 1 0 0,0 0 0 0 0,-1 0 0 0 0,1 0 0 0 0,0 0-1 0 0,0 0 1 0 0,1-4 0 0 0,0 2 122 0 0,1-1 1 0 0,-1 1-1 0 0,1 0 0 0 0,0-1 1 0 0,0 1-1 0 0,0 0 1 0 0,1 0-1 0 0,-1 0 0 0 0,1 0 1 0 0,4-3-1 0 0,-2 0 174 0 0,1 1 1 0 0,0 0-1 0 0,1 1 0 0 0,-1-1 0 0 0,1 1 0 0 0,0 1 0 0 0,1-1 1 0 0,-1 1-1 0 0,1 1 0 0 0,-1-1 0 0 0,14-3 0 0 0,-16 6-190 0 0,0 1 0 0 0,0 0 0 0 0,0 0 0 0 0,0 0 0 0 0,0 0 0 0 0,0 1 0 0 0,0 0 0 0 0,0 0 0 0 0,0 0-1 0 0,0 0 1 0 0,-1 1 0 0 0,1 0 0 0 0,0 0 0 0 0,-1 0 0 0 0,0 1 0 0 0,1 0 0 0 0,-1-1 0 0 0,0 1 0 0 0,0 1 0 0 0,-1-1-1 0 0,1 0 1 0 0,-1 1 0 0 0,1 0 0 0 0,-1 0 0 0 0,0 0 0 0 0,-1 0 0 0 0,1 1 0 0 0,-1-1 0 0 0,0 1 0 0 0,0-1 0 0 0,0 1-1 0 0,0 0 1 0 0,-1 0 0 0 0,0-1 0 0 0,0 1 0 0 0,0 0 0 0 0,-1 0 0 0 0,0 0 0 0 0,0 0 0 0 0,0 0 0 0 0,0 0 0 0 0,-1 0-1 0 0,0 0 1 0 0,0 0 0 0 0,-3 8 0 0 0,-5 10 55 0 0,-1 0 1 0 0,-2-1-1 0 0,0-1 0 0 0,-1 0 0 0 0,-2 0 0 0 0,0-1 0 0 0,-18 19 1 0 0,-137 120 578 0 0,104-101-348 0 0,55-48 79 0 0,1-1 0 0 0,-2 0 0 0 0,1-1-1 0 0,-20 11 1 0 0,29-18-70 0 0,12-4-134 0 0,37-7-213 0 0,-30 10-48 0 0,0 0 0 0 0,0 2 0 0 0,0 0 0 0 0,0 1 0 0 0,0 1 0 0 0,0 0 0 0 0,-1 1 0 0 0,0 1 0 0 0,18 9 0 0 0,5 1 0 0 0,62 26-671 0 0,-65-25-139 0 0,1-2-1 0 0,59 16 1 0 0,-89-31-612 0 0,1 0 0 0 0,-1-1 0 0 0,0 0 0 0 0,0-1 0 0 0,0 0 0 0 0,1 0 0 0 0,-2 0 0 0 0,1-1 0 0 0,0 0 0 0 0,0 0 0 0 0,-1 0 0 0 0,9-7 0 0 0,-13 9 617 0 0,21-11-7713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4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445 64 14465 0 0,'-2'-6'22'0'0,"1"1"-1"0"0,-1 0 1 0 0,0 0 0 0 0,-1 0-1 0 0,1 0 1 0 0,-1 0-1 0 0,0 0 1 0 0,0 1 0 0 0,-1-1-1 0 0,-7-7 1 0 0,8 10 331 0 0,-4 3 50 0 0,-5 2-203 0 0,0 1 0 0 0,0-1 0 0 0,0 2 0 0 0,0 0-1 0 0,1 0 1 0 0,0 1 0 0 0,0 1 0 0 0,1 0 0 0 0,-1 0 0 0 0,1 1-1 0 0,1 0 1 0 0,-10 10 0 0 0,6-5 10 0 0,1 1 0 0 0,0 0 0 0 0,1 1 0 0 0,0 0 0 0 0,2 1 0 0 0,-1 0 0 0 0,2 0 0 0 0,-7 19 0 0 0,14-30-137 0 0,0 0-1 0 0,0 0 1 0 0,0 1-1 0 0,1-1 1 0 0,0 0 0 0 0,0 0-1 0 0,1 0 1 0 0,0 1-1 0 0,-1-1 1 0 0,2 0-1 0 0,-1 0 1 0 0,0 0 0 0 0,1 0-1 0 0,0 0 1 0 0,0-1-1 0 0,1 1 1 0 0,-1-1-1 0 0,1 1 1 0 0,4 4 0 0 0,7 10 474 0 0,1-1 1 0 0,29 28-1 0 0,-43-46-537 0 0,14 15 315 0 0,-1-3 603 0 0,-2 0-1 0 0,0 1 1 0 0,0 0-1 0 0,13 21 1 0 0,-23-31-780 0 0,0-1 0 0 0,-1 1 0 0 0,1 0 0 0 0,-1-1 1 0 0,0 1-1 0 0,1 0 0 0 0,-1 0 0 0 0,-1 0 0 0 0,1 0 1 0 0,0 0-1 0 0,-1 0 0 0 0,1 0 0 0 0,-1 1 0 0 0,0-1 0 0 0,0 0 1 0 0,-1 0-1 0 0,1 0 0 0 0,0 0 0 0 0,-1 0 0 0 0,0 0 1 0 0,0 0-1 0 0,0 0 0 0 0,0 0 0 0 0,0 0 0 0 0,0 0 1 0 0,-1-1-1 0 0,0 1 0 0 0,1 0 0 0 0,-1-1 0 0 0,0 1 0 0 0,-3 2 1 0 0,-5 5-146 0 0,-1-1 1 0 0,0 0 0 0 0,0-1 0 0 0,-1 0-1 0 0,0 0 1 0 0,0-1 0 0 0,0-1-1 0 0,-1 0 1 0 0,0-1 0 0 0,-1-1 0 0 0,1 0-1 0 0,-1 0 1 0 0,1-1 0 0 0,-20 1-1 0 0,12-3-877 0 0,1 0 0 0 0,-39-5-1 0 0,55 4 978 0 0,-13-2-5896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4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2 258 15385 0 0,'0'-29'106'0'0,"-1"11"631"0"0,1 1-1 0 0,1-1 1 0 0,3-19-1 0 0,-2 31-463 0 0,0-1-1 0 0,0 1 1 0 0,0 0-1 0 0,0 0 1 0 0,1 0-1 0 0,0 0 1 0 0,1 0-1 0 0,-1 0 0 0 0,1 1 1 0 0,0 0-1 0 0,0 0 1 0 0,5-5-1 0 0,-2 4 33 0 0,-1 0-1 0 0,1 1 1 0 0,0-1 0 0 0,0 1-1 0 0,0 1 1 0 0,1 0-1 0 0,-1 0 1 0 0,1 0 0 0 0,0 1-1 0 0,0 0 1 0 0,1 0-1 0 0,14-2 1 0 0,-18 5-183 0 0,0-1-1 0 0,1 1 1 0 0,-1 0 0 0 0,0 1 0 0 0,0-1-1 0 0,0 1 1 0 0,0 0 0 0 0,0 0-1 0 0,0 1 1 0 0,0 0 0 0 0,0 0 0 0 0,0 0-1 0 0,-1 0 1 0 0,1 1 0 0 0,-1-1 0 0 0,1 1-1 0 0,-1 0 1 0 0,0 1 0 0 0,0-1-1 0 0,-1 1 1 0 0,1-1 0 0 0,5 9 0 0 0,-2-2-27 0 0,-2-1 0 0 0,1 1 1 0 0,-1 0-1 0 0,-1 0 1 0 0,1 0-1 0 0,-2 1 0 0 0,0 0 1 0 0,0 0-1 0 0,-1 0 0 0 0,0 0 1 0 0,-1 0-1 0 0,0 0 1 0 0,-1 0-1 0 0,0 0 0 0 0,-1 1 1 0 0,-3 16-1 0 0,-4 16 609 0 0,-3 0 0 0 0,-30 77 1 0 0,14-43-411 0 0,8-26-294 0 0,19-51 0 0 0,0 1 0 0 0,-1-1 0 0 0,1 0 0 0 0,0 0 0 0 0,0 1 0 0 0,-1-1 0 0 0,1 0 0 0 0,0 1 0 0 0,0-1 0 0 0,0 0 0 0 0,1 1 0 0 0,-1-1 0 0 0,0 0 0 0 0,0 0 0 0 0,1 1 0 0 0,-1-1 0 0 0,1 0 0 0 0,-1 0 0 0 0,1 0 0 0 0,0 1 0 0 0,1 1 0 0 0,0-1 0 0 0,11 7 0 0 0,2-5 0 0 0,1 0 0 0 0,-1-2 0 0 0,1 0 0 0 0,0-1 0 0 0,0 0 0 0 0,0-1 0 0 0,27-4 0 0 0,114-24 0 0 0,-145 26 0 0 0,62-17-2944 0 0,90-42-13490 0 0,-136 49 4901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5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59 174 19218 0 0,'0'-1'75'0'0,"-1"0"0"0"0,0 0 1 0 0,0 0-1 0 0,1 0 0 0 0,-1 1 1 0 0,0-1-1 0 0,0 0 0 0 0,0 1 1 0 0,0-1-1 0 0,0 1 0 0 0,0-1 1 0 0,0 1-1 0 0,0-1 1 0 0,0 1-1 0 0,-1 0 0 0 0,1 0 1 0 0,0-1-1 0 0,0 1 0 0 0,0 0 1 0 0,0 0-1 0 0,0 0 0 0 0,-3 1 1 0 0,-1 7 348 0 0,0 2 1 0 0,1-1 0 0 0,0 0 0 0 0,1 1 0 0 0,0 0-1 0 0,0 0 1 0 0,1 0 0 0 0,0 0 0 0 0,1 0 0 0 0,0 0 0 0 0,0 1-1 0 0,1-1 1 0 0,2 16 0 0 0,-1-20-278 0 0,0-1-1 0 0,0 1 1 0 0,1 0 0 0 0,0-1-1 0 0,0 1 1 0 0,0-1 0 0 0,1 1-1 0 0,-1-1 1 0 0,1 0 0 0 0,1 0-1 0 0,-1-1 1 0 0,1 1 0 0 0,-1 0-1 0 0,1-1 1 0 0,1 0 0 0 0,-1 0-1 0 0,1 0 1 0 0,-1-1 0 0 0,1 1-1 0 0,0-1 1 0 0,0 0 0 0 0,0-1-1 0 0,1 1 1 0 0,-1-1 0 0 0,1 0-1 0 0,6 1 1 0 0,4 0-80 0 0,1 0 0 0 0,-1-1 0 0 0,1-1 0 0 0,0-1 0 0 0,0-1 1 0 0,-1 0-1 0 0,1-1 0 0 0,-1 0 0 0 0,1-2 0 0 0,-1 0 0 0 0,0-1 0 0 0,0 0 0 0 0,-1-1 0 0 0,1-1 0 0 0,15-10 0 0 0,-22 12-18 0 0,0-1-1 0 0,0 0 1 0 0,-1-1-1 0 0,0 0 1 0 0,0 0-1 0 0,-1-1 1 0 0,0 1-1 0 0,0-2 1 0 0,-1 1-1 0 0,0-1 1 0 0,5-10-1 0 0,-7 12-32 0 0,-1-1 0 0 0,-1 0 0 0 0,1 0 0 0 0,-1 0 0 0 0,0 0-1 0 0,-1 0 1 0 0,0 0 0 0 0,0 0 0 0 0,-1 0 0 0 0,0-1 0 0 0,-1 1 0 0 0,0 0-1 0 0,0 0 1 0 0,0 0 0 0 0,-5-13 0 0 0,4 13-185 0 0,-1 0 0 0 0,0 1 0 0 0,-1-1 0 0 0,0 1 0 0 0,0 0 1 0 0,0 0-1 0 0,-1 0 0 0 0,0 1 0 0 0,-11-12 0 0 0,8 11-407 0 0,0 1 1 0 0,-1 0-1 0 0,1 0 0 0 0,-1 1 1 0 0,-1 0-1 0 0,1 0 1 0 0,-1 1-1 0 0,1 0 0 0 0,-1 1 1 0 0,0 0-1 0 0,-16-2 1 0 0,5 2-698 0 0,0 2 1 0 0,0 0 0 0 0,0 1-1 0 0,0 1 1 0 0,-1 1 0 0 0,1 1 0 0 0,1 1-1 0 0,-1 0 1 0 0,-28 11 0 0 0,-2 5-8320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6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33 112 17478 0 0,'-2'-1'142'0'0,"0"-1"0"0"0,0 1 0 0 0,0 0 0 0 0,0-1 0 0 0,0 0 0 0 0,0 1 0 0 0,1-1 0 0 0,-1 0 0 0 0,0 0 0 0 0,1 0 0 0 0,0 0 0 0 0,-1 0 0 0 0,1 0 0 0 0,0 0 0 0 0,0 0 0 0 0,0-1 0 0 0,1 1 0 0 0,-1 0 0 0 0,1-1 0 0 0,-1 1 1 0 0,1 0-1 0 0,-1-4 0 0 0,2 4-33 0 0,0 0 1 0 0,0-1-1 0 0,0 1 1 0 0,0-1-1 0 0,0 1 1 0 0,1 0-1 0 0,-1 0 1 0 0,1 0-1 0 0,-1 0 1 0 0,1 0-1 0 0,0 0 1 0 0,0 0-1 0 0,-1 1 1 0 0,1-1-1 0 0,1 0 1 0 0,-1 1-1 0 0,0 0 1 0 0,0-1-1 0 0,0 1 1 0 0,1 0-1 0 0,-1 0 1 0 0,4 0-1 0 0,6-4 21 0 0,0 1-1 0 0,0 0 0 0 0,0 1 0 0 0,0 1 0 0 0,1 0 0 0 0,-1 1 0 0 0,1 0 0 0 0,-1 0 0 0 0,1 2 0 0 0,-1-1 0 0 0,1 2 0 0 0,-1 0 1 0 0,1 0-1 0 0,-1 1 0 0 0,0 1 0 0 0,0 0 0 0 0,0 0 0 0 0,-1 1 0 0 0,0 1 0 0 0,0 0 0 0 0,0 0 0 0 0,10 9 0 0 0,-18-12-90 0 0,-1 0-1 0 0,1 0 0 0 0,0 1 0 0 0,-1-1 0 0 0,0 1 0 0 0,0 0 1 0 0,0-1-1 0 0,0 1 0 0 0,-1 0 0 0 0,0 0 0 0 0,0 0 1 0 0,0 1-1 0 0,0-1 0 0 0,0 0 0 0 0,-1 0 0 0 0,0 0 0 0 0,0 1 1 0 0,0-1-1 0 0,0 0 0 0 0,0 0 0 0 0,-1 1 0 0 0,0-1 1 0 0,0 0-1 0 0,-2 5 0 0 0,-2 6 58 0 0,-1 0-1 0 0,0 0 1 0 0,-1 0 0 0 0,-1-1-1 0 0,-9 13 1 0 0,-22 29 816 0 0,-2-2 0 0 0,-58 58 0 0 0,96-109-752 0 0,1-1-1 0 0,-1 1 1 0 0,1 0-1 0 0,-1 0 1 0 0,1 0-1 0 0,0 1 1 0 0,0-1-1 0 0,1 0 1 0 0,-1 1-1 0 0,1-1 1 0 0,-1 1-1 0 0,1 0 1 0 0,-1 6-1 0 0,4-5-156 0 0,-1 0-1 0 0,1 1 0 0 0,0-1 0 0 0,1 0 0 0 0,-1 0 1 0 0,1-1-1 0 0,0 1 0 0 0,0 0 0 0 0,1-1 0 0 0,-1 0 1 0 0,1 0-1 0 0,0 0 0 0 0,0 0 0 0 0,0-1 0 0 0,0 1 1 0 0,1-1-1 0 0,9 5 0 0 0,3 4-5 0 0,-7-5 3 0 0,5 4 0 0 0,-1 0 0 0 0,0 1 0 0 0,-1 1 0 0 0,0 0 0 0 0,11 15 0 0 0,-22-25 0 0 0,1 1 0 0 0,-1-1 0 0 0,0 1 0 0 0,0-1 0 0 0,-1 1 0 0 0,1-1 0 0 0,-1 1 0 0 0,1 0 0 0 0,-1 0 0 0 0,-1 0 0 0 0,1 0 0 0 0,0 0 0 0 0,-1 0 0 0 0,0 0 0 0 0,0 0 0 0 0,0 0 0 0 0,0 0 0 0 0,-1 0 0 0 0,0 0 0 0 0,0 0 0 0 0,0-1 0 0 0,0 1 0 0 0,0 0 0 0 0,-1 0 0 0 0,1-1 0 0 0,-1 1 0 0 0,0-1 0 0 0,0 1 0 0 0,-4 3 0 0 0,-3 4 0 0 0,-1-1 0 0 0,0 1 0 0 0,0-2 0 0 0,-1 1 0 0 0,-1-2 0 0 0,-12 9 0 0 0,16-12 0 0 0,-1 0 0 0 0,1 0 0 0 0,-1-1 0 0 0,0 0 0 0 0,0-1 0 0 0,0 0 0 0 0,-1 0 0 0 0,1-1 0 0 0,-1 0 0 0 0,-9 0 0 0 0,16-1-16 0 0,-1-1-1 0 0,1 0 1 0 0,0 0 0 0 0,-1 0-1 0 0,1 0 1 0 0,-1 0 0 0 0,1-1-1 0 0,0 0 1 0 0,-1 1 0 0 0,1-1-1 0 0,0 0 1 0 0,0-1 0 0 0,0 1-1 0 0,0 0 1 0 0,0-1 0 0 0,0 0-1 0 0,0 0 1 0 0,0 0 0 0 0,-4-4-1 0 0,4 4-103 0 0,2 0-287 0 0,-1 0 0 0 0,0 0 0 0 0,1 0 0 0 0,-1 0 0 0 0,1 0-1 0 0,0 0 1 0 0,0 0 0 0 0,0 0 0 0 0,0-1 0 0 0,0 1 0 0 0,0 0 0 0 0,1-1 0 0 0,-1 1-1 0 0,1 0 1 0 0,-1-1 0 0 0,1 1 0 0 0,0-1 0 0 0,0 1 0 0 0,0-1 0 0 0,0 1-1 0 0,1 0 1 0 0,0-4 0 0 0,0 2-518 0 0,0 0 0 0 0,0 0 1 0 0,0 0-1 0 0,1 0 0 0 0,0 0 0 0 0,0 1 0 0 0,0-1 0 0 0,0 0 0 0 0,1 1 1 0 0,-1 0-1 0 0,1-1 0 0 0,4-2 0 0 0,17-15-8152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6:37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71 16193 0 0,'7'-36'152'0'0,"-4"8"2058"0"0,-3 28-2174 0 0,-1-1 0 0 0,1 1 1 0 0,0 0-1 0 0,-1-1 0 0 0,1 1 1 0 0,0-1-1 0 0,-1 1 1 0 0,1 0-1 0 0,0-1 0 0 0,-1 1 1 0 0,1 0-1 0 0,-1-1 1 0 0,1 1-1 0 0,0 0 0 0 0,-1-1 1 0 0,1 1-1 0 0,-1 0 1 0 0,1 0-1 0 0,-1 0 0 0 0,1 0 1 0 0,-1-1-1 0 0,1 1 1 0 0,-1 0-1 0 0,0 0 0 0 0,1 0 1 0 0,-1 0-1 0 0,1 0 1 0 0,-1 0-1 0 0,1 0 0 0 0,-1 0 1 0 0,1 1-1 0 0,-1-1 0 0 0,1 0 1 0 0,-1 0-1 0 0,1 0 1 0 0,-1 1-1 0 0,1-1 0 0 0,-1 0 1 0 0,-10 5 132 0 0,0 0 0 0 0,0 1-1 0 0,1-1 1 0 0,0 2 0 0 0,0 0 0 0 0,1 0 0 0 0,0 1 0 0 0,0 0 0 0 0,0 0 0 0 0,-8 12 0 0 0,13-16-106 0 0,1 1 1 0 0,0-1-1 0 0,1 1 1 0 0,-1 0 0 0 0,1 0-1 0 0,0 0 1 0 0,0 0-1 0 0,0 0 1 0 0,1 0 0 0 0,0 0-1 0 0,0 1 1 0 0,0-1-1 0 0,0 0 1 0 0,1 1 0 0 0,0-1-1 0 0,0 0 1 0 0,1 1-1 0 0,-1-1 1 0 0,1 1 0 0 0,1-1-1 0 0,-1 0 1 0 0,0 0-1 0 0,1 0 1 0 0,0 0 0 0 0,1 0-1 0 0,4 8 1 0 0,4 3 131 0 0,1-1 0 0 0,1 0 1 0 0,0 0-1 0 0,2-2 0 0 0,-1 1 1 0 0,20 12-1 0 0,-19-15 430 0 0,-1 0-1 0 0,-1 1 1 0 0,1 0 0 0 0,-2 1-1 0 0,0 1 1 0 0,0 0 0 0 0,15 26-1 0 0,-25-37-588 0 0,-1 0 1 0 0,0 0-1 0 0,1 0 0 0 0,-1 1 0 0 0,0-1 0 0 0,-1 0 0 0 0,1 1 0 0 0,-1-1 0 0 0,1 1 0 0 0,-1-1 0 0 0,0 1 0 0 0,0-1 0 0 0,-1 1 1 0 0,1-1-1 0 0,-1 0 0 0 0,1 1 0 0 0,-1-1 0 0 0,-2 5 0 0 0,0-2 59 0 0,0 0 1 0 0,-1-1-1 0 0,1 1 1 0 0,-1-1-1 0 0,0 0 1 0 0,0 0-1 0 0,-1 0 0 0 0,1-1 1 0 0,-8 6-1 0 0,-7 3 148 0 0,0-1 0 0 0,-1 0-1 0 0,0-1 1 0 0,-31 11 0 0 0,35-16-226 0 0,1-1 0 0 0,-1 0 0 0 0,0-1 0 0 0,0-1 0 0 0,-22 2 0 0 0,-5-4-272 0 0,-61-6 1 0 0,64 2-8471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21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1377 297 12117 0 0,'2'-14'79'0'0,"-5"3"261"0"0,-1 0 0 0 0,-1 0 1 0 0,0 1-1 0 0,0-1 0 0 0,-1 1 0 0 0,0 0 1 0 0,-1 1-1 0 0,0-1 0 0 0,0 2 0 0 0,-1-1 1 0 0,-1 1-1 0 0,-11-10 0 0 0,-7-3 426 0 0,0 0 0 0 0,-61-32-1 0 0,70 45-603 0 0,-1 0 0 0 0,0 1 0 0 0,-1 1 0 0 0,1 1 0 0 0,-1 1 0 0 0,-34-3-1 0 0,-124 0 452 0 0,148 7-556 0 0,0 2 1 0 0,0 0 0 0 0,0 2-1 0 0,1 1 1 0 0,0 2-1 0 0,0 0 1 0 0,0 2-1 0 0,1 2 1 0 0,0 0-1 0 0,1 2 1 0 0,1 0-1 0 0,0 2 1 0 0,1 1 0 0 0,0 1-1 0 0,-29 27 1 0 0,26-18-17 0 0,2 1 1 0 0,0 2 0 0 0,2 0-1 0 0,1 1 1 0 0,1 2-1 0 0,2 0 1 0 0,1 1 0 0 0,-26 64-1 0 0,26-47 168 0 0,2 1 0 0 0,3 1 0 0 0,1 0 0 0 0,3 1 0 0 0,-5 91 0 0 0,14-109-114 0 0,1 1 0 0 0,2-1 0 0 0,2 1 0 0 0,1-1 0 0 0,2 0 0 0 0,1-1 0 0 0,2 0 0 0 0,1 0 0 0 0,2-1 0 0 0,1 0 0 0 0,2-1 0 0 0,29 44 0 0 0,-18-36-24 0 0,2-2-1 0 0,2-1 1 0 0,2-2 0 0 0,1-1-1 0 0,1-1 1 0 0,2-2-1 0 0,1-2 1 0 0,72 42 0 0 0,-68-47 48 0 0,1-2 1 0 0,1-2-1 0 0,1-1 1 0 0,56 13-1 0 0,-70-24 159 0 0,1-1 0 0 0,1-2-1 0 0,-1-2 1 0 0,1-1 0 0 0,-1-1-1 0 0,1-1 1 0 0,35-6 0 0 0,88-18 1122 0 0,230-66 0 0 0,-334 74-1028 0 0,0-2 0 0 0,50-26 0 0 0,-82 34-253 0 0,-1-1 0 0 0,0 0-1 0 0,0-2 1 0 0,-1 0 0 0 0,-1-2 0 0 0,0 1-1 0 0,27-34 1 0 0,-18 13-119 0 0,-1-2 0 0 0,-2 0 0 0 0,-2-2 0 0 0,32-81 0 0 0,-24 36 0 0 0,27-126 0 0 0,-49 178 0 0 0,-1-1 0 0 0,-2 1 0 0 0,-1-1 0 0 0,-2 0 0 0 0,-1 1 0 0 0,-6-48 0 0 0,3 63 0 0 0,0-1 0 0 0,-2 0 0 0 0,0 1 0 0 0,-1 0 0 0 0,-1 0 0 0 0,0 1 0 0 0,-1-1 0 0 0,-1 2 0 0 0,-1-1 0 0 0,0 1 0 0 0,-1 1 0 0 0,0 0 0 0 0,-16-15 0 0 0,-2 4-36 0 0,-1 2 1 0 0,0 1-1 0 0,-2 2 1 0 0,0 0-1 0 0,-1 3 0 0 0,-1 0 1 0 0,-1 2-1 0 0,0 2 0 0 0,-1 1 1 0 0,-48-9-1 0 0,-31 0-404 0 0,0 4-1 0 0,-120-1 1 0 0,-193 18-7748 0 0,144 33-3811 0 0,188-16 2988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22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1185 283 15609 0 0,'2'-1'-81'0'0,"1"-1"-1"0"0,-1 1 0 0 0,0-1 1 0 0,0 0-1 0 0,-1 1 0 0 0,1-1 1 0 0,0 0-1 0 0,0 0 0 0 0,-1 0 1 0 0,0-1-1 0 0,1 1 1 0 0,-1 0-1 0 0,0-1 0 0 0,0 1 1 0 0,0 0-1 0 0,0-1 0 0 0,0 1 1 0 0,-1-1-1 0 0,1-2 0 0 0,0 0 148 0 0,0-1 0 0 0,-1 1 0 0 0,1 0 0 0 0,-1-1 0 0 0,0 1 1 0 0,-1-1-1 0 0,1 1 0 0 0,-2-7 0 0 0,0 7-9 0 0,0 0 1 0 0,0 0 0 0 0,-1 0 0 0 0,1 0-1 0 0,-1 1 1 0 0,0-1 0 0 0,0 1-1 0 0,0 0 1 0 0,-1-1 0 0 0,0 2 0 0 0,0-1-1 0 0,0 0 1 0 0,0 1 0 0 0,0-1-1 0 0,-1 1 1 0 0,1 1 0 0 0,-1-1 0 0 0,0 0-1 0 0,0 1 1 0 0,-8-3 0 0 0,-9-1 98 0 0,0 0 1 0 0,-1 2 0 0 0,-36-4 0 0 0,22 4 140 0 0,0 0-189 0 0,-1 1 1 0 0,0 3-1 0 0,0 1 0 0 0,0 2 1 0 0,1 1-1 0 0,-1 2 1 0 0,1 2-1 0 0,1 1 1 0 0,-1 2-1 0 0,2 1 0 0 0,-1 2 1 0 0,2 1-1 0 0,0 2 1 0 0,1 2-1 0 0,1 1 0 0 0,0 1 1 0 0,2 1-1 0 0,0 2 1 0 0,2 1-1 0 0,1 2 0 0 0,1 0 1 0 0,1 2-1 0 0,2 0 1 0 0,0 2-1 0 0,3 1 0 0 0,-27 52 1 0 0,32-50-33 0 0,2 0-1 0 0,2 1 1 0 0,0 1 0 0 0,3-1 0 0 0,1 2 0 0 0,1-1 0 0 0,3 1-1 0 0,0-1 1 0 0,3 1 0 0 0,7 64 0 0 0,-5-77-52 0 0,28 184 288 0 0,-22-170-172 0 0,2 0-1 0 0,1 0 0 0 0,21 48 1 0 0,-20-64-62 0 0,0 0 1 0 0,1-1-1 0 0,1-1 1 0 0,1 0-1 0 0,1-1 1 0 0,1-1-1 0 0,1 0 1 0 0,0-1-1 0 0,1-1 1 0 0,33 21-1 0 0,-12-12 125 0 0,1-1-1 0 0,1-3 1 0 0,0-1-1 0 0,75 22 0 0 0,-59-25 188 0 0,1-2-1 0 0,0-3 0 0 0,1-3 0 0 0,0-2 0 0 0,0-3 0 0 0,1-2 0 0 0,-1-3 0 0 0,1-3 0 0 0,-1-3 0 0 0,92-21 0 0 0,-77 8 659 0 0,92-39 0 0 0,-138 46-662 0 0,0-1-1 0 0,-1-1 1 0 0,-1-2 0 0 0,0 0 0 0 0,-1-2-1 0 0,23-23 1 0 0,-23 16-350 0 0,-2-2-1 0 0,0 0 1 0 0,-2-2-1 0 0,-1 0 1 0 0,-2-2-1 0 0,-1 0 1 0 0,-2-1-1 0 0,0 0 1 0 0,14-50-1 0 0,-11 18-15 0 0,-3 0 0 0 0,-3-1 0 0 0,-3 0-1 0 0,3-88 1 0 0,-12 113-20 0 0,-1 1 0 0 0,-2 0 0 0 0,-2-1 0 0 0,-2 1 0 0 0,-1 1 0 0 0,-3-1 0 0 0,-24-66 0 0 0,22 78 0 0 0,-1 0 0 0 0,-1 1 0 0 0,-2 1 0 0 0,0 0 0 0 0,-2 1 0 0 0,-1 1 0 0 0,-1 1 0 0 0,-1 0 0 0 0,0 2 0 0 0,-48-36 0 0 0,39 37 0 0 0,-1 1 0 0 0,-1 1 0 0 0,0 2 0 0 0,-1 2 0 0 0,-1 0 0 0 0,0 3 0 0 0,0 0 0 0 0,-1 3 0 0 0,-1 0 0 0 0,0 3 0 0 0,1 1 0 0 0,-2 1 0 0 0,1 2 0 0 0,0 2 0 0 0,0 1 0 0 0,-39 8 0 0 0,-87 22-3350 0 0,97-16-974 0 0,2 3 0 0 0,0 3 0 0 0,-112 57-1 0 0,127-52-5939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32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1261 163 4504 0 0,'30'-11'5778'0'0,"-18"-30"1685"0"0,-12 41-7399 0 0,0 0 0 0 0,1 0 0 0 0,-1-1 1 0 0,0 1-1 0 0,1 0 0 0 0,-1 0 0 0 0,0-1 0 0 0,0 1 0 0 0,1 0 0 0 0,-1 0 1 0 0,0-1-1 0 0,0 1 0 0 0,1 0 0 0 0,-1-1 0 0 0,0 1 0 0 0,0 0 0 0 0,0-1 1 0 0,0 1-1 0 0,0-1 0 0 0,1 1 0 0 0,-1 0 0 0 0,0-1 0 0 0,0 1 0 0 0,0-1 1 0 0,0 1-1 0 0,0 0 0 0 0,0-1 0 0 0,0 1 0 0 0,0 0 0 0 0,0-1 0 0 0,-1 1 1 0 0,1-1-1 0 0,0 1 0 0 0,0 0 0 0 0,0-1 0 0 0,0 1 0 0 0,0 0 0 0 0,-1-1 1 0 0,1 1-1 0 0,0 0 0 0 0,0-1 0 0 0,-1 1 0 0 0,1 0 0 0 0,0-1 0 0 0,-12-22 2883 0 0,10 19-3140 0 0,-9-3 401 0 0,-2 0 0 0 0,1 0 0 0 0,-1 1 0 0 0,0 0 0 0 0,0 2-1 0 0,0-1 1 0 0,-1 1 0 0 0,-24-3 0 0 0,-21-1-8 0 0,0 3 0 0 0,0 3 0 0 0,0 2-1 0 0,-1 2 1 0 0,1 3 0 0 0,-67 15-1 0 0,96-14-159 0 0,0 2-1 0 0,0 1 0 0 0,1 1 1 0 0,0 1-1 0 0,0 2 0 0 0,2 1 0 0 0,-31 20 1 0 0,24-11 29 0 0,0 2 1 0 0,1 2-1 0 0,1 1 0 0 0,-47 55 1 0 0,57-57 30 0 0,1 1 0 0 0,2 1 0 0 0,0 1 0 0 0,2 1 0 0 0,1 0 0 0 0,2 1 0 0 0,1 0 0 0 0,1 2 0 0 0,2-1 1 0 0,-10 54-1 0 0,12 8 78 0 0,3 0 1 0 0,10 119-1 0 0,0-24 563 0 0,-4-139-615 0 0,2 0-1 0 0,2 1 1 0 0,3-1-1 0 0,1-1 0 0 0,27 80 1 0 0,-26-99-94 0 0,2 0 0 0 0,2-1 0 0 0,0-1 0 0 0,2 0 1 0 0,1-1-1 0 0,1-1 0 0 0,1 0 0 0 0,1-2 0 0 0,1 0 0 0 0,29 24 0 0 0,-23-27 31 0 0,2-1-1 0 0,0-1 0 0 0,1-1 0 0 0,51 21 0 0 0,-10-11 88 0 0,74 19 1 0 0,-95-35-28 0 0,0-3 0 0 0,1-1 1 0 0,0-3-1 0 0,0-2 0 0 0,0-3 1 0 0,1-1-1 0 0,-1-3 0 0 0,0-2 0 0 0,-1-2 1 0 0,78-24-1 0 0,-69 15-123 0 0,-2-3 0 0 0,92-46 0 0 0,-126 54 0 0 0,-2-1 0 0 0,1-1 0 0 0,-2-1 0 0 0,0-1 0 0 0,-1-1 0 0 0,0 0 0 0 0,-2-2 0 0 0,0 0 0 0 0,16-24 0 0 0,17-37 0 0 0,-5-3 0 0 0,55-137 0 0 0,35-148 0 0 0,-124 331 0 0 0,-2-1 0 0 0,-2 0 0 0 0,-1 0 0 0 0,-2 0 0 0 0,-2-1 0 0 0,-3-44 0 0 0,-1 55 0 0 0,-1 1 0 0 0,-1-1 0 0 0,-2 1 0 0 0,-1 0 0 0 0,-1 0 0 0 0,-1 1 0 0 0,-1 0 0 0 0,-1 0 0 0 0,-19-30 0 0 0,22 43 0 0 0,-1 1 0 0 0,0 1 0 0 0,-1-1 0 0 0,0 2 0 0 0,-1-1 0 0 0,0 1 0 0 0,-1 1 0 0 0,1 0 0 0 0,-2 1 0 0 0,-14-9 0 0 0,6 7 0 0 0,-1 1 0 0 0,0 0 0 0 0,0 2 0 0 0,-1 1 0 0 0,-41-7 0 0 0,1 7 0 0 0,-1 3 0 0 0,0 2 0 0 0,-110 14 0 0 0,21 9-2652 0 0,86-10-434 0 0,1 4-1 0 0,1 3 0 0 0,-85 35 0 0 0,106-31-3281 0 0,10 0-3176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33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19 16610 0 0,'-37'-12'-214'0'0,"24"9"977"0"0,11 2-583 0 0,0 1 1 0 0,0-1-1 0 0,0 1 0 0 0,-1-1 1 0 0,1 1-1 0 0,0 0 1 0 0,0 0-1 0 0,-1 0 0 0 0,1 0 1 0 0,0 0-1 0 0,-1 0 1 0 0,1 1-1 0 0,-4 0 0 0 0,5 0-145 0 0,0-1 0 0 0,1 1-1 0 0,-1-1 1 0 0,0 1 0 0 0,1 0-1 0 0,-1-1 1 0 0,1 1 0 0 0,-1 0-1 0 0,1-1 1 0 0,-1 1 0 0 0,1 0-1 0 0,-1 0 1 0 0,1 0 0 0 0,0-1-1 0 0,-1 1 1 0 0,1 0 0 0 0,0 0-1 0 0,0 0 1 0 0,0-1-1 0 0,0 1 1 0 0,0 0 0 0 0,0 0-1 0 0,0 0 1 0 0,0 0 0 0 0,0 0-1 0 0,0 1 1 0 0,6 25 979 0 0,-3-22-902 0 0,-1 0 1 0 0,1 0-1 0 0,1-1 1 0 0,-1 1-1 0 0,1-1 0 0 0,0 0 1 0 0,0 0-1 0 0,0 0 1 0 0,0 0-1 0 0,1-1 1 0 0,-1 0-1 0 0,1 0 0 0 0,0 0 1 0 0,0 0-1 0 0,0-1 1 0 0,0 0-1 0 0,0 0 0 0 0,8 2 1 0 0,12 3 114 0 0,1-2 0 0 0,45 4 1 0 0,-38-5-72 0 0,487 24 1735 0 0,-407-27-116 0 0,-101-1-3241 0 0,24 0 5376 0 0,-23 0-5506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34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1938 48 12189 0 0,'0'0'-307'0'0,"-5"-25"1106"0"0,5 24-597 0 0,0 0 1 0 0,0 0-1 0 0,0 0 1 0 0,0 0 0 0 0,-1 0-1 0 0,1 0 1 0 0,0 0 0 0 0,0 0-1 0 0,-1 0 1 0 0,1 0 0 0 0,-1 1-1 0 0,1-1 1 0 0,-1 0-1 0 0,1 0 1 0 0,-1 0 0 0 0,1 1-1 0 0,-1-1 1 0 0,0 0 0 0 0,1 0-1 0 0,-1 1 1 0 0,0-1 0 0 0,0 1-1 0 0,1-1 1 0 0,-1 1-1 0 0,0-1 1 0 0,0 1 0 0 0,-1-1-1 0 0,-14 6 154 0 0,0 2-1 0 0,1 0 0 0 0,0 0 1 0 0,0 2-1 0 0,-20 14 1 0 0,-84 70 1471 0 0,37-27 145 0 0,-120 72 0 0 0,150-110-1301 0 0,-2-2-1 0 0,-1-2 1 0 0,-1-3 0 0 0,-104 25 0 0 0,82-30 118 0 0,0-4-1 0 0,0-3 1 0 0,-91-1 0 0 0,119-9-789 0 0,1-1 0 0 0,-1-3 0 0 0,-60-13 0 0 0,88 13 0 0 0,0-1 0 0 0,1-1 0 0 0,0-1 0 0 0,0-1 0 0 0,1 0 0 0 0,0-2 0 0 0,1 0 0 0 0,0-1 0 0 0,-26-22 0 0 0,28 14 0 0 0,4 4 0 0 0,-1 0 0 0 0,0 1 0 0 0,-18-14 0 0 0,22 19 0 0 0,-2 2 0 0 0,4-2 0 0 0,1 0-27 0 0,1 5 631 0 0,5 5-1096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6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0 165 8441 0 0,'0'-1'57'0'0,"4"-7"359"0"0,1-1-1 0 0,-1 1 0 0 0,1 0 1 0 0,1 0-1 0 0,-1 1 1 0 0,1 0-1 0 0,1 0 1 0 0,-1 0-1 0 0,1 1 0 0 0,0 0 1 0 0,12-8-1 0 0,3 2 287 0 0,0 1 1 0 0,0 1-1 0 0,47-15 0 0 0,-59 22-492 0 0,0 1 1 0 0,0 0-1 0 0,1 0 1 0 0,-1 1-1 0 0,1 1 0 0 0,-1-1 1 0 0,1 2-1 0 0,-1-1 1 0 0,1 2-1 0 0,-1-1 1 0 0,19 6-1 0 0,-27-6-163 0 0,0-1 0 0 0,0 1-1 0 0,0 0 1 0 0,0-1 0 0 0,0 1 0 0 0,0 0-1 0 0,0 1 1 0 0,0-1 0 0 0,0 0 0 0 0,0 0-1 0 0,-1 1 1 0 0,1-1 0 0 0,0 1 0 0 0,-1-1-1 0 0,1 1 1 0 0,-1 0 0 0 0,0 0 0 0 0,0 0-1 0 0,0-1 1 0 0,1 1 0 0 0,-2 0 0 0 0,1 0 0 0 0,0 1-1 0 0,0-1 1 0 0,-1 0 0 0 0,1 0 0 0 0,-1 0-1 0 0,0 0 1 0 0,1 1 0 0 0,-1-1 0 0 0,0 0-1 0 0,0 0 1 0 0,-1 0 0 0 0,1 1 0 0 0,0-1-1 0 0,-1 0 1 0 0,1 0 0 0 0,-1 0 0 0 0,0 0-1 0 0,1 0 1 0 0,-3 4 0 0 0,-5 8 175 0 0,1-1-1 0 0,-2 0 1 0 0,0 0-1 0 0,-19 20 1 0 0,16-19-91 0 0,0 1 56 0 0,3-5 1 0 0,1-1 0 0 0,0 1 0 0 0,1 0 0 0 0,0 1 0 0 0,0 0 0 0 0,1 0 0 0 0,1 1 0 0 0,-5 14 1 0 0,9-22-123 0 0,1 0 0 0 0,1 0 0 0 0,-1 0 1 0 0,0-1-1 0 0,1 1 0 0 0,0 0 1 0 0,0 0-1 0 0,0 0 0 0 0,1-1 1 0 0,-1 1-1 0 0,1 0 0 0 0,-1-1 0 0 0,1 0 1 0 0,5 7-1 0 0,34 40 458 0 0,24 11-18 0 0,-42-40-130 0 0,0 0 0 0 0,-2 1 0 0 0,38 51 0 0 0,-58-72-297 0 0,-1 1 1 0 0,1-1 0 0 0,0 0-1 0 0,0 1 1 0 0,-1-1-1 0 0,1 1 1 0 0,-1-1-1 0 0,1 1 1 0 0,-1-1-1 0 0,1 1 1 0 0,-1 0 0 0 0,0-1-1 0 0,0 1 1 0 0,0-1-1 0 0,0 1 1 0 0,0 0-1 0 0,0-1 1 0 0,0 1 0 0 0,-1-1-1 0 0,1 1 1 0 0,-1 0-1 0 0,1-1 1 0 0,-1 1-1 0 0,0 1 1 0 0,-1 0 53 0 0,-1 0 0 0 0,1 0 0 0 0,0-1 0 0 0,-1 1 0 0 0,0 0 1 0 0,1-1-1 0 0,-1 0 0 0 0,0 0 0 0 0,0 0 0 0 0,-5 3 0 0 0,-7 2 299 0 0,0-1 1 0 0,-1 0-1 0 0,-25 6 1 0 0,23-6-316 0 0,11-4-114 0 0,-1 0-1 0 0,1-1 1 0 0,0 1 0 0 0,-1-2-1 0 0,1 1 1 0 0,-1-1 0 0 0,1 0 0 0 0,-1 0-1 0 0,1-1 1 0 0,-8-1 0 0 0,8 1 136 0 0,-50-8-3583 0 0,25-5-6960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6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336 216 14325 0 0,'-1'-2'-9'0'0,"0"1"0"0"0,-1 0 0 0 0,1 0 0 0 0,0 0 0 0 0,-1 0 0 0 0,1 0 0 0 0,-1 0 0 0 0,1 0 0 0 0,-1 1 0 0 0,1-1 0 0 0,-1 0 0 0 0,0 1 0 0 0,1-1 0 0 0,-1 1 1 0 0,0 0-1 0 0,0-1 0 0 0,1 1 0 0 0,-1 0 0 0 0,0 0 0 0 0,0 0 0 0 0,1 0 0 0 0,-1 1 0 0 0,0-1 0 0 0,1 0 0 0 0,-1 1 0 0 0,0-1 0 0 0,1 1 0 0 0,-1 0 0 0 0,0-1 0 0 0,-1 2 0 0 0,-5 2 216 0 0,1 0 0 0 0,0 1 1 0 0,1 0-1 0 0,-1 0 0 0 0,-9 10 1 0 0,10-9-5 0 0,0 0 0 0 0,0 1 0 0 0,0 0 0 0 0,1 0 0 0 0,0 1 0 0 0,0-1 1 0 0,1 1-1 0 0,0 0 0 0 0,0 0 0 0 0,1 1 0 0 0,0-1 0 0 0,1 1 0 0 0,0-1 0 0 0,0 1 0 0 0,-1 14 1 0 0,3-17-89 0 0,0 0 1 0 0,1 0 0 0 0,0 0 0 0 0,0 0 0 0 0,1-1 0 0 0,-1 1-1 0 0,1 0 1 0 0,0-1 0 0 0,1 1 0 0 0,-1-1 0 0 0,1 0 0 0 0,0 0 0 0 0,0 0-1 0 0,1 0 1 0 0,0 0 0 0 0,0-1 0 0 0,0 1 0 0 0,0-1 0 0 0,0 0-1 0 0,1-1 1 0 0,0 1 0 0 0,0-1 0 0 0,0 0 0 0 0,7 3 0 0 0,6 3 39 0 0,0-2 1 0 0,1 0-1 0 0,0-2 1 0 0,0 0-1 0 0,1-1 1 0 0,-1-1-1 0 0,1 0 1 0 0,0-2-1 0 0,0 0 1 0 0,0-1-1 0 0,-1-1 1 0 0,1-1-1 0 0,0-1 1 0 0,-1-1-1 0 0,1 0 1 0 0,-1-2 0 0 0,0 0-1 0 0,24-12 1 0 0,-37 15-69 0 0,0 0-1 0 0,-1 0 1 0 0,0 0 0 0 0,1-1 0 0 0,-1 0 0 0 0,-1 0 0 0 0,1 0 0 0 0,-1 0 0 0 0,1-1 0 0 0,-1 0 0 0 0,-1 0 0 0 0,1 0 0 0 0,-1 0 0 0 0,0 0 0 0 0,0-1 0 0 0,0 0-1 0 0,-1 0 1 0 0,1 1 0 0 0,1-12 0 0 0,-3 6 0 0 0,0 0 0 0 0,-1 0 0 0 0,0 0 0 0 0,-1 0 0 0 0,0 0 0 0 0,-1 0 0 0 0,0 0 0 0 0,-1 0 0 0 0,0 0 0 0 0,-7-14 0 0 0,3 7-24 0 0,0 0 0 0 0,-2 0 0 0 0,-1 0 0 0 0,0 1-1 0 0,-1 1 1 0 0,0 0 0 0 0,-1 0 0 0 0,-1 1 0 0 0,-1 1 0 0 0,-20-17 0 0 0,22 22-214 0 0,-1 0 0 0 0,0 1 0 0 0,0 0 0 0 0,0 2 0 0 0,-1-1 0 0 0,0 2 1 0 0,-1 0-1 0 0,1 0 0 0 0,-1 1 0 0 0,0 1 0 0 0,0 1 0 0 0,0 0 0 0 0,0 1 1 0 0,-20 0-1 0 0,3 3-1291 0 0,0 2 1 0 0,-45 10 0 0 0,-61 23-6310 0 0,106-25 2985 0 0,10-1-2053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6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944 208 12145 0 0,'-43'8'-105'0'0,"1"2"0"0"0,0 2 0 0 0,1 2 0 0 0,1 1 0 0 0,0 2 0 0 0,-62 37 0 0 0,56-24 351 0 0,2 1 1 0 0,2 2-1 0 0,1 2 1 0 0,-71 79-1 0 0,73-70 79 0 0,3 3 0 0 0,1 0 0 0 0,3 3 0 0 0,1 0-1 0 0,3 2 1 0 0,-31 81 0 0 0,48-101-99 0 0,1 1-1 0 0,2 0 1 0 0,1 0 0 0 0,1 1-1 0 0,0 44 1 0 0,5-53-62 0 0,2 0 1 0 0,1 0-1 0 0,1 0 0 0 0,1-1 1 0 0,1 1-1 0 0,1-1 0 0 0,1 0 1 0 0,11 23-1 0 0,-8-27-49 0 0,1 0 0 0 0,1-1 0 0 0,0 0 0 0 0,2-1-1 0 0,0 0 1 0 0,1-1 0 0 0,1-1 0 0 0,0 0 0 0 0,1-2 0 0 0,1 1 0 0 0,0-2 0 0 0,21 12-1 0 0,4-1 64 0 0,1-2 0 0 0,2-1-1 0 0,0-2 1 0 0,70 18 0 0 0,-33-18-48 0 0,1-3 1 0 0,1-4 0 0 0,0-3 0 0 0,0-4 0 0 0,1-4 0 0 0,123-14 0 0 0,-69-6-91 0 0,-2-5-1 0 0,0-7 1 0 0,152-55-1 0 0,-222 62 13 0 0,-2-2 1 0 0,0-3-1 0 0,-2-3 0 0 0,-2-3 0 0 0,-1-2 0 0 0,-2-3 0 0 0,59-51 0 0 0,-90 64 63 0 0,0-1-1 0 0,-1 0 1 0 0,-2-3-1 0 0,-2 0 1 0 0,0-1-1 0 0,20-39 1 0 0,-30 43 20 0 0,0 0 1 0 0,-2-1-1 0 0,0 0 0 0 0,-3-1 1 0 0,0 0-1 0 0,-2 0 0 0 0,-1-1 1 0 0,1-47-1 0 0,-6 42-64 0 0,-2 1 0 0 0,-1-1-1 0 0,-2 1 1 0 0,-1 0 0 0 0,-2 1 0 0 0,-1 0 0 0 0,-2 0-1 0 0,-2 0 1 0 0,0 2 0 0 0,-3 0 0 0 0,0 0-1 0 0,-2 2 1 0 0,-1 0 0 0 0,-2 1 0 0 0,-37-41-1 0 0,31 42-66 0 0,0 1 0 0 0,-1 2 0 0 0,-2 1 0 0 0,-1 1-1 0 0,0 1 1 0 0,-2 2 0 0 0,0 2 0 0 0,-1 0 0 0 0,-1 3 0 0 0,0 1-1 0 0,-1 1 1 0 0,-1 2 0 0 0,0 2 0 0 0,-55-7 0 0 0,27 11-315 0 0,0 3 1 0 0,0 3-1 0 0,0 3 1 0 0,0 2 0 0 0,1 4-1 0 0,0 2 1 0 0,-91 30-1 0 0,56-8-1875 0 0,1 5 0 0 0,3 4 0 0 0,-167 102 0 0 0,225-121 33 0 0,1 1 1 0 0,-55 51-1 0 0,29-15-3137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7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1267 84 10213 0 0,'22'-67'1419'0'0,"-19"59"-478"0"0,-2 0 2528 0 0,-34 42-2824 0 0,1 2 0 0 0,-28 41 0 0 0,6-7-38 0 0,-229 277 1791 0 0,-344 447 3533 0 0,543-661-4745 0 0,22-33 76 0 0,46-73-841 0 0,11-18-346 0 0,0 0 0 0 0,-1-1 0 0 0,1 0 0 0 0,-14 14 0 0 0,18-21-491 0 0,2-25-6826 0 0,2 0 2855 0 0,0 0-1 0 0,9-28 1 0 0,-6 23-3094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8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1860 108 13029 0 0,'0'-3'6'0'0,"-1"1"-1"0"0,0-1 0 0 0,0 0 1 0 0,0 1-1 0 0,0-1 0 0 0,0 1 1 0 0,-1-1-1 0 0,1 1 1 0 0,-1 0-1 0 0,0-1 0 0 0,0 1 1 0 0,1 0-1 0 0,-1 0 0 0 0,0 0 1 0 0,-1 0-1 0 0,1 1 1 0 0,0-1-1 0 0,-1 1 0 0 0,1-1 1 0 0,0 1-1 0 0,-1 0 0 0 0,0 0 1 0 0,1 0-1 0 0,-1 0 1 0 0,0 0-1 0 0,-3 0 0 0 0,-13-4 350 0 0,1 0-1 0 0,-29-2 1 0 0,45 6-341 0 0,-63-5 431 0 0,-1 3 0 0 0,0 3 0 0 0,0 2 0 0 0,1 4 0 0 0,0 2 0 0 0,-100 26 0 0 0,75-9-117 0 0,2 4 0 0 0,1 4 0 0 0,1 4 0 0 0,-82 49 0 0 0,119-57-214 0 0,3 3 0 0 0,0 1 0 0 0,2 2 0 0 0,2 3 0 0 0,1 1 0 0 0,2 2 0 0 0,2 1 0 0 0,2 2 0 0 0,2 2 0 0 0,2 1 0 0 0,2 1-1 0 0,2 1 1 0 0,2 2 0 0 0,2 1 0 0 0,3 0 0 0 0,2 2 0 0 0,2 0 0 0 0,3 1 0 0 0,2 0 0 0 0,3 1 0 0 0,2 0 0 0 0,2 106 0 0 0,5-138-91 0 0,1 1 1 0 0,1-1-1 0 0,1 1 0 0 0,1-1 0 0 0,2-1 1 0 0,0 1-1 0 0,1-1 0 0 0,1 0 0 0 0,2-1 1 0 0,0 0-1 0 0,1-1 0 0 0,1 0 1 0 0,1-1-1 0 0,1 0 0 0 0,1-1 0 0 0,0-1 1 0 0,1-1-1 0 0,1 0 0 0 0,1-1 1 0 0,1-1-1 0 0,0-1 0 0 0,26 14 0 0 0,-2-5-3 0 0,2-2-1 0 0,0-2 0 0 0,1-2 0 0 0,1-2 0 0 0,0-3 0 0 0,1-1 0 0 0,85 7 1 0 0,-37-13-94 0 0,-1-3 0 0 0,192-23 0 0 0,-195 7 7 0 0,0-3-1 0 0,-2-4 0 0 0,-1-5 1 0 0,-1-3-1 0 0,-1-4 0 0 0,97-52 1 0 0,-131 56 145 0 0,0-2 1 0 0,-2-3 0 0 0,-2-2-1 0 0,-1-3 1 0 0,-2-1 0 0 0,-1-2 0 0 0,-3-3-1 0 0,-2-1 1 0 0,-1-2 0 0 0,42-68-1 0 0,-61 78 116 0 0,-1-1 0 0 0,-2-1-1 0 0,-2-1 1 0 0,-1 0-1 0 0,-3-1 1 0 0,-1-1 0 0 0,-2 0-1 0 0,-2 0 1 0 0,-2 0 0 0 0,0-55-1 0 0,-5 53-59 0 0,-3 0 0 0 0,-1 0 0 0 0,-2 0 0 0 0,-2 1 0 0 0,-2-1 0 0 0,-2 2 0 0 0,-1 0 0 0 0,-3 0 0 0 0,-38-73 0 0 0,41 94-119 0 0,-1 1 1 0 0,0 0-1 0 0,-2 1 0 0 0,0 1 1 0 0,-1 0-1 0 0,-1 1 1 0 0,-1 1-1 0 0,0 1 0 0 0,-1 1 1 0 0,-1 0-1 0 0,0 2 0 0 0,-36-17 1 0 0,26 17-174 0 0,-1 1-1 0 0,0 2 1 0 0,-1 1 0 0 0,0 2 0 0 0,-1 1 0 0 0,0 2 0 0 0,1 1 0 0 0,-62 2 0 0 0,19 6-1084 0 0,0 4 0 0 0,2 2 1 0 0,-1 4-1 0 0,-106 36 0 0 0,99-22-4431 0 0,-135 70 0 0 0,175-72 350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39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38 10461 0 0,'-44'-16'556'0'0,"12"-5"10144"0"0,490 196-4995 0 0,-298-118-4993 0 0,838 283 1413 0 0,-903-311-1968 0 0,406 131 714 0 0,-480-150-706 0 0,0 1 0 0 0,-1 0-1 0 0,-1 1 1 0 0,0 1 0 0 0,0 1 0 0 0,-1 1 0 0 0,30 31 0 0 0,-5-5-4 0 0,0-13-161 0 0,-31-17 0 0 0,2-1 0 0 0,-3-1 0 0 0,1 0 0 0 0,-2-1 0 0 0,2-2 0 0 0,-6-1-457 0 0,-57 0-14928 0 0,35-3 10559 0 0,-9 4-5417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0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33 104 17386 0 0,'-21'-16'-371'0'0,"20"15"580"0"0,0-1-1 0 0,0 1 0 0 0,0 0 0 0 0,0-1 0 0 0,0 1 1 0 0,0-1-1 0 0,0 1 0 0 0,0-1 0 0 0,1 1 1 0 0,-1-1-1 0 0,1 0 0 0 0,-1 1 0 0 0,1-1 0 0 0,0 0 1 0 0,0 1-1 0 0,0-1 0 0 0,0-3 0 0 0,1 3-83 0 0,0 0 0 0 0,1 0-1 0 0,0 0 1 0 0,-1 0 0 0 0,1 0-1 0 0,0 0 1 0 0,0 0 0 0 0,0 1-1 0 0,0-1 1 0 0,0 1 0 0 0,0-1-1 0 0,0 1 1 0 0,1 0 0 0 0,-1 0-1 0 0,4-1 1 0 0,-5 1 45 0 0,13-5 73 0 0,-1 1 0 0 0,1 1 0 0 0,0 0 0 0 0,0 1-1 0 0,0 0 1 0 0,1 1 0 0 0,-1 1 0 0 0,0 0 0 0 0,1 1 0 0 0,-1 1-1 0 0,1 0 1 0 0,-1 1 0 0 0,0 0 0 0 0,0 1 0 0 0,0 1 0 0 0,0 0-1 0 0,0 1 1 0 0,-1 0 0 0 0,0 1 0 0 0,20 13 0 0 0,-30-17-202 0 0,0 0 1 0 0,0 1-1 0 0,-1-1 1 0 0,1 1-1 0 0,-1 0 1 0 0,0 0-1 0 0,1 0 1 0 0,-1 0-1 0 0,-1 0 0 0 0,1 0 1 0 0,0 0-1 0 0,-1 1 1 0 0,0-1-1 0 0,1 0 1 0 0,-1 1-1 0 0,-1-1 1 0 0,1 1-1 0 0,0 0 1 0 0,-1-1-1 0 0,0 1 0 0 0,0-1 1 0 0,0 1-1 0 0,0 0 1 0 0,-1-1-1 0 0,1 1 1 0 0,-1-1-1 0 0,0 1 1 0 0,0-1-1 0 0,-2 6 1 0 0,-5 10 99 0 0,-1 0 0 0 0,0-1 0 0 0,-1-1 0 0 0,-16 21 0 0 0,9-13-33 0 0,-7 11 71 0 0,-22 36 237 0 0,43-66-334 0 0,0 1 1 0 0,0 0 0 0 0,0 0 0 0 0,1 0 0 0 0,0 0-1 0 0,0 0 1 0 0,1 0 0 0 0,-2 15 0 0 0,4-15-47 0 0,0 1 1 0 0,0 0-1 0 0,0-1 1 0 0,1 1-1 0 0,0-1 0 0 0,1 1 1 0 0,-1-1-1 0 0,1 0 1 0 0,1 0-1 0 0,-1 0 0 0 0,1-1 1 0 0,8 11-1 0 0,6 5 183 0 0,2 0 0 0 0,22 20 0 0 0,13 15-7 0 0,-53-56-212 0 0,-1 1 0 0 0,0 0 0 0 0,0 0 0 0 0,0 0 0 0 0,0 0 0 0 0,0 0 0 0 0,0 0 0 0 0,0 1 0 0 0,-1-1 0 0 0,1 0 0 0 0,-1 0 0 0 0,1 1 0 0 0,-1-1 0 0 0,0 0 0 0 0,0 0 0 0 0,0 1 0 0 0,0-1 0 0 0,-1 0 0 0 0,1 0 0 0 0,0 1 0 0 0,-1-1 0 0 0,0 0 0 0 0,1 0 0 0 0,-1 0 0 0 0,0 0 0 0 0,-2 3 0 0 0,0 0 0 0 0,0 0 0 0 0,0 0 0 0 0,-1 0 0 0 0,1-1 0 0 0,-1 1 0 0 0,-1-1 0 0 0,1 0 0 0 0,-5 4 0 0 0,-2-1 0 0 0,0-1 0 0 0,-1 0 0 0 0,1 0 0 0 0,-1-1 0 0 0,0-1 0 0 0,0 0 0 0 0,0 0 0 0 0,-1-1 0 0 0,0-1 0 0 0,1 0 0 0 0,-17 0 0 0 0,22-1-492 0 0,1-1 0 0 0,0 0 0 0 0,0 0 0 0 0,-1-1 0 0 0,1 0 0 0 0,0 0 0 0 0,0 0 0 0 0,0-1 0 0 0,0 0 0 0 0,0 0 0 0 0,0 0 0 0 0,0-1 0 0 0,1 0 0 0 0,-1 0 0 0 0,-6-5 0 0 0,11 6 32 0 0,-1 0 0 0 0,0-1 0 0 0,1 1 0 0 0,-1-1 0 0 0,1 1 0 0 0,0-1 0 0 0,0 0 0 0 0,0 0 0 0 0,0 1 0 0 0,1-1 0 0 0,-1 0 0 0 0,1 0-1 0 0,-1 0 1 0 0,1 0 0 0 0,0 1 0 0 0,0-1 0 0 0,0 0 0 0 0,1 0 0 0 0,-1 0 0 0 0,1 0 0 0 0,-1 0 0 0 0,1 1 0 0 0,0-1 0 0 0,0 0 0 0 0,0 1 0 0 0,2-5 0 0 0,7-17-10158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1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460 286 18266 0 0,'10'-40'7842'0'0,"-11"35"-7197"0"0,1-1 0 0 0,1 1-1 0 0,-1 0 1 0 0,1 0 0 0 0,0 0-1 0 0,0 0 1 0 0,0 0 0 0 0,3-6-1 0 0,-1 4-531 0 0,-1 0 0 0 0,-1 0 0 0 0,1 0 0 0 0,-1 0 0 0 0,0 0-1 0 0,0-12 1 0 0,-2 7-100 0 0,0 1-6 0 0,1 1 0 0 0,-2-1 0 0 0,0 0-1 0 0,0 1 1 0 0,-1-1 0 0 0,-3-9 0 0 0,4 17-7 0 0,1 1 0 0 0,0 0 1 0 0,-1-1-1 0 0,1 1 0 0 0,-1 0 0 0 0,0 0 0 0 0,0 0 1 0 0,0 0-1 0 0,0 0 0 0 0,0 1 0 0 0,0-1 0 0 0,0 1 1 0 0,-1-1-1 0 0,1 1 0 0 0,0 0 0 0 0,-1-1 0 0 0,1 1 1 0 0,-1 1-1 0 0,1-1 0 0 0,-1 0 0 0 0,0 1 0 0 0,1-1 1 0 0,-1 1-1 0 0,0 0 0 0 0,0 0 0 0 0,1 0 0 0 0,-1 0 1 0 0,0 0-1 0 0,-2 1 0 0 0,-12 2 0 0 0,0 0 0 0 0,0 2 0 0 0,1 0 0 0 0,0 0 0 0 0,0 2 0 0 0,0 0 0 0 0,1 1 0 0 0,0 0 0 0 0,0 1 0 0 0,1 1 0 0 0,1 0 0 0 0,-1 1 0 0 0,2 0 0 0 0,-16 18 0 0 0,24-25 0 0 0,1-1 0 0 0,0 1 0 0 0,0 0 0 0 0,0 1 0 0 0,0-1 0 0 0,0 0 0 0 0,1 1 0 0 0,0-1 0 0 0,0 1 0 0 0,0 0 0 0 0,1 0 0 0 0,0 0 0 0 0,0 0 0 0 0,0 0 0 0 0,0 0 0 0 0,1 0 0 0 0,-1 0 0 0 0,2 0 0 0 0,-1 0 0 0 0,1 8 0 0 0,1-9 0 0 0,0 0 0 0 0,-1 0 0 0 0,1 0 0 0 0,1 0 0 0 0,-1 0 0 0 0,0 0 0 0 0,1 0 0 0 0,0-1 0 0 0,0 1 0 0 0,0-1 0 0 0,0 0 0 0 0,1 0 0 0 0,-1 0 0 0 0,1-1 0 0 0,0 1 0 0 0,-1-1 0 0 0,1 0 0 0 0,0 0 0 0 0,1 0 0 0 0,-1 0 0 0 0,0-1 0 0 0,0 1 0 0 0,5 0 0 0 0,66 12 0 0 0,-56-11 0 0 0,0 0 0 0 0,0 2 0 0 0,30 10 0 0 0,-43-12 0 0 0,1 0 0 0 0,-1 1 0 0 0,0 0 0 0 0,0 0 0 0 0,0 0 0 0 0,0 1 0 0 0,-1-1 0 0 0,1 1 0 0 0,-1 1 0 0 0,-1-1 0 0 0,1 1 0 0 0,-1 0 0 0 0,6 10 0 0 0,0 2 0 0 0,-2 1 0 0 0,0 0 0 0 0,0 0 0 0 0,-2 1 0 0 0,-1 0 0 0 0,0 0 0 0 0,-2 0 0 0 0,0 0 0 0 0,-1 1 0 0 0,-1-1 0 0 0,-3 40 0 0 0,0-51 0 0 0,-1 0 0 0 0,0-1 0 0 0,0 1 0 0 0,0-1 0 0 0,-1 0 0 0 0,-1 0 0 0 0,1 0 0 0 0,-1 0 0 0 0,-1-1 0 0 0,1 0 0 0 0,-1 0 0 0 0,0 0 0 0 0,-1-1 0 0 0,0 0 0 0 0,0 0 0 0 0,0 0 0 0 0,0-1 0 0 0,-1 0 0 0 0,0-1 0 0 0,0 0 0 0 0,-15 6 0 0 0,-9 1 0 0 0,-1-1 0 0 0,1-1 0 0 0,-2-2 0 0 0,-48 5 0 0 0,62-10-1391 0 0,-1-1 1 0 0,-29-1-1 0 0,42-1 697 0 0,0 0-1 0 0,0 0 0 0 0,0 0 0 0 0,1-1 0 0 0,-1 0 0 0 0,0-1 0 0 0,1 1 0 0 0,0-2 1 0 0,-10-4-1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1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878 145 21206 0 0,'-35'12'-288'0'0,"1"0"1"0"0,0 2 0 0 0,1 2-1 0 0,0 1 1 0 0,1 1-1 0 0,1 2 1 0 0,-39 33-1 0 0,19-10 443 0 0,2 2 0 0 0,2 3 0 0 0,-47 61 0 0 0,51-54 147 0 0,3 3 0 0 0,1 1 0 0 0,4 2 0 0 0,2 1-1 0 0,3 1 1 0 0,3 2 0 0 0,-37 131 0 0 0,56-159-126 0 0,2 0 1 0 0,1 1-1 0 0,2-1 1 0 0,1 1 0 0 0,3 0-1 0 0,0 0 1 0 0,8 38-1 0 0,-3-48-66 0 0,0 0 0 0 0,2 0 0 0 0,1-1 0 0 0,2 0 0 0 0,0-1 0 0 0,2 0 0 0 0,0-1 0 0 0,2 0 0 0 0,1-1 1 0 0,21 25-1 0 0,-13-22-36 0 0,2-1 1 0 0,0-2 0 0 0,1 0 0 0 0,2-1 0 0 0,0-2-1 0 0,2-1 1 0 0,0-2 0 0 0,1-1 0 0 0,0-1 0 0 0,2-2 0 0 0,-1-1-1 0 0,2-1 1 0 0,64 11 0 0 0,-41-13-77 0 0,1-4 0 0 0,1-1 0 0 0,-1-4 0 0 0,0-2 0 0 0,0-2 1 0 0,1-4-1 0 0,94-21 0 0 0,-53 2-16 0 0,-2-4 1 0 0,-1-4-1 0 0,-1-5 1 0 0,-2-4 0 0 0,-2-4-1 0 0,-3-3 1 0 0,92-69-1 0 0,-124 77 82 0 0,-2-3-1 0 0,-2-3 0 0 0,-3-1 0 0 0,-1-3 0 0 0,-3-2 0 0 0,-2-2 1 0 0,-2-2-1 0 0,-4-2 0 0 0,-1-1 0 0 0,-4-2 0 0 0,30-74 0 0 0,-50 98-4 0 0,-2 0-1 0 0,-1 0 0 0 0,-1-1 0 0 0,-3 0 0 0 0,-1-1 0 0 0,-2 0 0 0 0,-2-43 0 0 0,-3 62-38 0 0,0 0 0 0 0,-2 0 0 0 0,0 0 0 0 0,-1 0 0 0 0,-2 1 0 0 0,0-1 0 0 0,-1 1 0 0 0,-1 1 0 0 0,-1-1 0 0 0,-1 2 0 0 0,-1-1 0 0 0,0 1 0 0 0,-2 1 0 0 0,-25-31-1 0 0,14 25-12 0 0,-1 1 0 0 0,-1 2-1 0 0,-1 0 1 0 0,-1 1-1 0 0,0 2 1 0 0,-1 1 0 0 0,-34-14-1 0 0,20 14-48 0 0,-1 1 0 0 0,-1 2 0 0 0,0 2-1 0 0,-73-10 1 0 0,32 15-169 0 0,-1 3 1 0 0,1 3-1 0 0,-1 5 1 0 0,1 3-1 0 0,-101 23 0 0 0,89-10-580 0 0,1 5-1 0 0,2 4 1 0 0,0 4-1 0 0,-124 63 1 0 0,146-57-1602 0 0,-127 89 0 0 0,145-85-474 0 0,2 2 0 0 0,-74 80 0 0 0,64-48-3489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2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911 31 13553 0 0,'-5'-18'2305'0'0,"5"18"-2167"0"0,0-1 0 0 0,0 1 0 0 0,0-1 0 0 0,0 0 0 0 0,0 1 0 0 0,-1-1 0 0 0,1 1 0 0 0,0-1 0 0 0,0 1 1 0 0,0-1-1 0 0,-1 1 0 0 0,1-1 0 0 0,0 1 0 0 0,-1-1 0 0 0,1 1 0 0 0,0-1 0 0 0,-1 1 0 0 0,1 0 0 0 0,0-1 0 0 0,-1 1 0 0 0,1 0 0 0 0,-1-1 1 0 0,1 1-1 0 0,-1 0 0 0 0,1-1 0 0 0,-1 1 0 0 0,1 0 0 0 0,-1 0 0 0 0,1 0 0 0 0,-1-1 0 0 0,1 1 0 0 0,-1 0 0 0 0,0 0 0 0 0,1 0 0 0 0,-2 0 1 0 0,-11 9 205 0 0,1-1 0 0 0,0 2 0 0 0,0 0 1 0 0,1 0-1 0 0,-15 18 0 0 0,-50 71 949 0 0,38-48-756 0 0,-545 793 7445 0 0,576-833-7953 0 0,-15 25-13 0 0,-30 36 0 0 0,52-71-175 0 0,-1 0 0 0 0,1 0 1 0 0,-1 0-1 0 0,0 0 0 0 0,1 0 0 0 0,-1 0 0 0 0,0-1 1 0 0,1 1-1 0 0,-1 0 0 0 0,0 0 0 0 0,0-1 0 0 0,0 1 1 0 0,0-1-1 0 0,1 1 0 0 0,-1-1 0 0 0,0 1 0 0 0,0-1 1 0 0,0 1-1 0 0,0-1 0 0 0,0 0 0 0 0,0 0 0 0 0,0 1 1 0 0,0-1-1 0 0,-1 0 0 0 0,1 0 0 0 0,0 0 0 0 0,0 0 1 0 0,0 0-1 0 0,-2-1 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2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6 127 16418 0 0,'-1'-2'125'0'0,"0"1"0"0"0,0-1 0 0 0,1 1 0 0 0,-1-1 0 0 0,1 1 0 0 0,0-1 0 0 0,-1 0 0 0 0,1 1 0 0 0,0-1 0 0 0,0 0 0 0 0,0 1 0 0 0,0-1 1 0 0,0 0-1 0 0,1-1 0 0 0,10-7 123 0 0,1 0 0 0 0,0 1 0 0 0,0 1 0 0 0,1 0 0 0 0,0 1 0 0 0,1 0 0 0 0,-1 1 0 0 0,1 0 0 0 0,0 2 0 0 0,1-1 0 0 0,-1 2 0 0 0,16-3 0 0 0,0 1 7 0 0,0 2-1 0 0,0 0 0 0 0,1 2 0 0 0,-1 2 0 0 0,35 4 0 0 0,-62-5-193 0 0,0 0-1 0 0,0 1 0 0 0,0-1 0 0 0,0 1 0 0 0,0 0 0 0 0,0 0 0 0 0,0 0 1 0 0,0 0-1 0 0,0 1 0 0 0,0-1 0 0 0,0 1 0 0 0,-1-1 0 0 0,1 1 1 0 0,-1 0-1 0 0,1 0 0 0 0,-1 0 0 0 0,0 1 0 0 0,0-1 0 0 0,0 0 0 0 0,0 1 1 0 0,3 5-1 0 0,-4-5 73 0 0,0 1 1 0 0,0-1 0 0 0,-1 1 0 0 0,1-1-1 0 0,-1 1 1 0 0,0-1 0 0 0,0 1 0 0 0,0-1 0 0 0,0 1-1 0 0,-1-1 1 0 0,1 1 0 0 0,-1 0 0 0 0,0-1-1 0 0,0 0 1 0 0,0 1 0 0 0,-1-1 0 0 0,1 0-1 0 0,-1 0 1 0 0,-2 4 0 0 0,-24 39 1179 0 0,18-32-936 0 0,1 1-1 0 0,0 0 0 0 0,1 1 0 0 0,0-1 0 0 0,1 2 1 0 0,1-1-1 0 0,-6 27 0 0 0,12-34-292 0 0,1 0 1 0 0,0 0-1 0 0,1 0 0 0 0,0 0 1 0 0,0-1-1 0 0,1 1 0 0 0,0-1 1 0 0,1 0-1 0 0,-1 1 0 0 0,2-1 1 0 0,7 11-1 0 0,19 47 306 0 0,-29-58-390 0 0,-1 1 0 0 0,0 0 0 0 0,-1-1 0 0 0,0 1 0 0 0,0 0 0 0 0,-1-1 0 0 0,0 1 0 0 0,0-1 0 0 0,-1 1 0 0 0,-1-1 0 0 0,1 1 0 0 0,-1-1 0 0 0,0 0 0 0 0,-1 0 0 0 0,0-1 0 0 0,0 1 0 0 0,-6 7 0 0 0,4-6 0 0 0,0 0 0 0 0,-1 0 0 0 0,1-1 0 0 0,-2 0 0 0 0,1 0 0 0 0,-1-1 0 0 0,-1 1 0 0 0,1-2 0 0 0,-1 1 0 0 0,0-1 0 0 0,0-1 0 0 0,-1 0 0 0 0,-14 6 0 0 0,8-10 0 0 0,11-1-238 0 0,1-1 0 0 0,-1 1 0 0 0,1-1 0 0 0,-1 0 0 0 0,1 0 0 0 0,-1 0 0 0 0,1 0 0 0 0,0-1 0 0 0,-1 0 0 0 0,-4-3 1 0 0,8 5-11 0 0,0-1 1 0 0,0 0 0 0 0,0 0-1 0 0,0 0 1 0 0,0 1 0 0 0,1-1-1 0 0,-1 0 1 0 0,0 0 0 0 0,1 0 0 0 0,-1 0-1 0 0,0 0 1 0 0,1 0 0 0 0,-1 0-1 0 0,1 0 1 0 0,0-1 0 0 0,-1 1-1 0 0,1 0 1 0 0,0 0 0 0 0,0 0-1 0 0,0 0 1 0 0,0-1 0 0 0,0 1 0 0 0,0 0-1 0 0,0-1 1 0 0,2-4-1057 0 0,-1 1 0 0 0,2 0 0 0 0,-1 0 0 0 0,0 0 0 0 0,1 0 0 0 0,0 0 0 0 0,0 1 0 0 0,1-1 0 0 0,5-5 0 0 0,-6 6 575 0 0,18-23-7613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3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14 14693 0 0,'-1'-1'48'0'0,"0"-1"0"0"0,-1 1 0 0 0,1 0-1 0 0,0 0 1 0 0,-1 0 0 0 0,1 0 0 0 0,-1 0-1 0 0,1 0 1 0 0,-1 1 0 0 0,1-1-1 0 0,-1 0 1 0 0,0 1 0 0 0,1 0 0 0 0,-1-1-1 0 0,0 1 1 0 0,1 0 0 0 0,-1-1 0 0 0,0 1-1 0 0,1 0 1 0 0,-1 0 0 0 0,0 1 0 0 0,0-1-1 0 0,1 0 1 0 0,-1 1 0 0 0,0-1 0 0 0,1 1-1 0 0,-1-1 1 0 0,-3 2 0 0 0,-51 26 1372 0 0,52-26-1318 0 0,-20 13 869 0 0,-44 35-1 0 0,60-44-756 0 0,0 1 1 0 0,0 1-1 0 0,1-1 0 0 0,0 1 0 0 0,0 1 1 0 0,1-1-1 0 0,0 1 0 0 0,-7 15 0 0 0,12-20-141 0 0,1 0 0 0 0,-1 0 0 0 0,1 0 0 0 0,0 0 0 0 0,0 0 0 0 0,0 0 0 0 0,0 0 0 0 0,1-1 0 0 0,-1 1 0 0 0,1 0 0 0 0,0 0-1 0 0,0 0 1 0 0,1 0 0 0 0,-1-1 0 0 0,1 1 0 0 0,0-1 0 0 0,-1 1 0 0 0,2-1 0 0 0,3 6 0 0 0,6 6 406 0 0,0 0 0 0 0,21 21 0 0 0,-21-24-339 0 0,3 1 771 0 0,-1 2 0 0 0,0-1 0 0 0,-2 2 0 0 0,22 32 0 0 0,-32-44-756 0 0,1 1-1 0 0,-1 0 1 0 0,0 0-1 0 0,0 1 0 0 0,-1-1 1 0 0,1 0-1 0 0,-1 0 1 0 0,0 1-1 0 0,-1-1 1 0 0,1 1-1 0 0,-1-1 1 0 0,0 1-1 0 0,-1-1 1 0 0,1 0-1 0 0,-1 1 0 0 0,0-1 1 0 0,0 0-1 0 0,-1 1 1 0 0,0-1-1 0 0,0 0 1 0 0,0 0-1 0 0,0 0 1 0 0,-4 5-1 0 0,-1 0-376 0 0,0 0-1 0 0,0 0 1 0 0,-1-1-1 0 0,-1 0 1 0 0,1-1-1 0 0,-1 0 1 0 0,-1 0-1 0 0,1-1 1 0 0,-1 0-1 0 0,0-1 1 0 0,-18 8-1 0 0,7-5-500 0 0,0-1 1 0 0,0-1-1 0 0,0-1 0 0 0,-1-1 1 0 0,-27 3-1 0 0,36-7-3692 0 0,-10-6-188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3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18 17394 0 0,'-2'-2'-13'0'0,"0"1"1"0"0,1-1 0 0 0,-1 0 0 0 0,0 1-1 0 0,-1-1 1 0 0,1 1 0 0 0,0-1 0 0 0,0 1-1 0 0,-1 0 1 0 0,1 0 0 0 0,-4-1 0 0 0,6 2 56 0 0,0 0 0 0 0,-1 0 0 0 0,1 1 0 0 0,0-1 0 0 0,-1 0 0 0 0,1 0 1 0 0,-1 0-1 0 0,1 0 0 0 0,0 0 0 0 0,-1 1 0 0 0,1-1 0 0 0,0 0 1 0 0,-1 0-1 0 0,1 1 0 0 0,0-1 0 0 0,0 0 0 0 0,-1 0 0 0 0,1 1 1 0 0,0-1-1 0 0,0 0 0 0 0,-1 1 0 0 0,1-1 0 0 0,0 0 0 0 0,0 1 0 0 0,0-1 1 0 0,0 0-1 0 0,0 1 0 0 0,-1-1 0 0 0,1 1 0 0 0,0-1 0 0 0,0 0 1 0 0,0 1-1 0 0,0-1 0 0 0,0 0 0 0 0,0 1 0 0 0,0-1 0 0 0,0 1 1 0 0,0-1-1 0 0,1 0 0 0 0,-1 1 0 0 0,1 7 319 0 0,1-1 0 0 0,0 0 0 0 0,0 1 0 0 0,1-1 0 0 0,0 0 1 0 0,7 12-1 0 0,9 10 95 0 0,1-1 0 0 0,1-1 0 0 0,2-1 0 0 0,0-1 0 0 0,2-1 0 0 0,46 35 0 0 0,179 109 1059 0 0,-235-158-1431 0 0,383 222 1607 0 0,32 21-12 0 0,-94-46 1304 0 0,-286-183-2985 0 0,-36-16 0 0 0,-12-8-345 0 0,-1 0-1 0 0,0 1 1 0 0,1-1 0 0 0,-1 1 0 0 0,0-1-1 0 0,0 1 1 0 0,1 0 0 0 0,-1-1-1 0 0,0 1 1 0 0,0 0 0 0 0,0 0-1 0 0,0 0 1 0 0,0 0 0 0 0,0 0 0 0 0,0 0-1 0 0,0 0 1 0 0,0 0 0 0 0,0 1-1 0 0,-1-1 1 0 0,2 2 0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4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0 17394 0 0,'0'0'2298'0'0,"-3"5"-1460"0"0,-1 2-482 0 0,1 1 0 0 0,0 0 1 0 0,1-1-1 0 0,-1 1 0 0 0,1 0 0 0 0,1 0 0 0 0,0 0 1 0 0,0 1-1 0 0,0-1 0 0 0,1 0 0 0 0,1 0 1 0 0,-1 0-1 0 0,3 10 0 0 0,-2-10-96 0 0,0 1 0 0 0,1-1 0 0 0,0 1 0 0 0,0-1-1 0 0,1 0 1 0 0,0 0 0 0 0,0 0 0 0 0,1 0 0 0 0,0 0 0 0 0,1-1 0 0 0,0 0 0 0 0,0 0-1 0 0,7 8 1 0 0,-8-12-198 0 0,1 0 1 0 0,0 0-1 0 0,-1-1 0 0 0,1 1 0 0 0,0-1 0 0 0,0 0 0 0 0,0 0 0 0 0,1-1 0 0 0,-1 1 0 0 0,0-1 1 0 0,0-1-1 0 0,1 1 0 0 0,-1-1 0 0 0,1 1 0 0 0,-1-2 0 0 0,1 1 0 0 0,-1-1 0 0 0,0 1 0 0 0,1-1 1 0 0,-1-1-1 0 0,6-1 0 0 0,7-3 19 0 0,-1 0 0 0 0,0-1 0 0 0,-1-1 0 0 0,32-20 0 0 0,-32 16-2 0 0,0-1-1 0 0,17-19 1 0 0,-18 17 95 0 0,0 1 0 0 0,1 1 0 0 0,19-13 1 0 0,-35 26-172 0 0,0-1 1 0 0,0 1 0 0 0,0 0-1 0 0,1 0 1 0 0,-1 0 0 0 0,0 0-1 0 0,0 0 1 0 0,0 0 0 0 0,0 0 0 0 0,1 0-1 0 0,-1 0 1 0 0,0-1 0 0 0,0 1-1 0 0,0 0 1 0 0,1 0 0 0 0,-1 0-1 0 0,0 0 1 0 0,0 0 0 0 0,0 0-1 0 0,1 0 1 0 0,-1 0 0 0 0,0 0 0 0 0,0 1-1 0 0,0-1 1 0 0,0 0 0 0 0,1 0-1 0 0,-1 0 1 0 0,0 0 0 0 0,0 0-1 0 0,0 0 1 0 0,1 0 0 0 0,-1 0 0 0 0,0 0-1 0 0,0 1 1 0 0,0-1 0 0 0,0 0-1 0 0,0 0 1 0 0,1 0 0 0 0,-1 0-1 0 0,0 0 1 0 0,0 1 0 0 0,0-1-1 0 0,0 0 1 0 0,0 0 0 0 0,0 0 0 0 0,0 1-1 0 0,0-1 1 0 0,0 0 0 0 0,0 0-1 0 0,0 1 1 0 0,1 15 303 0 0,-9 22 105 0 0,-49 157-412 0 0,48-158 0 0 0,3 1 0 0 0,0 0 0 0 0,1 50 0 0 0,10-72-1896 0 0,-3-15 1494 0 0,-1-1 0 0 0,0 1 0 0 0,0-1 0 0 0,0 1 1 0 0,0-1-1 0 0,0 1 0 0 0,0-1 0 0 0,0 0 0 0 0,1 0 1 0 0,-1 0-1 0 0,0 0 0 0 0,0 0 0 0 0,0 0 0 0 0,1 0 1 0 0,-1 0-1 0 0,0 0 0 0 0,0 0 0 0 0,3-1 0 0 0,39-18-12710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7:44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0 101 15105 0 0,'19'-17'208'0'0,"45"-38"1918"0"0,-60 52-1782 0 0,1-1 0 0 0,-1 1 0 0 0,1 0 0 0 0,0 1 0 0 0,0-1 0 0 0,0 1 0 0 0,0 0 0 0 0,0 1 0 0 0,1-1 0 0 0,-1 1 0 0 0,10-1 0 0 0,-13 2-218 0 0,0 0 1 0 0,0 0-1 0 0,0 0 0 0 0,0 0 0 0 0,0 1 0 0 0,0-1 0 0 0,0 1 1 0 0,0-1-1 0 0,0 1 0 0 0,0 0 0 0 0,-1 0 0 0 0,1 0 0 0 0,0 0 1 0 0,0 0-1 0 0,-1 0 0 0 0,1 0 0 0 0,0 1 0 0 0,-1-1 0 0 0,1 0 1 0 0,-1 1-1 0 0,0 0 0 0 0,0-1 0 0 0,1 1 0 0 0,-1 0 0 0 0,0-1 1 0 0,0 1-1 0 0,-1 0 0 0 0,1 0 0 0 0,0 0 0 0 0,-1 0 0 0 0,1 0 1 0 0,-1 0-1 0 0,1 0 0 0 0,-1 0 0 0 0,0 0 0 0 0,0 0 0 0 0,0 0 1 0 0,0 0-1 0 0,-1 4 0 0 0,0 7 370 0 0,-1 1 0 0 0,0-1 0 0 0,-1 0 1 0 0,-8 24-1 0 0,-40 85 880 0 0,34-86-802 0 0,2 1 0 0 0,1 0 0 0 0,-18 76 0 0 0,32-111-574 0 0,0 0 0 0 0,-1 0 0 0 0,1 0 0 0 0,0 0 0 0 0,0 0 0 0 0,0 0 0 0 0,1 0 0 0 0,-1 0 0 0 0,0 0 0 0 0,1 0 0 0 0,-1 0 0 0 0,1 0 0 0 0,0 0 0 0 0,-1 0 0 0 0,1 0 0 0 0,0 0 0 0 0,0 0 0 0 0,1-1 0 0 0,-1 1 0 0 0,3 3 0 0 0,-2-3 0 0 0,1 0 0 0 0,0 0 0 0 0,0 0 0 0 0,1 0 0 0 0,-1 0 0 0 0,0-1 0 0 0,1 1 0 0 0,-1-1 0 0 0,1 0 0 0 0,-1 0 0 0 0,5 0 0 0 0,10 2 0 0 0,0-2 0 0 0,0 0 0 0 0,34-4 0 0 0,-39 3 0 0 0,108-15 0 0 0,-88 9-1429 0 0,-100-11-28053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00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77 190 6705 0 0,'-55'8'10964'0'0,"52"-9"-10224"0"0,2 1-660 0 0,0 0 0 0 0,0 0-1 0 0,0 0 1 0 0,0 0 0 0 0,1-1 0 0 0,-1 1 0 0 0,0 0 0 0 0,0-1-1 0 0,0 1 1 0 0,1-1 0 0 0,-1 1 0 0 0,0-1 0 0 0,1 1-1 0 0,-1-1 1 0 0,0 1 0 0 0,1-1 0 0 0,-1 0 0 0 0,1 1 0 0 0,-1-1-1 0 0,1 0 1 0 0,-1 1 0 0 0,1-1 0 0 0,-1 0 0 0 0,1 0-1 0 0,0 0 1 0 0,-1 1 0 0 0,1-1 0 0 0,0 0 0 0 0,0 0-1 0 0,0 0 1 0 0,0-1 0 0 0,11-28 1452 0 0,-4 20-1357 0 0,1 0-1 0 0,0 0 0 0 0,0 1 0 0 0,1 0 0 0 0,1 0 1 0 0,-1 1-1 0 0,1 1 0 0 0,1-1 0 0 0,-1 2 0 0 0,21-11 1 0 0,-12 8-66 0 0,1 1 0 0 0,0 1 1 0 0,0 1-1 0 0,0 0 0 0 0,29-3 1 0 0,-45 9-96 0 0,0 0 1 0 0,0 0 0 0 0,0 1-1 0 0,-1-1 1 0 0,1 1 0 0 0,0 0 0 0 0,0 0-1 0 0,0 0 1 0 0,-1 1 0 0 0,1-1-1 0 0,-1 1 1 0 0,1 0 0 0 0,-1 0 0 0 0,0 0-1 0 0,4 3 1 0 0,-5-3 14 0 0,1 0 1 0 0,-1 0-1 0 0,1 0 1 0 0,-1 0-1 0 0,0 0 1 0 0,0 1-1 0 0,0-1 1 0 0,0 1-1 0 0,0-1 1 0 0,-1 1-1 0 0,1 0 1 0 0,-1 0-1 0 0,0 0 1 0 0,0 0-1 0 0,0 0 1 0 0,0 0-1 0 0,1 3 1 0 0,-1 2 75 0 0,-1-1 1 0 0,0 0-1 0 0,0 0 1 0 0,0 1-1 0 0,-1-1 1 0 0,0 0-1 0 0,-2 9 1 0 0,-5 9 286 0 0,0 0 1 0 0,-2-1 0 0 0,-13 26 0 0 0,-68 115 1777 0 0,-15 30 178 0 0,93-154-2348 0 0,14-29 0 0 0,11 1 0 0 0,12-5 0 0 0,2-8 0 0 0,46-12 0 0 0,-1-4 0 0 0,-1-2 0 0 0,125-52 0 0 0,-185 65 0 0 0,19-14-4502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00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349 124 18634 0 0,'-4'2'-2'0'0,"-9"8"324"0"0,0 0 0 0 0,1 1 0 0 0,0 1 0 0 0,1-1 0 0 0,0 2 1 0 0,1 0-1 0 0,0 0 0 0 0,-9 17 0 0 0,14-22-150 0 0,1-1 1 0 0,-1 2 0 0 0,1-1 0 0 0,1 0-1 0 0,0 1 1 0 0,0 0 0 0 0,0 0 0 0 0,1 0-1 0 0,1 0 1 0 0,-1 0 0 0 0,2 0 0 0 0,-1 0 0 0 0,1 0-1 0 0,0 0 1 0 0,1 1 0 0 0,3 13 0 0 0,-3-19-123 0 0,0-1 1 0 0,1 1 0 0 0,0-1-1 0 0,-1 1 1 0 0,1-1 0 0 0,0 1-1 0 0,1-1 1 0 0,-1 0 0 0 0,1 0 0 0 0,-1 0-1 0 0,1 0 1 0 0,0-1 0 0 0,0 1-1 0 0,0-1 1 0 0,0 1 0 0 0,1-1 0 0 0,-1 0-1 0 0,6 2 1 0 0,-1-1 13 0 0,-1-1 1 0 0,1 0-1 0 0,0 0 1 0 0,0-1-1 0 0,0 0 0 0 0,0-1 1 0 0,-1 1-1 0 0,16-3 1 0 0,4-2 42 0 0,1-1-1 0 0,-1-1 1 0 0,0-1 0 0 0,28-13 0 0 0,-39 15 79 0 0,-1-2 0 0 0,1 0 0 0 0,-1 0 0 0 0,-1-1 0 0 0,0-1-1 0 0,0-1 1 0 0,-1 0 0 0 0,17-15 0 0 0,-26 20-63 0 0,0 1-1 0 0,0-1 1 0 0,-1 0-1 0 0,1-1 1 0 0,-1 1 0 0 0,0 0-1 0 0,-1-1 1 0 0,1 0-1 0 0,-1 0 1 0 0,0 0 0 0 0,-1 1-1 0 0,1-2 1 0 0,-1 1-1 0 0,0 0 1 0 0,-1 0 0 0 0,0 0-1 0 0,0 0 1 0 0,0-1-1 0 0,0 1 1 0 0,-1 0 0 0 0,0 0-1 0 0,0 0 1 0 0,-1 0-1 0 0,0 0 1 0 0,-4-9 0 0 0,1 1-14 0 0,-1 1 1 0 0,0 0-1 0 0,-1 1 1 0 0,0 0-1 0 0,-1 0 1 0 0,-1 0-1 0 0,1 1 1 0 0,-2 0-1 0 0,0 1 1 0 0,0 0-1 0 0,-13-10 1 0 0,15 15-215 0 0,0 0 0 0 0,0 0 0 0 0,-1 1 0 0 0,0 0 0 0 0,0 0 0 0 0,0 1 0 0 0,-1 1 1 0 0,1-1-1 0 0,-1 1 0 0 0,1 1 0 0 0,-1 0 0 0 0,0 0 0 0 0,1 1 0 0 0,-1 0 0 0 0,0 1 0 0 0,1 0 0 0 0,-18 4 0 0 0,5 1-778 0 0,0 0 0 0 0,0 2 0 0 0,1 1 0 0 0,1 0 0 0 0,-1 2 0 0 0,2 0 0 0 0,-30 22 0 0 0,24-13-1651 0 0,0 1-1 0 0,1 1 1 0 0,1 1-1 0 0,-33 45 1 0 0,20-15-6705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5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42 222 9633 0 0,'-7'-13'959'0'0,"1"-1"1"0"0,0 1-1 0 0,1-1 1 0 0,-4-15-1 0 0,6 17-83 0 0,1 0-1 0 0,0 0 1 0 0,1 0-1 0 0,0-1 1 0 0,1 1 0 0 0,1 0-1 0 0,-1 0 1 0 0,5-19 0 0 0,-5 29-637 0 0,0 2-219 0 0,0 0 0 0 0,0-1-1 0 0,1 1 1 0 0,-1-1-1 0 0,0 1 1 0 0,0 0-1 0 0,0-1 1 0 0,0 1-1 0 0,0-1 1 0 0,0 1 0 0 0,1 0-1 0 0,-1-1 1 0 0,0 1-1 0 0,0 0 1 0 0,1-1-1 0 0,-1 1 1 0 0,0 0-1 0 0,0 0 1 0 0,1-1 0 0 0,-1 1-1 0 0,0 0 1 0 0,1 0-1 0 0,-1-1 1 0 0,0 1-1 0 0,1 0 1 0 0,-1 0 0 0 0,0 0-1 0 0,1 0 1 0 0,-1-1-1 0 0,1 1 1 0 0,-1 0-1 0 0,0 0 1 0 0,1 0-1 0 0,-1 0 1 0 0,1 0 0 0 0,-1 0-1 0 0,0 0 1 0 0,1 0-1 0 0,-1 0 1 0 0,1 0-1 0 0,-1 0 1 0 0,0 1-1 0 0,1-1 1 0 0,-1 0 0 0 0,1 0-1 0 0,-1 0 1 0 0,0 0-1 0 0,1 1 1 0 0,17 4 108 0 0,0 2 1 0 0,-1 0-1 0 0,1 0 0 0 0,-2 2 1 0 0,28 17-1 0 0,83 69 204 0 0,-67-48-193 0 0,18 17 74 0 0,89 96-1 0 0,-76-70-105 0 0,115 115 129 0 0,112 104 78 0 0,-230-223 694 0 0,104 128 1 0 0,-172-190-189 0 0,2-1-1 0 0,1-1 1 0 0,0-1 0 0 0,2-1-1 0 0,45 28 1 0 0,-56-39-820 0 0,-1-1 0 0 0,1-2 0 0 0,1 0 0 0 0,1-1 0 0 0,1 1 0 0 0,1-1 0 0 0,-1-1 0 0 0,-2 1-359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6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7 138 17618 0 0,'-1'-5'76'0'0,"-1"1"1"0"0,1 0-1 0 0,0-1 1 0 0,1 1-1 0 0,-1-1 1 0 0,1 1-1 0 0,0 0 1 0 0,0-1-1 0 0,0 1 1 0 0,1-1 0 0 0,0 1-1 0 0,-1-1 1 0 0,1 1-1 0 0,1 0 1 0 0,-1-1-1 0 0,4-6 1 0 0,-2 7 7 0 0,0 0 0 0 0,0 0 0 0 0,1 0 0 0 0,0 1 0 0 0,-1 0 0 0 0,1-1 0 0 0,0 1 0 0 0,0 0 0 0 0,1 1 0 0 0,-1-1 0 0 0,1 1 0 0 0,-1 0 0 0 0,1 0 0 0 0,9-2 0 0 0,-10 2-50 0 0,0 1 0 0 0,0-1 0 0 0,0 1 0 0 0,0 0 0 0 0,0 0 0 0 0,1 1 0 0 0,-1 0 0 0 0,0-1 0 0 0,0 1 0 0 0,1 1 0 0 0,-1-1 0 0 0,0 1 0 0 0,1-1 0 0 0,-1 1 0 0 0,0 0 0 0 0,0 1 0 0 0,0-1 0 0 0,0 1 0 0 0,0 0 0 0 0,0 0 0 0 0,-1 0 0 0 0,1 0 0 0 0,0 1 0 0 0,-1-1 0 0 0,0 1 0 0 0,0 0 0 0 0,0 0 0 0 0,0 0 1 0 0,0 0-1 0 0,0 1 0 0 0,-1-1 0 0 0,0 1 0 0 0,1 0 0 0 0,-1-1 0 0 0,-1 1 0 0 0,3 5 0 0 0,1 6 75 0 0,-1-1 0 0 0,0 1 0 0 0,-1 0 0 0 0,0 0 0 0 0,-2 0 0 0 0,1 0 0 0 0,-2 0-1 0 0,0 0 1 0 0,-2 16 0 0 0,-45 271 5359 0 0,46-300-5393 0 0,1 0 1 0 0,0-1-1 0 0,0 1 1 0 0,0 0 0 0 0,0 0-1 0 0,1 0 1 0 0,-1 0-1 0 0,0 0 1 0 0,1-1-1 0 0,-1 1 1 0 0,1 0 0 0 0,-1 0-1 0 0,1-1 1 0 0,0 1-1 0 0,0 0 1 0 0,0-1 0 0 0,0 1-1 0 0,0-1 1 0 0,0 1-1 0 0,1-1 1 0 0,-1 1 0 0 0,3 1-1 0 0,-1-1-5 0 0,1 1 0 0 0,0-1 0 0 0,0 0 1 0 0,0-1-1 0 0,0 1 0 0 0,0-1 0 0 0,0 0 0 0 0,0 0 0 0 0,8 1 0 0 0,9-1-773 0 0,-1 0 0 0 0,1-1 0 0 0,26-5-1 0 0,-40 5 94 0 0,171-32-16516 0 0,-139 23 9097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82 109 15217 0 0,'-2'-5'80'0'0,"-1"0"0"0"0,1-1-1 0 0,0 1 1 0 0,1 0-1 0 0,-1-1 1 0 0,1 1-1 0 0,0-1 1 0 0,0-5-1 0 0,1 9-53 0 0,1 0 0 0 0,-1 0 1 0 0,1 0-1 0 0,-1 0 0 0 0,1 0 0 0 0,0 0 0 0 0,-1 0 0 0 0,1 0 0 0 0,0 0 0 0 0,1 0 0 0 0,-1 0 0 0 0,0 0 0 0 0,0 1 0 0 0,1-1 0 0 0,-1 1 0 0 0,1-1 0 0 0,-1 1 0 0 0,1-1 0 0 0,0 1 0 0 0,0 0 0 0 0,-1 0 0 0 0,1 0 0 0 0,3-1 0 0 0,-1 0 10 0 0,0 0 0 0 0,1 0 0 0 0,-1 0 0 0 0,0 1 0 0 0,1 0 0 0 0,-1 0 0 0 0,1 0 0 0 0,-1 0 0 0 0,1 1 0 0 0,-1-1 0 0 0,1 1 0 0 0,-1 1 0 0 0,1-1 0 0 0,0 1 0 0 0,-1-1 0 0 0,7 3 0 0 0,-8-2-22 0 0,-1 0 0 0 0,1 0 0 0 0,0 1 0 0 0,-1-1 0 0 0,1 0 1 0 0,-1 1-1 0 0,1 0 0 0 0,-1 0 0 0 0,0 0 0 0 0,0 0 0 0 0,0 0 0 0 0,0 0 0 0 0,0 0 0 0 0,0 1 0 0 0,-1-1 0 0 0,1 1 0 0 0,-1-1 1 0 0,1 1-1 0 0,-1 0 0 0 0,0-1 0 0 0,0 1 0 0 0,-1 0 0 0 0,1 0 0 0 0,0 0 0 0 0,-1-1 0 0 0,1 4 0 0 0,-2 15 289 0 0,0-1 1 0 0,-1 0-1 0 0,0 0 0 0 0,-2 0 0 0 0,-1-1 0 0 0,0 1 0 0 0,-1-1 1 0 0,-16 33-1 0 0,10-25 402 0 0,2 1 0 0 0,1 0 1 0 0,-8 41-1 0 0,17-62-580 0 0,-1 0 0 0 0,1 1 1 0 0,1-1-1 0 0,-1 0 0 0 0,1 1 0 0 0,1-1 0 0 0,-1 0 1 0 0,1 0-1 0 0,0 0 0 0 0,1 0 0 0 0,0 0 0 0 0,4 8 1 0 0,8 11 304 0 0,33 43 1 0 0,-32-48-17 0 0,24 44 1 0 0,-39-62-319 0 0,1 1 1 0 0,-1-1 0 0 0,0 1-1 0 0,-1-1 1 0 0,1 1 0 0 0,0 0 0 0 0,-1-1-1 0 0,0 1 1 0 0,0 0 0 0 0,0-1-1 0 0,-1 1 1 0 0,1 0 0 0 0,-1-1-1 0 0,0 1 1 0 0,1 0 0 0 0,-2-1-1 0 0,1 1 1 0 0,0-1 0 0 0,-1 0-1 0 0,0 1 1 0 0,1-1 0 0 0,-1 0 0 0 0,-1 0-1 0 0,1 0 1 0 0,0 0 0 0 0,-1 0-1 0 0,1-1 1 0 0,-1 1 0 0 0,0-1-1 0 0,-6 4 1 0 0,-1 2-5 0 0,0-1 0 0 0,0-1 0 0 0,-1 0 0 0 0,0-1 0 0 0,0 1 0 0 0,0-2 0 0 0,-1 0 0 0 0,-16 4 0 0 0,19-6-649 0 0,0-1 0 0 0,0 0-1 0 0,0-1 1 0 0,0 0 0 0 0,-1 0-1 0 0,-9-3 1 0 0,13 2-773 0 0,0 0 0 0 0,0-1 0 0 0,0 0 0 0 0,0 0 0 0 0,1 0 0 0 0,-8-5 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7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83 110 13149 0 0,'-12'-5'70'0'0,"-33"-15"1224"0"0,43 19-1107 0 0,0-1 0 0 0,0 1 0 0 0,1 0 1 0 0,-1-1-1 0 0,0 0 0 0 0,0 1 0 0 0,1-1 1 0 0,-1 0-1 0 0,1 0 0 0 0,0 0 0 0 0,-1 0 1 0 0,1 0-1 0 0,0 0 0 0 0,0 0 0 0 0,0 0 0 0 0,1-1 1 0 0,-2-2-1 0 0,2 4-130 0 0,0-1 0 0 0,0 0 0 0 0,1 1 0 0 0,-1-1 0 0 0,0 0 0 0 0,0 1 0 0 0,1-1 0 0 0,-1 1 0 0 0,1-1 0 0 0,0 1 0 0 0,-1-1 0 0 0,1 1 0 0 0,0-1 0 0 0,0 1 0 0 0,0 0 0 0 0,0-1 0 0 0,0 1 0 0 0,0 0 0 0 0,0 0 0 0 0,0 0 0 0 0,1 0 0 0 0,-1 0 0 0 0,0 0 0 0 0,1 0 0 0 0,-1 0 0 0 0,1 0 0 0 0,-1 1 0 0 0,1-1 0 0 0,-1 1 0 0 0,1-1 0 0 0,2 0 0 0 0,2-1 84 0 0,1 0 0 0 0,0 0-1 0 0,0 1 1 0 0,0 0 0 0 0,10-1-1 0 0,-11 2-87 0 0,0 0-1 0 0,0 0 0 0 0,0 1 1 0 0,0 0-1 0 0,0 0 0 0 0,0 0 1 0 0,0 1-1 0 0,0 0 0 0 0,0 0 1 0 0,-1 0-1 0 0,1 1 0 0 0,-1 0 1 0 0,0 0-1 0 0,0 0 0 0 0,0 1 1 0 0,0-1-1 0 0,0 1 0 0 0,-1 0 0 0 0,1 1 1 0 0,-1-1-1 0 0,-1 1 0 0 0,1 0 1 0 0,0 0-1 0 0,-1 0 0 0 0,0 0 1 0 0,0 1-1 0 0,-1-1 0 0 0,0 1 1 0 0,1-1-1 0 0,-2 1 0 0 0,3 8 1 0 0,-2 1 123 0 0,0 0 0 0 0,0 0 0 0 0,-1 0 0 0 0,-1 0 0 0 0,-1 1 0 0 0,0-1 0 0 0,-1 0 0 0 0,0 0 0 0 0,-2-1 0 0 0,1 1 0 0 0,-10 22 0 0 0,-69 131 2759 0 0,27-60 110 0 0,37-59-1097 0 0,17-48-1938 0 0,1-1 0 0 0,0 1 0 0 0,-1 0 0 0 0,1 0 0 0 0,0 0 0 0 0,0 0 0 0 0,-1 0 0 0 0,1 0 1 0 0,0 0-1 0 0,0 0 0 0 0,0 0 0 0 0,0 0 0 0 0,1 0 0 0 0,-1 0 0 0 0,0 0 0 0 0,0 0 0 0 0,0 0 0 0 0,1 0 0 0 0,-1 0 0 0 0,0-1 0 0 0,1 1 0 0 0,-1 0 0 0 0,1 0 0 0 0,-1 0 0 0 0,1 0 0 0 0,0-1 0 0 0,-1 1 0 0 0,1 0 0 0 0,0-1 0 0 0,-1 1 0 0 0,1 0 0 0 0,0-1 0 0 0,0 1 0 0 0,0-1 0 0 0,-1 1 0 0 0,1-1 0 0 0,1 1 0 0 0,27 5 110 0 0,-28-6-120 0 0,26 1-953 0 0,46-4 0 0 0,-37-1-1602 0 0,-1-3-1 0 0,45-12 1 0 0,-27 1-1821 0 0,-2-1-1 0 0,82-45 1 0 0,-85 36-3834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8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 69 14549 0 0,'7'-69'4045'0'0,"-14"75"-3335"0"0,-17 15-60 0 0,2 1-1 0 0,0 1 1 0 0,1 0 0 0 0,2 2 0 0 0,0 1-1 0 0,-28 52 1 0 0,44-70-517 0 0,0 0-1 0 0,0 1 0 0 0,1-1 1 0 0,0 1-1 0 0,1-1 1 0 0,-1 1-1 0 0,2 0 1 0 0,-1-1-1 0 0,1 1 0 0 0,1 0 1 0 0,0-1-1 0 0,0 1 1 0 0,0 0-1 0 0,1-1 1 0 0,6 16-1 0 0,2-1 115 0 0,1-1-1 0 0,2 0 1 0 0,0-1-1 0 0,17 21 1 0 0,28 45 342 0 0,-56-84-530 0 0,-1-1 1 0 0,0 1-1 0 0,1 0 0 0 0,-1 0 0 0 0,0 0 0 0 0,0 0 1 0 0,-1 0-1 0 0,1 0 0 0 0,-1 0 0 0 0,1 0 0 0 0,-1 0 0 0 0,0 0 1 0 0,0 0-1 0 0,0 0 0 0 0,-1 0 0 0 0,1 0 0 0 0,-1 0 1 0 0,0 0-1 0 0,-1 5 0 0 0,-1-3 19 0 0,1-1-1 0 0,-1 1 1 0 0,0-1 0 0 0,-1 1-1 0 0,1-1 1 0 0,-1 0 0 0 0,1-1-1 0 0,-1 1 1 0 0,0 0 0 0 0,-7 4-1 0 0,-5 1-9 0 0,0 0-1 0 0,-1 0 1 0 0,0-2-1 0 0,0 0 1 0 0,-29 7-1 0 0,26-8-760 0 0,1-2-1 0 0,-2-1 1 0 0,1 0-1 0 0,0-2 1 0 0,-1 0-1 0 0,1-1 1 0 0,0-1-1 0 0,-23-4 1 0 0,26 2-1319 0 0,0-2 1 0 0,1 0-1 0 0,0 0 1 0 0,0-2 0 0 0,0 0-1 0 0,-15-9 1 0 0,7 1-6048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19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3768 451 14157 0 0,'-8'-26'-1232'0'0,"6"15"949"0"0,-2 0 0 0 0,1 1 0 0 0,-1 0 0 0 0,-10-17 0 0 0,12 23 281 0 0,-1 0 0 0 0,0 1 0 0 0,0 0 0 0 0,0-1 0 0 0,-1 1 0 0 0,1 0 0 0 0,-1 1 0 0 0,0-1 0 0 0,1 1 0 0 0,-1-1 0 0 0,0 1 0 0 0,-1 0 0 0 0,1 1 0 0 0,-8-3 0 0 0,-43-8 273 0 0,-1 2 1 0 0,0 3-1 0 0,0 2 1 0 0,-94 5 0 0 0,53-1 19 0 0,-320-10 780 0 0,-558 8 1774 0 0,839 15-2472 0 0,1 5 0 0 0,-138 36 0 0 0,-257 105 431 0 0,474-138-742 0 0,1 3 1 0 0,1 2 0 0 0,1 3 0 0 0,-96 67 0 0 0,118-71-42 0 0,1 1 1 0 0,1 2-1 0 0,2 0 1 0 0,0 2-1 0 0,2 1 1 0 0,1 1 0 0 0,2 1-1 0 0,-29 55 1 0 0,32-48 60 0 0,1 0-1 0 0,3 0 1 0 0,-21 81 0 0 0,31-93 15 0 0,1 1-1 0 0,1-1 0 0 0,1 1 1 0 0,1 0-1 0 0,2-1 1 0 0,1 1-1 0 0,6 31 1 0 0,0-21 31 0 0,2-1 0 0 0,1 0 1 0 0,2 0-1 0 0,1-2 1 0 0,2 1-1 0 0,2-2 1 0 0,1 0-1 0 0,1-2 1 0 0,2 0-1 0 0,34 38 1 0 0,-23-34 44 0 0,2-1 0 0 0,1-2 0 0 0,2-2 0 0 0,1-1 0 0 0,2-3 0 0 0,0 0 0 0 0,78 34 0 0 0,-7-14 119 0 0,2-4 0 0 0,230 52 0 0 0,252-9 211 0 0,-469-78-444 0 0,0-5 1 0 0,0-5-1 0 0,0-6 1 0 0,-1-6-1 0 0,0-5 0 0 0,-1-5 1 0 0,-2-6-1 0 0,225-86 1 0 0,-263 78-29 0 0,-1-3 0 0 0,84-56 1 0 0,-113 60 33 0 0,-1-3 0 0 0,-1-1 0 0 0,78-83 0 0 0,-103 91 82 0 0,0-1 0 0 0,-3-2 1 0 0,-1 0-1 0 0,-1-2 1 0 0,-2 0-1 0 0,24-65 1 0 0,-21 36 88 0 0,-3-2 1 0 0,-3 0-1 0 0,12-89 1 0 0,-25 119-175 0 0,-1 0 1 0 0,-1-1-1 0 0,-3 1 0 0 0,-1 0 1 0 0,-2-1-1 0 0,-1 1 0 0 0,-3 0 1 0 0,0 1-1 0 0,-3 0 1 0 0,-1 0-1 0 0,-2 1 0 0 0,-2 0 1 0 0,-1 1-1 0 0,-2 1 0 0 0,-1 1 1 0 0,-1 0-1 0 0,-2 2 1 0 0,-2 0-1 0 0,-39-41 0 0 0,20 33-81 0 0,-1 1 0 0 0,-2 3 0 0 0,-2 1 0 0 0,-1 3-1 0 0,-1 2 1 0 0,-2 2 0 0 0,-1 2 0 0 0,0 3 0 0 0,-2 2 0 0 0,-1 2-1 0 0,0 3 1 0 0,-83-13 0 0 0,78 22-426 0 0,-1 1 1 0 0,1 4-1 0 0,-1 2 1 0 0,0 3-1 0 0,1 3 1 0 0,0 2-1 0 0,0 3 1 0 0,-82 26-1 0 0,86-18-1010 0 0,0 3 1 0 0,1 2-1 0 0,-68 41 0 0 0,79-38-679 0 0,2 3-1 0 0,0 1 1 0 0,2 3 0 0 0,-37 38-1 0 0,22-13-4133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1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2915 53 2796 0 0,'0'0'7187'0'0,"-5"1"-6646"0"0,-60 9 4388 0 0,61-10-4475 0 0,0 1 12 0 0,-31-1 973 0 0,1-1 0 0 0,-1-1 0 0 0,1-2 0 0 0,-55-14 0 0 0,-38-4-446 0 0,34 12-454 0 0,0 5 0 0 0,0 3-1 0 0,0 4 1 0 0,-171 27 0 0 0,203-17-331 0 0,-416 89 2023 0 0,433-90-1981 0 0,13-5-138 0 0,0 2-1 0 0,0 1 1 0 0,1 2-1 0 0,0 0 1 0 0,1 2-1 0 0,-34 21 1 0 0,41-18-77 0 0,0 0-1 0 0,1 1 1 0 0,1 1 0 0 0,1 1-1 0 0,0 0 1 0 0,1 2 0 0 0,2 0 0 0 0,0 1-1 0 0,-25 46 1 0 0,21-24 103 0 0,1 2 0 0 0,2 0 0 0 0,3 1 0 0 0,1 1 0 0 0,3 0 0 0 0,-5 49 0 0 0,-16 142 517 0 0,28-229-632 0 0,2-3-18 0 0,0 1 0 0 0,0-1 0 0 0,0 1 0 0 0,1-1 0 0 0,0 1 0 0 0,0-1 1 0 0,1 1-1 0 0,0-1 0 0 0,3 10 0 0 0,-3-7-5 0 0,-1-9 0 0 0,0-1 0 0 0,0 0 0 0 0,0 0 0 0 0,0 1 0 0 0,0-1 0 0 0,0 0 0 0 0,0 0 0 0 0,0 1 0 0 0,0-1 0 0 0,0 0 0 0 0,0 0 0 0 0,0 0 0 0 0,0 1 0 0 0,0-1 0 0 0,1 0 0 0 0,-1 0 0 0 0,0 0 0 0 0,0 1 0 0 0,0-1 0 0 0,0 0 0 0 0,0 0 0 0 0,1 0 0 0 0,-1 0 0 0 0,0 0 0 0 0,0 1 0 0 0,0-1 0 0 0,1 0 0 0 0,-1 0 0 0 0,0 0 0 0 0,0 0 0 0 0,0 0 0 0 0,1 0 0 0 0,-1 0 0 0 0,0 0 0 0 0,0 0 0 0 0,1 0 0 0 0,-1 0 0 0 0,0 0 0 0 0,0 0 0 0 0,1 0 0 0 0,-1 0 0 0 0,0 0 0 0 0,0 0 0 0 0,1 0 0 0 0,-1 0 0 0 0,0 0 0 0 0,0 0 0 0 0,1 0 0 0 0,5-3 0 0 0,0-1 0 0 0,0 1 0 0 0,0-1 0 0 0,0 0 0 0 0,-1-1 0 0 0,0 1 0 0 0,1-1 0 0 0,-2 0 0 0 0,1 0 0 0 0,0-1 0 0 0,-1 0 0 0 0,4-6 0 0 0,48-85 0 0 0,-51 88 0 0 0,135-278 0 0 0,-99 202 0 0 0,-56 119 0 0 0,3 1 0 0 0,0 0 0 0 0,-6 41 0 0 0,-18 125 0 0 0,26-136 0 0 0,-1 10 0 0 0,3 1 0 0 0,3 0 0 0 0,3 0 0 0 0,10 87 0 0 0,-5-150 0 0 0,-2-13 0 0 0,-1 1 0 0 0,0-1 0 0 0,0 0 0 0 0,0 0 0 0 0,1 1 0 0 0,-1-1 0 0 0,0 0 0 0 0,0 0 0 0 0,1 1 0 0 0,-1-1 0 0 0,0 0 0 0 0,0 0 0 0 0,1 0 0 0 0,-1 1 0 0 0,0-1 0 0 0,1 0 0 0 0,-1 0 0 0 0,0 0 0 0 0,1 0 0 0 0,-1 0 0 0 0,0 0 0 0 0,1 0 0 0 0,-1 0 0 0 0,0 0 0 0 0,1 0 0 0 0,-1 0 0 0 0,0 0 0 0 0,1 0 0 0 0,-1 0 0 0 0,0 0 0 0 0,1 0 0 0 0,-1 0 0 0 0,0 0 0 0 0,1-1 0 0 0,-1 1 0 0 0,0 0 0 0 0,0 0 0 0 0,1 0 0 0 0,-1 0 0 0 0,0-1 0 0 0,1 1 0 0 0,-1 0 0 0 0,7-4 0 0 0,-1 0 0 0 0,0 0 0 0 0,0-1 0 0 0,0 0 0 0 0,-1 0 0 0 0,0 0 0 0 0,0 0 0 0 0,0-1 0 0 0,0 0 0 0 0,-1 0 0 0 0,5-9 0 0 0,42-86 0 0 0,-47 93 0 0 0,51-127 0 0 0,-5-3 0 0 0,40-190 0 0 0,-84 289 0 0 0,-6 39 0 0 0,0 0 0 0 0,0-1 0 0 0,0 1 0 0 0,0 0 0 0 0,0 0 0 0 0,0-1 0 0 0,0 1 0 0 0,0 0 0 0 0,-1 0 0 0 0,1-1 0 0 0,0 1 0 0 0,0 0 0 0 0,0 0 0 0 0,0 0 0 0 0,-1 0 0 0 0,1-1 0 0 0,0 1 0 0 0,0 0 0 0 0,0 0 0 0 0,-1 0 0 0 0,1 0 0 0 0,0 0 0 0 0,0-1 0 0 0,-1 1 0 0 0,1 0 0 0 0,0 0 0 0 0,0 0 0 0 0,-1 0 0 0 0,1 0 0 0 0,0 0 0 0 0,0 0 0 0 0,-1 0 0 0 0,1 0 0 0 0,0 0 0 0 0,0 0 0 0 0,-1 0 0 0 0,1 0 0 0 0,0 0 0 0 0,0 0 0 0 0,-1 0 0 0 0,1 0 0 0 0,0 1 0 0 0,0-1 0 0 0,-1 0 0 0 0,1 0 0 0 0,0 0 0 0 0,0 0 0 0 0,0 0 0 0 0,-1 1 0 0 0,1-1 0 0 0,0 0 0 0 0,0 0 0 0 0,0 0 0 0 0,0 1 0 0 0,-1-1 0 0 0,-9 6 0 0 0,1-1 0 0 0,-1 2 0 0 0,1-1 0 0 0,0 1 0 0 0,1 1 0 0 0,0 0 0 0 0,0 0 0 0 0,1 0 0 0 0,0 1 0 0 0,0 0 0 0 0,1 0 0 0 0,0 1 0 0 0,-5 10 0 0 0,-14 30 0 0 0,-24 69 0 0 0,46-111 0 0 0,-10 31 0 0 0,1 0 0 0 0,2 1 0 0 0,2 0 0 0 0,1 1 0 0 0,3 0 0 0 0,0 47 0 0 0,6-78 0 0 0,-1-10 0 0 0,-1 0 0 0 0,1 1 0 0 0,-1-1 0 0 0,1 0 0 0 0,-1 0 0 0 0,1 0 0 0 0,-1 1 0 0 0,1-1 0 0 0,-1 0 0 0 0,1 0 0 0 0,-1 0 0 0 0,1 0 0 0 0,-1 0 0 0 0,1 0 0 0 0,-1 0 0 0 0,1 0 0 0 0,-1 0 0 0 0,1 0 0 0 0,-1-1 0 0 0,1 1 0 0 0,-1 0 0 0 0,1 0 0 0 0,-1 0 0 0 0,1-1 0 0 0,-1 1 0 0 0,0 0 0 0 0,1 0 0 0 0,-1-1 0 0 0,1 0 0 0 0,4-3 0 0 0,0-1 0 0 0,0 0 0 0 0,-1 0 0 0 0,1 0 0 0 0,-1-1 0 0 0,0 1 0 0 0,-1-1 0 0 0,0 0 0 0 0,4-7 0 0 0,25-69 0 0 0,-24 59 0 0 0,13-34 0 0 0,-3-1 0 0 0,-2 0 0 0 0,-2-2 0 0 0,9-111 0 0 0,-23 165 0 0 0,0-1 0 0 0,0 0 0 0 0,-1 0 0 0 0,0 0 0 0 0,0 0 0 0 0,0 0 0 0 0,-1 1 0 0 0,0-1 0 0 0,-5-9 0 0 0,5 13 0 0 0,1 0 0 0 0,-1 0 0 0 0,0 0 0 0 0,1 1 0 0 0,-1-1 0 0 0,0 1 0 0 0,-1-1 0 0 0,1 1 0 0 0,0 0 0 0 0,-1 0 0 0 0,1 0 0 0 0,-1 0 0 0 0,0 0 0 0 0,1 1 0 0 0,-1-1 0 0 0,0 1 0 0 0,0 0 0 0 0,0 0 0 0 0,0 0 0 0 0,0 0 0 0 0,-1 0 0 0 0,-3 0 0 0 0,-17 3 0 0 0,15 0 0 0 0,0 1 0 0 0,-1 0 0 0 0,2 1 0 0 0,-1 0 0 0 0,0 0 0 0 0,1 0 0 0 0,0 1 0 0 0,0 1 0 0 0,0 0 0 0 0,1 0 0 0 0,0 0 0 0 0,-7 8 0 0 0,2 0 0 0 0,1 0 0 0 0,0 1 0 0 0,1 0 0 0 0,1 0 0 0 0,-14 34 0 0 0,7-8 0 0 0,3 1 0 0 0,1 1 0 0 0,2 0 0 0 0,-7 69 0 0 0,11-49 0 0 0,3 0 0 0 0,7 101 0 0 0,-1-131 0 0 0,2-1 0 0 0,1 1 0 0 0,2-2 0 0 0,1 1 0 0 0,1-1 0 0 0,29 58 0 0 0,-17-47 0 0 0,2-2 0 0 0,3-1 0 0 0,0 0 0 0 0,3-3 0 0 0,1 0 0 0 0,1-2 0 0 0,65 53 0 0 0,-75-72 0 0 0,0-1 0 0 0,2-1 0 0 0,-1-1 0 0 0,1-1 0 0 0,1-1 0 0 0,40 11 0 0 0,161 22 0 0 0,-146-30 0 0 0,-23-7 0 0 0,104 0 0 0 0,-145-6 0 0 0,132 0 0 0 0,-20-6 0 0 0,-1-5 0 0 0,206-45 0 0 0,-285 45 0 0 0,0-3 0 0 0,71-30 0 0 0,-90 31 0 0 0,-1-1 0 0 0,-1-1 0 0 0,0-1 0 0 0,-1-2 0 0 0,27-23 0 0 0,-11 2 0 0 0,-2-2 0 0 0,-3-1 0 0 0,-1-2 0 0 0,-2-1 0 0 0,-2-2 0 0 0,-2-2 0 0 0,-2 0 0 0 0,-2-2 0 0 0,-3-1 0 0 0,-2 0 0 0 0,29-111 0 0 0,-37 109 0 0 0,-2-1 0 0 0,-2 0 0 0 0,-3 0 0 0 0,-3 0 0 0 0,-1-1 0 0 0,-3 0 0 0 0,-11-70 0 0 0,7 93 0 0 0,-6-29 0 0 0,-28-100 0 0 0,32 141 0 0 0,-1 1 0 0 0,-1-1 0 0 0,-1 2 0 0 0,-1 0 0 0 0,0 0 0 0 0,-1 1 0 0 0,-1 0 0 0 0,-24-25 0 0 0,-9 2 0 0 0,-2 1 0 0 0,-74-48 0 0 0,96 70 0 0 0,-2 1 0 0 0,0 2 0 0 0,-1 0 0 0 0,-1 2 0 0 0,0 1 0 0 0,-1 2 0 0 0,0 1 0 0 0,0 1 0 0 0,-1 1 0 0 0,-34-2 0 0 0,-30 2 0 0 0,-167 8 0 0 0,177 5 0 0 0,0 4 0 0 0,1 4 0 0 0,-87 25 0 0 0,-185 45 0 0 0,232-57 0 0 0,105-22 0 0 0,-86 19 0 0 0,-120 43 0 0 0,91-25 0 0 0,83-28 0 0 0,-72 31 0 0 0,36-5 0 0 0,2 5 0 0 0,1 4 0 0 0,-146 111 0 0 0,205-136 0 0 0,0 2 0 0 0,2 1 0 0 0,-39 56 0 0 0,44-57 0 0 0,-1 5 0 0 0,1 2 0 0 0,1 0 0 0 0,2 1 0 0 0,1 1 0 0 0,-12 47 0 0 0,22-62 0 0 0,1-1 0 0 0,0 1 0 0 0,2 0 0 0 0,0 0 0 0 0,1 0 0 0 0,1-1 0 0 0,1 1 0 0 0,1 0 0 0 0,1 0 0 0 0,1 0 0 0 0,0-1 0 0 0,1 1 0 0 0,1-1 0 0 0,1-1 0 0 0,1 1 0 0 0,1-1 0 0 0,0-1 0 0 0,1 1 0 0 0,1-2 0 0 0,16 20 0 0 0,-14-21 0 0 0,1 0 0 0 0,1-2 0 0 0,24 19 0 0 0,-23-20 0 0 0,0 1 0 0 0,-1 0 0 0 0,20 24 0 0 0,-32-32-339 0 0,0 0 0 0 0,0 0 0 0 0,0 1-1 0 0,-1-1 1 0 0,0 1 0 0 0,0-1 0 0 0,0 1 0 0 0,-1 0 0 0 0,0 0 0 0 0,0 0-1 0 0,0 0 1 0 0,-1 0 0 0 0,0 0 0 0 0,0 0 0 0 0,-1 0 0 0 0,1 0 0 0 0,-1 0-1 0 0,-1 0 1 0 0,1-1 0 0 0,-1 1 0 0 0,-2 6 0 0 0,-4 8-2111 0 0,0-1 0 0 0,-2 0-1 0 0,0-1 1 0 0,-23 32 0 0 0,0-9-8749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1.8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1525 106 17874 0 0,'6'-49'-1948'0'0,"-2"8"3754"0"0,-4 38-1324 0 0,0 3-446 0 0,0 0 0 0 0,0-1 0 0 0,1 1-1 0 0,-1-1 1 0 0,0 1 0 0 0,0 0 0 0 0,0-1 0 0 0,0 1-1 0 0,0-1 1 0 0,0 1 0 0 0,0 0 0 0 0,0-1 0 0 0,0 1-1 0 0,0-1 1 0 0,-1 1 0 0 0,1 0 0 0 0,0-1-1 0 0,0 1 1 0 0,0 0 0 0 0,0-1 0 0 0,-1 1 0 0 0,1-1-1 0 0,0 1 1 0 0,0 0 0 0 0,-1 0 0 0 0,1-1 0 0 0,0 1-1 0 0,0 0 1 0 0,-1-1 0 0 0,1 1 0 0 0,0 0-1 0 0,-1 0 1 0 0,1 0 0 0 0,0-1 0 0 0,-1 1 0 0 0,1 0-1 0 0,-1 0 1 0 0,1 0 0 0 0,0 0 0 0 0,-1 0-1 0 0,1-1 1 0 0,-1 1 0 0 0,1 0 0 0 0,0 0 0 0 0,-1 0-1 0 0,1 0 1 0 0,-1 0 0 0 0,1 1 0 0 0,0-1 0 0 0,-1 0-1 0 0,1 0 1 0 0,-1 0 0 0 0,1 0 0 0 0,0 0-1 0 0,-1 0 1 0 0,1 1 0 0 0,0-1 0 0 0,-1 0 0 0 0,1 0-1 0 0,0 1 1 0 0,-1-1 0 0 0,1 0 0 0 0,0 0 0 0 0,-1 1-1 0 0,1-1 1 0 0,0 1 0 0 0,-56 37 775 0 0,2 2-1 0 0,1 3 1 0 0,-79 85-1 0 0,62-60-108 0 0,-110 108 884 0 0,-287 271 2383 0 0,155-131-1313 0 0,266-265-2739 0 0,-83 71-1 0 0,110-135-6487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2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4 218 14277 0 0,'-1'-4'167'0'0,"0"-1"-1"0"0,0 1 0 0 0,1-1 0 0 0,-1 1 0 0 0,1-1 1 0 0,0 1-1 0 0,0-1 0 0 0,1 1 0 0 0,-1 0 1 0 0,1-1-1 0 0,0 1 0 0 0,0-1 0 0 0,1 1 0 0 0,-1 0 1 0 0,1 0-1 0 0,2-5 0 0 0,0 2 39 0 0,1 1 0 0 0,0-1 1 0 0,0 0-1 0 0,1 1 0 0 0,-1 0 0 0 0,1 1 0 0 0,0-1 0 0 0,10-5 1 0 0,1 0 122 0 0,1 0 1 0 0,0 1-1 0 0,1 1 1 0 0,0 1-1 0 0,0 1 1 0 0,29-7-1 0 0,-38 12-199 0 0,1 0-1 0 0,0 1 1 0 0,0 0-1 0 0,0 0 1 0 0,-1 1 0 0 0,1 0-1 0 0,0 1 1 0 0,0 1-1 0 0,0 0 1 0 0,-1 0-1 0 0,18 6 1 0 0,-24-6-73 0 0,0-1 0 0 0,-1 1 1 0 0,1 0-1 0 0,0 1 0 0 0,-1-1 1 0 0,1 0-1 0 0,-1 1 0 0 0,0 0 1 0 0,0 0-1 0 0,0 0 0 0 0,0 0 1 0 0,0 1-1 0 0,-1-1 0 0 0,1 1 1 0 0,-1-1-1 0 0,0 1 0 0 0,0 0 0 0 0,-1 0 1 0 0,1 0-1 0 0,-1 0 0 0 0,0 0 1 0 0,0 0-1 0 0,0 0 0 0 0,0 0 1 0 0,-1 1-1 0 0,1-1 0 0 0,-1 0 1 0 0,0 0-1 0 0,-1 1 0 0 0,1-1 1 0 0,-1 0-1 0 0,-1 7 0 0 0,-7 20 638 0 0,-2 0-1 0 0,0 0 1 0 0,-2-1 0 0 0,-1-1-1 0 0,-26 39 1 0 0,-8 18 1542 0 0,39-73-1786 0 0,8-11-345 0 0,-1 0-1 0 0,1 0 1 0 0,-1 1 0 0 0,1-1 0 0 0,-1 0-1 0 0,1 1 1 0 0,0-1 0 0 0,0 0 0 0 0,0 1 0 0 0,0 2-1 0 0,-1 11 2 0 0,7-1-95 0 0,-2-10-11 0 0,8 5 0 0 0,34-5 0 0 0,-10-5 0 0 0,0-1 0 0 0,0-1 0 0 0,52-12 0 0 0,107-13 0 0 0,-169 25 0 0 0,-3 0 0 0 0,3-2 0 0 0,-23 4-247 0 0,-1 0 1 0 0,1 0-1 0 0,0 0 1 0 0,0-1-1 0 0,-1 1 0 0 0,1-1 1 0 0,0 1-1 0 0,-1-1 1 0 0,1 0-1 0 0,0 0 0 0 0,-1 1 1 0 0,1-1-1 0 0,-1 0 1 0 0,1-1-1 0 0,-1 1 1 0 0,0 0-1 0 0,1 0 0 0 0,0-2 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2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144 188 20194 0 0,'1'-7'53'0'0,"0"0"0"0"0,0 0 0 0 0,0 0 0 0 0,1 0 1 0 0,0 0-1 0 0,1 1 0 0 0,-1-1 0 0 0,1 1 0 0 0,0 0 0 0 0,1-1 1 0 0,0 1-1 0 0,0 1 0 0 0,0-1 0 0 0,1 1 0 0 0,-1-1 0 0 0,1 1 0 0 0,0 0 1 0 0,1 1-1 0 0,8-7 0 0 0,-1 3 141 0 0,-1 0 0 0 0,1 0 0 0 0,0 1 0 0 0,1 1 1 0 0,0 0-1 0 0,0 1 0 0 0,0 1 0 0 0,17-4 0 0 0,-29 8-163 0 0,1 0 0 0 0,0-1 0 0 0,-1 1 0 0 0,1 0 1 0 0,0 0-1 0 0,-1 1 0 0 0,1-1 0 0 0,-1 0 0 0 0,1 1 0 0 0,-1 0 0 0 0,1-1 0 0 0,0 1 0 0 0,-1 0 0 0 0,0 0 1 0 0,1 1-1 0 0,-1-1 0 0 0,0 0 0 0 0,0 1 0 0 0,0-1 0 0 0,1 1 0 0 0,-2 0 0 0 0,1 0 0 0 0,0 0 0 0 0,0 0 1 0 0,-1 0-1 0 0,1 0 0 0 0,-1 0 0 0 0,1 0 0 0 0,-1 1 0 0 0,0-1 0 0 0,0 1 0 0 0,0-1 0 0 0,0 1 0 0 0,0-1 1 0 0,-1 1-1 0 0,1 4 0 0 0,1 3 190 0 0,0 1 0 0 0,-1-1-1 0 0,-1 0 1 0 0,1 1 0 0 0,-2-1 0 0 0,1 0 0 0 0,-5 18 0 0 0,1-10 85 0 0,-2 6 319 0 0,1-1 0 0 0,-3 39 0 0 0,8-52-497 0 0,0-1-1 0 0,0 0 0 0 0,1 0 0 0 0,1 0 1 0 0,-1 0-1 0 0,2 0 0 0 0,-1 0 1 0 0,1 0-1 0 0,0-1 0 0 0,6 11 0 0 0,17 26 443 0 0,35 46-1 0 0,-21-34 359 0 0,-38-54-888 0 0,-1 0 0 0 0,1 1 0 0 0,-1-1 0 0 0,1 0 0 0 0,-1 1 0 0 0,0-1-1 0 0,0 1 1 0 0,-1-1 0 0 0,1 1 0 0 0,-1-1 0 0 0,0 1 0 0 0,1-1 0 0 0,-2 1 0 0 0,1-1 0 0 0,0 1 0 0 0,-1 0-1 0 0,1-1 1 0 0,-1 1 0 0 0,0-1 0 0 0,0 0 0 0 0,-1 1 0 0 0,1-1 0 0 0,-1 0 0 0 0,1 0 0 0 0,-1 0-1 0 0,0 0 1 0 0,0 0 0 0 0,-1 0 0 0 0,-3 3 0 0 0,-1-1-37 0 0,0-1 0 0 0,0-1 0 0 0,-1 1 1 0 0,0-1-1 0 0,0 0 0 0 0,0-1 0 0 0,0 0 0 0 0,0 0 0 0 0,0-1 0 0 0,0 0 0 0 0,-12 0 1 0 0,-12-2-29 0 0,-53-7 1 0 0,23 1-137 0 0,-74 4-7132 0 0,46 6-5895 0 0,57-3 2930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3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775 443 17658 0 0,'-31'-1'-153'0'0,"-1"0"1"0"0,0 2 0 0 0,1 2-1 0 0,-1 0 1 0 0,1 3 0 0 0,0 0-1 0 0,1 2 1 0 0,-42 16 0 0 0,46-13 216 0 0,1 2-1 0 0,0 1 1 0 0,1 1 0 0 0,1 0-1 0 0,0 2 1 0 0,1 1 0 0 0,1 1-1 0 0,0 0 1 0 0,-28 37 0 0 0,25-25 56 0 0,2 2 1 0 0,1 0 0 0 0,2 1 0 0 0,1 1 0 0 0,2 1 0 0 0,1 0 0 0 0,2 1 0 0 0,1 1 0 0 0,2 0 0 0 0,2 0-1 0 0,2 1 1 0 0,1 0 0 0 0,2 0 0 0 0,2 42 0 0 0,2-48-47 0 0,1-1 0 0 0,2 1-1 0 0,1-1 1 0 0,2 1 0 0 0,1-2-1 0 0,2 1 1 0 0,1-1 0 0 0,1-1-1 0 0,1 0 1 0 0,2-1 0 0 0,1 0 0 0 0,1-1-1 0 0,2-1 1 0 0,1-1 0 0 0,0 0-1 0 0,2-2 1 0 0,27 24 0 0 0,-3-12-14 0 0,1-2 1 0 0,1-2-1 0 0,2-2 1 0 0,1-2-1 0 0,1-3 0 0 0,1-2 1 0 0,1-2-1 0 0,1-3 1 0 0,1-2-1 0 0,0-3 1 0 0,1-2-1 0 0,107 7 0 0 0,-79-15-10 0 0,0-4 0 0 0,0-3-1 0 0,0-4 1 0 0,-1-4 0 0 0,0-3-1 0 0,-1-4 1 0 0,-1-4-1 0 0,91-37 1 0 0,-126 40 76 0 0,-1-2 0 0 0,-1-1 1 0 0,-1-3-1 0 0,-1-1 0 0 0,-1-3 0 0 0,-2-1 1 0 0,-1-2-1 0 0,-1-1 0 0 0,46-56 0 0 0,-58 57 57 0 0,-2-1 0 0 0,0-1 0 0 0,-3-1 0 0 0,-1-1 0 0 0,-1 0 0 0 0,-3-2 0 0 0,-1 0-1 0 0,-1-1 1 0 0,-3 0 0 0 0,-1-1 0 0 0,8-78 0 0 0,-14 64-73 0 0,-3-1 1 0 0,-2 1-1 0 0,-3 0 1 0 0,-2 0-1 0 0,-2 0 0 0 0,-3 1 1 0 0,-2 0-1 0 0,-3 1 1 0 0,-2 0-1 0 0,-2 2 0 0 0,-39-74 1 0 0,41 95-108 0 0,-2 1 0 0 0,0 0 0 0 0,-2 1 0 0 0,-1 2 1 0 0,-1 0-1 0 0,-1 2 0 0 0,-2 0 0 0 0,0 2 0 0 0,-1 1 1 0 0,-1 1-1 0 0,-1 2 0 0 0,-1 1 0 0 0,0 1 0 0 0,-1 1 1 0 0,-1 2-1 0 0,0 2 0 0 0,-1 1 0 0 0,0 1 0 0 0,0 2 1 0 0,-1 1-1 0 0,0 2 0 0 0,-61 1 0 0 0,19 6-446 0 0,1 4-1 0 0,0 3 1 0 0,0 3-1 0 0,1 4 0 0 0,-128 46 1 0 0,-72 57-4249 0 0,18 27-5777 0 0,203-113 3996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6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2034 197 11669 0 0,'35'-30'-527'0'0,"-35"27"614"0"0,0 0-1 0 0,1 1 0 0 0,-2-1 0 0 0,1 1 0 0 0,0-1 0 0 0,0 1 1 0 0,-1-1-1 0 0,1 1 0 0 0,-1-1 0 0 0,0 1 0 0 0,0-1 0 0 0,0 1 1 0 0,0 0-1 0 0,0-1 0 0 0,0 1 0 0 0,-1 0 0 0 0,1 0 0 0 0,-1 0 1 0 0,1 0-1 0 0,-1 0 0 0 0,0 0 0 0 0,0 0 0 0 0,0 1 0 0 0,0-1 1 0 0,0 1-1 0 0,-3-2 0 0 0,-3-3 99 0 0,0 0-1 0 0,0 1 1 0 0,-1 0-1 0 0,0 1 1 0 0,-15-6 0 0 0,-56-8 477 0 0,-2 2 0 0 0,-155-7 1 0 0,191 20-440 0 0,-15-3-59 0 0,0 3 0 0 0,1 3 0 0 0,-1 2 0 0 0,0 3 1 0 0,-88 19-1 0 0,79-5-79 0 0,1 2 1 0 0,-108 49-1 0 0,98-34-51 0 0,18-10 10 0 0,2 3-1 0 0,1 3 0 0 0,-91 64 1 0 0,119-71-18 0 0,1 1 0 0 0,1 1 0 0 0,1 2 0 0 0,2 0 0 0 0,1 2 1 0 0,1 0-1 0 0,2 2 0 0 0,1 1 0 0 0,1 0 0 0 0,2 1 0 0 0,2 1 1 0 0,-18 60-1 0 0,21-45 152 0 0,-8 59 0 0 0,16-73-80 0 0,1 1 0 0 0,1-1 1 0 0,3 1-1 0 0,1-1 0 0 0,1 0 0 0 0,2 0 1 0 0,2 0-1 0 0,1-1 0 0 0,2 1 1 0 0,2-2-1 0 0,1 0 0 0 0,2 0 0 0 0,1-2 1 0 0,24 39-1 0 0,-23-45 87 0 0,1-1 0 0 0,1 0 0 0 0,1-1 0 0 0,1-1 0 0 0,1-2 0 0 0,1 0 0 0 0,1-1 0 0 0,43 28 0 0 0,-25-25 178 0 0,1-2-1 0 0,1-2 1 0 0,85 25-1 0 0,147 24 803 0 0,-217-56-860 0 0,-6-3 373 0 0,0-2-1 0 0,0-3 1 0 0,0-2 0 0 0,93-6-1 0 0,209-45 1731 0 0,-324 42-2265 0 0,-1-1 92 0 0,-2-2 1 0 0,1-1 0 0 0,-2-1 0 0 0,1-1 0 0 0,-1-2-1 0 0,26-17 1 0 0,1 1-49 0 0,-19 11-187 0 0,0-2 0 0 0,-2-1 0 0 0,0-1 0 0 0,-2-2 0 0 0,39-39 0 0 0,-63 55 0 0 0,0 0 0 0 0,-1-1 0 0 0,0 0 0 0 0,0 0 0 0 0,-1 0 0 0 0,-1-1 0 0 0,4-11 0 0 0,20-83 0 0 0,-22 80 0 0 0,8-37 0 0 0,-3-1 0 0 0,-2 0 0 0 0,-3-1 0 0 0,-3 1 0 0 0,-3-1 0 0 0,-12-92 0 0 0,10 136 0 0 0,-2 0 0 0 0,-1 1 0 0 0,0-1 0 0 0,-2 1 0 0 0,0 0 0 0 0,-1 1 0 0 0,-1 0 0 0 0,0 0 0 0 0,-18-24 0 0 0,17 29 0 0 0,-1 1 0 0 0,0 0 0 0 0,0 0 0 0 0,-2 1 0 0 0,1 1 0 0 0,-1 0 0 0 0,-1 0 0 0 0,0 2 0 0 0,0 0 0 0 0,0 0 0 0 0,-1 1 0 0 0,-22-7 0 0 0,1 4-712 0 0,0 2 1 0 0,-1 1-1 0 0,0 2 1 0 0,0 1-1 0 0,0 2 1 0 0,-1 2-1 0 0,1 1 1 0 0,0 2-1 0 0,-50 11 1 0 0,45-6-322 0 0,0 3 1 0 0,1 1 0 0 0,0 2-1 0 0,1 2 1 0 0,1 2 0 0 0,1 1-1 0 0,0 2 1 0 0,-36 27 0 0 0,8 8-4819 0 0,7 4-2803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7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1347 57 14505 0 0,'0'0'-687'0'0,"5"4"122"0"0,14 9 148 0 0,-14-9 1328 0 0,-11-8-563 0 0,-9-4 191 0 0,0 0 1 0 0,-1 0-1 0 0,0 2 1 0 0,-34-10-1 0 0,-2 6 148 0 0,-1 2 0 0 0,1 2 1 0 0,-71 2-1 0 0,90 6-502 0 0,1 0-1 0 0,-1 2 1 0 0,1 2 0 0 0,1 1 0 0 0,-1 1 0 0 0,-50 20 0 0 0,26-4-1 0 0,1 3 0 0 0,-56 36 1 0 0,87-47-128 0 0,1 1 0 0 0,1 1 1 0 0,1 1-1 0 0,1 1 1 0 0,0 0-1 0 0,-31 45 0 0 0,11-1 275 0 0,2 1-1 0 0,4 2 1 0 0,2 1-1 0 0,4 1 1 0 0,2 2 0 0 0,4 1-1 0 0,-23 129 1 0 0,32-129 199 0 0,2 1 1 0 0,0 94 0 0 0,12-107-187 0 0,2-1 0 0 0,3-1 0 0 0,2 1 0 0 0,23 85 0 0 0,-20-108-189 0 0,2-1 0 0 0,1 0 0 0 0,1-1-1 0 0,2 0 1 0 0,1-2 0 0 0,2 0 0 0 0,1-1 0 0 0,32 35 0 0 0,-29-39 39 0 0,2-1 1 0 0,2-1-1 0 0,0-1 1 0 0,60 39-1 0 0,-66-50-55 0 0,1-1 0 0 0,0-2 0 0 0,0 0 0 0 0,1-1 0 0 0,0-1 0 0 0,1-2 0 0 0,-1 0 0 0 0,29 2 0 0 0,18-2 55 0 0,1-3 0 0 0,0-4 0 0 0,0-3 0 0 0,0-2 0 0 0,-1-4 0 0 0,90-25 0 0 0,-120 22-195 0 0,-1-1 0 0 0,0-3 0 0 0,40-22 0 0 0,105-73 0 0 0,-164 99 0 0 0,0-1 0 0 0,-1-1 0 0 0,-1-1 0 0 0,-1 0 0 0 0,0-2 0 0 0,-1 0 0 0 0,-1-1 0 0 0,-1 0 0 0 0,0-2 0 0 0,-2 1 0 0 0,0-2 0 0 0,-2 0 0 0 0,0 0 0 0 0,-1-1 0 0 0,9-34 0 0 0,-3-10 0 0 0,-3-1 0 0 0,-2-1 0 0 0,1-83 0 0 0,-19-210 0 0 0,5 330 0 0 0,-2-1 0 0 0,0 0 0 0 0,-2 1 0 0 0,-2 0 0 0 0,-22-61 0 0 0,25 82 0 0 0,0-1 0 0 0,-1 2 0 0 0,-1-1 0 0 0,1 1 0 0 0,-1 0 0 0 0,-1 0 0 0 0,0 1 0 0 0,0 0 0 0 0,-1 0 0 0 0,0 1 0 0 0,-1 0 0 0 0,0 1 0 0 0,0 0 0 0 0,0 0 0 0 0,-1 1 0 0 0,0 0 0 0 0,0 1 0 0 0,-1 1 0 0 0,-12-4 0 0 0,-8 1-796 0 0,0 1 1 0 0,0 1-1 0 0,-1 2 1 0 0,1 2-1 0 0,-1 0 1 0 0,0 3-1 0 0,-38 5 0 0 0,-224 57-8697 0 0,241-49 8521 0 0,-11 3-4713 0 0,4 4-2711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8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13 14845 0 0,'-16'-6'-73'0'0,"-2"0"1937"0"0,26 10 48 0 0,41 8-736 0 0,1-8-743 0 0,50 2-635 0 0,-39-10-5346 0 0,-46 2 1971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48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1 162 10345 0 0,'2'9'1089'0'0,"7"-9"2780"0"0,83-28-1403 0 0,35-12-313 0 0,163-28-1 0 0,-204 50-1923 0 0,-50 9-4658 0 0,-6 2-6241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7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78 15669 0 0,'-19'-31'321'0'0,"17"28"400"0"0,0 1 1 0 0,0-1-1 0 0,0 0 0 0 0,0 1 1 0 0,1-1-1 0 0,-1 0 0 0 0,1 0 1 0 0,0 0-1 0 0,0 0 1 0 0,0-1-1 0 0,0 1 0 0 0,0-9 3967 0 0,2 18-4482 0 0,0 1 0 0 0,1-1 0 0 0,-1 0 0 0 0,1-1 0 0 0,1 1 0 0 0,-1 0 0 0 0,1-1 0 0 0,6 10 0 0 0,41 71 1373 0 0,36 29-1579 0 0,6-3 0 0 0,5-4 0 0 0,4-4 0 0 0,4-5 0 0 0,194 139 0 0 0,-247-202 0 0 0,-36-24 0 0 0,-4-3 0 0 0,0-1 0 0 0,0 1 0 0 0,-5-2 0 0 0,-6-6-136 0 0,-1 0-1 0 0,1-1 1 0 0,-1 1 0 0 0,1 0-1 0 0,-1 0 1 0 0,0 0 0 0 0,1 0-1 0 0,-1 0 1 0 0,0 0 0 0 0,0 0-1 0 0,1 0 1 0 0,-1 0 0 0 0,0 0-1 0 0,0 0 1 0 0,0 0 0 0 0,0 0-1 0 0,-1 0 1 0 0,1 0 0 0 0,0 0-1 0 0,0 0 1 0 0,-1 0 0 0 0,1 0 0 0 0,0 0-1 0 0,-1 0 1 0 0,1 0 0 0 0,-1 0-1 0 0,1 0 1 0 0,-1 0 0 0 0,-1 1-1 0 0,-22 23-7101 0 0,18-20 5406 0 0,-13 14-5217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7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55 20586 0 0,'-51'-55'6646'0'0,"38"108"-4165"0"0,15-10-1349 0 0,11 60 1 0 0,-2-20-344 0 0,-5-31-789 0 0,4 77 0 0 0,-10-123-159 0 0,1 0 1 0 0,-1-1-1 0 0,1 1 0 0 0,1 0 1 0 0,-1-1-1 0 0,1 1 0 0 0,3 6 1 0 0,46-33-12937 0 0,-17 2 5456 0 0,-6 2-1269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7.7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560 41 15813 0 0,'0'-2'38'0'0,"0"1"-1"0"0,0-1 1 0 0,0 1-1 0 0,0-1 1 0 0,0 1-1 0 0,0-1 1 0 0,0 1-1 0 0,-1-1 1 0 0,1 1-1 0 0,0-1 1 0 0,-1 1-1 0 0,0-1 0 0 0,1 1 1 0 0,-1-1-1 0 0,0 1 1 0 0,1 0-1 0 0,-1 0 1 0 0,0-1-1 0 0,0 1 1 0 0,0 0-1 0 0,0 0 1 0 0,-1 0-1 0 0,1 0 1 0 0,0 0-1 0 0,0 0 1 0 0,-1 0-1 0 0,1 1 0 0 0,0-1 1 0 0,-1 0-1 0 0,1 1 1 0 0,0-1-1 0 0,-1 1 1 0 0,1-1-1 0 0,-1 1 1 0 0,1 0-1 0 0,-1 0 1 0 0,1-1-1 0 0,-1 1 1 0 0,0 0-1 0 0,1 0 0 0 0,-1 1 1 0 0,1-1-1 0 0,-1 0 1 0 0,1 0-1 0 0,-2 1 1 0 0,-9 2 419 0 0,0 0 1 0 0,1 1-1 0 0,-1 0 0 0 0,-17 9 1 0 0,17-7-139 0 0,1 0 0 0 0,0 0 0 0 0,0 1 0 0 0,1 1 1 0 0,-1 0-1 0 0,2 0 0 0 0,-1 1 0 0 0,1 0 0 0 0,-10 13 0 0 0,15-16-195 0 0,0 0 0 0 0,1 0 0 0 0,-1 0 0 0 0,1 1-1 0 0,0-1 1 0 0,1 1 0 0 0,0 0 0 0 0,0 0-1 0 0,0 0 1 0 0,1 0 0 0 0,0 0 0 0 0,0 0-1 0 0,1 0 1 0 0,0 0 0 0 0,0 0 0 0 0,1 1-1 0 0,-1-1 1 0 0,3 7 0 0 0,4 10 190 0 0,1 0-1 0 0,1-1 1 0 0,18 34 0 0 0,-17-38 381 0 0,0 0-1 0 0,-2 0 1 0 0,-1 1 0 0 0,0 0-1 0 0,7 36 1 0 0,-11-44-208 0 0,-2-10-425 0 0,-1 0 0 0 0,1 0 0 0 0,-1 0 0 0 0,1 0 0 0 0,-1 0 1 0 0,0 0-1 0 0,0 0 0 0 0,0 0 0 0 0,0 0 0 0 0,0 0 0 0 0,-1 0 0 0 0,1 0 0 0 0,0 0 0 0 0,-1 0 0 0 0,0 0 0 0 0,1 0 0 0 0,-1 0 0 0 0,0-1 1 0 0,0 1-1 0 0,0 0 0 0 0,0 0 0 0 0,0-1 0 0 0,-2 3 0 0 0,-1 1-185 0 0,0-1 1 0 0,0 1-1 0 0,-1-1 1 0 0,1 0-1 0 0,-1 0 1 0 0,0-1-1 0 0,0 1 0 0 0,0-1 1 0 0,-1 0-1 0 0,1 0 1 0 0,-1-1-1 0 0,0 0 1 0 0,0 0-1 0 0,0 0 0 0 0,0 0 1 0 0,0-1-1 0 0,0 0 1 0 0,0-1-1 0 0,-7 1 0 0 0,-14 0-875 0 0,0-1-1 0 0,0-1 0 0 0,-27-4 0 0 0,42 3-572 0 0,-1 0 0 0 0,1-1 0 0 0,-1 0 0 0 0,1-1 0 0 0,-21-10 0 0 0,-1-10-4923 0 0,13 1-2050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8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863 248 16722 0 0,'-37'2'282'0'0,"0"1"1"0"0,0 2 0 0 0,0 2 0 0 0,1 1-1 0 0,0 1 1 0 0,0 3 0 0 0,1 1 0 0 0,1 1 0 0 0,0 2-1 0 0,1 1 1 0 0,1 2 0 0 0,0 1 0 0 0,2 1 0 0 0,-44 40-1 0 0,45-35 25 0 0,1 2-1 0 0,1 1 0 0 0,2 1 0 0 0,0 2 1 0 0,3 0-1 0 0,0 1 0 0 0,2 1 0 0 0,2 1 1 0 0,1 1-1 0 0,2 1 0 0 0,1 0 0 0 0,2 0 1 0 0,-11 62-1 0 0,20-77-182 0 0,1 0 0 0 0,1 0-1 0 0,1 0 1 0 0,1-1 0 0 0,1 1 0 0 0,1 0 0 0 0,1 0 0 0 0,1-1-1 0 0,0 0 1 0 0,2 0 0 0 0,0 0 0 0 0,2-1 0 0 0,0 0-1 0 0,1-1 1 0 0,1 0 0 0 0,1 0 0 0 0,1-1 0 0 0,0-1 0 0 0,1 0-1 0 0,1-1 1 0 0,26 22 0 0 0,-18-19-106 0 0,0-1-1 0 0,2-1 1 0 0,0-1-1 0 0,0-2 1 0 0,2 0 0 0 0,-1-2-1 0 0,2 0 1 0 0,0-2-1 0 0,0-2 1 0 0,0 0 0 0 0,1-2-1 0 0,1-1 1 0 0,-1-1-1 0 0,0-1 1 0 0,49-3 0 0 0,-12-7-56 0 0,0-3 1 0 0,-1-2-1 0 0,0-4 1 0 0,-1-2-1 0 0,-1-3 1 0 0,0-3-1 0 0,-2-3 1 0 0,-1-2-1 0 0,-2-2 1 0 0,-1-4-1 0 0,-1-1 1 0 0,-2-3-1 0 0,67-64 1 0 0,-94 76 56 0 0,-1-2-1 0 0,-1-1 1 0 0,-2-1 0 0 0,-1-1 0 0 0,-1 0-1 0 0,-2-2 1 0 0,-2 0 0 0 0,-1-1 0 0 0,17-55-1 0 0,-19 42 4 0 0,-2 0-1 0 0,-2-1 1 0 0,-3 0-1 0 0,-1 0 0 0 0,-3-1 1 0 0,-6-89-1 0 0,2 118-22 0 0,-2 1 0 0 0,0-1 0 0 0,-1 1 0 0 0,-1 0 0 0 0,-1 0 0 0 0,-1 0 0 0 0,-1 1 0 0 0,0 0 0 0 0,-2 0-1 0 0,-18-27 1 0 0,18 32-47 0 0,-1 1-1 0 0,0 1 0 0 0,-1 0 0 0 0,-1 0 0 0 0,0 2 0 0 0,0-1 0 0 0,-1 1 0 0 0,-1 1 1 0 0,1 1-1 0 0,-1 0 0 0 0,-1 1 0 0 0,1 0 0 0 0,-24-5 0 0 0,8 4-345 0 0,0 3-1 0 0,-1 0 1 0 0,1 2-1 0 0,-1 1 1 0 0,0 2-1 0 0,0 1 1 0 0,0 1-1 0 0,1 2 1 0 0,-57 14-1 0 0,-17 11-4109 0 0,-147 63 0 0 0,225-80 3476 0 0,-47 18-3725 0 0,16-5-2030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8:58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479 45 13417 0 0,'-3'-7'69'0'0,"-14"-23"69"0"0,16 29-124 0 0,0 1 1 0 0,0-1-1 0 0,0 0 1 0 0,0 1-1 0 0,0-1 1 0 0,0 0-1 0 0,0 1 1 0 0,0 0-1 0 0,-1-1 0 0 0,1 1 1 0 0,0-1-1 0 0,0 1 1 0 0,0 0-1 0 0,-1 0 1 0 0,1 0-1 0 0,0 0 0 0 0,0 0 1 0 0,-1 0-1 0 0,1 0 1 0 0,0 0-1 0 0,0 0 1 0 0,-1 1-1 0 0,1-1 0 0 0,0 1 1 0 0,0-1-1 0 0,0 1 1 0 0,0-1-1 0 0,0 1 1 0 0,0-1-1 0 0,-1 1 1 0 0,0 1-1 0 0,-20 13 152 0 0,1 1-1 0 0,0 2 1 0 0,2 0 0 0 0,0 1 0 0 0,0 1-1 0 0,2 0 1 0 0,-20 31 0 0 0,-4 13 400 0 0,-50 101 0 0 0,72-125-360 0 0,1 1 1 0 0,2 1-1 0 0,2 0 0 0 0,1 1 0 0 0,3 0 0 0 0,1 1 1 0 0,3 0-1 0 0,-2 48 0 0 0,8-70-108 0 0,0 0-1 0 0,2 1 1 0 0,1-1 0 0 0,0 0 0 0 0,2 0-1 0 0,0-1 1 0 0,1 1 0 0 0,2-1 0 0 0,0 0-1 0 0,1-1 1 0 0,1 0 0 0 0,1-1 0 0 0,0 1-1 0 0,2-2 1 0 0,0 0 0 0 0,1-1 0 0 0,1 0-1 0 0,17 15 1 0 0,-24-25-59 0 0,1-1 0 0 0,-1 0 0 0 0,1 0 0 0 0,1-1 0 0 0,-1 0 0 0 0,1-1 0 0 0,-1 0 0 0 0,1 0 0 0 0,0-1 0 0 0,1 0 0 0 0,-1-1 0 0 0,0 0 0 0 0,1-1 0 0 0,-1 0 0 0 0,1-1 0 0 0,0 0 0 0 0,-1 0 0 0 0,1-1 0 0 0,-1-1 0 0 0,1 1 0 0 0,-1-2 0 0 0,0 0 0 0 0,17-6 0 0 0,-10 2-10 0 0,1-1 0 0 0,-1-1 0 0 0,0 0 0 0 0,-1-2 0 0 0,0 1-1 0 0,0-2 1 0 0,-1 0 0 0 0,-1-1 0 0 0,0 0 0 0 0,-1-2 0 0 0,0 1 0 0 0,12-20 0 0 0,-2-4-5 0 0,-2-1-1 0 0,-1-1 1 0 0,-3 0 0 0 0,-1-2 0 0 0,-2 0 0 0 0,13-64 0 0 0,-16 47-15 0 0,-3-1-1 0 0,-2 0 1 0 0,-3 0 0 0 0,-6-73-1 0 0,2 117-7 0 0,0 1 0 0 0,-1-1 0 0 0,-1 0-1 0 0,-1 1 1 0 0,0 0 0 0 0,-1-1-1 0 0,-12-24 1 0 0,15 36 7 0 0,0 0-1 0 0,-1 0 1 0 0,1 0-1 0 0,-1 1 1 0 0,0-1-1 0 0,0 1 1 0 0,0-1-1 0 0,-1 1 1 0 0,1 0-1 0 0,-1 1 1 0 0,0-1 0 0 0,0 0-1 0 0,0 1 1 0 0,0 0-1 0 0,0 0 1 0 0,0 0-1 0 0,0 1 1 0 0,-1-1-1 0 0,1 1 1 0 0,-1 0-1 0 0,1 0 1 0 0,-1 1-1 0 0,1-1 1 0 0,-1 1-1 0 0,0 0 1 0 0,1 0-1 0 0,-1 1 1 0 0,1-1-1 0 0,-1 1 1 0 0,1 0 0 0 0,-8 3-1 0 0,-14 4 94 0 0,1 2 1 0 0,0 1-1 0 0,1 1 0 0 0,0 1 0 0 0,0 1 1 0 0,1 1-1 0 0,1 1 0 0 0,-34 32 0 0 0,20-13 146 0 0,1 1-1 0 0,2 2 0 0 0,-53 82 0 0 0,63-84-40 0 0,2 1-1 0 0,1 1 1 0 0,2 0 0 0 0,2 2-1 0 0,2 0 1 0 0,-18 77-1 0 0,28-89-99 0 0,0 0-1 0 0,2 0 1 0 0,1 1 0 0 0,1-1-1 0 0,1 1 1 0 0,2-1-1 0 0,1 0 1 0 0,1 0-1 0 0,2 0 1 0 0,0-1-1 0 0,14 32 1 0 0,-12-36-55 0 0,1-1 0 0 0,2-1 0 0 0,0 0 0 0 0,1 0 0 0 0,1-1 0 0 0,0-1 0 0 0,2 0 1 0 0,0-1-1 0 0,1-1 0 0 0,1-1 0 0 0,1 0 0 0 0,0-1 0 0 0,1-1 0 0 0,1-1 0 0 0,0-1 0 0 0,0-1 0 0 0,1 0 0 0 0,1-2 1 0 0,-1-1-1 0 0,1 0 0 0 0,1-2 0 0 0,0-1 0 0 0,0 0 0 0 0,0-2 0 0 0,0-1 0 0 0,0-1 0 0 0,0-1 0 0 0,1-1 1 0 0,38-7-1 0 0,-27 1-17 0 0,-1-3 0 0 0,0 0 1 0 0,-1-3-1 0 0,-1-1 1 0 0,0-1-1 0 0,0-2 0 0 0,-2-1 1 0 0,0-1-1 0 0,-2-2 1 0 0,0-1-1 0 0,-1-1 0 0 0,-1-1 1 0 0,44-53-1 0 0,-42 41-57 0 0,-2-2-1 0 0,-1-1 1 0 0,-2-1 0 0 0,-2-1-1 0 0,-2-1 1 0 0,-1-1-1 0 0,-3-1 1 0 0,-1 0-1 0 0,-2-1 1 0 0,9-66 0 0 0,-17 80-36 0 0,-1 0 1 0 0,-2 0 0 0 0,-1-1 0 0 0,-1 1 0 0 0,-6-40 0 0 0,5 62 21 0 0,-1 0 0 0 0,0 0 0 0 0,0 0 1 0 0,-1 0-1 0 0,0 0 0 0 0,-1 1 0 0 0,0-1 1 0 0,0 1-1 0 0,-1 0 0 0 0,0 0 0 0 0,0 0 0 0 0,0 1 1 0 0,-1 0-1 0 0,-1 0 0 0 0,1 0 0 0 0,-1 1 1 0 0,0 0-1 0 0,0 0 0 0 0,-1 1 0 0 0,0 0 0 0 0,0 0 1 0 0,-10-3-1 0 0,-3 0-178 0 0,-1 2 1 0 0,0 1 0 0 0,0 0-1 0 0,-1 2 1 0 0,1 0 0 0 0,-1 2-1 0 0,0 0 1 0 0,1 2 0 0 0,-28 3-1 0 0,-8 5-1215 0 0,0 1-1 0 0,-75 25 1 0 0,87-19-683 0 0,1 2 1 0 0,1 1-1 0 0,1 3 1 0 0,1 1-1 0 0,-40 30 1 0 0,31-15-4112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0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2054 498 11385 0 0,'0'-2'-51'0'0,"1"0"0"0"0,-1-1 0 0 0,1 1 0 0 0,-1 0 0 0 0,0 0 0 0 0,0-1 0 0 0,0 1-1 0 0,0 0 1 0 0,0 0 0 0 0,-1-1 0 0 0,1 1 0 0 0,-1 0 0 0 0,1 0 0 0 0,-1 0 0 0 0,0-1 0 0 0,0 1 0 0 0,0 0 0 0 0,0 0 0 0 0,0 0 0 0 0,-1 0-1 0 0,1 1 1 0 0,0-1 0 0 0,-1 0 0 0 0,1 0 0 0 0,-4-1 0 0 0,-53-44 283 0 0,38 32-171 0 0,-46-38 734 0 0,-140-84 0 0 0,179 123-679 0 0,0 1 1 0 0,-1 1-1 0 0,0 1 0 0 0,-1 2 1 0 0,0 1-1 0 0,-1 1 1 0 0,1 1-1 0 0,-1 2 0 0 0,-33-1 1 0 0,0 5-25 0 0,0 3 1 0 0,1 2 0 0 0,0 3-1 0 0,0 3 1 0 0,0 3-1 0 0,2 2 1 0 0,-115 47-1 0 0,129-43-13 0 0,2 3-1 0 0,1 1 0 0 0,1 2 0 0 0,1 2 0 0 0,1 2 0 0 0,2 1 0 0 0,1 2 0 0 0,2 2 0 0 0,1 1 0 0 0,-53 73 0 0 0,47-49 53 0 0,2 1 0 0 0,3 2 0 0 0,3 2 0 0 0,2 1 0 0 0,4 2 0 0 0,-18 70 0 0 0,36-106-65 0 0,2 1-1 0 0,1 0 1 0 0,2 0 0 0 0,1 1-1 0 0,2-1 1 0 0,6 54 0 0 0,-3-64-26 0 0,2 0-1 0 0,1 0 1 0 0,0-1 0 0 0,2 0 0 0 0,0-1-1 0 0,2 0 1 0 0,0 0 0 0 0,1-1-1 0 0,1 0 1 0 0,23 27 0 0 0,-12-19 18 0 0,2-1 0 0 0,1-2 0 0 0,1 0 1 0 0,1-2-1 0 0,2-1 0 0 0,38 22 0 0 0,-22-19 13 0 0,2-1 0 0 0,0-3 0 0 0,89 27 1 0 0,-38-24 2 0 0,0-5 0 0 0,2-3 1 0 0,-1-5-1 0 0,104-3 0 0 0,-85-8-14 0 0,0-6 0 0 0,-1-5-1 0 0,149-33 1 0 0,-179 24 94 0 0,-2-4 0 0 0,0-4 1 0 0,-2-4-1 0 0,156-83 0 0 0,-207 96 22 0 0,0-2-1 0 0,-2-1 1 0 0,0-2-1 0 0,-2 0 1 0 0,-1-2-1 0 0,-1-2 0 0 0,32-40 1 0 0,-43 46-47 0 0,-2 0 0 0 0,0-1 1 0 0,-1 0-1 0 0,-2-1 0 0 0,0-1 1 0 0,-2 0-1 0 0,0 0 0 0 0,-2-1 0 0 0,-1 0 1 0 0,-1 0-1 0 0,3-35 0 0 0,-7 21-9 0 0,-2 0 0 0 0,-1 0 0 0 0,-3 0-1 0 0,-1 0 1 0 0,-1 1 0 0 0,-2 0 0 0 0,-16-39-1 0 0,1 13 18 0 0,-3 0 0 0 0,-4 2 0 0 0,-43-69 0 0 0,43 84-64 0 0,-2 1-1 0 0,-2 2 0 0 0,-1 1 0 0 0,-3 2 0 0 0,-2 1 0 0 0,-88-68 1 0 0,97 86-76 0 0,-1 2 1 0 0,-2 1-1 0 0,0 2 1 0 0,0 1-1 0 0,-2 2 1 0 0,0 1 0 0 0,0 2-1 0 0,-1 1 1 0 0,-1 3-1 0 0,0 1 1 0 0,-40-2-1 0 0,22 7-232 0 0,0 2 0 0 0,0 3-1 0 0,0 3 1 0 0,1 2-1 0 0,-96 27 1 0 0,116-25-344 0 0,0 2 0 0 0,1 2 0 0 0,0 1 0 0 0,1 2 0 0 0,1 1 0 0 0,1 2 0 0 0,0 1 0 0 0,2 1 0 0 0,-42 40 0 0 0,62-52-207 0 0,0 1-1 0 0,1 0 1 0 0,0 0 0 0 0,-12 22 0 0 0,19-28 383 0 0,-1-1 0 0 0,1 1 0 0 0,0 0 0 0 0,1 0 0 0 0,-1 1 0 0 0,1-1 0 0 0,0 0 0 0 0,0 0 0 0 0,0 1 0 0 0,1-1 0 0 0,0 1 0 0 0,0-1 0 0 0,1 0 0 0 0,-1 1 0 0 0,3 7 1 0 0,15 31-3689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1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19 192 8913 0 0,'-18'10'5770'0'0,"31"-21"-4645"0"0,55-26-854 0 0,87-15 1318 0 0,203-41 0 0 0,-356 92-1354 0 0,-10 3-130 0 0,-469 99 1494 0 0,650-112-700 0 0,54-29-2730 0 0,-81 2-3214 0 0,-121 28 2778 0 0,-25 10 2121 0 0,1 0 0 0 0,-1 0 0 0 0,0 0 0 0 0,1 0 0 0 0,-1 0 0 0 0,1 0-1 0 0,-1 0 1 0 0,0 0 0 0 0,1 0 0 0 0,-1-1 0 0 0,0 1 0 0 0,4-10-4385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1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845 115 10181 0 0,'77'-40'5711'0'0,"-90"43"-5217"0"0,-80 24 643 0 0,2 4-1 0 0,-149 72 1 0 0,161-66-242 0 0,77-36-465 0 0,37-5-357 0 0,0 0 0 0 0,-1-3 0 0 0,0 0 0 0 0,0-2 0 0 0,48-20 0 0 0,-19 7-11 0 0,96-29 39 0 0,271-92 139 0 0,-428 142-227 0 0,-90 6 5 0 0,-1 3 0 0 0,-93 21 0 0 0,55-7 4 0 0,-494 84 91 0 0,583-98-290 0 0,1 1-1 0 0,1 2 1 0 0,-43 18 0 0 0,64-18-1988 0 0,35 5-6118 0 0,-16-16 7522 0 0,-1 1-1 0 0,0 0 1 0 0,0-1 0 0 0,4 0 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2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1968 411 9861 0 0,'-8'-28'-173'0'0,"-2"0"0"0"0,0 0-1 0 0,-3 1 1 0 0,0 0 0 0 0,-1 1 0 0 0,-22-30 0 0 0,24 41 227 0 0,-1 1-1 0 0,0 0 1 0 0,0 1-1 0 0,-2 0 1 0 0,1 1 0 0 0,-2 0-1 0 0,1 1 1 0 0,-2 1 0 0 0,1 1-1 0 0,-33-14 1 0 0,21 13 75 0 0,1 1 0 0 0,-2 2 0 0 0,1 0 0 0 0,-1 2 0 0 0,0 1 0 0 0,0 2 0 0 0,-59 1 0 0 0,49 5 55 0 0,0 1 0 0 0,0 2 0 0 0,1 1 0 0 0,0 3 0 0 0,-49 20 0 0 0,17 0 165 0 0,2 4 0 0 0,1 3 0 0 0,2 3 0 0 0,2 2 0 0 0,-95 85 0 0 0,81-58 181 0 0,4 4 1 0 0,-118 150-1 0 0,150-166-282 0 0,2 1 0 0 0,2 2 0 0 0,3 1 0 0 0,3 2 0 0 0,-23 69 0 0 0,45-106-162 0 0,2 1 0 0 0,0 0-1 0 0,2 0 1 0 0,1 1 0 0 0,2 0-1 0 0,0-1 1 0 0,2 1 0 0 0,1 0 0 0 0,2 0-1 0 0,0-1 1 0 0,2 1 0 0 0,1-1-1 0 0,2 0 1 0 0,0-1 0 0 0,2 1-1 0 0,1-2 1 0 0,1 0 0 0 0,1 0 0 0 0,1-1-1 0 0,2-1 1 0 0,0 0 0 0 0,1-1-1 0 0,29 29 1 0 0,-10-16 17 0 0,2 0 0 0 0,1-3 0 0 0,2-1 0 0 0,1-2-1 0 0,2-2 1 0 0,66 32 0 0 0,-43-29 32 0 0,1-4 0 0 0,1-3 0 0 0,140 30 0 0 0,-133-41-93 0 0,1-3 0 0 0,1-4 1 0 0,-1-3-1 0 0,1-3 0 0 0,-1-4 0 0 0,1-4 0 0 0,117-26 0 0 0,-129 19-26 0 0,-2-4 0 0 0,0-2-1 0 0,-1-3 1 0 0,-2-3 0 0 0,0-3-1 0 0,-2-2 1 0 0,-2-2 0 0 0,-1-3 0 0 0,52-45-1 0 0,-78 55 20 0 0,0-2-1 0 0,-2-1 0 0 0,-2-1 1 0 0,0-1-1 0 0,-3-1 0 0 0,0-1 1 0 0,-2-1-1 0 0,-2-1 0 0 0,-1-1 1 0 0,-2 0-1 0 0,-2-1 0 0 0,-1-1 1 0 0,-2 0-1 0 0,-1-1 0 0 0,-3 0 1 0 0,-1-1-1 0 0,-2 1 1 0 0,-2-1-1 0 0,-1 0 0 0 0,-2 0 1 0 0,-2 1-1 0 0,-16-75 0 0 0,10 73-25 0 0,-2 0 0 0 0,-2 1 0 0 0,-2 1 0 0 0,-1 0 0 0 0,-2 1 0 0 0,-2 1 0 0 0,-2 1 0 0 0,-1 1 0 0 0,-2 1 0 0 0,-1 1 0 0 0,-2 1 0 0 0,-1 1 0 0 0,-1 2 0 0 0,-2 1 0 0 0,-1 1 0 0 0,-1 2 0 0 0,-1 1 0 0 0,-1 2 0 0 0,-2 2 0 0 0,-39-17 0 0 0,17 14-518 0 0,-1 2-1 0 0,0 4 1 0 0,-2 2-1 0 0,0 2 1 0 0,0 4 0 0 0,-1 2-1 0 0,-91 1 1 0 0,68 9-543 0 0,0 3 0 0 0,0 5 0 0 0,0 3 1 0 0,-164 48-1 0 0,214-49-878 0 0,2 2 1 0 0,-39 19-1 0 0,19-4-2429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3.9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1641 263 8433 0 0,'-5'-14'38'0'0,"0"1"0"0"0,0 1 0 0 0,-2-1 0 0 0,1 1 0 0 0,-2 0 1 0 0,1 0-1 0 0,-2 1 0 0 0,0 0 0 0 0,0 1 0 0 0,0 0 0 0 0,-2 0 0 0 0,1 1 0 0 0,-1 0 1 0 0,0 1-1 0 0,-1 0 0 0 0,0 1 0 0 0,0 0 0 0 0,-1 1 0 0 0,-22-8 0 0 0,-2 1 176 0 0,0 2 0 0 0,-1 2 0 0 0,-1 1 0 0 0,0 2-1 0 0,-71-2 1 0 0,72 8-118 0 0,1 2 0 0 0,-1 2-1 0 0,0 1 1 0 0,1 2 0 0 0,0 1-1 0 0,0 2 1 0 0,1 2-1 0 0,1 1 1 0 0,0 2 0 0 0,1 1-1 0 0,0 2 1 0 0,1 1 0 0 0,2 2-1 0 0,-39 31 1 0 0,25-13 86 0 0,1 2 0 0 0,3 1 0 0 0,1 2 0 0 0,2 2 0 0 0,3 2 1 0 0,1 1-1 0 0,3 1 0 0 0,-36 79 0 0 0,29-46 140 0 0,4 2 0 0 0,4 2 1 0 0,-34 165-1 0 0,55-204-196 0 0,2 2 1 0 0,3-1-1 0 0,1 1 0 0 0,3-1 1 0 0,2 1-1 0 0,2-1 0 0 0,2 1 1 0 0,21 81-1 0 0,-16-97-14 0 0,2 0 0 0 0,0-1 0 0 0,3-1 0 0 0,0 0 0 0 0,2-1 0 0 0,2-1 0 0 0,0-1 0 0 0,2-1 0 0 0,29 29 0 0 0,-30-37-10 0 0,0-1 0 0 0,1 0-1 0 0,1-2 1 0 0,1-1 0 0 0,0 0 0 0 0,1-2 0 0 0,1-1 0 0 0,0-1 0 0 0,1-1 0 0 0,0-2 0 0 0,50 12 0 0 0,-7-11 65 0 0,0-2 1 0 0,0-4-1 0 0,1-3 0 0 0,79-8 1 0 0,277-51 246 0 0,-2-28-69 0 0,-357 66-136 0 0,-1-2 0 0 0,0-2 0 0 0,-2-4 0 0 0,68-40 0 0 0,-111 55-78 0 0,-1-1-1 0 0,-1-1 1 0 0,0-1 0 0 0,-1 0 0 0 0,0-2-1 0 0,-2 0 1 0 0,18-23 0 0 0,-25 27-47 0 0,-1 0 1 0 0,0-1-1 0 0,0 0 0 0 0,-2 0 1 0 0,0-1-1 0 0,-1 0 0 0 0,0 0 1 0 0,-1-1-1 0 0,-1 0 0 0 0,-1 1 1 0 0,2-25-1 0 0,-4-2 34 0 0,-2 1 0 0 0,-2-1 0 0 0,-2 0 0 0 0,-2 1 0 0 0,-18-66 0 0 0,-84-193 238 0 0,79 235-275 0 0,-3 0 1 0 0,-73-107 0 0 0,88 147-101 0 0,0 1 0 0 0,-1 1 0 0 0,-2 1 0 0 0,0 1 0 0 0,-1 1 0 0 0,-2 0 0 0 0,-31-21 0 0 0,36 30-122 0 0,0 1 0 0 0,0 1-1 0 0,-1 1 1 0 0,-1 1 0 0 0,1 0 0 0 0,-1 2 0 0 0,0 0-1 0 0,-1 1 1 0 0,1 2 0 0 0,-1 0 0 0 0,-23 0 0 0 0,4 3-577 0 0,0 2-1 0 0,0 2 1 0 0,1 2 0 0 0,0 1 0 0 0,-59 19-1 0 0,65-14-610 0 0,0 2-1 0 0,-40 21 1 0 0,49-21-510 0 0,1 1 0 0 0,1 1 0 0 0,-28 25 0 0 0,14-4-3134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5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2005 264 9561 0 0,'-15'-21'-39'0'0,"-2"0"1"0"0,0 1-1 0 0,-1 1 1 0 0,-1 1-1 0 0,-1 1 1 0 0,0 0-1 0 0,-1 1 1 0 0,-1 2 0 0 0,-1 0-1 0 0,0 1 1 0 0,0 1-1 0 0,-50-16 1 0 0,44 19 168 0 0,-1 2 0 0 0,1 1 1 0 0,-1 1-1 0 0,0 2 0 0 0,0 1 0 0 0,0 1 1 0 0,-1 2-1 0 0,1 0 0 0 0,0 3 1 0 0,0 0-1 0 0,-31 10 0 0 0,-1 4 240 0 0,1 3-1 0 0,-114 58 1 0 0,-101 88 649 0 0,208-118-700 0 0,2 2 1 0 0,2 4-1 0 0,2 2 0 0 0,4 3 1 0 0,-60 78-1 0 0,79-86-92 0 0,2 1 0 0 0,3 2-1 0 0,1 2 1 0 0,4 0 0 0 0,2 2-1 0 0,2 1 1 0 0,-19 75 0 0 0,37-106-133 0 0,0 1 0 0 0,2 0 0 0 0,2 0 0 0 0,0 0 0 0 0,2 0 1 0 0,1 0-1 0 0,2 1 0 0 0,1-1 0 0 0,1 0 0 0 0,1 0 1 0 0,2-1-1 0 0,1 1 0 0 0,2-2 0 0 0,0 1 0 0 0,2-1 1 0 0,1-1-1 0 0,1 0 0 0 0,2-1 0 0 0,0-1 0 0 0,2 0 1 0 0,39 43-1 0 0,-18-31 0 0 0,2-2 0 0 0,0-1 0 0 0,3-3 0 0 0,0-1 1 0 0,2-3-1 0 0,1-1 0 0 0,1-3 0 0 0,52 18 0 0 0,-25-15 21 0 0,0-3-1 0 0,2-4 0 0 0,0-3 1 0 0,146 11-1 0 0,-142-24-40 0 0,1-3-1 0 0,-1-4 0 0 0,0-3 1 0 0,-1-3-1 0 0,0-5 0 0 0,-1-2 1 0 0,93-34-1 0 0,-141 39 12 0 0,0-1 0 0 0,0-1 1 0 0,-1-2-1 0 0,-1 0 0 0 0,-1-3 0 0 0,-1 0 1 0 0,0-1-1 0 0,-1-2 0 0 0,-2-1 0 0 0,0-1 0 0 0,-1-1 1 0 0,-2 0-1 0 0,0-2 0 0 0,-2-1 0 0 0,-1 0 1 0 0,-1-1-1 0 0,-2-1 0 0 0,-1 0 0 0 0,-1-2 1 0 0,-2 1-1 0 0,-1-1 0 0 0,-1-1 0 0 0,-2 0 0 0 0,4-39 1 0 0,-8 12-35 0 0,-3 0-1 0 0,-2 0 1 0 0,-3 0 0 0 0,-3 1 0 0 0,-2 0 0 0 0,-3 0 0 0 0,-2 1-1 0 0,-3 1 1 0 0,-3 0 0 0 0,-1 2 0 0 0,-42-73 0 0 0,52 107-194 0 0,-1 0 0 0 0,0 1 0 0 0,-2 1 0 0 0,0 0 0 0 0,-1 1 0 0 0,-1 1 0 0 0,0 1 0 0 0,-2 0 0 0 0,0 1 1 0 0,-31-19-1 0 0,24 21-416 0 0,0 1-1 0 0,-1 1 1 0 0,0 1 0 0 0,-1 1 0 0 0,0 2 0 0 0,0 1 0 0 0,0 1 0 0 0,-36-2 0 0 0,2 5-1763 0 0,0 2 0 0 0,0 3 1 0 0,-91 16-1 0 0,35 3-3232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09:06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450 310 13697 0 0,'-34'6'353'0'0,"1"2"0"0"0,1 1 0 0 0,-1 1 0 0 0,1 2 0 0 0,1 1 0 0 0,-46 27 0 0 0,-12 3 726 0 0,84-41-964 0 0,0 1 0 0 0,-1 0 1 0 0,1 0-1 0 0,0 0 0 0 0,1 1 0 0 0,-1-1 1 0 0,-5 6-1 0 0,9-7 266 0 0,25-2-122 0 0,-15 1-213 0 0,1-1 1 0 0,-1 0 0 0 0,0-1-1 0 0,0 0 1 0 0,1 0-1 0 0,13-5 1 0 0,11-5-9 0 0,0-2-1 0 0,-1-1 1 0 0,-1-1-1 0 0,0-2 1 0 0,-1-1 0 0 0,36-29-1 0 0,-51 35-26 0 0,0-1 0 0 0,-1-1 0 0 0,0 0-1 0 0,-1-1 1 0 0,-1-1 0 0 0,0 0 0 0 0,-2-1-1 0 0,1 0 1 0 0,-2 0 0 0 0,-1-2 0 0 0,0 1 0 0 0,10-30-1 0 0,-18 44-7 0 0,0 1-1 0 0,0 0 1 0 0,0-1-1 0 0,-1 1 0 0 0,1-1 1 0 0,-1 1-1 0 0,0-1 1 0 0,0 1-1 0 0,0-1 0 0 0,0 1 1 0 0,-1-1-1 0 0,1 1 1 0 0,-1-1-1 0 0,0 1 0 0 0,0 0 1 0 0,0-1-1 0 0,-1 1 1 0 0,-2-5-1 0 0,2 5 4 0 0,-1 0 1 0 0,1 1-1 0 0,-1-1 1 0 0,0 1-1 0 0,0 0 1 0 0,-1 0-1 0 0,1 0 1 0 0,0 0-1 0 0,0 0 1 0 0,-1 0-1 0 0,0 1 1 0 0,1 0-1 0 0,-1 0 1 0 0,1 0-1 0 0,-1 0 1 0 0,-7 0-1 0 0,-12-1 54 0 0,0 1 0 0 0,0 1 0 0 0,0 1 0 0 0,0 1-1 0 0,1 1 1 0 0,-1 2 0 0 0,0 0 0 0 0,-32 12-1 0 0,22-5 83 0 0,1 1 0 0 0,0 2-1 0 0,1 1 1 0 0,-54 38 0 0 0,79-50-98 0 0,1 0 0 0 0,0 0-1 0 0,0 0 1 0 0,1 1 0 0 0,-1 0 0 0 0,1 0 0 0 0,0 0 0 0 0,0 0 0 0 0,1 1 0 0 0,0-1 0 0 0,0 1 0 0 0,-4 11 0 0 0,6-13-18 0 0,0-1-1 0 0,0 1 1 0 0,1 0 0 0 0,0-1-1 0 0,0 1 1 0 0,0 0 0 0 0,0 0-1 0 0,0-1 1 0 0,1 1 0 0 0,0 0-1 0 0,0-1 1 0 0,0 1-1 0 0,0-1 1 0 0,0 1 0 0 0,1-1-1 0 0,-1 1 1 0 0,1-1 0 0 0,0 0-1 0 0,0 0 1 0 0,0 0-1 0 0,1 0 1 0 0,-1 0 0 0 0,6 4-1 0 0,6 6 31 0 0,1-1 0 0 0,1 0-1 0 0,0-1 1 0 0,0-1-1 0 0,1 0 1 0 0,34 13-1 0 0,118 33-31 0 0,-126-43-141 0 0,-144-49-3415 0 0,86 29 2292 0 0,-1 0 1 0 0,1-1-1 0 0,1 0 0 0 0,0-1 1 0 0,0 0-1 0 0,-17-16 1 0 0,9 2-2344 0 0,-1-3-1192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42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1 132 5853 0 0,'0'0'2368'0'0,"20"-36"8281"0"0,-18 35-10369 0 0,0 5-246 0 0,16 51 118 0 0,-12-33-45 0 0,0-2 0 0 0,2 1 0 0 0,1-1 0 0 0,15 27 0 0 0,-20-41-37 0 0,0-1 0 0 0,0 1 0 0 0,0-1 0 0 0,0 0 0 0 0,1-1 0 0 0,0 1 0 0 0,0-1 0 0 0,0 0 0 0 0,1 0 0 0 0,0-1 0 0 0,-1 1 0 0 0,1-1 0 0 0,0-1 0 0 0,0 1 0 0 0,1-1 0 0 0,-1 0 0 0 0,0 0 0 0 0,1-1 0 0 0,9 1 0 0 0,41 2 227 0 0,0-3 0 0 0,1-2 0 0 0,112-17 0 0 0,167-55 194 0 0,-288 60-409 0 0,202-51 255 0 0,224-50 2078 0 0,-431 107-1442 0 0,60-1 1 0 0,-3 0 1663 0 0,-97 8-2314 0 0,0-1-31 0 0,70-4 1477 0 0,-72 6-1821 0 0,0-1 0 0 0,0 0-1 0 0,0 1 1 0 0,0-1-1 0 0,0 0 1 0 0,0 0 0 0 0,0 0-1 0 0,0-1 1 0 0,0 1-1 0 0,0 0 1 0 0,0-1 0 0 0,0 1-1 0 0,2-2 1 0 0,-3-5-3037 0 0,-1 7 2926 0 0,0-1 1 0 0,-24-22-10221 0 0,14 16 7846 0 0,9 7 2768 0 0,-15-9-5920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45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1 220 13909 0 0,'0'0'-783'0'0,"12"-30"-2411"0"0,-3 17 8318 0 0,-8 25-1817 0 0,-1 2-4008 0 0,0-12 425 0 0,0 3 417 0 0,0 0 0 0 0,0-1 0 0 0,0 1 0 0 0,1-1 0 0 0,-1 1 1 0 0,1 0-1 0 0,0-1 0 0 0,1 1 0 0 0,-1-1 0 0 0,1 0 0 0 0,0 1 0 0 0,4 6 0 0 0,-4-8-59 0 0,1-1 0 0 0,-1 0 1 0 0,1 0-1 0 0,0 0 0 0 0,0 0 1 0 0,-1 0-1 0 0,1 0 0 0 0,1-1 0 0 0,-1 1 1 0 0,0-1-1 0 0,0 0 0 0 0,0 0 1 0 0,1 0-1 0 0,-1 0 0 0 0,0-1 0 0 0,1 1 1 0 0,-1-1-1 0 0,6 0 0 0 0,69-1 483 0 0,0-4-1 0 0,144-26 0 0 0,-119 14-317 0 0,383-81 955 0 0,-407 80-699 0 0,-5 0 198 0 0,80-15 1020 0 0,-151 33-1557 0 0,1-1-11 0 0,72-12 1126 0 0,-73 12-1305 0 0,-70-28-13414 0 0,30 12 7510 0 0,1 3-1264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47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 12121 0 0,'0'0'-819'0'0,"14"5"-1202"0"0,-12-2 1994 0 0,1 1 1 0 0,-1 0 0 0 0,0 0-1 0 0,-1 0 1 0 0,1 0-1 0 0,0 0 1 0 0,-1 0 0 0 0,1 8-1 0 0,-2-9 104 0 0,1-1 0 0 0,-1 1 0 0 0,0 0 0 0 0,1-1 0 0 0,-1 1 0 0 0,1-1 0 0 0,0 1 0 0 0,0-1 0 0 0,0 1 0 0 0,0-1 0 0 0,1 0 0 0 0,-1 1 0 0 0,1-1 0 0 0,-1 0 0 0 0,1 0 0 0 0,0 0 0 0 0,-1 0 0 0 0,1 0 0 0 0,0-1 0 0 0,0 1 0 0 0,0 0 0 0 0,1-1 0 0 0,-1 0 0 0 0,0 1 0 0 0,1-1 0 0 0,-1 0 0 0 0,1 0 0 0 0,-1 0 0 0 0,1-1 0 0 0,-1 1 0 0 0,6 0 0 0 0,19 0 223 0 0,-1-1 0 0 0,1-1 0 0 0,0-1 0 0 0,-1-2 0 0 0,27-7 0 0 0,-32 8-166 0 0,916-209 3512 0 0,-767 161-703 0 0,-166 49-3352 0 0,1 1 0 0 0,-1-1-1 0 0,0 1 1 0 0,1 0 0 0 0,-1 0 0 0 0,1 0 0 0 0,-1 1 0 0 0,5 0-1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48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1 188 9177 0 0,'0'0'-116'0'0,"0"0"127"0"0,0-1 0 0 0,0 1 0 0 0,0 0 0 0 0,0-1 0 0 0,0 1 0 0 0,0 0 0 0 0,0 0 1 0 0,0-1-1 0 0,0 1 0 0 0,0 0 0 0 0,0-1 0 0 0,0 1 0 0 0,0 0 0 0 0,0 0 0 0 0,0-1 0 0 0,1 1 0 0 0,-1 0 1 0 0,0 0-1 0 0,0-1 0 0 0,0 1 0 0 0,0 0 0 0 0,0 0 0 0 0,1 0 0 0 0,-1-1 0 0 0,0 1 0 0 0,0 0 0 0 0,1 0 0 0 0,-1 0 1 0 0,0 0-1 0 0,0-1 0 0 0,1 1 0 0 0,-1 0 0 0 0,0 0 0 0 0,0 0 0 0 0,1 0 0 0 0,-1 0 0 0 0,0 0 0 0 0,0 0 1 0 0,1 0-1 0 0,-1 0 0 0 0,0 0 0 0 0,1 0 0 0 0,-1 0 0 0 0,0 0 0 0 0,0 0 0 0 0,1 0 0 0 0,-1 0 0 0 0,0 0 1 0 0,0 0-1 0 0,1 0 0 0 0,-1 0 0 0 0,1 1 0 0 0,7 10 83 0 0,-5-6 62 0 0,0 1 1 0 0,1 0 0 0 0,0-1-1 0 0,1 0 1 0 0,-1 0-1 0 0,1 0 1 0 0,0 0 0 0 0,0-1-1 0 0,0 0 1 0 0,1 0 0 0 0,-1 0-1 0 0,1-1 1 0 0,0 0-1 0 0,0 0 1 0 0,0 0 0 0 0,1-1-1 0 0,-1 0 1 0 0,9 2-1 0 0,26-2 207 0 0,1-2 0 0 0,-1-1-1 0 0,1-2 1 0 0,-1-2 0 0 0,68-18-1 0 0,-47 11-101 0 0,842-180 2366 0 0,-876 187-2501 0 0,96-24 50 0 0,-121 28-566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0:48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1 252 7025 0 0,'14'-8'181'0'0,"-7"4"159"0"0,0 0 1 0 0,0 0 0 0 0,0 1 0 0 0,0 0 0 0 0,1 0 0 0 0,12-3 0 0 0,-19 6-295 0 0,0 1 0 0 0,1-1 0 0 0,-1 0-1 0 0,1 0 1 0 0,-1 1 0 0 0,0-1 0 0 0,0 1 0 0 0,1-1 0 0 0,-1 1-1 0 0,0 0 1 0 0,0-1 0 0 0,1 1 0 0 0,-1 0 0 0 0,0 0-1 0 0,0 0 1 0 0,0 0 0 0 0,0 0 0 0 0,0 0 0 0 0,0 0-1 0 0,-1 0 1 0 0,1 0 0 0 0,0 1 0 0 0,-1-1 0 0 0,1 0 0 0 0,0 2-1 0 0,12 40 1235 0 0,-6-17-526 0 0,-5-23-669 0 0,0 0 0 0 0,0 1 0 0 0,0-1 0 0 0,0 0 0 0 0,1-1 0 0 0,-1 1 1 0 0,1 0-1 0 0,0-1 0 0 0,-1 1 0 0 0,1-1 0 0 0,1 0 0 0 0,-1 0 1 0 0,0 0-1 0 0,0 0 0 0 0,1-1 0 0 0,-1 1 0 0 0,1-1 0 0 0,-1 0 1 0 0,1 0-1 0 0,-1 0 0 0 0,1-1 0 0 0,6 1 0 0 0,8 0 130 0 0,1 0-1 0 0,-1-1 0 0 0,25-4 1 0 0,-28 2-152 0 0,76-11 484 0 0,129-35-1 0 0,-114 22-294 0 0,385-107 625 0 0,-376 99-681 0 0,136-50 399 0 0,-218 71-422 0 0,-167 46-14149 0 0,98-27 10926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1:58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84 149 5905 0 0,'22'-149'20361'0'0,"-18"160"-19088"0"0,0 21-1291 0 0,-5 16 975 0 0,-2 0 1 0 0,-17 86 0 0 0,4-34-76 0 0,-4 39-408 0 0,-21 214 543 0 0,36-322-990 0 0,2-19-58 0 0,1 0 0 0 0,1 0 0 0 0,0 0 0 0 0,0 19-1 0 0,3-43-1540 0 0,0-1 0 0 0,1 0-1 0 0,0 1 1 0 0,8-17 0 0 0,10-21-11860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1:58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492 40 15553 0 0,'12'-8'-647'0'0,"-8"6"1147"0"0,27-21 11635 0 0,-61 19-11335 0 0,0 2 1 0 0,-1 2-1 0 0,1 0 0 0 0,-34 6 1 0 0,-60 1 414 0 0,62-10-1219 0 0,29 0-82 0 0,25 2 29 0 0,-1 0 0 0 0,1 1 0 0 0,0 0 0 0 0,0 0 0 0 0,-13 2-1 0 0,19-1 51 0 0,-1 0-1 0 0,0 0 0 0 0,0 0 1 0 0,0 0-1 0 0,0 1 0 0 0,1-1 1 0 0,-1 1-1 0 0,1-1 0 0 0,-1 1 1 0 0,1 0-1 0 0,0 0 0 0 0,-1 0 0 0 0,1 0 1 0 0,0 1-1 0 0,0-1 0 0 0,1 1 1 0 0,-1-1-1 0 0,0 1 0 0 0,-1 4 1 0 0,-1 0 2 0 0,0 0 0 0 0,1 1 0 0 0,0-1 0 0 0,1 1 0 0 0,0 0 0 0 0,0 0 0 0 0,0 0 0 0 0,1 0 0 0 0,0 0 0 0 0,1 0 0 0 0,0 0 0 0 0,0 0 0 0 0,1 0 0 0 0,-1 0 0 0 0,2 0 0 0 0,-1 0 0 0 0,1 0 0 0 0,1 0 0 0 0,-1 0 0 0 0,1-1 0 0 0,1 0 0 0 0,-1 1 0 0 0,1-1 0 0 0,1 0 0 0 0,-1-1 0 0 0,1 1 0 0 0,0-1 0 0 0,1 0 0 0 0,-1 0 0 0 0,1 0 0 0 0,13 8 0 0 0,32 21 12 0 0,3-2-1 0 0,0-3 1 0 0,81 32-1 0 0,-106-49-8 0 0,-2-1 93 0 0,0 1 0 0 0,-1 1 1 0 0,-1 1-1 0 0,0 1 1 0 0,-1 1-1 0 0,-1 2 1 0 0,28 28-1 0 0,-48-44-91 0 0,0 0 0 0 0,-1 0 0 0 0,1 0 0 0 0,-1 0 0 0 0,0 0 0 0 0,0 1 0 0 0,0-1 0 0 0,0 1 0 0 0,-1 0 0 0 0,0-1 0 0 0,1 1 0 0 0,-1 0 0 0 0,-1 0 0 0 0,1 0 0 0 0,0 0 0 0 0,-1 0 0 0 0,0 0 0 0 0,0 0 0 0 0,0 0 0 0 0,-1 5 0 0 0,-1-4 0 0 0,0 0 0 0 0,0 0 0 0 0,0 0 0 0 0,-1 0 0 0 0,0-1 0 0 0,0 1 0 0 0,0-1 0 0 0,0 0 0 0 0,-1 1 0 0 0,1-2 0 0 0,-1 1 0 0 0,0 0 0 0 0,-6 3 0 0 0,-8 5 0 0 0,1-1 0 0 0,-2-1 0 0 0,0-1 0 0 0,0 0 0 0 0,0-2 0 0 0,-34 9 0 0 0,39-12 0 0 0,2-1 0 0 0,-1 0 0 0 0,1-1 0 0 0,0-1 0 0 0,-1 0 0 0 0,1-1 0 0 0,-25-2 0 0 0,-65-6 0 0 0,63 8 2 0 0,36 2-19 0 0,0-1-545 0 0,36 26-13591 0 0,-1-18 7972 0 0,18 4-3819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1:59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58 16870 0 0,'-16'-57'5010'0'0,"15"66"-4150"0"0,-10 296 3674 0 0,4-53-2009 0 0,-34 134-726 0 0,70-384-13753 0 0,7-21 8572 0 0,5-11-2428 0 0,3-9-2786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1:59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1 15149 0 0,'0'0'250'0'0,"-7"3"241"0"0,1 0-281 0 0,0 1 0 0 0,0 0-1 0 0,1 1 1 0 0,-1-1 0 0 0,1 1-1 0 0,0 0 1 0 0,0 1 0 0 0,1-1-1 0 0,0 1 1 0 0,0 0 0 0 0,0 0 0 0 0,0 0-1 0 0,1 1 1 0 0,-4 10 0 0 0,-10 24 589 0 0,1 1 1 0 0,2 1-1 0 0,-8 50 1 0 0,18-73-529 0 0,0 1 1 0 0,2 0-1 0 0,1 0 1 0 0,0-1-1 0 0,2 1 1 0 0,0 0-1 0 0,2 0 1 0 0,0 0-1 0 0,7 21 1 0 0,-8-36-194 0 0,0 0 0 0 0,0 0 0 0 0,1-1 0 0 0,0 1 0 0 0,0-1 0 0 0,1 0 0 0 0,-1 0 1 0 0,1 0-1 0 0,0 0 0 0 0,0-1 0 0 0,1 1 0 0 0,-1-1 0 0 0,1 0 0 0 0,0-1 0 0 0,0 1 0 0 0,8 3 0 0 0,-5-3 166 0 0,1-1-1 0 0,-1 0 0 0 0,0 0 0 0 0,1-1 1 0 0,0 0-1 0 0,-1 0 0 0 0,1-1 0 0 0,0 0 1 0 0,0-1-1 0 0,17-1 0 0 0,-18 0-96 0 0,1 0-1 0 0,0 0 1 0 0,-1-1 0 0 0,0 0 0 0 0,1 0-1 0 0,-1-1 1 0 0,0 0 0 0 0,0 0 0 0 0,0-1-1 0 0,-1 0 1 0 0,1-1 0 0 0,-1 1 0 0 0,0-2-1 0 0,0 1 1 0 0,-1-1 0 0 0,0 0-1 0 0,0 0 1 0 0,0 0 0 0 0,0-1 0 0 0,-1 0-1 0 0,0 0 1 0 0,-1 0 0 0 0,0-1 0 0 0,0 0-1 0 0,3-8 1 0 0,-2-6-147 0 0,0 0 0 0 0,-2 0 0 0 0,0 0 0 0 0,-2 0 0 0 0,0 0 0 0 0,-1 0 0 0 0,-5-26 0 0 0,4 33 0 0 0,-2-1 0 0 0,0 1 0 0 0,-1 0 0 0 0,-1 0 0 0 0,0 1 0 0 0,-1-1 0 0 0,0 1 0 0 0,-1 0 0 0 0,-1 1 0 0 0,0 0 0 0 0,-13-16 0 0 0,14 23-382 0 0,0-1 0 0 0,0 1 1 0 0,0 1-1 0 0,-1 0 0 0 0,0 0 0 0 0,0 0 1 0 0,0 1-1 0 0,0 0 0 0 0,-1 1 0 0 0,1 0 1 0 0,-1 0-1 0 0,0 1 0 0 0,0 0 0 0 0,0 0 0 0 0,0 1 1 0 0,-1 0-1 0 0,1 1 0 0 0,0 0 0 0 0,-12 2 1 0 0,-12 2-1558 0 0,1 1-1 0 0,0 1 1 0 0,1 2 0 0 0,-32 12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1:59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71 16666 0 0,'-17'-33'3277'0'0,"17"32"-3091"0"0,0-1 0 0 0,-1 1 0 0 0,1-1-1 0 0,0 1 1 0 0,0 0 0 0 0,1-1 0 0 0,-1 1-1 0 0,0 0 1 0 0,0-1 0 0 0,1 1 0 0 0,-1 0 0 0 0,1-1-1 0 0,-1 1 1 0 0,1 0 0 0 0,-1 0 0 0 0,1-1-1 0 0,0 1 1 0 0,0 0 0 0 0,-1 0 0 0 0,1 0-1 0 0,0 0 1 0 0,0 0 0 0 0,2-1 0 0 0,-1 1-10 0 0,0 0 1 0 0,0 0 0 0 0,0 0 0 0 0,0 1 0 0 0,0-1 0 0 0,1 1 0 0 0,-1-1-1 0 0,0 1 1 0 0,0 0 0 0 0,1 0 0 0 0,-1 0 0 0 0,0 0 0 0 0,0 0-1 0 0,0 1 1 0 0,1-1 0 0 0,-1 1 0 0 0,0-1 0 0 0,3 2 0 0 0,39 16 1043 0 0,-37-14-1171 0 0,-2 0 1 0 0,1 0-1 0 0,0 0 0 0 0,-1 1 1 0 0,0 0-1 0 0,0 0 0 0 0,0 0 0 0 0,-1 1 1 0 0,0-1-1 0 0,0 1 0 0 0,0 0 1 0 0,-1 0-1 0 0,0 1 0 0 0,3 6 1 0 0,-3-3 84 0 0,0 1 0 0 0,-1-1 1 0 0,0 1-1 0 0,-1-1 1 0 0,0 1-1 0 0,-1 0 0 0 0,0-1 1 0 0,-2 16-1 0 0,-5 12 320 0 0,-1 0 0 0 0,-2 0 0 0 0,-30 72 0 0 0,33-93-434 0 0,3-8-20 0 0,1 0 0 0 0,0 0 0 0 0,0 0 0 0 0,1 1 0 0 0,0-1 0 0 0,-1 19 0 0 0,3-26 0 0 0,0 0 0 0 0,1 0 0 0 0,-1 0 0 0 0,0-1 0 0 0,1 1 0 0 0,0 0 0 0 0,-1 0 0 0 0,1 0 0 0 0,0 0 0 0 0,0 0 0 0 0,0-1 0 0 0,0 1 0 0 0,0 0 0 0 0,0-1 0 0 0,1 1 0 0 0,-1-1 0 0 0,0 1 0 0 0,1-1 0 0 0,-1 1 0 0 0,1-1 0 0 0,0 0 0 0 0,-1 0 0 0 0,1 0 0 0 0,0 0 0 0 0,0 0 0 0 0,-1 0 0 0 0,1-1 0 0 0,0 1 0 0 0,0-1 0 0 0,0 1 0 0 0,0-1 0 0 0,0 0 0 0 0,0 1 0 0 0,0-1 0 0 0,0 0 0 0 0,0 0 0 0 0,0-1 0 0 0,3 1 0 0 0,22-3 0 0 0,-1-1 0 0 0,0 0 0 0 0,0-2 0 0 0,0-1 0 0 0,46-20 0 0 0,3 0 0 0 0,48-14-2923 0 0,156-76-13466 0 0,-225 89 4790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0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 98 19978 0 0,'-4'-5'210'0'0,"0"0"0"0"0,0 0 0 0 0,0 0 0 0 0,0 0 0 0 0,1-1 0 0 0,-1 1 0 0 0,-3-12 0 0 0,8 15-116 0 0,0 0 1 0 0,0-1-1 0 0,1 1 0 0 0,-1 0 0 0 0,1 1 1 0 0,-1-1-1 0 0,1 0 0 0 0,0 0 0 0 0,0 1 1 0 0,0-1-1 0 0,0 1 0 0 0,0 0 0 0 0,0-1 1 0 0,0 1-1 0 0,3-1 0 0 0,2-1 6 0 0,1 0 0 0 0,0 0 0 0 0,-1 1 0 0 0,1 0 0 0 0,0 1 0 0 0,0 0 0 0 0,1 0 0 0 0,-1 1 0 0 0,0-1-1 0 0,0 2 1 0 0,0-1 0 0 0,0 1 0 0 0,0 1 0 0 0,0-1 0 0 0,0 1 0 0 0,0 1 0 0 0,0 0 0 0 0,-1 0 0 0 0,1 0 0 0 0,-1 1 0 0 0,0 0 0 0 0,7 5 0 0 0,-7-5 10 0 0,-1 1 1 0 0,0 0 0 0 0,-1 0 0 0 0,1 0 0 0 0,-1 0 0 0 0,0 1-1 0 0,0 0 1 0 0,0 0 0 0 0,-1 1 0 0 0,0-1 0 0 0,0 1 0 0 0,-1 0-1 0 0,0 0 1 0 0,0 0 0 0 0,-1 0 0 0 0,0 0 0 0 0,0 1 0 0 0,0-1-1 0 0,-1 1 1 0 0,0-1 0 0 0,-1 1 0 0 0,0-1 0 0 0,-1 15 0 0 0,-5 5 379 0 0,-1 1 1 0 0,-1-1 0 0 0,-1 0-1 0 0,-14 27 1 0 0,9-21 569 0 0,-20 67 0 0 0,33-96-1055 0 0,0 1 1 0 0,0-1-1 0 0,0 1 0 0 0,1 0 1 0 0,-1-1-1 0 0,1 1 1 0 0,1 0-1 0 0,-1-1 0 0 0,1 1 1 0 0,-1 0-1 0 0,1-1 1 0 0,1 1-1 0 0,-1-1 1 0 0,1 1-1 0 0,2 6 0 0 0,2-3-7 0 0,-1 0-1 0 0,1-1 1 0 0,0 0-1 0 0,1 0 1 0 0,0 0-1 0 0,13 10 1 0 0,-11-9 2 0 0,0 0 0 0 0,0 1 0 0 0,-1 0 0 0 0,0 1 0 0 0,0 0 0 0 0,-1 0 0 0 0,-1 0 0 0 0,0 1 0 0 0,0 0 0 0 0,-1 1 0 0 0,0-1 0 0 0,4 20 0 0 0,-7-24 0 0 0,0 1 0 0 0,-1 0 0 0 0,0 0 0 0 0,-1 0 0 0 0,1 0 0 0 0,-2 0 0 0 0,1 0 0 0 0,-1 0 0 0 0,0 0 0 0 0,-1-1 0 0 0,0 1 0 0 0,0 0 0 0 0,0-1 0 0 0,-1 1 0 0 0,-1-1 0 0 0,1 0 0 0 0,-1 0 0 0 0,0 0 0 0 0,0 0 0 0 0,-11 11 0 0 0,-6 2 0 0 0,0-2 0 0 0,-2 0 0 0 0,0-1 0 0 0,0-1 0 0 0,-2-2 0 0 0,0 0 0 0 0,-1-2 0 0 0,0 0 0 0 0,0-2 0 0 0,-1-1 0 0 0,-1-1 0 0 0,1-1 0 0 0,-1-2 0 0 0,0-1 0 0 0,-29 1 0 0 0,50-5-922 0 0,0 0 1 0 0,0 0-1 0 0,0-1 1 0 0,1 0-1 0 0,-1 0 0 0 0,0 0 1 0 0,1-1-1 0 0,-1 0 0 0 0,-12-6 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1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19 102 21902 0 0,'-2'-2'-9'0'0,"1"1"0"0"0,-1 0-1 0 0,1-1 1 0 0,0 0 0 0 0,-1 1 0 0 0,1-1 0 0 0,0 0 0 0 0,0 1-1 0 0,0-1 1 0 0,0 0 0 0 0,0 0 0 0 0,0 0 0 0 0,0 0-1 0 0,1 0 1 0 0,-1 0 0 0 0,1 0 0 0 0,0 0 0 0 0,-1 0-1 0 0,1 0 1 0 0,0 0 0 0 0,0 0 0 0 0,0 0 0 0 0,1 0 0 0 0,-1-1-1 0 0,0 1 1 0 0,1 0 0 0 0,-1 0 0 0 0,1 0 0 0 0,0 0-1 0 0,1-2 1 0 0,-1 2 98 0 0,0-1 0 0 0,0 1-1 0 0,1-1 1 0 0,-1 1 0 0 0,1 0-1 0 0,-1 0 1 0 0,1-1 0 0 0,0 1 0 0 0,0 0-1 0 0,0 1 1 0 0,0-1 0 0 0,0 0-1 0 0,1 1 1 0 0,-1-1 0 0 0,0 1 0 0 0,1-1-1 0 0,-1 1 1 0 0,1 0 0 0 0,-1 0-1 0 0,1 0 1 0 0,0 1 0 0 0,-1-1-1 0 0,1 1 1 0 0,5-1 0 0 0,-3 1 24 0 0,0 1 0 0 0,-1-1 1 0 0,1 1-1 0 0,0 0 0 0 0,0 0 0 0 0,-1 1 0 0 0,1-1 1 0 0,-1 1-1 0 0,1 0 0 0 0,-1 1 0 0 0,0-1 0 0 0,0 1 1 0 0,0-1-1 0 0,0 1 0 0 0,0 0 0 0 0,0 1 1 0 0,-1-1-1 0 0,0 1 0 0 0,0-1 0 0 0,0 1 0 0 0,0 0 1 0 0,0 0-1 0 0,-1 1 0 0 0,1-1 0 0 0,1 7 1 0 0,1 0 159 0 0,-1 0 0 0 0,-1 0 0 0 0,0 0 0 0 0,-1 1 0 0 0,0 0 0 0 0,0-1 0 0 0,-2 1 0 0 0,1 0 0 0 0,-1 0 0 0 0,-3 15 0 0 0,-4 9 232 0 0,-1 0 0 0 0,-3 0 0 0 0,-28 66 0 0 0,19-54-23 0 0,-14 54 1 0 0,32-97-483 0 0,1 1 0 0 0,0-1 0 0 0,-1 0 0 0 0,2 1 0 0 0,-1-1 0 0 0,1 1 0 0 0,0-1 0 0 0,0 0 0 0 0,1 9 0 0 0,0-12 0 0 0,0 0 0 0 0,0 0 0 0 0,0 0 0 0 0,0-1 0 0 0,0 1 0 0 0,1 0 0 0 0,-1-1 0 0 0,0 1 0 0 0,1-1 0 0 0,-1 1 0 0 0,1-1 0 0 0,0 0 0 0 0,-1 1 0 0 0,1-1 0 0 0,0 0 0 0 0,0 0 0 0 0,-1 0 0 0 0,1 0 0 0 0,0-1 0 0 0,0 1 0 0 0,0-1 0 0 0,0 1 0 0 0,0-1 0 0 0,0 1 0 0 0,1-1 0 0 0,-1 0 0 0 0,3 0 0 0 0,22 1 0 0 0,-1-1 0 0 0,1-1 0 0 0,0-2 0 0 0,46-9 0 0 0,103-36 0 0 0,-155 42 0 0 0,114-40-6452 0 0,241-118-1 0 0,-224 75-2891 0 0,-85 48 682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1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593 64 15033 0 0,'1'-2'2'0'0,"-1"0"-1"0"0,1 0 0 0 0,-1 0 0 0 0,0 0 0 0 0,0 0 0 0 0,0 0 0 0 0,0 0 1 0 0,0 1-1 0 0,0-1 0 0 0,0 0 0 0 0,-1 0 0 0 0,1 0 0 0 0,-1 0 0 0 0,0 0 1 0 0,1 0-1 0 0,-1 0 0 0 0,0 1 0 0 0,0-1 0 0 0,0 0 0 0 0,0 1 1 0 0,0-1-1 0 0,-1 0 0 0 0,1 1 0 0 0,0 0 0 0 0,-1-1 0 0 0,-1 0 0 0 0,-1-1 131 0 0,0 1-1 0 0,0 1 0 0 0,0-1 1 0 0,0 1-1 0 0,0-1 0 0 0,-1 1 1 0 0,1 0-1 0 0,0 1 0 0 0,-1-1 1 0 0,1 1-1 0 0,-7 0 0 0 0,-3 0 322 0 0,0 1-1 0 0,1 1 0 0 0,-1 0 1 0 0,0 1-1 0 0,1 1 1 0 0,-23 8-1 0 0,28-8-256 0 0,0 0-1 0 0,0 0 0 0 0,1 1 1 0 0,0 0-1 0 0,0 1 0 0 0,0 0 1 0 0,0 0-1 0 0,1 0 1 0 0,0 1-1 0 0,1-1 0 0 0,-1 1 1 0 0,1 1-1 0 0,-5 9 0 0 0,7-11-94 0 0,1 0 0 0 0,0 0-1 0 0,0 0 1 0 0,0 0-1 0 0,1 0 1 0 0,0 0 0 0 0,0 0-1 0 0,1 1 1 0 0,-1-1-1 0 0,1 0 1 0 0,1 0 0 0 0,-1 1-1 0 0,1-1 1 0 0,0 0-1 0 0,1 0 1 0 0,-1 0-1 0 0,1 0 1 0 0,0 0 0 0 0,4 7-1 0 0,13 22 451 0 0,2-1-1 0 0,44 56 1 0 0,-40-59 913 0 0,-2 1 0 0 0,34 63 1 0 0,-56-92-1437 0 0,1 0 1 0 0,-1 1 0 0 0,0-1-1 0 0,0 0 1 0 0,0 1-1 0 0,0-1 1 0 0,-1 0 0 0 0,1 1-1 0 0,-1-1 1 0 0,0 1-1 0 0,0-1 1 0 0,0 1 0 0 0,0-1-1 0 0,-1 1 1 0 0,1-1 0 0 0,-1 1-1 0 0,0-1 1 0 0,-2 7-1 0 0,0-5 34 0 0,0 0-1 0 0,-1 0 1 0 0,1-1-1 0 0,-1 1 1 0 0,0-1-1 0 0,0 1 1 0 0,0-1-1 0 0,0-1 1 0 0,-1 1-1 0 0,-7 4 1 0 0,-11 5 124 0 0,-1-1 1 0 0,0-1 0 0 0,0-1-1 0 0,-27 6 1 0 0,37-11-172 0 0,-12 3-597 0 0,-1-2 0 0 0,0 0 0 0 0,-41 3 0 0 0,52-8 57 0 0,0-1 0 0 0,0 0-1 0 0,0-1 1 0 0,0-1-1 0 0,0 0 1 0 0,0-1-1 0 0,-19-6 1 0 0,21-1-5326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1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6 147 20098 0 0,'-2'-6'295'0'0,"1"0"1"0"0,0 0-1 0 0,0 0 0 0 0,1-1 1 0 0,-1 1-1 0 0,2 0 1 0 0,-1 0-1 0 0,0 0 0 0 0,1 0 1 0 0,0 0-1 0 0,1 0 1 0 0,-1 0-1 0 0,4-7 0 0 0,-3 9-109 0 0,0 0-1 0 0,1 1 0 0 0,-1-1 1 0 0,1 1-1 0 0,0 0 0 0 0,0 0 1 0 0,0 0-1 0 0,1 0 0 0 0,-1 0 1 0 0,1 1-1 0 0,-1-1 0 0 0,1 1 1 0 0,0 0-1 0 0,0 0 0 0 0,0 1 1 0 0,0-1-1 0 0,0 1 0 0 0,1 0 1 0 0,7-1-1 0 0,-1 0 7 0 0,0 1 0 0 0,0 1 1 0 0,0 0-1 0 0,0 0 0 0 0,0 1 1 0 0,0 1-1 0 0,0 0 0 0 0,0 0 0 0 0,-1 1 1 0 0,1 0-1 0 0,17 9 0 0 0,-12-5-10 0 0,-1 1-1 0 0,1 1 0 0 0,-2 1 0 0 0,1 0 0 0 0,-2 0 0 0 0,23 22 1 0 0,-32-26-148 0 0,1 0 1 0 0,-1 1-1 0 0,0 0 1 0 0,0 0-1 0 0,0 0 1 0 0,-1 0-1 0 0,0 0 1 0 0,-1 1-1 0 0,0-1 1 0 0,0 1-1 0 0,0-1 1 0 0,-1 1 0 0 0,0 0-1 0 0,-1 0 1 0 0,0 0-1 0 0,0 0 1 0 0,0-1-1 0 0,-1 1 1 0 0,0 0-1 0 0,-3 8 1 0 0,-3 12 70 0 0,0-1 0 0 0,-2 0 1 0 0,-2 0-1 0 0,-14 28 0 0 0,7-20-105 0 0,10-20 0 0 0,-1 0 0 0 0,2 1 0 0 0,0-1 0 0 0,1 2 0 0 0,0-1 0 0 0,2 1 0 0 0,-1 0 0 0 0,-1 25 0 0 0,6-40 0 0 0,0 0 0 0 0,0 0 0 0 0,0-1 0 0 0,1 1 0 0 0,-1 0 0 0 0,0 0 0 0 0,1 0 0 0 0,0-1 0 0 0,-1 1 0 0 0,1 0 0 0 0,0 0 0 0 0,0-1 0 0 0,0 1 0 0 0,0-1 0 0 0,0 1 0 0 0,0-1 0 0 0,1 1 0 0 0,-1-1 0 0 0,0 0 0 0 0,3 2 0 0 0,0-1 0 0 0,0 1 0 0 0,0-1 0 0 0,0 0 0 0 0,0-1 0 0 0,0 1 0 0 0,0-1 0 0 0,1 0 0 0 0,5 1 0 0 0,8 0 0 0 0,0 0 0 0 0,0-2 0 0 0,24-2 0 0 0,3-3-1458 0 0,1-2 0 0 0,-2-2 0 0 0,1-2-1 0 0,64-25 1 0 0,160-88-10721 0 0,-211 90 738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2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290 195 18762 0 0,'-3'-3'128'0'0,"0"0"1"0"0,0 0-1 0 0,-1 1 1 0 0,1-1 0 0 0,-1 1-1 0 0,0 0 1 0 0,1 0-1 0 0,-1 0 1 0 0,0 0 0 0 0,-7-1-1 0 0,9 2 28 0 0,-1 1-1 0 0,1 0 0 0 0,0 0 1 0 0,0 1-1 0 0,-1-1 0 0 0,1 0 1 0 0,0 1-1 0 0,0 0 1 0 0,0-1-1 0 0,-1 1 0 0 0,1 0 1 0 0,0 0-1 0 0,0 0 1 0 0,0 0-1 0 0,0 1 0 0 0,1-1 1 0 0,-1 0-1 0 0,0 1 1 0 0,1-1-1 0 0,-1 1 0 0 0,0 0 1 0 0,1-1-1 0 0,0 1 0 0 0,-2 3 1 0 0,-6 8 153 0 0,1 0 1 0 0,0 1-1 0 0,1 1 0 0 0,1-1 1 0 0,0 1-1 0 0,1 0 1 0 0,1 1-1 0 0,0-1 1 0 0,1 1-1 0 0,1-1 0 0 0,0 1 1 0 0,1 0-1 0 0,1 0 1 0 0,2 24-1 0 0,-1-31-75 0 0,0 0 1 0 0,1-1-1 0 0,0 1 1 0 0,1 0-1 0 0,0-1 0 0 0,0 1 1 0 0,1-1-1 0 0,0 0 1 0 0,0 0-1 0 0,1 0 0 0 0,10 12 1 0 0,-10-14-162 0 0,0-2 1 0 0,0 1 0 0 0,1-1-1 0 0,0 0 1 0 0,0 0 0 0 0,0 0-1 0 0,0-1 1 0 0,0 0 0 0 0,1 0-1 0 0,-1 0 1 0 0,1-1 0 0 0,0 0-1 0 0,-1-1 1 0 0,1 1 0 0 0,0-1-1 0 0,13 0 1 0 0,-6-1-74 0 0,1 0 0 0 0,-1-1 0 0 0,0-1 0 0 0,0 0 0 0 0,0-1 0 0 0,0-1 0 0 0,-1 0 0 0 0,1-1 0 0 0,-1 0 0 0 0,0-1 0 0 0,0 0 0 0 0,-1-1 0 0 0,21-16 0 0 0,-25 17 0 0 0,0-1 0 0 0,0 0 0 0 0,0 0 0 0 0,-1-1 0 0 0,0 0 0 0 0,-1 0 0 0 0,0-1 0 0 0,0 0 0 0 0,-1 0 0 0 0,0 0 0 0 0,-1-1 0 0 0,0 1 0 0 0,0-1 0 0 0,-1 0 0 0 0,0 0 0 0 0,-1-1 0 0 0,0 1 0 0 0,-1-1 0 0 0,1-12 0 0 0,-3 2 0 0 0,0 0 0 0 0,-2-1 0 0 0,0 1 0 0 0,-2 0 0 0 0,0 0 0 0 0,-1 1 0 0 0,-1 0 0 0 0,-13-27 0 0 0,16 39 0 0 0,-1-1 0 0 0,1 0 0 0 0,-2 1 0 0 0,1 0 0 0 0,-1 0 0 0 0,0 1 0 0 0,-1-1 0 0 0,1 1 0 0 0,-1 1 0 0 0,-1-1 0 0 0,1 1 0 0 0,-1 1 0 0 0,-1-1 0 0 0,1 1 0 0 0,0 1 0 0 0,-1-1 0 0 0,0 2 0 0 0,0-1 0 0 0,-1 1 0 0 0,-15-3 0 0 0,8 4-601 0 0,0 1 0 0 0,-1 1 0 0 0,1 1 0 0 0,-31 5 0 0 0,25-2-742 0 0,0 2 1 0 0,0 1-1 0 0,0 0 0 0 0,1 2 0 0 0,0 1 0 0 0,1 0 1 0 0,0 2-1 0 0,0 0 0 0 0,-31 26 0 0 0,33-19-4492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2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61 203 16930 0 0,'2'-11'268'0'0,"1"-1"1"0"0,-1 1-1 0 0,2 0 1 0 0,-1 1-1 0 0,2-1 1 0 0,-1 1 0 0 0,1-1-1 0 0,1 2 1 0 0,0-1-1 0 0,13-16 1 0 0,-13 19-89 0 0,-1 1 0 0 0,1 0 0 0 0,1 1-1 0 0,-1-1 1 0 0,1 1 0 0 0,0 0 0 0 0,0 1 0 0 0,0 0 0 0 0,1 0-1 0 0,0 0 1 0 0,0 1 0 0 0,-1 0 0 0 0,2 1 0 0 0,-1 0 0 0 0,10-2-1 0 0,-11 4-96 0 0,0 0-1 0 0,0 0 1 0 0,0 0-1 0 0,0 1 0 0 0,0 0 1 0 0,0 0-1 0 0,0 1 0 0 0,0 0 1 0 0,-1 0-1 0 0,1 1 0 0 0,-1-1 1 0 0,0 1-1 0 0,1 1 1 0 0,-1-1-1 0 0,7 7 0 0 0,-9-7-14 0 0,0 0 0 0 0,0 1 0 0 0,0 0-1 0 0,0-1 1 0 0,-1 2 0 0 0,1-1 0 0 0,-1 0 0 0 0,0 1-1 0 0,0-1 1 0 0,-1 1 0 0 0,0 0 0 0 0,1 0 0 0 0,-1 0-1 0 0,-1 0 1 0 0,1 0 0 0 0,-1 1 0 0 0,0-1 0 0 0,0 0-1 0 0,-1 1 1 0 0,1 8 0 0 0,-3 0 112 0 0,0-1 1 0 0,0 1-1 0 0,-2-1 0 0 0,1 0 0 0 0,-2 0 1 0 0,1 0-1 0 0,-13 21 0 0 0,-6 6 469 0 0,-28 36-1 0 0,-4 5 959 0 0,53-77-1554 0 0,0-1 1 0 0,-1 1 0 0 0,2 0-1 0 0,-1-1 1 0 0,0 1 0 0 0,1 0-1 0 0,-1 0 1 0 0,1 0 0 0 0,0 0-1 0 0,1 0 1 0 0,-1 0 0 0 0,1 1-1 0 0,0-1 1 0 0,0 0-1 0 0,0 0 1 0 0,0 0 0 0 0,1 0-1 0 0,-1 0 1 0 0,1 0 0 0 0,0 1-1 0 0,3 5 1 0 0,1-1 157 0 0,1 0-1 0 0,0 0 1 0 0,1-1 0 0 0,0 1-1 0 0,0-1 1 0 0,13 11 0 0 0,15 15 52 0 0,-31-30-263 0 0,-1 1 0 0 0,1-1 0 0 0,-1 1 0 0 0,0-1 0 0 0,0 1 0 0 0,0 0 0 0 0,0 0 0 0 0,-1 0 0 0 0,0 0 0 0 0,0 1 0 0 0,-1-1 0 0 0,1 1 0 0 0,-1-1 0 0 0,0 1 0 0 0,-1-1 0 0 0,1 1 0 0 0,-1 0 0 0 0,0-1 0 0 0,-2 10 0 0 0,0-7 0 0 0,-1 0 0 0 0,1 1 0 0 0,-2-1 0 0 0,1 0 0 0 0,-1-1 0 0 0,-1 1 0 0 0,1-1 0 0 0,-1 1 0 0 0,-1-2 0 0 0,1 1 0 0 0,-1 0 0 0 0,-10 7 0 0 0,-2 5 0 0 0,-1-2 0 0 0,-1 0 0 0 0,0-1 0 0 0,-2-1 0 0 0,0-1 0 0 0,0-1 0 0 0,-1-1 0 0 0,-31 11 0 0 0,35-19 0 0 0,0-8 0 0 0,17 2-220 0 0,-1 0 0 0 0,0 0 0 0 0,0 0 0 0 0,1 0 0 0 0,0-1 0 0 0,-1 1 0 0 0,1-1 0 0 0,0 0-1 0 0,0 1 1 0 0,0-1 0 0 0,1 0 0 0 0,-1 0 0 0 0,1 0 0 0 0,-1 0 0 0 0,1-1 0 0 0,0 1 0 0 0,0 0 0 0 0,0-1 0 0 0,1 1 0 0 0,-1 0 0 0 0,1-1 0 0 0,0 1 0 0 0,0-1 0 0 0,0 1 0 0 0,1 0 0 0 0,-1-1-1 0 0,1 1 1 0 0,-1 0 0 0 0,1-1 0 0 0,0 1 0 0 0,0 0 0 0 0,2-4 0 0 0,4-9-1808 0 0,0 0 0 0 0,0 1 1 0 0,1-1-1 0 0,1 2 0 0 0,14-19 0 0 0,14-11-9454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3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433 59 18474 0 0,'1'-2'29'0'0,"-1"0"0"0"0,1 0 0 0 0,0 0 0 0 0,-1 0 0 0 0,1 0 0 0 0,-1 0-1 0 0,0 0 1 0 0,1 0 0 0 0,-1 0 0 0 0,0 0 0 0 0,0 0 0 0 0,-1-1 0 0 0,1 1 0 0 0,0 0 0 0 0,-1 0 0 0 0,1 0 0 0 0,-1 0 0 0 0,0 0 0 0 0,1 1 0 0 0,-1-1 0 0 0,0 0 0 0 0,0 0 0 0 0,0 0 0 0 0,0 1 0 0 0,-1-1 0 0 0,1 0 0 0 0,0 1 0 0 0,-4-3 885 0 0,-4 8-437 0 0,-2 3-269 0 0,-1 0 0 0 0,1 0 1 0 0,0 1-1 0 0,1 0 0 0 0,0 1 0 0 0,0 0 1 0 0,1 1-1 0 0,0 0 0 0 0,-13 21 0 0 0,18-26-130 0 0,1 0-1 0 0,0 1 1 0 0,0 0 0 0 0,0-1-1 0 0,1 1 1 0 0,0 0 0 0 0,0 0-1 0 0,1 0 1 0 0,-1 0 0 0 0,1 0-1 0 0,1 1 1 0 0,-1-1-1 0 0,1 0 1 0 0,0 0 0 0 0,0 1-1 0 0,1-1 1 0 0,0 0 0 0 0,0 0-1 0 0,1 0 1 0 0,-1 0-1 0 0,1 0 1 0 0,1 0 0 0 0,-1 0-1 0 0,6 9 1 0 0,10 10 326 0 0,2 0 0 0 0,0-1 0 0 0,2-1 0 0 0,29 23 1 0 0,-31-29 197 0 0,-1 1 1 0 0,0 1-1 0 0,-1 0 1 0 0,-1 1-1 0 0,-1 1 1 0 0,-1 1-1 0 0,13 24 1 0 0,-25-39-577 0 0,0 0 0 0 0,-1 0 0 0 0,1 1 0 0 0,-2-1 0 0 0,1 0 0 0 0,-1 1 1 0 0,0-1-1 0 0,0 1 0 0 0,-1-1 0 0 0,0 1 0 0 0,-1-1 0 0 0,1 1 1 0 0,-1-1-1 0 0,-1 1 0 0 0,-4 13 0 0 0,1-9 14 0 0,0-1-1 0 0,0 0 1 0 0,-1 0 0 0 0,-1-1-1 0 0,0 0 1 0 0,0 0 0 0 0,-1-1-1 0 0,0 0 1 0 0,-12 10 0 0 0,2-3-3 0 0,0-2 1 0 0,-1 0-1 0 0,-1-1 1 0 0,0-1-1 0 0,0-1 1 0 0,-1-1-1 0 0,-1-1 1 0 0,0-1-1 0 0,0 0 1 0 0,-23 3-1 0 0,29-8-709 0 0,1-2 1 0 0,-1 0-1 0 0,1 0 0 0 0,-1-1 0 0 0,1-1 1 0 0,-30-6-1 0 0,38 5 298 0 0,0 1 0 0 0,-1-1 0 0 0,1-1-1 0 0,0 1 1 0 0,1-1 0 0 0,-1-1 0 0 0,0 1 0 0 0,1-1 0 0 0,0 0 0 0 0,0-1-1 0 0,0 1 1 0 0,0-1 0 0 0,1 0 0 0 0,0-1 0 0 0,0 1 0 0 0,-5-8 0 0 0,5-11-8025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18 16594 0 0,'-17'-18'7665'0'0,"16"19"-7556"0"0,-10 19 1602 0 0,-5 32-23 0 0,10-19-307 0 0,-4 65 0 0 0,9-89-1209 0 0,1 0 0 0 0,1 0 0 0 0,-1 0 0 0 0,2-1 1 0 0,-1 1-1 0 0,1 0 0 0 0,0-1 0 0 0,1 1 0 0 0,0-1 0 0 0,0 0 1 0 0,1 1-1 0 0,8 12 0 0 0,-10-18-172 0 0,7 8 0 0 0,-7-10 0 0 0,0 0 0 0 0,0 0 0 0 0,0 0 0 0 0,0-1 0 0 0,0 1 0 0 0,0-1 0 0 0,1 0 0 0 0,-1 0 0 0 0,0 0 0 0 0,0 0 0 0 0,0 0 0 0 0,4-1 0 0 0,8-1 0 0 0,-1-1 0 0 0,-1 0 0 0 0,1-1 0 0 0,0-1 0 0 0,-1 0 0 0 0,0-1 0 0 0,0 0 0 0 0,-1-1 0 0 0,19-13 0 0 0,13-14 0 0 0,40-41 0 0 0,-38 33 0 0 0,38-33 0 0 0,-83 74 0 0 0,0 1 0 0 0,0 0 0 0 0,0 0 0 0 0,1 0 0 0 0,-1 0 0 0 0,0 0 0 0 0,0 0 0 0 0,0 0 0 0 0,0-1 0 0 0,1 1 0 0 0,-1 0 0 0 0,0 0 0 0 0,0 0 0 0 0,0 0 0 0 0,0 0 0 0 0,1 0 0 0 0,-1 0 0 0 0,0 0 0 0 0,0 0 0 0 0,0 0 0 0 0,0 0 0 0 0,1 0 0 0 0,-1 0 0 0 0,0 0 0 0 0,0 0 0 0 0,0 0 0 0 0,0 0 0 0 0,1 0 0 0 0,-1 0 0 0 0,0 1 0 0 0,0-1 0 0 0,0 0 0 0 0,0 0 0 0 0,0 0 0 0 0,1 0 0 0 0,-1 0 0 0 0,0 0 0 0 0,0 0 0 0 0,0 1 0 0 0,0-1 0 0 0,0 0 0 0 0,0 0 0 0 0,0 0 0 0 0,1 0 0 0 0,-1 0 0 0 0,0 1 0 0 0,0-1 0 0 0,0 0 0 0 0,0 0 0 0 0,0 0 0 0 0,0 0 0 0 0,0 1 0 0 0,0-1 0 0 0,0 0 0 0 0,0 0 0 0 0,0 0 0 0 0,0 0 0 0 0,0 1 0 0 0,2 13 0 0 0,-1 0 0 0 0,-1 0 0 0 0,0 0 0 0 0,-1 1 0 0 0,-1-1 0 0 0,0 0 0 0 0,0 0 0 0 0,-7 18 0 0 0,0 14 0 0 0,-2 17 0 0 0,3 0 0 0 0,2 1 0 0 0,5 103 0 0 0,1-165-165 0 0,0 0 0 0 0,0 0 0 0 0,0 0 0 0 0,1 0 0 0 0,-1 0 0 0 0,0 0-1 0 0,1 0 1 0 0,0 1 0 0 0,-1-2 0 0 0,1 1 0 0 0,0 0 0 0 0,0 0 0 0 0,0 0 0 0 0,0 0 0 0 0,0 0 0 0 0,0-1 0 0 0,1 1 0 0 0,-1 0 0 0 0,1-1-1 0 0,-1 1 1 0 0,1-1 0 0 0,-1 0 0 0 0,3 2 0 0 0,-1-2-190 0 0,0-1 1 0 0,-1 1-1 0 0,1-1 0 0 0,0 0 0 0 0,0 0 0 0 0,0 0 0 0 0,0 0 1 0 0,0 0-1 0 0,-1 0 0 0 0,1-1 0 0 0,0 0 0 0 0,0 1 1 0 0,-1-1-1 0 0,1 0 0 0 0,3-2 0 0 0,41-24-7561 0 0,-36 19 5046 0 0,26-17-7616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5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61 19370 0 0,'-6'-19'716'0'0,"-1"-5"1935"0"0,7 23-2496 0 0,1 1 1 0 0,-1-1-1 0 0,0 0 0 0 0,0 1 0 0 0,0-1 1 0 0,0 0-1 0 0,0 0 0 0 0,1 1 1 0 0,-1-1-1 0 0,0 0 0 0 0,1 1 1 0 0,-1-1-1 0 0,0 1 0 0 0,1-1 1 0 0,-1 0-1 0 0,1 1 0 0 0,-1-1 1 0 0,1 1-1 0 0,-1-1 0 0 0,1 1 1 0 0,-1-1-1 0 0,1 1 0 0 0,0 0 1 0 0,-1-1-1 0 0,1 1 0 0 0,-1 0 1 0 0,1-1-1 0 0,0 1 0 0 0,0 0 1 0 0,2-1 812 0 0,3 6-30 0 0,-1 0-741 0 0,0 1 0 0 0,0-1 1 0 0,0 1-1 0 0,-1 0 0 0 0,0 0 0 0 0,0 0 1 0 0,-1 1-1 0 0,0 0 0 0 0,0-1 0 0 0,0 1 1 0 0,-1 0-1 0 0,0 0 0 0 0,0 0 1 0 0,-1 1-1 0 0,0-1 0 0 0,1 10 0 0 0,-5 14-177 0 0,-1 1-1 0 0,-1-1 0 0 0,-2 0 0 0 0,-1 0 1 0 0,-1-1-1 0 0,-24 54 0 0 0,14-39-31 0 0,-20 81 0 0 0,38-123 12 0 0,0 1 0 0 0,0-1 0 0 0,0 1 0 0 0,1 0 0 0 0,-1-1 0 0 0,1 1 0 0 0,0-1 0 0 0,0 1 0 0 0,0 0 0 0 0,1-1 0 0 0,-1 1 0 0 0,1 0 0 0 0,0-1 0 0 0,0 1 0 0 0,0-1 0 0 0,1 0 0 0 0,-1 1 0 0 0,1-1 0 0 0,2 4 0 0 0,-1-4 0 0 0,0-1 0 0 0,0 0 0 0 0,0 1 0 0 0,1-1 0 0 0,-1 0 0 0 0,1-1 0 0 0,-1 1 0 0 0,1 0 0 0 0,-1-1 0 0 0,1 0 0 0 0,0 0 0 0 0,0 0 0 0 0,0-1 0 0 0,-1 1 0 0 0,1-1 0 0 0,0 0 0 0 0,7 0 0 0 0,20-2 0 0 0,0-2 0 0 0,-1-1 0 0 0,0-1 0 0 0,56-19 0 0 0,19-4 0 0 0,-82 23-576 0 0,-1 1-2048 0 0,-1 0 0 0 0,42-2 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0 175 19706 0 0,'2'-8'236'0'0,"0"1"1"0"0,0 0-1 0 0,1-1 1 0 0,0 1-1 0 0,0 0 0 0 0,1 0 1 0 0,-1 0-1 0 0,1 1 1 0 0,1 0-1 0 0,0-1 1 0 0,-1 1-1 0 0,12-10 0 0 0,-6 8 114 0 0,-1 0-1 0 0,1 1 0 0 0,1 0 1 0 0,-1 0-1 0 0,1 1 0 0 0,0 1 1 0 0,0-1-1 0 0,14-3 0 0 0,-15 6-77 0 0,0 0 0 0 0,0 1-1 0 0,0 0 1 0 0,1 1 0 0 0,-1 0 0 0 0,1 0 0 0 0,-1 1-1 0 0,1 1 1 0 0,16 2 0 0 0,-20-2-167 0 0,-1 1 1 0 0,0 0 0 0 0,0 0-1 0 0,0 0 1 0 0,0 1 0 0 0,0 0-1 0 0,0 0 1 0 0,-1 1 0 0 0,1-1-1 0 0,-1 1 1 0 0,0 0 0 0 0,0 0-1 0 0,-1 1 1 0 0,1 0 0 0 0,-1 0-1 0 0,4 5 1 0 0,-6-5-55 0 0,1-1 0 0 0,-2 1 0 0 0,1 0 1 0 0,0 0-1 0 0,-1 0 0 0 0,0 0 0 0 0,0 0 1 0 0,0 0-1 0 0,-1 0 0 0 0,0 0 0 0 0,0 0 0 0 0,0 1 1 0 0,-1-1-1 0 0,1 0 0 0 0,-1 0 0 0 0,0 0 1 0 0,-1 0-1 0 0,1 0 0 0 0,-1 0 0 0 0,0-1 1 0 0,0 1-1 0 0,-1 0 0 0 0,1-1 0 0 0,-5 5 0 0 0,-7 13 212 0 0,-1 0-1 0 0,-1-1 1 0 0,-23 22-1 0 0,15-19-262 0 0,-34 40 0 0 0,54-60 0 0 0,1 0 0 0 0,0 1 0 0 0,0-1 0 0 0,0 1 0 0 0,1 0 0 0 0,0 0 0 0 0,0 0 0 0 0,0 0 0 0 0,0 0 0 0 0,1 0 0 0 0,0 0 0 0 0,-1 8 0 0 0,3-8 0 0 0,-1-1 0 0 0,1 0 0 0 0,0-1 0 0 0,0 1 0 0 0,0 0 0 0 0,1 0 0 0 0,-1 0 0 0 0,1-1 0 0 0,0 1 0 0 0,0-1 0 0 0,0 1 0 0 0,1-1 0 0 0,-1 0 0 0 0,1 0 0 0 0,4 5 0 0 0,56 43 0 0 0,-27-23 0 0 0,-14-9 0 0 0,-10-9 0 0 0,0 0 0 0 0,-1 0 0 0 0,-1 2 0 0 0,0-1 0 0 0,12 18 0 0 0,-19-25 0 0 0,-1 0 0 0 0,-1 0 0 0 0,1 0 0 0 0,0 0 0 0 0,-1 0 0 0 0,0 0 0 0 0,0 0 0 0 0,0 1 0 0 0,-1-1 0 0 0,1 0 0 0 0,-1 1 0 0 0,0-1 0 0 0,0 0 0 0 0,0 1 0 0 0,-1-1 0 0 0,0 0 0 0 0,0 1 0 0 0,0-1 0 0 0,0 0 0 0 0,0 0 0 0 0,-1 0 0 0 0,0 0 0 0 0,-4 6 0 0 0,-1 2 0 0 0,-1-1 0 0 0,-1 0 0 0 0,1-1 0 0 0,-2 1 0 0 0,0-2 0 0 0,0 1 0 0 0,-1-2 0 0 0,0 1 0 0 0,0-2 0 0 0,-17 10 0 0 0,9-7 0 0 0,-2 0 0 0 0,1-1 0 0 0,-1-2 0 0 0,0 0 0 0 0,-36 7 0 0 0,50-13 0 0 0,-1 1 0 0 0,1-2 0 0 0,-1 1 0 0 0,1-1 0 0 0,-1 0 0 0 0,0-1 0 0 0,1 0 0 0 0,-15-4 0 0 0,20 5 0 0 0,0-1 0 0 0,0 0 0 0 0,0 0 0 0 0,0 0 0 0 0,0 0 0 0 0,0 0 0 0 0,0 0 0 0 0,1-1 0 0 0,-1 1 0 0 0,1-1 0 0 0,-1 1 0 0 0,1-1 0 0 0,-1 1 0 0 0,1-1 0 0 0,0 0 0 0 0,0 0 0 0 0,0 0 0 0 0,0 1 0 0 0,0-1 0 0 0,0 0 0 0 0,0 0 0 0 0,1-1 0 0 0,-1 1 0 0 0,1 0 0 0 0,-1 0 0 0 0,1 0 0 0 0,0 0 0 0 0,0 0 0 0 0,0 0 0 0 0,0-1 0 0 0,0 1 0 0 0,1 0 0 0 0,-1 0 0 0 0,0 0 0 0 0,2-2 0 0 0,18-46-565 0 0,-9 24-99 0 0,-4 8-185 0 0,1 1 1 0 0,1 1-1 0 0,1-1 0 0 0,0 1 0 0 0,0 1 1 0 0,24-25-1 0 0,20-11-3957 0 0,-11 19-2308 0 0,4 0-4707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6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572 390 21590 0 0,'-2'-1'195'0'0,"1"-1"0"0"0,0 1 0 0 0,-1-1 0 0 0,1 0 0 0 0,0 0 1 0 0,0 1-1 0 0,0-1 0 0 0,0 0 0 0 0,0 0 0 0 0,1 0 0 0 0,-1 0 0 0 0,0 0 0 0 0,1 0 0 0 0,-1 0 0 0 0,1 0 0 0 0,0 0 1 0 0,0 0-1 0 0,0 0 0 0 0,0 0 0 0 0,0 0 0 0 0,1-3 0 0 0,0 3 253 0 0,1-1 0 0 0,0 0-1 0 0,0 1 1 0 0,0-1 0 0 0,0 1 0 0 0,0 0 0 0 0,1 0-1 0 0,-1 0 1 0 0,1 0 0 0 0,4-3 0 0 0,-1 1-399 0 0,2-2 31 0 0,1-2 0 0 0,-1 1-1 0 0,0-1 1 0 0,-1 0-1 0 0,0 0 1 0 0,0-1-1 0 0,-1 0 1 0 0,0 0 0 0 0,-1-1-1 0 0,0 0 1 0 0,0 0-1 0 0,-1 0 1 0 0,0 0-1 0 0,-1-1 1 0 0,0 1 0 0 0,-1-1-1 0 0,0 0 1 0 0,0 0-1 0 0,-1 0 1 0 0,-1 0-1 0 0,0 0 1 0 0,-1 0-1 0 0,-2-18 1 0 0,2 26-80 0 0,0-1 0 0 0,-1 1 0 0 0,1-1 0 0 0,0 1 0 0 0,-1 0 0 0 0,0-1 0 0 0,0 1 0 0 0,0 0 0 0 0,0 0 0 0 0,-1 1 0 0 0,1-1 0 0 0,-1 0 0 0 0,0 1 0 0 0,1-1 0 0 0,-1 1 0 0 0,0 0 0 0 0,0 0 0 0 0,-1 0 0 0 0,1 0 0 0 0,0 1 0 0 0,-1-1 0 0 0,1 1 0 0 0,-1 0 0 0 0,1 0 0 0 0,-1 0 0 0 0,1 1 0 0 0,-1-1 0 0 0,0 1 0 0 0,1 0 0 0 0,-1 0 0 0 0,0 0 0 0 0,0 0 0 0 0,1 0 0 0 0,-6 2 0 0 0,-3 0 0 0 0,-1 1 0 0 0,0 0 0 0 0,1 1 0 0 0,0 0 0 0 0,0 1 0 0 0,0 0 0 0 0,1 1 0 0 0,-21 14 0 0 0,20-12 0 0 0,1 1 0 0 0,-1 1 0 0 0,1 0 0 0 0,1 0 0 0 0,0 1 0 0 0,1 1 0 0 0,0-1 0 0 0,-11 20 0 0 0,17-26 0 0 0,1 0 0 0 0,0 0 0 0 0,0 0 0 0 0,0 0 0 0 0,1 1 0 0 0,0-1 0 0 0,0 0 0 0 0,0 1 0 0 0,1-1 0 0 0,-1 1 0 0 0,1-1 0 0 0,1 1 0 0 0,-1-1 0 0 0,1 1 0 0 0,0-1 0 0 0,0 1 0 0 0,1-1 0 0 0,-1 0 0 0 0,1 0 0 0 0,0 0 0 0 0,1 0 0 0 0,-1 0 0 0 0,1 0 0 0 0,0 0 0 0 0,0-1 0 0 0,6 7 0 0 0,13 13 0 0 0,44 37 0 0 0,-46-44 0 0 0,0 1 0 0 0,-1 1 0 0 0,-2 0 0 0 0,19 25 0 0 0,-32-37 0 0 0,1 0 0 0 0,-1 0 0 0 0,-1 1 0 0 0,1 0 0 0 0,-1-1 0 0 0,-1 1 0 0 0,1 0 0 0 0,-1 0 0 0 0,-1 1 0 0 0,0-1 0 0 0,0 0 0 0 0,0 1 0 0 0,-1-1 0 0 0,0 0 0 0 0,-1 1 0 0 0,0-1 0 0 0,-3 12 0 0 0,0-4 0 0 0,-2 0 0 0 0,1-1 0 0 0,-2 0 0 0 0,0 0 0 0 0,-1-1 0 0 0,-1 0 0 0 0,0 0 0 0 0,0-1 0 0 0,-1 0 0 0 0,-1-1 0 0 0,-1 0 0 0 0,1 0 0 0 0,-2-1 0 0 0,1-1 0 0 0,-26 15 0 0 0,11-9 0 0 0,0-1 0 0 0,-2-1 0 0 0,1-1 0 0 0,-2-2 0 0 0,0-1 0 0 0,0-2 0 0 0,-45 8 0 0 0,67-13 0 0 0,-1-1 0 0 0,-27-5 0 0 0,31 2-13 0 0,1 1 0 0 0,-1-1 1 0 0,1 0-1 0 0,-1-1 0 0 0,1 1 0 0 0,-1-1 0 0 0,1 1 1 0 0,0-1-1 0 0,0-1 0 0 0,0 1 0 0 0,0-1 0 0 0,0 1 1 0 0,0-1-1 0 0,1 0 0 0 0,-1 0 0 0 0,1-1 0 0 0,0 1 1 0 0,0-1-1 0 0,0 0 0 0 0,1 1 0 0 0,-1-1 1 0 0,1 0-1 0 0,0-1 0 0 0,0 1 0 0 0,0 0 0 0 0,0-1 1 0 0,1 1-1 0 0,0-1 0 0 0,0 1 0 0 0,0-1 0 0 0,1 1 1 0 0,-1-1-1 0 0,1 0 0 0 0,0 1 0 0 0,0-1 0 0 0,1 0 1 0 0,-1 1-1 0 0,1-1 0 0 0,0 1 0 0 0,1-1 0 0 0,-1 1 1 0 0,1-1-1 0 0,0 1 0 0 0,0 0 0 0 0,0 0 0 0 0,5-7 1 0 0,3-3-1395 0 0,1 2 0 0 0,1-1 0 0 0,0 1 0 0 0,1 1 0 0 0,0 0 0 0 0,1 1 0 0 0,24-15 1 0 0,24-9-5968 0 0,13 2-4307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7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0 149 20598 0 0,'0'-6'277'0'0,"1"0"1"0"0,-1 0-1 0 0,1-1 0 0 0,0 1 1 0 0,0 0-1 0 0,1 0 1 0 0,-1 0-1 0 0,1 1 0 0 0,1-1 1 0 0,-1 0-1 0 0,1 1 1 0 0,0-1-1 0 0,0 1 0 0 0,1 0 1 0 0,-1 0-1 0 0,1 0 1 0 0,0 1-1 0 0,1-1 0 0 0,-1 1 1 0 0,1 0-1 0 0,0 0 1 0 0,0 1-1 0 0,10-6 0 0 0,-7 5-8 0 0,-1 1-1 0 0,0 1 0 0 0,1-1 0 0 0,-1 1 1 0 0,1 0-1 0 0,0 1 0 0 0,0 0 0 0 0,0 0 1 0 0,0 1-1 0 0,-1 0 0 0 0,1 0 0 0 0,0 1 1 0 0,0 0-1 0 0,0 1 0 0 0,0-1 1 0 0,-1 1-1 0 0,1 1 0 0 0,10 4 0 0 0,-13-5-257 0 0,0 0-1 0 0,0 1 0 0 0,0-1 1 0 0,-1 1-1 0 0,1 0 0 0 0,-1 0 1 0 0,0 0-1 0 0,0 1 1 0 0,0-1-1 0 0,0 1 0 0 0,0 0 1 0 0,-1 0-1 0 0,0 1 0 0 0,0-1 1 0 0,0 1-1 0 0,0-1 1 0 0,-1 1-1 0 0,0 0 0 0 0,0 0 1 0 0,0 0-1 0 0,0 0 0 0 0,-1 1 1 0 0,0-1-1 0 0,0 0 0 0 0,0 1 1 0 0,-1-1-1 0 0,0 0 1 0 0,0 1-1 0 0,0-1 0 0 0,-1 0 1 0 0,0 1-1 0 0,0-1 0 0 0,0 0 1 0 0,0 0-1 0 0,-1 1 1 0 0,0-1-1 0 0,0 0 0 0 0,0-1 1 0 0,-5 7-1 0 0,-7 11-10 0 0,-34 38 0 0 0,-13 19 0 0 0,56-72 0 0 0,0 1 0 0 0,1 0 0 0 0,0 0 0 0 0,0 0 0 0 0,1 1 0 0 0,0-1 0 0 0,1 1 0 0 0,-2 13 0 0 0,4-17 0 0 0,0-1 0 0 0,0 1 0 0 0,1-1 0 0 0,0 0 0 0 0,0 1 0 0 0,0-1 0 0 0,1 0 0 0 0,-1 0 0 0 0,1 0 0 0 0,0 0 0 0 0,4 6 0 0 0,33 47 0 0 0,-25-38 0 0 0,0 1 0 0 0,2 1 0 0 0,-1 1 0 0 0,0 1 0 0 0,-2 0 0 0 0,17 41 0 0 0,-28-57 0 0 0,0 0 0 0 0,0 1 0 0 0,0-1 0 0 0,-1 0 0 0 0,0 0 0 0 0,-1 1 0 0 0,0-1 0 0 0,0 0 0 0 0,0 1 0 0 0,-1-1 0 0 0,0 0 0 0 0,0 1 0 0 0,-1-1 0 0 0,0 0 0 0 0,0 0 0 0 0,-1 0 0 0 0,0-1 0 0 0,0 1 0 0 0,0 0 0 0 0,-1-1 0 0 0,-8 11 0 0 0,6-11 0 0 0,1 0 0 0 0,0-1 0 0 0,-1 1 0 0 0,0-1 0 0 0,-1-1 0 0 0,1 1 0 0 0,-1-1 0 0 0,0 0 0 0 0,0-1 0 0 0,0 1 0 0 0,0-2 0 0 0,-1 1 0 0 0,1-1 0 0 0,-1 0 0 0 0,1 0 0 0 0,-10 0 0 0 0,-2-5 0 0 0,15 2 0 0 0,0-1 0 0 0,0 1 0 0 0,1-1 0 0 0,-1 0 0 0 0,0 0 0 0 0,1 0 0 0 0,0-1 0 0 0,-1 1 0 0 0,1-1 0 0 0,0 0 0 0 0,0 0 0 0 0,0 0 0 0 0,1 0 0 0 0,-1 0 0 0 0,1-1 0 0 0,0 1 0 0 0,0-1 0 0 0,0 1 0 0 0,0-1 0 0 0,1 0 0 0 0,-1 0 0 0 0,1 0 0 0 0,0 0 0 0 0,0 0 0 0 0,1 0 0 0 0,-1 0 0 0 0,1-5 0 0 0,0-3-599 0 0,0 0-1 0 0,1 0 1 0 0,1 0 0 0 0,0 1 0 0 0,0-1-1 0 0,2 0 1 0 0,-1 1 0 0 0,1 0 0 0 0,1 0-1 0 0,7-13 1 0 0,1 1-2373 0 0,2 1 0 0 0,0 0 0 0 0,29-30 0 0 0,-5 14-9459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7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111 130 22762 0 0,'-1'4'403'0'0,"-17"36"2798"0"0,2 0-1 0 0,-15 60 1 0 0,29-93-3201 0 0,1 1 0 0 0,1 0 0 0 0,-1 0 0 0 0,1 0 0 0 0,1 0 0 0 0,-1-1 0 0 0,1 1 0 0 0,1 0 0 0 0,0 0 0 0 0,0-1 0 0 0,0 1 0 0 0,1-1 0 0 0,0 0 0 0 0,0 0 0 0 0,1 0 0 0 0,0 0 0 0 0,0 0 0 0 0,0-1 0 0 0,11 11 0 0 0,-7-9 0 0 0,1 0 0 0 0,0-1 0 0 0,1 0 0 0 0,-1-1 0 0 0,1 0 0 0 0,1-1 0 0 0,-1 0 0 0 0,1 0 0 0 0,0-1 0 0 0,0 0 0 0 0,0-1 0 0 0,20 3 0 0 0,-8-3 0 0 0,-1 0 0 0 0,0-2 0 0 0,1 0 0 0 0,-1-1 0 0 0,0-2 0 0 0,1 0 0 0 0,-1-1 0 0 0,0-2 0 0 0,28-8 0 0 0,-42 10 0 0 0,0 0 0 0 0,0-1 0 0 0,0 1 0 0 0,-1-1 0 0 0,1-1 0 0 0,-1 1 0 0 0,0-1 0 0 0,0-1 0 0 0,-1 1 0 0 0,0-1 0 0 0,0 0 0 0 0,0-1 0 0 0,0 1 0 0 0,-1-1 0 0 0,0 0 0 0 0,-1-1 0 0 0,0 1 0 0 0,0-1 0 0 0,0 0 0 0 0,-1 0 0 0 0,0 0 0 0 0,-1 0 0 0 0,0 0 0 0 0,0-1 0 0 0,-1 1 0 0 0,1-17 0 0 0,-1 11 5 0 0,-1 0-1 0 0,-1 0 1 0 0,0 0 0 0 0,-1 0-1 0 0,-1 1 1 0 0,0-1 0 0 0,-1 1-1 0 0,0-1 1 0 0,-1 1 0 0 0,0 0-1 0 0,-1 1 1 0 0,-1 0 0 0 0,0 0-1 0 0,0 0 1 0 0,-1 1 0 0 0,-1 0-1 0 0,0 0 1 0 0,-20-18 0 0 0,16 19-30 0 0,0 1 0 0 0,-1 0 1 0 0,0 1-1 0 0,0 0 1 0 0,-1 1-1 0 0,0 1 0 0 0,0 0 1 0 0,-1 2-1 0 0,1-1 1 0 0,-1 2-1 0 0,0 0 0 0 0,0 1 1 0 0,-1 0-1 0 0,1 1 1 0 0,0 1-1 0 0,0 1 1 0 0,-21 3-1 0 0,26-2-211 0 0,-96 15-2094 0 0,25 8-5211 0 0,54-13-500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9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20 8733 0 0,'16'-20'13561'0'0,"-48"131"-11174"0"0,4 2 0 0 0,-20 192 0 0 0,34-71-441 0 0,2-25-580 0 0,12-159-2767 0 0,0-50 1331 0 0,0 0 1 0 0,0 0 0 0 0,0 0 0 0 0,0 0 0 0 0,0 1-1 0 0,0-1 1 0 0,0 0 0 0 0,0 0 0 0 0,0 0 0 0 0,0 1 0 0 0,0-1-1 0 0,0 0 1 0 0,0 0 0 0 0,0 0 0 0 0,0 1 0 0 0,0-1-1 0 0,0 0 1 0 0,0 0 0 0 0,3 2-969 0 0,-3-2 969 0 0,0 0 0 0 0,0 0 0 0 0,1 0 0 0 0,-1 0 0 0 0,0 0-1 0 0,0 0 1 0 0,0 0 0 0 0,1 0 0 0 0,-1 0 0 0 0,0 0-1 0 0,0 0 1 0 0,0 0 0 0 0,0 0 0 0 0,1 0 0 0 0,-1-1 0 0 0,14-6-4070 0 0,7-9 638 0 0,23-27-6016 0 0,-11 12 623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9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74 15761 0 0,'0'0'565'0'0,"-7"6"-46"0"0,3-4-399 0 0,0 1 0 0 0,0 0 0 0 0,1 0 0 0 0,-1 0 0 0 0,1 0 0 0 0,0 1 0 0 0,0-1 0 0 0,0 1 0 0 0,0 0 0 0 0,0 0 0 0 0,1 0 0 0 0,0 0 0 0 0,0 0-1 0 0,0 1 1 0 0,0-1 0 0 0,1 1 0 0 0,-2 6 0 0 0,-1 14 457 0 0,1 1 0 0 0,1 0-1 0 0,2 0 1 0 0,0 0 0 0 0,1 0 0 0 0,10 47-1 0 0,-9-61-412 0 0,1 0 0 0 0,1 1-1 0 0,0-1 1 0 0,1-1 0 0 0,0 1-1 0 0,0 0 1 0 0,2-1-1 0 0,-1-1 1 0 0,1 1 0 0 0,1-1-1 0 0,0 0 1 0 0,0 0 0 0 0,1-1-1 0 0,0 0 1 0 0,20 14 0 0 0,-18-17 39 0 0,1-1 1 0 0,-1 0-1 0 0,1-1 1 0 0,-1 0 0 0 0,1-1-1 0 0,0 0 1 0 0,0-1-1 0 0,1-1 1 0 0,-1 0 0 0 0,0 0-1 0 0,1-1 1 0 0,-1-1-1 0 0,0 0 1 0 0,1 0 0 0 0,-1-1-1 0 0,0-1 1 0 0,12-4-1 0 0,-15 4 35 0 0,0-1-1 0 0,0 1 0 0 0,0-2 1 0 0,0 1-1 0 0,0-1 1 0 0,-1 0-1 0 0,0-1 0 0 0,0 0 1 0 0,12-13-1 0 0,-15 14-170 0 0,-1 0 0 0 0,0 0 0 0 0,0-1-1 0 0,-1 1 1 0 0,0-1 0 0 0,0 0 0 0 0,0 0 0 0 0,0 0-1 0 0,-1 0 1 0 0,0-1 0 0 0,-1 1 0 0 0,1 0 0 0 0,-1-1-1 0 0,-1 0 1 0 0,1-9 0 0 0,-2-8-67 0 0,-1-1 0 0 0,-2 0 0 0 0,0 1 0 0 0,-2 0 0 0 0,-1 0 0 0 0,-18-44 0 0 0,18 51 0 0 0,0 1 0 0 0,-2 0 0 0 0,0 1 0 0 0,0 0 0 0 0,-2 0 0 0 0,1 1 0 0 0,-2 1 0 0 0,0-1 0 0 0,-1 2 0 0 0,-20-17 0 0 0,26 25-139 0 0,0 0 0 0 0,0 0 0 0 0,-1 0 1 0 0,1 1-1 0 0,-1 0 0 0 0,0 1 0 0 0,1 0 0 0 0,-1 0 0 0 0,-1 0 0 0 0,1 1 0 0 0,0 0 1 0 0,0 1-1 0 0,0 0 0 0 0,0 0 0 0 0,0 1 0 0 0,-1 0 0 0 0,1 0 0 0 0,0 1 0 0 0,0 0 1 0 0,1 0-1 0 0,-11 5 0 0 0,0 1-463 0 0,1 1-1 0 0,1 1 1 0 0,0 0 0 0 0,0 1-1 0 0,1 1 1 0 0,0 0 0 0 0,-24 27 0 0 0,36-36 72 0 0,0-1 0 0 0,1 1 0 0 0,0 0 0 0 0,-1 0 0 0 0,1 0 1 0 0,0 0-1 0 0,1 0 0 0 0,-1 1 0 0 0,0-1 0 0 0,1 0 0 0 0,-2 7 1 0 0,6 11-6592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09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79 133 17462 0 0,'-9'-21'145'0'0,"1"3"783"0"0,1 0-1 0 0,1-1 0 0 0,-13-37 5696 0 0,17 87-4736 0 0,-12 488 1547 0 0,6-368-3000 0 0,6-130-1004 0 0,-1 38-3013 0 0,2-55 3308 0 0,1-1 0 0 0,0 0-1 0 0,1 1 1 0 0,-1-1-1 0 0,1 0 1 0 0,-1 1-1 0 0,1-1 1 0 0,0 0-1 0 0,0 0 1 0 0,0 1 0 0 0,1-1-1 0 0,1 4 1 0 0,-2-6-131 0 0,1-1 0 0 0,-1 1 0 0 0,0 0 0 0 0,0 0 1 0 0,0-1-1 0 0,1 1 0 0 0,-1 0 0 0 0,0-1 0 0 0,0 1 1 0 0,1-1-1 0 0,-1 0 0 0 0,0 1 0 0 0,1-1 0 0 0,-1 0 1 0 0,1 0-1 0 0,-1 0 0 0 0,0 0 0 0 0,1 0 0 0 0,-1 0 1 0 0,1 0-1 0 0,0-1 0 0 0,31-9-5063 0 0,-27 8 4835 0 0,44-19-7513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0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918 38 13897 0 0,'0'-2'95'0'0,"-1"-1"-1"0"0,0 1 0 0 0,0 0 0 0 0,0-1 1 0 0,0 1-1 0 0,-1 0 0 0 0,1 0 1 0 0,-1 0-1 0 0,1 0 0 0 0,-1 0 1 0 0,0 1-1 0 0,1-1 0 0 0,-1 0 1 0 0,0 1-1 0 0,0-1 0 0 0,0 1 0 0 0,-3-2 1 0 0,2 2 625 0 0,-4 4 58 0 0,-8 6-389 0 0,0 0 0 0 0,0 1 0 0 0,1 0 0 0 0,0 2 0 0 0,0-1 1 0 0,2 2-1 0 0,-1 0 0 0 0,2 0 0 0 0,0 1 0 0 0,0 0 0 0 0,-14 28 0 0 0,18-30-185 0 0,1 1 1 0 0,0 0-1 0 0,0 0 0 0 0,2 0 0 0 0,-1 1 0 0 0,2 0 1 0 0,0 0-1 0 0,1 0 0 0 0,0 0 0 0 0,1 0 1 0 0,0 1-1 0 0,2-1 0 0 0,-1 0 0 0 0,2 0 0 0 0,4 22 1 0 0,2-13 223 0 0,1 0 0 0 0,1 0 0 0 0,26 41 0 0 0,-21-39 745 0 0,-1 1-1 0 0,11 29 0 0 0,-24-51-1108 0 0,0 1 0 0 0,0 0-1 0 0,-1 0 1 0 0,0 0-1 0 0,1 0 1 0 0,-1 0 0 0 0,-1-1-1 0 0,1 1 1 0 0,-1 0-1 0 0,0 0 1 0 0,0 0 0 0 0,-1-1-1 0 0,1 1 1 0 0,-1 0-1 0 0,0-1 1 0 0,0 0 0 0 0,0 1-1 0 0,-1-1 1 0 0,0 0-1 0 0,0 0 1 0 0,0 0 0 0 0,0 0-1 0 0,-6 5 1 0 0,-5 4 132 0 0,0 0 0 0 0,-1-1 1 0 0,0 0-1 0 0,-30 16 0 0 0,3-3-196 0 0,-1-3 0 0 0,-2-2 0 0 0,0-1 0 0 0,-1-3 0 0 0,0-1 0 0 0,-55 9 0 0 0,92-23-539 0 0,1 0 0 0 0,-1-1 0 0 0,0 0 0 0 0,1-1 0 0 0,-1 0 1 0 0,0 0-1 0 0,1-1 0 0 0,-1 0 0 0 0,1 0 0 0 0,0-1 0 0 0,0 0 0 0 0,0 0 0 0 0,-12-7 0 0 0,2-2-1918 0 0,1 0 0 0 0,0-1 0 0 0,1 0 0 0 0,-22-24 0 0 0,-9-13-8624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0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43 19358 0 0,'-1'-31'387'0'0,"0"20"4107"0"0,28 374-106 0 0,-24-317-4493 0 0,-1 94-1063 0 0,-3-122-2152 0 0,-1 0-1 0 0,-8 33 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0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1 212 13345 0 0,'0'-14'201'0'0,"0"0"0"0"0,1 0 0 0 0,1 0 0 0 0,0 1 0 0 0,1-1-1 0 0,6-18 1 0 0,-7 26-57 0 0,0 1-1 0 0,1 0 1 0 0,0-1 0 0 0,0 1-1 0 0,0 0 1 0 0,1 1-1 0 0,0-1 1 0 0,-1 1-1 0 0,2-1 1 0 0,-1 1 0 0 0,0 0-1 0 0,1 1 1 0 0,0-1-1 0 0,0 1 1 0 0,0 0-1 0 0,0 0 1 0 0,9-3 0 0 0,-2 2 1 0 0,1 0 0 0 0,-1 2 1 0 0,1-1-1 0 0,0 1 1 0 0,-1 1-1 0 0,1 0 1 0 0,0 1-1 0 0,0 1 1 0 0,0 0-1 0 0,-1 0 0 0 0,1 1 1 0 0,0 1-1 0 0,-1 0 1 0 0,0 1-1 0 0,1 0 1 0 0,-2 1-1 0 0,1 0 0 0 0,0 1 1 0 0,-1 0-1 0 0,0 1 1 0 0,18 14-1 0 0,-26-16-67 0 0,1-1 0 0 0,-1 1 0 0 0,1 0-1 0 0,-1 0 1 0 0,-1 0 0 0 0,1 0 0 0 0,-1 0 0 0 0,1 1-1 0 0,-2-1 1 0 0,1 1 0 0 0,-1-1 0 0 0,1 1 0 0 0,-2 0 0 0 0,1 0-1 0 0,-1-1 1 0 0,1 1 0 0 0,-2 0 0 0 0,1 0 0 0 0,-1 0-1 0 0,1-1 1 0 0,-2 1 0 0 0,1 0 0 0 0,-1-1 0 0 0,1 1-1 0 0,-5 8 1 0 0,-4 9 103 0 0,-2 0 0 0 0,0 0-1 0 0,-1-1 1 0 0,-23 29-1 0 0,16-25-13 0 0,-1-1-1 0 0,-34 31 1 0 0,-5-10-1526 0 0,53-42 588 0 0,-1 0 1 0 0,1 0-1 0 0,-1-1 0 0 0,0 0 0 0 0,0 0 1 0 0,-9 1-1 0 0,-20 0-8798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1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19 13601 0 0,'-8'-19'5450'0'0,"7"36"-980"0"0,7 38-1775 0 0,55 254 1807 0 0,-26-102-6424 0 0,-33-185 327 0 0,2 8-4805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1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39 266 15565 0 0,'-1'-3'10'0'0,"-5"-4"938"0"0,1 0 0 0 0,0-1-1 0 0,0 1 1 0 0,1-2 0 0 0,-5-10-1 0 0,8 16-679 0 0,0 1 0 0 0,1-1 0 0 0,-1 0 0 0 0,1 0 1 0 0,-1 0-1 0 0,1 0 0 0 0,0 0 0 0 0,0 0 0 0 0,1 0 0 0 0,-1 0 0 0 0,1 0 0 0 0,-1 0 0 0 0,1 0 0 0 0,0 0 0 0 0,0 0 0 0 0,0 0 0 0 0,1 0 0 0 0,-1 1 0 0 0,1-1 0 0 0,2-3 0 0 0,4-4 140 0 0,0 1 0 0 0,1 0-1 0 0,0 0 1 0 0,0 1 0 0 0,1 0-1 0 0,1 0 1 0 0,-1 1 0 0 0,18-8-1 0 0,-5 3-97 0 0,1 1 0 0 0,0 2-1 0 0,28-7 1 0 0,-38 12-779 0 0,0 2 0 0 0,0 0 0 0 0,0 0 0 0 0,0 2 0 0 0,0-1 0 0 0,0 2 0 0 0,0 0 0 0 0,0 1 0 0 0,0 0 0 0 0,-1 1 0 0 0,1 0 0 0 0,-1 1 0 0 0,1 1 0 0 0,14 8 0 0 0,-17-8-416 0 0,-1 1-1 0 0,1 0 1 0 0,-1 0 0 0 0,-1 1-1 0 0,1 1 1 0 0,-1 0 0 0 0,-1 0-1 0 0,0 1 1 0 0,0 0 0 0 0,0 0-1 0 0,-1 1 1 0 0,0 0 0 0 0,-1 0-1 0 0,0 0 1 0 0,-1 1 0 0 0,7 21-1 0 0,3 27-6970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1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45 159 16490 0 0,'-44'26'14703'0'0,"359"-131"-12865"0"0,-94 38-4368 0 0,-159 55-6938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3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1 147 17326 0 0,'1'-6'235'0'0,"-1"-1"1"0"0,2 1-1 0 0,-1 0 1 0 0,1-1 0 0 0,0 1-1 0 0,0 0 1 0 0,1 0-1 0 0,0 0 1 0 0,0 1-1 0 0,0-1 1 0 0,0 0 0 0 0,1 1-1 0 0,0 0 1 0 0,0 0-1 0 0,1 0 1 0 0,0 1 0 0 0,-1-1-1 0 0,1 1 1 0 0,1 0-1 0 0,-1 1 1 0 0,0-1 0 0 0,1 1-1 0 0,0 0 1 0 0,0 0-1 0 0,7-2 1 0 0,-6 2-126 0 0,0 1 1 0 0,-1 0-1 0 0,1 0 1 0 0,0 0-1 0 0,0 0 0 0 0,0 1 1 0 0,0 1-1 0 0,1-1 1 0 0,-1 1-1 0 0,0 0 0 0 0,0 1 1 0 0,0-1-1 0 0,0 1 1 0 0,0 1-1 0 0,0 0 1 0 0,0 0-1 0 0,0 0 0 0 0,0 0 1 0 0,-1 1-1 0 0,0 0 1 0 0,1 1-1 0 0,10 8 0 0 0,-8-4 31 0 0,-1 0 0 0 0,0 1 1 0 0,-1 0-1 0 0,0 1 0 0 0,0-1 0 0 0,-1 2 0 0 0,0-1 0 0 0,-1 0 0 0 0,0 1 0 0 0,-1 0 0 0 0,0 0 0 0 0,-1 1 0 0 0,0-1 0 0 0,-1 1 0 0 0,0-1 0 0 0,0 1 0 0 0,-1 13 0 0 0,-2 18 439 0 0,-3 1 0 0 0,-1-1 0 0 0,-14 60 0 0 0,9-59 52 0 0,2 1 0 0 0,-2 63 0 0 0,9-106-631 0 0,1 1 0 0 0,0-1 0 0 0,0 1 0 0 0,0-1-1 0 0,0 1 1 0 0,1-1 0 0 0,-1 1 0 0 0,1-1 0 0 0,-1 1 0 0 0,1-1 0 0 0,0 0 0 0 0,0 1 0 0 0,0-1-1 0 0,0 0 1 0 0,0 0 0 0 0,0 0 0 0 0,1 0 0 0 0,-1 0 0 0 0,1 0 0 0 0,-1 0 0 0 0,1 0 0 0 0,0 0-1 0 0,0-1 1 0 0,0 1 0 0 0,0-1 0 0 0,0 1 0 0 0,0-1 0 0 0,0 0 0 0 0,1 0 0 0 0,-1 0-1 0 0,0 0 1 0 0,1 0 0 0 0,-1-1 0 0 0,0 1 0 0 0,1-1 0 0 0,-1 1 0 0 0,1-1 0 0 0,-1 0 0 0 0,1 0-1 0 0,-1 0 1 0 0,1 0 0 0 0,-1-1 0 0 0,4 0 0 0 0,11-2-39 0 0,0 0 0 0 0,0-2 1 0 0,0 0-1 0 0,29-14 0 0 0,-44 18 23 0 0,93-44-4221 0 0,146-97 0 0 0,-88 48-697 0 0,-17 17-1443 0 0,-106 62 2314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 88 11625 0 0,'22'-17'740'0'0,"-29"18"1855"0"0,-37 33 439 0 0,30-19-2200 0 0,1 1-1 0 0,0 0 0 0 0,1 1 0 0 0,0 0 1 0 0,2 1-1 0 0,-13 28 0 0 0,21-39-587 0 0,-1-1 0 0 0,1 0 0 0 0,1 1-1 0 0,-1 0 1 0 0,1-1 0 0 0,1 1 0 0 0,-1 0-1 0 0,1-1 1 0 0,0 1 0 0 0,2 11 0 0 0,-1-14-110 0 0,0 1 0 0 0,0-1 0 0 0,1 1 1 0 0,0-1-1 0 0,0 0 0 0 0,0 0 0 0 0,0 0 1 0 0,1 0-1 0 0,0 0 0 0 0,-1-1 0 0 0,2 1 1 0 0,-1-1-1 0 0,0 1 0 0 0,0-1 1 0 0,1 0-1 0 0,0-1 0 0 0,4 4 0 0 0,6 2 10 0 0,0-1-1 0 0,0-1 1 0 0,1 0-1 0 0,-1-1 1 0 0,1 0-1 0 0,0-1 1 0 0,1-1-1 0 0,-1 0 1 0 0,1-1-1 0 0,-1-1 1 0 0,1 0-1 0 0,17-2 1 0 0,0-2 49 0 0,0-1 1 0 0,0-2 0 0 0,0-1 0 0 0,58-21 0 0 0,-84 26-144 0 0,0-1 0 0 0,0 0 0 0 0,0-1 1 0 0,0 1-1 0 0,0-1 0 0 0,-1-1 0 0 0,0 1 1 0 0,0-1-1 0 0,10-10 0 0 0,-14 12-35 0 0,1 0 0 0 0,-1 0 0 0 0,0 0 0 0 0,0 0 0 0 0,-1-1 0 0 0,1 1 0 0 0,-1-1 0 0 0,0 1 0 0 0,1-1 0 0 0,-2 0 0 0 0,1 1 0 0 0,0-1 0 0 0,-1 0 0 0 0,0 1 0 0 0,1-1 0 0 0,-1 0 0 0 0,-1 0 0 0 0,1 0 0 0 0,-1 1 0 0 0,1-1 0 0 0,-1 0 0 0 0,-2-3 0 0 0,-2-10-17 0 0,-2 0 0 0 0,0 0 0 0 0,-1 0 0 0 0,0 1 0 0 0,-2 1 0 0 0,0 0 0 0 0,0 0 0 0 0,-1 1 0 0 0,-1 0 0 0 0,-1 0 0 0 0,-23-19 0 0 0,25 25 0 0 0,0 0 0 0 0,0 1 0 0 0,0 0 0 0 0,-1 1 0 0 0,0 0 0 0 0,0 1 0 0 0,-1 0 0 0 0,0 1 0 0 0,1 0 0 0 0,-1 1 0 0 0,-1 1 0 0 0,1 0 0 0 0,0 0 0 0 0,0 2 0 0 0,-1-1 0 0 0,-23 4 0 0 0,11 1-780 0 0,0 1 0 0 0,1 1 0 0 0,-1 1 0 0 0,1 1 0 0 0,1 1 0 0 0,-1 2 0 0 0,2 0 0 0 0,-42 27 0 0 0,45-18-4416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21 187 19830 0 0,'-2'-3'141'0'0,"-1"-1"1"0"0,1 1 0 0 0,0 0-1 0 0,0-1 1 0 0,1 1 0 0 0,-1-1-1 0 0,1 1 1 0 0,0-1 0 0 0,0 0-1 0 0,0 0 1 0 0,0 1 0 0 0,1-1-1 0 0,-1 0 1 0 0,1 0 0 0 0,0 0-1 0 0,0 0 1 0 0,0 0 0 0 0,1 1-1 0 0,0-1 1 0 0,-1 0 0 0 0,1 0-1 0 0,0 1 1 0 0,1-1 0 0 0,-1 0-1 0 0,1 1 1 0 0,0-1 0 0 0,0 1-1 0 0,0 0 1 0 0,0-1 0 0 0,0 1-1 0 0,1 0 1 0 0,-1 1 0 0 0,1-1-1 0 0,0 0 1 0 0,0 1 0 0 0,0-1-1 0 0,5-2 1 0 0,2-2 99 0 0,1 0 1 0 0,0 1-1 0 0,0 0 0 0 0,0 1 1 0 0,0 1-1 0 0,1-1 0 0 0,0 2 0 0 0,0 0 1 0 0,0 0-1 0 0,0 1 0 0 0,1 1 1 0 0,-1 0-1 0 0,22 1 0 0 0,-28 0-134 0 0,1 0 0 0 0,-1 0-1 0 0,0 1 1 0 0,0 0-1 0 0,0 1 1 0 0,0-1 0 0 0,0 1-1 0 0,0 0 1 0 0,0 1 0 0 0,0-1-1 0 0,-1 1 1 0 0,1 0-1 0 0,-1 0 1 0 0,0 1 0 0 0,0 0-1 0 0,0 0 1 0 0,0 0 0 0 0,-1 0-1 0 0,0 1 1 0 0,0 0 0 0 0,0 0-1 0 0,0 0 1 0 0,-1 0-1 0 0,0 1 1 0 0,0-1 0 0 0,0 1-1 0 0,0 0 1 0 0,-1-1 0 0 0,1 8-1 0 0,0 0-61 0 0,-2-1-1 0 0,1 1 0 0 0,-2 0 1 0 0,0 0-1 0 0,0 0 1 0 0,-1 0-1 0 0,-1 0 1 0 0,0 0-1 0 0,-1 0 0 0 0,-5 15 1 0 0,-8 16 138 0 0,-34 65 0 0 0,-7 20-61 0 0,56-127-122 0 0,-2 4 0 0 0,2-1 0 0 0,-1 0 0 0 0,0 1 0 0 0,1-1 0 0 0,0 1 0 0 0,0-1 0 0 0,0 11 0 0 0,2-14 0 0 0,-1-1 0 0 0,1 1 0 0 0,0 0 0 0 0,-1 0 0 0 0,1-1 0 0 0,0 1 0 0 0,0 0 0 0 0,0-1 0 0 0,0 1 0 0 0,1-1 0 0 0,-1 1 0 0 0,0-1 0 0 0,1 0 0 0 0,-1 1 0 0 0,0-1 0 0 0,1 0 0 0 0,0 0 0 0 0,-1 0 0 0 0,1 0 0 0 0,0 0 0 0 0,-1-1 0 0 0,1 1 0 0 0,0 0 0 0 0,0-1 0 0 0,0 1 0 0 0,2 0 0 0 0,14 2-17 0 0,-1 0-1 0 0,1 0 1 0 0,-1-2 0 0 0,1 0-1 0 0,0-1 1 0 0,0-1 0 0 0,30-5-1 0 0,125-33-1169 0 0,-149 33 834 0 0,215-62-9733 0 0,-140 33 1815 0 0,-35 9-2604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4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141 133 20114 0 0,'-4'-7'138'0'0,"0"1"1"0"0,0-1 0 0 0,1 0-1 0 0,0 0 1 0 0,0 0-1 0 0,-3-15 1 0 0,6 20-71 0 0,-1 0 0 0 0,1 0 0 0 0,0 0-1 0 0,0 0 1 0 0,0-1 0 0 0,0 1 0 0 0,0 0 0 0 0,1 0 0 0 0,-1 0-1 0 0,1 0 1 0 0,-1 0 0 0 0,1 0 0 0 0,0 0 0 0 0,-1 0 0 0 0,1 0-1 0 0,0 0 1 0 0,1 0 0 0 0,-1 0 0 0 0,0 0 0 0 0,0 1 0 0 0,1-1 0 0 0,-1 0-1 0 0,1 1 1 0 0,-1 0 0 0 0,1-1 0 0 0,0 1 0 0 0,0 0 0 0 0,3-2-1 0 0,0 0 3 0 0,-1 1-1 0 0,1 0 0 0 0,0 0 1 0 0,0 1-1 0 0,0 0 1 0 0,0-1-1 0 0,0 2 0 0 0,0-1 1 0 0,0 1-1 0 0,1-1 0 0 0,-1 1 1 0 0,0 1-1 0 0,0-1 0 0 0,0 1 1 0 0,0 0-1 0 0,0 0 0 0 0,0 0 1 0 0,0 1-1 0 0,0 0 0 0 0,0 0 1 0 0,-1 0-1 0 0,1 0 0 0 0,-1 1 1 0 0,1 0-1 0 0,-1 0 0 0 0,0 0 1 0 0,0 0-1 0 0,0 1 0 0 0,-1-1 1 0 0,6 7-1 0 0,-3-3 163 0 0,0 1-1 0 0,-1-1 1 0 0,1 1-1 0 0,-1 0 1 0 0,-1 1-1 0 0,0-1 1 0 0,0 1-1 0 0,-1 0 1 0 0,0 0-1 0 0,0 0 1 0 0,-1 0-1 0 0,0 1 1 0 0,-1-1-1 0 0,0 1 1 0 0,0 17-1 0 0,-5-6 46 0 0,-1 0-1 0 0,0-1 0 0 0,-2 1 0 0 0,-1-1 0 0 0,0-1 0 0 0,-1 1 1 0 0,-1-1-1 0 0,-22 30 0 0 0,17-26-1 0 0,1 2 0 0 0,1-1 1 0 0,0 2-1 0 0,-11 38 0 0 0,22-58-275 0 0,1 1 0 0 0,0-1 0 0 0,0 1 0 0 0,1-1 0 0 0,-1 1 0 0 0,2-1 0 0 0,-1 1 0 0 0,1-1 0 0 0,0 0 0 0 0,0 1 0 0 0,0-1 0 0 0,1 0 0 0 0,0 1 0 0 0,1-1 0 0 0,-1 0 0 0 0,6 8 0 0 0,4 5 0 0 0,1 1 0 0 0,2-2 0 0 0,21 23 0 0 0,-18-22 0 0 0,27 40 0 0 0,-40-53 0 0 0,-1 1 0 0 0,0 0 0 0 0,-1 0 0 0 0,0 0 0 0 0,0 0 0 0 0,0 1 0 0 0,-1-1 0 0 0,0 1 0 0 0,-1 0 0 0 0,1-1 0 0 0,-1 1 0 0 0,-1 0 0 0 0,0 10 0 0 0,-1-11 0 0 0,0 0 0 0 0,-1-1 0 0 0,0 0 0 0 0,0 1 0 0 0,0-1 0 0 0,-1 0 0 0 0,0 0 0 0 0,0 0 0 0 0,0-1 0 0 0,-1 1 0 0 0,0-1 0 0 0,0 0 0 0 0,-1 0 0 0 0,1 0 0 0 0,-1 0 0 0 0,-6 4 0 0 0,1-1-53 0 0,-1-1-1 0 0,0 0 1 0 0,0-1 0 0 0,0 0 0 0 0,0-1-1 0 0,-1 0 1 0 0,0 0 0 0 0,0-1 0 0 0,0-1-1 0 0,-1 0 1 0 0,-19 1 0 0 0,26-3-36 0 0,0-1 0 0 0,0 1 0 0 0,-1-1 1 0 0,1-1-1 0 0,0 1 0 0 0,0-1 0 0 0,0 0 1 0 0,0 0-1 0 0,0-1 0 0 0,0 0 0 0 0,0 0 0 0 0,0-1 1 0 0,1 1-1 0 0,-1-1 0 0 0,1 0 0 0 0,-1-1 0 0 0,1 1 1 0 0,1-1-1 0 0,-1 0 0 0 0,0 0 0 0 0,1-1 1 0 0,0 1-1 0 0,0-1 0 0 0,0 0 0 0 0,-4-6 0 0 0,1-11-4709 0 0,6 1-4087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4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10 142 24730 0 0,'-3'-11'360'0'0,"1"0"1"0"0,0 0-1 0 0,1 0 0 0 0,0 0 0 0 0,1-21 1 0 0,0 30-231 0 0,0-1 0 0 0,1 1 1 0 0,-1 0-1 0 0,0-1 0 0 0,1 1 1 0 0,0 0-1 0 0,0-1 0 0 0,-1 1 1 0 0,1 0-1 0 0,1 0 0 0 0,-1 0 1 0 0,0-1-1 0 0,0 1 0 0 0,1 1 1 0 0,-1-1-1 0 0,1 0 1 0 0,0 0-1 0 0,-1 0 0 0 0,1 1 1 0 0,0-1-1 0 0,0 1 0 0 0,0 0 1 0 0,0-1-1 0 0,0 1 0 0 0,1 0 1 0 0,-1 0-1 0 0,0 0 0 0 0,0 1 1 0 0,1-1-1 0 0,-1 0 0 0 0,0 1 1 0 0,1 0-1 0 0,-1-1 1 0 0,1 1-1 0 0,3 0 0 0 0,0 1-103 0 0,0-1 1 0 0,1 1-1 0 0,-1 0 0 0 0,-1 0 0 0 0,1 1 0 0 0,0 0 0 0 0,0 0 1 0 0,-1 0-1 0 0,1 1 0 0 0,-1-1 0 0 0,1 1 0 0 0,-1 1 0 0 0,0-1 0 0 0,0 1 1 0 0,-1 0-1 0 0,1 0 0 0 0,-1 0 0 0 0,0 1 0 0 0,0-1 0 0 0,0 1 1 0 0,-1 0-1 0 0,1 0 0 0 0,-1 0 0 0 0,0 1 0 0 0,-1-1 0 0 0,3 9 1 0 0,1 2 22 0 0,-1 0-1 0 0,0 0 1 0 0,-2 1 0 0 0,0 0 0 0 0,-1 0 0 0 0,0 0 0 0 0,-1-1 0 0 0,-4 34 0 0 0,-11 48-50 0 0,7-53 0 0 0,-4 75 0 0 0,11-118 0 0 0,0 1 0 0 0,0 0 0 0 0,1-1 0 0 0,-1 1 0 0 0,1 0 0 0 0,0-1 0 0 0,0 1 0 0 0,0-1 0 0 0,0 1 0 0 0,0-1 0 0 0,0 0 0 0 0,1 1 0 0 0,-1-1 0 0 0,1 0 0 0 0,0 0 0 0 0,-1 0 0 0 0,1 0 0 0 0,0 0 0 0 0,0 0 0 0 0,0-1 0 0 0,1 1 0 0 0,-1-1 0 0 0,0 1 0 0 0,0-1 0 0 0,1 0 0 0 0,-1 0 0 0 0,1 0 0 0 0,-1 0 0 0 0,1 0 0 0 0,0 0 0 0 0,-1-1 0 0 0,1 0 0 0 0,0 1 0 0 0,-1-1 0 0 0,1 0 0 0 0,3 0 0 0 0,10 0 0 0 0,0-1 0 0 0,1 0 0 0 0,-1-1 0 0 0,31-7 0 0 0,55-20-2216 0 0,102-41 0 0 0,-83 19-4770 0 0,197-116 0 0 0,-248 125-5521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4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511 51 19954 0 0,'-1'-3'80'0'0,"-2"-1"-1"0"0,1 1 1 0 0,0 0 0 0 0,-1-1 0 0 0,0 1 0 0 0,1 0-1 0 0,-1 0 1 0 0,0 1 0 0 0,-1-1 0 0 0,1 1 0 0 0,0-1-1 0 0,-1 1 1 0 0,1 0 0 0 0,-1 0 0 0 0,0 1 0 0 0,0-1-1 0 0,0 1 1 0 0,-7-2 0 0 0,3 2 212 0 0,0 0 0 0 0,0 1 0 0 0,0 0 0 0 0,0 1 0 0 0,0-1 0 0 0,1 1 1 0 0,-1 1-1 0 0,0 0 0 0 0,-10 3 0 0 0,0 2 286 0 0,0 1-1 0 0,0 0 1 0 0,1 1 0 0 0,0 1 0 0 0,0 1 0 0 0,2 0 0 0 0,-19 17-1 0 0,25-20-345 0 0,1 0 0 0 0,0 1 0 0 0,0-1-1 0 0,1 2 1 0 0,0-1 0 0 0,1 1 0 0 0,0 0-1 0 0,-9 20 1 0 0,14-25-165 0 0,-1-1 0 0 0,2 1-1 0 0,-1-1 1 0 0,0 1 0 0 0,1 0-1 0 0,0 0 1 0 0,0-1 0 0 0,0 1 0 0 0,0 0-1 0 0,1 0 1 0 0,0-1 0 0 0,0 1-1 0 0,0-1 1 0 0,1 1 0 0 0,0-1 0 0 0,-1 1-1 0 0,1-1 1 0 0,1 0 0 0 0,-1 0-1 0 0,1 0 1 0 0,-1 0 0 0 0,1 0 0 0 0,0 0-1 0 0,4 3 1 0 0,20 19-67 0 0,56 42 0 0 0,15 15 0 0 0,-88-73 0 0 0,-1 0 0 0 0,0 1 0 0 0,0 0 0 0 0,-1 0 0 0 0,-1 1 0 0 0,0 0 0 0 0,6 13 0 0 0,-11-20 0 0 0,0 0 0 0 0,0 0 0 0 0,-1 0 0 0 0,1 0 0 0 0,-1 0 0 0 0,-1 1 0 0 0,1-1 0 0 0,-1 0 0 0 0,1 1 0 0 0,-1-1 0 0 0,-1 0 0 0 0,1 0 0 0 0,-1 1 0 0 0,0-1 0 0 0,0 0 0 0 0,-1 0 0 0 0,1 0 0 0 0,-5 8 0 0 0,2-6 0 0 0,0 0 0 0 0,-1-1 0 0 0,0 0 0 0 0,0 0 0 0 0,-1 0 0 0 0,1 0 0 0 0,-1-1 0 0 0,-1 0 0 0 0,1 0 0 0 0,-1-1 0 0 0,-9 6 0 0 0,1-2 0 0 0,-1-1 0 0 0,1-1 0 0 0,-1 0 0 0 0,-1-1 0 0 0,1-1 0 0 0,-1 0 0 0 0,1-2 0 0 0,-1 1 0 0 0,0-2 0 0 0,0 0 0 0 0,-20-3 0 0 0,-41-13-1325 0 0,72 13 1071 0 0,1 1 0 0 0,0-1 0 0 0,0-1 0 0 0,0 1 0 0 0,0 0-1 0 0,0-1 1 0 0,1 0 0 0 0,-1 0 0 0 0,1-1 0 0 0,0 1 0 0 0,-1-1 0 0 0,-2-4 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6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16 233 21222 0 0,'-3'-6'48'0'0,"0"0"1"0"0,1 0-1 0 0,0 0 0 0 0,1 0 0 0 0,-1 0 1 0 0,1 0-1 0 0,0 0 0 0 0,1-1 1 0 0,-1 1-1 0 0,1 0 0 0 0,1 0 1 0 0,-1-1-1 0 0,1 1 0 0 0,0 0 0 0 0,0 0 1 0 0,1 0-1 0 0,0 0 0 0 0,0 0 1 0 0,0 0-1 0 0,1 0 0 0 0,0 1 1 0 0,0-1-1 0 0,0 1 0 0 0,1 0 0 0 0,6-8 1 0 0,-4 7 89 0 0,1-1 1 0 0,-1 1-1 0 0,1 0 1 0 0,1 1-1 0 0,-1-1 1 0 0,1 2-1 0 0,0-1 1 0 0,0 1-1 0 0,0 0 1 0 0,1 0-1 0 0,-1 1 1 0 0,1 1-1 0 0,0-1 1 0 0,0 1-1 0 0,0 1 1 0 0,0 0-1 0 0,13-1 1 0 0,-14 2-50 0 0,0 1 1 0 0,1 0-1 0 0,-1 0 1 0 0,0 0-1 0 0,0 1 1 0 0,0 0-1 0 0,0 1 1 0 0,0 0-1 0 0,0 0 1 0 0,0 1-1 0 0,-1 0 1 0 0,0 0-1 0 0,0 0 0 0 0,10 9 1 0 0,-12-8 57 0 0,0 0 0 0 0,-1 0 0 0 0,1 0 0 0 0,-1 0-1 0 0,-1 0 1 0 0,1 1 0 0 0,-1 0 0 0 0,0 0 0 0 0,0 0 0 0 0,0 0 0 0 0,-1 0 0 0 0,0 0 0 0 0,-1 1 0 0 0,1-1-1 0 0,-1 1 1 0 0,0-1 0 0 0,-1 1 0 0 0,0 12 0 0 0,-1-1 15 0 0,-1 0 0 0 0,-2 0 1 0 0,1 0-1 0 0,-2-1 0 0 0,-12 32 0 0 0,-46 78 1311 0 0,44-94-1169 0 0,1 2 1 0 0,2 0-1 0 0,-13 44 0 0 0,28-75-304 0 0,0 0 0 0 0,0 0 0 0 0,1-1 0 0 0,0 1 0 0 0,0 0 0 0 0,0 0 0 0 0,0 0 0 0 0,1 0 0 0 0,-1-1 0 0 0,1 1 0 0 0,0 0 0 0 0,0 0 0 0 0,0-1 0 0 0,0 1 0 0 0,1-1 0 0 0,0 1 0 0 0,0-1 0 0 0,0 0 0 0 0,0 1 0 0 0,0-1 0 0 0,0 0 0 0 0,1 0 0 0 0,0-1 0 0 0,-1 1 0 0 0,5 2 0 0 0,8 7 0 0 0,1-1 0 0 0,0 0 0 0 0,34 16 0 0 0,-5-4 0 0 0,-20-8 0 0 0,-17-12 0 0 0,-1 1 0 0 0,0-1 0 0 0,0 2 0 0 0,0-1 0 0 0,-1 1 0 0 0,0 0 0 0 0,0 0 0 0 0,0 1 0 0 0,0 0 0 0 0,-1 0 0 0 0,8 10 0 0 0,-12-13 0 0 0,-1 0 0 0 0,1 1 0 0 0,-1-1 0 0 0,0 0 0 0 0,0 0 0 0 0,0 0 0 0 0,0 0 0 0 0,0 0 0 0 0,-1 0 0 0 0,0 0 0 0 0,1 0 0 0 0,-1 0 0 0 0,0 0 0 0 0,0 0 0 0 0,-1 0 0 0 0,1 0 0 0 0,0-1 0 0 0,-1 1 0 0 0,0 0 0 0 0,0-1 0 0 0,0 1 0 0 0,0-1 0 0 0,0 0 0 0 0,0 0 0 0 0,0 0 0 0 0,-1 0 0 0 0,1 0 0 0 0,-6 3 0 0 0,-1 3 0 0 0,-6 5 0 0 0,0-1 0 0 0,-1 0 0 0 0,0 0 0 0 0,-1-2 0 0 0,-1 0 0 0 0,-25 10 0 0 0,34-16 0 0 0,0 0 0 0 0,0-1 0 0 0,0 0 0 0 0,-1-1 0 0 0,1 0 0 0 0,-1 0 0 0 0,1-1 0 0 0,-1 0 0 0 0,0-1 0 0 0,1 0 0 0 0,-1-1 0 0 0,0 0 0 0 0,1 0 0 0 0,-1-1 0 0 0,-12-4 0 0 0,20 6-150 0 0,0-1 0 0 0,0 1 1 0 0,1-1-1 0 0,-1 0 0 0 0,0 1 0 0 0,0-1 0 0 0,0 0 1 0 0,1 0-1 0 0,-1 0 0 0 0,1-1 0 0 0,-1 1 0 0 0,1 0 1 0 0,-1-1-1 0 0,1 1 0 0 0,0 0 0 0 0,-1-1 0 0 0,1 0 0 0 0,0 1 1 0 0,0-1-1 0 0,0 0 0 0 0,0 0 0 0 0,1 1 0 0 0,-1-1 1 0 0,0 0-1 0 0,1 0 0 0 0,-1 0 0 0 0,1 0 0 0 0,0 0 1 0 0,0 0-1 0 0,-1 0 0 0 0,1 0 0 0 0,0 0 0 0 0,1 0 1 0 0,-1 0-1 0 0,0 0 0 0 0,1 1 0 0 0,-1-1 0 0 0,1 0 1 0 0,0-2-1 0 0,3-4-1305 0 0,1 0 0 0 0,0 0 0 0 0,0 0 0 0 0,0 1 1 0 0,1 0-1 0 0,0 0 0 0 0,10-8 0 0 0,33-30-11825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6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100 142 22694 0 0,'0'0'424'0'0,"-7"7"172"0"0,-3 5-219 0 0,1-1-1 0 0,0 1 0 0 0,1 1 1 0 0,0 0-1 0 0,1 0 1 0 0,0 1-1 0 0,1-1 0 0 0,1 1 1 0 0,0 1-1 0 0,-3 16 1 0 0,5-19-248 0 0,0 0 0 0 0,1 1 0 0 0,1-1 1 0 0,0 1-1 0 0,1 0 0 0 0,0-1 0 0 0,1 1 1 0 0,0-1-1 0 0,1 1 0 0 0,1-1 1 0 0,0 0-1 0 0,0 0 0 0 0,1 0 0 0 0,1 0 1 0 0,0-1-1 0 0,0 1 0 0 0,2-1 1 0 0,-1 0-1 0 0,1-1 0 0 0,0 0 0 0 0,1 0 1 0 0,1-1-1 0 0,-1 1 0 0 0,1-2 0 0 0,1 1 1 0 0,0-2-1 0 0,0 1 0 0 0,0-1 1 0 0,1-1-1 0 0,0 0 0 0 0,0 0 0 0 0,1-1 1 0 0,0 0-1 0 0,0-1 0 0 0,0-1 0 0 0,0 0 1 0 0,21 3-1 0 0,-11-5-129 0 0,0 0 0 0 0,0-1 0 0 0,0-1 0 0 0,0-1 0 0 0,0-1 0 0 0,-1 0 0 0 0,1-2 0 0 0,-1-1 0 0 0,0-1 0 0 0,-1 0 0 0 0,1-2 0 0 0,-2 0 0 0 0,23-14 0 0 0,-36 19 0 0 0,-1 0 0 0 0,1-1 0 0 0,-1 0 0 0 0,1 0 0 0 0,-1 0 0 0 0,-1 0 0 0 0,1-1 0 0 0,-1 0 0 0 0,0 0 0 0 0,0 0 0 0 0,-1-1 0 0 0,0 1 0 0 0,0-1 0 0 0,2-6 0 0 0,-2 2 0 0 0,-1-1 0 0 0,0 1 0 0 0,0 0 0 0 0,-1 0 0 0 0,-1-1 0 0 0,0 1 0 0 0,-1 0 0 0 0,-2-15 0 0 0,-2 0 0 0 0,-1-1 0 0 0,-2 1 0 0 0,-1 0 0 0 0,-1 1 0 0 0,-1 0 0 0 0,-23-38 0 0 0,25 47 0 0 0,0 1 0 0 0,-1 1 0 0 0,-1 0 0 0 0,-1 0 0 0 0,0 1 0 0 0,0 1 0 0 0,-1 0 0 0 0,-26-18 0 0 0,30 25 0 0 0,0 0 0 0 0,-1 0 0 0 0,1 1 0 0 0,-1 1 0 0 0,0 0 0 0 0,0 0 0 0 0,0 1 0 0 0,0 0 0 0 0,0 0 0 0 0,-1 2 0 0 0,1-1 0 0 0,0 1 0 0 0,0 0 0 0 0,-1 1 0 0 0,1 1 0 0 0,-16 3 0 0 0,8-1-946 0 0,1 1-1 0 0,1 1 1 0 0,-1 0-1 0 0,1 1 1 0 0,0 1-1 0 0,0 0 1 0 0,1 1-1 0 0,0 1 1 0 0,1 0-1 0 0,0 1 1 0 0,-13 13-1 0 0,14-4-3299 0 0,10-6-1513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6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103 162 17722 0 0,'-2'-2'156'0'0,"0"-1"0"0"0,0 0 0 0 0,0 0 0 0 0,0 0 0 0 0,0 0 0 0 0,1-1 0 0 0,-1 1 0 0 0,1 0 0 0 0,0-1 0 0 0,0 1 0 0 0,0-1 0 0 0,0 1 0 0 0,1-1 1 0 0,-1 0-1 0 0,1 1 0 0 0,0-1 0 0 0,0 1 0 0 0,0-1 0 0 0,1 0 0 0 0,1-4 0 0 0,-1 4 2 0 0,1 0-1 0 0,0 0 1 0 0,0 0 0 0 0,1 0-1 0 0,-1 1 1 0 0,1-1 0 0 0,0 1-1 0 0,0 0 1 0 0,0-1 0 0 0,0 1-1 0 0,0 1 1 0 0,1-1 0 0 0,0 0-1 0 0,5-2 1 0 0,1-1 20 0 0,0 1 0 0 0,0 1 0 0 0,1 0 0 0 0,-1 1 0 0 0,1 0 0 0 0,0 0 0 0 0,0 1 0 0 0,0 0 0 0 0,0 1 0 0 0,0 1 0 0 0,0-1 0 0 0,17 3 0 0 0,-17 0-73 0 0,0 1 0 0 0,-1 0 0 0 0,1 1 0 0 0,-1 0 0 0 0,1 0 0 0 0,-1 1 0 0 0,0 0 0 0 0,-1 1 0 0 0,0 0 0 0 0,0 1 0 0 0,0 0 0 0 0,0 0 0 0 0,-1 1 0 0 0,8 10 0 0 0,-12-13 34 0 0,1 1 0 0 0,-1 1 0 0 0,0-1 0 0 0,-1 0 0 0 0,1 1 0 0 0,-1 0 0 0 0,-1 0 0 0 0,1 0 0 0 0,-1 0 0 0 0,-1 0 0 0 0,1 0 0 0 0,-1 1-1 0 0,0-1 1 0 0,-1 1 0 0 0,0-1 0 0 0,0 0 0 0 0,0 1 0 0 0,-1-1 0 0 0,0 1 0 0 0,-1-1 0 0 0,1 0 0 0 0,-4 8 0 0 0,-10 20 144 0 0,-2-1 1 0 0,-1 0 0 0 0,-2-2-1 0 0,-25 34 1 0 0,19-30 16 0 0,2 1 0 0 0,-32 67 0 0 0,54-100-300 0 0,1 0 0 0 0,0 0 0 0 0,0 1 0 0 0,0-1 0 0 0,1 0 0 0 0,-1 1 0 0 0,1-1 0 0 0,0 0 0 0 0,0 1 0 0 0,1-1 0 0 0,-1 0 0 0 0,1 1 0 0 0,0-1 0 0 0,0 0 0 0 0,0 0 0 0 0,1 1 0 0 0,0-1 0 0 0,-1 0 0 0 0,4 4 0 0 0,6 10 0 0 0,1-1 0 0 0,0-1 0 0 0,15 17 0 0 0,-15-20 0 0 0,-1 0 0 0 0,0 1 0 0 0,8 16 0 0 0,-16-25 0 0 0,0 1 0 0 0,-1-1 0 0 0,0 1 0 0 0,0 0 0 0 0,0 0 0 0 0,-1 0 0 0 0,0 0 0 0 0,0 0 0 0 0,0 0 0 0 0,-1 0 0 0 0,0 0 0 0 0,0 1 0 0 0,0-1 0 0 0,-1 0 0 0 0,0 0 0 0 0,0 0 0 0 0,-3 7 0 0 0,1-5 0 0 0,-1-1 0 0 0,0 1 0 0 0,0-1 0 0 0,-1 0 0 0 0,1 0 0 0 0,-2 0 0 0 0,1 0 0 0 0,-1-1 0 0 0,0 0 0 0 0,0 0 0 0 0,-10 6 0 0 0,3-2 0 0 0,0-2 0 0 0,-1 0 0 0 0,0 0 0 0 0,0-1 0 0 0,-1-1 0 0 0,0-1 0 0 0,0 0 0 0 0,0 0 0 0 0,-1-2 0 0 0,1 0 0 0 0,-1-1 0 0 0,-31 1 0 0 0,42-3-163 0 0,1 0 0 0 0,0 0 1 0 0,0-1-1 0 0,0 0 0 0 0,0 1 0 0 0,0-2 0 0 0,0 1 1 0 0,0 0-1 0 0,0-1 0 0 0,0 1 0 0 0,0-1 1 0 0,1 0-1 0 0,-1-1 0 0 0,1 1 0 0 0,-1 0 0 0 0,1-1 1 0 0,0 0-1 0 0,0 0 0 0 0,-4-5 0 0 0,5 4-148 0 0,0 0 0 0 0,0 1 0 0 0,1-1 0 0 0,0 0-1 0 0,-1 0 1 0 0,2 0 0 0 0,-1-1 0 0 0,0 1 0 0 0,1 0 0 0 0,0 0 0 0 0,0 0-1 0 0,0 0 1 0 0,0-1 0 0 0,1 1 0 0 0,0 0 0 0 0,-1 0 0 0 0,1 0-1 0 0,1 0 1 0 0,2-7 0 0 0,18-31-8088 0 0,11-6-4634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7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349 116 21242 0 0,'6'-8'8'0'0,"0"-1"-1"0"0,-1 1 1 0 0,0-1-1 0 0,-1 0 1 0 0,0-1 0 0 0,0 1-1 0 0,-1-1 1 0 0,-1 1 0 0 0,1-1-1 0 0,0-12 1 0 0,-3 20 645 0 0,-8 6-443 0 0,-2 2-123 0 0,-1 0 0 0 0,1 0 0 0 0,1 1 0 0 0,-1 1 0 0 0,1 0 0 0 0,1 0 0 0 0,-1 1 0 0 0,1 0-1 0 0,1 0 1 0 0,0 1 0 0 0,-11 18 0 0 0,13-18 52 0 0,0 0 1 0 0,1 0-1 0 0,1 1 0 0 0,-1-1 0 0 0,2 1 1 0 0,-1 0-1 0 0,2-1 0 0 0,-1 1 0 0 0,1 0 1 0 0,1 0-1 0 0,0 0 0 0 0,1 0 0 0 0,0 0 1 0 0,0 0-1 0 0,1 0 0 0 0,1-1 0 0 0,-1 1 1 0 0,2-1-1 0 0,0 1 0 0 0,0-1 0 0 0,1 0 0 0 0,0-1 1 0 0,0 1-1 0 0,1-1 0 0 0,9 10 0 0 0,15 16 1096 0 0,38 34-1 0 0,-44-47-545 0 0,-2 0 0 0 0,0 2 1 0 0,-2 0-1 0 0,20 32 0 0 0,-37-52-689 0 0,0 1 0 0 0,-1 0 0 0 0,0-1 0 0 0,0 1 0 0 0,-1 0 0 0 0,1 0 0 0 0,-1 0 0 0 0,0 0 0 0 0,0 1 0 0 0,-1-1 0 0 0,1 0 0 0 0,-1 0 0 0 0,0 0 0 0 0,-1 1 0 0 0,1-1 0 0 0,-3 8 0 0 0,1-5 0 0 0,-1-1 0 0 0,0 1 0 0 0,-1-1 0 0 0,1 1 0 0 0,-2-1 0 0 0,1 0 0 0 0,-1 0 0 0 0,0-1 0 0 0,-9 10 0 0 0,-2-1 0 0 0,-1 0 0 0 0,0-2 0 0 0,-1 0 0 0 0,0-1 0 0 0,-1-1 0 0 0,-40 18 0 0 0,44-23-515 0 0,-1-1 1 0 0,0 0-1 0 0,0-1 1 0 0,0-1-1 0 0,0 0 1 0 0,0-2-1 0 0,-1 0 1 0 0,1 0-1 0 0,-1-2 1 0 0,-23-3-1 0 0,34 4 144 0 0,0-1 0 0 0,0-1 0 0 0,0 1 0 0 0,0-1 0 0 0,0 0 0 0 0,0 0 0 0 0,1-1 0 0 0,-1 0 0 0 0,1 0 0 0 0,0 0 0 0 0,0-1 0 0 0,0 1 0 0 0,0-1 0 0 0,1 0 0 0 0,-1-1 0 0 0,1 1 0 0 0,0-1 0 0 0,1 0 1 0 0,-1 0-1 0 0,1 0 0 0 0,0 0 0 0 0,0-1 0 0 0,0 1 0 0 0,1-1 0 0 0,0 0 0 0 0,0 1 0 0 0,0-1 0 0 0,1 0 0 0 0,0 0 0 0 0,-1-10 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7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21 129 21966 0 0,'-3'-4'4'0'0,"1"1"0"0"0,0 0 0 0 0,0-1 0 0 0,0 0 0 0 0,0 1 0 0 0,1-1 0 0 0,-1 0 0 0 0,1 0 0 0 0,0 0 0 0 0,0 0 0 0 0,1 0 0 0 0,-1 0 0 0 0,1-7 0 0 0,0 8 86 0 0,1 0 1 0 0,0 0-1 0 0,0 1 0 0 0,0-1 1 0 0,0 0-1 0 0,0 1 1 0 0,1-1-1 0 0,-1 0 0 0 0,1 1 1 0 0,0 0-1 0 0,0-1 1 0 0,0 1-1 0 0,0 0 0 0 0,0 0 1 0 0,0 0-1 0 0,0 0 1 0 0,1 0-1 0 0,-1 1 0 0 0,1-1 1 0 0,3-1-1 0 0,2-1 7 0 0,-1 1-1 0 0,1 1 1 0 0,-1-1 0 0 0,1 1-1 0 0,0 1 1 0 0,0-1-1 0 0,0 1 1 0 0,0 1-1 0 0,0-1 1 0 0,0 1 0 0 0,0 1-1 0 0,0 0 1 0 0,0 0-1 0 0,0 0 1 0 0,0 1 0 0 0,0 0-1 0 0,-1 1 1 0 0,1-1-1 0 0,-1 2 1 0 0,0-1-1 0 0,12 8 1 0 0,-13-8-6 0 0,0 1 0 0 0,0-1-1 0 0,-1 1 1 0 0,1 1 0 0 0,-1-1 0 0 0,0 1-1 0 0,-1 0 1 0 0,1 0 0 0 0,-1 0 0 0 0,0 0 0 0 0,0 1-1 0 0,-1 0 1 0 0,1 0 0 0 0,-1 0 0 0 0,-1 0-1 0 0,1 0 1 0 0,-1 1 0 0 0,0-1 0 0 0,0 1-1 0 0,-1-1 1 0 0,0 1 0 0 0,0 0 0 0 0,-1 0 0 0 0,0-1-1 0 0,0 1 1 0 0,-1 8 0 0 0,-5 5 256 0 0,0 1 0 0 0,-1-2 0 0 0,-1 1 0 0 0,-1-1 0 0 0,-1 0 0 0 0,-23 32 0 0 0,20-32-40 0 0,1 1 0 0 0,1 0 0 0 0,1 0 0 0 0,0 2 0 0 0,-8 26 0 0 0,17-43-307 0 0,1-1 0 0 0,-1 1 0 0 0,1-1 0 0 0,-1 1 0 0 0,1 0 0 0 0,1-1 0 0 0,-1 1 0 0 0,1 0 0 0 0,-1-1 0 0 0,1 1 0 0 0,1-1 0 0 0,-1 1 0 0 0,1-1 0 0 0,-1 0 0 0 0,1 0 0 0 0,1 0 0 0 0,-1 0 0 0 0,3 4 0 0 0,7 8 0 0 0,0-2 0 0 0,1 1 0 0 0,19 15 0 0 0,-22-22 0 0 0,0 1 0 0 0,-1 0 0 0 0,0 1 0 0 0,-1 0 0 0 0,0 0 0 0 0,0 1 0 0 0,8 15 0 0 0,-14-21 0 0 0,0 0 0 0 0,-1-1 0 0 0,0 1 0 0 0,0 0 0 0 0,0 0 0 0 0,-1-1 0 0 0,1 1 0 0 0,-1 0 0 0 0,0 0 0 0 0,-1 0 0 0 0,1 0 0 0 0,-1 0 0 0 0,0 0 0 0 0,0-1 0 0 0,0 1 0 0 0,-4 8 0 0 0,1-6 0 0 0,0 0 0 0 0,0 1 0 0 0,-1-2 0 0 0,0 1 0 0 0,0 0 0 0 0,-1-1 0 0 0,1 0 0 0 0,-1 0 0 0 0,-10 6 0 0 0,6-4 0 0 0,0-1 0 0 0,-1 0 0 0 0,0-1 0 0 0,0 0 0 0 0,-1-1 0 0 0,0 0 0 0 0,0-1 0 0 0,0 0 0 0 0,0-1 0 0 0,0 0 0 0 0,-1-1 0 0 0,1-1 0 0 0,-16 1 0 0 0,25-2-90 0 0,0 0 1 0 0,1 0-1 0 0,-1-1 0 0 0,0 1 0 0 0,0-1 1 0 0,0 1-1 0 0,0-1 0 0 0,1 0 0 0 0,-1 0 1 0 0,0 0-1 0 0,1 0 0 0 0,-1-1 0 0 0,0 1 1 0 0,1-1-1 0 0,0 0 0 0 0,-1 1 0 0 0,1-1 1 0 0,0 0-1 0 0,0 0 0 0 0,0-1 0 0 0,-2-2 1 0 0,2 2-235 0 0,1-1 0 0 0,0 1 0 0 0,0-1 0 0 0,0 0 0 0 0,0 1 0 0 0,1-1 0 0 0,-1 1 0 0 0,1-1 0 0 0,0 0 0 0 0,0 0 0 0 0,0 1 0 0 0,0-1 0 0 0,1 0 0 0 0,1-5 1 0 0,2-5-1176 0 0,1 0 0 0 0,0 0 1 0 0,1 1-1 0 0,0 0 0 0 0,1 0 1 0 0,1 0-1 0 0,13-16 1 0 0,15-12-10591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8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463 305 20238 0 0,'0'0'-339'0'0,"-1"-8"505"0"0,-2-27 7834 0 0,13 24-7643 0 0,0-2-1 0 0,-2 1 1 0 0,1-1 0 0 0,-1-1 0 0 0,-1 1 0 0 0,9-26 0 0 0,-14 35-272 0 0,0-1 0 0 0,0 1 0 0 0,-1-1-1 0 0,0 0 1 0 0,0 0 0 0 0,0 0 0 0 0,-1 1-1 0 0,1-1 1 0 0,-1 0 0 0 0,-1 0 0 0 0,1 0-1 0 0,0 0 1 0 0,-1 0 0 0 0,0 0 0 0 0,0 1-1 0 0,-1-1 1 0 0,1 0 0 0 0,-1 1 0 0 0,0-1-1 0 0,0 1 1 0 0,-1 0 0 0 0,1-1 0 0 0,-1 1-1 0 0,0 0 1 0 0,-6-6 0 0 0,5 7-85 0 0,-1 1 0 0 0,1-1 0 0 0,-1 1 0 0 0,1 0 0 0 0,-1 0 0 0 0,0 1 0 0 0,0-1 0 0 0,1 1 0 0 0,-1 0 0 0 0,0 0 0 0 0,0 1 0 0 0,-1 0 0 0 0,1-1 0 0 0,0 2 0 0 0,0-1 0 0 0,0 0 0 0 0,0 1 0 0 0,0 0 0 0 0,1 0 0 0 0,-1 1 0 0 0,0 0 0 0 0,-9 4 0 0 0,2-1 0 0 0,-1 0 0 0 0,1 2 0 0 0,-1 0 0 0 0,2 0 0 0 0,-1 1 0 0 0,1 0 0 0 0,-12 12 0 0 0,13-10 0 0 0,1 0 0 0 0,0 1 0 0 0,0 0 0 0 0,1 1 0 0 0,0-1 0 0 0,1 1 0 0 0,-6 15 0 0 0,11-23 0 0 0,1 0 0 0 0,0 0 0 0 0,0 0 0 0 0,0 0 0 0 0,0 0 0 0 0,0 0 0 0 0,1 0 0 0 0,0 0 0 0 0,0 0 0 0 0,0 0 0 0 0,0 0 0 0 0,1 0 0 0 0,-1 0 0 0 0,1 0 0 0 0,0 0 0 0 0,0 0 0 0 0,1 0 0 0 0,-1 0 0 0 0,1 0 0 0 0,0-1 0 0 0,0 1 0 0 0,0-1 0 0 0,0 1 0 0 0,1-1 0 0 0,-1 0 0 0 0,1 0 0 0 0,5 5 0 0 0,5 1 0 0 0,-1 0 0 0 0,1 0 0 0 0,0-1 0 0 0,1-1 0 0 0,0-1 0 0 0,15 6 0 0 0,-18-9 0 0 0,0 2 0 0 0,0-1 0 0 0,0 1 0 0 0,-1 1 0 0 0,1 0 0 0 0,-1 0 0 0 0,-1 1 0 0 0,1 1 0 0 0,-1-1 0 0 0,-1 1 0 0 0,12 14 0 0 0,-12-10 0 0 0,-1 0 0 0 0,-1 0 0 0 0,0 1 0 0 0,0-1 0 0 0,-2 2 0 0 0,1-1 0 0 0,-2 0 0 0 0,1 1 0 0 0,-2-1 0 0 0,0 1 0 0 0,-1 0 0 0 0,0 0 0 0 0,-2 22 0 0 0,0-27 0 0 0,1 0 0 0 0,-2 0 0 0 0,1 0 0 0 0,-2 0 0 0 0,1 0 0 0 0,-1 0 0 0 0,0-1 0 0 0,-1 1 0 0 0,0-1 0 0 0,0 0 0 0 0,-1 0 0 0 0,0 0 0 0 0,0-1 0 0 0,-1 0 0 0 0,0 0 0 0 0,0 0 0 0 0,0 0 0 0 0,-1-1 0 0 0,0 0 0 0 0,-1-1 0 0 0,-8 6 0 0 0,0-4 0 0 0,0 0 0 0 0,0 0 0 0 0,0-2 0 0 0,-1 0 0 0 0,0-1 0 0 0,0-1 0 0 0,-1 0 0 0 0,1-1 0 0 0,-28-1 0 0 0,19-2 0 0 0,1-1 0 0 0,0-2 0 0 0,0 0 0 0 0,0-1 0 0 0,1-2 0 0 0,-25-10 0 0 0,48 17-249 0 0,-16-11-1701 0 0,17 11 1868 0 0,-1-1 1 0 0,1 1 0 0 0,-1 0-1 0 0,1 0 1 0 0,-1-1 0 0 0,1 1-1 0 0,0 0 1 0 0,-1-1-1 0 0,1 1 1 0 0,0 0 0 0 0,-1-1-1 0 0,1 1 1 0 0,0-1 0 0 0,0 1-1 0 0,-1-1 1 0 0,1 1 0 0 0,0 0-1 0 0,0-1 1 0 0,0 1-1 0 0,-1-1 1 0 0,1 1 0 0 0,0-1-1 0 0,0 1 1 0 0,0-1 0 0 0,0 1-1 0 0,0-1 1 0 0,0 1-1 0 0,0-1 1 0 0,0 1 0 0 0,0-1-1 0 0,0 1 1 0 0,1-1 0 0 0,-1 1-1 0 0,0-1 1 0 0,0 1 0 0 0,1-1-1 0 0,13-13-5767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8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39 23998 0 0,'-6'-18'-665'0'0,"-12"-3"8881"0"0,6 36-7070 0 0,10-10-1139 0 0,1 0 1 0 0,-1 0-1 0 0,1 0 1 0 0,-1 1-1 0 0,2-1 1 0 0,-1 1-1 0 0,0-1 1 0 0,1 1-1 0 0,0-1 1 0 0,1 0-1 0 0,0 7 1 0 0,14 60-25 0 0,-12-61 16 0 0,-2-7 1 0 0,0 0 0 0 0,0 0 0 0 0,0 0 0 0 0,1 0 0 0 0,-1-1 0 0 0,1 1 0 0 0,0 0 0 0 0,0-1 0 0 0,0 0 0 0 0,1 1 0 0 0,-1-1 0 0 0,1 0 0 0 0,0 0 0 0 0,0 0 0 0 0,0-1 0 0 0,0 1 0 0 0,0-1 0 0 0,0 1 0 0 0,5 1 0 0 0,-3-2 0 0 0,0 0 0 0 0,1-1 0 0 0,-1 0 0 0 0,0 0 0 0 0,1 0 0 0 0,-1-1 0 0 0,1 0 0 0 0,-1 0 0 0 0,1 0 0 0 0,-1 0 0 0 0,0-1 0 0 0,9-2 0 0 0,11-4 0 0 0,-1-2 0 0 0,0-1 0 0 0,-1 0 0 0 0,38-23 0 0 0,-61 33 0 0 0,37-23 0 0 0,-14 9 0 0 0,1 0 0 0 0,36-14 0 0 0,-59 27 0 0 0,0 1 0 0 0,0 0 0 0 0,0 0 0 0 0,-1-1 0 0 0,1 1 0 0 0,0 0 0 0 0,0 0 0 0 0,0 0 0 0 0,0 0 0 0 0,0 0 0 0 0,0 0 0 0 0,0 0 0 0 0,0 0 0 0 0,-1 0 0 0 0,1 0 0 0 0,0 1 0 0 0,0-1 0 0 0,0 0 0 0 0,0 1 0 0 0,0-1 0 0 0,-1 0 0 0 0,1 1 0 0 0,0-1 0 0 0,0 1 0 0 0,-1-1 0 0 0,1 1 0 0 0,0 0 0 0 0,-1-1 0 0 0,1 1 0 0 0,0 0 0 0 0,-1-1 0 0 0,1 1 0 0 0,-1 0 0 0 0,1 0 0 0 0,-1-1 0 0 0,0 1 0 0 0,1 0 0 0 0,-1 0 0 0 0,0 0 0 0 0,1 0 0 0 0,-1 0 0 0 0,0 1 0 0 0,0-2 0 0 0,1 4 0 0 0,0 1 0 0 0,0 0 0 0 0,0 0 0 0 0,-1 0 0 0 0,0 0 0 0 0,0 0 0 0 0,0-1 0 0 0,0 1 0 0 0,-1 0 0 0 0,0 0 0 0 0,-3 9 0 0 0,0 12 0 0 0,-10 71 0 0 0,0-1 0 0 0,4 1 0 0 0,3 138 0 0 0,8-229-180 0 0,-1 0 0 0 0,1 0 0 0 0,0-1 1 0 0,1 1-1 0 0,-1 0 0 0 0,1-1 0 0 0,0 1 0 0 0,0-1 0 0 0,5 9 1 0 0,-5-12 52 0 0,-1 0 0 0 0,1 0 1 0 0,-1 0-1 0 0,1-1 0 0 0,0 1 1 0 0,-1 0-1 0 0,1-1 0 0 0,0 1 1 0 0,0-1-1 0 0,0 0 0 0 0,1 1 1 0 0,-1-1-1 0 0,0 0 0 0 0,0 0 1 0 0,1-1-1 0 0,-1 1 1 0 0,0 0-1 0 0,1-1 0 0 0,-1 1 1 0 0,1-1-1 0 0,-1 0 0 0 0,0 0 1 0 0,1 0-1 0 0,-1 0 0 0 0,1 0 1 0 0,-1-1-1 0 0,1 1 0 0 0,3-2 1 0 0,53-16-5911 0 0,-12-4-2586 0 0,-1-8-2157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19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29 18282 0 0,'0'-1'155'0'0,"1"-1"-1"0"0,-1 1 1 0 0,0 0 0 0 0,1-1 0 0 0,-1 1 0 0 0,1 0 0 0 0,-1-1-1 0 0,1 1 1 0 0,0 0 0 0 0,-1 0 0 0 0,1-1 0 0 0,0 1 0 0 0,0 0-1 0 0,0 0 1 0 0,0 0 0 0 0,0 0 0 0 0,0 0 0 0 0,0 0 0 0 0,0 1-1 0 0,1-1 1 0 0,-1 0 0 0 0,0 1 0 0 0,0-1 0 0 0,1 0 0 0 0,3-1 1222 0 0,1 7-81 0 0,-1-3-1008 0 0,-1 1 0 0 0,0 0 0 0 0,0 0 0 0 0,0 1 1 0 0,-1-1-1 0 0,1 1 0 0 0,-1 0 0 0 0,0 0 1 0 0,0 0-1 0 0,0 0 0 0 0,0 0 0 0 0,-1 1 0 0 0,0-1 1 0 0,0 1-1 0 0,0-1 0 0 0,0 1 0 0 0,-1 0 0 0 0,0 0 1 0 0,0 0-1 0 0,1 9 0 0 0,-1 7-164 0 0,-1 0-1 0 0,0 0 1 0 0,-2 0-1 0 0,0 0 1 0 0,-1-1-1 0 0,-1 1 1 0 0,-9 23-1 0 0,-60 137 542 0 0,3-7-429 0 0,68-170-236 0 0,1-1 0 0 0,0 1 0 0 0,0-1 0 0 0,0 1 0 0 0,0 0 0 0 0,1-1 0 0 0,-1 1 0 0 0,1 0 0 0 0,0-1 0 0 0,0 1 0 0 0,0 0 0 0 0,1 0 0 0 0,-1-1 0 0 0,1 1 0 0 0,0 0 0 0 0,0-1 0 0 0,0 1 0 0 0,1-1 0 0 0,-1 1 0 0 0,1-1 0 0 0,0 0 0 0 0,0 0 0 0 0,0 0 0 0 0,0 0 0 0 0,0 0 0 0 0,1 0 0 0 0,-1 0 0 0 0,1-1 0 0 0,0 1 0 0 0,0-1 0 0 0,0 0 0 0 0,0 0 0 0 0,0 0 0 0 0,0 0 0 0 0,1 0 0 0 0,-1-1 0 0 0,1 1 0 0 0,-1-1 0 0 0,1 0 0 0 0,0 0 0 0 0,-1-1 0 0 0,1 1 0 0 0,5 0 0 0 0,19 2-1189 0 0,0-1 0 0 0,0-2 0 0 0,0 0 0 0 0,-1-2 0 0 0,46-8 0 0 0,-24 3-3785 0 0,77-2-1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3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74 9830 0 0,'-7'-9'46'0'0,"-1"-4"136"0"0,8 12-170 0 0,-1 0 0 0 0,1 0 1 0 0,-1 0-1 0 0,1 0 1 0 0,0 0-1 0 0,-1 0 0 0 0,1 0 1 0 0,0 0-1 0 0,0 0 1 0 0,0 0-1 0 0,-1 0 1 0 0,1 0-1 0 0,0 0 0 0 0,1 0 1 0 0,-1 0-1 0 0,0 0 1 0 0,0 0-1 0 0,0 1 0 0 0,0-1 1 0 0,1 0-1 0 0,-1 0 1 0 0,1 0-1 0 0,-1 0 0 0 0,0 0 1 0 0,1 0-1 0 0,-1 0 1 0 0,1 1-1 0 0,0-1 0 0 0,-1 0 1 0 0,1 0-1 0 0,0 1 1 0 0,-1-1-1 0 0,2 0 0 0 0,24-11 12 0 0,-23 11 8 0 0,10-2 66 0 0,-1 2 0 0 0,0-1 0 0 0,1 1 1 0 0,0 1-1 0 0,-1 0 0 0 0,1 1 0 0 0,-1 0 0 0 0,1 1 1 0 0,-1 1-1 0 0,0 0 0 0 0,0 0 0 0 0,0 1 0 0 0,0 1 1 0 0,-1 0-1 0 0,1 0 0 0 0,-1 1 0 0 0,-1 1 1 0 0,17 12-1 0 0,-24-15-63 0 0,0 0-1 0 0,0 0 1 0 0,-1 0 0 0 0,1 0 0 0 0,-1 0 0 0 0,0 1 0 0 0,0-1 0 0 0,-1 1-1 0 0,1-1 1 0 0,-1 1 0 0 0,0 0 0 0 0,-1-1 0 0 0,1 1 0 0 0,-1 0 0 0 0,0 0 0 0 0,0 0-1 0 0,0-1 1 0 0,-1 1 0 0 0,1 0 0 0 0,-1 0 0 0 0,0-1 0 0 0,-1 1 0 0 0,-2 7-1 0 0,-6 13 274 0 0,-1 0 0 0 0,0-1 0 0 0,-17 25-1 0 0,12-23-153 0 0,4-4-38 0 0,3-8 30 0 0,1 1 1 0 0,1-1-1 0 0,0 2 0 0 0,0-1 0 0 0,-4 21 1 0 0,10-32-104 0 0,0 1 0 0 0,1-1 0 0 0,0 0 0 0 0,0 1 0 0 0,0-1 0 0 0,0 1 0 0 0,0-1 0 0 0,1 0 0 0 0,0 1 0 0 0,0-1 0 0 0,0 0 0 0 0,0 1 0 0 0,1-1 0 0 0,0 0 0 0 0,0 0 0 0 0,0 0 0 0 0,0 0 0 0 0,0-1 0 0 0,1 1 0 0 0,0-1 1 0 0,0 1-1 0 0,0-1 0 0 0,0 0 0 0 0,6 4 0 0 0,30 24 344 0 0,33 30 412 0 0,-66-55-704 0 0,0-1 1 0 0,0 2-1 0 0,0-1 0 0 0,-1 1 1 0 0,-1-1-1 0 0,1 1 0 0 0,4 9 1 0 0,-9-13-72 0 0,1 0 0 0 0,0 0 0 0 0,-1 0 1 0 0,1 1-1 0 0,-1-1 0 0 0,0 0 0 0 0,0 0 0 0 0,0 1 1 0 0,0-1-1 0 0,-1 0 0 0 0,1 0 0 0 0,-1 0 1 0 0,0 1-1 0 0,0-1 0 0 0,0 0 0 0 0,-1 0 1 0 0,1 0-1 0 0,-1-1 0 0 0,1 1 0 0 0,-1 0 0 0 0,0 0 1 0 0,-2 2-1 0 0,-11 14 289 0 0,0 0 1 0 0,-1-1-1 0 0,-29 24 1 0 0,37-35-233 0 0,1-1 0 0 0,-1 0 1 0 0,0 0-1 0 0,-1-1 0 0 0,1 0 1 0 0,-1-1-1 0 0,0 1 1 0 0,0-2-1 0 0,-1 1 0 0 0,1-2 1 0 0,-15 4-1 0 0,3-9 146 0 0,12 1-152 0 0,-1-1-1 0 0,1 0 0 0 0,0 0 0 0 0,-10-6 1 0 0,16 8-59 0 0,0-1 1 0 0,0 1 0 0 0,1-1-1 0 0,-1 0 1 0 0,1 1 0 0 0,-1-1-1 0 0,1 0 1 0 0,0-1 0 0 0,0 1-1 0 0,0 0 1 0 0,0-1 0 0 0,0 1-1 0 0,0-1 1 0 0,0 1 0 0 0,1-1-1 0 0,0 0 1 0 0,-1 0 0 0 0,1 1 0 0 0,-1-5-1 0 0,2 6-7 0 0,0 0 0 0 0,-1 0 0 0 0,1-1 0 0 0,0 1-1 0 0,0 0 1 0 0,0-1 0 0 0,0 1 0 0 0,0 0 0 0 0,0 0 0 0 0,0-1-1 0 0,0 1 1 0 0,1 0 0 0 0,-1 0 0 0 0,0-1 0 0 0,1 1 0 0 0,-1 0-1 0 0,1 0 1 0 0,-1 0 0 0 0,1 0 0 0 0,0-1 0 0 0,-1 1 0 0 0,1 0 0 0 0,1-1-1 0 0,1-1 8 0 0,9-13-16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3.5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263 166 9830 0 0,'-13'-43'0'0'0,"12"43"2"0"0,1-1-1 0 0,0 1 0 0 0,0 0 1 0 0,-1-1-1 0 0,1 1 1 0 0,0 0-1 0 0,-1-1 0 0 0,1 1 1 0 0,0 0-1 0 0,-1-1 1 0 0,1 1-1 0 0,0 0 1 0 0,-1 0-1 0 0,1 0 0 0 0,-1-1 1 0 0,1 1-1 0 0,-1 0 1 0 0,1 0-1 0 0,0 0 1 0 0,-1 0-1 0 0,1 0 0 0 0,-1 0 1 0 0,1 0-1 0 0,-1 0 1 0 0,1 0-1 0 0,-1 0 0 0 0,1 0 1 0 0,-1 0-1 0 0,1 0 1 0 0,0 0-1 0 0,-2 0 1 0 0,-1 1 31 0 0,-1 0 1 0 0,0 0-1 0 0,0 1 0 0 0,1-1 1 0 0,-1 1-1 0 0,1 0 1 0 0,-1 0-1 0 0,1 0 1 0 0,0 0-1 0 0,0 1 1 0 0,0-1-1 0 0,0 1 1 0 0,0 0-1 0 0,1-1 1 0 0,-4 6-1 0 0,0 0 83 0 0,0 1 0 0 0,1 0 0 0 0,0 1 0 0 0,1-1 0 0 0,-7 19 0 0 0,7-12-1 0 0,0 0 1 0 0,0 0-1 0 0,1 0 1 0 0,1 0-1 0 0,1 1 1 0 0,1-1-1 0 0,0 1 1 0 0,2 15 0 0 0,0-22-37 0 0,-1-1 0 0 0,2 0 0 0 0,-1 1 0 0 0,1-1 0 0 0,1 0 0 0 0,0-1 0 0 0,0 1 0 0 0,1-1 0 0 0,0 0 0 0 0,0 0 0 0 0,0 0 0 0 0,1-1 0 0 0,1 1 0 0 0,-1-2 0 0 0,1 1 0 0 0,0-1 0 0 0,1 0 0 0 0,0 0 0 0 0,-1-1 0 0 0,2 0 0 0 0,-1 0 0 0 0,1-1 0 0 0,-1 0 0 0 0,14 4 0 0 0,-5-4 53 0 0,1 0 0 0 0,-1-1 0 0 0,1-1 0 0 0,0-1 0 0 0,0 0 0 0 0,-1-1 0 0 0,1-1 0 0 0,0-1 0 0 0,0 0 0 0 0,-1-2 0 0 0,1 0 0 0 0,18-7 0 0 0,-22 7-22 0 0,0-2 0 0 0,-1 1 0 0 0,0-2 0 0 0,0 1 0 0 0,-1-2 0 0 0,0 0 0 0 0,0 0 0 0 0,0-1 0 0 0,19-20 0 0 0,-27 23-126 0 0,1 1 0 0 0,-1-1 1 0 0,0 0-1 0 0,0-1 0 0 0,-1 1 1 0 0,0-1-1 0 0,0 1 0 0 0,0-1 1 0 0,-1 0-1 0 0,0 0 0 0 0,0 0 0 0 0,-1-1 1 0 0,0 1-1 0 0,0 0 0 0 0,-1 0 1 0 0,0-1-1 0 0,0 1 0 0 0,-1 0 1 0 0,1-1-1 0 0,-2 1 0 0 0,-3-12 1 0 0,-1 0-4 0 0,-1 2 0 0 0,0-1 0 0 0,-2 1 1 0 0,0 0-1 0 0,-1 0 0 0 0,0 1 0 0 0,-2 1 1 0 0,0 0-1 0 0,0 0 0 0 0,-2 1 1 0 0,0 1-1 0 0,0 0 0 0 0,-1 1 0 0 0,0 0 1 0 0,-1 2-1 0 0,-1 0 0 0 0,0 0 0 0 0,0 2 1 0 0,0 0-1 0 0,-1 1 0 0 0,0 1 1 0 0,-1 0-1 0 0,0 2 0 0 0,1 0 0 0 0,-1 1 1 0 0,-1 1-1 0 0,1 0 0 0 0,0 2 0 0 0,0 0 1 0 0,-35 6-1 0 0,23-1 213 0 0,1 2 1 0 0,0 1-1 0 0,0 1 0 0 0,-42 21 0 0 0,46-16 52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4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1516 18 9830 0 0,'-54'-8'339'0'0,"0"2"-1"0"0,0 3 0 0 0,0 2 1 0 0,0 3-1 0 0,0 2 1 0 0,0 2-1 0 0,-59 14 0 0 0,45-3 206 0 0,1 3-1 0 0,1 2 0 0 0,0 3 0 0 0,2 3 0 0 0,-62 38 0 0 0,79-37-132 0 0,1 1 0 0 0,2 3-1 0 0,1 1 1 0 0,2 2 0 0 0,1 2 0 0 0,2 1-1 0 0,2 2 1 0 0,-32 48 0 0 0,46-57-139 0 0,2 1 0 0 0,1 1 1 0 0,1 0-1 0 0,2 2 0 0 0,2 0 1 0 0,1 0-1 0 0,2 2 0 0 0,2-1 0 0 0,1 1 1 0 0,2 0-1 0 0,1 1 0 0 0,1 46 1 0 0,5-61-211 0 0,0 0 1 0 0,2 0-1 0 0,1 0 1 0 0,1 0 0 0 0,1-1-1 0 0,1 1 1 0 0,0-1 0 0 0,2-1-1 0 0,1 0 1 0 0,25 41 0 0 0,-16-37 71 0 0,0 0 0 0 0,2-2 0 0 0,0 0 0 0 0,2-1 0 0 0,0-2 0 0 0,2 0 0 0 0,40 26 0 0 0,-4-12 69 0 0,0-3-1 0 0,2-2 1 0 0,2-3 0 0 0,0-3 0 0 0,1-2 0 0 0,138 24 0 0 0,-89-28-461 0 0,0-4 0 0 0,1-6 1 0 0,0-5-1 0 0,232-24 0 0 0,-262 9 36 0 0,0-4-1 0 0,-1-4 0 0 0,-1-3 1 0 0,-2-4-1 0 0,0-3 1 0 0,-2-4-1 0 0,99-58 0 0 0,-148 74-43 0 0,-1-2-1 0 0,-1-1 0 0 0,-1-2 1 0 0,-1 0-1 0 0,-1-2 0 0 0,0-1 1 0 0,-3-1-1 0 0,32-45 0 0 0,-42 51 94 0 0,-1 0 0 0 0,0-2-1 0 0,-2 1 1 0 0,-1-1 0 0 0,0-1-1 0 0,-2 0 1 0 0,-1 0 0 0 0,-1 0-1 0 0,0-1 1 0 0,-2 1 0 0 0,-1-1-1 0 0,-1 0 1 0 0,-3-26 0 0 0,-1 22-51 0 0,-1 0 0 0 0,-1 0 0 0 0,-1 1 0 0 0,-2-1 0 0 0,-1 2 0 0 0,-1-1 0 0 0,-1 1 0 0 0,-2 1 0 0 0,-23-38 0 0 0,15 33-103 0 0,-2 0-1 0 0,-2 2 0 0 0,0 1 1 0 0,-2 0-1 0 0,-1 2 0 0 0,-52-37 1 0 0,27 28-99 0 0,-1 3 1 0 0,-2 1 0 0 0,-1 4-1 0 0,-2 2 1 0 0,0 2 0 0 0,-1 3-1 0 0,-1 2 1 0 0,-100-14-1 0 0,66 21 990 0 0,-1 4 0 0 0,1 4 1 0 0,-1 5-1 0 0,0 3 0 0 0,-173 33 0 0 0,155-12 442 0 0,2 4 1 0 0,1 5 0 0 0,1 5-1 0 0,-150 78 1 0 0,183-77-396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9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2624 35 9830 0 0,'6'-5'159'0'0,"14"-20"228"0"0,-20 25-387 0 0,1-4 13 0 0,-12 5 76 0 0,-27 12 300 0 0,1 1 0 0 0,-57 32 0 0 0,-88 57 959 0 0,135-75-951 0 0,-991 600 7581 0 0,32 5-3132 0 0,966-609-4846 0 0,-70 50 0 0 0,106-69 0 0 0,0-1 0 0 0,0 1 0 0 0,1 0 0 0 0,0 0 0 0 0,0 0 0 0 0,1 0 0 0 0,-1 0 0 0 0,1 1 0 0 0,0-1 0 0 0,-2 12 0 0 0,-2 0 0 0 0,-1-2 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9.6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150 81 9830 0 0,'4'-10'0'0'0,"-2"3"0"0"0,0 0 0 0 0,0 0 0 0 0,-1-1 0 0 0,1 1 0 0 0,-1-14 0 0 0,0 8 0 0 0,-31 144 628 0 0,4-26-54 0 0,-61 414 3014 0 0,68-378-2565 0 0,16-123-841 0 0,3-18-178 0 0,0 0 0 0 0,0 0 0 0 0,0 1 0 0 0,0-1 0 0 0,1 0 0 0 0,-1 0 0 0 0,0 0 0 0 0,0 1 0 0 0,0-1 0 0 0,0 0 0 0 0,0 0 0 0 0,1 0 0 0 0,-1 1 0 0 0,0-1 0 0 0,0 0 0 0 0,0 0 0 0 0,0 0 0 0 0,1 0-1 0 0,-1 0 1 0 0,0 0 0 0 0,0 1 0 0 0,1-1 0 0 0,-1 0 0 0 0,0 0 0 0 0,0 0 0 0 0,0 0 0 0 0,1 0 0 0 0,-1 0 0 0 0,0 0 0 0 0,0 0 0 0 0,1 0 0 0 0,-1 0 0 0 0,0 0 0 0 0,0 0 0 0 0,1 0 0 0 0,-1 0 0 0 0,0 0 0 0 0,0 0 0 0 0,0 0 0 0 0,1 0 0 0 0,-1-1-1 0 0,0 1 1 0 0,0 0 0 0 0,1 0 0 0 0,-1 0 0 0 0,0 0 0 0 0,0 0 0 0 0,0-1 0 0 0,0 1 0 0 0,1 0 0 0 0,-1 0 0 0 0,0 0 0 0 0,0 0 0 0 0,0-1 0 0 0,0 1 0 0 0,0 0 0 0 0,0 0 0 0 0,1-1 0 0 0,-1 1 0 0 0,0 0 0 0 0,0 0 0 0 0,12-11 110 0 0,-11 11-106 0 0,17-14 101 0 0,0 0 119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0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211 223 9830 0 0,'-1'0'13'0'0,"0"0"0"0"0,1-1 0 0 0,-1 1 0 0 0,0 0 0 0 0,0-1 0 0 0,0 1 0 0 0,1 0 0 0 0,-1 0 0 0 0,0 0 0 0 0,0 0 0 0 0,0 0 0 0 0,1 0 0 0 0,-1 0 0 0 0,0 0 0 0 0,0 0 0 0 0,0 0 0 0 0,0 0 0 0 0,1 0 0 0 0,-1 1 0 0 0,-1-1 0 0 0,-9 5 80 0 0,1-1 0 0 0,-1 1 0 0 0,1 1 0 0 0,0 0-1 0 0,0 0 1 0 0,1 1 0 0 0,0 0 0 0 0,0 1 0 0 0,1 0 0 0 0,0 0-1 0 0,0 1 1 0 0,1 0 0 0 0,0 0 0 0 0,0 1 0 0 0,1 0 0 0 0,1 0-1 0 0,-1 0 1 0 0,-6 21 0 0 0,10-24-20 0 0,-1 1 0 0 0,1 0 0 0 0,0 0-1 0 0,1 0 1 0 0,0 0 0 0 0,0 0 0 0 0,1 0 0 0 0,0 0 0 0 0,0 0-1 0 0,1 0 1 0 0,0 0 0 0 0,4 13 0 0 0,-3-15-20 0 0,1 1 0 0 0,0-1-1 0 0,0-1 1 0 0,0 1 0 0 0,0 0 0 0 0,1-1 0 0 0,0 0-1 0 0,0 0 1 0 0,1 0 0 0 0,0 0 0 0 0,-1-1 0 0 0,1 0 0 0 0,1 0-1 0 0,-1 0 1 0 0,1 0 0 0 0,-1-1 0 0 0,10 4 0 0 0,0-1 85 0 0,1 0 0 0 0,0-2 1 0 0,0 0-1 0 0,0 0 0 0 0,1-2 1 0 0,-1 0-1 0 0,1-1 0 0 0,0 0 1 0 0,23-3-1 0 0,-12-1 117 0 0,-1 0-1 0 0,0-2 1 0 0,0-2 0 0 0,48-17 0 0 0,-69 22-197 0 0,1-1 1 0 0,-1 0-1 0 0,0 0 0 0 0,0 0 1 0 0,0-1-1 0 0,0 0 1 0 0,-1 0-1 0 0,1 0 0 0 0,-1-1 1 0 0,0 0-1 0 0,-1 0 1 0 0,1 0-1 0 0,-1 0 0 0 0,0-1 1 0 0,0 0-1 0 0,-1 0 1 0 0,1 0-1 0 0,-1 0 0 0 0,-1-1 1 0 0,4-8-1 0 0,-4 2-89 0 0,0 0 1 0 0,-1 0-1 0 0,0 0 0 0 0,-1 0 0 0 0,-1 0 1 0 0,0 0-1 0 0,0 0 0 0 0,-1 0 0 0 0,-8-22 1 0 0,4 11-66 0 0,-2 1 0 0 0,-1 1 1 0 0,0-1-1 0 0,-2 1 0 0 0,-1 1 1 0 0,0 0-1 0 0,-1 1 0 0 0,-2 0 0 0 0,-22-24 1 0 0,30 37 108 0 0,-1-1 0 0 0,0 1 0 0 0,0 0 0 0 0,-1 0 0 0 0,0 1 0 0 0,0 0 0 0 0,0 1 0 0 0,-1 0 0 0 0,0 0 0 0 0,0 1 0 0 0,0 0 0 0 0,0 1 0 0 0,-1 0 0 0 0,1 1 0 0 0,-1 0 1 0 0,0 1-1 0 0,0 0 0 0 0,1 0 0 0 0,-1 1 0 0 0,0 1 0 0 0,0 0 0 0 0,0 0 0 0 0,-11 4 0 0 0,6-1 74 0 0,1 1 0 0 0,0 1 0 0 0,0 1 1 0 0,1 0-1 0 0,-24 15 0 0 0,31-17-49 0 0,0 0 0 0 0,0 0 0 0 0,1 1 0 0 0,0-1 1 0 0,0 1-1 0 0,1 1 0 0 0,-1-1 0 0 0,1 1 0 0 0,1 0 0 0 0,-1 0 0 0 0,1 0 1 0 0,-6 15-1 0 0,9-19-26 0 0,1 0 0 0 0,-1 0 0 0 0,0 0 0 0 0,1 0 0 0 0,0 0 0 0 0,0 0 1 0 0,0 0-1 0 0,0 0 0 0 0,0 0 0 0 0,0 1 0 0 0,1-1 0 0 0,-1 0 0 0 0,2 3 1 0 0,10 17 128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0.5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38 9830 0 0,'7'-35'0'0'0,"-7"35"0"0"0,0 0 0 0 0,0-1 0 0 0,0 1-1 0 0,0 0 1 0 0,0 0 0 0 0,1 0 0 0 0,-1 0 0 0 0,0-1-1 0 0,0 1 1 0 0,0 0 0 0 0,1 0 0 0 0,-1 0 0 0 0,0 0-1 0 0,0 0 1 0 0,0 0 0 0 0,1 0 0 0 0,-1-1 0 0 0,0 1 0 0 0,0 0-1 0 0,0 0 1 0 0,1 0 0 0 0,-1 0 0 0 0,0 0 0 0 0,0 0-1 0 0,1 0 1 0 0,-1 0 0 0 0,0 0 0 0 0,0 0 0 0 0,1 0 0 0 0,-1 1-1 0 0,0-1 1 0 0,0 0 0 0 0,0 0 0 0 0,1 0 0 0 0,-1 0-1 0 0,0 0 1 0 0,0 0 0 0 0,0 0 0 0 0,1 1 0 0 0,-1-1-1 0 0,0 0 1 0 0,0 0 0 0 0,0 0 0 0 0,0 0 0 0 0,1 1 0 0 0,-1-1-1 0 0,0 0 1 0 0,0 0 0 0 0,0 0 0 0 0,0 1 0 0 0,0-1-1 0 0,0 0 1 0 0,0 0 0 0 0,0 1 0 0 0,0-1 0 0 0,0 0-1 0 0,0 0 1 0 0,0 0 0 0 0,0 1 0 0 0,0-1 0 0 0,8 13 57 0 0,-3 5 78 0 0,-1-1 1 0 0,0 1 0 0 0,-1 0 0 0 0,-1 0 0 0 0,0 21-1 0 0,0-7 97 0 0,4 231 2027 0 0,-7-186-1947 0 0,1-76-311 0 0,0 6 60 0 0,0-1 1 0 0,0 0 0 0 0,1 1-1 0 0,0-1 1 0 0,0 1-1 0 0,3 10 1 0 0,-3-16-51 0 0,0 0 1 0 0,0 0 0 0 0,0 0 0 0 0,-1 0 0 0 0,1 0-1 0 0,1 0 1 0 0,-1 0 0 0 0,0 0 0 0 0,0 0 0 0 0,0 0-1 0 0,0-1 1 0 0,0 1 0 0 0,1 0 0 0 0,-1-1 0 0 0,0 1-1 0 0,1-1 1 0 0,-1 0 0 0 0,0 1 0 0 0,1-1-1 0 0,-1 0 1 0 0,1 0 0 0 0,-1 0 0 0 0,0 0 0 0 0,1 0-1 0 0,-1 0 1 0 0,1 0 0 0 0,-1 0 0 0 0,0 0 0 0 0,1-1-1 0 0,-1 1 1 0 0,0-1 0 0 0,2 0 0 0 0,1 0 54 0 0,22-5 44 0 0,7-5 211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0.8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388 103 9830 0 0,'-2'-8'11'0'0,"1"0"1"0"0,-1 1-1 0 0,0-1 1 0 0,0 0-1 0 0,-1 1 0 0 0,-4-9 1 0 0,6 13-5 0 0,-1 0 1 0 0,1 0-1 0 0,-1 1 0 0 0,0-1 1 0 0,0 1-1 0 0,0 0 1 0 0,0-1-1 0 0,0 1 0 0 0,-1 0 1 0 0,1 0-1 0 0,-1 0 0 0 0,1 0 1 0 0,-1 1-1 0 0,1-1 1 0 0,-1 1-1 0 0,0 0 0 0 0,0-1 1 0 0,0 1-1 0 0,-4 0 1 0 0,-14 1 83 0 0,14 0-29 0 0,-1 1 0 0 0,1 0 0 0 0,0 1 0 0 0,0 0 0 0 0,0 0 0 0 0,0 1 0 0 0,1-1 0 0 0,-1 1 0 0 0,1 1 0 0 0,-1-1 0 0 0,1 1 0 0 0,0 1 0 0 0,0-1 0 0 0,1 1 0 0 0,-1 0 0 0 0,1 0 0 0 0,0 0 1 0 0,1 1-1 0 0,-1-1 0 0 0,1 1 0 0 0,0 0 0 0 0,1 1 0 0 0,-1-1 0 0 0,1 1 0 0 0,0 0 0 0 0,1-1 0 0 0,0 1 0 0 0,0 0 0 0 0,0 0 0 0 0,1 1 0 0 0,0-1 0 0 0,0 0 0 0 0,1 0 0 0 0,0 1 0 0 0,0-1 0 0 0,1 0 0 0 0,0 0 0 0 0,0 1 1 0 0,1-1-1 0 0,4 13 0 0 0,6 12 245 0 0,2-1 0 0 0,1 0 1 0 0,20 32-1 0 0,-21-42-92 0 0,-1 0 0 0 0,-1 1 0 0 0,-2 0 0 0 0,0 1 0 0 0,-1 0 0 0 0,-1 1 0 0 0,-1 0 0 0 0,4 31 0 0 0,-11-46-135 0 0,0 1 0 0 0,0-1-1 0 0,-1 1 1 0 0,0-1 0 0 0,-1 1 0 0 0,0-1 0 0 0,0 0 0 0 0,-1 0 0 0 0,0 0 0 0 0,-1 0-1 0 0,0-1 1 0 0,0 1 0 0 0,-1-1 0 0 0,0 0 0 0 0,-1 0 0 0 0,1-1 0 0 0,-1 0 0 0 0,-1 0-1 0 0,1 0 1 0 0,-1 0 0 0 0,-1-1 0 0 0,1-1 0 0 0,-1 1 0 0 0,0-1 0 0 0,0 0 0 0 0,-1-1-1 0 0,1 0 1 0 0,-15 5 0 0 0,-4 3 234 0 0,19-8-255 0 0,0-1 0 0 0,0 1-1 0 0,0-1 1 0 0,-1-1-1 0 0,1 1 1 0 0,-1-2 0 0 0,0 1-1 0 0,1-1 1 0 0,-1 0 0 0 0,-13-1-1 0 0,-1-3 124 0 0,8-5-136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1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72 9830 0 0,'1'-4'46'0'0,"0"0"1"0"0,1 0-1 0 0,0 0 0 0 0,0 1 1 0 0,0-1-1 0 0,0 0 0 0 0,0 1 1 0 0,1-1-1 0 0,-1 1 0 0 0,1 0 1 0 0,0 0-1 0 0,0 0 0 0 0,0 0 1 0 0,1 0-1 0 0,-1 1 0 0 0,0 0 1 0 0,1-1-1 0 0,0 1 0 0 0,0 0 1 0 0,-1 1-1 0 0,1-1 0 0 0,0 1 1 0 0,0 0-1 0 0,1 0 0 0 0,-1 0 1 0 0,0 0-1 0 0,5 0 0 0 0,-2 2 24 0 0,0 0-1 0 0,0 0 0 0 0,0 0 1 0 0,0 1-1 0 0,-1 0 0 0 0,1 0 1 0 0,-1 1-1 0 0,1-1 1 0 0,-1 1-1 0 0,0 1 0 0 0,0-1 1 0 0,0 1-1 0 0,-1 0 0 0 0,0 1 1 0 0,1-1-1 0 0,5 8 0 0 0,0 0 55 0 0,-1 1 0 0 0,0-1-1 0 0,-1 1 1 0 0,-1 1-1 0 0,0 0 1 0 0,-1 0-1 0 0,-1 0 1 0 0,0 1-1 0 0,-1 0 1 0 0,6 23-1 0 0,-5 0 221 0 0,0 1-1 0 0,-3 0 1 0 0,-1 46-1 0 0,-2-79-315 0 0,0 3 43 0 0,0 0 1 0 0,0 0-1 0 0,1 0 0 0 0,1 0 1 0 0,2 9-1 0 0,-4-16-55 0 0,1 0 0 0 0,0 0 1 0 0,-1 0-1 0 0,1 0 0 0 0,0 0 0 0 0,1 0 0 0 0,-1 0 1 0 0,0 0-1 0 0,0-1 0 0 0,1 1 0 0 0,-1-1 1 0 0,1 1-1 0 0,-1-1 0 0 0,1 1 0 0 0,0-1 0 0 0,0 0 1 0 0,0 0-1 0 0,-1 0 0 0 0,1 0 0 0 0,0 0 1 0 0,0 0-1 0 0,0 0 0 0 0,0-1 0 0 0,1 1 0 0 0,-1-1 1 0 0,0 1-1 0 0,2-1 0 0 0,22-1 212 0 0,28-10 45 0 0,0-5 0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1.4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529 66 9830 0 0,'-16'-5'46'0'0,"-14"4"181"0"0,15 4-105 0 0,0 1 1 0 0,0 0-1 0 0,0 1 0 0 0,1 1 0 0 0,-1 0 1 0 0,1 1-1 0 0,1 0 0 0 0,-1 1 0 0 0,1 1 1 0 0,-18 15-1 0 0,12-8 65 0 0,2 0 0 0 0,0 0 1 0 0,1 2-1 0 0,1 0 0 0 0,0 1 1 0 0,-17 29-1 0 0,28-40-108 0 0,-1 0 0 0 0,1 0 0 0 0,0 1 0 0 0,1 0 0 0 0,0 0 0 0 0,1-1 0 0 0,0 2 1 0 0,0-1-1 0 0,1 0 0 0 0,0 0 0 0 0,0 19 0 0 0,2-22-27 0 0,1 0 1 0 0,-1 1-1 0 0,1-1 1 0 0,0 0 0 0 0,0 0-1 0 0,1 0 1 0 0,0 0-1 0 0,0-1 1 0 0,0 1-1 0 0,1-1 1 0 0,-1 0-1 0 0,1 0 1 0 0,1 0-1 0 0,-1 0 1 0 0,1-1-1 0 0,0 1 1 0 0,9 6-1 0 0,-2-4 46 0 0,0 0-1 0 0,1-1 1 0 0,-1 0-1 0 0,1-1 1 0 0,0-1-1 0 0,0 0 0 0 0,1 0 1 0 0,-1-1-1 0 0,1-1 1 0 0,0 0-1 0 0,-1-1 1 0 0,1-1-1 0 0,0 0 0 0 0,0-1 1 0 0,19-3-1 0 0,9-3 327 0 0,-1-3 0 0 0,0 0-1 0 0,67-29 1 0 0,-94 34-374 0 0,0-1 0 0 0,0-1 1 0 0,-1 0-1 0 0,0-1 0 0 0,0 0 0 0 0,-1-1 0 0 0,0 0 0 0 0,0-1 0 0 0,18-21 0 0 0,-25 25-82 0 0,0-1 0 0 0,-1 0 0 0 0,0 0 0 0 0,0 0 0 0 0,-1-1 0 0 0,1 0 0 0 0,-2 1 0 0 0,1-1 0 0 0,-1 0 0 0 0,0 0 0 0 0,-1-1 0 0 0,0 1 0 0 0,0 0 0 0 0,-1 0 0 0 0,0-1 0 0 0,0 1 0 0 0,-1 0 0 0 0,0 0 1 0 0,-4-14-2 0 0,3 10-20 0 0,-2 0 0 0 0,0 0 1 0 0,0 0-1 0 0,-1 0 0 0 0,-1 1 0 0 0,0 0 0 0 0,0 0 0 0 0,-1 1 0 0 0,0 0 0 0 0,-1 0 0 0 0,0 0 0 0 0,-1 1 0 0 0,-9-8 0 0 0,6 8 25 0 0,0 1 1 0 0,0 0 0 0 0,0 1-1 0 0,-1 1 1 0 0,0 0 0 0 0,0 0-1 0 0,-1 1 1 0 0,1 1 0 0 0,-1 0-1 0 0,0 1 1 0 0,-21-1 0 0 0,3 1 164 0 0,0 2 1 0 0,0 1 0 0 0,0 2 0 0 0,0 1-1 0 0,1 1 1 0 0,-56 16 0 0 0,46-7 90 0 0,0 1 0 0 0,1 2 0 0 0,1 2 0 0 0,-55 35 0 0 0,43-18 108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1.9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0 133 9830 0 0,'8'-11'54'0'0,"1"1"-1"0"0,0-1 0 0 0,0 1 1 0 0,1 1-1 0 0,0 0 1 0 0,1 1-1 0 0,0-1 1 0 0,0 2-1 0 0,24-12 1 0 0,-26 14-7 0 0,0 1 1 0 0,1 0 0 0 0,-1 0 0 0 0,1 1 0 0 0,0 0 0 0 0,0 1 0 0 0,0 0 0 0 0,0 1 0 0 0,1 0 0 0 0,-1 0 0 0 0,0 1 0 0 0,1 1 0 0 0,16 2-1 0 0,-22-2 1 0 0,0 1-1 0 0,0-1 0 0 0,0 1 0 0 0,0 0 0 0 0,0 0 0 0 0,-1 1 1 0 0,1-1-1 0 0,0 1 0 0 0,-1 0 0 0 0,0 1 0 0 0,0-1 0 0 0,0 1 1 0 0,0-1-1 0 0,-1 1 0 0 0,1 0 0 0 0,4 9 0 0 0,-4-7 18 0 0,-1 1 0 0 0,0 0 0 0 0,-1 1 0 0 0,0-1 0 0 0,0 0 0 0 0,0 0 0 0 0,-1 1 0 0 0,0-1 0 0 0,-1 1 0 0 0,0 12 0 0 0,-2 7 191 0 0,-2 0-1 0 0,-1 0 1 0 0,-1-1 0 0 0,-2 0 0 0 0,-15 38-1 0 0,9-31-19 0 0,-19 52 354 0 0,31-77-521 0 0,-1 0 1 0 0,1-1-1 0 0,1 1 1 0 0,0 0 0 0 0,0 0-1 0 0,0 0 1 0 0,1 0 0 0 0,1 12-1 0 0,0-17-40 0 0,0 0-1 0 0,1 0 0 0 0,-1 0 1 0 0,0 0-1 0 0,1-1 1 0 0,0 1-1 0 0,-1 0 1 0 0,1-1-1 0 0,0 1 0 0 0,0-1 1 0 0,1 0-1 0 0,-1 0 1 0 0,0 0-1 0 0,1 0 0 0 0,-1 0 1 0 0,1-1-1 0 0,0 1 1 0 0,-1-1-1 0 0,1 1 1 0 0,0-1-1 0 0,0 0 0 0 0,0 0 1 0 0,0 0-1 0 0,0-1 1 0 0,0 1-1 0 0,0-1 0 0 0,0 1 1 0 0,7-1-1 0 0,9 0 121 0 0,1 0 0 0 0,-1 0 0 0 0,26-5 0 0 0,-41 4-112 0 0,54-10 373 0 0,0-3 0 0 0,-1-2 1 0 0,-1-3-1 0 0,-1-2 1 0 0,83-45-1 0 0,-86 38-377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2.3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128 115 9830 0 0,'5'-18'34'0'0,"11"-36"198"0"0,-15 52-217 0 0,0-1 0 0 0,0 1 0 0 0,0 0 0 0 0,1-1 0 0 0,-1 1 0 0 0,1 0 1 0 0,-1 0-1 0 0,1-1 0 0 0,0 1 0 0 0,0 1 0 0 0,-1-1 0 0 0,2 0 0 0 0,-1 0 0 0 0,0 1 0 0 0,0-1 0 0 0,0 1 0 0 0,4-2 0 0 0,-4 2 8 0 0,0 0 1 0 0,-1 1-1 0 0,1-1 0 0 0,0 0 0 0 0,-1 1 1 0 0,1-1-1 0 0,0 1 0 0 0,0 0 0 0 0,0 0 1 0 0,-1 0-1 0 0,1 0 0 0 0,0 0 0 0 0,0 0 0 0 0,0 0 1 0 0,-1 0-1 0 0,1 1 0 0 0,0-1 0 0 0,0 1 1 0 0,-1-1-1 0 0,1 1 0 0 0,1 1 0 0 0,3 0 51 0 0,-2-1-40 0 0,1 0-1 0 0,0 0 0 0 0,-1 1 0 0 0,1-1 1 0 0,-1 1-1 0 0,0 0 0 0 0,1 0 1 0 0,-1 1-1 0 0,0-1 0 0 0,0 1 1 0 0,-1 0-1 0 0,1 0 0 0 0,0 0 0 0 0,-1 1 1 0 0,0-1-1 0 0,0 1 0 0 0,5 7 1 0 0,-6-6 21 0 0,1 0 1 0 0,-1 1 0 0 0,0 0 0 0 0,-1-1 0 0 0,1 1-1 0 0,-1 0 1 0 0,-1 0 0 0 0,1 0 0 0 0,-1 0-1 0 0,0 0 1 0 0,0 0 0 0 0,-1 7 0 0 0,-3 10 170 0 0,-2 0 1 0 0,0 0 0 0 0,-2-1-1 0 0,0 0 1 0 0,-17 33 0 0 0,18-42-96 0 0,1 0 0 0 0,0 0 0 0 0,1 1 0 0 0,1-1 0 0 0,-4 19 0 0 0,7-26-78 0 0,1-1 1 0 0,0 0-1 0 0,0 1 0 0 0,0-1 1 0 0,1 1-1 0 0,-1-1 0 0 0,1 1 1 0 0,1-1-1 0 0,-1 0 1 0 0,1 1-1 0 0,0-1 0 0 0,0 0 1 0 0,0 0-1 0 0,1 0 0 0 0,0-1 1 0 0,5 8-1 0 0,68 73 847 0 0,-55-63-620 0 0,0 0 1 0 0,-1 1-1 0 0,-2 0 1 0 0,27 46-1 0 0,-41-62-225 0 0,-1 0-1 0 0,0 0 0 0 0,0 0 1 0 0,-1 0-1 0 0,0 0 0 0 0,0 1 0 0 0,-1-1 1 0 0,0 1-1 0 0,0 0 0 0 0,0-1 0 0 0,-1 1 1 0 0,-1-1-1 0 0,1 1 0 0 0,-1 0 0 0 0,-1-1 1 0 0,1 1-1 0 0,-1-1 0 0 0,0 0 1 0 0,-1 1-1 0 0,0-1 0 0 0,0 0 0 0 0,0-1 1 0 0,-7 11-1 0 0,-6 3 144 0 0,0-1 0 0 0,-1 0 0 0 0,-1-1 0 0 0,0-1 0 0 0,-2-1 0 0 0,0 0 0 0 0,0-1 1 0 0,-2-2-1 0 0,1 0 0 0 0,-2-1 0 0 0,0-2 0 0 0,-29 11 0 0 0,42-18-122 0 0,1 0 0 0 0,-1-1 0 0 0,1 0 0 0 0,-1-1 1 0 0,0 0-1 0 0,-15 0 0 0 0,22-1-47 0 0,0 0 0 0 0,0 0 0 0 0,1-1 0 0 0,-1 1 0 0 0,0-1 0 0 0,0 0 0 0 0,1 1 0 0 0,-1-1 0 0 0,1 0 0 0 0,-1-1 0 0 0,1 1 0 0 0,-1 0 0 0 0,1-1 0 0 0,-1 1 0 0 0,1-1 0 0 0,0 0 0 0 0,0 0 0 0 0,0 0 0 0 0,0 0 0 0 0,0 0 0 0 0,1 0 1 0 0,-1-1-1 0 0,1 1 0 0 0,-1 0 0 0 0,1-1 0 0 0,-2-4 0 0 0,0 2 5 0 0,-5-17 200 0 0,6 6-189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2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16 119 9830 0 0,'-4'-8'0'0'0,"-7"-28"0"0"0,13 18 0 0 0,-1 15 9 0 0,0 0 0 0 0,1 0 0 0 0,0 0 0 0 0,-1 0 0 0 0,1 0 0 0 0,0 0 0 0 0,0 0 0 0 0,1 1 0 0 0,-1-1 1 0 0,0 1-1 0 0,1-1 0 0 0,0 1 0 0 0,-1 0 0 0 0,1 0 0 0 0,0 0 0 0 0,0 1 0 0 0,6-4 0 0 0,-3 3 28 0 0,1 1 0 0 0,-1-1 0 0 0,0 1 0 0 0,1 0 1 0 0,0 0-1 0 0,-1 1 0 0 0,1 0 0 0 0,-1 0 0 0 0,7 1 1 0 0,4 1 45 0 0,-1 2 1 0 0,0-1 0 0 0,0 2 0 0 0,-1 0 0 0 0,1 1 0 0 0,-1 1 0 0 0,14 8-1 0 0,-20-10 18 0 0,0 1 0 0 0,0 1-1 0 0,-1-1 1 0 0,0 1 0 0 0,0 1-1 0 0,-1-1 1 0 0,13 18-1 0 0,-17-20-44 0 0,1 0 0 0 0,-1 1-1 0 0,-1-1 1 0 0,1 1 0 0 0,-1-1-1 0 0,0 1 1 0 0,0 0 0 0 0,0 0-1 0 0,-1 0 1 0 0,0 0 0 0 0,0 0 0 0 0,-1 0-1 0 0,0 0 1 0 0,0 0 0 0 0,0 0-1 0 0,-2 8 1 0 0,-2 6 110 0 0,-2-1-1 0 0,0 0 1 0 0,-1 0 0 0 0,-1 0 0 0 0,-18 30-1 0 0,-64 83 1004 0 0,7-12 75 0 0,82-119-1228 0 0,1 0 0 0 0,-1 0 0 0 0,0 1 0 0 0,0-1 0 0 0,1 1-1 0 0,-1-1 1 0 0,0 1 0 0 0,1-1 0 0 0,0 1 0 0 0,-1-1 0 0 0,1 1 0 0 0,0-1-1 0 0,0 1 1 0 0,-1-1 0 0 0,1 1 0 0 0,1 0 0 0 0,-1-1 0 0 0,0 1-1 0 0,0-1 1 0 0,1 1 0 0 0,-1-1 0 0 0,0 1 0 0 0,1-1 0 0 0,1 3 0 0 0,-1-2 17 0 0,1 0 0 0 0,0 0 0 0 0,0 0 0 0 0,0 0 1 0 0,0 0-1 0 0,0-1 0 0 0,0 1 0 0 0,1-1 1 0 0,-1 1-1 0 0,0-1 0 0 0,1 0 0 0 0,5 2 0 0 0,6 1 102 0 0,1-1-1 0 0,1 0 0 0 0,27 2 1 0 0,3-4 226 0 0,0-3 0 0 0,0-1 0 0 0,0-2 0 0 0,0-2 1 0 0,-1-3-1 0 0,0-1 0 0 0,-1-2 0 0 0,-1-2 0 0 0,0-2 0 0 0,70-38 1 0 0,-59 26-549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3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929 82 9830 0 0,'7'-22'0'0'0,"-4"16"0"0"0,0 0 0 0 0,-1 0 0 0 0,0 0 0 0 0,-1 0 0 0 0,0-1 0 0 0,1-7 0 0 0,-2 14 0 0 0,1 0 0 0 0,-1-1 0 0 0,0 1 0 0 0,0 0 0 0 0,0-1 0 0 0,0 1 0 0 0,0 0 0 0 0,0-1 0 0 0,-1 1 0 0 0,1 0 0 0 0,0-1 0 0 0,0 1 0 0 0,0 0 0 0 0,0 0 0 0 0,0-1 0 0 0,0 1 0 0 0,0 0 0 0 0,-1-1 0 0 0,1 1 0 0 0,0 0 0 0 0,0 0 0 0 0,0-1 0 0 0,-1 1 0 0 0,1 0 0 0 0,0 0 0 0 0,0 0 0 0 0,-1-1 0 0 0,1 1 0 0 0,0 0 0 0 0,0 0 0 0 0,-1 0 0 0 0,1 0 0 0 0,0 0 0 0 0,-1 0 0 0 0,1-1 0 0 0,0 1 0 0 0,-1 0 0 0 0,1 0 0 0 0,0 0 0 0 0,-1 0 0 0 0,1 0 0 0 0,0 0 0 0 0,0 0 0 0 0,-1 0 0 0 0,1 0 0 0 0,0 0 0 0 0,-1 1 0 0 0,1-1 0 0 0,0 0 0 0 0,-1 0 0 0 0,1 0 0 0 0,0 0 0 0 0,0 0 0 0 0,-1 0 0 0 0,1 1 0 0 0,0-1 0 0 0,-1 0 0 0 0,-14 5 97 0 0,0 1-1 0 0,0 0 1 0 0,1 1-1 0 0,0 0 1 0 0,0 1-1 0 0,0 1 1 0 0,1 0-1 0 0,-14 13 1 0 0,-106 102 965 0 0,123-113-937 0 0,0 0 1 0 0,1 0-1 0 0,0 1 0 0 0,0 0 1 0 0,2 1-1 0 0,-12 22 0 0 0,18-31-83 0 0,-1 1 0 0 0,0 0 0 0 0,1 0 1 0 0,0 0-1 0 0,0 0 0 0 0,0 0 0 0 0,1 0 0 0 0,0 0 0 0 0,0 0 0 0 0,0 0 0 0 0,0 0 0 0 0,1 0 1 0 0,0 0-1 0 0,0 0 0 0 0,0 0 0 0 0,1 0 0 0 0,-1-1 0 0 0,1 1 0 0 0,0 0 0 0 0,1-1 0 0 0,-1 1 1 0 0,5 5-1 0 0,9 8 202 0 0,0 0 1 0 0,1-1 0 0 0,1-1 0 0 0,23 17 0 0 0,-23-20-71 0 0,-1 1 0 0 0,0 1 1 0 0,-1 0-1 0 0,-1 1 0 0 0,14 20 0 0 0,-27-33-148 0 0,1 0 1 0 0,-1 1-1 0 0,-1-1 0 0 0,1 1 0 0 0,0 0 1 0 0,-1 0-1 0 0,0-1 0 0 0,0 1 0 0 0,0 0 0 0 0,0 0 1 0 0,-1 0-1 0 0,1 0 0 0 0,-1 0 0 0 0,0 0 0 0 0,0 0 1 0 0,-1 0-1 0 0,1 0 0 0 0,-2 5 0 0 0,-1-2 34 0 0,1 0 1 0 0,-1 0-1 0 0,0 0 0 0 0,-1 0 0 0 0,0 0 0 0 0,0-1 0 0 0,0 0 0 0 0,-1 0 0 0 0,-6 6 0 0 0,-7 5 171 0 0,0 0-1 0 0,-1-2 0 0 0,-1 0 1 0 0,-43 24-1 0 0,30-21 110 0 0,-2-1 0 0 0,0-2 0 0 0,0-2 0 0 0,-2-1-1 0 0,1-1 1 0 0,-62 8 0 0 0,81-16-206 0 0,0-2 1 0 0,0 0-1 0 0,0 0 0 0 0,-1-2 0 0 0,1 0 1 0 0,0-1-1 0 0,0-1 0 0 0,0 0 0 0 0,1-2 1 0 0,-1 1-1 0 0,1-2 0 0 0,0 0 0 0 0,1-2 1 0 0,-1 1-1 0 0,1-2 0 0 0,-27-19 0 0 0,0-11 252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3.9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7246 297 9830 0 0,'-19'-18'20'0'0,"-1"1"0"0"0,-1 2 0 0 0,0 0 0 0 0,-1 1 0 0 0,0 1 0 0 0,-1 1 1 0 0,-46-17-1 0 0,-5 5 124 0 0,-100-20 1 0 0,-24 7 1910 0 0,-372-21-1 0 0,-209 58 3012 0 0,396 19-2813 0 0,2 16 0 0 0,-587 133 0 0 0,74 72-2253 0 0,36 77 0 0 0,184 11 0 0 0,571-269 0 0 0,2 4 0 0 0,3 4 0 0 0,-160 145 0 0 0,208-163 0 0 0,1 2 0 0 0,3 2 0 0 0,3 2 0 0 0,2 2 0 0 0,2 2 0 0 0,3 1 0 0 0,-51 119 0 0 0,61-112 0 0 0,3 2 0 0 0,3 1 0 0 0,3 1 0 0 0,3 0 0 0 0,3 1 0 0 0,3 0 0 0 0,4 0 0 0 0,3 1 0 0 0,3 0 0 0 0,3-1 0 0 0,3 0 0 0 0,3 0 0 0 0,4-1 0 0 0,2 0 0 0 0,4-2 0 0 0,2 0 0 0 0,4-2 0 0 0,3 0 0 0 0,62 103 0 0 0,-46-96 0 0 0,3-1 0 0 0,4-3 0 0 0,2-2 0 0 0,3-3 0 0 0,3-2 0 0 0,70 54 0 0 0,-25-29 0 0 0,5-6 0 0 0,3-4 0 0 0,148 76 0 0 0,-95-71 0 0 0,4-8 0 0 0,269 81 0 0 0,452 35 0 0 0,-543-148 0 0 0,439-3 0 0 0,320-85 0 0 0,-848 25-1981 0 0,409-87 1 0 0,-297 11-660 0 0,-269 63 1293 0 0,167-79 1 0 0,-204 79 875 0 0,-1-4 1 0 0,-2-2 0 0 0,-2-3-1 0 0,-1-3 1 0 0,-3-2 0 0 0,-2-3 0 0 0,-2-2-1 0 0,-2-2 1 0 0,-3-3 0 0 0,-2-1-1 0 0,-3-3 1 0 0,-3-1 0 0 0,-2-2-1 0 0,56-132 1 0 0,-56 92 465 0 0,-5-1-1 0 0,-5-1 1 0 0,-4-2-1 0 0,-5 0 1 0 0,-5-2-1 0 0,-4 0 1 0 0,-8-181-1 0 0,-10 166 8 0 0,-5 0-1 0 0,-6 1 0 0 0,-5 1 0 0 0,-5 1 1 0 0,-6 1-1 0 0,-72-167 0 0 0,78 224-1 0 0,-3 1 0 0 0,-2 2 0 0 0,-4 1 0 0 0,-81-101 0 0 0,83 121 0 0 0,-2 2 0 0 0,-1 1 0 0 0,-1 2 0 0 0,-3 2 0 0 0,0 1 0 0 0,-95-49 0 0 0,82 54 73 0 0,-1 2-1 0 0,-1 4 1 0 0,-1 1-1 0 0,-1 4 1 0 0,0 2-1 0 0,-1 2 1 0 0,-1 3-1 0 0,1 3 1 0 0,-1 3-1 0 0,0 2 1 0 0,-77 10-1 0 0,-151 34 1783 0 0,32-3-126 0 0,142-28-873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4.5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8 9830 0 0,'-18'-8'382'0'0,"36"8"-214"0"0,46 10 154 0 0,68 22 1481 0 0,251 96 0 0 0,-313-102-1333 0 0,974 423 7014 0 0,-952-402-7138 0 0,974 477 3260 0 0,-696-351-3606 0 0,206 93 0 0 0,121 6 0 0 0,-632-248 0 0 0,-44-20 0 0 0,-15-5 0 0 0,1 0 0 0 0,-1 1 0 0 0,0-2 0 0 0,0 1 0 0 0,1-1 0 0 0,-1 0 0 0 0,0 0 0 0 0,-1-1 0 0 0,1 0 0 0 0,0 0 0 0 0,5-4 0 0 0,-7 5 0 0 0,-1-1 0 0 0,1 1 0 0 0,-1-1 0 0 0,0 0 0 0 0,0 0 0 0 0,0 0 0 0 0,0-1 0 0 0,0 1 0 0 0,-1-1 0 0 0,1 0 0 0 0,-1 0 0 0 0,0 1 0 0 0,0-1 0 0 0,-1 0 0 0 0,1-1 0 0 0,-1 1 0 0 0,2-7 0 0 0,-3-4 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5.3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1 160 9830 0 0,'15'-16'182'0'0,"1"1"0"0"0,0 1 0 0 0,1 1 0 0 0,1 0 0 0 0,0 1 0 0 0,0 1 0 0 0,1 0 0 0 0,1 2 0 0 0,0 0 0 0 0,0 2 0 0 0,0 0 0 0 0,1 1 0 0 0,0 1 0 0 0,0 1 0 0 0,1 0 0 0 0,-1 2 0 0 0,1 1 0 0 0,31 2-1 0 0,-47-1-130 0 0,1 1 0 0 0,-1 1 0 0 0,0-1 0 0 0,0 1 0 0 0,-1 0 0 0 0,1 0 0 0 0,0 1 0 0 0,0-1 0 0 0,-1 2 0 0 0,0-1 0 0 0,0 0-1 0 0,0 1 1 0 0,0 0 0 0 0,0 0 0 0 0,-1 0 0 0 0,1 1 0 0 0,6 9 0 0 0,-9-10 1 0 0,1 1 1 0 0,-1-1-1 0 0,0 1 1 0 0,0 0-1 0 0,-1 0 1 0 0,0 0-1 0 0,0 0 0 0 0,0 0 1 0 0,0 0-1 0 0,-1 0 1 0 0,0 0-1 0 0,0 1 1 0 0,0-1-1 0 0,0 0 0 0 0,-1 0 1 0 0,0 0-1 0 0,0 0 1 0 0,-1 0-1 0 0,1 0 1 0 0,-1 0-1 0 0,-3 6 1 0 0,-10 16 228 0 0,-1-1 1 0 0,-1 0 0 0 0,-1-1-1 0 0,-1-2 1 0 0,-35 35 0 0 0,-37 47 550 0 0,88-103-749 0 0,3-1-65 0 0,-1 0 1 0 0,0 0 0 0 0,0-1-1 0 0,0 1 1 0 0,0 0 0 0 0,1 0-1 0 0,-1 0 1 0 0,1 0 0 0 0,-1 0-1 0 0,0 0 1 0 0,1 0 0 0 0,-1 0-1 0 0,1 0 1 0 0,0 0 0 0 0,-1 0-1 0 0,1 0 1 0 0,0 0 0 0 0,0 0-1 0 0,0 0 1 0 0,-1 0 0 0 0,1 1-1 0 0,0-1 1 0 0,1 0 0 0 0,-1 0-1 0 0,0 0 1 0 0,0 0 0 0 0,0 0 0 0 0,1 0-1 0 0,-1 0 1 0 0,0 0 0 0 0,1 1-1 0 0,-1-1 1 0 0,1 0 0 0 0,0-1-1 0 0,-1 1 1 0 0,2 2 0 0 0,3 4 70 0 0,0-1 1 0 0,0 1 0 0 0,1-1-1 0 0,0 0 1 0 0,0 0-1 0 0,0-1 1 0 0,0 0 0 0 0,1 0-1 0 0,12 6 1 0 0,79 38 620 0 0,-49-26-243 0 0,-44-21-471 0 0,6 3 110 0 0,-1 0 0 0 0,1 0-1 0 0,-1 1 1 0 0,0 1 0 0 0,-1 0 0 0 0,0 0-1 0 0,0 1 1 0 0,13 14 0 0 0,-16-12 151 0 0,-5 6-128 0 0,-12 7 134 0 0,7-20-234 0 0,1-1-1 0 0,-1 1 1 0 0,1 0-1 0 0,-1-1 1 0 0,0 0 0 0 0,0 0-1 0 0,0 0 1 0 0,0 0 0 0 0,-5 0-1 0 0,-14 5 63 0 0,4-8 91 0 0,18 1-176 0 0,0-1-1 0 0,0 1 0 0 0,0 0 1 0 0,0-1-1 0 0,0 1 0 0 0,0-1 1 0 0,1 0-1 0 0,-1 1 1 0 0,0-1-1 0 0,0 0 0 0 0,1 1 1 0 0,-1-1-1 0 0,0 0 0 0 0,1 0 1 0 0,-1 0-1 0 0,1 0 0 0 0,-1 0 1 0 0,1 1-1 0 0,-1-1 0 0 0,1 0 1 0 0,0 0-1 0 0,-1 0 1 0 0,1 0-1 0 0,0 0 0 0 0,0 0 1 0 0,0 0-1 0 0,0 0 0 0 0,0 0 1 0 0,0 0-1 0 0,0 0 0 0 0,0 0 1 0 0,0 0-1 0 0,0 0 0 0 0,1 0 1 0 0,-1 0-1 0 0,0 0 0 0 0,1 0 1 0 0,-1 0-1 0 0,1 0 1 0 0,-1 0-1 0 0,2-1 0 0 0,29-41 348 0 0,-27 39-344 0 0,45-45-526 0 0,2 3 0 0 0,2 2-1 0 0,105-68 1 0 0,-88 66 5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5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385 52 9830 0 0,'7'-7'46'0'0,"1"-1"-1"0"0,-1 0 1 0 0,0 0-1 0 0,6-10 1 0 0,-13 18-36 0 0,1-3 37 0 0,-10 5 43 0 0,-11 6 122 0 0,-1 1 1 0 0,1 0-1 0 0,1 2 1 0 0,-1 0-1 0 0,-25 21 1 0 0,34-24-99 0 0,-1 1 0 0 0,1 0 1 0 0,1 1-1 0 0,0 0 0 0 0,0 1 0 0 0,1 0 1 0 0,1 1-1 0 0,-1 0 0 0 0,2 0 1 0 0,-11 23-1 0 0,17-30-63 0 0,0 1 1 0 0,0 0-1 0 0,1-1 1 0 0,-1 1-1 0 0,1 0 1 0 0,1 0-1 0 0,-1-1 1 0 0,1 1-1 0 0,0 0 1 0 0,0 0-1 0 0,1-1 1 0 0,-1 1-1 0 0,1-1 1 0 0,1 0-1 0 0,-1 1 0 0 0,1-1 1 0 0,0 0-1 0 0,6 8 1 0 0,8 11 350 0 0,1-1 0 0 0,30 29-1 0 0,-32-36-172 0 0,-5-5-75 0 0,-1 1-1 0 0,0-1 1 0 0,-1 2 0 0 0,0-1-1 0 0,12 27 1 0 0,-19-35-116 0 0,0-1 0 0 0,-1 1-1 0 0,0 0 1 0 0,0 0 0 0 0,0 0 0 0 0,0 0-1 0 0,0 0 1 0 0,-1 0 0 0 0,0 0 0 0 0,0 0-1 0 0,0 0 1 0 0,0 0 0 0 0,-1 0-1 0 0,0 0 1 0 0,1 0 0 0 0,-1 0 0 0 0,-1 0-1 0 0,1 0 1 0 0,-1 0 0 0 0,1-1 0 0 0,-1 1-1 0 0,0 0 1 0 0,0-1 0 0 0,-1 0 0 0 0,1 1-1 0 0,-1-1 1 0 0,-4 4 0 0 0,3-2 12 0 0,-1-1 1 0 0,0 1-1 0 0,-1-1 0 0 0,1 0 1 0 0,-1 0-1 0 0,0 0 1 0 0,0-1-1 0 0,0 0 0 0 0,-1 0 1 0 0,1 0-1 0 0,-1-1 0 0 0,1 0 1 0 0,-1 0-1 0 0,0-1 1 0 0,0 0-1 0 0,0 0 0 0 0,1-1 1 0 0,-1 0-1 0 0,0 0 0 0 0,0 0 1 0 0,0-1-1 0 0,0 0 1 0 0,0 0-1 0 0,1-1 0 0 0,-1 0 1 0 0,-12-5-1 0 0,9 2-13 0 0,1 0 0 0 0,-1 0 1 0 0,1-1-1 0 0,0-1 0 0 0,1 1 0 0 0,-1-2 0 0 0,1 1 0 0 0,1-1 1 0 0,-1 0-1 0 0,1 0 0 0 0,1-1 0 0 0,0 0 0 0 0,0 0 0 0 0,1-1 1 0 0,0 0-1 0 0,-5-13 0 0 0,-7-33-279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6.0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1031 131 9830 0 0,'-49'15'424'0'0,"1"2"0"0"0,1 2 0 0 0,0 2-1 0 0,2 3 1 0 0,0 1 0 0 0,-62 47 0 0 0,42-21 311 0 0,3 3 1 0 0,2 2-1 0 0,-68 83 0 0 0,84-86-186 0 0,3 2 0 0 0,1 2 0 0 0,4 1-1 0 0,2 3 1 0 0,2 0 0 0 0,-38 109-1 0 0,62-147-376 0 0,2 0 0 0 0,1 1-1 0 0,0 0 1 0 0,2-1-1 0 0,1 1 1 0 0,1 1-1 0 0,1-1 1 0 0,0 0-1 0 0,2 0 1 0 0,1 0-1 0 0,2 0 1 0 0,0-1-1 0 0,1 0 1 0 0,1 0 0 0 0,1 0-1 0 0,1 0 1 0 0,1-2-1 0 0,1 1 1 0 0,1-1-1 0 0,1-1 1 0 0,1 0-1 0 0,0-1 1 0 0,2 0-1 0 0,0-1 1 0 0,1-1-1 0 0,26 21 1 0 0,-8-11 87 0 0,1-1 0 0 0,1-2 0 0 0,1-1-1 0 0,1-2 1 0 0,1-2 0 0 0,73 25 0 0 0,-59-28-173 0 0,-1-3 1 0 0,2-2-1 0 0,0-3 1 0 0,106 3-1 0 0,-78-13-224 0 0,0-4 0 0 0,0-3 0 0 0,-1-4 0 0 0,0-4 0 0 0,-2-3-1 0 0,0-4 1 0 0,98-43 0 0 0,-107 37-733 0 0,0-4-1 0 0,130-84 1 0 0,-174 99 608 0 0,-1-2 1 0 0,-1 0-1 0 0,-1-2 1 0 0,0 0-1 0 0,-2-2 1 0 0,-1 0-1 0 0,-1-2 1 0 0,-1 0-1 0 0,25-50 1 0 0,-29 41-23 0 0,-1 0 1 0 0,-2-1 0 0 0,-1 0 0 0 0,-3-1 0 0 0,0 0 0 0 0,-3 0-1 0 0,-1-1 1 0 0,-2 0 0 0 0,-1 1 0 0 0,-3-1 0 0 0,-1 0 0 0 0,-1 1-1 0 0,-13-51 1 0 0,4 39-120 0 0,-2 0 0 0 0,-2 1 0 0 0,-2 1 0 0 0,-2 1 0 0 0,-2 0 0 0 0,-3 2 0 0 0,-1 1 0 0 0,-2 1 0 0 0,-50-56 1 0 0,57 74 192 0 0,-2 2 1 0 0,-1 0-1 0 0,0 2 1 0 0,-2 0-1 0 0,0 2 1 0 0,-2 1 0 0 0,0 2-1 0 0,0 0 1 0 0,-43-14-1 0 0,33 17 306 0 0,-2 1-1 0 0,0 3 1 0 0,0 1-1 0 0,0 2 0 0 0,-1 1 1 0 0,-82 4-1 0 0,75 3 274 0 0,0 3-1 0 0,1 2 1 0 0,0 1 0 0 0,1 3-1 0 0,-1 2 1 0 0,2 2-1 0 0,0 3 1 0 0,1 1-1 0 0,1 2 1 0 0,-50 32 0 0 0,46-18 55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8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985 352 9830 0 0,'-17'-1'228'0'0,"-6"-4"-137"0"0,4-1 136 0 0,5-3 1 0 0,5 0-137 0 0,3-2 91 0 0,5 10-171 0 0,1 0 1 0 0,0-1 0 0 0,0 1-1 0 0,0 0 1 0 0,0 0 0 0 0,0 0-1 0 0,0 0 1 0 0,0-1 0 0 0,0 1-1 0 0,1 0 1 0 0,-1 0 0 0 0,0 0-1 0 0,1 0 1 0 0,-1 0 0 0 0,1 0-1 0 0,-1 0 1 0 0,1 0 0 0 0,-1 0-1 0 0,1 0 1 0 0,0 0 0 0 0,-1 0-1 0 0,1 0 1 0 0,0 0 0 0 0,0 0-1 0 0,0 0 1 0 0,0 1 0 0 0,0-1-1 0 0,-1 0 1 0 0,1 1 0 0 0,1-1-1 0 0,-1 1 1 0 0,0-1 0 0 0,0 1-1 0 0,0 0 1 0 0,0-1 0 0 0,0 1-1 0 0,0 0 1 0 0,2-1 0 0 0,-1 1 10 0 0,25-9 238 0 0,0 2 0 0 0,1 1 0 0 0,0 1 0 0 0,50-3 0 0 0,-54 6-82 0 0,1301-81 8539 0 0,-889 61-5698 0 0,829-87-1383 0 0,-1186 101-1626 0 0,-25 0-10 0 0,-35 5 0 0 0,0 0 0 0 0,0 1 0 0 0,1 1 0 0 0,-1 0 0 0 0,34 5 0 0 0,-48-2 0 0 0,0-1 0 0 0,0 2 0 0 0,0-1 0 0 0,0 1 0 0 0,-1-1 0 0 0,1 1 0 0 0,-1 1 0 0 0,0-1 0 0 0,0 1 0 0 0,0-1 0 0 0,0 1 0 0 0,0 0 0 0 0,-1 1 0 0 0,0-1 0 0 0,0 0 0 0 0,0 1 0 0 0,0 0 0 0 0,-1 0 0 0 0,1 0 0 0 0,-1 0 0 0 0,-1 0 0 0 0,2 6 0 0 0,4 14 0 0 0,-1 1 0 0 0,-1-1 0 0 0,2 33 0 0 0,0 51 0 0 0,-5 1 0 0 0,-14 131 0 0 0,-47 219 0 0 0,42-338 0 0 0,-120 578 0 0 0,121-647 0 0 0,-1-1 0 0 0,-3-1 0 0 0,-3-1 0 0 0,-1 0 0 0 0,-2-2 0 0 0,-61 83 0 0 0,64-102 0 0 0,0-2 0 0 0,-2-1 0 0 0,0-1 0 0 0,-2-1 0 0 0,-1-1 0 0 0,-1-1 0 0 0,-1-2 0 0 0,0-1 0 0 0,-2-1 0 0 0,0-2 0 0 0,-54 19 0 0 0,23-16 0 0 0,-2-4 0 0 0,0-2 0 0 0,-90 6 0 0 0,-205-5 0 0 0,255-13 0 0 0,-692 5 0 0 0,-507 16 0 0 0,659-4 0 0 0,530-18 0 0 0,111 0 0 0 0,0 0 1 0 0,0 0 0 0 0,0 0-1 0 0,0-1 1 0 0,0 1 0 0 0,0-1 0 0 0,1 0-1 0 0,-7-3 1 0 0,9 3-1 0 0,-1 1 1 0 0,1-1-1 0 0,0 0 1 0 0,0 1-1 0 0,0-1 1 0 0,0 0-1 0 0,0 0 1 0 0,0 0-1 0 0,0 0 1 0 0,1 0-1 0 0,-1 0 1 0 0,0 0-1 0 0,0 0 1 0 0,1-1-1 0 0,-1 1 1 0 0,1 0-1 0 0,-1-2 1 0 0,0 0-4 0 0,1-1 0 0 0,0 0 0 0 0,0 1 0 0 0,0-1 0 0 0,0 0 0 0 0,1 0 0 0 0,-1 1 0 0 0,1-1 0 0 0,0 0 1 0 0,0 1-1 0 0,2-4 0 0 0,1-6-42 0 0,63-232-1599 0 0,18-80-752 0 0,3-364-2201 0 0,-88 671 4415 0 0,0 18 181 0 0,0 0-1 0 0,0 0 0 0 0,0 0 0 0 0,0 0 1 0 0,0-1-1 0 0,0 1 0 0 0,0 0 0 0 0,0 0 1 0 0,0 0-1 0 0,0 0 0 0 0,0-1 0 0 0,0 1 1 0 0,0 0-1 0 0,0 0 0 0 0,0 0 0 0 0,0 0 1 0 0,0-1-1 0 0,0 1 0 0 0,0 0 1 0 0,0 0-1 0 0,0 0 0 0 0,0 0 0 0 0,-1 0 1 0 0,1-1-1 0 0,0 1 0 0 0,0 0 0 0 0,0 0 1 0 0,0 0-1 0 0,0 0 0 0 0,0 0 0 0 0,-1 0 1 0 0,1 0-1 0 0,0-1 0 0 0,0 1 0 0 0,0 0 1 0 0,0 0-1 0 0,-1 0 0 0 0,1 0 0 0 0,0 0 1 0 0,0 0-1 0 0,0 0 0 0 0,0 0 0 0 0,-1 0 1 0 0,1 0-1 0 0,0 0 0 0 0,0 0 0 0 0,0 0 1 0 0,0 0-1 0 0,-1 0 0 0 0,1 0 0 0 0,0 0 1 0 0,0 0-1 0 0,0 0 0 0 0,0 1 0 0 0,-1-1 1 0 0,1 0-1 0 0,0 0 0 0 0,0 0 0 0 0,0 0 1 0 0,0 0-1 0 0,0 0 0 0 0,-1 1 1 0 0,-20 20-257 0 0,8 0 194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9.2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244 102 9830 0 0,'-9'-10'0'0'0,"6"7"0"0"0,1 0 0 0 0,-1 0 0 0 0,1 0 0 0 0,0 0 0 0 0,0 0 0 0 0,0 0 0 0 0,0 0 0 0 0,1-1 0 0 0,-1 1 0 0 0,1 0 0 0 0,0-1 0 0 0,0 0 0 0 0,-1-6 0 0 0,2 9 0 0 0,0 0 0 0 0,0 0 0 0 0,0 0 0 0 0,0 0 0 0 0,0-1 0 0 0,0 1 0 0 0,0 0 0 0 0,0 0 0 0 0,0 0 0 0 0,1-1 0 0 0,-1 1 0 0 0,0 0 0 0 0,1 0 0 0 0,-1 0 0 0 0,1 0 0 0 0,0 0 0 0 0,-1 0 0 0 0,1 0 0 0 0,0 0 0 0 0,-1 0 0 0 0,1 0 0 0 0,0 0 0 0 0,0 1 0 0 0,0-1 0 0 0,0 0 0 0 0,0 0 0 0 0,0 1 0 0 0,0-1 0 0 0,0 1 0 0 0,0-1 0 0 0,0 1 0 0 0,0-1 0 0 0,0 1 0 0 0,1 0 0 0 0,-1-1 0 0 0,0 1 0 0 0,0 0 0 0 0,2 0 0 0 0,-1-1 0 0 0,13-1 115 0 0,-1 0 0 0 0,1 1 0 0 0,0 0 0 0 0,-1 1 0 0 0,1 1 0 0 0,0 0 0 0 0,-1 1 0 0 0,20 5 0 0 0,-27-6-53 0 0,1 1-1 0 0,-1 0 0 0 0,0 1 1 0 0,0 0-1 0 0,0 0 0 0 0,0 0 1 0 0,0 1-1 0 0,-1 0 0 0 0,1 0 1 0 0,-1 1-1 0 0,0 0 0 0 0,-1 0 0 0 0,1 0 1 0 0,-1 1-1 0 0,0 0 0 0 0,0 0 1 0 0,6 11-1 0 0,-9-12-28 0 0,-1-1 0 0 0,1 1 0 0 0,-1-1 0 0 0,0 1 0 0 0,0 0 0 0 0,-1 0 0 0 0,0-1 0 0 0,0 1 0 0 0,0 0 0 0 0,0 0 0 0 0,0-1 0 0 0,-1 1 0 0 0,0 0 0 0 0,0 0 0 0 0,-1-1 0 0 0,1 1 0 0 0,-1-1 0 0 0,-3 6 0 0 0,-4 8 170 0 0,-1-1 0 0 0,-24 32 0 0 0,30-44-169 0 0,-41 50 808 0 0,-66 63 0 0 0,1-3 156 0 0,107-112-957 0 0,1 0-1 0 0,-1 0 0 0 0,0 0 0 0 0,1 0 0 0 0,0 1 1 0 0,0-1-1 0 0,0 1 0 0 0,0-1 0 0 0,0 1 0 0 0,1 0 1 0 0,0 0-1 0 0,0 0 0 0 0,0-1 0 0 0,0 1 0 0 0,0 0 1 0 0,1 0-1 0 0,0 0 0 0 0,0 0 0 0 0,0 0 1 0 0,1 7-1 0 0,1-4 29 0 0,0-2 1 0 0,1 1 0 0 0,0 0 0 0 0,0 0 0 0 0,1-1-1 0 0,-1 0 1 0 0,1 0 0 0 0,0 0 0 0 0,1 0-1 0 0,-1 0 1 0 0,1-1 0 0 0,7 6 0 0 0,52 37 416 0 0,-45-33-233 0 0,0 0-1 0 0,0 0 0 0 0,31 35 1 0 0,-40-26-208 0 0,-12-7 137 0 0,-2-9-125 0 0,0-1-1 0 0,0 0 0 0 0,-1 0 0 0 0,0 0 1 0 0,0-1-1 0 0,0 1 0 0 0,0-1 0 0 0,-1 0 1 0 0,0-1-1 0 0,0 0 0 0 0,-1 0 1 0 0,1 0-1 0 0,-1 0 0 0 0,-11 3 0 0 0,-16 7 386 0 0,-54 14 0 0 0,86-27-420 0 0,-55 10 479 0 0,14-12-334 0 0,29-5-81 0 0,6 2-2 0 0,6 2-67 0 0,-1 1 0 0 0,0 0 0 0 0,0-1 0 0 0,1 1 0 0 0,-1-1 0 0 0,1 0-1 0 0,-1 0 1 0 0,1 0 0 0 0,0 0 0 0 0,-1 0 0 0 0,1-1 0 0 0,1 1 0 0 0,-1-1-1 0 0,0 1 1 0 0,0-1 0 0 0,1 0 0 0 0,0 0 0 0 0,-1 1 0 0 0,1-1 0 0 0,0 0-1 0 0,0 0 1 0 0,1 0 0 0 0,-1 0 0 0 0,1 0 0 0 0,-1 0 0 0 0,1-1 0 0 0,0 1-1 0 0,0 0 1 0 0,1 0 0 0 0,-1 0 0 0 0,1-4 0 0 0,2-6-113 0 0,0 0 0 0 0,1 0-1 0 0,0 0 1 0 0,1 1 0 0 0,10-18 0 0 0,1-2 46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39.8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714 272 9830 0 0,'9'-8'0'0'0,"-1"1"46"0"0,0-1 181 0 0,-3-1 1 0 0,4-4-183 0 0,-3 6-36 0 0,1-1 0 0 0,-2 1-1 0 0,1-1 1 0 0,-1 0 0 0 0,0-1-1 0 0,-1 1 1 0 0,0-1 0 0 0,0 0-1 0 0,-1 0 1 0 0,0 0 0 0 0,1-11-1 0 0,-3 15-2 0 0,0 0 1 0 0,-1-1-1 0 0,0 1 0 0 0,0 0 0 0 0,-1-1 0 0 0,0 1 0 0 0,0-1 0 0 0,0 1 0 0 0,0 0 0 0 0,-1 0 0 0 0,0 0 0 0 0,0 0 1 0 0,0 0-1 0 0,0 0 0 0 0,-4-4 0 0 0,-20-14-20 0 0,4 17 58 0 0,12 6 29 0 0,1 1 0 0 0,0 0 0 0 0,0 0 0 0 0,0 1 0 0 0,0 0 1 0 0,0 1-1 0 0,0 0 0 0 0,0 0 0 0 0,1 1 0 0 0,0 0 0 0 0,-1 1 0 0 0,1-1 0 0 0,1 2 0 0 0,-1-1 1 0 0,1 1-1 0 0,0 0 0 0 0,0 0 0 0 0,1 1 0 0 0,0 0 0 0 0,0 0 0 0 0,-7 13 0 0 0,9-14-25 0 0,0 0-1 0 0,0 1 0 0 0,1-1 0 0 0,0 1 0 0 0,1 0 1 0 0,-1 0-1 0 0,1 0 0 0 0,0 0 0 0 0,1 0 0 0 0,0 0 0 0 0,0 1 1 0 0,1-1-1 0 0,0 0 0 0 0,0 1 0 0 0,0-1 0 0 0,1 0 1 0 0,0 1-1 0 0,1-1 0 0 0,0 0 0 0 0,0 0 0 0 0,0 0 1 0 0,1 0-1 0 0,0-1 0 0 0,0 1 0 0 0,1-1 0 0 0,-1 1 1 0 0,1-1-1 0 0,7 7 0 0 0,-2-4 67 0 0,1-1 1 0 0,-1 0-1 0 0,2 0 0 0 0,-1-1 0 0 0,1-1 1 0 0,0 0-1 0 0,0 0 0 0 0,1-1 1 0 0,-1-1-1 0 0,1 0 0 0 0,0 0 1 0 0,21 3-1 0 0,-11-1-14 0 0,8 5 173 0 0,-24-7-195 0 0,-4-4-74 0 0,-1 1 1 0 0,0 0-1 0 0,1-1 1 0 0,-1 1-1 0 0,0 0 1 0 0,1 0-1 0 0,-1 0 0 0 0,0 0 1 0 0,0 0-1 0 0,0 0 1 0 0,0 0-1 0 0,0 0 1 0 0,0 0-1 0 0,0 0 1 0 0,0 1-1 0 0,-1-1 0 0 0,1 0 1 0 0,0 0-1 0 0,-1 1 1 0 0,1-1-1 0 0,-1 1 1 0 0,1-1-1 0 0,-1 1 1 0 0,0-1-1 0 0,0 0 0 0 0,0 1 1 0 0,0-1-1 0 0,0 1 1 0 0,0-1-1 0 0,0 1 1 0 0,0-1-1 0 0,-1 3 1 0 0,-16 39 356 0 0,14-39-286 0 0,-16 29 244 0 0,-2 0 0 0 0,-1-2 0 0 0,-1 0 0 0 0,-32 30 0 0 0,7-12 481 0 0,-79 60 0 0 0,124-106-786 0 0,-12 9 174 0 0,-1 0-1 0 0,0-1 1 0 0,-1 0-1 0 0,-22 9 1 0 0,23-16 29 0 0,-9 1-130 0 0,0-5 87 0 0,4-3-87 0 0,-1-1 87 0 0,20 3-161 0 0,-1 0 0 0 0,1 1 1 0 0,-1-1-1 0 0,1 1 0 0 0,-1-1 1 0 0,1 1-1 0 0,-1 0 0 0 0,0 0 0 0 0,1 0 1 0 0,-1 0-1 0 0,1 1 0 0 0,-1-1 1 0 0,1 1-1 0 0,-1 0 0 0 0,1-1 1 0 0,-3 2-1 0 0,-3 2 65 0 0,-8 1 58 0 0,0 0 0 0 0,1 1 1 0 0,0 1-1 0 0,1 1 0 0 0,-1 0 0 0 0,2 1 0 0 0,-23 17 0 0 0,29-20-48 0 0,-55 40 317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0.4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57 9830 0 0,'2'-12'0'0'0,"15"-33"0"0"0,-19 74 258 0 0,1 1 0 0 0,7 56 0 0 0,-4-73-155 0 0,-1-1-1 0 0,2 1 1 0 0,0-1 0 0 0,0 0 0 0 0,1 0 0 0 0,0-1-1 0 0,1 1 1 0 0,1-1 0 0 0,0 0 0 0 0,0 0 0 0 0,10 12 0 0 0,-12-18-52 0 0,1 0 0 0 0,-1-1 1 0 0,1 0-1 0 0,0 0 1 0 0,-1 0-1 0 0,2 0 1 0 0,-1-1-1 0 0,0 0 1 0 0,1 0-1 0 0,-1 0 1 0 0,1-1-1 0 0,0 0 1 0 0,0 0-1 0 0,0-1 1 0 0,0 1-1 0 0,0-1 1 0 0,1 0-1 0 0,-1-1 0 0 0,0 0 1 0 0,0 0-1 0 0,0 0 1 0 0,1 0-1 0 0,-1-1 1 0 0,8-2-1 0 0,13-4 170 0 0,-1-1 0 0 0,0-2 0 0 0,0 0 1 0 0,0-2-1 0 0,-2 0 0 0 0,26-18 0 0 0,-12 5-238 0 0,-2-2 1 0 0,-2-2 0 0 0,34-33-1 0 0,-57 51 146 0 0,-11 11-128 0 0,0 0 0 0 0,0 0 0 0 0,0 0 0 0 0,0 1 0 0 0,0-1 0 0 0,0 0 0 0 0,0 0 0 0 0,0 0 0 0 0,0 0 0 0 0,0 1 0 0 0,0-1 0 0 0,0 0 0 0 0,0 0 0 0 0,0 0 0 0 0,0 0-1 0 0,0 1 1 0 0,0-1 0 0 0,1 0 0 0 0,-1 0 0 0 0,0 0 0 0 0,0 0 0 0 0,0 0 0 0 0,0 0 0 0 0,0 1 0 0 0,0-1 0 0 0,0 0 0 0 0,1 0 0 0 0,-1 0 0 0 0,0 0 0 0 0,0 0 0 0 0,0 0-1 0 0,0 0 1 0 0,1 0 0 0 0,-1 0 0 0 0,0 0 0 0 0,0 0 0 0 0,0 0 0 0 0,0 0 0 0 0,1 0 0 0 0,-1 0 0 0 0,0 0 0 0 0,0 0 0 0 0,0 0 0 0 0,0 0 0 0 0,1 0 0 0 0,-1 0 0 0 0,0 0-1 0 0,0 0 1 0 0,0 0 0 0 0,0 0 0 0 0,0 0 0 0 0,1 0 0 0 0,-1 0 0 0 0,0 0 0 0 0,0 0 0 0 0,0 0 0 0 0,0 0 0 0 0,0-1 0 0 0,1 1 0 0 0,-1 0 0 0 0,0 0 0 0 0,0 0 0 0 0,0 0-1 0 0,0 0 1 0 0,0-1 0 0 0,0 1 0 0 0,0 0 0 0 0,0 0 0 0 0,-2 14 102 0 0,-2 1-1 0 0,0 0 1 0 0,0-1 0 0 0,-9 18-1 0 0,6-17-2 0 0,1 0 0 0 0,1 0 0 0 0,0 1 0 0 0,1-1-1 0 0,1 1 1 0 0,-2 22 0 0 0,6-28-68 0 0,-1-9-27 0 0,0-1 0 0 0,0 0-1 0 0,1 1 1 0 0,-1-1 0 0 0,0 0-1 0 0,0 1 1 0 0,0-1-1 0 0,0 0 1 0 0,1 1 0 0 0,-1-1-1 0 0,0 0 1 0 0,0 0-1 0 0,1 1 1 0 0,-1-1 0 0 0,0 0-1 0 0,0 0 1 0 0,1 1-1 0 0,-1-1 1 0 0,0 0 0 0 0,1 0-1 0 0,-1 0 1 0 0,0 0-1 0 0,1 0 1 0 0,-1 1 0 0 0,0-1-1 0 0,1 0 1 0 0,-1 0-1 0 0,0 0 1 0 0,1 0 0 0 0,-1 0-1 0 0,1 0 1 0 0,-1 0-1 0 0,0 0 1 0 0,1 0 0 0 0,-1 0-1 0 0,0 0 1 0 0,1-1 0 0 0,5-1 51 0 0,0 0 1 0 0,0 0 0 0 0,-1 0-1 0 0,1-1 1 0 0,-1 0 0 0 0,0 0-1 0 0,0 0 1 0 0,0-1 0 0 0,8-8-1 0 0,48-50 496 0 0,-15 14-233 0 0,-15 19-333 0 0,-20 17 58 0 0,1 1 0 0 0,0 0 0 0 0,1 1 0 0 0,0 0 0 0 0,1 1 0 0 0,22-11 1 0 0,-20 17-22 0 0,11 8 107 0 0,-24-4-116 0 0,-1 0-1 0 0,1 0 1 0 0,-1 1 0 0 0,0-1 0 0 0,0 1-1 0 0,0 0 1 0 0,0 0 0 0 0,0 0 0 0 0,0 0-1 0 0,0 0 1 0 0,-1 0 0 0 0,1 0 0 0 0,-1 1-1 0 0,1-1 1 0 0,-1 0 0 0 0,0 1 0 0 0,0 0-1 0 0,0-1 1 0 0,0 1 0 0 0,0 3-1 0 0,2 8 44 0 0,-2-1 0 0 0,0 1 0 0 0,0 16-1 0 0,-2-21-16 0 0,1 0-1 0 0,0 0 0 0 0,1 1 1 0 0,0-1-1 0 0,1 0 0 0 0,5 17 1 0 0,-5-22-20 0 0,0 0 0 0 0,0-1 0 0 0,1 1 0 0 0,0-1 0 0 0,0 0 1 0 0,0 1-1 0 0,0-1 0 0 0,0-1 0 0 0,1 1 0 0 0,-1 0 0 0 0,1-1 0 0 0,0 0 1 0 0,0 0-1 0 0,0 0 0 0 0,0 0 0 0 0,0-1 0 0 0,0 1 0 0 0,0-1 0 0 0,0 0 0 0 0,1 0 1 0 0,-1-1-1 0 0,0 1 0 0 0,1-1 0 0 0,7 0 0 0 0,11-1 83 0 0,1-1-1 0 0,-1-1 1 0 0,32-9-1 0 0,-27 6-5 0 0,82-24 384 0 0,-81 20-340 0 0,1 2-1 0 0,-1 1 1 0 0,34-4 0 0 0,-48 11-117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1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65 271 9830 0 0,'-54'-14'595'0'0,"45"6"-531"0"0,9 8-64 0 0,0-1 0 0 0,-1 1 0 0 0,1 0 0 0 0,0-1 0 0 0,0 1 0 0 0,0-1 0 0 0,0 0 0 0 0,0 1 0 0 0,-1-1-1 0 0,1 1 1 0 0,0-1 0 0 0,0 1 0 0 0,0-1 0 0 0,0 1 0 0 0,1-1 0 0 0,-1 1 0 0 0,0-1 0 0 0,0 1 0 0 0,0-1 0 0 0,0 1-1 0 0,0-1 1 0 0,1 1 0 0 0,-1-1 0 0 0,0 1 0 0 0,0-1 0 0 0,1 1 0 0 0,-1-1 0 0 0,1 1 0 0 0,4-6 15 0 0,-1 1 0 0 0,2 0 0 0 0,-1 1 0 0 0,1-1 0 0 0,-1 1 0 0 0,1 0 0 0 0,0 1 0 0 0,1-1 0 0 0,-1 1 0 0 0,11-3 0 0 0,81-24 324 0 0,-64 20-88 0 0,174-43 2066 0 0,295-36 0 0 0,-498 88-2273 0 0,-1 0 1 0 0,1 0-1 0 0,0 1 1 0 0,0 0-1 0 0,0 0 1 0 0,0 0 0 0 0,0 0-1 0 0,0 1 1 0 0,0 0-1 0 0,0 0 1 0 0,6 2-1 0 0,-3 5 215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1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111 326 9830 0 0,'-32'10'296'0'0,"-47"9"0"0"0,172-54 804 0 0,91-11 214 0 0,204-56 908 0 0,-265 64-2446 0 0,133-61 0 0 0,-182 65 15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1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666 29 9830 0 0,'-36'-29'273'0'0,"36"30"-272"0"0,0-1 0 0 0,0 0-1 0 0,0 0 1 0 0,0 0 0 0 0,0 0-1 0 0,0 0 1 0 0,0 0 0 0 0,0 0 0 0 0,0 1-1 0 0,0-1 1 0 0,0 0 0 0 0,0 0 0 0 0,0 0-1 0 0,0 0 1 0 0,0 0 0 0 0,-1 0-1 0 0,1 0 1 0 0,0 1 0 0 0,0-1 0 0 0,0 0-1 0 0,0 0 1 0 0,0 0 0 0 0,0 0 0 0 0,0 0-1 0 0,0 0 1 0 0,0 0 0 0 0,-1 0-1 0 0,1 0 1 0 0,0 0 0 0 0,0 0 0 0 0,0 0-1 0 0,0 0 1 0 0,0 0 0 0 0,0 0-1 0 0,-1 0 1 0 0,1 0 0 0 0,0 0 0 0 0,0 0-1 0 0,0 0 1 0 0,0 0 0 0 0,0 0 0 0 0,0 0-1 0 0,0 0 1 0 0,-1 0 0 0 0,1 0-1 0 0,0 0 1 0 0,0 0 0 0 0,0 0 0 0 0,0 0-1 0 0,0 0 1 0 0,0 0 0 0 0,0 0-1 0 0,-1 0 1 0 0,1 0 0 0 0,0 0 0 0 0,0 0-1 0 0,0-1 1 0 0,0 1 0 0 0,0 0 0 0 0,0 0-1 0 0,0 0 1 0 0,0 0 0 0 0,3 10 87 0 0,0 0 0 0 0,1 0 0 0 0,1-1 0 0 0,0 0 0 0 0,0 1 0 0 0,1-2 1 0 0,0 1-1 0 0,12 13 0 0 0,4 8 156 0 0,23 34 533 0 0,-4 1 0 0 0,62 131 0 0 0,-91-169-533 0 0,-1 0 0 0 0,-2 1-1 0 0,-1 0 1 0 0,-1 0 0 0 0,-1 1 0 0 0,-2 0 0 0 0,0 0 0 0 0,-2 0 0 0 0,-2 0-1 0 0,-5 57 1 0 0,-1-61-52 0 0,0 0 0 0 0,-2 0 0 0 0,-1 0-1 0 0,-1-1 1 0 0,0 0 0 0 0,-2-1-1 0 0,-1 0 1 0 0,-1-1 0 0 0,-1 0 0 0 0,-1-2-1 0 0,0 0 1 0 0,-2 0 0 0 0,-22 18 0 0 0,-10 6 470 0 0,-3-3 0 0 0,-1-3-1 0 0,-116 63 1 0 0,82-59 336 0 0,-1-5-1 0 0,-142 40 0 0 0,210-70-952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3.2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2 371 9830 0 0,'-1'-8'0'0'0,"0"11"0"0"0,2-10 0 0 0,6-47 0 0 0,-6 42 0 0 0,2 2 0 0 0,0-6 0 0 0,2 1 0 0 0,-3 1 0 0 0,3 0 0 0 0,-1 2 0 0 0,-1 36 273 0 0,2 0 0 0 0,1-1 0 0 0,12 35 0 0 0,-11-43-114 0 0,0-1 0 0 0,0 0-1 0 0,1-1 1 0 0,1 1-1 0 0,0-2 1 0 0,1 1 0 0 0,22 21-1 0 0,-27-30-100 0 0,1 0-1 0 0,0 0 1 0 0,0 0-1 0 0,0-1 0 0 0,0 1 1 0 0,0-2-1 0 0,1 1 1 0 0,-1-1-1 0 0,1 0 1 0 0,0 0-1 0 0,0 0 0 0 0,0-1 1 0 0,0-1-1 0 0,-1 1 1 0 0,1-1-1 0 0,0 0 1 0 0,0 0-1 0 0,0-1 1 0 0,0 0-1 0 0,11-3 0 0 0,0-1 92 0 0,-1 0 0 0 0,0-1-1 0 0,0-1 1 0 0,-1-1 0 0 0,0 0-1 0 0,0-1 1 0 0,-1-1 0 0 0,0 0-1 0 0,-1-1 1 0 0,0-1 0 0 0,0 0-1 0 0,19-24 1 0 0,-10 6-181 0 0,-1 0 1 0 0,-2-2-1 0 0,-1-1 0 0 0,-2 0 1 0 0,16-40-1 0 0,10-43-341 0 0,-36 101 341 0 0,-13 64 317 0 0,-70 303 1479 0 0,-28 182 980 0 0,99-502-2571 0 0,3-22-115 0 0,0 0 0 0 0,1 0 0 0 0,0 0 0 0 0,1 0 0 0 0,0 0-1 0 0,2 18 1 0 0,2-17-58 0 0,4-2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3.8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205 328 9830 0 0,'-51'-59'0'0'0,"41"50"0"0"0,0-2 0 0 0,0 1 0 0 0,1-1 0 0 0,1-1 0 0 0,0 1 0 0 0,0-1 0 0 0,1-1 0 0 0,1 1 0 0 0,-8-23 0 0 0,13 32 0 0 0,1 1 0 0 0,0-1 0 0 0,-1 0 0 0 0,1 1 0 0 0,0-1 0 0 0,0 1 0 0 0,1-1 0 0 0,-1 1 0 0 0,0-1 0 0 0,1 1 0 0 0,0-1 0 0 0,-1 1 0 0 0,1-1 0 0 0,0 1 0 0 0,0 0 0 0 0,0-1 0 0 0,1 1 0 0 0,-1 0 0 0 0,1 0 0 0 0,-1 0 0 0 0,1 0 0 0 0,-1 0 0 0 0,5-3 0 0 0,0 0 0 0 0,1 0 0 0 0,0 0 0 0 0,0 1 0 0 0,14-7 0 0 0,-16 8 0 0 0,9-4 90 0 0,-1 1 0 0 0,1 1-1 0 0,0 0 1 0 0,0 1 0 0 0,0 0-1 0 0,1 1 1 0 0,-1 1 0 0 0,27-1 0 0 0,-37 3-64 0 0,0 0 0 0 0,0 0 0 0 0,0 1 0 0 0,0-1 1 0 0,0 1-1 0 0,1 0 0 0 0,-1 0 0 0 0,0 1 1 0 0,-1-1-1 0 0,1 1 0 0 0,0 0 0 0 0,0 0 0 0 0,-1 0 1 0 0,1 1-1 0 0,-1-1 0 0 0,0 1 0 0 0,0-1 1 0 0,0 1-1 0 0,0 0 0 0 0,0 1 0 0 0,0-1 0 0 0,-1 0 1 0 0,0 1-1 0 0,1-1 0 0 0,-1 1 0 0 0,-1 0 1 0 0,1 0-1 0 0,0-1 0 0 0,-1 1 0 0 0,0 0 0 0 0,0 1 1 0 0,0-1-1 0 0,-1 0 0 0 0,1 0 0 0 0,-1 5 1 0 0,0 5 80 0 0,0 0 1 0 0,-1 0 0 0 0,-1 0 0 0 0,0-1 0 0 0,-1 1 0 0 0,0-1 0 0 0,-1 1 0 0 0,-1-1-1 0 0,0 0 1 0 0,-11 20 0 0 0,-7 9 518 0 0,-50 66-1 0 0,27-51 118 0 0,-54 53 0 0 0,4-7 331 0 0,95-102-1066 0 0,0 0 0 0 0,0 0 0 0 0,0 0 0 0 0,1 1-1 0 0,-1-1 1 0 0,0 0 0 0 0,1 0 0 0 0,-1 1 0 0 0,1-1 0 0 0,-1 0-1 0 0,1 1 1 0 0,-1-1 0 0 0,1 0 0 0 0,0 1 0 0 0,0-1 0 0 0,0 1 0 0 0,0-1-1 0 0,0 0 1 0 0,0 1 0 0 0,0-1 0 0 0,0 0 0 0 0,0 1 0 0 0,1-1-1 0 0,-1 1 1 0 0,1-1 0 0 0,-1 0 0 0 0,1 1 0 0 0,0 1 0 0 0,4 0 39 0 0,0-1 0 0 0,1 1-1 0 0,-1-1 1 0 0,0 0 0 0 0,1 0 0 0 0,-1 0 0 0 0,1-1 0 0 0,0 0 0 0 0,-1 0 0 0 0,1 0 0 0 0,0-1 0 0 0,10 0 0 0 0,-1 1 47 0 0,136 2 1886 0 0,296-32 0 0 0,-272 12-778 0 0,-38 5-64 0 0,-117 10-911 0 0,-6-2-181 0 0,-3-4-46 0 0,-11-4 45 0 0,-11-5 183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7.7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43 9830 0 0,'22'-1'0'0'0,"-14"-7"0"0"0,-8-2 46 0 0,-17 0 136 0 0,8-4-137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9.7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1651 413 9830 0 0,'-64'-3'273'0'0,"48"0"-175"0"0,-26 0 305 0 0,-20 1-85 0 0,-18-4 228 0 0,-287 5 1844 0 0,301 6-1726 0 0,0 2 1 0 0,0 4-1 0 0,-103 29 0 0 0,-10 26 639 0 0,156-56-1049 0 0,1 2 0 0 0,0 1 0 0 0,1 0 0 0 0,0 2 0 0 0,-30 27 0 0 0,18-9 139 0 0,2 2 0 0 0,1 1 0 0 0,2 2-1 0 0,1 0 1 0 0,2 2 0 0 0,2 1 0 0 0,2 1 0 0 0,2 0-1 0 0,1 2 1 0 0,-11 45 0 0 0,20-54-270 0 0,2 0 1 0 0,1 1-1 0 0,2 0 1 0 0,2 0-1 0 0,1 0 1 0 0,2 0-1 0 0,1 1 0 0 0,2-2 1 0 0,1 1-1 0 0,19 65 1 0 0,-11-61-5 0 0,1-1 0 0 0,3-1 1 0 0,0-1-1 0 0,3 0 0 0 0,1-2 0 0 0,1 0 1 0 0,3-1-1 0 0,0-2 0 0 0,36 36 1 0 0,-32-39-120 0 0,3-2 0 0 0,0-1 0 0 0,1-1 0 0 0,2-2 0 0 0,0-1 0 0 0,2-2 0 0 0,0-2 0 0 0,1-1 0 0 0,41 12 0 0 0,-31-15 0 0 0,0-2 0 0 0,0-3 0 0 0,1-1 0 0 0,0-3 0 0 0,0-1 0 0 0,1-3 0 0 0,61-7 0 0 0,-22-3 0 0 0,161-39 0 0 0,-206 36 0 0 0,1-3 0 0 0,-2-1 0 0 0,0-2 0 0 0,-2-2 0 0 0,57-35 0 0 0,-63 32-65 0 0,27-18-506 0 0,-1-2 0 0 0,59-56-1 0 0,-101 81 403 0 0,0-1-1 0 0,-1-1 0 0 0,-1 0 0 0 0,0-1 0 0 0,-2-1 0 0 0,-1-1 0 0 0,-1 0 0 0 0,0-1 0 0 0,-2 0 0 0 0,-1 0 0 0 0,-1-2 0 0 0,-1 1 0 0 0,-1-1 0 0 0,6-42 0 0 0,-7-1-291 0 0,-2-1 1 0 0,-3 0-1 0 0,-4 0 1 0 0,-2 1-1 0 0,-4-1 1 0 0,-2 2-1 0 0,-24-78 1 0 0,19 92 96 0 0,-2 0 0 0 0,-3 1 1 0 0,-2 1-1 0 0,-3 2 0 0 0,-1 0 1 0 0,-3 2-1 0 0,-2 1 1 0 0,-1 1-1 0 0,-51-51 0 0 0,55 70 72 0 0,-1 0 0 0 0,-2 3 0 0 0,-1 0 0 0 0,0 2 1 0 0,-2 1-1 0 0,0 2 0 0 0,-72-27 0 0 0,63 31 102 0 0,-1 1-1 0 0,0 2 1 0 0,-1 3 0 0 0,0 1 0 0 0,0 2 0 0 0,-71 1 0 0 0,76 8 475 0 0,1 1 1 0 0,-1 2 0 0 0,1 2 0 0 0,1 1 0 0 0,-1 3 0 0 0,2 1 0 0 0,0 1 0 0 0,0 3-1 0 0,2 1 1 0 0,0 1 0 0 0,1 2 0 0 0,1 2 0 0 0,1 1 0 0 0,1 1 0 0 0,1 2 0 0 0,2 1-1 0 0,-35 43 1 0 0,31-29 87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7.5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307 259 9830 0 0,'-96'-10'387'0'0,"-95"-14"819"0"0,176 20-1096 0 0,10 2 36 0 0,13-3 102 0 0,39-7 245 0 0,2 1 0 0 0,55-4-1 0 0,124-4 884 0 0,-130 12-659 0 0,1891-72 9999 0 0,-864 48-10716 0 0,-1107 31 0 0 0,-8 0 0 0 0,0-1 0 0 0,0 0 0 0 0,0 0 0 0 0,0-1 0 0 0,13-4 0 0 0,-9 0 0 0 0,-10-3 0 0 0,-6-5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7.7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282 28 9830 0 0,'-1'-1'1'0'0,"1"0"1"0"0,0 1-1 0 0,0-1 0 0 0,0 0 1 0 0,0 0-1 0 0,0 0 0 0 0,0 1 1 0 0,0-1-1 0 0,0 0 0 0 0,0 0 1 0 0,0 0-1 0 0,0 0 1 0 0,1 1-1 0 0,-1-1 0 0 0,0 0 1 0 0,0 0-1 0 0,1 1 0 0 0,-1-1 1 0 0,1 0-1 0 0,-1 1 0 0 0,1-1 1 0 0,-1 0-1 0 0,1 1 0 0 0,-1-1 1 0 0,1 0-1 0 0,-1 1 0 0 0,1-1 1 0 0,0 1-1 0 0,-1-1 0 0 0,1 1 1 0 0,0 0-1 0 0,0-1 0 0 0,0 0 1 0 0,16-2 225 0 0,-2 5-99 0 0,0 0-1 0 0,0 2 1 0 0,-1 0-1 0 0,0 0 1 0 0,0 1 0 0 0,0 1-1 0 0,0 1 1 0 0,-1 0-1 0 0,0 0 1 0 0,15 12-1 0 0,-6-2 120 0 0,-1 0 0 0 0,0 1 0 0 0,-1 1-1 0 0,32 40 1 0 0,-39-44-98 0 0,-2 1-1 0 0,0 1 1 0 0,-1 0 0 0 0,-1 1-1 0 0,7 18 1 0 0,-13-29-94 0 0,-1-1 0 0 0,0 1 0 0 0,0 0 0 0 0,-1 0 0 0 0,0 0 0 0 0,0 0 1 0 0,-1 0-1 0 0,0 0 0 0 0,0 0 0 0 0,-1 0 0 0 0,0 0 0 0 0,0 0 0 0 0,0 0 0 0 0,-1 0 0 0 0,0 0 0 0 0,0 0 0 0 0,-5 8 0 0 0,-4 3 94 0 0,0-1-1 0 0,-1-1 0 0 0,0 0 0 0 0,-2-1 0 0 0,0 0 0 0 0,0-1 1 0 0,-1 0-1 0 0,-1-1 0 0 0,-1-1 0 0 0,1-1 0 0 0,-2 0 0 0 0,-18 8 0 0 0,2-3 195 0 0,-1-1 0 0 0,0-1-1 0 0,-1-3 1 0 0,-1-1 0 0 0,-60 9 0 0 0,86-17-253 0 0,0-1 1 0 0,1 0-1 0 0,-1-1 1 0 0,0 0-1 0 0,1 0 1 0 0,-1-1-1 0 0,0-1 1 0 0,1 0-1 0 0,-1 0 1 0 0,1-1-1 0 0,0-1 1 0 0,0 0-1 0 0,0 0 1 0 0,0-1-1 0 0,-17-11 1 0 0,11 5 231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5.9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1983 257 9830 0 0,'23'-1'0'0'0,"-8"-4"0"0"0,-3-1 0 0 0,-5-3 0 0 0,-1-2 0 0 0,-3-3 0 0 0,-4-1 0 0 0,0 9 0 0 0,-1 0 0 0 0,-1 0 0 0 0,1 1 0 0 0,-1-1 0 0 0,0 1 0 0 0,0-1 0 0 0,0 1 0 0 0,-1 0 0 0 0,0 0 0 0 0,0 1 0 0 0,0-1 0 0 0,0 1 0 0 0,-1 0 0 0 0,0 0 0 0 0,0 0 0 0 0,0 1 0 0 0,0-1 0 0 0,-6-2 0 0 0,-1-1 0 0 0,-16-8 242 0 0,0 1 1 0 0,-1 2-1 0 0,0 0 0 0 0,-1 2 0 0 0,0 2 1 0 0,0 0-1 0 0,-1 2 0 0 0,0 1 0 0 0,-55-1 0 0 0,-8 6 1038 0 0,-179 24-1 0 0,221-16-854 0 0,2 3 0 0 0,0 2 0 0 0,0 2 0 0 0,1 2 0 0 0,-47 25 0 0 0,13-1 880 0 0,-149 103 1 0 0,197-118-926 0 0,1 2 1 0 0,1 2-1 0 0,2 0 0 0 0,-37 47 0 0 0,13-4 577 0 0,-48 82-1 0 0,-44 121 1273 0 0,142-265-2145 0 0,-8 16-67 0 0,2 1-1 0 0,1 1 0 0 0,2 0 1 0 0,0 0-1 0 0,2 0 0 0 0,-2 34 1 0 0,5-31-17 0 0,3 1 0 0 0,0-1 0 0 0,2 1 0 0 0,1-1 0 0 0,2 0 0 0 0,1 0 0 0 0,2-1 0 0 0,1 0 0 0 0,1 0 0 0 0,26 52 0 0 0,-19-51 0 0 0,2 0 0 0 0,1-1 0 0 0,2-1 0 0 0,1-1 0 0 0,1-1 0 0 0,1-2 0 0 0,2 0 0 0 0,0-1 0 0 0,38 25 0 0 0,-18-20 0 0 0,0-2 0 0 0,2-2 0 0 0,2-2 0 0 0,0-3 0 0 0,1-1 0 0 0,0-3 0 0 0,2-2 0 0 0,106 14 0 0 0,-35-16 0 0 0,2-5 0 0 0,230-17 0 0 0,-256 1 8 0 0,139-28 0 0 0,-203 28-20 0 0,0-2 1 0 0,0-2-1 0 0,-1-1 1 0 0,-1-1-1 0 0,-1-2 1 0 0,65-41-1 0 0,-78 42-166 0 0,-1-2-1 0 0,0 0 0 0 0,-1-1 0 0 0,-1-1 1 0 0,-1-1-1 0 0,0 0 0 0 0,-2-1 1 0 0,0-1-1 0 0,-1-1 0 0 0,11-27 0 0 0,-11 18-95 0 0,-2 0 0 0 0,-1-2-1 0 0,-2 1 1 0 0,-1-1-1 0 0,-2-1 1 0 0,-1 1-1 0 0,0-36 1 0 0,-5 13-137 0 0,-3 0 1 0 0,-1 1-1 0 0,-4-1 1 0 0,-2 1-1 0 0,-2 0 1 0 0,-3 1-1 0 0,-2 1 0 0 0,-2 1 1 0 0,-31-60-1 0 0,30 74 26 0 0,-2 0-1 0 0,-1 2 1 0 0,-2 1 0 0 0,-2 0-1 0 0,-1 2 1 0 0,-61-56 0 0 0,63 68 125 0 0,0 2 1 0 0,-1 1 0 0 0,-1 1 0 0 0,0 1 0 0 0,-2 2-1 0 0,1 0 1 0 0,-2 2 0 0 0,0 2 0 0 0,-60-14 0 0 0,48 17 346 0 0,-1 2 0 0 0,0 1 1 0 0,0 3-1 0 0,0 2 0 0 0,0 1 0 0 0,0 3 1 0 0,-48 10-1 0 0,30 0 422 0 0,1 2 0 0 0,0 3 0 0 0,2 3 0 0 0,-77 39 0 0 0,99-40-242 0 0,15 2-211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7.2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1658 333 9830 0 0,'8'-9'0'0'0,"2"1"0"0"0,-6-1 0 0 0,-4-3 0 0 0,-1 8 0 0 0,1 0 0 0 0,-2 0 0 0 0,1 0 0 0 0,0 1 0 0 0,-1-1 0 0 0,0 0 0 0 0,0 1 0 0 0,0-1 0 0 0,0 1 0 0 0,0-1 0 0 0,-1 1 0 0 0,1 0 0 0 0,-1 0 0 0 0,0 0 0 0 0,0 1 0 0 0,0-1 0 0 0,-7-3 0 0 0,1-1 0 0 0,-12-11 217 0 0,-1 1 0 0 0,-1 1 0 0 0,-1 1 0 0 0,0 2-1 0 0,-41-18 1 0 0,-135-37 1249 0 0,158 55-1086 0 0,-1 3 0 0 0,-1 2 0 0 0,0 1 0 0 0,0 2 0 0 0,0 2 0 0 0,-80 6 0 0 0,92 0-117 0 0,0 2 1 0 0,1 1-1 0 0,0 2 0 0 0,0 1 1 0 0,0 1-1 0 0,2 1 0 0 0,-1 2 0 0 0,1 1 1 0 0,1 2-1 0 0,-30 21 0 0 0,13-4 172 0 0,2 1 0 0 0,2 2 0 0 0,1 2 0 0 0,2 2 0 0 0,2 2 0 0 0,-40 57 0 0 0,53-63-98 0 0,1 1-1 0 0,2 2 0 0 0,1 0 1 0 0,3 1-1 0 0,1 0 1 0 0,1 1-1 0 0,3 1 0 0 0,-10 65 1 0 0,12-40-180 0 0,2 1 1 0 0,3 1 0 0 0,4-1 0 0 0,2 1 0 0 0,3-1-1 0 0,15 70 1 0 0,-12-107-70 0 0,0 0 0 0 0,2-1-1 0 0,2-1 1 0 0,0 0 0 0 0,2 0 0 0 0,26 39-1 0 0,-25-47-57 0 0,1-1 0 0 0,0 0 0 0 0,2-2 0 0 0,0 0 0 0 0,1 0 0 0 0,1-2 0 0 0,0-1 0 0 0,45 26 0 0 0,2-7-30 0 0,1-3 0 0 0,1-3 0 0 0,2-3 0 0 0,1-3 0 0 0,0-3 0 0 0,2-4 0 0 0,-1-3 0 0 0,2-3 0 0 0,95 0 0 0 0,-65-10 8 0 0,-1-5 1 0 0,105-19-1 0 0,-149 13-33 0 0,-1-2-1 0 0,0-2 1 0 0,-1-4-1 0 0,102-48 1 0 0,-120 49-318 0 0,-2-3 1 0 0,-1-1-1 0 0,0-2 1 0 0,-2-1 0 0 0,-1-2-1 0 0,-1-1 1 0 0,-2-2-1 0 0,-1-1 1 0 0,-1-1-1 0 0,-2-2 1 0 0,42-68-1 0 0,-46 58-14 0 0,-1-1 0 0 0,-2-1-1 0 0,-2-1 1 0 0,-3 0 0 0 0,-1-1-1 0 0,-3-1 1 0 0,-2 0 0 0 0,-2 0-1 0 0,-3-1 1 0 0,-1 0 0 0 0,-3 0-1 0 0,-8-67 1 0 0,4 84 108 0 0,-2 0 1 0 0,-1 0 0 0 0,-2 1-1 0 0,-1 0 1 0 0,-2 0-1 0 0,-1 1 1 0 0,-1 1-1 0 0,-2 1 1 0 0,-1 0-1 0 0,-1 1 1 0 0,-2 0-1 0 0,0 2 1 0 0,-2 0-1 0 0,-2 2 1 0 0,0 0 0 0 0,-1 2-1 0 0,-1 1 1 0 0,-1 1-1 0 0,-32-19 1 0 0,8 12-131 0 0,-2 2-1 0 0,0 2 1 0 0,-1 3 0 0 0,-1 2 0 0 0,-69-14 0 0 0,49 18 786 0 0,0 3 0 0 0,-1 3 0 0 0,-115 2 1 0 0,147 9 99 0 0,-1 1 0 0 0,-86 18 0 0 0,112-17-362 0 0,0 1 0 0 0,1 1 0 0 0,0 1 1 0 0,0 1-1 0 0,0 0 0 0 0,1 2 0 0 0,0 0 0 0 0,1 0 0 0 0,-19 17 0 0 0,18-8 112 0 0,3-1-192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8.4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1318 0 9830 0 0,'-140'64'1499'0'0,"72"-35"-958"0"0,-140 63 860 0 0,-405 172 3002 0 0,380-169-2246 0 0,219-89-2111 0 0,1-1 136 0 0,-2 0-136 0 0,1 1-1 0 0,58-40 729 0 0,-14 17-501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49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20 9830 0 0,'-65'-20'546'0'0,"65"20"-545"0"0,0 0 0 0 0,0 1 0 0 0,0-1 0 0 0,0 0 0 0 0,0 0 0 0 0,0 0 0 0 0,0 1 0 0 0,0-1 0 0 0,0 0 0 0 0,0 0 0 0 0,0 0 0 0 0,0 0 0 0 0,0 1 0 0 0,0-1 0 0 0,0 0 0 0 0,0 0 0 0 0,0 0 0 0 0,0 0 0 0 0,0 1 0 0 0,-1-1 0 0 0,1 0 0 0 0,0 0 0 0 0,0 0 0 0 0,0 0 0 0 0,0 1 0 0 0,0-1 0 0 0,0 0 0 0 0,-1 0 0 0 0,1 0-1 0 0,0 0 1 0 0,0 0 0 0 0,0 0 0 0 0,0 0 0 0 0,0 0 0 0 0,-1 1 0 0 0,1-1 0 0 0,0 0 0 0 0,0 0 0 0 0,0 0 0 0 0,-1 0 0 0 0,1 0 0 0 0,0 0 0 0 0,0 0 0 0 0,0 0 0 0 0,0 0 0 0 0,-1 0 0 0 0,1 0 0 0 0,0 0 0 0 0,0 0 0 0 0,0 0 0 0 0,-1 0 0 0 0,1 0 0 0 0,0-1 0 0 0,0 1 0 0 0,0 0 0 0 0,0 0 0 0 0,0 0 0 0 0,-1 0 0 0 0,1 0 0 0 0,0 0 0 0 0,0 0 0 0 0,0 0 0 0 0,0-1 0 0 0,0 1 0 0 0,-1 0 0 0 0,6 5 50 0 0,0 1 0 0 0,1-1 0 0 0,-1 0 0 0 0,1-1-1 0 0,0 0 1 0 0,0 1 0 0 0,0-2 0 0 0,10 5 0 0 0,69 30 485 0 0,-57-27-325 0 0,370 132 2650 0 0,-161-64-1311 0 0,175 69 1479 0 0,-340-125-2479 0 0,-56-17-440 0 0,4-2 72 0 0,-4 1-137 0 0,-3 1 1 0 0,-6 0 136 0 0,-4 4-72 0 0,-13 4 147 0 0,-7-4-193 0 0,3-1-64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2.8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771 1812 9830 0 0,'-11'9'57'0'0,"-40"37"511"0"0,50-45-555 0 0,0 0 0 0 0,0 0 0 0 0,0 0 0 0 0,0 0 0 0 0,0 0 0 0 0,0 1 0 0 0,0-1 0 0 0,0 0 0 0 0,0 0-1 0 0,1 1 1 0 0,-1-1 0 0 0,1 1 0 0 0,-1-1 0 0 0,1 1 0 0 0,-1-1 0 0 0,1 1 0 0 0,0-1 0 0 0,-1 1 0 0 0,1-1 0 0 0,0 1 0 0 0,0-1 0 0 0,0 1 0 0 0,0-1 0 0 0,1 1 0 0 0,-1-1 0 0 0,0 1 0 0 0,1-1-1 0 0,-1 1 1 0 0,1-1 0 0 0,-1 1 0 0 0,1-1 0 0 0,0 0 0 0 0,-1 1 0 0 0,1-1 0 0 0,2 2 0 0 0,2 2 48 0 0,1-1 0 0 0,1 0 0 0 0,-1 0 0 0 0,0-1 0 0 0,1 0 0 0 0,0 0 0 0 0,0 0 0 0 0,0-1-1 0 0,0 0 1 0 0,8 1 0 0 0,77 6 614 0 0,-80-8-587 0 0,132 3 1794 0 0,285-30 0 0 0,137-78 1936 0 0,-521 93-3353 0 0,-1-2 0 0 0,48-22 0 0 0,-73 26-293 0 0,1 0-1 0 0,-2-2 1 0 0,1 0-1 0 0,-2-1 1 0 0,0-1-1 0 0,29-28 1 0 0,-10 3-561 0 0,-2-1 0 0 0,-1-2 1 0 0,-2-1-1 0 0,49-92 0 0 0,-65 104 190 0 0,-2 1 0 0 0,-2-2 0 0 0,0 0 0 0 0,-2 0-1 0 0,-2-1 1 0 0,-1 0 0 0 0,-1 0 0 0 0,-1-1 0 0 0,-2-43 0 0 0,-4 12-212 0 0,-3 0 1 0 0,-3 0 0 0 0,-2 1 0 0 0,-3 0 0 0 0,-31-87 0 0 0,33 119 220 0 0,-2 1 1 0 0,0 1-1 0 0,-3 0 0 0 0,0 1 1 0 0,-1 0-1 0 0,-2 2 1 0 0,-1 0-1 0 0,-1 1 0 0 0,-1 1 1 0 0,-1 1-1 0 0,-1 1 0 0 0,-45-31 1 0 0,25 26-21 0 0,-2 3 0 0 0,0 2 1 0 0,-2 2-1 0 0,0 2 1 0 0,-1 2-1 0 0,-1 2 0 0 0,0 2 1 0 0,-1 3-1 0 0,0 1 1 0 0,-54 1-1 0 0,19 4 734 0 0,-1 5 0 0 0,1 3 0 0 0,0 4 0 0 0,0 4 0 0 0,-99 28 0 0 0,109-18 64 0 0,0 2 0 0 0,2 4 1 0 0,1 3-1 0 0,2 4 0 0 0,1 2 0 0 0,-71 53 1 0 0,92-56-130 0 0,2 3 0 0 0,1 1 0 0 0,3 3 0 0 0,1 1 0 0 0,2 2 0 0 0,2 2 0 0 0,2 2 1 0 0,-48 86-1 0 0,69-107-267 0 0,2 2 0 0 0,2 0 1 0 0,0 0-1 0 0,2 1 0 0 0,1 0 0 0 0,2 0 1 0 0,1 1-1 0 0,1 0 0 0 0,1 46 1 0 0,4-56-91 0 0,0 0 0 0 0,2 0 0 0 0,0 1 0 0 0,1-2 0 0 0,2 1 0 0 0,0 0 1 0 0,1-1-1 0 0,1 0 0 0 0,1-1 0 0 0,1 0 0 0 0,1 0 0 0 0,0-1 0 0 0,2-1 0 0 0,19 24 1 0 0,3-6-103 0 0,1-2 0 0 0,3-2 0 0 0,0-1 0 0 0,2-2 0 0 0,1-1 0 0 0,1-3 0 0 0,1-1 0 0 0,91 33 0 0 0,-41-25 0 0 0,1-4 0 0 0,2-4 0 0 0,158 17 0 0 0,-226-38 0 0 0,-14-2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5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17 9830 0 0,'14'-9'0'0'0,"4"6"46"0"0,1-1 136 0 0,-10 4-137 0 0,-10 2 1 0 0,-29 8 136 0 0,13-3-72 0 0,2-4 211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14.1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1565 169 9830 0 0,'18'-3'228'0'0,"-4"-2"-183"0"0,-14 5-45 0 0,1 0 0 0 0,-1-1 0 0 0,0 1 0 0 0,0 0 0 0 0,0-1 0 0 0,0 1 0 0 0,1 0 0 0 0,-1-1 0 0 0,0 1 0 0 0,0 0 0 0 0,0-1 0 0 0,0 1 0 0 0,0 0 0 0 0,0-1 0 0 0,0 1 0 0 0,0 0 0 0 0,0-1 0 0 0,0 1 0 0 0,0 0 0 0 0,0-1 0 0 0,0 1 0 0 0,0 0 0 0 0,0-1 0 0 0,-1 1 0 0 0,1 0 0 0 0,0-1 0 0 0,0 1 0 0 0,0 0 0 0 0,0-1 0 0 0,-1 1 0 0 0,1 0 0 0 0,0-1 0 0 0,-1 1 0 0 0,-18-10 65 0 0,-114-52 930 0 0,115 52-818 0 0,0 1 0 0 0,-1 0-1 0 0,0 1 1 0 0,-1 1-1 0 0,0 1 1 0 0,-37-7-1 0 0,-13 5 484 0 0,0 3-1 0 0,-1 2 0 0 0,1 4 1 0 0,-1 3-1 0 0,1 3 0 0 0,-118 27 1 0 0,156-25-295 0 0,1 2 0 0 0,1 2 1 0 0,0 1-1 0 0,-49 30 1 0 0,39-14 114 0 0,1 1 0 0 0,1 1 0 0 0,2 3 1 0 0,1 1-1 0 0,2 1 0 0 0,-42 62 0 0 0,56-72-164 0 0,2 1 0 0 0,1 1 0 0 0,2 0 0 0 0,1 1 0 0 0,1 1 0 0 0,1 0 0 0 0,2 0 0 0 0,-10 61 0 0 0,-11 189 336 0 0,26-209-395 0 0,10 139 1 0 0,-3-180-258 0 0,2 1 0 0 0,2-1 0 0 0,0 0 0 0 0,2-1 0 0 0,2 0 0 0 0,0 0 0 0 0,2-1 0 0 0,1-1 0 0 0,2 0 0 0 0,0-1 0 0 0,2 0 0 0 0,1-2 0 0 0,1 0 0 0 0,1-1 0 0 0,1-1 0 0 0,1-1 0 0 0,1-1 0 0 0,1-1 0 0 0,1-2 0 0 0,0 0 0 0 0,1-1 0 0 0,36 15 0 0 0,-22-15 0 0 0,1-2 0 0 0,0-1 0 0 0,1-2 0 0 0,83 11 0 0 0,-56-16 0 0 0,0-4 0 0 0,97-7 0 0 0,-41-6 0 0 0,140-29 0 0 0,-199 25 0 0 0,0-4 0 0 0,-2-2 0 0 0,109-50 0 0 0,-152 59-144 0 0,-2-1 1 0 0,0-2 0 0 0,0 0 0 0 0,-1 0 0 0 0,-1-2 0 0 0,0-1 0 0 0,-1 0 0 0 0,-1-1-1 0 0,-1 0 1 0 0,0-2 0 0 0,-2 0 0 0 0,0 0 0 0 0,-1-1 0 0 0,11-27 0 0 0,-1-9-343 0 0,-2 0 0 0 0,-3-2 0 0 0,-2 0 0 0 0,10-82 0 0 0,-20 101 177 0 0,-1 0 0 0 0,-3 0 0 0 0,-1 0 0 0 0,-1 0 1 0 0,-3 0-1 0 0,-11-56 0 0 0,12 84 207 0 0,0 1 1 0 0,-1 0 0 0 0,-1 0-1 0 0,1 0 1 0 0,-2 0 0 0 0,0 1-1 0 0,0 0 1 0 0,-1 0 0 0 0,0 1-1 0 0,0-1 1 0 0,-1 1 0 0 0,-14-11 0 0 0,8 8-44 0 0,-2 1 0 0 0,0 0 0 0 0,0 1 0 0 0,0 1 1 0 0,-2 1-1 0 0,1 0 0 0 0,-22-6 0 0 0,-8 2 187 0 0,-1 1 0 0 0,1 3 0 0 0,-1 2 0 0 0,-1 1 0 0 0,-63 4 1 0 0,23 3 426 0 0,-1 5 1 0 0,1 3-1 0 0,-117 29 1 0 0,149-23-269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17.7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1775 177 9830 0 0,'-1'-14'0'0'0,"-1"9"24"0"0,0 1 0 0 0,0-1 0 0 0,-1 1 0 0 0,1 0 0 0 0,-1 0 0 0 0,0 0 0 0 0,0 0 0 0 0,0 0 0 0 0,-1 0 0 0 0,1 1 0 0 0,-1 0 0 0 0,0 0 0 0 0,0 0 0 0 0,-7-4 0 0 0,-8-7 153 0 0,6 4-49 0 0,1 1 0 0 0,-2 0 0 0 0,1 1 0 0 0,-1 1 0 0 0,0 0 0 0 0,0 1 0 0 0,-1 1 0 0 0,0 0 0 0 0,0 1 0 0 0,0 0 0 0 0,-18-1 0 0 0,-8 0 198 0 0,1 3 1 0 0,0 1 0 0 0,-49 5-1 0 0,84-4-297 0 0,-546 65 3724 0 0,517-56-3439 0 0,1 0 0 0 0,-1 3-1 0 0,2 0 1 0 0,-1 2 0 0 0,-52 32 0 0 0,23-6 657 0 0,-95 80-1 0 0,137-102-704 0 0,1 1 0 0 0,0 1-1 0 0,2 0 1 0 0,1 1 0 0 0,0 1 0 0 0,-22 42 0 0 0,6 3 549 0 0,-28 82 1 0 0,50-115-532 0 0,1 0 1 0 0,1 1-1 0 0,2 0 0 0 0,2 0 0 0 0,0 48 1 0 0,8 2-187 0 0,31 163 1 0 0,-21-166-95 0 0,-4-23-4 0 0,3-1 0 0 0,3 0 0 0 0,1-1 0 0 0,4-2 0 0 0,2 0 0 0 0,2-1 0 0 0,2-1 0 0 0,3-1 0 0 0,54 72 0 0 0,-61-95 0 0 0,0 0 0 0 0,2-2 0 0 0,47 40 0 0 0,-56-55 0 0 0,1 0 0 0 0,0-1 0 0 0,0-1 0 0 0,2 0 0 0 0,-1-1 0 0 0,1-1 0 0 0,0-1 0 0 0,29 6 0 0 0,78 10 0 0 0,1-6 0 0 0,1-6 0 0 0,133-5 0 0 0,-193-8 0 0 0,-1-3 0 0 0,-1-2 0 0 0,1-4 0 0 0,-1-2 0 0 0,-1-3 0 0 0,-1-3 0 0 0,0-3 0 0 0,64-32 0 0 0,-92 35-168 0 0,-1-1 0 0 0,-1-2 0 0 0,0-1 0 0 0,-2-1 0 0 0,-1-2 0 0 0,-1-1 0 0 0,-1-2 0 0 0,-2-1 0 0 0,36-49 0 0 0,-45 53 18 0 0,-1-2 0 0 0,-2 0 0 0 0,0-1-1 0 0,-2 0 1 0 0,-1-1 0 0 0,-2-1 0 0 0,0 0 0 0 0,-3 0 0 0 0,0-1-1 0 0,-2 0 1 0 0,-1 0 0 0 0,-1-47 0 0 0,-5 28-248 0 0,-2 0 0 0 0,-1 1 0 0 0,-4 0 0 0 0,-1 0 1 0 0,-2 1-1 0 0,-3 1 0 0 0,-35-80 0 0 0,36 98 150 0 0,-2 2 1 0 0,-1 0-1 0 0,0 0 0 0 0,-3 2 1 0 0,0 0-1 0 0,-1 2 0 0 0,-1 0 0 0 0,-2 1 1 0 0,0 2-1 0 0,-1 0 0 0 0,-2 2 1 0 0,0 0-1 0 0,-34-16 0 0 0,30 20 279 0 0,0 2-1 0 0,-1 1 1 0 0,-1 1-1 0 0,0 2 0 0 0,0 1 1 0 0,-1 2-1 0 0,0 1 1 0 0,0 2-1 0 0,0 1 1 0 0,-1 1-1 0 0,1 3 1 0 0,0 0-1 0 0,0 2 1 0 0,0 2-1 0 0,1 1 0 0 0,-1 2 1 0 0,2 1-1 0 0,-1 1 1 0 0,1 2-1 0 0,-44 25 1 0 0,51-25 159 0 0,0 2 0 0 0,1 1 0 0 0,1 1 0 0 0,-22 20 0 0 0,10-5 94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1.2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7 203 9830 0 0,'-2'-8'78'0'0,"1"1"0"0"0,0 0-1 0 0,0 0 1 0 0,0-1 0 0 0,1 1-1 0 0,0-14 1 0 0,3 15-80 0 0,0 0 0 0 0,0 0 0 0 0,0 0 1 0 0,0 1-1 0 0,1-1 0 0 0,0 1 0 0 0,0 0 0 0 0,0 0 0 0 0,1 0 0 0 0,0 1 0 0 0,0-1 0 0 0,0 1 0 0 0,0 0 1 0 0,1 1-1 0 0,-1-1 0 0 0,1 1 0 0 0,0 0 0 0 0,8-2 0 0 0,11-5 137 0 0,0 1-1 0 0,0 2 1 0 0,28-5-1 0 0,-31 8 50 0 0,1 1 0 0 0,-1 2-1 0 0,0 0 1 0 0,1 1 0 0 0,-1 1-1 0 0,1 1 1 0 0,29 7 0 0 0,-41-6-91 0 0,0 0 0 0 0,-1 0 1 0 0,0 1-1 0 0,0 1 1 0 0,0 0-1 0 0,0 0 0 0 0,14 10 1 0 0,-19-11-44 0 0,0 1 0 0 0,-1-1-1 0 0,1 0 1 0 0,-1 1 0 0 0,0 0 0 0 0,0 0 0 0 0,-1 0-1 0 0,1 1 1 0 0,-1-1 0 0 0,0 1 0 0 0,-1 0 0 0 0,1 0 0 0 0,2 12-1 0 0,-4-11 1 0 0,0 0 0 0 0,-1 1 0 0 0,0-1 0 0 0,0 0 0 0 0,-1 1 0 0 0,0-1 0 0 0,0 0 0 0 0,-1 0 0 0 0,0 1 0 0 0,0-1 0 0 0,0-1 0 0 0,-1 1 0 0 0,0 0 0 0 0,-6 9 0 0 0,-8 11 213 0 0,0-2 1 0 0,-21 25-1 0 0,33-45-215 0 0,-50 55 536 0 0,37-42-334 0 0,2 0 1 0 0,0 0 0 0 0,-15 24 0 0 0,29-39-221 0 0,0 0 0 0 0,1 0 1 0 0,0 0-1 0 0,0 0 0 0 0,0 0 1 0 0,0 0-1 0 0,0 1 0 0 0,0-1 0 0 0,1 0 1 0 0,0 1-1 0 0,0-1 0 0 0,0 0 1 0 0,0 1-1 0 0,0-1 0 0 0,0 0 1 0 0,1 1-1 0 0,0-1 0 0 0,0 0 0 0 0,0 1 1 0 0,0-1-1 0 0,0 0 0 0 0,0 0 1 0 0,1 0-1 0 0,0 0 0 0 0,-1 0 1 0 0,1-1-1 0 0,3 4 0 0 0,7 8 103 0 0,1 0 0 0 0,0-2 0 0 0,0 1-1 0 0,16 10 1 0 0,-3-2 26 0 0,22 20 527 0 0,42 50 1 0 0,-88-89-671 0 0,0 0 1 0 0,0 0 0 0 0,0 1 0 0 0,0-1 0 0 0,-1 1-1 0 0,1-1 1 0 0,-1 1 0 0 0,1 0 0 0 0,-1 0-1 0 0,0-1 1 0 0,0 1 0 0 0,0 0 0 0 0,-1 0-1 0 0,1 0 1 0 0,-1 0 0 0 0,1 0 0 0 0,-1 0 0 0 0,0 0-1 0 0,0 0 1 0 0,0 0 0 0 0,-1 0 0 0 0,0 3-1 0 0,-1-1 31 0 0,0 0 0 0 0,0-1 0 0 0,0 0 0 0 0,-1 1-1 0 0,1-1 1 0 0,-1 0 0 0 0,0 0 0 0 0,0-1 0 0 0,-1 1-1 0 0,1 0 1 0 0,-1-1 0 0 0,-5 4 0 0 0,-6 3 100 0 0,0 0 1 0 0,-1-2-1 0 0,0 1 0 0 0,0-2 0 0 0,-1 0 1 0 0,-26 6-1 0 0,26-7 16 0 0,13-4-139 0 0,0 0 0 0 0,-1-1 0 0 0,1 0 1 0 0,-1 0-1 0 0,1 0 0 0 0,-1 0 0 0 0,1-1 0 0 0,-1 0 0 0 0,0 0 0 0 0,1 0 1 0 0,-1 0-1 0 0,1-1 0 0 0,-1 0 0 0 0,1 0 0 0 0,-1 0 0 0 0,-4-2 1 0 0,5 2 13 0 0,1 1 0 0 0,0-1 0 0 0,-1-1 0 0 0,1 1 0 0 0,0 0 0 0 0,0-1 0 0 0,0 0 0 0 0,0 1 0 0 0,0-1-1 0 0,0 0 1 0 0,-2-3 0 0 0,4 4-22 0 0,1 0 0 0 0,-1 0-1 0 0,0-1 1 0 0,1 1-1 0 0,-1 0 1 0 0,1 0-1 0 0,0 0 1 0 0,-1-1-1 0 0,1 1 1 0 0,0 0-1 0 0,0-1 1 0 0,0 1-1 0 0,0 0 1 0 0,0-1-1 0 0,0 1 1 0 0,0 0-1 0 0,0-1 1 0 0,0 1 0 0 0,1 0-1 0 0,-1 0 1 0 0,0-1-1 0 0,1 1 1 0 0,-1 0-1 0 0,1 0 1 0 0,0 0-1 0 0,-1-1 1 0 0,1 1-1 0 0,0 0 1 0 0,0 0-1 0 0,0 0 1 0 0,0 0-1 0 0,-1 0 1 0 0,1 1-1 0 0,0-1 1 0 0,2-1 0 0 0,17-16-135 0 0,0 1 1 0 0,1 1 0 0 0,0 1 0 0 0,37-19 0 0 0,14-6-406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1.5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557 37 9830 0 0,'-2'-3'15'0'0,"0"0"1"0"0,-1 0-1 0 0,0 1 0 0 0,1-1 1 0 0,-1 1-1 0 0,0-1 0 0 0,-1 1 1 0 0,1 0-1 0 0,0 0 0 0 0,-1 0 0 0 0,1 1 1 0 0,-1-1-1 0 0,1 1 0 0 0,-1 0 1 0 0,1 0-1 0 0,-1 0 0 0 0,0 0 1 0 0,0 1-1 0 0,0-1 0 0 0,1 1 0 0 0,-7 0 1 0 0,-6 0 84 0 0,1 1 0 0 0,0 1 1 0 0,0 0-1 0 0,-17 5 0 0 0,0 2 179 0 0,2 1 0 0 0,-1 1 1 0 0,2 2-1 0 0,-1 1 0 0 0,-34 23 0 0 0,49-28-129 0 0,0 2 0 0 0,0 0 0 0 0,1 1-1 0 0,0 0 1 0 0,1 1 0 0 0,0 1 0 0 0,1 0 0 0 0,1 0-1 0 0,0 2 1 0 0,-15 27 0 0 0,24-39-111 0 0,1 1-1 0 0,-1-1 1 0 0,1 1-1 0 0,-1 0 1 0 0,1-1 0 0 0,1 1-1 0 0,-1 0 1 0 0,1 0-1 0 0,0 0 1 0 0,0 0 0 0 0,0-1-1 0 0,0 1 1 0 0,1 0 0 0 0,0 0-1 0 0,2 5 1 0 0,0-2 19 0 0,0 0 1 0 0,0-1-1 0 0,1 1 0 0 0,0-1 1 0 0,1 0-1 0 0,0-1 1 0 0,0 1-1 0 0,7 7 0 0 0,4 1 122 0 0,0-1 0 0 0,1 0-1 0 0,0-2 1 0 0,1 0-1 0 0,35 18 1 0 0,-6-10 225 0 0,1-1-1 0 0,1-3 1 0 0,1-2 0 0 0,0-2 0 0 0,0-2-1 0 0,1-3 1 0 0,0-1 0 0 0,0-3 0 0 0,1-2 0 0 0,94-11-1 0 0,-132 8-279 0 0,0 0-1 0 0,0-1 0 0 0,0 0 1 0 0,-1-1-1 0 0,0-1 1 0 0,20-9-1 0 0,-30 13-118 0 0,0-1 1 0 0,-1 1-1 0 0,1-1 0 0 0,0 0 0 0 0,-1 1 1 0 0,0-1-1 0 0,1 0 0 0 0,-1-1 1 0 0,0 1-1 0 0,0 0 0 0 0,0-1 0 0 0,0 1 1 0 0,-1-1-1 0 0,1 1 0 0 0,-1-1 1 0 0,1 0-1 0 0,-1 0 0 0 0,0 0 0 0 0,0 0 1 0 0,0 1-1 0 0,0-1 0 0 0,-1-1 0 0 0,1 1 1 0 0,-1 0-1 0 0,0 0 0 0 0,0 0 1 0 0,0 0-1 0 0,0 0 0 0 0,-1 0 0 0 0,1 0 1 0 0,-1 0-1 0 0,1 0 0 0 0,-1 0 0 0 0,-3-6 1 0 0,-8-16-178 0 0,0 0 0 0 0,-3 0 0 0 0,0 1 0 0 0,-1 1 0 0 0,-1 1 0 0 0,-26-27 0 0 0,-10-4-369 0 0,-66-52 0 0 0,99 89 429 0 0,0 2 0 0 0,-1 0 0 0 0,-1 2 0 0 0,0 0 0 0 0,0 1 0 0 0,-1 2 0 0 0,-1 0 0 0 0,-39-9 0 0 0,31 12 240 0 0,-1 1 0 0 0,0 1 0 0 0,0 2 0 0 0,0 1-1 0 0,-62 8 1 0 0,61-2 13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1.9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1641 52 9830 0 0,'-82'6'581'0'0,"1"3"0"0"0,0 3 1 0 0,0 4-1 0 0,1 4 0 0 0,2 3 0 0 0,0 4 0 0 0,2 2 0 0 0,0 5 0 0 0,3 2 1 0 0,1 3-1 0 0,2 4 0 0 0,2 3 0 0 0,1 2 0 0 0,4 4 0 0 0,1 2 0 0 0,3 3 1 0 0,-66 81-1 0 0,89-93-133 0 0,3 1 0 0 0,2 2 0 0 0,1 1 1 0 0,3 2-1 0 0,2 0 0 0 0,-28 86 0 0 0,44-110-279 0 0,2 0-1 0 0,1 0 0 0 0,1 0 0 0 0,2 1 0 0 0,0 0 0 0 0,2 0 0 0 0,1-1 0 0 0,1 1 1 0 0,2 0-1 0 0,0 0 0 0 0,2-1 0 0 0,1 0 0 0 0,1 0 0 0 0,2 0 0 0 0,17 39 1 0 0,-12-40-156 0 0,2 0 1 0 0,0 0-1 0 0,1-2 1 0 0,2 0-1 0 0,0-1 1 0 0,45 40 0 0 0,-31-35-10 0 0,2-2 1 0 0,0-1 0 0 0,2-2 0 0 0,49 23-1 0 0,3-9-10 0 0,2-3 0 0 0,1-4 1 0 0,157 30-1 0 0,-93-32-83 0 0,1-7 0 0 0,1-7 0 0 0,257-10 0 0 0,-275-13-112 0 0,0-6-1 0 0,-1-6 0 0 0,-1-6 1 0 0,180-60-1 0 0,-247 62-396 0 0,-1-2 0 0 0,-2-4 1 0 0,-1-2-1 0 0,-1-3 0 0 0,-2-3 0 0 0,85-69 1 0 0,-114 79 257 0 0,-2-2 1 0 0,0-2-1 0 0,-3-1 1 0 0,0-1 0 0 0,-2-2-1 0 0,-2-1 1 0 0,-2 0-1 0 0,-1-2 1 0 0,-2-1 0 0 0,-2-1-1 0 0,24-75 1 0 0,-33 75 127 0 0,-1 0 1 0 0,-3-1-1 0 0,-1 1 0 0 0,-2-1 1 0 0,-2 0-1 0 0,-2 0 1 0 0,-2 0-1 0 0,-2 0 0 0 0,-1 1 1 0 0,-3 0-1 0 0,-1 0 1 0 0,-2 1-1 0 0,-2 0 0 0 0,-2 1 1 0 0,-1 1-1 0 0,-31-51 1 0 0,27 54 24 0 0,-2 0 1 0 0,-1 2 0 0 0,-2 0 0 0 0,-1 2 0 0 0,-2 1-1 0 0,-1 1 1 0 0,-1 2 0 0 0,-1 1 0 0 0,-2 1 0 0 0,0 2-1 0 0,-2 2 1 0 0,-1 1 0 0 0,0 1 0 0 0,-1 3 0 0 0,-1 1-1 0 0,-69-18 1 0 0,48 22 544 0 0,-1 4 0 0 0,0 2 0 0 0,0 2-1 0 0,-1 4 1 0 0,-92 10 0 0 0,36 6 1042 0 0,-220 60 0 0 0,234-45-337 0 0,2 5 0 0 0,-134 66 0 0 0,178-72-548 0 0,1 3-1 0 0,1 3 1 0 0,2 1-1 0 0,2 3 1 0 0,-51 51-1 0 0,33-17 159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2.3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1257 78 9830 0 0,'32'-75'0'0'0,"-32"75"0"0"0,0 0 0 0 0,-1 0 0 0 0,1 0 0 0 0,0 0 0 0 0,0 0 0 0 0,0 0 0 0 0,0 0 0 0 0,0 0 0 0 0,-1 0 0 0 0,1 0 0 0 0,0 0 0 0 0,0 0 0 0 0,0 0 0 0 0,0 0 0 0 0,0 0 0 0 0,0 0 0 0 0,-1 0 0 0 0,1 0 0 0 0,0 0 0 0 0,0 0 0 0 0,0 0 0 0 0,0-1 0 0 0,0 1 0 0 0,0 0 0 0 0,-1 0 0 0 0,1 0 0 0 0,0 0 0 0 0,0 0 0 0 0,0 0 0 0 0,0 0 0 0 0,0 0 0 0 0,0-1 0 0 0,0 1 0 0 0,0 0 0 0 0,0 0 0 0 0,0 0 0 0 0,-27 30 305 0 0,-28 42 0 0 0,-4 6 333 0 0,-297 315 2858 0 0,-23-18-6 0 0,99-101-774 0 0,186-176-1719 0 0,84-93-952 0 0,-15-6 183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2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465 365 9830 0 0,'-1'-1'12'0'0,"0"0"-1"0"0,-1 1 1 0 0,1-1-1 0 0,-1 0 1 0 0,1 1 0 0 0,-1-1-1 0 0,1 1 1 0 0,-1-1-1 0 0,0 1 1 0 0,1 0-1 0 0,-1 0 1 0 0,1 0 0 0 0,-1 0-1 0 0,0 0 1 0 0,1 0-1 0 0,-1 0 1 0 0,1 0-1 0 0,-1 1 1 0 0,0-1 0 0 0,1 0-1 0 0,-1 1 1 0 0,1 0-1 0 0,-2 0 1 0 0,-3 2 29 0 0,-9 2 89 0 0,1 0 1 0 0,0 2 0 0 0,0 0-1 0 0,0 0 1 0 0,1 1 0 0 0,0 1-1 0 0,1 0 1 0 0,-14 13 0 0 0,2 0 221 0 0,0 2 0 0 0,-33 44 0 0 0,33-35-54 0 0,0 0 0 0 0,3 2 0 0 0,0 0 0 0 0,3 2 0 0 0,1 0-1 0 0,1 1 1 0 0,-13 51 0 0 0,26-73-175 0 0,0-1-1 0 0,1 1 0 0 0,1 0 0 0 0,0 0 1 0 0,1 0-1 0 0,1-1 0 0 0,0 1 0 0 0,1 0 1 0 0,6 22-1 0 0,-4-26-17 0 0,0 0 1 0 0,1 0-1 0 0,1 0 1 0 0,0 0-1 0 0,1-1 0 0 0,0 0 1 0 0,0-1-1 0 0,1 1 1 0 0,1-1-1 0 0,0-1 1 0 0,0 0-1 0 0,21 16 0 0 0,-11-13 81 0 0,0 0-1 0 0,2-1 1 0 0,-1-2-1 0 0,1 0 1 0 0,1-1-1 0 0,-1 0 0 0 0,1-2 1 0 0,1-1-1 0 0,-1-1 1 0 0,1-1-1 0 0,0 0 0 0 0,-1-2 1 0 0,45-3-1 0 0,-2-4 385 0 0,0-3-1 0 0,0-2 0 0 0,105-33 0 0 0,-109 24-901 0 0,-1-2 0 0 0,-1-2 0 0 0,-2-3 0 0 0,0-3 0 0 0,-2-2 0 0 0,56-43 0 0 0,-94 62 208 0 0,-1-1 0 0 0,-1-1 0 0 0,0 0 0 0 0,-1-1 1 0 0,-1 0-1 0 0,0-1 0 0 0,-1-1 0 0 0,14-28 1 0 0,-19 31 25 0 0,-1 1 0 0 0,-1-1 0 0 0,0-1 0 0 0,-1 1 0 0 0,0-1 1 0 0,-2 1-1 0 0,0-1 0 0 0,0 0 0 0 0,-2 0 0 0 0,0 0 1 0 0,-1 0-1 0 0,-2-16 0 0 0,-4-3-104 0 0,-1 0-1 0 0,-1 1 1 0 0,-2 0 0 0 0,-2 1 0 0 0,-1 0-1 0 0,-1 1 1 0 0,-2 1 0 0 0,-1 0-1 0 0,-1 1 1 0 0,-43-49 0 0 0,44 58 40 0 0,-2 1 1 0 0,0 1 0 0 0,-1 0-1 0 0,-1 2 1 0 0,-1 1-1 0 0,0 0 1 0 0,-1 2-1 0 0,-1 1 1 0 0,0 1 0 0 0,-1 1-1 0 0,0 1 1 0 0,0 1-1 0 0,-1 1 1 0 0,-38-5-1 0 0,19 9 360 0 0,-1 1-1 0 0,0 2 1 0 0,1 3-1 0 0,-1 1 1 0 0,0 3-1 0 0,1 1 1 0 0,0 3-1 0 0,1 2 1 0 0,0 1-1 0 0,1 2 1 0 0,0 3-1 0 0,2 1 1 0 0,-47 29-1 0 0,59-24-55 0 0,9-3 132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3.6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9 9830 0 0,'-4'-9'0'0'0,"8"44"292"0"0,1-21-173 0 0,1-1 1 0 0,1 0-1 0 0,0 0 1 0 0,1-1-1 0 0,0 0 1 0 0,1 0-1 0 0,0-1 1 0 0,1 0-1 0 0,0-1 1 0 0,14 12-1 0 0,21 14 486 0 0,58 36 0 0 0,-98-69-556 0 0,140 87 1828 0 0,208 93 0 0 0,172 38 1799 0 0,590 159 2413 0 0,-971-332-6089 0 0,-128-41 0 0 0,-5 0 0 0 0,-8 3 0 0 0,-18 8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5.2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 86 9830 0 0,'-24'-1'46'0'0,"6"-4"136"0"0,18 4-178 0 0,-1 1 0 0 0,1 0 0 0 0,0-1 1 0 0,-1 1-1 0 0,1 0 0 0 0,0-1 0 0 0,-1 1 0 0 0,1-1 1 0 0,0 1-1 0 0,0-1 0 0 0,0 1 0 0 0,-1-1 1 0 0,1 1-1 0 0,0 0 0 0 0,0-1 0 0 0,0 1 0 0 0,0-1 1 0 0,0 1-1 0 0,0-1 0 0 0,0 1 0 0 0,0-1 1 0 0,0 1-1 0 0,0-1 0 0 0,0 1 0 0 0,0-2 1 0 0,1-1 15 0 0,0 1 1 0 0,0-1 0 0 0,-1 0 0 0 0,2 0 0 0 0,-1 1 0 0 0,0-1 0 0 0,1 1 0 0 0,-1-1 0 0 0,1 1 0 0 0,-1-1 0 0 0,1 1 0 0 0,0 0 0 0 0,0 0 0 0 0,0 0 0 0 0,1 0 0 0 0,-1 0 0 0 0,5-2 0 0 0,-1 0 45 0 0,0 2 1 0 0,0-1 0 0 0,1 1-1 0 0,-1 0 1 0 0,0 0 0 0 0,1 0 0 0 0,11 0-1 0 0,-4 0 72 0 0,-1 2-1 0 0,1 0 0 0 0,0 1 0 0 0,0 0 1 0 0,-1 1-1 0 0,1 0 0 0 0,17 6 0 0 0,-21-5-67 0 0,0 1 0 0 0,-1 1-1 0 0,0-1 1 0 0,0 2-1 0 0,0-1 1 0 0,0 1 0 0 0,-1 0-1 0 0,0 1 1 0 0,0 0-1 0 0,-1 0 1 0 0,9 11 0 0 0,-13-13-21 0 0,1 0 1 0 0,-1 0 0 0 0,0 0 0 0 0,0 0 0 0 0,-1 1 0 0 0,0-1 0 0 0,0 1 0 0 0,0 0 0 0 0,0-1 0 0 0,-1 1 0 0 0,0 0 0 0 0,-1 0-1 0 0,1 0 1 0 0,-1 0 0 0 0,0 0 0 0 0,0 0 0 0 0,-1 0 0 0 0,0 0 0 0 0,0 0 0 0 0,-3 10 0 0 0,-5 5 133 0 0,-2 1 0 0 0,0-1 1 0 0,-1-1-1 0 0,-1 0 0 0 0,-1-1 0 0 0,0-1 0 0 0,-2 0 1 0 0,-28 26-1 0 0,16-15 366 0 0,-42 55 0 0 0,69-82-533 0 0,0 0 0 0 0,0-1 0 0 0,0 1 0 0 0,0 0 1 0 0,0 0-1 0 0,1-1 0 0 0,-1 1 0 0 0,0 0 1 0 0,1 0-1 0 0,0 0 0 0 0,-1 0 0 0 0,1 0 0 0 0,0 0 1 0 0,0 0-1 0 0,0 0 0 0 0,0 0 0 0 0,1 0 0 0 0,-1 0 1 0 0,0 0-1 0 0,1 0 0 0 0,-1 0 0 0 0,1-1 0 0 0,0 1 1 0 0,0 0-1 0 0,0 0 0 0 0,0-1 0 0 0,0 1 0 0 0,0 0 1 0 0,0-1-1 0 0,0 1 0 0 0,1-1 0 0 0,-1 1 0 0 0,2 0 1 0 0,6 7 117 0 0,1-1 0 0 0,0-1 1 0 0,1 0-1 0 0,13 8 0 0 0,-8-6 28 0 0,51 30 394 0 0,-27-17 3 0 0,-1 2-1 0 0,62 51 1 0 0,-98-73-530 0 0,-1 0-1 0 0,0 0 1 0 0,1 0 0 0 0,-1 0 0 0 0,0 1 0 0 0,0-1 0 0 0,-1 1 0 0 0,1-1 0 0 0,0 1 0 0 0,-1 0 0 0 0,0 0-1 0 0,1 0 1 0 0,-1 0 0 0 0,-1 0 0 0 0,1 0 0 0 0,0 0 0 0 0,-1 0 0 0 0,1 0 0 0 0,-1 0 0 0 0,0 0-1 0 0,0 0 1 0 0,0 5 0 0 0,-2-3 26 0 0,1 0-1 0 0,-1 0 0 0 0,0 0 1 0 0,0-1-1 0 0,-1 1 1 0 0,1 0-1 0 0,-1-1 0 0 0,0 0 1 0 0,-1 1-1 0 0,1-1 1 0 0,-1 0-1 0 0,-4 4 0 0 0,-7 5 124 0 0,-1-1 0 0 0,-1 0 0 0 0,0-1 0 0 0,0-1-1 0 0,-1 0 1 0 0,-19 7 0 0 0,17-10 83 0 0,1 0 0 0 0,-2-2 0 0 0,-35 6 0 0 0,46-9-156 0 0,0-1 0 0 0,-1-1 0 0 0,1 0 0 0 0,-1 0 0 0 0,1-1 0 0 0,-1 0 0 0 0,1-1 0 0 0,0 0-1 0 0,-14-5 1 0 0,22 6-87 0 0,1 0-1 0 0,-1 1 0 0 0,0-1 0 0 0,1 0 0 0 0,-1 0 1 0 0,1 0-1 0 0,-1 0 0 0 0,1 0 0 0 0,0 0 0 0 0,-1-1 1 0 0,1 1-1 0 0,0 0 0 0 0,0-1 0 0 0,0 1 1 0 0,0-1-1 0 0,0 1 0 0 0,0-1 0 0 0,0 1 0 0 0,0-1 1 0 0,1 0-1 0 0,-1 1 0 0 0,1-1 0 0 0,-1 0 1 0 0,1 0-1 0 0,0 1 0 0 0,-1-1 0 0 0,1 0 0 0 0,0 0 1 0 0,0 1-1 0 0,0-1 0 0 0,1 0 0 0 0,-1 0 1 0 0,0 0-1 0 0,1 1 0 0 0,-1-1 0 0 0,2-3 0 0 0,7-9 211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5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717 317 9830 0 0,'0'-11'0'0'0,"-3"-1"0"0"0,1-3 0 0 0,2-1 0 0 0,0 15 0 0 0,0 0 0 0 0,0 0 0 0 0,0 0 0 0 0,0-1 0 0 0,0 1 0 0 0,1 0 0 0 0,-1 0 0 0 0,0 0 0 0 0,1 0 0 0 0,-1 0 0 0 0,1 0 0 0 0,-1-1 0 0 0,1 1 0 0 0,-1 0 0 0 0,1 0 0 0 0,0 1 0 0 0,0-1 0 0 0,-1 0 0 0 0,3-1 0 0 0,9-16 0 0 0,13-38 0 0 0,-24 51 10 0 0,1-1-1 0 0,-1 0 1 0 0,-1 0 0 0 0,1 0-1 0 0,-1 0 1 0 0,0 1 0 0 0,0-1-1 0 0,-1 0 1 0 0,0 0 0 0 0,0 0-1 0 0,0 0 1 0 0,-1 1 0 0 0,0-1-1 0 0,0 1 1 0 0,0-1 0 0 0,-1 1-1 0 0,1 0 1 0 0,-1 0 0 0 0,-1 0-1 0 0,1 0 1 0 0,-1 0-1 0 0,0 1 1 0 0,0 0 0 0 0,0-1-1 0 0,0 2 1 0 0,-1-1 0 0 0,0 0-1 0 0,1 1 1 0 0,-1 0 0 0 0,-1 0-1 0 0,1 0 1 0 0,-7-2 0 0 0,4 4 45 0 0,1 0 0 0 0,-1 0 0 0 0,0 0-1 0 0,0 1 1 0 0,0 0 0 0 0,0 1 0 0 0,0 0 0 0 0,0 0 0 0 0,0 1 0 0 0,0 0 0 0 0,0 0 0 0 0,1 1 0 0 0,-1 0 0 0 0,1 0 0 0 0,-10 6 0 0 0,-3 3 180 0 0,1 1 0 0 0,-1 0 0 0 0,-32 32 0 0 0,43-36-143 0 0,1-1 0 0 0,0 2 0 0 0,1-1 0 0 0,0 1 0 0 0,0 0 0 0 0,1 0 0 0 0,0 1 0 0 0,1-1 0 0 0,1 1 0 0 0,-1 1 0 0 0,2-1 0 0 0,0 1 0 0 0,0-1 0 0 0,-1 13 0 0 0,3-16-23 0 0,1 0-1 0 0,-1 0 1 0 0,2 0-1 0 0,-1-1 1 0 0,1 1-1 0 0,0 0 1 0 0,1 0 0 0 0,0-1-1 0 0,0 1 1 0 0,0-1-1 0 0,1 0 1 0 0,0 1-1 0 0,1-1 1 0 0,0-1-1 0 0,0 1 1 0 0,0 0-1 0 0,1-1 1 0 0,0 0-1 0 0,0 0 1 0 0,0 0-1 0 0,1-1 1 0 0,9 8 0 0 0,-5-7 51 0 0,-1 1 1 0 0,1-1-1 0 0,0 0 1 0 0,1-1 0 0 0,-1-1-1 0 0,1 1 1 0 0,21 4-1 0 0,3-3 296 0 0,69 3 0 0 0,-75-7-188 0 0,-27-2-208 0 0,0 0-1 0 0,1 0 1 0 0,-1 0-1 0 0,1 0 1 0 0,-1 0-1 0 0,0 0 1 0 0,1 1 0 0 0,-1-1-1 0 0,0 1 1 0 0,1 0-1 0 0,-1-1 1 0 0,0 1-1 0 0,0 0 1 0 0,0 0 0 0 0,0 1-1 0 0,0-1 1 0 0,0 0-1 0 0,0 1 1 0 0,0-1-1 0 0,0 1 1 0 0,0 0 0 0 0,-1-1-1 0 0,1 1 1 0 0,-1 0-1 0 0,1 0 1 0 0,-1 0-1 0 0,0 0 1 0 0,0 0-1 0 0,2 5 1 0 0,-2-1 29 0 0,-1 0-1 0 0,0-1 1 0 0,0 1 0 0 0,0 0-1 0 0,-1 0 1 0 0,0 0 0 0 0,0 0-1 0 0,-3 10 1 0 0,-1 7 244 0 0,-1 42 157 0 0,0 5 451 0 0,-24 118 1 0 0,28-181-858 0 0,0-1 1 0 0,0 0-1 0 0,0 1 1 0 0,-1-1 0 0 0,0 0-1 0 0,0-1 1 0 0,0 1-1 0 0,-1 0 1 0 0,0-1 0 0 0,0 0-1 0 0,0 0 1 0 0,-1 0-1 0 0,0-1 1 0 0,0 1 0 0 0,0-1-1 0 0,-9 6 1 0 0,4-5 43 0 0,0 0-1 0 0,-1-1 1 0 0,1-1 0 0 0,-1 1 0 0 0,0-2 0 0 0,0 1 0 0 0,0-2 0 0 0,0 1 0 0 0,-13-1 0 0 0,-28 1 340 0 0,0-3 0 0 0,1-1 1 0 0,-1-3-1 0 0,0-2 1 0 0,-52-15-1 0 0,89 17-283 0 0,1 0 0 0 0,0-1 0 0 0,0 0 0 0 0,1-1 0 0 0,0 0 0 0 0,0-1 0 0 0,-16-14 0 0 0,13 10-99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6.3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903 623 9830 0 0,'-39'6'292'0'0,"1"1"0"0"0,0 2 0 0 0,0 2 1 0 0,1 1-1 0 0,0 2 0 0 0,1 1 0 0 0,1 2 0 0 0,1 2 0 0 0,0 1 0 0 0,1 1 0 0 0,2 2 0 0 0,0 1 0 0 0,1 1 1 0 0,-44 50-1 0 0,36-31 135 0 0,2 0 1 0 0,1 3 0 0 0,3 1 0 0 0,2 1 0 0 0,2 2-1 0 0,2 0 1 0 0,3 2 0 0 0,2 1 0 0 0,-20 77-1 0 0,33-97-172 0 0,1 0-1 0 0,2 0 0 0 0,1 0 0 0 0,2 1 1 0 0,1-1-1 0 0,2 1 0 0 0,1-1 1 0 0,2 1-1 0 0,1-1 0 0 0,2 0 1 0 0,1-1-1 0 0,1 0 0 0 0,2 0 0 0 0,2-1 1 0 0,1 0-1 0 0,1-1 0 0 0,2-1 1 0 0,0 0-1 0 0,3-2 0 0 0,0 0 0 0 0,44 45 1 0 0,-28-38-127 0 0,2-3 1 0 0,2-1-1 0 0,0-2 1 0 0,2-2-1 0 0,2-1 0 0 0,0-3 1 0 0,1-1-1 0 0,1-2 1 0 0,92 25-1 0 0,-73-29-7 0 0,2-3 0 0 0,0-3 0 0 0,0-2-1 0 0,1-4 1 0 0,0-2 0 0 0,127-15 0 0 0,-66-5-930 0 0,231-65 1 0 0,-268 54-93 0 0,-1-4-1 0 0,-2-5 1 0 0,113-63 0 0 0,-149 69 368 0 0,-1-2 0 0 0,-1-2 0 0 0,-2-2 0 0 0,-2-3 0 0 0,-2-1 1 0 0,44-53-1 0 0,-60 58 312 0 0,-1-1 0 0 0,-2-2 0 0 0,-1 0 0 0 0,-3-1-1 0 0,-1-2 1 0 0,-2 0 0 0 0,-2-1 0 0 0,21-85 0 0 0,-26 66-76 0 0,-2-2 0 0 0,-3 1 0 0 0,-3-1 0 0 0,-3 0 0 0 0,-2 0 0 0 0,-3 0 0 0 0,-4 1 1 0 0,-2 0-1 0 0,-31-108 0 0 0,24 120 11 0 0,-2 2 0 0 0,-2 0 0 0 0,-2 1 0 0 0,-3 1 0 0 0,-32-46 0 0 0,34 59 178 0 0,-3 2 0 0 0,0 1 0 0 0,-2 1 0 0 0,-1 1-1 0 0,-2 2 1 0 0,-66-46 0 0 0,65 53 201 0 0,-2 2-1 0 0,0 1 1 0 0,-1 2 0 0 0,0 1-1 0 0,-2 2 1 0 0,1 2-1 0 0,-45-7 1 0 0,30 10 240 0 0,0 2 1 0 0,0 2-1 0 0,-1 3 0 0 0,-94 10 1 0 0,59 5 62 0 0,2 3 1 0 0,0 5-1 0 0,1 2 1 0 0,1 5-1 0 0,2 3 1 0 0,-89 49 0 0 0,121-53 152 0 0,3 1 1 0 0,-75 60 0 0 0,80-53-164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8.6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1222 16 9830 0 0,'28'-15'0'0'0,"-95"87"772"0"0,-646 624 5894 0 0,600-584-5579 0 0,-128 136 1397 0 0,229-232-2262 0 0,-31 28 167 0 0,34-37-389 0 0,-33 22 386 0 0,32-20-386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9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92 9830 0 0,'-3'-11'0'0'0,"2"10"8"0"0,1-1 0 0 0,0 0 0 0 0,-1 1 0 0 0,1-1 0 0 0,0 1 0 0 0,0-1 0 0 0,0 1 1 0 0,0-1-1 0 0,0 0 0 0 0,0 1 0 0 0,1-1 0 0 0,-1 1 0 0 0,0-1 0 0 0,1 1 0 0 0,-1-1 0 0 0,1 1 0 0 0,0-1 0 0 0,0 1 0 0 0,-1-1 0 0 0,1 1 0 0 0,0 0 0 0 0,0 0 0 0 0,0-1 0 0 0,0 1 0 0 0,0 0 1 0 0,0 0-1 0 0,1 0 0 0 0,-1 0 0 0 0,0 0 0 0 0,1 0 0 0 0,1 0 0 0 0,0-1 7 0 0,6-4 35 0 0,0 2 0 0 0,1-1-1 0 0,0 1 1 0 0,-1 1 0 0 0,1 0-1 0 0,0 0 1 0 0,0 1 0 0 0,1 0-1 0 0,-1 1 1 0 0,0 0 0 0 0,1 0-1 0 0,-1 2 1 0 0,20 1 0 0 0,-18-1 40 0 0,0 1 0 0 0,0 0 1 0 0,-1 1-1 0 0,1 1 1 0 0,-1-1-1 0 0,0 2 0 0 0,1-1 1 0 0,-2 2-1 0 0,1-1 0 0 0,-1 2 1 0 0,16 11-1 0 0,-22-15-51 0 0,-1 1-1 0 0,1 0 1 0 0,-1 0-1 0 0,0 0 1 0 0,0 0-1 0 0,0 0 1 0 0,-1 1-1 0 0,1-1 1 0 0,-1 1-1 0 0,0-1 1 0 0,-1 1-1 0 0,1 0 1 0 0,-1 0-1 0 0,0 0 1 0 0,0 0-1 0 0,0 0 1 0 0,-1 0-1 0 0,0 0 1 0 0,0 0 0 0 0,0 0-1 0 0,0 0 1 0 0,-1 0-1 0 0,0 0 1 0 0,-3 10-1 0 0,-3 7 182 0 0,-2 0 0 0 0,-1-1-1 0 0,0 0 1 0 0,-17 25 0 0 0,-6 13 340 0 0,29-52-478 0 0,1 1 1 0 0,0 1-1 0 0,1-1 1 0 0,-1 0-1 0 0,2 1 1 0 0,-1-1-1 0 0,1 1 1 0 0,0 0-1 0 0,1 0 1 0 0,0-1-1 0 0,2 16 1 0 0,3-1 196 0 0,0-1 1 0 0,17 44-1 0 0,-12-42-8 0 0,-2 1-1 0 0,8 39 1 0 0,-15-53-188 0 0,0 0 1 0 0,-1-1 0 0 0,-1 1 0 0 0,1 0 0 0 0,-2-1 0 0 0,1 1 0 0 0,-2-1 0 0 0,1 1 0 0 0,-2-1 0 0 0,1 0 0 0 0,-1 0-1 0 0,-1 0 1 0 0,1-1 0 0 0,-2 1 0 0 0,1-1 0 0 0,-1 0 0 0 0,-1-1 0 0 0,0 1 0 0 0,-9 8 0 0 0,12-15-34 0 0,0 0 0 0 0,-1 0 0 0 0,1 0-1 0 0,0 0 1 0 0,-1-1 0 0 0,1 1 0 0 0,-1-1 0 0 0,0-1 0 0 0,1 1 0 0 0,-1-1 0 0 0,0 1 0 0 0,1-1 0 0 0,-1 0 0 0 0,0-1 0 0 0,1 1 0 0 0,-1-1 0 0 0,0 0 0 0 0,1 0-1 0 0,-1-1 1 0 0,1 1 0 0 0,0-1 0 0 0,-1 0 0 0 0,1 0 0 0 0,0-1 0 0 0,-5-3 0 0 0,4 2-9 0 0,2 2-10 0 0,0 0-1 0 0,0 0 0 0 0,1 0 0 0 0,-1-1 1 0 0,1 0-1 0 0,-1 1 0 0 0,1-1 0 0 0,-4-6 0 0 0,3-3 194 0 0,3-4-179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9.4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624 25 9830 0 0,'-5'-13'228'0'0,"-6"4"-183"0"0,-17 6 1 0 0,16 4 64 0 0,-1 0 1 0 0,0 1-1 0 0,1 0 0 0 0,0 1 1 0 0,-1 0-1 0 0,1 1 1 0 0,0 0-1 0 0,1 1 1 0 0,-1 1-1 0 0,-20 12 1 0 0,12-5 77 0 0,0 1 0 0 0,1 1 1 0 0,0 0-1 0 0,-30 33 0 0 0,45-42-128 0 0,-1-1 0 0 0,1 0 0 0 0,0 1 0 0 0,0 0 0 0 0,1 0 0 0 0,-1 0 0 0 0,1 0 0 0 0,1 1 0 0 0,-1-1 0 0 0,1 1 0 0 0,0 0 0 0 0,1-1 0 0 0,-2 13 0 0 0,3-13-16 0 0,1 0 0 0 0,-1 0 0 0 0,1 0 1 0 0,1 0-1 0 0,-1 0 0 0 0,1 0 0 0 0,0 0 1 0 0,0 0-1 0 0,1-1 0 0 0,-1 1 0 0 0,1-1 1 0 0,0 0-1 0 0,1 0 0 0 0,0 0 0 0 0,-1 0 0 0 0,6 5 1 0 0,28 26 468 0 0,1-2 1 0 0,59 41-1 0 0,-7-5 311 0 0,-87-68-793 0 0,0 0 0 0 0,0 0 0 0 0,0 0 0 0 0,-1 1 0 0 0,1-1 0 0 0,-1 1 0 0 0,1 0 1 0 0,-1 0-1 0 0,0-1 0 0 0,0 2 0 0 0,0-1 0 0 0,-1 0 0 0 0,1 0 0 0 0,-1 1 0 0 0,1-1 1 0 0,-1 0-1 0 0,0 1 0 0 0,-1-1 0 0 0,1 1 0 0 0,-1 0 0 0 0,1 4 0 0 0,-2-3 6 0 0,-1-1-1 0 0,1 1 1 0 0,-1 0 0 0 0,0-1-1 0 0,0 1 1 0 0,-1-1-1 0 0,1 0 1 0 0,-1 0-1 0 0,0 0 1 0 0,0 0-1 0 0,-1 0 1 0 0,1-1 0 0 0,-1 1-1 0 0,0-1 1 0 0,-4 3-1 0 0,-11 10 157 0 0,-2-1 0 0 0,1-1-1 0 0,-2-2 1 0 0,0 1 0 0 0,0-2 0 0 0,-1-1-1 0 0,0-1 1 0 0,-1-1 0 0 0,0-1 0 0 0,0-1-1 0 0,-1-1 1 0 0,1-2 0 0 0,-1 0 0 0 0,-37-1-1 0 0,54-3-181 0 0,0 0 0 0 0,0-1-1 0 0,0 0 1 0 0,0 0 0 0 0,0-1-1 0 0,0 0 1 0 0,1 0-1 0 0,-1-1 1 0 0,1 0 0 0 0,0 0-1 0 0,0-1 1 0 0,1 0 0 0 0,-1 0-1 0 0,1-1 1 0 0,0 1 0 0 0,1-1-1 0 0,-1-1 1 0 0,1 1-1 0 0,0-1 1 0 0,1 0 0 0 0,-1 0-1 0 0,2 0 1 0 0,-1 0 0 0 0,1-1-1 0 0,0 0 1 0 0,0 0-1 0 0,1 1 1 0 0,0-1 0 0 0,0-1-1 0 0,1 1 1 0 0,0-13 0 0 0,3-11-205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59.8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1067 252 9830 0 0,'-56'11'433'0'0,"1"4"0"0"0,0 1-1 0 0,1 3 1 0 0,0 3 0 0 0,2 1 0 0 0,1 3-1 0 0,1 3 1 0 0,1 1 0 0 0,-63 52 0 0 0,66-43 37 0 0,1 2 1 0 0,2 2 0 0 0,1 2-1 0 0,3 2 1 0 0,2 1 0 0 0,2 2-1 0 0,2 1 1 0 0,-42 92 0 0 0,59-108-175 0 0,2 0 1 0 0,2 1 0 0 0,1 1-1 0 0,2 0 1 0 0,1 0 0 0 0,2 1-1 0 0,2 0 1 0 0,1 0 0 0 0,2 0-1 0 0,6 59 1 0 0,-1-70-97 0 0,1 0 0 0 0,1 0 1 0 0,1 0-1 0 0,2-1 0 0 0,0 0 0 0 0,2-1 0 0 0,1 0 0 0 0,1 0 1 0 0,1-2-1 0 0,1 0 0 0 0,1 0 0 0 0,1-1 0 0 0,1-1 1 0 0,1-1-1 0 0,26 23 0 0 0,-12-17-26 0 0,1-1 1 0 0,1-1-1 0 0,1-2 1 0 0,1-2-1 0 0,1-1 0 0 0,74 26 1 0 0,-60-30-109 0 0,0-1-1 0 0,1-3 1 0 0,0-3 0 0 0,105 4 0 0 0,-80-14-201 0 0,0-2 0 0 0,0-5 0 0 0,-1-2 0 0 0,-1-4 0 0 0,0-3 0 0 0,-1-4 0 0 0,123-52 0 0 0,-144 49-373 0 0,-1-1 0 0 0,-2-3 0 0 0,0-2 0 0 0,-2-2 0 0 0,82-73 0 0 0,-107 83 267 0 0,-2 0 0 0 0,0-1 0 0 0,-2-1 0 0 0,0-1 0 0 0,-2-1 0 0 0,-1-1 0 0 0,-2 0 0 0 0,0-1 0 0 0,-2-1 0 0 0,-1 0 0 0 0,-2-1 0 0 0,9-39 0 0 0,-11 18-190 0 0,-2 0 1 0 0,-2 0-1 0 0,-3-1 1 0 0,-2 1-1 0 0,-2-1 1 0 0,-2 1-1 0 0,-24-96 1 0 0,12 84-128 0 0,-2 1 0 0 0,-4 1 0 0 0,-2 1 0 0 0,-3 1 1 0 0,-64-102-1 0 0,69 128 216 0 0,-2 0 0 0 0,-1 2 0 0 0,-1 0 0 0 0,-2 2 0 0 0,-57-46 0 0 0,65 61 307 0 0,0 0 0 0 0,-2 1 0 0 0,1 2 0 0 0,-2 0 0 0 0,1 1 0 0 0,-2 2 0 0 0,1 0 0 0 0,-1 2 0 0 0,-1 0 0 0 0,-35-3 0 0 0,20 7 320 0 0,1 1 1 0 0,-1 3-1 0 0,1 1 0 0 0,-1 2 1 0 0,1 2-1 0 0,0 1 0 0 0,-54 19 1 0 0,39-8 247 0 0,0 3 1 0 0,2 3-1 0 0,1 1 1 0 0,-78 52 0 0 0,118-69-419 0 0,0-1 1 0 0,1 2 0 0 0,-1 0-1 0 0,2 0 1 0 0,-1 1 0 0 0,2 0-1 0 0,-1 1 1 0 0,1 0 0 0 0,-10 16-1 0 0,13-5 158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0.2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 70 9830 0 0,'-45'-37'479'0'0,"5"4"164"0"0,72 73-99 0 0,1-6-167 0 0,2-2 1 0 0,2-2 0 0 0,1-1 0 0 0,50 29 0 0 0,-20-14 125 0 0,744 456 5735 0 0,-212-138-1516 0 0,-523-315-4319 0 0,152 108 560 0 0,-229-155-963 0 0,0 1 0 0 0,1-1 0 0 0,-1 1 0 0 0,1-1 0 0 0,-1 1 0 0 0,0-1 0 0 0,1 1 0 0 0,-1 0 0 0 0,0-1 0 0 0,1 1 0 0 0,-1 0 0 0 0,0-1 0 0 0,0 1 0 0 0,0 0 0 0 0,0-1 0 0 0,0 1 0 0 0,0 0 0 0 0,0-1 0 0 0,0 1 0 0 0,0 0 0 0 0,0 0 0 0 0,0-1 0 0 0,0 1 0 0 0,0 0 0 0 0,0-1 0 0 0,-1 1 0 0 0,1-1 0 0 0,0 1 0 0 0,-1 0 0 0 0,1-1 0 0 0,0 1 0 0 0,-1-1 0 0 0,1 1 0 0 0,-1 0 0 0 0,1-1 0 0 0,-1 1 0 0 0,1-1 0 0 0,-1 1 0 0 0,1-1 0 0 0,-1 0 0 0 0,1 1 0 0 0,-1-1 0 0 0,1 0 0 0 0,-2 1 0 0 0,-12 8 0 0 0,-4 2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0.7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27 9830 0 0,'-13'-23'0'0'0,"13"22"0"0"0,0 1 1 0 0,0 0 0 0 0,0 0 0 0 0,0 0 0 0 0,0-1 0 0 0,0 1 1 0 0,0 0-1 0 0,0 0 0 0 0,0 0 0 0 0,0 0 0 0 0,0 0 0 0 0,0 0 0 0 0,-1-1 0 0 0,1 1 0 0 0,0 0 0 0 0,0 0 0 0 0,0 0 0 0 0,0 0 0 0 0,0 0 0 0 0,0 0 1 0 0,0 0-1 0 0,-1 0 0 0 0,1-1 0 0 0,0 1 0 0 0,0 0 0 0 0,0 0 0 0 0,0 0 0 0 0,0 0 0 0 0,-1 0 0 0 0,1 0 0 0 0,0 0 0 0 0,0 0 0 0 0,0 0 1 0 0,0 0-1 0 0,0 0 0 0 0,-1 0 0 0 0,1 0 0 0 0,0 0 0 0 0,0 0 0 0 0,0 0 0 0 0,0 0 0 0 0,0 0 0 0 0,-1 0 0 0 0,1 0 0 0 0,0 1 0 0 0,0-1 0 0 0,0 0 1 0 0,0 0-1 0 0,0 0 0 0 0,0 0 0 0 0,-1 0 0 0 0,1 0 0 0 0,0 0 0 0 0,0 0 0 0 0,0 0 0 0 0,0 1 0 0 0,0-1 0 0 0,0 0 0 0 0,0 0 0 0 0,0 0 0 0 0,-5 6 66 0 0,1 0-1 0 0,0 0 0 0 0,0 0 1 0 0,1 1-1 0 0,0-1 0 0 0,0 1 0 0 0,0 0 1 0 0,1 0-1 0 0,-3 12 0 0 0,-11 77 542 0 0,13-68-400 0 0,-3 16 184 0 0,2 0 1 0 0,2 1-1 0 0,5 50 0 0 0,-1-75-232 0 0,0 0 0 0 0,1 0-1 0 0,1 0 1 0 0,1 0-1 0 0,1-1 1 0 0,1 0 0 0 0,1 0-1 0 0,0 0 1 0 0,14 22-1 0 0,-19-37-120 0 0,0 0-1 0 0,0-1 1 0 0,0 1-1 0 0,1-1 1 0 0,-1 0-1 0 0,1 0 1 0 0,0 0-1 0 0,0 0 1 0 0,0-1-1 0 0,0 0 0 0 0,0 0 1 0 0,0 0-1 0 0,1 0 1 0 0,-1 0-1 0 0,1-1 1 0 0,-1 0-1 0 0,1 0 1 0 0,0 0-1 0 0,0-1 1 0 0,-1 1-1 0 0,1-1 0 0 0,0 0 1 0 0,-1-1-1 0 0,1 1 1 0 0,0-1-1 0 0,-1 0 1 0 0,1 0-1 0 0,0 0 1 0 0,4-3-1 0 0,15-4 171 0 0,0-2-1 0 0,-1 0 1 0 0,-1-2 0 0 0,24-15-1 0 0,-30 17-40 0 0,113-71 418 0 0,-129 81-584 0 0,0 0-1 0 0,0-1-1 0 0,1 1 1 0 0,-1 0 0 0 0,0 0 0 0 0,1 0-1 0 0,-1-1 1 0 0,0 1 0 0 0,1 0 0 0 0,-1 0 0 0 0,0 0-1 0 0,1 0 1 0 0,-1 0 0 0 0,1 0 0 0 0,-1 0-1 0 0,0 0 1 0 0,1-1 0 0 0,-1 1 0 0 0,1 0 0 0 0,-1 1-1 0 0,0-1 1 0 0,1 0 0 0 0,-1 0 0 0 0,0 0 0 0 0,1 0-1 0 0,-1 0 1 0 0,1 0 0 0 0,-1 0 0 0 0,0 1-1 0 0,1-1 1 0 0,-1 0 0 0 0,2 2 5 0 0,-1 0-1 0 0,1-1 1 0 0,-1 1-1 0 0,0 0 1 0 0,0 0 0 0 0,0 0-1 0 0,0 0 1 0 0,0 0-1 0 0,0 0 1 0 0,-1 1 0 0 0,1-1-1 0 0,-1 0 1 0 0,1 0-1 0 0,-1 0 1 0 0,0 1 0 0 0,0-1-1 0 0,0 0 1 0 0,0 0-1 0 0,0 1 1 0 0,-1 1-1 0 0,-12 59 197 0 0,6-30-44 0 0,-7 56 490 0 0,-3 152 0 0 0,16-238-640 0 0,8 14 114 0 0,-7-16-121 0 0,0-1 1 0 0,0 0-1 0 0,1 0 1 0 0,-1 1 0 0 0,0-1-1 0 0,0 0 1 0 0,1 0-1 0 0,-1 0 1 0 0,0 1 0 0 0,1-1-1 0 0,-1 0 1 0 0,0 0-1 0 0,0 0 1 0 0,1 0 0 0 0,-1 0-1 0 0,0 0 1 0 0,1 0-1 0 0,-1 0 1 0 0,0 0 0 0 0,1 0-1 0 0,-1 0 1 0 0,0 0-1 0 0,1 0 1 0 0,-1 0 0 0 0,0 0-1 0 0,1 0 1 0 0,-1 0-1 0 0,0 0 1 0 0,1 0 0 0 0,-1 0-1 0 0,0 0 1 0 0,1-1-1 0 0,-1 1 1 0 0,0 0 0 0 0,0 0-1 0 0,1 0 1 0 0,-1 0-1 0 0,0-1 1 0 0,36-22 181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0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0 139 9830 0 0,'12'-20'110'0'0,"0"0"0"0"0,21-24 0 0 0,-30 39-90 0 0,1 0 1 0 0,0 1 0 0 0,0 0-1 0 0,0 0 1 0 0,1 0-1 0 0,-1 0 1 0 0,1 1 0 0 0,0 0-1 0 0,0 0 1 0 0,0 0-1 0 0,0 0 1 0 0,1 1 0 0 0,-1 0-1 0 0,1 0 1 0 0,6-1-1 0 0,9 5 45 0 0,-17-1-27 0 0,-1 1 0 0 0,0-1 0 0 0,0 0 1 0 0,1 1-1 0 0,-1-1 0 0 0,-1 1 0 0 0,1 0 1 0 0,0 0-1 0 0,0 0 0 0 0,-1 1 0 0 0,1-1 1 0 0,-1 1-1 0 0,1-1 0 0 0,-1 1 1 0 0,0 0-1 0 0,0 0 0 0 0,3 6 0 0 0,-3-3 19 0 0,0 1 1 0 0,0-1-1 0 0,0 1 0 0 0,-1-1 0 0 0,0 1 1 0 0,0 0-1 0 0,0 0 0 0 0,-2 12 0 0 0,-1 7 160 0 0,-2 0 0 0 0,-1 0-1 0 0,-1 0 1 0 0,-10 25 0 0 0,-43 99 863 0 0,36-97-263 0 0,-33 112-1 0 0,55-162-794 0 0,0 1 0 0 0,0-1-1 0 0,0 1 1 0 0,1 0 0 0 0,-1-1 0 0 0,1 1-1 0 0,0 0 1 0 0,0-1 0 0 0,1 1 0 0 0,-1 0-1 0 0,1-1 1 0 0,-1 1 0 0 0,1-1 0 0 0,0 1-1 0 0,1-1 1 0 0,2 6 0 0 0,-2-7 0 0 0,0 0 1 0 0,0 0-1 0 0,0 0 0 0 0,0-1 1 0 0,0 1-1 0 0,0-1 0 0 0,0 0 1 0 0,1 0-1 0 0,-1 1 1 0 0,1-1-1 0 0,-1-1 0 0 0,1 1 1 0 0,-1 0-1 0 0,1-1 0 0 0,-1 1 1 0 0,1-1-1 0 0,0 0 1 0 0,-1 0-1 0 0,1 0 0 0 0,-1 0 1 0 0,1 0-1 0 0,0 0 0 0 0,-1-1 1 0 0,4-1-1 0 0,24-4 285 0 0,0-1 1 0 0,-1-2-1 0 0,0-1 1 0 0,41-21-1 0 0,106-67 161 0 0,-151 83-581 0 0,19-11-93 0 0,68-54 1 0 0,-76 46 56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01.3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692 356 9830 0 0,'-39'17'367'0'0,"1"2"0"0"0,0 1 0 0 0,1 2 0 0 0,2 2 0 0 0,0 1-1 0 0,-39 37 1 0 0,33-23 74 0 0,1 2 0 0 0,2 2 0 0 0,3 1 0 0 0,1 1 0 0 0,2 2 0 0 0,2 2 0 0 0,2 0 0 0 0,-40 103 0 0 0,57-121-198 0 0,2 0 0 0 0,0 1-1 0 0,2 0 1 0 0,2 0 0 0 0,1 1 0 0 0,1 0-1 0 0,2-1 1 0 0,1 1 0 0 0,1 0 0 0 0,2-1 0 0 0,2 1-1 0 0,1-1 1 0 0,1 0 0 0 0,2 0 0 0 0,1-1-1 0 0,25 53 1 0 0,-18-52-4 0 0,3 0 0 0 0,0-2 0 0 0,2-1 0 0 0,2 0 0 0 0,0-2 0 0 0,2 0-1 0 0,0-2 1 0 0,2-1 0 0 0,1-1 0 0 0,1-2 0 0 0,1-1 0 0 0,55 28 0 0 0,-28-22 134 0 0,1-1 1 0 0,1-4-1 0 0,1-2 0 0 0,1-2 1 0 0,0-4-1 0 0,97 10 1 0 0,-65-17-566 0 0,-1-3 0 0 0,1-4 0 0 0,0-4 0 0 0,-1-5 0 0 0,0-3 0 0 0,-1-5 1 0 0,-1-4-1 0 0,-1-3 0 0 0,-1-4 0 0 0,91-45 0 0 0,-127 48-219 0 0,-1-2 0 0 0,-2-3 0 0 0,-1-2 0 0 0,-1-2-1 0 0,-2-2 1 0 0,-2-2 0 0 0,-2-2 0 0 0,-1-1 0 0 0,-2-2 0 0 0,-2-3-1 0 0,-2 0 1 0 0,-3-2 0 0 0,-1-2 0 0 0,-3 0 0 0 0,25-63 0 0 0,-32 60-62 0 0,-2-1 1 0 0,-3-1 0 0 0,-2-1 0 0 0,-2 0 0 0 0,-3 0-1 0 0,2-76 1 0 0,-10 99 239 0 0,-2 1-1 0 0,-2-1 1 0 0,-1 0 0 0 0,-1 1-1 0 0,-2 0 1 0 0,-1 0 0 0 0,-2 1-1 0 0,-1 0 1 0 0,-1 1 0 0 0,-2 0-1 0 0,-1 1 1 0 0,-23-35-1 0 0,20 41 87 0 0,0 0 0 0 0,-2 1 0 0 0,0 1 0 0 0,-2 0-1 0 0,0 2 1 0 0,-1 1 0 0 0,-1 1 0 0 0,-1 0-1 0 0,-48-24 1 0 0,33 24 201 0 0,1 2-1 0 0,-2 2 1 0 0,0 1-1 0 0,-1 2 1 0 0,0 2 0 0 0,-50-4-1 0 0,11 7 505 0 0,-1 3 0 0 0,-119 11 1 0 0,-145 40 1867 0 0,-114 61 721 0 0,371-86-2548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61 116 9830 0 0,'-6'-2'50'0'0,"0"-1"-1"0"0,1 1 1 0 0,0-1 0 0 0,-1 0-1 0 0,1-1 1 0 0,1 1 0 0 0,-1-1-1 0 0,0 0 1 0 0,1 0 0 0 0,-6-7-1 0 0,11-3 224 0 0,3 11-221 0 0,0 0-1 0 0,-1 1 1 0 0,1-1 0 0 0,0 1-1 0 0,0 0 1 0 0,0 0-1 0 0,0 0 1 0 0,1 1-1 0 0,-1-1 1 0 0,1 1 0 0 0,8-1-1 0 0,56-8 486 0 0,-66 10-506 0 0,478-23 3037 0 0,-463 23-2841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3.3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64 116 9830 0 0,'-64'14'724'0'0,"285"-50"861"0"0,40-8 193 0 0,-145 14-865 0 0,-59 11-594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3.5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868 21 9830 0 0,'-3'-3'81'0'0,"-7"-15"111"0"0,40 35 100 0 0,-16-3-129 0 0,-1 0 1 0 0,-1 1-1 0 0,0 1 0 0 0,-1 0 0 0 0,-1 0 0 0 0,0 1 1 0 0,-1 1-1 0 0,-1-1 0 0 0,-1 1 0 0 0,0 1 1 0 0,5 22-1 0 0,-10-31-97 0 0,-1 0 0 0 0,0 1 0 0 0,0-1 1 0 0,-1 0-1 0 0,0 0 0 0 0,-1 1 0 0 0,0-1 0 0 0,0 0 1 0 0,-1 0-1 0 0,-1 0 0 0 0,0 0 0 0 0,0-1 0 0 0,-1 1 1 0 0,0-1-1 0 0,0 1 0 0 0,-1-1 0 0 0,0-1 0 0 0,-1 1 1 0 0,0-1-1 0 0,-1 0 0 0 0,1 0 0 0 0,-16 13 0 0 0,4-5 132 0 0,-2-1 0 0 0,0-1 0 0 0,0 0 0 0 0,-1-2 0 0 0,0 0 0 0 0,-2-1 0 0 0,1-2 0 0 0,-37 12 0 0 0,10-9 220 0 0,0-2 0 0 0,-1-1 0 0 0,0-4 1 0 0,-65 1-1 0 0,25-8 594 0 0,-134-20-1 0 0,144 10-411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5.2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5 157 9830 0 0,'-1'-2'4'0'0,"0"-1"-1"0"0,0 1 0 0 0,1-1 1 0 0,-1 1-1 0 0,1-1 1 0 0,0 1-1 0 0,-1-1 1 0 0,1 0-1 0 0,0 1 1 0 0,1-1-1 0 0,-1 1 1 0 0,0-1-1 0 0,1 1 1 0 0,0-1-1 0 0,-1 1 0 0 0,1-1 1 0 0,0 1-1 0 0,0 0 1 0 0,2-4-1 0 0,1 1 16 0 0,-1 1 0 0 0,1-1-1 0 0,-1 1 1 0 0,1 0 0 0 0,0 1 0 0 0,1-1-1 0 0,-1 1 1 0 0,9-6 0 0 0,6-1 82 0 0,1 1-1 0 0,0 0 1 0 0,33-9-1 0 0,-35 13 43 0 0,0 1-1 0 0,0 1 0 0 0,0 1 0 0 0,0 0 1 0 0,1 1-1 0 0,-1 1 0 0 0,0 1 0 0 0,0 1 1 0 0,1 0-1 0 0,19 6 0 0 0,-31-6-83 0 0,0 0 1 0 0,0 1-1 0 0,0-1 1 0 0,0 1-1 0 0,-1 1 0 0 0,1 0 1 0 0,-1 0-1 0 0,0 0 1 0 0,0 0-1 0 0,0 1 0 0 0,-1 0 1 0 0,7 7-1 0 0,-9-7-14 0 0,0 0-1 0 0,0 1 0 0 0,0-1 1 0 0,0 1-1 0 0,-1-1 0 0 0,0 1 1 0 0,0 0-1 0 0,0 0 1 0 0,-1 0-1 0 0,0 0 0 0 0,0 0 1 0 0,0 0-1 0 0,-1 0 1 0 0,0 0-1 0 0,0 0 0 0 0,-1 0 1 0 0,-1 6-1 0 0,-1 7 101 0 0,-2-1-1 0 0,0 0 1 0 0,-2 0 0 0 0,0-1-1 0 0,0 0 1 0 0,-2 0 0 0 0,-10 15-1 0 0,-79 108 1085 0 0,93-133-1161 0 0,-68 82 720 0 0,40-50-143 0 0,-49 74 1 0 0,70-82-324 0 0,16-17-258 0 0,-1-11-25 0 0,0 0-1 0 0,1-1 1 0 0,-1 1 0 0 0,1-1-1 0 0,0 1 1 0 0,0-1-1 0 0,-1 0 1 0 0,1-1 0 0 0,1 1-1 0 0,-1-1 1 0 0,0 0 0 0 0,0 0-1 0 0,0 0 1 0 0,1 0-1 0 0,-1-1 1 0 0,9 0 0 0 0,79-6 534 0 0,-81 5-434 0 0,90-13 685 0 0,-2-4 1 0 0,0-4 0 0 0,-1-5 0 0 0,-1-4-1 0 0,138-64 1 0 0,-180 67-1232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5.5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727 54 9830 0 0,'-1'-3'35'0'0,"0"0"0"0"0,0 0 1 0 0,-1 0-1 0 0,1 0 0 0 0,-1 1 0 0 0,0-1 0 0 0,1 0 0 0 0,-1 1 1 0 0,0-1-1 0 0,0 1 0 0 0,-1-1 0 0 0,1 1 0 0 0,-1 0 0 0 0,1 0 1 0 0,-1 0-1 0 0,1 0 0 0 0,-1 1 0 0 0,0-1 0 0 0,0 1 0 0 0,0-1 1 0 0,-5 0-1 0 0,-12 1 56 0 0,7 4 18 0 0,0 1 0 0 0,0 0-1 0 0,1 1 1 0 0,0 0 0 0 0,0 1 0 0 0,0 0 0 0 0,0 1 0 0 0,1 1 0 0 0,0-1 0 0 0,-15 16 0 0 0,-16 17 474 0 0,-40 47 1 0 0,76-80-518 0 0,-9 9 130 0 0,1 1-1 0 0,0 1 0 0 0,1 1 1 0 0,-17 33-1 0 0,27-47-154 0 0,1 0 1 0 0,-1 1-1 0 0,1 0 0 0 0,0-1 1 0 0,1 1-1 0 0,0 0 1 0 0,-1 0-1 0 0,2 0 0 0 0,-1 0 1 0 0,1 0-1 0 0,0 0 1 0 0,0 0-1 0 0,0 0 0 0 0,1 0 1 0 0,0 0-1 0 0,1 0 1 0 0,-1 0-1 0 0,1-1 1 0 0,0 1-1 0 0,0 0 0 0 0,1-1 1 0 0,6 11-1 0 0,0-4 77 0 0,2-1-1 0 0,0 1 1 0 0,0-2 0 0 0,1 1-1 0 0,0-2 1 0 0,1 0 0 0 0,0 0-1 0 0,0-1 1 0 0,1 0 0 0 0,0-2-1 0 0,0 1 1 0 0,1-2 0 0 0,0 0-1 0 0,0-1 1 0 0,19 4 0 0 0,-6-3 101 0 0,0-2 0 0 0,0 0 0 0 0,0-2 0 0 0,0 0 0 0 0,0-3 0 0 0,0 0 0 0 0,49-11 0 0 0,-72 13-185 0 0,-1-1-1 0 0,1-1 1 0 0,0 1-1 0 0,0-1 1 0 0,0 0 0 0 0,-1 0-1 0 0,1 0 1 0 0,-1 0-1 0 0,0-1 1 0 0,1 0-1 0 0,-1 0 1 0 0,-1 0 0 0 0,1 0-1 0 0,0-1 1 0 0,-1 0-1 0 0,1 1 1 0 0,-1-1-1 0 0,0 0 1 0 0,-1-1-1 0 0,1 1 1 0 0,-1 0 0 0 0,1-1-1 0 0,-1 0 1 0 0,-1 1-1 0 0,1-1 1 0 0,-1 0-1 0 0,1 0 1 0 0,-2 0 0 0 0,1 0-1 0 0,0 0 1 0 0,-1 0-1 0 0,0 0 1 0 0,0 0-1 0 0,0 0 1 0 0,-1 0 0 0 0,0 0-1 0 0,-2-6 1 0 0,-1-10-139 0 0,-2 0 1 0 0,0 0-1 0 0,-1 1 1 0 0,-1 0-1 0 0,-1 0 1 0 0,-1 1-1 0 0,-1 0 1 0 0,0 1-1 0 0,-2 0 1 0 0,0 1-1 0 0,-1 0 1 0 0,-27-26-1 0 0,21 26-7 0 0,0 1 1 0 0,-1 1-1 0 0,-1 1 0 0 0,0 1 0 0 0,-1 0 0 0 0,0 2 1 0 0,-1 1-1 0 0,-1 0 0 0 0,1 2 0 0 0,-39-7 1 0 0,-27-2 582 0 0,-1 3 0 0 0,-133-1 0 0 0,179 17-322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5.9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1570 0 9830 0 0,'-39'3'337'0'0,"0"2"1"0"0,0 2-1 0 0,1 1 0 0 0,0 1 1 0 0,0 3-1 0 0,-62 27 0 0 0,21-1 754 0 0,-138 92-1 0 0,132-70-282 0 0,4 3 1 0 0,2 4-1 0 0,3 4 0 0 0,3 3 0 0 0,4 2 0 0 0,3 4 0 0 0,3 3 0 0 0,5 2 0 0 0,-83 160 0 0 0,114-189-588 0 0,3 0-1 0 0,2 2 0 0 0,3 1 0 0 0,3 0 0 0 0,2 1 0 0 0,3 1 0 0 0,2 0 1 0 0,3 0-1 0 0,3 63 0 0 0,4-87-121 0 0,2 1 0 0 0,1 0 0 0 0,2-1 0 0 0,2 0 0 0 0,1-1 0 0 0,2 1 0 0 0,2-2 0 0 0,1 0 0 0 0,1 0 0 0 0,2-2 0 0 0,2 0 0 0 0,0-1 0 0 0,3 0 1 0 0,0-2-1 0 0,47 47 0 0 0,-30-40-98 0 0,2-3 0 0 0,2-1 0 0 0,1-2 0 0 0,1-2 0 0 0,1-3 0 0 0,2-1 0 0 0,78 29 0 0 0,-64-32 0 0 0,1-3 0 0 0,0-3 0 0 0,1-3 0 0 0,1-3 0 0 0,124 5 0 0 0,-118-17-307 0 0,0-2 0 0 0,0-4 0 0 0,-1-2 0 0 0,0-4 0 0 0,-1-2 0 0 0,0-4 1 0 0,74-32-1 0 0,-84 26-26 0 0,-1-1 1 0 0,-2-4 0 0 0,-1-1 0 0 0,-2-3-1 0 0,-1-3 1 0 0,-1-1 0 0 0,-3-3-1 0 0,53-58 1 0 0,-70 62-21 0 0,-1-2-1 0 0,-2-1 1 0 0,-1-1 0 0 0,-3-1-1 0 0,-1-1 1 0 0,-2-1 0 0 0,-3-1-1 0 0,-1-1 1 0 0,-2 0 0 0 0,-3-1-1 0 0,-1-1 1 0 0,-3 0 0 0 0,-2 0-1 0 0,0-64 1 0 0,-7 32-305 0 0,-3-1-1 0 0,-4 1 1 0 0,-4 1 0 0 0,-3 0-1 0 0,-3 0 1 0 0,-4 2-1 0 0,-62-148 1 0 0,62 178 598 0 0,-1 0-1 0 0,-3 1 0 0 0,-1 2 1 0 0,-2 1-1 0 0,-44-50 1 0 0,57 76 59 0 0,-1 1 1 0 0,0 0-1 0 0,-1 2 1 0 0,-1 0-1 0 0,0 1 1 0 0,-1 0-1 0 0,0 2 0 0 0,-2 1 1 0 0,1 0-1 0 0,-1 1 1 0 0,0 2-1 0 0,-1 0 1 0 0,-45-8-1 0 0,34 11 200 0 0,0 2-1 0 0,0 2 1 0 0,0 1-1 0 0,0 2 1 0 0,0 1-1 0 0,-42 9 1 0 0,49-6-23 0 0,1 1 0 0 0,0 1-1 0 0,1 1 1 0 0,0 1 0 0 0,0 2 0 0 0,1 0 0 0 0,1 2 0 0 0,-28 20 0 0 0,46-31-134 0 0,0 0-1 0 0,1 1 1 0 0,-1-1 0 0 0,1 1 0 0 0,0 0 0 0 0,0 0 0 0 0,1 0-1 0 0,-1 0 1 0 0,1 1 0 0 0,0 0 0 0 0,0-1 0 0 0,0 1 0 0 0,1 0-1 0 0,0 0 1 0 0,0 1 0 0 0,0-1 0 0 0,0 0 0 0 0,1 1 0 0 0,-1 5-1 0 0,9 13 281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6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161 1051 9830 0 0,'-38'2'270'0'0,"22"-1"-115"0"0,1 0 1 0 0,-1-2-1 0 0,0 1 0 0 0,-19-4 1 0 0,17-1-111 0 0,17 5-45 0 0,1 0 0 0 0,0 0 0 0 0,-1 0 0 0 0,1-1 0 0 0,0 1 0 0 0,0 0 0 0 0,-1 0 0 0 0,1 0 0 0 0,0 0 0 0 0,-1 0 0 0 0,1-1 0 0 0,0 1 0 0 0,0 0 0 0 0,0 0 0 0 0,-1 0 0 0 0,1-1 0 0 0,0 1 0 0 0,0 0 0 0 0,0 0 0 0 0,-1-1 0 0 0,1 1 0 0 0,0 0 0 0 0,0 0 0 0 0,0-1 0 0 0,0 1 0 0 0,0 0 0 0 0,0-1 0 0 0,0 1 0 0 0,0 0 0 0 0,-1-1 0 0 0,1 1 0 0 0,0 0 0 0 0,0 0 0 0 0,0-1 0 0 0,1 1 0 0 0,-1 0 0 0 0,0-1 0 0 0,0 1 0 0 0,1-4 20 0 0,0 0 0 0 0,1 1 0 0 0,0-1-1 0 0,0 1 1 0 0,0 0 0 0 0,0 0 0 0 0,0-1-1 0 0,1 1 1 0 0,-1 1 0 0 0,1-1 0 0 0,0 0-1 0 0,0 1 1 0 0,5-4 0 0 0,51-32 347 0 0,-40 27-314 0 0,462-237-399 0 0,-197 108 98 0 0,482-276-395 0 0,-735 398 610 0 0,-16 10 18 0 0,0 0 0 0 0,-1 0 0 0 0,0-2 0 0 0,0 0 0 0 0,-1 0 0 0 0,0-1 0 0 0,18-21 1 0 0,-26 25 0 0 0,-5 7 15 0 0,0-1-1 0 0,0 1 1 0 0,0-1 0 0 0,-1 1 0 0 0,1 0 0 0 0,0-1-1 0 0,0 1 1 0 0,0-1 0 0 0,0 1 0 0 0,-1-1 0 0 0,1 1-1 0 0,0-1 1 0 0,0 1 0 0 0,-1-1 0 0 0,1 1 0 0 0,0 0-1 0 0,-1-1 1 0 0,1 1 0 0 0,0 0 0 0 0,-1-1 0 0 0,1 1 0 0 0,-1 0-1 0 0,1 0 1 0 0,0-1 0 0 0,-1 1 0 0 0,1 0 0 0 0,-1 0-1 0 0,1 0 1 0 0,-1-1 0 0 0,1 1 0 0 0,-1 0 0 0 0,1 0-1 0 0,-1 0 1 0 0,1 0 0 0 0,-1 0 0 0 0,1 0 0 0 0,-1 0-1 0 0,1 0 1 0 0,-2 0 0 0 0,-13-1 122 0 0,-1 0 0 0 0,0 1 0 0 0,0 0 0 0 0,1 2 0 0 0,-1 0 1 0 0,-20 5-1 0 0,-96 29 730 0 0,131-35-846 0 0,-62 19 480 0 0,4 0-165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6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421 164 9830 0 0,'0'-8'32'0'0,"0"0"0"0"0,1 1 0 0 0,0-1 0 0 0,0 1-1 0 0,1-1 1 0 0,-1 1 0 0 0,2-1 0 0 0,-1 1 0 0 0,1 0 0 0 0,0 0 0 0 0,1 0-1 0 0,-1 0 1 0 0,2 1 0 0 0,4-8 0 0 0,-5 10 0 0 0,1 0 1 0 0,-1-1-1 0 0,1 1 0 0 0,0 1 1 0 0,0-1-1 0 0,0 1 0 0 0,1 0 1 0 0,-1 0-1 0 0,1 0 0 0 0,-1 1 1 0 0,1 0-1 0 0,0 0 0 0 0,0 1 1 0 0,0-1-1 0 0,0 1 0 0 0,0 0 1 0 0,0 1-1 0 0,9 0 0 0 0,-5 0 43 0 0,1 1 0 0 0,-1 0 0 0 0,1 1-1 0 0,-1 0 1 0 0,0 1 0 0 0,0 0 0 0 0,0 0 0 0 0,0 1-1 0 0,-1 1 1 0 0,1-1 0 0 0,-1 2 0 0 0,0-1-1 0 0,0 1 1 0 0,-1 0 0 0 0,0 1 0 0 0,0 0 0 0 0,-1 1-1 0 0,8 8 1 0 0,-10-10-17 0 0,0 1 0 0 0,0 0 0 0 0,-1 0 1 0 0,0 0-1 0 0,0 1 0 0 0,0-1 0 0 0,-1 1 0 0 0,-1 0 0 0 0,1 0 0 0 0,-1 0 0 0 0,0 0 1 0 0,-1 0-1 0 0,0 1 0 0 0,0-1 0 0 0,-1 0 0 0 0,0 1 0 0 0,-1-1 0 0 0,0 0 0 0 0,0 0 1 0 0,0 1-1 0 0,-1-1 0 0 0,0 0 0 0 0,-5 9 0 0 0,-1 2 117 0 0,-2 0-1 0 0,0 0 1 0 0,-1-1 0 0 0,-1-1 0 0 0,-18 20-1 0 0,-77 72 853 0 0,68-72-369 0 0,-42 51-1 0 0,77-83-617 0 0,1-1 0 0 0,0 1 0 0 0,0-1-1 0 0,0 1 1 0 0,1 0 0 0 0,0 0-1 0 0,0 1 1 0 0,0-1 0 0 0,0 0-1 0 0,1 0 1 0 0,0 1 0 0 0,0-1 0 0 0,1 1-1 0 0,-1-1 1 0 0,1 1 0 0 0,0 0-1 0 0,1-1 1 0 0,-1 1 0 0 0,1-1-1 0 0,2 7 1 0 0,3 8 133 0 0,2-1 0 0 0,0 0 0 0 0,1 0 0 0 0,15 22 0 0 0,-16-29-40 0 0,0 0-1 0 0,-1 0 0 0 0,-1 1 0 0 0,0 0 1 0 0,0 1-1 0 0,-2-1 0 0 0,0 1 0 0 0,0 0 0 0 0,2 21 1 0 0,-6-27-53 0 0,-1 1 1 0 0,0-1-1 0 0,0 0 1 0 0,-1 0-1 0 0,0 0 1 0 0,0 0-1 0 0,-1 0 1 0 0,0 0 0 0 0,0 0-1 0 0,-1-1 1 0 0,-7 12-1 0 0,2-7 46 0 0,0-1 0 0 0,-1 1-1 0 0,0-2 1 0 0,-1 1 0 0 0,0-2-1 0 0,-13 10 1 0 0,-6 1 186 0 0,-1-2 0 0 0,-1-1 1 0 0,0-1-1 0 0,-54 18 0 0 0,72-29-231 0 0,-4 2 99 0 0,-1 0 0 0 0,0-1 1 0 0,0-1-1 0 0,0-1 1 0 0,0 0-1 0 0,0-2 1 0 0,-39 1-1 0 0,56-3-165 0 0,1 0 1 0 0,-1-1-1 0 0,0 1 0 0 0,1 0 1 0 0,-1-1-1 0 0,1 1 0 0 0,0-1 0 0 0,-1 1 1 0 0,1-1-1 0 0,-1 1 0 0 0,1-1 1 0 0,0 0-1 0 0,-1 0 0 0 0,1 0 1 0 0,0 0-1 0 0,0 0 0 0 0,0 0 1 0 0,0 0-1 0 0,0 0 0 0 0,0 0 1 0 0,0-1-1 0 0,0 1 0 0 0,-1-3 1 0 0,1 2 0 0 0,1-1 1 0 0,-1 1 0 0 0,1-1 0 0 0,0 1 0 0 0,0-1 0 0 0,0 1 0 0 0,0 0 0 0 0,0-1 0 0 0,1 1 0 0 0,-1-1 0 0 0,1 1-1 0 0,-1-1 1 0 0,3-3 0 0 0,2-5-71 0 0,1-1 0 0 0,0 1-1 0 0,0 0 1 0 0,16-19 0 0 0,8-5-513 0 0,63-57 1 0 0,-15 28-127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7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507 215 9830 0 0,'-11'-2'68'0'0,"0"0"-1"0"0,1 1 0 0 0,-1 0 1 0 0,0 0-1 0 0,0 1 1 0 0,0 1-1 0 0,0 0 1 0 0,1 1-1 0 0,-1-1 1 0 0,0 2-1 0 0,1 0 1 0 0,-19 7-1 0 0,0 2 214 0 0,0 1 1 0 0,1 1 0 0 0,-26 18-1 0 0,28-15-10 0 0,1 2 1 0 0,0 0-1 0 0,-35 36 0 0 0,52-47-188 0 0,1 1-1 0 0,0-1 1 0 0,0 1-1 0 0,1 0 1 0 0,1 0 0 0 0,-1 1-1 0 0,1 0 1 0 0,1 0-1 0 0,0 0 1 0 0,0 0 0 0 0,1 1-1 0 0,1-1 1 0 0,-3 16-1 0 0,5-18-13 0 0,1 0 0 0 0,-1 0-1 0 0,1 0 1 0 0,1 0 0 0 0,0 0-1 0 0,0-1 1 0 0,0 1 0 0 0,1 0-1 0 0,0-1 1 0 0,0 0 0 0 0,1 0-1 0 0,0 0 1 0 0,1 0 0 0 0,-1 0-1 0 0,1-1 1 0 0,10 11 0 0 0,1-2 83 0 0,-1 0 0 0 0,2-1 0 0 0,0-1 0 0 0,1-1 0 0 0,20 11 0 0 0,-6-6 171 0 0,1-1 1 0 0,1-2 0 0 0,0-1-1 0 0,1-1 1 0 0,66 11-1 0 0,-71-18-80 0 0,-1-2 1 0 0,1-1-1 0 0,0-1 0 0 0,0-1 1 0 0,0-2-1 0 0,-1-1 0 0 0,50-12 0 0 0,-69 13-151 0 0,0-2-1 0 0,0 1 0 0 0,-1-1 0 0 0,1-1 0 0 0,-1 1 0 0 0,0-2 0 0 0,0 1 0 0 0,0-1 1 0 0,7-7-1 0 0,-12 9-71 0 0,0 0 0 0 0,0 0 0 0 0,-1 0-1 0 0,1-1 1 0 0,-1 1 0 0 0,0-1 0 0 0,0 0 0 0 0,-1 0 0 0 0,0 0 0 0 0,1 0 0 0 0,-2 0 0 0 0,1-1 0 0 0,0 1 0 0 0,-1-1 0 0 0,0 1 0 0 0,-1-1 0 0 0,1 1-1 0 0,-1-1 1 0 0,0-6 0 0 0,-3-13-164 0 0,-1 0 0 0 0,-2 0-1 0 0,0 1 1 0 0,-1-1 0 0 0,-2 2-1 0 0,-17-36 1 0 0,-83-133-920 0 0,100 177 966 0 0,-14-22-165 0 0,-1 1-1 0 0,-2 1 0 0 0,-1 1 0 0 0,-33-31 0 0 0,50 56 244 0 0,1 0-1 0 0,-2 0 1 0 0,1 1 0 0 0,-1 0-1 0 0,-1 1 1 0 0,1 0 0 0 0,-1 1-1 0 0,-1 0 1 0 0,1 1-1 0 0,-1 1 1 0 0,1 0 0 0 0,-1 0-1 0 0,-1 1 1 0 0,1 1 0 0 0,0 0-1 0 0,-1 1 1 0 0,-18 1-1 0 0,8 2 134 0 0,0 1 0 0 0,1 1 0 0 0,-1 2-1 0 0,1 0 1 0 0,1 2 0 0 0,-41 18 0 0 0,43-13 13 0 0,8 1 24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7.4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1455 1 9830 0 0,'-57'-1'427'0'0,"-1"3"0"0"0,1 2 0 0 0,-1 2 0 0 0,1 3 0 0 0,1 2 0 0 0,0 3 1 0 0,1 2-1 0 0,-65 29 0 0 0,53-15 220 0 0,1 3 0 0 0,2 2 0 0 0,1 4 0 0 0,2 2 0 0 0,-110 98 0 0 0,127-98-106 0 0,3 2 0 0 0,1 2 0 0 0,2 2 1 0 0,-59 96-1 0 0,77-107-203 0 0,1 0 0 0 0,2 2 0 0 0,2 0 0 0 0,1 1-1 0 0,2 0 1 0 0,2 1 0 0 0,-10 76 0 0 0,19-88-223 0 0,0 0 0 0 0,2-1-1 0 0,1 1 1 0 0,2 0 0 0 0,1-1-1 0 0,0 1 1 0 0,2-1 0 0 0,1-1-1 0 0,2 0 1 0 0,0 0 0 0 0,2 0-1 0 0,0-2 1 0 0,2 1-1 0 0,1-2 1 0 0,20 26 0 0 0,-2-9 62 0 0,2-1-1 0 0,1-2 1 0 0,2-1 0 0 0,1-2-1 0 0,2-1 1 0 0,1-3 0 0 0,53 29 0 0 0,-20-18-206 0 0,2-3 1 0 0,1-4 0 0 0,2-4-1 0 0,1-2 1 0 0,1-5 0 0 0,1-3-1 0 0,132 15 1 0 0,-153-29-26 0 0,2-3 0 0 0,-1-2 0 0 0,0-3 0 0 0,0-3 0 0 0,0-3 0 0 0,-1-2 0 0 0,0-3 0 0 0,-1-3-1 0 0,0-2 1 0 0,110-51 0 0 0,-147 57-136 0 0,-1-1-1 0 0,0-1 1 0 0,-1-1-1 0 0,0-1 1 0 0,-1 0-1 0 0,-1-2 0 0 0,-1-1 1 0 0,0 0-1 0 0,-1-1 1 0 0,-2-1-1 0 0,0-1 1 0 0,-1-1-1 0 0,-1 1 1 0 0,-1-2-1 0 0,-2 0 0 0 0,0-1 1 0 0,-1 0-1 0 0,-2 0 1 0 0,0-1-1 0 0,-2 0 1 0 0,4-31-1 0 0,-5 8-206 0 0,-1 0 0 0 0,-3 0-1 0 0,-2 0 1 0 0,-2 0 0 0 0,-2 0-1 0 0,-22-89 1 0 0,12 83-99 0 0,-3 0-1 0 0,-2 1 1 0 0,-2 1-1 0 0,-2 0 1 0 0,-48-73-1 0 0,52 97 319 0 0,0 1 1 0 0,-2 1-1 0 0,-1 1 0 0 0,-1 1 0 0 0,-1 1 0 0 0,-1 1 0 0 0,-1 1 0 0 0,-1 1 0 0 0,-1 2 1 0 0,0 1-1 0 0,-2 1 0 0 0,0 2 0 0 0,-1 1 0 0 0,0 1 0 0 0,-1 2 0 0 0,0 1 1 0 0,-1 2-1 0 0,0 1 0 0 0,-1 2 0 0 0,-66-2 0 0 0,57 7 512 0 0,0 2 0 0 0,0 3 0 0 0,0 1 0 0 0,0 2 0 0 0,1 2 0 0 0,-72 27 0 0 0,88-26-117 0 0,-1 1 0 0 0,2 1 0 0 0,0 2 0 0 0,0 0 0 0 0,2 2 0 0 0,0 1 0 0 0,1 0 0 0 0,0 2 0 0 0,2 1 0 0 0,-37 46 0 0 0,16 1 178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7.7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 30 9830 0 0,'-60'-30'838'0'0,"126"49"-169"0"0,-1 4 0 0 0,0 1 0 0 0,83 47 0 0 0,-60-29 7 0 0,87 43 949 0 0,-4 8-1 0 0,-4 7 1 0 0,159 126 0 0 0,-302-208-1434 0 0,66 57 842 0 0,-82-67-942 0 0,-3 4 91 0 0,-12 4-137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28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1393 170 9830 0 0,'-9'-5'50'0'0,"1"1"1"0"0,0 0-1 0 0,-1 0 0 0 0,0 0 1 0 0,0 1-1 0 0,0 1 0 0 0,0-1 1 0 0,-1 2-1 0 0,1-1 0 0 0,0 1 1 0 0,-1 1-1 0 0,1-1 0 0 0,-1 2 1 0 0,-10 0-1 0 0,-18 4 333 0 0,1 2 0 0 0,-42 13 0 0 0,68-17-323 0 0,-62 18 521 0 0,2 3 0 0 0,1 3 0 0 0,1 3 0 0 0,1 4 0 0 0,2 2 0 0 0,2 3 0 0 0,1 3-1 0 0,3 2 1 0 0,-95 90 0 0 0,120-98-161 0 0,1 2-1 0 0,2 1 1 0 0,2 2 0 0 0,1 1-1 0 0,3 1 1 0 0,-35 74 0 0 0,46-81-126 0 0,2 1 1 0 0,1 0 0 0 0,2 0 0 0 0,2 1 0 0 0,1 1 0 0 0,2-1 0 0 0,2 1 0 0 0,1 0 0 0 0,5 51-1 0 0,3-46-154 0 0,1-1-1 0 0,2 0 0 0 0,2 0 1 0 0,2-1-1 0 0,2 0 0 0 0,2-1 1 0 0,1-1-1 0 0,2-1 1 0 0,2 0-1 0 0,39 52 0 0 0,-24-44 10 0 0,1 0 0 0 0,3-3 0 0 0,1-1 0 0 0,3-3 0 0 0,1-1 0 0 0,1-2 0 0 0,58 33 0 0 0,-70-50-170 0 0,0-2-1 0 0,1-1 1 0 0,1-1 0 0 0,1-2 0 0 0,0-2 0 0 0,0-2 0 0 0,1-1 0 0 0,0-2 0 0 0,71 4 0 0 0,-74-11-40 0 0,0-2-1 0 0,0 0 1 0 0,1-3 0 0 0,-2-1 0 0 0,1-2 0 0 0,-1-1 0 0 0,0-2-1 0 0,-1-1 1 0 0,0-1 0 0 0,60-35 0 0 0,-40 13-422 0 0,-2-2 0 0 0,-2-2 0 0 0,-1-2 0 0 0,-2-2 0 0 0,-3-3 0 0 0,-1-1 0 0 0,-2-2 0 0 0,-2-2 0 0 0,-3-1 1 0 0,-2-2-1 0 0,-2-1 0 0 0,47-117 0 0 0,-55 111-4 0 0,-3-1 0 0 0,-3-1 0 0 0,-3 0-1 0 0,-2-1 1 0 0,-3-1 0 0 0,-3 0 0 0 0,-3 0 0 0 0,-2-1 0 0 0,-4 1 0 0 0,-2 0 0 0 0,-3 0 0 0 0,-27-109 0 0 0,24 136 330 0 0,-3 1 0 0 0,-1 0 0 0 0,-1 1 0 0 0,-2 0 0 0 0,-2 1 0 0 0,-1 1 0 0 0,-2 1 0 0 0,-1 1 0 0 0,-2 1 1 0 0,-35-35-1 0 0,37 45 73 0 0,0 0 1 0 0,-2 2 0 0 0,0 1 0 0 0,-2 1 0 0 0,0 1 0 0 0,0 2 0 0 0,-1 0 0 0 0,-1 2 0 0 0,0 1 0 0 0,-1 2-1 0 0,0 0 1 0 0,0 2 0 0 0,-50-5 0 0 0,33 10 391 0 0,0 1 0 0 0,0 2 0 0 0,0 3-1 0 0,0 1 1 0 0,-85 23 0 0 0,36 0 800 0 0,-157 68-1 0 0,158-53-327 0 0,10 0-128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5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1493 57 9830 0 0,'9'-11'0'0'0,"-6"7"0"0"0,0 0 0 0 0,0 0 0 0 0,0 0 0 0 0,0 0 0 0 0,-1 0 0 0 0,0 0 0 0 0,1 0 0 0 0,0-6 0 0 0,-3 10 0 0 0,0 0 0 0 0,0 1 0 0 0,0-1 0 0 0,0 0 0 0 0,-1 0 0 0 0,1 0 0 0 0,0 0 0 0 0,0 0 0 0 0,0 0 0 0 0,0 0 0 0 0,-1 0 0 0 0,1 0 0 0 0,0 0 0 0 0,0 0 0 0 0,0 0 0 0 0,0 0 0 0 0,-1 0 0 0 0,1 0 0 0 0,0 0 0 0 0,0 0 0 0 0,0 0 0 0 0,0 0 0 0 0,-1 0 0 0 0,1 0 0 0 0,0 0 0 0 0,0 0 0 0 0,0 0 0 0 0,0 0 0 0 0,-1 0 0 0 0,1 0 0 0 0,0 0 0 0 0,0 0 0 0 0,0-1 0 0 0,0 1 0 0 0,0 0 0 0 0,0 0 0 0 0,-1 0 0 0 0,1 0 0 0 0,0 0 0 0 0,0 0 0 0 0,0-1 0 0 0,0 1 0 0 0,0 0 0 0 0,0 0 0 0 0,0 0 0 0 0,0 0 0 0 0,0-1 0 0 0,0 1 0 0 0,0 0 0 0 0,0 0 0 0 0,0 0 0 0 0,0 0 0 0 0,0-1 0 0 0,0 1 0 0 0,0 0 0 0 0,0 0 0 0 0,0 0 0 0 0,0-1 0 0 0,-30 14 178 0 0,1 1-1 0 0,0 2 0 0 0,-26 18 1 0 0,-92 71 1063 0 0,93-66-912 0 0,-143 104 1332 0 0,-570 450 4753 0 0,562-409-4049 0 0,205-184-2362 0 0,0 0 0 0 0,0 0 0 0 0,0 0-1 0 0,0-1 1 0 0,0 1 0 0 0,0 0 0 0 0,0 0-1 0 0,0 0 1 0 0,0-1 0 0 0,0 1 0 0 0,0 0-1 0 0,0 0 1 0 0,0 0 0 0 0,-1 0-1 0 0,1 0 1 0 0,0-1 0 0 0,0 1 0 0 0,0 0-1 0 0,0 0 1 0 0,0 0 0 0 0,0 0 0 0 0,0 0-1 0 0,0-1 1 0 0,-1 1 0 0 0,1 0 0 0 0,0 0-1 0 0,0 0 1 0 0,0 0 0 0 0,0 0 0 0 0,0 0-1 0 0,-1 0 1 0 0,1 0 0 0 0,0-1-1 0 0,0 1 1 0 0,0 0 0 0 0,0 0 0 0 0,-1 0-1 0 0,1 0 1 0 0,0 0 0 0 0,0 0 0 0 0,0 0-1 0 0,0 0 1 0 0,-1 0 0 0 0,1 0 0 0 0,0 0-1 0 0,0 0 1 0 0,0 0 0 0 0,0 0 0 0 0,-1 1-1 0 0,1-1 1 0 0,0 0 0 0 0,0 0-1 0 0,0 0 1 0 0,0 0 0 0 0,-1 0 0 0 0,1 0-1 0 0,0 0 1 0 0,0 0 0 0 0,0 1 0 0 0,0-1-1 0 0,0 0 1 0 0,0 0 0 0 0,-1 0 0 0 0,1 0-1 0 0,3-14 66 0 0,-3 13-41 0 0,1-2-9 0 0,1 1 0 0 0,-1 0-1 0 0,1 1 1 0 0,0-1 0 0 0,-1 0-1 0 0,1 0 1 0 0,0 1 0 0 0,0-1-1 0 0,0 1 1 0 0,0 0 0 0 0,0-1-1 0 0,1 1 1 0 0,-1 0 0 0 0,0 0-1 0 0,0 1 1 0 0,5-2-1 0 0,5-3 96 0 0,34-14 179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81 9830 0 0,'-12'-73'0'0'0,"12"72"0"0"0,0 1 0 0 0,0 0 0 0 0,0 0 0 0 0,0 0 0 0 0,-1 0 0 0 0,1-1 0 0 0,0 1 0 0 0,0 0 0 0 0,0 0 0 0 0,0 0 0 0 0,0 0 0 0 0,0-1 0 0 0,0 1 0 0 0,0 0 0 0 0,0 0 0 0 0,0 0 0 0 0,0 0 0 0 0,0-1 0 0 0,0 1 0 0 0,0 0 0 0 0,0 0 0 0 0,0 0 0 0 0,0-1 0 0 0,1 1 0 0 0,-1 0 0 0 0,0 0 0 0 0,0 0 0 0 0,0 0 0 0 0,0 0 0 0 0,0-1 0 0 0,0 1 0 0 0,0 0 0 0 0,1 0 0 0 0,-1 0 0 0 0,0 0 0 0 0,0 0 0 0 0,0 0 0 0 0,0-1 0 0 0,0 1 0 0 0,1 0 0 0 0,-1 0 0 0 0,0 0 0 0 0,0 0 0 0 0,0 0 0 0 0,0 0 0 0 0,1 0 0 0 0,-1 0 0 0 0,0 0 0 0 0,0 0 0 0 0,0 0 0 0 0,0 0 0 0 0,1 0 0 0 0,-1 0 0 0 0,0 0 0 0 0,0 0 0 0 0,0 0 0 0 0,1 0 0 0 0,-1 0 0 0 0,0 0 0 0 0,0 0 0 0 0,0 0 0 0 0,0 1 0 0 0,1-1 0 0 0,-1 0 0 0 0,13 9 76 0 0,0 0-1 0 0,-1 2 1 0 0,-1-1 0 0 0,1 1 0 0 0,-2 1-1 0 0,11 13 1 0 0,11 11 231 0 0,247 257 2451 0 0,68 71 562 0 0,-299-314-2332 0 0,84 68 1 0 0,-73-66-397 0 0,-46-44-365 0 0,-11-7-185 0 0,-2-1-39 0 0,0 0 1 0 0,0 0-1 0 0,0 0 1 0 0,0 0-1 0 0,1-1 0 0 0,-1 1 1 0 0,0 0-1 0 0,0 0 1 0 0,0 0-1 0 0,0 0 0 0 0,0 0 1 0 0,0 0-1 0 0,1 0 1 0 0,-1 0-1 0 0,0 0 0 0 0,0 0 1 0 0,0 0-1 0 0,0 0 1 0 0,0 0-1 0 0,0 0 0 0 0,1 0 1 0 0,-1 0-1 0 0,0 1 1 0 0,0-1-1 0 0,0 0 0 0 0,0 0 1 0 0,0 0-1 0 0,0 0 1 0 0,0 0-1 0 0,1 0 1 0 0,-1 0-1 0 0,0 0 0 0 0,0 0 1 0 0,0 0-1 0 0,0 1 1 0 0,0-1-1 0 0,0 0 0 0 0,0 0 1 0 0,0 0-1 0 0,0 0 1 0 0,0 0-1 0 0,0 0 0 0 0,0 0 1 0 0,0 1-1 0 0,0-1 1 0 0,1 0-1 0 0,-1 0 0 0 0,0 0 1 0 0,0 0-1 0 0,0 0 1 0 0,0 1-1 0 0,0-1 0 0 0,-1 0 1 0 0,1 0-1 0 0,0 0 1 0 0,0 0-1 0 0,0 0 0 0 0,0 0 1 0 0,0 1-1 0 0,0-1 1 0 0,0 0-1 0 0,0 0 1 0 0,0 0-1 0 0,0 0 0 0 0,0 0 1 0 0,0 0-1 0 0,0 1 1 0 0,-36 2 314 0 0,-21 3 183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7.2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1849 367 9830 0 0,'-6'-6'71'0'0,"0"1"0"0"0,0 0 1 0 0,0 0-1 0 0,0 0 0 0 0,-1 1 0 0 0,0-1 0 0 0,0 2 0 0 0,0-1 0 0 0,-1 1 1 0 0,-13-4-1 0 0,-86-19 752 0 0,80 21-583 0 0,-121-24 1221 0 0,-1 6-1 0 0,-208-5 1 0 0,281 27-818 0 0,-1 4 0 0 0,1 3 1 0 0,1 3-1 0 0,-1 4 0 0 0,2 3 0 0 0,-120 42 0 0 0,172-49-456 0 0,1 0-1 0 0,0 2 1 0 0,0 0-1 0 0,1 2 0 0 0,1 0 1 0 0,0 1-1 0 0,1 1 1 0 0,0 1-1 0 0,2 0 1 0 0,0 1-1 0 0,0 1 1 0 0,2 1-1 0 0,-23 36 1 0 0,30-41-71 0 0,0 0 0 0 0,1 0 1 0 0,0 1-1 0 0,1-1 1 0 0,1 1-1 0 0,0 1 1 0 0,1-1-1 0 0,1 0 1 0 0,0 1-1 0 0,1-1 1 0 0,1 1-1 0 0,0 0 1 0 0,1-1-1 0 0,1 1 0 0 0,0-1 1 0 0,1 0-1 0 0,1 0 1 0 0,0 0-1 0 0,1 0 1 0 0,1 0-1 0 0,14 26 1 0 0,-6-20-86 0 0,1 1-1 0 0,0-2 1 0 0,2 0 0 0 0,0-1 0 0 0,1-1 0 0 0,1-1 0 0 0,1 0 0 0 0,0-1 0 0 0,2-1 0 0 0,28 15 0 0 0,16 5 16 0 0,2-4 0 0 0,91 31 0 0 0,-22-19-47 0 0,2-6 0 0 0,1-6 0 0 0,2-6 0 0 0,257 12 0 0 0,-302-36-104 0 0,-1-4 0 0 0,1-4 0 0 0,-1-5 0 0 0,143-35 0 0 0,-159 25-22 0 0,-2-3 0 0 0,-1-4-1 0 0,-1-2 1 0 0,-2-4 0 0 0,115-74 0 0 0,-171 98-48 0 0,-1-2 1 0 0,0 0 0 0 0,-1-1-1 0 0,-1 0 1 0 0,0-1 0 0 0,17-23-1 0 0,-27 31 116 0 0,1-1 0 0 0,-2 0-1 0 0,1-1 1 0 0,-1 1 0 0 0,-1-1-1 0 0,1 0 1 0 0,-1 0 0 0 0,-1 0-1 0 0,0 0 1 0 0,0-1 0 0 0,-1 1-1 0 0,0 0 1 0 0,0-1 0 0 0,-1 1 0 0 0,-1-1-1 0 0,-2-14 1 0 0,-2 1-89 0 0,-1 0 0 0 0,-2 0 1 0 0,0 1-1 0 0,-1 0 0 0 0,-1 1 1 0 0,-2 0-1 0 0,0 0 0 0 0,-1 1 1 0 0,0 1-1 0 0,-2 0 0 0 0,0 1 1 0 0,-2 1-1 0 0,1 0 0 0 0,-31-22 0 0 0,-15-7-395 0 0,-2 3-1 0 0,-1 2 0 0 0,-84-37 0 0 0,39 26-75 0 0,-2 4 0 0 0,-2 4 1 0 0,-2 6-1 0 0,-2 6 0 0 0,-171-27 0 0 0,263 56 766 0 0,1 0 0 0 0,-1 2 0 0 0,0 1 0 0 0,0 1 0 0 0,0 1 0 0 0,0 1 0 0 0,1 1 0 0 0,-1 2 0 0 0,1 0 0 0 0,1 2 0 0 0,-1 0 0 0 0,-35 19 0 0 0,26-2 124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8.2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49 9830 0 0,'4'0'-8'0'0,"20"-26"62"0"0,-16 15 127 0 0,0 0-139 0 0,-6 23 140 0 0,-7 27 128 0 0,-11 16 335 0 0,-13 80 0 0 0,17-75 56 0 0,9-48-697 0 0,1-3 67 0 0,-1 0 0 0 0,2 1 0 0 0,-1-1 0 0 0,0 15-1 0 0,2-24-65 0 0,0 1-1 0 0,0-1 1 0 0,0 0-1 0 0,0 0 1 0 0,0 0-1 0 0,0 1 1 0 0,0-1-1 0 0,0 0 1 0 0,0 0-1 0 0,0 1 1 0 0,0-1-1 0 0,0 0 1 0 0,1 0-1 0 0,-1 0 1 0 0,0 1-1 0 0,0-1 1 0 0,0 0-1 0 0,0 0 1 0 0,0 0-1 0 0,0 1 1 0 0,0-1-1 0 0,1 0 1 0 0,-1 0-1 0 0,0 0 1 0 0,0 1-1 0 0,0-1 1 0 0,0 0-1 0 0,1 0 1 0 0,-1 0-1 0 0,0 0 1 0 0,0 0-1 0 0,0 0 1 0 0,1 0-1 0 0,-1 0 1 0 0,0 1-1 0 0,0-1 1 0 0,1 0-1 0 0,-1 0 0 0 0,0 0 1 0 0,0 0-1 0 0,1 0 1 0 0,-1 0-1 0 0,0 0 1 0 0,0 0-1 0 0,0 0 1 0 0,1 0-1 0 0,-1 0 1 0 0,0-1-1 0 0,0 1 1 0 0,1 0-1 0 0,-1 0 1 0 0,0 0-1 0 0,0 0 1 0 0,6-1 60 0 0,-1-1 0 0 0,0 1 0 0 0,1-1 0 0 0,-1 0 0 0 0,0 0 0 0 0,0-1 0 0 0,0 0 0 0 0,7-5 0 0 0,6-3-20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8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140 17 9830 0 0,'-1'-1'2'0'0,"1"0"0"0"0,0 1 0 0 0,-1-1 0 0 0,1 1 0 0 0,-1-1 0 0 0,0 0 0 0 0,1 1 0 0 0,-1-1 0 0 0,1 1 0 0 0,-1 0 0 0 0,0-1 0 0 0,1 1 0 0 0,-1-1 0 0 0,0 1 0 0 0,0 0 0 0 0,1 0 0 0 0,-1-1 0 0 0,0 1 0 0 0,0 0 0 0 0,1 0 0 0 0,-1 0 0 0 0,-1 0 0 0 0,-2 1 49 0 0,0 1 0 0 0,-1 0 0 0 0,1 0 0 0 0,0 0 0 0 0,0 1 0 0 0,0-1 0 0 0,0 1 1 0 0,0 0-1 0 0,1 0 0 0 0,-1 0 0 0 0,1 1 0 0 0,0-1 0 0 0,0 1 0 0 0,0 0 0 0 0,1 0 1 0 0,-1 0-1 0 0,1 0 0 0 0,0 0 0 0 0,0 0 0 0 0,0 1 0 0 0,-1 6 0 0 0,-2 2 111 0 0,0 1-1 0 0,2 0 1 0 0,-1 0-1 0 0,2 1 1 0 0,-2 27-1 0 0,4-35-118 0 0,0-1 1 0 0,1 1-1 0 0,-1-1 1 0 0,1 0-1 0 0,1 1 0 0 0,-1-1 1 0 0,1 0-1 0 0,0 0 0 0 0,1 0 1 0 0,-1 0-1 0 0,1 0 0 0 0,0-1 1 0 0,1 1-1 0 0,-1-1 0 0 0,1 0 1 0 0,0 0-1 0 0,1 0 1 0 0,-1-1-1 0 0,1 1 0 0 0,0-1 1 0 0,0 0-1 0 0,0 0 0 0 0,0-1 1 0 0,1 0-1 0 0,-1 1 0 0 0,1-2 1 0 0,0 1-1 0 0,0-1 1 0 0,0 0-1 0 0,0 0 0 0 0,1-1 1 0 0,-1 0-1 0 0,0 0 0 0 0,1 0 1 0 0,-1-1-1 0 0,0 0 0 0 0,1 0 1 0 0,-1 0-1 0 0,1-1 1 0 0,-1 0-1 0 0,0 0 0 0 0,9-4 1 0 0,-12 4-15 0 0,0-1 0 0 0,0 1 0 0 0,0-1 0 0 0,0 0 0 0 0,0 0 0 0 0,0 0 0 0 0,-1 0 0 0 0,1-1 0 0 0,-1 1 1 0 0,0-1-1 0 0,1 0 0 0 0,-1 1 0 0 0,-1-1 0 0 0,1 0 0 0 0,0 0 0 0 0,-1 0 0 0 0,1 0 0 0 0,-1-1 0 0 0,0 1 1 0 0,0 0-1 0 0,0-1 0 0 0,0 1 0 0 0,-1 0 0 0 0,1-1 0 0 0,-1-5 0 0 0,1-9-42 0 0,-2 0 0 0 0,1 1 0 0 0,-6-27 0 0 0,6 44 11 0 0,-2-15-43 0 0,0 1 0 0 0,-2 0 0 0 0,1 0 0 0 0,-2 0 0 0 0,-7-14 0 0 0,10 23 44 0 0,0 1 1 0 0,0-1 0 0 0,-1 1 0 0 0,0 0 0 0 0,0 0 0 0 0,0 0 0 0 0,0 1 0 0 0,-1-1 0 0 0,1 1 0 0 0,-1 0 0 0 0,0 0 0 0 0,0 0 0 0 0,0 0 0 0 0,0 1 0 0 0,0-1 0 0 0,-1 1 0 0 0,1 0 0 0 0,-8-1 0 0 0,10 2 10 0 0,-1 0 0 0 0,1 0 0 0 0,0 0 0 0 0,-1 1 0 0 0,1-1 0 0 0,-1 1 0 0 0,1-1 0 0 0,-1 1 0 0 0,1 0 0 0 0,-1 0 1 0 0,1 1-1 0 0,-1-1 0 0 0,1 0 0 0 0,-1 1 0 0 0,1-1 0 0 0,-1 1 0 0 0,-2 1 0 0 0,-3 1 45 0 0,-1-1-3 0 0,0 1 1 0 0,0 0-1 0 0,1 0 1 0 0,0 0-1 0 0,0 1 1 0 0,-11 7-1 0 0,16-9-24 0 0,0 0 1 0 0,0 0-1 0 0,0 0 0 0 0,0 1 1 0 0,1-1-1 0 0,-1 1 0 0 0,1-1 1 0 0,0 1-1 0 0,-1 0 0 0 0,1 0 1 0 0,1 0-1 0 0,-1 0 0 0 0,0 0 0 0 0,1 1 1 0 0,0-1-1 0 0,-1 0 0 0 0,1 1 1 0 0,0 4-1 0 0,2 9 244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8.9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28 9830 0 0,'3'-14'0'0'0,"-2"1"0"0"0,-5 138 865 0 0,-7-58-361 0 0,-22 114 903 0 0,31-173-1323 0 0,0 0-1 0 0,1 1 1 0 0,0-1-1 0 0,1 1 0 0 0,0 12 1 0 0,4-12-84 0 0,7 2 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9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294 45 9830 0 0,'1'-1'0'0'0,"0"1"0"0"0,-1-1 0 0 0,1 0 0 0 0,-1 0 0 0 0,0 1 0 0 0,1-1 0 0 0,-1 0 0 0 0,0 0 0 0 0,0 1 0 0 0,1-1 0 0 0,-1 0 0 0 0,0 0 0 0 0,0 1 0 0 0,0-1 0 0 0,0 0 0 0 0,0 0 0 0 0,0 0 0 0 0,0 0 0 0 0,0 1 0 0 0,0-1 0 0 0,-1 0 0 0 0,1 0 0 0 0,0 1 0 0 0,0-1 0 0 0,-1 0 0 0 0,1 0 0 0 0,0 1 0 0 0,-1-1 0 0 0,1 0 0 0 0,-1 1 0 0 0,1-1 0 0 0,-1 0 0 0 0,0 0 0 0 0,-11-11 46 0 0,-8 6 136 0 0,-9 9-91 0 0,22-2-26 0 0,0 1 1 0 0,0 0-1 0 0,0 1 0 0 0,0-1 1 0 0,1 1-1 0 0,-1 1 1 0 0,1-1-1 0 0,-1 1 1 0 0,1 0-1 0 0,1 1 1 0 0,-1 0-1 0 0,1-1 0 0 0,-1 2 1 0 0,1-1-1 0 0,1 1 1 0 0,-1-1-1 0 0,1 1 1 0 0,0 0-1 0 0,0 1 0 0 0,1-1 1 0 0,0 1-1 0 0,0 0 1 0 0,0-1-1 0 0,-1 9 1 0 0,1-4 26 0 0,2 0 1 0 0,-1 0-1 0 0,1 0 1 0 0,1-1-1 0 0,0 1 1 0 0,0 0-1 0 0,1 0 1 0 0,0 0 0 0 0,1 0-1 0 0,0-1 1 0 0,1 1-1 0 0,1-1 1 0 0,-1 1-1 0 0,1-1 1 0 0,11 17-1 0 0,8 9 283 0 0,-15-25-242 0 0,0 1-1 0 0,-1 0 0 0 0,-1 0 0 0 0,0 0 1 0 0,0 1-1 0 0,-1 0 0 0 0,5 20 0 0 0,-6-6-16 0 0,-6-20-46 0 0,0-4-28 0 0,-7 9 49 0 0,3-6-16 0 0,3-3-34 0 0,1 0-1 0 0,-1-1 1 0 0,0 1 0 0 0,0-1 0 0 0,-1 0 0 0 0,1 0 0 0 0,0 0-1 0 0,-1 0 1 0 0,1 0 0 0 0,-1-1 0 0 0,0 0 0 0 0,1 0 0 0 0,-1 0-1 0 0,0 0 1 0 0,-7 0 0 0 0,4 2-3 0 0,-31-3 243 0 0,32 0-206 0 0,0-1-23 0 0,0 1 0 0 0,0-1 1 0 0,0-1-1 0 0,0 1 0 0 0,1-1 1 0 0,-1 0-1 0 0,0 0 0 0 0,-10-7 1 0 0,-2 1 220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40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1989 322 9830 0 0,'-6'-6'42'0'0,"-1"-1"-1"0"0,0 1 1 0 0,-1 0-1 0 0,1 1 0 0 0,-1 0 1 0 0,0 0-1 0 0,0 1 1 0 0,-1-1-1 0 0,1 2 1 0 0,-11-4-1 0 0,-18-4 336 0 0,-42-7 0 0 0,50 12-238 0 0,-21-3 278 0 0,-1 2-1 0 0,1 2 1 0 0,-1 3-1 0 0,-63 5 1 0 0,15 6 602 0 0,-116 25 0 0 0,128-16-244 0 0,0 4 0 0 0,2 3 0 0 0,1 4 0 0 0,1 4 0 0 0,-149 83 0 0 0,191-90-394 0 0,1 1 1 0 0,2 3 0 0 0,1 0-1 0 0,1 3 1 0 0,-36 43-1 0 0,48-47-119 0 0,1 1 0 0 0,2 2 0 0 0,1 0-1 0 0,1 1 1 0 0,2 0 0 0 0,2 2-1 0 0,-16 47 1 0 0,25-62-183 0 0,0-1-1 0 0,2 1 0 0 0,0 1 1 0 0,1-1-1 0 0,1 0 0 0 0,1 1 1 0 0,1-1-1 0 0,0 1 0 0 0,2 0 1 0 0,0-1-1 0 0,2 0 0 0 0,0 0 1 0 0,1 0-1 0 0,1 0 0 0 0,1-1 1 0 0,0 0-1 0 0,2 0 0 0 0,0-1 1 0 0,1 0-1 0 0,1 0 1 0 0,0-1-1 0 0,2-1 0 0 0,25 27 1 0 0,-11-18-79 0 0,0-2 0 0 0,2-1 0 0 0,0-1 0 0 0,2-2 0 0 0,0-1 0 0 0,1-1 0 0 0,0-2 0 0 0,2-1 0 0 0,-1-1 0 0 0,44 9 0 0 0,-8-6 0 0 0,1-4 0 0 0,1-2 0 0 0,0-3 0 0 0,89-3 0 0 0,-76-8-379 0 0,0-3-1 0 0,0-4 1 0 0,-2-4 0 0 0,1-3 0 0 0,-2-4 0 0 0,-1-4 0 0 0,-1-2 0 0 0,77-41 0 0 0,-72 26-158 0 0,-2-4 0 0 0,-2-3 1 0 0,-3-4-1 0 0,-1-3 0 0 0,-4-4 0 0 0,127-136 1 0 0,-163 156 57 0 0,-2-2 0 0 0,32-52 0 0 0,-54 75 289 0 0,-1 0 1 0 0,-1-1-1 0 0,-1 0 1 0 0,0 0-1 0 0,-2-1 1 0 0,0 0-1 0 0,5-40 1 0 0,-10 49 89 0 0,-2 0 1 0 0,1 0-1 0 0,-2 0 0 0 0,0 1 1 0 0,0-1-1 0 0,-2 0 0 0 0,1 0 1 0 0,-1 1-1 0 0,-1 0 0 0 0,-1-1 1 0 0,1 1-1 0 0,-10-16 0 0 0,3 11-48 0 0,0 0 1 0 0,-1 1-1 0 0,-1 0 0 0 0,0 1 1 0 0,-1 0-1 0 0,-1 1 0 0 0,-20-14 1 0 0,-12-5-357 0 0,-1 3 1 0 0,-2 2-1 0 0,-1 2 1 0 0,-88-32-1 0 0,27 19 13 0 0,0 4 0 0 0,-217-35 0 0 0,186 52 1106 0 0,1 6 0 0 0,-146 7-1 0 0,216 7 74 0 0,1 3-1 0 0,0 4 0 0 0,-126 31 0 0 0,129-19-274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40.97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9830 0 0,'0'-2'1'0'0,"0"1"0"0"0,0-1 0 0 0,0 1 0 0 0,0-1 0 0 0,0 1 0 0 0,0-1 0 0 0,1 1 0 0 0,-1-1 0 0 0,0 1 0 0 0,1-1 0 0 0,-1 1 0 0 0,1-1 0 0 0,-1 1 0 0 0,1 0 0 0 0,0-1 0 0 0,0 1 0 0 0,-1 0 0 0 0,1-1-1 0 0,0 1 1 0 0,0 0 0 0 0,0 0 0 0 0,0 0 0 0 0,1 0 0 0 0,-1 0 0 0 0,0 0 0 0 0,0 0 0 0 0,1 1 0 0 0,-1-1 0 0 0,0 0 0 0 0,1 1 0 0 0,1-2 0 0 0,-1 2 14 0 0,7-5 112 0 0,-3 1-78 0 0,1 1 0 0 0,-1 0-1 0 0,0 1 1 0 0,1 0 0 0 0,0 0-1 0 0,-1 0 1 0 0,1 0 0 0 0,0 1-1 0 0,0 1 1 0 0,0-1-1 0 0,0 1 1 0 0,12 1 0 0 0,-13-1 2 0 0,0 1 1 0 0,0-1 0 0 0,-1 2 0 0 0,1-1-1 0 0,0 0 1 0 0,0 1 0 0 0,-1 0 0 0 0,1 1-1 0 0,-1-1 1 0 0,0 1 0 0 0,1 0-1 0 0,7 6 1 0 0,-11-7-29 0 0,0 0-1 0 0,0 1 0 0 0,0-1 1 0 0,0 1-1 0 0,0-1 0 0 0,0 1 1 0 0,-1 0-1 0 0,1-1 0 0 0,-1 1 1 0 0,0 0-1 0 0,0 0 0 0 0,0 0 1 0 0,0 0-1 0 0,0 0 0 0 0,-1 0 1 0 0,0 0-1 0 0,1 1 0 0 0,-1-1 1 0 0,0 0-1 0 0,0 0 1 0 0,-1 0-1 0 0,1 0 0 0 0,-1 0 1 0 0,1 0-1 0 0,-1 0 0 0 0,0 0 1 0 0,-2 4-1 0 0,-5 13 151 0 0,-2 0 0 0 0,0 0 0 0 0,-2 0 0 0 0,-15 20 0 0 0,10-15 192 0 0,15-22-336 0 0,0 0-1 0 0,0 0 0 0 0,0 0 1 0 0,0 0-1 0 0,1 0 0 0 0,0 0 1 0 0,-1 0-1 0 0,1 0 0 0 0,0 0 1 0 0,1 1-1 0 0,-1-1 0 0 0,0 0 1 0 0,1 1-1 0 0,0-1 0 0 0,0 1 1 0 0,0-1-1 0 0,0 0 0 0 0,1 1 1 0 0,-1-1-1 0 0,1 0 0 0 0,0 1 1 0 0,0-1-1 0 0,0 0 0 0 0,0 0 1 0 0,0 0-1 0 0,1 0 0 0 0,0 0 0 0 0,-1 0 1 0 0,1 0-1 0 0,0 0 0 0 0,0-1 1 0 0,1 1-1 0 0,-1-1 0 0 0,1 1 1 0 0,4 3-1 0 0,6 3 91 0 0,0 0 0 0 0,0-1 0 0 0,1-1 0 0 0,0 0 0 0 0,23 8 0 0 0,-35-14-111 0 0,33 12 291 0 0,1-2 1 0 0,1-1 0 0 0,-1-1-1 0 0,2-3 1 0 0,-1-1 0 0 0,1-1-1 0 0,54-3 1 0 0,-52-5-76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41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266 5 9830 0 0,'5'-2'38'0'0,"24"0"152"0"0,-3 3-99 0 0,-23 0-59 0 0,0-1 0 0 0,0 0 0 0 0,0 1 0 0 0,0 0 0 0 0,0-1 0 0 0,0 1 0 0 0,0 0 0 0 0,0 1 0 0 0,0-1 0 0 0,0 0 0 0 0,-1 1 0 0 0,1 0 0 0 0,4 3 0 0 0,2 13 239 0 0,-9-18-262 0 0,0 2 1 0 0,1-1 1 0 0,-1 0 0 0 0,1 0-1 0 0,-1 1 1 0 0,0-1-1 0 0,0 0 1 0 0,1 0-1 0 0,-1 1 1 0 0,0-1 0 0 0,0 0-1 0 0,0 1 1 0 0,0-1-1 0 0,-1 0 1 0 0,1 0 0 0 0,0 1-1 0 0,-1-1 1 0 0,1 0-1 0 0,0 0 1 0 0,-1 1-1 0 0,1-1 1 0 0,-1 0 0 0 0,0 0-1 0 0,1 0 1 0 0,-2 1-1 0 0,0 0 44 0 0,-5 11 96 0 0,0-1 0 0 0,-1 0 0 0 0,-1-1-1 0 0,0 0 1 0 0,-1 0 0 0 0,0-1 0 0 0,0 0-1 0 0,-17 11 1 0 0,3 0 141 0 0,16-14-168 0 0,-1 1 0 0 0,1 0 0 0 0,0 1 1 0 0,1 0-1 0 0,0 0 0 0 0,0 1 0 0 0,1-1 1 0 0,-8 19-1 0 0,12-22-83 0 0,0-1 0 0 0,0 1-1 0 0,1 0 1 0 0,0 0 0 0 0,1 1 0 0 0,-1-1 0 0 0,1 0 0 0 0,0 0-1 0 0,1 0 1 0 0,-1 0 0 0 0,1 0 0 0 0,0 0 0 0 0,1 0 0 0 0,-1 0-1 0 0,1 0 1 0 0,1 0 0 0 0,-1-1 0 0 0,4 7 0 0 0,3 4 99 0 0,1 2 61 0 0,-1 0 1 0 0,-1 0-1 0 0,0 1 0 0 0,-1 0 1 0 0,5 29-1 0 0,-11-43-153 0 0,0 0 1 0 0,-1 0-1 0 0,0 0 0 0 0,0 0 1 0 0,0 0-1 0 0,0 0 0 0 0,-1 1 0 0 0,0-1 1 0 0,0 0-1 0 0,-1 0 0 0 0,1-1 0 0 0,-1 1 1 0 0,0 0-1 0 0,0 0 0 0 0,-1-1 0 0 0,1 1 1 0 0,-1-1-1 0 0,0 0 0 0 0,0 0 0 0 0,-1 0 1 0 0,1 0-1 0 0,-1-1 0 0 0,0 1 0 0 0,0-1 1 0 0,0 0-1 0 0,0 0 0 0 0,-5 2 1 0 0,1 0 5 0 0,2 0 14 0 0,0-1 1 0 0,-1 1-1 0 0,0-2 1 0 0,0 1 0 0 0,0-1-1 0 0,-1 0 1 0 0,1 0-1 0 0,-1-1 1 0 0,1 0 0 0 0,-1 0-1 0 0,0-1 1 0 0,0 0-1 0 0,1 0 1 0 0,-1-1-1 0 0,0 0 1 0 0,0-1 0 0 0,-12-1-1 0 0,18 1-55 0 0,0 1 1 0 0,0 0-1 0 0,1-1 0 0 0,-1 0 0 0 0,0 1 0 0 0,0-1 1 0 0,1 0-1 0 0,-1 0 0 0 0,0 0 0 0 0,1 0 1 0 0,-1 0-1 0 0,1 0 0 0 0,-1 0 0 0 0,1-1 0 0 0,-1 1 1 0 0,1-1-1 0 0,0 1 0 0 0,0-1 0 0 0,0 1 0 0 0,0-1 1 0 0,0 1-1 0 0,0-1 0 0 0,0 0 0 0 0,0 0 0 0 0,1 0 1 0 0,-1 1-1 0 0,1-1 0 0 0,-1 0 0 0 0,1 0 1 0 0,0 0-1 0 0,0 0 0 0 0,0 0 0 0 0,0 0 0 0 0,0 0 1 0 0,0 0-1 0 0,0 1 0 0 0,1-1 0 0 0,-1 0 0 0 0,1 0 1 0 0,0-2-1 0 0,2-7 33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42.0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0 230 9830 0 0,'3'-9'15'0'0,"1"0"-1"0"0,-1 1 1 0 0,2-1-1 0 0,-1 1 1 0 0,1 0-1 0 0,0 0 0 0 0,1 0 1 0 0,0 0-1 0 0,0 1 1 0 0,0 0-1 0 0,1 1 1 0 0,0 0-1 0 0,1 0 1 0 0,-1 0-1 0 0,1 1 1 0 0,0 0-1 0 0,0 0 1 0 0,1 1-1 0 0,0 0 1 0 0,-1 0-1 0 0,13-2 1 0 0,-19 5-7 0 0,-1 1 1 0 0,0-1-1 0 0,1 0 1 0 0,-1 1-1 0 0,0 0 1 0 0,1-1-1 0 0,-1 1 0 0 0,1 0 1 0 0,-1 0-1 0 0,1 0 1 0 0,-1 0-1 0 0,1 0 1 0 0,-1 0-1 0 0,0 0 1 0 0,1 0-1 0 0,-1 1 1 0 0,1-1-1 0 0,-1 0 1 0 0,0 1-1 0 0,1 0 1 0 0,-1-1-1 0 0,0 1 1 0 0,1 0-1 0 0,-1-1 1 0 0,0 1-1 0 0,0 0 1 0 0,2 2-1 0 0,-1-1 28 0 0,1 0-7 0 0,-1 0 0 0 0,0 0 0 0 0,0 0 0 0 0,0 1 0 0 0,0-1 0 0 0,0 0 0 0 0,-1 1 0 0 0,1 0 1 0 0,-1-1-1 0 0,1 1 0 0 0,-1 0 0 0 0,0 0 0 0 0,0 0 0 0 0,-1 0 0 0 0,1-1 0 0 0,0 1 0 0 0,-1 0 0 0 0,0 0 0 0 0,0 1 0 0 0,1-1 1 0 0,-2 0-1 0 0,1 0 0 0 0,0 0 0 0 0,-1 0 0 0 0,1 0 0 0 0,-3 4 0 0 0,-1 9 133 0 0,0 0 0 0 0,-2 0 0 0 0,-9 19 0 0 0,-45 75 815 0 0,38-72-340 0 0,-22 50 1 0 0,40-75-593 0 0,5 2-45 0 0,0-15 5 0 0,0 1-1 0 0,0 0 0 0 0,0-1 1 0 0,0 1-1 0 0,0-1 0 0 0,0 1 1 0 0,0-1-1 0 0,0 1 0 0 0,0-1 1 0 0,0 1-1 0 0,0-1 0 0 0,0 0 1 0 0,0 0-1 0 0,1 0 0 0 0,-1 0 1 0 0,0 0-1 0 0,0 0 0 0 0,0 0 1 0 0,0 0-1 0 0,2 0 0 0 0,18-3 199 0 0,0-1-1 0 0,0-1 0 0 0,0-1 1 0 0,-1-1-1 0 0,34-16 1 0 0,98-59 78 0 0,-30 8-901 0 0,168-135 0 0 0,-284 204 595 0 0,0 1 1 0 0,-1-1 0 0 0,0-1 0 0 0,0 1 0 0 0,0-1 0 0 0,-1 1-1 0 0,1-1 1 0 0,-1-1 0 0 0,-1 1 0 0 0,1 0 0 0 0,-1-1 0 0 0,4-12 0 0 0,-7 18 23 0 0,0 1 1 0 0,0-1-1 0 0,0 0 0 0 0,-1 0 1 0 0,1 0-1 0 0,0 0 1 0 0,0 0-1 0 0,0 1 1 0 0,-1-1-1 0 0,1 0 1 0 0,-1 0-1 0 0,1 0 1 0 0,0 1-1 0 0,-1-1 1 0 0,1 0-1 0 0,-1 0 1 0 0,1 1-1 0 0,-1-1 1 0 0,0 1-1 0 0,1-1 1 0 0,-1 0-1 0 0,0 1 1 0 0,1-1-1 0 0,-1 1 1 0 0,0-1-1 0 0,0 1 1 0 0,0 0-1 0 0,1-1 1 0 0,-1 1-1 0 0,0 0 1 0 0,0 0-1 0 0,-1-1 1 0 0,-17 0 33 0 0,4 3 59 0 0,0 1 1 0 0,1 1-1 0 0,-1 0 1 0 0,1 1-1 0 0,-1 0 1 0 0,1 1-1 0 0,1 1 1 0 0,-1 0-1 0 0,1 1 1 0 0,1 1-1 0 0,0 0 0 0 0,0 0 1 0 0,0 1-1 0 0,1 1 1 0 0,1-1-1 0 0,-13 18 1 0 0,21-24-72 0 0,0-1-1 0 0,0 1 1 0 0,0 0 0 0 0,0 0 0 0 0,1 0 0 0 0,0 0 0 0 0,0 0 0 0 0,0 0 0 0 0,0 0 0 0 0,0 0 0 0 0,1 0-1 0 0,0 1 1 0 0,0-1 0 0 0,0 0 0 0 0,1 0 0 0 0,-1 0 0 0 0,1 0 0 0 0,0 1 0 0 0,0-1 0 0 0,0 0 0 0 0,1 0-1 0 0,0-1 1 0 0,-1 1 0 0 0,1 0 0 0 0,0 0 0 0 0,1-1 0 0 0,2 4 0 0 0,9 10 100 0 0,0-1-1 0 0,1-1 1 0 0,1 0 0 0 0,23 16 0 0 0,19 20 429 0 0,-54-47-509 0 0,0 0 0 0 0,-1 0 1 0 0,1 0-1 0 0,-1 0 0 0 0,0 1 1 0 0,-1-1-1 0 0,1 1 0 0 0,-1 0 1 0 0,0 0-1 0 0,0 0 1 0 0,0 0-1 0 0,-1 0 0 0 0,0 0 1 0 0,1 10-1 0 0,-2-11-15 0 0,0 0-1 0 0,-1 1 1 0 0,0-1 0 0 0,0 0-1 0 0,0 0 1 0 0,-1 1 0 0 0,1-1 0 0 0,-1 0-1 0 0,0-1 1 0 0,0 1 0 0 0,0 0-1 0 0,0 0 1 0 0,-1-1 0 0 0,0 0-1 0 0,0 1 1 0 0,0-1 0 0 0,0 0 0 0 0,0 0-1 0 0,-4 2 1 0 0,-11 9 106 0 0,-1-2 0 0 0,-1 0 0 0 0,0-1 0 0 0,0 0 0 0 0,-1-2 0 0 0,0-1 0 0 0,-1 0 0 0 0,-22 4 0 0 0,-182 27 1016 0 0,225-39-1143 0 0,-124 11 667 0 0,101-6-625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5.5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1224 72 9830 0 0,'-51'-1'359'0'0,"0"2"0"0"0,0 2 0 0 0,0 3 0 0 0,1 2 0 0 0,-1 2 0 0 0,2 2 0 0 0,0 2 0 0 0,0 3 0 0 0,2 1 0 0 0,0 3 0 0 0,1 1 0 0 0,1 3 0 0 0,1 2 0 0 0,2 1 0 0 0,-43 37 0 0 0,48-33-1 0 0,1 1 0 0 0,1 1 0 0 0,2 2 1 0 0,2 2-1 0 0,1 1 0 0 0,2 1 0 0 0,2 1 1 0 0,1 1-1 0 0,3 1 0 0 0,1 2 1 0 0,3 0-1 0 0,1 1 0 0 0,2 0 0 0 0,3 1 1 0 0,-13 92-1 0 0,22-99-135 0 0,2-1 0 0 0,1 1 0 0 0,2-1 0 0 0,2 1 0 0 0,2-1 0 0 0,1-1 0 0 0,3 1 0 0 0,0-1 1 0 0,3-1-1 0 0,1 0 0 0 0,1 0 0 0 0,2-2 0 0 0,2 0 0 0 0,1-1 0 0 0,2-1 0 0 0,1-1 0 0 0,2-1 0 0 0,0-1 0 0 0,2-1 0 0 0,2-2 1 0 0,54 42-1 0 0,-45-42-223 0 0,1-2 0 0 0,2-1 0 0 0,1-2 0 0 0,0-2 0 0 0,1-2 0 0 0,1-2 0 0 0,1-2 0 0 0,1-1 0 0 0,-1-3 0 0 0,2-2 0 0 0,88 5 0 0 0,-51-13-221 0 0,-1-4 0 0 0,0-3 0 0 0,159-36 0 0 0,-125 12-247 0 0,-1-5 0 0 0,121-55 0 0 0,-172 62-114 0 0,-2-3-1 0 0,-1-2 1 0 0,-2-3 0 0 0,-1-3-1 0 0,-3-2 1 0 0,98-94-1 0 0,-124 104 238 0 0,-1-2-1 0 0,-2 0 1 0 0,-2-2 0 0 0,-1-1-1 0 0,21-43 1 0 0,-31 50 96 0 0,-1-1 1 0 0,-1-1-1 0 0,-2 0 0 0 0,-1 0 1 0 0,-2-1-1 0 0,-1-1 1 0 0,2-41-1 0 0,-7 28-37 0 0,-1 0-1 0 0,-3 0 1 0 0,-2 1 0 0 0,-2-1-1 0 0,-2 1 1 0 0,-2 1 0 0 0,-2 0-1 0 0,-2 0 1 0 0,-1 1 0 0 0,-34-60-1 0 0,33 72 100 0 0,-2 1 0 0 0,-1 1 0 0 0,-1 1-1 0 0,-1 1 1 0 0,-2 1 0 0 0,-1 0 0 0 0,-1 2 0 0 0,-1 2-1 0 0,-1 0 1 0 0,-1 1 0 0 0,-1 2 0 0 0,-1 2 0 0 0,0 0-1 0 0,-39-14 1 0 0,27 17 356 0 0,0 3 1 0 0,-1 2-1 0 0,-1 1 0 0 0,1 3 1 0 0,-1 1-1 0 0,-1 3 0 0 0,1 1 1 0 0,-88 11-1 0 0,-11 12 874 0 0,-199 56 1 0 0,193-36 670 0 0,-175 75 1 0 0,192-58-808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6.3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6229 266 9830 0 0,'20'-29'0'0'0,"-17"17"0"0"0,-12-1 0 0 0,1 9 51 0 0,-1 0 1 0 0,0 0-1 0 0,0 1 0 0 0,0 0 1 0 0,0 0-1 0 0,-1 1 0 0 0,1 0 0 0 0,-18-1 1 0 0,-3-1 126 0 0,-477-75 5789 0 0,-771-22 0 0 0,-657 118-3481 0 0,298 4-1162 0 0,1474-24-1324 0 0,33-2 0 0 0,-234 22 0 0 0,358-16 0 0 0,1-1 0 0 0,0 1 0 0 0,0-1 0 0 0,0 1 0 0 0,1 0 0 0 0,-1 0 0 0 0,0 1 0 0 0,1-1 0 0 0,-1 1 0 0 0,1 0 0 0 0,-1 0 0 0 0,1 0 0 0 0,0 1 0 0 0,0-1 0 0 0,0 1 0 0 0,0 0 0 0 0,1 1 0 0 0,-1-1 0 0 0,1 0 0 0 0,-4 6 0 0 0,3 1 0 0 0,4 0 0 0 0,12-1 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2:26.7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882 66 9830 0 0,'7'-8'0'0'0,"-1"-1"0"0"0,1 0 0 0 0,-2 0 0 0 0,7-15 0 0 0,-11 24 0 0 0,-1-1 0 0 0,0 1 0 0 0,0 0 0 0 0,0 0 0 0 0,0 0 0 0 0,0-1 0 0 0,0 1 0 0 0,0 0 0 0 0,0 0 0 0 0,0 0 0 0 0,0-1 0 0 0,0 1 0 0 0,0 0 0 0 0,0 0 0 0 0,-1 0 0 0 0,1-1 0 0 0,0 1 0 0 0,0 0 0 0 0,0 0 0 0 0,0 0 0 0 0,0-1 0 0 0,0 1 0 0 0,0 0 0 0 0,0 0 0 0 0,-1 0 0 0 0,1 0 0 0 0,0 0 0 0 0,0-1 0 0 0,0 1 0 0 0,0 0 0 0 0,-1 0 0 0 0,1 0 0 0 0,0 0 0 0 0,0 0 0 0 0,0 0 0 0 0,-1 0 0 0 0,1 0 0 0 0,0 0 0 0 0,0 0 0 0 0,0-1 0 0 0,-1 1 0 0 0,1 0 0 0 0,0 0 0 0 0,0 0 0 0 0,0 0 0 0 0,-1 0 0 0 0,1 1 0 0 0,0-1 0 0 0,0 0 0 0 0,0 0 0 0 0,-1 0 0 0 0,1 0 0 0 0,0 0 0 0 0,0 0 0 0 0,0 0 0 0 0,-1 0 0 0 0,1 1 0 0 0,-12-1 64 0 0,-1 1 0 0 0,1 0 0 0 0,0 1 0 0 0,0 1 0 0 0,0 0 0 0 0,0 0 0 0 0,-16 8 0 0 0,-89 44 861 0 0,86-40-712 0 0,-531 297 4144 0 0,558-309-4320 0 0,-6 2 73 0 0,1 1-1 0 0,-1 1 1 0 0,1-1-1 0 0,1 2 0 0 0,-14 13 1 0 0,20-19-92 0 0,0 0 0 0 0,1 0 0 0 0,-1 0 0 0 0,1 1 0 0 0,0-1 0 0 0,-1 1 0 0 0,1-1 0 0 0,0 1 0 0 0,0-1 0 0 0,1 1 0 0 0,-1-1 0 0 0,1 1 0 0 0,-1 0 0 0 0,1-1 0 0 0,0 1 0 0 0,0 0 0 0 0,0-1 0 0 0,0 1 0 0 0,0 0 0 0 0,1 0 0 0 0,-1-1 0 0 0,1 1 0 0 0,0-1 0 0 0,0 1 0 0 0,0-1 0 0 0,0 1 0 0 0,0-1 0 0 0,0 1 0 0 0,1-1 0 0 0,-1 0 0 0 0,3 3 0 0 0,7 8 132 0 0,1 0 0 0 0,0-1 0 0 0,0 0 0 0 0,2-1 0 0 0,-1 0 0 0 0,1-1 0 0 0,23 11 0 0 0,116 53 1019 0 0,-129-63-998 0 0,579 204 3954 0 0,-564-202-3836 0 0,46 11 354 0 0,-69-23-643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1.8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1762 143 9830 0 0,'-46'-24'394'0'0,"-1"2"-1"0"0,-1 3 1 0 0,-1 1 0 0 0,0 3-1 0 0,-2 2 1 0 0,1 2-1 0 0,-1 3 1 0 0,-1 1 0 0 0,0 3-1 0 0,1 2 1 0 0,-1 2 0 0 0,0 3-1 0 0,0 2 1 0 0,1 2-1 0 0,-87 24 1 0 0,82-15 87 0 0,0 3 1 0 0,2 2-1 0 0,0 2 1 0 0,1 3-1 0 0,2 2 1 0 0,1 3-1 0 0,-76 59 0 0 0,91-60-139 0 0,2 1 1 0 0,1 1-1 0 0,2 2 0 0 0,1 1 0 0 0,1 1 0 0 0,3 2 0 0 0,0 0 0 0 0,3 2 0 0 0,1 0 0 0 0,-20 59 1 0 0,30-66-170 0 0,0 0 1 0 0,3 1-1 0 0,1 0 1 0 0,1 1-1 0 0,2-1 1 0 0,2 1-1 0 0,3 69 1 0 0,2-73-66 0 0,2-1 0 0 0,1 0 1 0 0,2-1-1 0 0,0 0 0 0 0,2 0 0 0 0,1 0 1 0 0,2-1-1 0 0,0-1 0 0 0,24 35 1 0 0,-13-29-109 0 0,2-1 0 0 0,0-1 0 0 0,2-1 0 0 0,2-2 0 0 0,0-1 0 0 0,2-1 0 0 0,1-2 0 0 0,1-1 0 0 0,1-2 0 0 0,0-1 0 0 0,2-2 0 0 0,57 20 0 0 0,-27-15 0 0 0,2-3 0 0 0,0-4 0 0 0,0-2 0 0 0,2-3 0 0 0,-1-3 0 0 0,98-3 0 0 0,-81-7-47 0 0,-1-5 0 0 0,1-3 0 0 0,101-25 0 0 0,-55 2-1258 0 0,136-53-1 0 0,-188 55 381 0 0,-1-4 0 0 0,140-84 0 0 0,-191 100 654 0 0,-1-1-1 0 0,-1-1 1 0 0,-1-1 0 0 0,-1-2 0 0 0,-1 0 0 0 0,-1-2 0 0 0,-1 0-1 0 0,33-53 1 0 0,-44 59 87 0 0,0-2 0 0 0,-1 0 0 0 0,-1 0 0 0 0,-1-1 0 0 0,-1 0 0 0 0,-1 0 0 0 0,-1 0-1 0 0,-1-1 1 0 0,-1 0 0 0 0,-1 0 0 0 0,-2 0 0 0 0,0 0 0 0 0,-5-33 0 0 0,1 34-25 0 0,-1-1 1 0 0,-1 0-1 0 0,-1 1 0 0 0,-2 0 1 0 0,-19-39-1 0 0,-71-100-1100 0 0,72 124 1123 0 0,-2 1 0 0 0,-1 2 0 0 0,-1 0 0 0 0,-3 3-1 0 0,0 0 1 0 0,-2 2 0 0 0,-1 2 0 0 0,-2 2 0 0 0,-59-32 0 0 0,50 35 33 0 0,-1 1 1 0 0,0 3 0 0 0,-2 3 0 0 0,0 1 0 0 0,-1 3 0 0 0,0 1-1 0 0,-1 4 1 0 0,-57-2 0 0 0,16 9 759 0 0,-1 4 0 0 0,1 4 0 0 0,0 4-1 0 0,0 5 1 0 0,2 3 0 0 0,0 4 0 0 0,2 5 0 0 0,-113 51-1 0 0,111-37 174 0 0,7 0-128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2.5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4782 46 9830 0 0,'56'-29'273'0'0,"-56"29"-273"0"0,0 0 0 0 0,0 0 0 0 0,0 0 0 0 0,1 0 0 0 0,-1 0 0 0 0,0 0 0 0 0,0 0 0 0 0,0 0 0 0 0,0 0 0 0 0,1 0 0 0 0,-1 0 0 0 0,0 0 0 0 0,0 0 0 0 0,0 0 0 0 0,0 0 0 0 0,0 0 0 0 0,0 0 0 0 0,1 0 0 0 0,-1-1 0 0 0,0 1 0 0 0,0 0 0 0 0,0 0 0 0 0,0 0 0 0 0,0 0 0 0 0,0 0 0 0 0,0 0 0 0 0,0-1 0 0 0,0 1 0 0 0,1 0 0 0 0,-1 0 0 0 0,0 0 0 0 0,0 0 0 0 0,0-1 0 0 0,0 1 0 0 0,0 0 0 0 0,0 0 0 0 0,0 0 0 0 0,0 0 0 0 0,0 0 0 0 0,0-1 0 0 0,0 1 0 0 0,0 0 0 0 0,0 0 0 0 0,0 0 0 0 0,0 0 0 0 0,-1-1 0 0 0,1 1 0 0 0,0 0 0 0 0,0 0 0 0 0,0 0 0 0 0,0 0 0 0 0,0 0 0 0 0,0 0 0 0 0,0-1 0 0 0,0 1 0 0 0,0 0 0 0 0,-1 0 0 0 0,1 0 0 0 0,0 0 0 0 0,-27-8 46 0 0,-34 6 442 0 0,1 3 0 0 0,-1 2 1 0 0,-62 13-1 0 0,34-5 209 0 0,-825 106 5434 0 0,135-15-809 0 0,-646 36-3360 0 0,1247-122-1962 0 0,-275 21 0 0 0,110-3 0 0 0,268-25 0 0 0,32-3 0 0 0,1-1 0 0 0,-50-3 0 0 0,70-2 0 0 0,-2-2 0 0 0,1 0 0 0 0,18 5 0 0 0,12 5 0 0 0,13 8 0 0 0,0-5 0 0 0,1-1 0 0 0,0-1 0 0 0,0-1 0 0 0,1 0 0 0 0,0-2 0 0 0,0 0 0 0 0,1-2 0 0 0,27 2 0 0 0,19 1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33.5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348 87 9830 0 0,'-39'-14'511'0'0,"-1"2"1"0"0,0 1-1 0 0,-53-6 0 0 0,-23-4-31 0 0,96 16-389 0 0,42 8 294 0 0,-1-1 0 0 0,31-1 0 0 0,18 1 53 0 0,965 35 6418 0 0,-454-20-3113 0 0,302-13-2167 0 0,-846-6-1576 0 0,44-9 0 0 0,97-10 0 0 0,-155 20 0 0 0,0 1 0 0 0,-2-2 0 0 0,4 1 0 0 0,1-2 0 0 0,-26 3 0 0 0,0 0 0 0 0,0 0 0 0 0,0 0 0 0 0,0 0 0 0 0,0 0 0 0 0,0 0 0 0 0,0 0 0 0 0,0 0 0 0 0,0 0 0 0 0,0 0 0 0 0,0 0 0 0 0,0 0 0 0 0,0 0 0 0 0,0-1 0 0 0,0 1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0,1 0 0 0 0,-1 0 0 0 0,0-1 0 0 0,0 1 0 0 0,0 0 0 0 0,0 0 0 0 0,0 0 0 0 0,-14-5 0 0 0,-27-5 0 0 0,6 3 0 0 0,-5 1 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3:48.0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1813 230 9830 0 0,'4'-2'-8'0'0,"8"-12"62"0"0,-6 1 173 0 0,-9-2 46 0 0,0 10-228 0 0,0 1 0 0 0,-1-1 0 0 0,0 1-1 0 0,1 0 1 0 0,-2 0 0 0 0,1 1 0 0 0,0-1 0 0 0,-1 1 0 0 0,0 0-1 0 0,0 0 1 0 0,0 0 0 0 0,-9-3 0 0 0,-73-21 592 0 0,58 20-370 0 0,-13-5 78 0 0,-1 2 0 0 0,0 3 1 0 0,0 1-1 0 0,-1 2 0 0 0,-53 2 1 0 0,66 4-70 0 0,-1 1 0 0 0,0 1 1 0 0,1 2-1 0 0,-1 1 1 0 0,2 2-1 0 0,-1 1 1 0 0,-55 26-1 0 0,27-3 305 0 0,1 2-1 0 0,1 3 1 0 0,3 3 0 0 0,1 2-1 0 0,-85 88 1 0 0,40-21 1216 0 0,-135 198-1 0 0,188-243-1443 0 0,3 3-1 0 0,2 1 1 0 0,4 1 0 0 0,-38 107-1 0 0,63-145-264 0 0,1 1 0 0 0,2 0-1 0 0,1 0 1 0 0,2 1 0 0 0,1 0-1 0 0,2 0 1 0 0,1 0 0 0 0,2 0-1 0 0,1-1 1 0 0,2 1 0 0 0,1 0-1 0 0,1-1 1 0 0,12 35 0 0 0,-4-31-88 0 0,1-1 0 0 0,1-1 0 0 0,2 0 0 0 0,2-1 0 0 0,1-1 0 0 0,1-1 0 0 0,2-1 0 0 0,1-1 0 0 0,1-1 0 0 0,39 32 0 0 0,-25-29 0 0 0,2-1 0 0 0,1-2 0 0 0,1-2 0 0 0,1-2 0 0 0,1-2 0 0 0,1-2 0 0 0,74 22 0 0 0,-23-16-219 0 0,0-5 0 0 0,2-4 0 0 0,1-4 0 0 0,-1-5 0 0 0,2-4 0 0 0,-1-5 0 0 0,0-4 0 0 0,108-18 0 0 0,-93 3-164 0 0,-1-5 0 0 0,-1-5 0 0 0,-2-5 1 0 0,-1-5-1 0 0,-2-5 0 0 0,175-97 0 0 0,-225 106-124 0 0,-1-2-1 0 0,-1-3 0 0 0,-3-3 0 0 0,-2-1 1 0 0,-1-3-1 0 0,-3-2 0 0 0,48-62 0 0 0,-74 81 236 0 0,0-2 0 0 0,-2 0-1 0 0,-1-1 1 0 0,-2-1 0 0 0,-1-1-1 0 0,-1 0 1 0 0,-3-1 0 0 0,-1-1-1 0 0,-1 0 1 0 0,-2 0 0 0 0,-2 0 0 0 0,-1-1-1 0 0,-2 0 1 0 0,-2-51 0 0 0,-5 45 148 0 0,-2 1 0 0 0,-1-1 0 0 0,-3 1 0 0 0,-1 1 0 0 0,-2 0 0 0 0,-29-64 0 0 0,17 55-116 0 0,-2 2 1 0 0,-3 1-1 0 0,-1 1 0 0 0,-67-76 0 0 0,51 72 71 0 0,-3 3 0 0 0,-2 1 1 0 0,-3 3-1 0 0,-1 2 0 0 0,-1 2 0 0 0,-3 4 0 0 0,-1 1 0 0 0,-124-49 0 0 0,124 62 409 0 0,-2 3 0 0 0,0 3-1 0 0,0 3 1 0 0,-2 2 0 0 0,1 3 0 0 0,-1 3-1 0 0,-81 4 1 0 0,88 4 28 0 0,0 4 0 0 0,1 1 0 0 0,0 4-1 0 0,1 1 1 0 0,0 4 0 0 0,1 1 0 0 0,1 3 0 0 0,-72 39 0 0 0,78-33 214 0 0,1 1 0 0 0,-51 41 1 0 0,86-60-367 0 0,0 1 0 0 0,1 0 1 0 0,0 1-1 0 0,0 0 0 0 0,1 1 1 0 0,1 0-1 0 0,0 1 0 0 0,1-1 0 0 0,0 2 1 0 0,1-1-1 0 0,0 1 0 0 0,-8 27 1 0 0,9 5 175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7.0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726 81 9830 0 0,'3'-10'0'0'0,"5"-17"116"0"0,-5 5 31 0 0,-2 7-141 0 0,-1 9 6 0 0,-9 10 76 0 0,-8 10 106 0 0,1 2 1 0 0,1 0 0 0 0,0 1-1 0 0,-13 19 1 0 0,-62 97 919 0 0,47-69-703 0 0,-113 175 1414 0 0,-147 202 1867 0 0,254-386-3111 0 0,74-113-212 0 0,20-12-652 0 0,97-117 0 0 0,-139 183 272 0 0,60-70-437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7.2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0 124 9830 0 0,'8'-30'0'0'0,"-4"13"0"0"0,0 0 0 0 0,2 0 0 0 0,11-25 0 0 0,-17 42 1 0 0,0 0 1 0 0,0 0-1 0 0,0 0 0 0 0,0 1 1 0 0,0-1-1 0 0,0 0 0 0 0,0 0 1 0 0,0 0-1 0 0,1 1 0 0 0,-1-1 1 0 0,0 0-1 0 0,0 0 1 0 0,0 0-1 0 0,0 0 0 0 0,0 0 1 0 0,0 1-1 0 0,0-1 0 0 0,0 0 1 0 0,0 0-1 0 0,1 0 0 0 0,-1 0 1 0 0,0 0-1 0 0,0 1 0 0 0,0-1 1 0 0,0 0-1 0 0,0 0 0 0 0,1 0 1 0 0,-1 0-1 0 0,0 0 0 0 0,0 0 1 0 0,0 0-1 0 0,0 0 0 0 0,1 0 1 0 0,-1 0-1 0 0,0 0 0 0 0,0 0 1 0 0,0 0-1 0 0,0 0 0 0 0,1 0 1 0 0,-1 0-1 0 0,0 0 0 0 0,0 0 1 0 0,0 0-1 0 0,0 0 0 0 0,1 0 1 0 0,-1 0-1 0 0,0 0 0 0 0,0 0 1 0 0,0 0-1 0 0,0 0 0 0 0,1 0 1 0 0,-1 0-1 0 0,0-1 0 0 0,0 1 1 0 0,0 0-1 0 0,0 0 0 0 0,0 0 1 0 0,1 0-1 0 0,-1 0 0 0 0,0 0 1 0 0,0-1-1 0 0,0 1 0 0 0,0 0 1 0 0,0 0-1 0 0,0 0 0 0 0,0 0 1 0 0,0-1-1 0 0,49 138 1095 0 0,198 412 2908 0 0,-236-528-3842 0 0,25 44 835 0 0,50 128 0 0 0,-84-188-951 0 0,-1 1-1 0 0,1 0 1 0 0,-1-1-1 0 0,0 1 1 0 0,-1 0-1 0 0,0 6 1 0 0,0-3-46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7.4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70 9830 0 0,'-84'-18'865'0'0,"77"16"-763"0"0,9-2 69 0 0,23-1 199 0 0,48-3 0 0 0,-36 5 28 0 0,0-2-1 0 0,37-9 1 0 0,-49 4-352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7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1139 27 9830 0 0,'-22'-7'135'0'0,"0"1"0"0"0,0 2 0 0 0,0 0 0 0 0,-1 1 0 0 0,1 1 1 0 0,-1 1-1 0 0,0 1 0 0 0,1 1 0 0 0,-1 1 0 0 0,1 2 0 0 0,-1 0 0 0 0,1 1 0 0 0,0 1 0 0 0,1 0 0 0 0,0 2 0 0 0,0 1 0 0 0,0 1 0 0 0,-20 13 0 0 0,-8 7 300 0 0,1 2-1 0 0,2 3 1 0 0,1 1-1 0 0,2 3 1 0 0,2 1-1 0 0,1 2 1 0 0,3 1-1 0 0,-47 70 1 0 0,45-54 131 0 0,3 2 1 0 0,2 2 0 0 0,4 1-1 0 0,1 1 1 0 0,4 1 0 0 0,-24 102-1 0 0,40-125-297 0 0,2 0-1 0 0,2 0 0 0 0,2 1 0 0 0,2 0 0 0 0,2-1 1 0 0,1 1-1 0 0,3-1 0 0 0,1 0 0 0 0,2 0 1 0 0,2 0-1 0 0,25 64 0 0 0,-20-70-59 0 0,2 0 1 0 0,1-1-1 0 0,2-1 0 0 0,1-1 1 0 0,2-1-1 0 0,2-1 1 0 0,0-1-1 0 0,2-1 0 0 0,2-1 1 0 0,0-2-1 0 0,2-1 0 0 0,56 37 1 0 0,-35-31-239 0 0,2-3 0 0 0,1-2 0 0 0,2-3 1 0 0,0-2-1 0 0,1-3 0 0 0,1-2 0 0 0,1-3 1 0 0,0-3-1 0 0,102 7 0 0 0,-94-16-61 0 0,0-3-1 0 0,0-3 1 0 0,0-2-1 0 0,0-4 1 0 0,-1-3-1 0 0,-1-3 0 0 0,0-2 1 0 0,92-40-1 0 0,-104 35-403 0 0,0-3 0 0 0,-2-2-1 0 0,-1-3 1 0 0,-2-1-1 0 0,78-67 1 0 0,-103 77 238 0 0,-1-1 0 0 0,-1-1-1 0 0,-1-1 1 0 0,-1-1 0 0 0,-1-1 0 0 0,-2-1-1 0 0,0 0 1 0 0,-2-1 0 0 0,-2-1-1 0 0,0 0 1 0 0,15-59 0 0 0,-18 43-116 0 0,-3-2 0 0 0,-2 1 0 0 0,-2 0 0 0 0,-2-1 0 0 0,-2 1 0 0 0,-10-66 0 0 0,0 45-311 0 0,-3-1 0 0 0,-3 2 0 0 0,-45-111 0 0 0,41 126 285 0 0,-2 2 0 0 0,-2 0 0 0 0,-3 2 0 0 0,-2 1 0 0 0,-1 1 0 0 0,-3 2 0 0 0,-54-56 0 0 0,66 79 362 0 0,-1 0 0 0 0,-1 1 0 0 0,-1 2 0 0 0,-1 1 1 0 0,0 0-1 0 0,-1 2 0 0 0,-1 1 0 0 0,0 2 0 0 0,-1 0 0 0 0,0 2 1 0 0,-1 1-1 0 0,0 2 0 0 0,0 0 0 0 0,-56-3 0 0 0,22 9 513 0 0,1 3 1 0 0,-1 2-1 0 0,1 3 0 0 0,0 3 0 0 0,1 3 0 0 0,1 3 1 0 0,0 2-1 0 0,-83 37 0 0 0,42-8 636 0 0,3 4 0 0 0,3 5-1 0 0,-176 133 1 0 0,140-84-65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8.1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1798 13 9830 0 0,'4'-7'-25'0'0,"-6"1"50"0"0,-11 8 77 0 0,-38 23 479 0 0,2 1 1 0 0,-90 66-1 0 0,83-54-147 0 0,-613 450 5041 0 0,106-74-782 0 0,540-398-4454 0 0,-1-1 0 0 0,-1-1 0 0 0,0-1 0 0 0,-1-1 1 0 0,0-2-1 0 0,-1-1 0 0 0,-44 10 0 0 0,58-13-175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8.3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24 9830 0 0,'-4'-18'0'0'0,"4"18"0"0"0,0 0 0 0 0,1-1 0 0 0,-1 1 0 0 0,0 0 0 0 0,0 0 0 0 0,0 0 0 0 0,0-1 0 0 0,0 1 0 0 0,-1 0 0 0 0,1 0 0 0 0,0 0 0 0 0,0 0 0 0 0,0-1 0 0 0,0 1 0 0 0,0 0 0 0 0,0 0 0 0 0,0 0 0 0 0,0 0 0 0 0,0-1 0 0 0,0 1 0 0 0,0 0 0 0 0,-1 0 0 0 0,1 0 0 0 0,0 0 0 0 0,0 0 0 0 0,0-1 0 0 0,0 1 0 0 0,0 0 0 0 0,-1 0 0 0 0,1 0 0 0 0,0 0 0 0 0,0 0 0 0 0,0 0 0 0 0,0 0 0 0 0,-1 0 0 0 0,1 0 0 0 0,0 0 0 0 0,0 0 0 0 0,0 0 0 0 0,0 0 0 0 0,-1 0 0 0 0,1 0 0 0 0,0 0 0 0 0,0 0 0 0 0,0 0 0 0 0,-1 0 0 0 0,1 0 0 0 0,0 0 0 0 0,0 0 0 0 0,0 0 0 0 0,0 0 0 0 0,-1 0 0 0 0,1 0 0 0 0,0 0 0 0 0,0 0 0 0 0,-1 1 0 0 0,-2 3 41 0 0,0 1 0 0 0,0 0-1 0 0,0 0 1 0 0,0 0 0 0 0,1 1 0 0 0,0-1-1 0 0,0 1 1 0 0,0-1 0 0 0,1 1 0 0 0,-2 8 0 0 0,-6 72 732 0 0,5-43-516 0 0,0 28 469 0 0,5 100 1 0 0,2-53 49 0 0,-3-107-548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8.7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285 159 9830 0 0,'0'-12'10'0'0,"0"-1"0"0"0,1 0-1 0 0,0 1 1 0 0,1 0 0 0 0,1-1 0 0 0,4-13-1 0 0,-6 23-1 0 0,0-1 0 0 0,1 1-1 0 0,-1 0 1 0 0,1 0-1 0 0,0 0 1 0 0,0 0-1 0 0,0 0 1 0 0,0 0 0 0 0,1 0-1 0 0,-1 1 1 0 0,1-1-1 0 0,0 1 1 0 0,-1 0 0 0 0,1 0-1 0 0,0 0 1 0 0,0 0-1 0 0,0 0 1 0 0,1 1-1 0 0,-1-1 1 0 0,0 1 0 0 0,1 0-1 0 0,-1 0 1 0 0,1 0-1 0 0,-1 0 1 0 0,1 1 0 0 0,4-1-1 0 0,2 1 68 0 0,-1-1 1 0 0,1 2-1 0 0,0-1 1 0 0,-1 2-1 0 0,1-1 0 0 0,0 1 1 0 0,-1 0-1 0 0,0 1 0 0 0,1 0 1 0 0,-1 1-1 0 0,-1 0 0 0 0,1 0 1 0 0,0 1-1 0 0,-1 0 0 0 0,0 0 1 0 0,0 1-1 0 0,-1 0 0 0 0,1 1 1 0 0,-1 0-1 0 0,-1 0 0 0 0,1 0 1 0 0,-1 1-1 0 0,-1 0 0 0 0,1 0 1 0 0,-1 0-1 0 0,-1 1 0 0 0,1-1 1 0 0,-1 1-1 0 0,-1 0 0 0 0,0 0 1 0 0,0 1-1 0 0,-1-1 0 0 0,0 1 1 0 0,-1-1-1 0 0,0 1 0 0 0,0 0 1 0 0,-1 0-1 0 0,0-1 0 0 0,-1 1 1 0 0,-2 11-1 0 0,-7 17 288 0 0,-2-1 1 0 0,-2 1-1 0 0,-1-2 1 0 0,-39 67-1 0 0,-20 48 935 0 0,73-148-1268 0 0,0 0 0 0 0,1 0 0 0 0,-1 0 0 0 0,1 0 0 0 0,0 0-1 0 0,0 0 1 0 0,0 0 0 0 0,0 0 0 0 0,0 0 0 0 0,0 0 0 0 0,1 0-1 0 0,0 0 1 0 0,-1 0 0 0 0,1 0 0 0 0,0-1 0 0 0,1 1 0 0 0,-1 0 0 0 0,0 0-1 0 0,1-1 1 0 0,-1 1 0 0 0,1-1 0 0 0,0 1 0 0 0,0-1 0 0 0,0 0-1 0 0,0 0 1 0 0,0 0 0 0 0,1 0 0 0 0,3 3 0 0 0,10 6 113 0 0,-1 0 0 0 0,2-1 0 0 0,25 11 0 0 0,-18-8 105 0 0,-9-5-72 0 0,0 0 0 0 0,0 2 0 0 0,-1-1 0 0 0,0 2 0 0 0,15 14 0 0 0,-27-22-144 0 0,1 0-1 0 0,0 0 0 0 0,-1 0 0 0 0,0 0 1 0 0,1 1-1 0 0,-1-1 0 0 0,-1 0 1 0 0,1 1-1 0 0,0 0 0 0 0,-1-1 0 0 0,0 1 1 0 0,0 0-1 0 0,0 0 0 0 0,0-1 1 0 0,0 1-1 0 0,-1 0 0 0 0,0 0 0 0 0,0 0 1 0 0,0 0-1 0 0,0 0 0 0 0,-1 0 1 0 0,1 0-1 0 0,-1-1 0 0 0,0 1 0 0 0,0 0 1 0 0,-1 0-1 0 0,1-1 0 0 0,-1 1 1 0 0,-2 5-1 0 0,-6 6 128 0 0,0 1-1 0 0,0-1 1 0 0,-2-1 0 0 0,0 0-1 0 0,0-1 1 0 0,-1 0 0 0 0,-1-1 0 0 0,0 0-1 0 0,-1-1 1 0 0,0-1 0 0 0,-24 13 0 0 0,27-17-69 0 0,0-1 1 0 0,-1 0 0 0 0,1 0 0 0 0,-1-2 0 0 0,0 1-1 0 0,0-2 1 0 0,0 1 0 0 0,0-2 0 0 0,0 0-1 0 0,-1 0 1 0 0,1-1 0 0 0,0-1 0 0 0,-1 0-1 0 0,1-1 1 0 0,0-1 0 0 0,-21-6 0 0 0,9 0 114 0 0,-1-2 0 0 0,1-1 0 0 0,1-1 0 0 0,-30-21 0 0 0,43 27-263 0 0,0-1 0 0 0,1-1 0 0 0,0 1 0 0 0,1-2 0 0 0,0 1 0 0 0,1-2 0 0 0,0 1 0 0 0,0-1 0 0 0,1 0 0 0 0,0 0 0 0 0,-6-16 0 0 0,2-8-200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9.0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816 133 9830 0 0,'-3'-3'16'0'0,"1"1"1"0"0,-1-1-1 0 0,0 1 1 0 0,0-1-1 0 0,0 1 0 0 0,0 0 1 0 0,0 0-1 0 0,0 0 0 0 0,-1 1 1 0 0,1-1-1 0 0,-1 1 0 0 0,1 0 1 0 0,-1 0-1 0 0,1 0 1 0 0,-1 0-1 0 0,0 0 0 0 0,0 1 1 0 0,1 0-1 0 0,-6 0 0 0 0,1 1 45 0 0,0 1 0 0 0,0 0 0 0 0,0 0 0 0 0,1 1 0 0 0,-1 0 0 0 0,0 0 0 0 0,1 1 0 0 0,-9 5 0 0 0,-9 7 187 0 0,0 2 0 0 0,2 1 0 0 0,0 1 0 0 0,1 1 0 0 0,0 0 0 0 0,2 2 0 0 0,-28 40 0 0 0,-103 188 1713 0 0,95-146-911 0 0,5 4 0 0 0,4 1-1 0 0,6 2 1 0 0,-46 196 0 0 0,78-261-649 0 0,2-1 0 0 0,2 1 0 0 0,2 0 1 0 0,2 0-1 0 0,2 1 0 0 0,14 91 1 0 0,-11-119-255 0 0,0 1-1 0 0,2-1 1 0 0,0 0 0 0 0,2 0 0 0 0,0 0 0 0 0,1-1 0 0 0,0-1 0 0 0,2 1 0 0 0,0-2 0 0 0,1 1 0 0 0,1-2-1 0 0,1 0 1 0 0,0 0 0 0 0,1-1 0 0 0,1-1 0 0 0,0-1 0 0 0,27 18 0 0 0,-16-16-99 0 0,1-2 1 0 0,1-1 0 0 0,0-1-1 0 0,1-1 1 0 0,0-2-1 0 0,0-1 1 0 0,1-1 0 0 0,0-2-1 0 0,0-1 1 0 0,0-1-1 0 0,32-3 1 0 0,4-3 6 0 0,1-3 1 0 0,-1-4 0 0 0,-1-2-1 0 0,66-22 1 0 0,-51 8-638 0 0,-2-2 0 0 0,-1-4 1 0 0,116-67-1 0 0,-145 70 200 0 0,0-3 1 0 0,-2-1-1 0 0,-2-2 0 0 0,-1-3 0 0 0,-2-1 1 0 0,37-46-1 0 0,-65 68 223 0 0,-1 0-1 0 0,-1 0 1 0 0,-1-1 0 0 0,-1 0 0 0 0,0-1-1 0 0,-2 0 1 0 0,0-1 0 0 0,-1 0 0 0 0,-1 0 0 0 0,3-25-1 0 0,-5 18-89 0 0,-2-1 0 0 0,-1 0 0 0 0,-2 1-1 0 0,0-1 1 0 0,-2 1 0 0 0,-12-55-1 0 0,-6 16-312 0 0,-2 0-1 0 0,-3 2 0 0 0,-3 1 0 0 0,-3 1 1 0 0,-55-82-1 0 0,23 46-718 0 0,-107-125 1 0 0,136 182 955 0 0,-3 3 0 0 0,-1 1-1 0 0,-2 2 1 0 0,-2 2 0 0 0,-60-38 0 0 0,84 61 424 0 0,0 2-1 0 0,-1 1 1 0 0,0 0 0 0 0,0 1-1 0 0,0 1 1 0 0,-1 1-1 0 0,0 1 1 0 0,0 1 0 0 0,0 1-1 0 0,-1 1 1 0 0,1 0-1 0 0,0 2 1 0 0,-1 0 0 0 0,1 2-1 0 0,0 0 1 0 0,-28 8-1 0 0,23-3 44 0 0,1 1 0 0 0,-1 0-1 0 0,2 2 1 0 0,-1 1 0 0 0,2 1-1 0 0,-1 1 1 0 0,2 1-1 0 0,0 1 1 0 0,1 1 0 0 0,0 1-1 0 0,2 1 1 0 0,-27 32 0 0 0,15-8 149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9.4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168 126 9830 0 0,'-61'-44'182'0'0,"27"20"165"0"0,-38-34 0 0 0,203 183 893 0 0,358 330 3266 0 0,-281-260-1665 0 0,193 234 0 0 0,-374-399-2690 0 0,384 485 3778 0 0,-302-346-3929 0 0,-106-162 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39.7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890 6 9830 0 0,'-45'-4'376'0'0,"1"3"-1"0"0,-1 1 0 0 0,0 3 1 0 0,1 1-1 0 0,0 3 1 0 0,0 1-1 0 0,-74 24 1 0 0,80-19-55 0 0,1 2 0 0 0,1 1 1 0 0,0 2-1 0 0,2 2 1 0 0,0 1-1 0 0,1 1 1 0 0,1 2-1 0 0,-54 52 1 0 0,76-66-219 0 0,1 1 0 0 0,0 0 0 0 0,1 0 0 0 0,0 0 0 0 0,1 1 1 0 0,0 1-1 0 0,1-1 0 0 0,0 1 0 0 0,1 0 0 0 0,1 0 0 0 0,0 0 1 0 0,0 1-1 0 0,2 0 0 0 0,0-1 0 0 0,0 1 0 0 0,1 0 0 0 0,1 0 0 0 0,0 0 1 0 0,1 0-1 0 0,0 0 0 0 0,1 0 0 0 0,1-1 0 0 0,0 1 0 0 0,1-1 1 0 0,1 1-1 0 0,0-1 0 0 0,0-1 0 0 0,10 16 0 0 0,0-2 132 0 0,1-1 0 0 0,1-1-1 0 0,1 0 1 0 0,1-1 0 0 0,1-1 0 0 0,1-1-1 0 0,39 31 1 0 0,-42-39-71 0 0,0 0-1 0 0,1 0 1 0 0,0-2-1 0 0,1-1 1 0 0,0 0 0 0 0,0-1-1 0 0,1-1 1 0 0,0-1-1 0 0,1-1 1 0 0,0-1 0 0 0,22 2-1 0 0,-29-7-28 0 0,-1 0 0 0 0,1-1 0 0 0,-1 0 0 0 0,0-1 0 0 0,0-1 0 0 0,1-1-1 0 0,-2 0 1 0 0,23-9 0 0 0,-3-2-27 0 0,-1-1-1 0 0,36-25 0 0 0,-24 12-133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0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629 125 9830 0 0,'-32'15'261'0'0,"1"1"0"0"0,0 2 0 0 0,1 1 0 0 0,1 1 0 0 0,1 2 0 0 0,1 0 1 0 0,1 2-1 0 0,1 1 0 0 0,-24 31 0 0 0,1 4 386 0 0,4 3-1 0 0,1 1 1 0 0,-34 74 0 0 0,58-101-287 0 0,3 0 0 0 0,1 2 1 0 0,1-1-1 0 0,2 2 0 0 0,2 0 0 0 0,-9 80 0 0 0,17-86-126 0 0,1 0 1 0 0,1 0-1 0 0,2 0 1 0 0,2 0-1 0 0,1-1 1 0 0,1 1-1 0 0,2-1 0 0 0,1 0 1 0 0,2-1-1 0 0,1 0 1 0 0,2-1-1 0 0,0 0 1 0 0,3-1-1 0 0,0-1 0 0 0,2 0 1 0 0,1-2-1 0 0,1 0 1 0 0,1-1-1 0 0,1-2 1 0 0,2 0-1 0 0,0-1 0 0 0,2-2 1 0 0,53 34-1 0 0,-31-29-8 0 0,0-3 0 0 0,2-2-1 0 0,0-2 1 0 0,1-3 0 0 0,1-2-1 0 0,0-2 1 0 0,1-2 0 0 0,0-3-1 0 0,1-2 1 0 0,-1-3 0 0 0,1-1-1 0 0,-1-4 1 0 0,104-17 0 0 0,-97 9-586 0 0,1-4 1 0 0,-2-2-1 0 0,0-2 1 0 0,-1-4 0 0 0,-2-1-1 0 0,0-4 1 0 0,-1-1-1 0 0,-2-3 1 0 0,-2-3 0 0 0,-1-1-1 0 0,86-81 1 0 0,-115 94 138 0 0,-2-1 1 0 0,0 0 0 0 0,-1-2-1 0 0,-2 0 1 0 0,0-1-1 0 0,-2-1 1 0 0,-1 0-1 0 0,-2-1 1 0 0,0-1 0 0 0,-2 1-1 0 0,-1-2 1 0 0,-2 0-1 0 0,-1 0 1 0 0,-1 0 0 0 0,-1 0-1 0 0,-2-34 1 0 0,-3 19-122 0 0,-2 0-1 0 0,-2-1 1 0 0,-2 2 0 0 0,-3-1 0 0 0,-1 1 0 0 0,-2 1 0 0 0,-2 0 0 0 0,-2 1-1 0 0,-1 1 1 0 0,-32-51 0 0 0,28 56 10 0 0,-2 1 0 0 0,-1 2-1 0 0,-1 0 1 0 0,-3 2 0 0 0,0 1-1 0 0,-2 1 1 0 0,-1 2 0 0 0,-48-33 0 0 0,48 41 176 0 0,-1 0 1 0 0,-1 3-1 0 0,0 1 1 0 0,-1 1 0 0 0,-1 2-1 0 0,0 1 1 0 0,-1 2-1 0 0,0 2 1 0 0,-61-6 0 0 0,35 10 666 0 0,-1 3 0 0 0,1 2 0 0 0,-1 4 0 0 0,-78 15 1 0 0,-20 20 621 0 0,-104 39 613 0 0,232-69-1445 0 0,1 1 0 0 0,0 2-1 0 0,1 1 1 0 0,-42 26-1 0 0,43-23 22 0 0,-17 9 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0.8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854 75 9830 0 0,'19'-60'0'0'0,"-21"49"0"0"0,2 10 0 0 0,0 1 0 0 0,-1 0 0 0 0,1-1 0 0 0,-1 1 0 0 0,1 0 0 0 0,-1 0 0 0 0,1-1 0 0 0,-1 1 0 0 0,1 0 0 0 0,-1 0 0 0 0,1 0 0 0 0,-1 0 0 0 0,1-1 0 0 0,-1 1 0 0 0,1 0 0 0 0,-1 0 0 0 0,1 0 0 0 0,-1 0 0 0 0,1 0 0 0 0,-1 0 0 0 0,1 0 0 0 0,-1 1 0 0 0,1-1 0 0 0,-1 0 0 0 0,1 0 0 0 0,-1 0 0 0 0,1 0 0 0 0,-1 1 0 0 0,1-1 0 0 0,-2 1 0 0 0,-15 9 126 0 0,0 0 0 0 0,1 2 0 0 0,0 0-1 0 0,1 0 1 0 0,0 2 0 0 0,-25 29 0 0 0,15-17 125 0 0,-78 84 1671 0 0,-160 221 1 0 0,202-241-998 0 0,5 3-1 0 0,3 3 1 0 0,-50 128 0 0 0,52-73 489 0 0,47-145-1368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1.1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 13 9830 0 0,'-15'-10'46'0'0,"14"10"-39"0"0,1-1 0 0 0,-1 1 1 0 0,1 0-1 0 0,-1 0 0 0 0,1 0 1 0 0,0-1-1 0 0,-1 1 0 0 0,1 0 1 0 0,-1 0-1 0 0,1 0 0 0 0,-1 0 1 0 0,1 0-1 0 0,-1 0 0 0 0,1 0 1 0 0,-1 0-1 0 0,1 0 0 0 0,-1 0 1 0 0,1 0-1 0 0,-1 0 0 0 0,1 0 1 0 0,-1 1-1 0 0,1-1 0 0 0,-1 0 1 0 0,1 0-1 0 0,0 0 0 0 0,-1 1 1 0 0,1-1-1 0 0,-1 0 0 0 0,1 0 1 0 0,-1 1-1 0 0,-2 3 39 0 0,0-1 0 0 0,1 1-1 0 0,-1 0 1 0 0,1 0 0 0 0,-1 0-1 0 0,1 0 1 0 0,0 1 0 0 0,1-1-1 0 0,-1 0 1 0 0,1 1 0 0 0,-1 5-1 0 0,-9 62 479 0 0,8-43-390 0 0,-1 17 286 0 0,1 1 1 0 0,2-1 0 0 0,8 63 0 0 0,30 138 1219 0 0,-22-158-1009 0 0,-13-77-503 0 0,1 1 0 0 0,0-1 0 0 0,0 0 1 0 0,11 22-1 0 0,-14-35-127 0 0,0 1 0 0 0,0 0 0 0 0,0 0 0 0 0,0 0 0 0 0,0 0 0 0 0,0 0 0 0 0,0 0 0 0 0,0-1 0 0 0,0 1 0 0 0,0 0 0 0 0,0 0 0 0 0,0 0 0 0 0,0 0 0 0 0,0 0 0 0 0,0 0 0 0 0,1-1 0 0 0,-1 1 0 0 0,0 0 0 0 0,0 0 0 0 0,0 0 0 0 0,0 0 0 0 0,0 0 0 0 0,0 0 0 0 0,0 0 0 0 0,0 0 0 0 0,1 0 0 0 0,-1 0 0 0 0,0-1 0 0 0,0 1 0 0 0,0 0 0 0 0,0 0 0 0 0,0 0 0 0 0,0 0 0 0 0,1 0 0 0 0,-1 0 0 0 0,0 0 0 0 0,0 0 0 0 0,0 0 0 0 0,0 0 0 0 0,0 0 0 0 0,0 0 0 0 0,1 0 0 0 0,-1 0 0 0 0,0 0 0 0 0,0 0 0 0 0,0 0 0 0 0,0 1 0 0 0,0-1 0 0 0,0 0 0 0 0,1 0 0 0 0,-1 0 0 0 0,0 0 0 0 0,0 0 0 0 0,0 0 0 0 0,0 0 0 0 0,0 0 0 0 0,0 0 0 0 0,0 0 0 0 0,0 1 0 0 0,1-1 0 0 0,-1 0 0 0 0,0 0 0 0 0,0 0 0 0 0,14-35 321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1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14 9830 0 0,'0'-10'0'0'0,"0"10"2"0"0,0 0-1 0 0,0 0 1 0 0,0 1-1 0 0,1-1 1 0 0,-1 0-1 0 0,0 0 1 0 0,0 0-1 0 0,0 0 1 0 0,0 0-1 0 0,0 0 1 0 0,0 0-1 0 0,1 1 1 0 0,-1-1-1 0 0,0 0 1 0 0,0 0-1 0 0,0 0 1 0 0,0 0-1 0 0,1 0 1 0 0,-1 0-1 0 0,0 0 1 0 0,0 0 0 0 0,0 0-1 0 0,1 0 1 0 0,-1 0-1 0 0,0 0 1 0 0,0 0-1 0 0,0 0 1 0 0,0 0-1 0 0,1 0 1 0 0,-1 0-1 0 0,0 0 1 0 0,0 0-1 0 0,0 0 1 0 0,0 0-1 0 0,1 0 1 0 0,-1-1-1 0 0,0 1 1 0 0,0 0-1 0 0,0 0 1 0 0,0 0-1 0 0,0 0 1 0 0,1 0-1 0 0,-1 0 1 0 0,0 0-1 0 0,0-1 1 0 0,0 1-1 0 0,0 0 1 0 0,0 0 0 0 0,0 0-1 0 0,0 0 1 0 0,0-1-1 0 0,0 1 1 0 0,1 0-1 0 0,-1 0 1 0 0,0 0-1 0 0,0 0 1 0 0,0-1-1 0 0,0 1 1 0 0,0 0-1 0 0,0 0 1 0 0,0 0-1 0 0,0 0 1 0 0,0-1-1 0 0,0 1 1 0 0,0 0-1 0 0,-1 0 1 0 0,13 9 129 0 0,-1 1 0 0 0,-1 1 0 0 0,0 0 0 0 0,-1 0 0 0 0,0 1-1 0 0,8 15 1 0 0,53 94 680 0 0,-42-71-373 0 0,10 18 477 0 0,45 109 1 0 0,-73-150-692 0 0,-1 0 1 0 0,-1 0 0 0 0,-2 1 0 0 0,0 0-1 0 0,-2 0 1 0 0,-2 0 0 0 0,0 49-1 0 0,-4-49 33 0 0,-1 0 0 0 0,-1 0-1 0 0,-2 0 1 0 0,-11 35 0 0 0,14-52-169 0 0,-2 0 1 0 0,1-1-1 0 0,-1 1 1 0 0,0-1 0 0 0,-1 0-1 0 0,-1-1 1 0 0,1 0-1 0 0,-1 0 1 0 0,-1 0 0 0 0,0-1-1 0 0,0 0 1 0 0,-1 0 0 0 0,-15 10-1 0 0,18-14-31 0 0,-1-1-1 0 0,1 0 1 0 0,-1-1 0 0 0,0 0-1 0 0,0 0 1 0 0,0 0-1 0 0,0-1 1 0 0,0 0 0 0 0,-1 0-1 0 0,1-1 1 0 0,0 0-1 0 0,0 0 1 0 0,-1-1 0 0 0,1 0-1 0 0,0 0 1 0 0,0 0 0 0 0,0-1-1 0 0,0 0 1 0 0,0-1-1 0 0,0 1 1 0 0,1-1 0 0 0,-12-8-1 0 0,-7-4-107 0 0,0-1 0 0 0,1-2 0 0 0,1 0-1 0 0,-25-27 1 0 0,27 24-114 0 0,0-1-1 0 0,2-1 0 0 0,0 0 1 0 0,-26-47-1 0 0,16 21-94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1.7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467 0 9830 0 0,'-16'13'210'0'0,"1"0"0"0"0,0 0 0 0 0,1 1 0 0 0,0 1-1 0 0,-15 22 1 0 0,-50 88 796 0 0,79-125-1004 0 0,-45 83 763 0 0,3 1 0 0 0,4 3 1 0 0,4 1-1 0 0,4 1 1 0 0,3 2-1 0 0,5 0 0 0 0,-20 177 1 0 0,39-222-410 0 0,1 0 1 0 0,3 1-1 0 0,1-1 1 0 0,3 0-1 0 0,2 0 1 0 0,1 0-1 0 0,3-1 1 0 0,1 0-1 0 0,26 61 0 0 0,-27-82-165 0 0,1 1-1 0 0,0-2 0 0 0,2 1 0 0 0,0-2 0 0 0,2 0 0 0 0,1-1 0 0 0,0 0 1 0 0,2-2-1 0 0,0 0 0 0 0,1-1 0 0 0,1 0 0 0 0,0-2 0 0 0,1-1 0 0 0,1-1 1 0 0,1 0-1 0 0,0-2 0 0 0,39 14 0 0 0,-27-16-62 0 0,0-1 0 0 0,0-2-1 0 0,1-2 1 0 0,-1-1 0 0 0,1-2 0 0 0,0-2-1 0 0,0-1 1 0 0,64-10 0 0 0,-47 1-293 0 0,0-3-1 0 0,0-1 1 0 0,-1-3 0 0 0,-1-3 0 0 0,58-30-1 0 0,-84 37-68 0 0,-1-2-1 0 0,0-1 1 0 0,0 0 0 0 0,-2-2-1 0 0,0-1 1 0 0,-1-1-1 0 0,-1-1 1 0 0,25-33-1 0 0,-33 37 64 0 0,-1-1 0 0 0,-1-1 0 0 0,0 0-1 0 0,-2-1 1 0 0,0 0 0 0 0,-1 0-1 0 0,-1-1 1 0 0,-1 1 0 0 0,-1-2 0 0 0,-1 1-1 0 0,3-44 1 0 0,-7 28-129 0 0,-1-1 0 0 0,-2 1 0 0 0,-2 0 0 0 0,-1 0 1 0 0,-17-53-1 0 0,-3 9-642 0 0,-48-99 0 0 0,37 102 306 0 0,-3 1 0 0 0,-4 2 0 0 0,-3 3 0 0 0,-3 1 0 0 0,-3 3 0 0 0,-3 2 0 0 0,-64-58 0 0 0,102 108 465 0 0,0 0 1 0 0,-1 2-1 0 0,-1 0 1 0 0,0 2-1 0 0,-1 0 1 0 0,0 1-1 0 0,-1 1 0 0 0,0 1 1 0 0,-43-12-1 0 0,47 18 252 0 0,1 0 0 0 0,0 1-1 0 0,-1 1 1 0 0,0 1 0 0 0,1 0-1 0 0,-1 2 1 0 0,1 0 0 0 0,-1 1 0 0 0,1 0-1 0 0,0 1 1 0 0,0 1 0 0 0,1 1-1 0 0,-28 13 1 0 0,29-11 40 0 0,1 0-1 0 0,1 0 0 0 0,-1 1 1 0 0,1 1-1 0 0,1 0 1 0 0,0 1-1 0 0,-12 13 0 0 0,6 0 146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2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78 9830 0 0,'-19'-21'-10'0'0,"13"15"23"0"0,-1-1-1 0 0,2 0 0 0 0,-1 0 1 0 0,1 0-1 0 0,-9-16 0 0 0,159 380 2614 0 0,92 146 1052 0 0,37-16-63 0 0,-82-149-927 0 0,-145-255-1753 0 0,-4 2 1 0 0,50 146-1 0 0,-87-209-555 0 0,4 45-1 0 0,-9-61-304 0 0,2 6-2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2.3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46 9830 0 0,'-51'-45'273'0'0,"51"45"-270"0"0,0 0 0 0 0,-1 0 0 0 0,1 0 0 0 0,0-1-1 0 0,-1 1 1 0 0,1 0 0 0 0,0 0 0 0 0,-1 0 0 0 0,1 0 0 0 0,0 1 0 0 0,-1-1 0 0 0,1 0-1 0 0,0 0 1 0 0,0 0 0 0 0,-1 0 0 0 0,1 0 0 0 0,0 0 0 0 0,-1 0 0 0 0,1 1 0 0 0,0-1-1 0 0,0 0 1 0 0,-1 0 0 0 0,1 0 0 0 0,0 1 0 0 0,0-1 0 0 0,-1 0 0 0 0,1 0-1 0 0,0 1 1 0 0,0-1 0 0 0,0 0 0 0 0,0 0 0 0 0,-1 1 0 0 0,1-1 0 0 0,0 0 0 0 0,0 1-1 0 0,0-1 1 0 0,0 0 0 0 0,0 0 0 0 0,0 1 0 0 0,0-1 0 0 0,0 0 0 0 0,0 1-1 0 0,0-1 1 0 0,0 0 0 0 0,0 1 0 0 0,0-1 0 0 0,0 0 0 0 0,0 1 0 0 0,-3 15 84 0 0,4 6 82 0 0,1 0 1 0 0,1 0 0 0 0,1-1-1 0 0,1 1 1 0 0,7 21 0 0 0,-2-5 89 0 0,91 478 3324 0 0,-97-488-3420 0 0,9 55 611 0 0,-12-74-774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2.5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37 187 9830 0 0,'-28'-15'46'0'0,"28"15"-40"0"0,-1 0 1 0 0,1 0 1 0 0,0 0-1 0 0,-1-1 0 0 0,1 1 0 0 0,-1 0 1 0 0,1 0-1 0 0,0 0 0 0 0,-1 0 1 0 0,1-1-1 0 0,0 1 0 0 0,-1 0 0 0 0,1 0 1 0 0,0-1-1 0 0,-1 1 0 0 0,1 0 0 0 0,0-1 1 0 0,-1 1-1 0 0,1 0 0 0 0,0-1 0 0 0,0 1 1 0 0,-1 0-1 0 0,1-1 0 0 0,0 1 1 0 0,0 0-1 0 0,0-1 0 0 0,0 1 0 0 0,0-1 1 0 0,0 1-1 0 0,-1 0 0 0 0,1-1 0 0 0,0 1 1 0 0,0-1-1 0 0,2-2 23 0 0,-1 1 0 0 0,1 1 0 0 0,0-1 1 0 0,0 0-1 0 0,0 0 0 0 0,0 1 0 0 0,0-1 0 0 0,0 1 0 0 0,0-1 1 0 0,0 1-1 0 0,1 0 0 0 0,-1 0 0 0 0,0 0 0 0 0,1 0 0 0 0,2 0 0 0 0,50-14 375 0 0,-33 9-239 0 0,99-29 1069 0 0,1 5-1 0 0,153-18 1 0 0,-266 47-1172 0 0,1 0 0 0 0,-1 0 0 0 0,1 1 0 0 0,-1 0 0 0 0,1 0 0 0 0,-1 1 0 0 0,0 1 0 0 0,0-1 0 0 0,1 2 0 0 0,-1-1 0 0 0,0 1 0 0 0,10 5 0 0 0,1 8-17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2.7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81 9830 0 0,'-9'3'273'0'0,"-17"-9"-273"0"0,61-20 386 0 0,-6 18-386 0 0,0-7 273 0 0,3 7 0 0 0,-3 2 0 0 0,3-3 1 0 0,-4 4-1 0 0,-5 8 0 0 0,-4 2-273 0 0,0 7 273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2.8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139 147 9830 0 0,'-124'112'1270'0'0,"114"-102"-1013"0"0,10-10-253 0 0,-1 0-1 0 0,1 1 0 0 0,0-1 1 0 0,-1 0-1 0 0,1 0 0 0 0,0 1 1 0 0,0-1-1 0 0,-1 0 0 0 0,1 1 1 0 0,0-1-1 0 0,0 0 0 0 0,0 1 1 0 0,-1-1-1 0 0,1 1 0 0 0,0-1 1 0 0,0 0-1 0 0,0 1 0 0 0,0-1 0 0 0,0 1 1 0 0,0-1-1 0 0,0 0 0 0 0,0 1 1 0 0,0-1-1 0 0,0 1 0 0 0,0-1 1 0 0,0 0-1 0 0,0 1 0 0 0,0-1 1 0 0,0 1-1 0 0,0-1 0 0 0,1 0 1 0 0,-1 1-1 0 0,3 1 26 0 0,0-1 1 0 0,0 0-1 0 0,0 1 1 0 0,0-2-1 0 0,0 1 0 0 0,0 0 1 0 0,0 0-1 0 0,1-1 1 0 0,-1 0-1 0 0,0 0 0 0 0,0 0 1 0 0,1 0-1 0 0,-1 0 0 0 0,0 0 1 0 0,0-1-1 0 0,0 0 1 0 0,0 0-1 0 0,6-2 0 0 0,68-23 488 0 0,-68 23-451 0 0,65-29 46 0 0,-1-4-1 0 0,-1-2 1 0 0,92-68-1 0 0,-100 63-239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3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1151 0 9830 0 0,'-83'29'646'0'0,"2"3"0"0"0,0 4 0 0 0,3 3 0 0 0,1 4 0 0 0,3 3-1 0 0,1 3 1 0 0,2 4 0 0 0,-77 74 0 0 0,97-78-48 0 0,2 3 0 0 0,2 1 0 0 0,-45 67 0 0 0,72-89-294 0 0,1 0-1 0 0,1 1 0 0 0,1 1 0 0 0,2 1 1 0 0,2 0-1 0 0,1 1 0 0 0,-14 66 0 0 0,23-79-135 0 0,2 1 1 0 0,0 0-1 0 0,1-1 0 0 0,1 1 0 0 0,1-1 0 0 0,1 1 0 0 0,0-1 0 0 0,2 0 1 0 0,1 0-1 0 0,1-1 0 0 0,1 1 0 0 0,0-2 0 0 0,2 1 0 0 0,0-1 0 0 0,2 0 0 0 0,0-1 1 0 0,1-1-1 0 0,27 30 0 0 0,-17-23 25 0 0,1-2 0 0 0,1-1 0 0 0,1-1 0 0 0,1-1 0 0 0,1-2 0 0 0,0 0 1 0 0,1-2-1 0 0,1-1 0 0 0,1-2 0 0 0,0-1 0 0 0,0-1 0 0 0,40 8 0 0 0,10-5-283 0 0,2-4 0 0 0,-1-3-1 0 0,1-4 1 0 0,-1-4 0 0 0,1-3 0 0 0,-1-4 0 0 0,0-3-1 0 0,0-4 1 0 0,-2-4 0 0 0,90-32 0 0 0,-133 38-228 0 0,-1-2 1 0 0,0-1 0 0 0,-2-2 0 0 0,0-2 0 0 0,-1 0 0 0 0,0-3 0 0 0,-2 0 0 0 0,55-56-1 0 0,-64 55 62 0 0,-1-1 0 0 0,-1-2 0 0 0,-1 0-1 0 0,-2-1 1 0 0,0 0 0 0 0,-2-1 0 0 0,-1-1 0 0 0,-2-1-1 0 0,-1 0 1 0 0,13-60 0 0 0,-16 44-103 0 0,-2-1 0 0 0,-3 0 0 0 0,-1 0 0 0 0,-3 1 0 0 0,-2-1 0 0 0,-2 0 0 0 0,-1 1 0 0 0,-3 0 0 0 0,-2 0 0 0 0,-2 1 0 0 0,-2 1 0 0 0,-2 0 0 0 0,-2 1 0 0 0,-46-78 0 0 0,52 102 199 0 0,0 0-1 0 0,-2 0 1 0 0,0 2-1 0 0,-1 0 0 0 0,0 0 1 0 0,-2 2-1 0 0,0 0 0 0 0,-1 1 1 0 0,0 1-1 0 0,-2 1 0 0 0,1 0 1 0 0,-1 2-1 0 0,-1 0 1 0 0,0 2-1 0 0,0 0 0 0 0,-1 2 1 0 0,0 0-1 0 0,-1 1 0 0 0,1 2 1 0 0,-34-3-1 0 0,4 7 522 0 0,1 2 0 0 0,-1 2-1 0 0,1 3 1 0 0,0 2 0 0 0,0 2-1 0 0,1 3 1 0 0,1 1 0 0 0,1 3 0 0 0,0 2-1 0 0,1 2 1 0 0,1 3 0 0 0,-63 43-1 0 0,58-30 136 0 0,17-3-181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3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711 41 9830 0 0,'19'-38'501'0'0,"-20"35"-445"0"0,-7 9 62 0 0,-19 23 267 0 0,1 2-1 0 0,2 0 1 0 0,-22 37 0 0 0,-66 119 932 0 0,97-161-1135 0 0,-62 111 1065 0 0,5 3 0 0 0,7 4 0 0 0,6 2 0 0 0,6 2 0 0 0,-34 162 0 0 0,64-216-579 0 0,10-48-60 0 0,-7 53 1 0 0,19-74-564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3.8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17 9830 0 0,'-14'-13'0'0'0,"14"13"3"0"0,-1-1 0 0 0,1 1 0 0 0,-1-1 0 0 0,0 1 0 0 0,1 0 0 0 0,-1-1 0 0 0,0 1 0 0 0,1 0-1 0 0,-1 0 1 0 0,0-1 0 0 0,1 1 0 0 0,-1 0 0 0 0,0 0 0 0 0,0 0 0 0 0,1 0 0 0 0,-1 0 0 0 0,0 0 0 0 0,0 0 0 0 0,1 0 0 0 0,-1 1 0 0 0,-1-1-1 0 0,-2 2 34 0 0,1 0-1 0 0,-1 1 0 0 0,1-1 0 0 0,0 1 0 0 0,0 0 0 0 0,0 0 0 0 0,0 0 1 0 0,0 0-1 0 0,1 0 0 0 0,-1 1 0 0 0,1-1 0 0 0,-3 6 0 0 0,-24 53 397 0 0,26-55-358 0 0,-17 50 512 0 0,3 1 0 0 0,2 1 0 0 0,3 0 0 0 0,-8 114 0 0 0,17-153-427 0 0,2-1 0 0 0,0 1 0 0 0,2-1 1 0 0,0 1-1 0 0,1-1 0 0 0,1 0 0 0 0,0 1 1 0 0,2-1-1 0 0,0-1 0 0 0,13 31 0 0 0,-10-42-113 0 0,8-6 18 0 0,14-19 239 0 0,-13-2-11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4.0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17 106 9830 0 0,'-12'-8'0'0'0,"11"7"0"0"0,1 1 0 0 0,0-1 0 0 0,-1 1 0 0 0,1-1 0 0 0,0 1 0 0 0,-1-1 0 0 0,1 1 0 0 0,0-1 0 0 0,-1 1 0 0 0,1-1 0 0 0,0 0 0 0 0,0 1 0 0 0,0-1 0 0 0,0 1 0 0 0,-1-1 0 0 0,1 0 0 0 0,0 1 0 0 0,0-1 0 0 0,0 0 0 0 0,0 1 0 0 0,0-1 0 0 0,1 1 0 0 0,-1-1 0 0 0,0 0 0 0 0,0 1 0 0 0,0-1 0 0 0,0 1 0 0 0,1-1 0 0 0,-1 0 0 0 0,0 1 0 0 0,1-1 0 0 0,-1 1 0 0 0,0-1 0 0 0,1 1 0 0 0,-1-1 0 0 0,1 1 0 0 0,-1 0 0 0 0,0-1 0 0 0,1 1 0 0 0,-1-1 0 0 0,1 1 0 0 0,-1 0 0 0 0,1-1 0 0 0,0 1 0 0 0,-1 0 0 0 0,1 0 0 0 0,0-1 0 0 0,15-7 118 0 0,-1 0 0 0 0,1 2-1 0 0,0-1 1 0 0,1 2 0 0 0,0 0-1 0 0,0 1 1 0 0,0 1 0 0 0,25-2-1 0 0,-10 1 29 0 0,-25 2-95 0 0,36-4 367 0 0,47-3 0 0 0,-79 9-325 0 0,0 0 0 0 0,-1 0 1 0 0,1 1-1 0 0,-1 0 0 0 0,1 1 0 0 0,-1 0 0 0 0,0 1 0 0 0,0 0 1 0 0,0 0-1 0 0,13 7 0 0 0,1 7 180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4.2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12 9830 0 0,'-74'20'611'0'0,"82"-18"-467"0"0,0 0 1 0 0,1-1 0 0 0,0 0-1 0 0,-1 0 1 0 0,12-1-1 0 0,128-18 963 0 0,-96 9-543 0 0,-1 3 0 0 0,96 0 0 0 0,-125 9-473 0 0,-5 0 136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4.68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1088 31 9830 0 0,'-10'-5'77'0'0,"0"0"0"0"0,0 1 0 0 0,0 0 0 0 0,-1 1-1 0 0,0 0 1 0 0,0 1 0 0 0,0 0 0 0 0,0 1 0 0 0,0 0 0 0 0,0 1 0 0 0,0 0-1 0 0,0 1 1 0 0,0 0 0 0 0,0 0 0 0 0,0 2 0 0 0,0-1 0 0 0,0 1 0 0 0,1 1-1 0 0,0 0 1 0 0,-11 5 0 0 0,-8 6 191 0 0,0 1-1 0 0,1 1 0 0 0,1 1 1 0 0,0 2-1 0 0,-32 31 0 0 0,-4 11 382 0 0,3 3 0 0 0,4 2 0 0 0,2 3 0 0 0,3 2 0 0 0,3 3 0 0 0,4 1-1 0 0,3 2 1 0 0,3 2 0 0 0,4 1 0 0 0,4 2 0 0 0,-25 106 0 0 0,44-142-300 0 0,3 0 1 0 0,1 1-1 0 0,2 0 1 0 0,3 0 0 0 0,2 0-1 0 0,1 0 1 0 0,9 48 0 0 0,-4-63-129 0 0,1-1 0 0 0,1 0 0 0 0,2 0 1 0 0,1-1-1 0 0,2 0 0 0 0,0-1 1 0 0,3-1-1 0 0,0 0 0 0 0,2-1 0 0 0,41 50 1 0 0,-27-44-206 0 0,2-1 1 0 0,1-2 0 0 0,2-1 0 0 0,1-2 0 0 0,1-2 0 0 0,1-1-1 0 0,1-3 1 0 0,2-1 0 0 0,0-1 0 0 0,79 22 0 0 0,-79-29-20 0 0,0-3-1 0 0,1-1 1 0 0,1-2 0 0 0,-1-3 0 0 0,1-1 0 0 0,-1-2 0 0 0,1-2 0 0 0,0-2 0 0 0,-1-2 0 0 0,0-2 0 0 0,61-18 0 0 0,-78 17-102 0 0,-2-2 0 0 0,1-1 1 0 0,-1-2-1 0 0,-1 0 1 0 0,0-1-1 0 0,-1-1 0 0 0,-1-2 1 0 0,0 0-1 0 0,20-21 1 0 0,-18 11-233 0 0,0 0 0 0 0,-2-1 1 0 0,-1-1-1 0 0,-1-1 1 0 0,-2-1-1 0 0,19-43 1 0 0,-11 7-228 0 0,-2 0 0 0 0,-4-2 0 0 0,-3-1 0 0 0,-2 0 0 0 0,-4-1 0 0 0,3-107 0 0 0,-10 95-243 0 0,-5-1 1 0 0,-3 1-1 0 0,-28-156 1 0 0,23 197 407 0 0,-3 0 0 0 0,-2 1 0 0 0,-30-67 0 0 0,31 83 168 0 0,-1 0 0 0 0,-2 1 0 0 0,0 1-1 0 0,-1 0 1 0 0,-1 1 0 0 0,-30-27-1 0 0,31 35 103 0 0,-1 1-1 0 0,0 0 1 0 0,-1 2-1 0 0,-1 0 1 0 0,0 1-1 0 0,0 1 1 0 0,-1 1-1 0 0,0 0 1 0 0,0 2-1 0 0,0 1 1 0 0,-1 0-1 0 0,-42-2 1 0 0,9 4 539 0 0,0 2 0 0 0,-1 3 1 0 0,-100 17-1 0 0,43 4 1032 0 0,-210 71 1 0 0,-96 78 1563 0 0,270-98-2022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8.5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46 757 9830 0 0,'-38'8'319'0'0,"38"-7"-315"0"0,-1-1-1 0 0,1 0 1 0 0,0 0 0 0 0,0 0 0 0 0,0 0 0 0 0,0 0 0 0 0,0 0 0 0 0,-1 1 0 0 0,1-1 0 0 0,0 0 0 0 0,0 0 0 0 0,0 0 0 0 0,0 0-1 0 0,-1 0 1 0 0,1 0 0 0 0,0 0 0 0 0,0 0 0 0 0,0 0 0 0 0,0 0 0 0 0,-1 0 0 0 0,1 0 0 0 0,0 0 0 0 0,0 0 0 0 0,0 0-1 0 0,-1 0 1 0 0,1 0 0 0 0,0 0 0 0 0,0 0 0 0 0,0 0 0 0 0,0 0 0 0 0,-1 0 0 0 0,1 0 0 0 0,0 0 0 0 0,0-1 0 0 0,0 1-1 0 0,0 0 1 0 0,-1 0 0 0 0,1 0 0 0 0,0 0 0 0 0,0 0 0 0 0,0 0 0 0 0,0-1 0 0 0,0 1 0 0 0,0 0 0 0 0,0 0 0 0 0,-1 0-1 0 0,1 0 1 0 0,0-1 0 0 0,0 1 0 0 0,0 0 0 0 0,0 0 0 0 0,0 0 0 0 0,0 0 0 0 0,0-1 0 0 0,0 1 0 0 0,0 0 0 0 0,0 0 0 0 0,0 0-1 0 0,0-1 1 0 0,0 1 0 0 0,0 0 0 0 0,0 0 0 0 0,8-7 90 0 0,1 1-1 0 0,-1 0 1 0 0,1 0-1 0 0,0 1 1 0 0,0 0-1 0 0,1 1 0 0 0,-1 0 1 0 0,16-4-1 0 0,-10 2 32 0 0,1646-521-834 0 0,-1484 482 516 0 0,129-38 1179 0 0,-254 62-456 0 0,-46 15-486 0 0,-9-3 1 0 0,-18-5 175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8.7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196 9 9830 0 0,'0'0'1'0'0,"0"0"0"0"0,-1 0-1 0 0,1 0 1 0 0,0-1 0 0 0,0 1 0 0 0,0 0-1 0 0,0 0 1 0 0,0 0 0 0 0,0 0-1 0 0,-1 0 1 0 0,1 0 0 0 0,0-1 0 0 0,0 1-1 0 0,0 0 1 0 0,0 0 0 0 0,0 0 0 0 0,0 0-1 0 0,0 0 1 0 0,0-1 0 0 0,0 1 0 0 0,0 0-1 0 0,0 0 1 0 0,0 0 0 0 0,0 0-1 0 0,0-1 1 0 0,0 1 0 0 0,0 0 0 0 0,0 0-1 0 0,0 0 1 0 0,0 0 0 0 0,0 0 0 0 0,0-1-1 0 0,0 1 1 0 0,0 0 0 0 0,0 0 0 0 0,0 0-1 0 0,0 0 1 0 0,0-1 0 0 0,0 1-1 0 0,0 0 1 0 0,0 0 0 0 0,0 0 0 0 0,1 0-1 0 0,-1 0 1 0 0,0 0 0 0 0,0-1 0 0 0,0 1-1 0 0,0 0 1 0 0,0 0 0 0 0,1 0 0 0 0,-1 0-1 0 0,0 0 1 0 0,0 0 0 0 0,0 0-1 0 0,0 0 1 0 0,0 0 0 0 0,1 0 0 0 0,-1 0-1 0 0,0 0 1 0 0,0 0 0 0 0,0 0 0 0 0,6-1 46 0 0,-1 1 0 0 0,1 0 0 0 0,-1 0 0 0 0,1 1 0 0 0,-1-1 0 0 0,0 1 0 0 0,1 0 0 0 0,-1 1 0 0 0,0 0 0 0 0,0-1 0 0 0,0 1 0 0 0,0 1 0 0 0,0-1 0 0 0,8 6 0 0 0,71 53 702 0 0,-74-53-657 0 0,3 3 24 0 0,-1 0 0 0 0,0 0 1 0 0,-1 1-1 0 0,0 1 0 0 0,0 0 1 0 0,-2 0-1 0 0,1 1 0 0 0,-2 1 1 0 0,0-1-1 0 0,-1 1 0 0 0,0 0 0 0 0,-1 1 1 0 0,-1 0-1 0 0,0 0 0 0 0,-1 0 1 0 0,-1 0-1 0 0,-1 1 0 0 0,0-1 1 0 0,-1 1-1 0 0,-1-1 0 0 0,0 1 1 0 0,-1 0-1 0 0,-1-1 0 0 0,-1 1 1 0 0,-5 16-1 0 0,-2 3 181 0 0,-2-1 0 0 0,-1 0 0 0 0,-2-2 0 0 0,-1 1 0 0 0,-2-2 0 0 0,-1 0 0 0 0,-41 51-1 0 0,28-45 98 0 0,-2-1 0 0 0,-2-2-1 0 0,-1-1 1 0 0,-1-2 0 0 0,-56 35-1 0 0,85-61-270 0 0,-2 0 0 0 0,1 0-1 0 0,-1-1 1 0 0,-11 4 0 0 0,9-6-123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8.2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613 78 9830 0 0,'23'-35'46'0'0,"-18"24"135"0"0,-3-3-139 0 0,0 2-42 0 0,-2 12 1 0 0,-1 0-1 0 0,1 0 1 0 0,0 0 0 0 0,0 0 0 0 0,0 0 0 0 0,0 1 0 0 0,0-1 0 0 0,-1 0 0 0 0,1 0 0 0 0,0 0 0 0 0,0 0 0 0 0,0 0 0 0 0,0 0 0 0 0,-1 0 0 0 0,1 0 0 0 0,0 0-1 0 0,0 0 1 0 0,0 0 0 0 0,-1 0 0 0 0,1 0 0 0 0,0 0 0 0 0,0 0 0 0 0,0 0 0 0 0,0 0 0 0 0,-1 0 0 0 0,1 0 0 0 0,0 0 0 0 0,0 0 0 0 0,0 0 0 0 0,0 0-1 0 0,-1 0 1 0 0,1 0 0 0 0,0 0 0 0 0,0 0 0 0 0,0-1 0 0 0,0 1 0 0 0,-1 0 0 0 0,1 0 0 0 0,0 0 0 0 0,0 0 0 0 0,0 0 0 0 0,0 0 0 0 0,0-1 0 0 0,0 1-1 0 0,0 0 1 0 0,-1 0 0 0 0,1 0 0 0 0,0 0 0 0 0,0-1 0 0 0,0 1 0 0 0,0 0 0 0 0,0 0 0 0 0,0 0 0 0 0,0-1 0 0 0,0 1 0 0 0,0 0 0 0 0,0 0 0 0 0,0 0 0 0 0,0 0-1 0 0,0-1 1 0 0,0 1 0 0 0,0 0 0 0 0,0 0 0 0 0,0 0 0 0 0,0-1 0 0 0,0 1 0 0 0,1 0 0 0 0,-24 19 263 0 0,1 1 1 0 0,2 1-1 0 0,0 1 0 0 0,-27 37 0 0 0,20-25 17 0 0,-98 125 1796 0 0,-108 182 0 0 0,210-304-1764 0 0,2 0 105 0 0,-2-2-1 0 0,-31 38 0 0 0,87-136-37 0 0,64-73-444 0 0,-74 107-23 0 0,25-36-208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8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1 216 9830 0 0,'81'-200'0'0'0,"-80"198"2"0"0,1 1 0 0 0,-1 0-1 0 0,1-1 1 0 0,0 1 0 0 0,-1 0 0 0 0,1 0-1 0 0,0 0 1 0 0,0 0 0 0 0,0 0 0 0 0,0 0-1 0 0,0 0 1 0 0,0 1 0 0 0,0-1 0 0 0,0 1-1 0 0,0 0 1 0 0,0-1 0 0 0,0 1 0 0 0,0 0-1 0 0,0 0 1 0 0,0 0 0 0 0,0 1 0 0 0,0-1-1 0 0,0 0 1 0 0,0 1 0 0 0,3 0 0 0 0,3 3 61 0 0,0 0 0 0 0,-1 1 0 0 0,0 0 0 0 0,0 0 1 0 0,0 0-1 0 0,-1 1 0 0 0,1 0 0 0 0,-1 0 1 0 0,8 12-1 0 0,45 68 642 0 0,-51-73-582 0 0,35 60 928 0 0,56 134 1 0 0,12 86 972 0 0,-97-247-1544 0 0,-1 0 0 0 0,-3 1 0 0 0,5 53 0 0 0,-14-87-435 0 0,-5-2 183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8.6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12 9830 0 0,'-124'-9'774'0'0,"96"7"-683"0"0,356 18 2448 0 0,-136-9-1255 0 0,-135-4-784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8.9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 78 9830 0 0,'-12'-22'0'0'0,"-11"-33"0"0"0,25 102 292 0 0,25 277 1942 0 0,-12-89-551 0 0,-2-135-864 0 0,-13-93-819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9.4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52 129 9830 0 0,'-11'-17'0'0'0,"7"9"0"0"0,-1 1 0 0 0,1-1 0 0 0,1 0 0 0 0,-6-13 0 0 0,9 20 2 0 0,0-1 0 0 0,-1 1 1 0 0,1-1-1 0 0,0 0 0 0 0,0 1 0 0 0,0-1 0 0 0,0 1 0 0 0,0-1 1 0 0,1 0-1 0 0,-1 1 0 0 0,0-1 0 0 0,1 1 0 0 0,-1-1 1 0 0,1 1-1 0 0,0-1 0 0 0,-1 1 0 0 0,1-1 0 0 0,0 1 0 0 0,0-1 1 0 0,0 1-1 0 0,0 0 0 0 0,0 0 0 0 0,0-1 0 0 0,0 1 0 0 0,0 0 1 0 0,1 0-1 0 0,-1 0 0 0 0,0 0 0 0 0,1 1 0 0 0,-1-1 1 0 0,1 0-1 0 0,2-1 0 0 0,45-10 137 0 0,-46 12-122 0 0,18-2 135 0 0,0 1 1 0 0,-1 1-1 0 0,1 1 1 0 0,0 1-1 0 0,-1 1 1 0 0,1 0-1 0 0,-1 2 1 0 0,0 0-1 0 0,-1 2 1 0 0,1 0-1 0 0,29 15 1 0 0,-37-15-31 0 0,-1 0 0 0 0,1 0 1 0 0,-1 1-1 0 0,0 1 0 0 0,-1 0 0 0 0,0 0 0 0 0,0 1 1 0 0,9 13-1 0 0,-14-16-41 0 0,0 1-1 0 0,0 0 1 0 0,-1 1 0 0 0,0-1 0 0 0,0 1-1 0 0,-1 0 1 0 0,0-1 0 0 0,0 1 0 0 0,-1 1-1 0 0,0-1 1 0 0,-1 0 0 0 0,0 17 0 0 0,-3-2 123 0 0,-1-1 1 0 0,-2 0-1 0 0,0 1 0 0 0,-2-2 1 0 0,0 1-1 0 0,-1-1 0 0 0,-2 0 1 0 0,-18 32-1 0 0,13-26 97 0 0,2 0 0 0 0,1 1-1 0 0,1 1 1 0 0,-9 38 0 0 0,20-62-243 0 0,0-1 0 0 0,0 1 0 0 0,0 0 0 0 0,0-1 0 0 0,1 1 0 0 0,0-1 0 0 0,0 1 0 0 0,1-1 0 0 0,0 1 0 0 0,0-1 0 0 0,0 0 0 0 0,0 0 0 0 0,1 0 0 0 0,0 0 0 0 0,4 5 0 0 0,9 13 345 0 0,35 37 0 0 0,-25-32-113 0 0,-13-13-119 0 0,-6-7-49 0 0,0 0 1 0 0,0 0 0 0 0,0 0-1 0 0,-1 1 1 0 0,-1 0 0 0 0,1 0-1 0 0,-2 0 1 0 0,6 14-1 0 0,-9-22-112 0 0,-1 0 0 0 0,0 0 0 0 0,1 0 0 0 0,-1 1 0 0 0,0-1-1 0 0,0 0 1 0 0,0 0 0 0 0,0 0 0 0 0,0 1 0 0 0,0-1-1 0 0,0 0 1 0 0,0 0 0 0 0,0 1 0 0 0,-1-1 0 0 0,1 0-1 0 0,0 0 1 0 0,-1 0 0 0 0,1 0 0 0 0,-1 0 0 0 0,1 0-1 0 0,-1 1 1 0 0,0-1 0 0 0,1 0 0 0 0,-1-1 0 0 0,0 1-1 0 0,-1 2 1 0 0,0-2 44 0 0,-2 4-4 0 0,1 0 0 0 0,-2-1-1 0 0,1 0 1 0 0,0 0 0 0 0,-1 0 0 0 0,0 0 0 0 0,0-1-1 0 0,0 0 1 0 0,0 0 0 0 0,0 0 0 0 0,-1-1-1 0 0,-10 4 1 0 0,-72 18 520 0 0,88-24-563 0 0,-27 5 247 0 0,0-1 0 0 0,-1-1 0 0 0,1-2 0 0 0,0 0 0 0 0,-38-5 0 0 0,52 3-160 0 0,0-1 0 0 0,1-1 0 0 0,-1 0 1 0 0,1 0-1 0 0,-1-1 0 0 0,1-1 0 0 0,1 0 0 0 0,-1-1 1 0 0,1 0-1 0 0,0 0 0 0 0,0-2 0 0 0,0 1 0 0 0,-15-16 1 0 0,18 14 226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49.9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732 219 9830 0 0,'21'-29'0'0'0,"-19"27"14"0"0,0 1 0 0 0,-1-1 0 0 0,0 0 0 0 0,1 0 0 0 0,-1 0 0 0 0,0 0 0 0 0,0 0 0 0 0,0 0 0 0 0,0 0 0 0 0,0-1 0 0 0,0 1 0 0 0,-1 0-1 0 0,1 0 1 0 0,-1-1 0 0 0,0 1 0 0 0,1-3 0 0 0,-1-2 21 0 0,1 2-13 0 0,0 0-1 0 0,0 0 0 0 0,-1 0 1 0 0,0 1-1 0 0,0-1 0 0 0,0 0 0 0 0,0 0 1 0 0,-1 0-1 0 0,1 0 0 0 0,-1 1 0 0 0,-1-1 1 0 0,1 0-1 0 0,-1 1 0 0 0,1-1 1 0 0,-1 1-1 0 0,0-1 0 0 0,-1 1 0 0 0,1 0 1 0 0,-1 0-1 0 0,0 0 0 0 0,0 0 0 0 0,0 1 1 0 0,-1-1-1 0 0,1 1 0 0 0,-1 0 1 0 0,0 0-1 0 0,0 0 0 0 0,0 0 0 0 0,0 1 1 0 0,0-1-1 0 0,-1 1 0 0 0,1 0 1 0 0,-1 1-1 0 0,1-1 0 0 0,-1 1 0 0 0,0 0 1 0 0,1 0-1 0 0,-7-1 0 0 0,-12 0 158 0 0,-1 0 0 0 0,1 2 0 0 0,-1 0 0 0 0,1 2 0 0 0,-1 0 0 0 0,-24 7 0 0 0,14-3 90 0 0,-1 3 0 0 0,2 0 0 0 0,0 3 0 0 0,0 0 1 0 0,1 2-1 0 0,0 2 0 0 0,1 1 0 0 0,1 1 0 0 0,1 1 1 0 0,-44 39-1 0 0,65-50-179 0 0,0 1 1 0 0,0 0-1 0 0,1 0 1 0 0,0 1-1 0 0,0 0 1 0 0,1 0-1 0 0,1 1 0 0 0,0-1 1 0 0,0 1-1 0 0,1 0 1 0 0,0 1-1 0 0,1-1 1 0 0,-3 21-1 0 0,4-14 44 0 0,2 0-1 0 0,0-1 1 0 0,1 1 0 0 0,0 0-1 0 0,2 0 1 0 0,0 0 0 0 0,1-1-1 0 0,10 29 1 0 0,-4-21 63 0 0,0 0 1 0 0,2 0 0 0 0,0-1 0 0 0,2 0-1 0 0,1-1 1 0 0,1-1 0 0 0,0 0 0 0 0,2-1-1 0 0,0-1 1 0 0,2-1 0 0 0,0-1 0 0 0,1 0-1 0 0,0-2 1 0 0,2 0 0 0 0,0-2-1 0 0,0 0 1 0 0,2-1 0 0 0,-1-2 0 0 0,2-1-1 0 0,-1 0 1 0 0,1-2 0 0 0,1-1 0 0 0,-1-1-1 0 0,1-2 1 0 0,0 0 0 0 0,0-2-1 0 0,1-1 1 0 0,52-5 0 0 0,30-7 683 0 0,-92 8-661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52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135 103 9830 0 0,'3'-13'0'0'0,"-1"6"0"0"0,-2 1 0 0 0,1-1 0 0 0,-1 0 0 0 0,0 1 0 0 0,-1-1 0 0 0,1 0 0 0 0,-3-10 0 0 0,4-9 0 0 0,-4 26-8 0 0,-1 10 0 0 0,-4 14 88 0 0,-14 121 1511 0 0,-6 186 0 0 0,23-253-1015 0 0,-5 27 152 0 0,9-93-683 0 0,-8 0 1 0 0,8-12-39 0 0,0 0 1 0 0,1 1 0 0 0,-1-1-1 0 0,1 0 1 0 0,-1 1-1 0 0,1-1 1 0 0,-1 0-1 0 0,0 0 1 0 0,1 0 0 0 0,-1 0-1 0 0,0 0 1 0 0,1 0-1 0 0,-1 1 1 0 0,0-2 0 0 0,1 1-1 0 0,-1 0 1 0 0,1 0-1 0 0,-1 0 1 0 0,0 0-1 0 0,1 0 1 0 0,-1 0 0 0 0,0-1-1 0 0,0 1 1 0 0,-1-2-1 0 0,0 1 0 0 0,-1-1 0 0 0,1 0 0 0 0,0 0 0 0 0,1 0 0 0 0,-1 0 0 0 0,0 0 0 0 0,0 0 0 0 0,1 0 0 0 0,-1-1 0 0 0,1 1 0 0 0,-2-5 0 0 0,-3-7 220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53.0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362 120 9830 0 0,'-1'-22'0'0'0,"1"15"0"0"0,-1-1 0 0 0,1 1 0 0 0,0 0 0 0 0,0-1 0 0 0,1 1 0 0 0,0 0 0 0 0,0 0 0 0 0,1 0 0 0 0,0-1 0 0 0,4-9 0 0 0,6 9 0 0 0,21 8 64 0 0,-17 5 59 0 0,-1 0-1 0 0,1 0 0 0 0,-1 2 1 0 0,0 0-1 0 0,-1 1 0 0 0,0 0 1 0 0,0 1-1 0 0,-1 1 0 0 0,0 0 1 0 0,-1 1-1 0 0,14 14 0 0 0,5 8 356 0 0,-1 1-1 0 0,48 73 1 0 0,-59-76-201 0 0,-1 0 0 0 0,-1 2 0 0 0,-2 0 1 0 0,-1 0-1 0 0,-1 1 0 0 0,-3 1 0 0 0,0 0 0 0 0,6 50 0 0 0,-14-64-120 0 0,0-1-1 0 0,-1 1 0 0 0,-2 0 0 0 0,0 0 1 0 0,-1 0-1 0 0,-1-1 0 0 0,0 1 0 0 0,-2-1 1 0 0,-1 1-1 0 0,0-2 0 0 0,-2 1 0 0 0,0-1 1 0 0,-1 0-1 0 0,-1-1 0 0 0,-24 35 0 0 0,18-34 43 0 0,-1 0 0 0 0,-1-1-1 0 0,0-1 1 0 0,-1-1-1 0 0,-1 0 1 0 0,-1-2-1 0 0,0 0 1 0 0,-1-2-1 0 0,0 0 1 0 0,-1-1 0 0 0,-32 10-1 0 0,28-12 46 0 0,-1-1 0 0 0,0-2-1 0 0,0-1 1 0 0,-1-1 0 0 0,1-1 0 0 0,-1-1-1 0 0,0-2 1 0 0,1-1 0 0 0,-49-8 0 0 0,59 5-86 0 0,1 0 0 0 0,-1-1 0 0 0,-30-13 1 0 0,43 16-117 0 0,0-1 1 0 0,0 0 0 0 0,-1 1 0 0 0,2-2 0 0 0,-1 1 0 0 0,0-1-1 0 0,1 0 1 0 0,0 1 0 0 0,-1-2 0 0 0,2 1 0 0 0,-1-1 0 0 0,0 1-1 0 0,1-1 1 0 0,0 0 0 0 0,-4-9 0 0 0,3-3-43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53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786 123 9830 0 0,'12'-7'31'0'0,"-9"6"-18"0"0,0-1 0 0 0,0 0 0 0 0,0 0 0 0 0,0 0 0 0 0,0 0 0 0 0,-1 0 0 0 0,1-1 1 0 0,-1 1-1 0 0,0-1 0 0 0,1 0 0 0 0,-1 0 0 0 0,-1 0 0 0 0,1 0 0 0 0,2-3 0 0 0,-4 5-10 0 0,0 1 0 0 0,0 0 0 0 0,1-1 0 0 0,-1 1-1 0 0,0 0 1 0 0,0-1 0 0 0,1 1 0 0 0,-1 0 0 0 0,0-1 0 0 0,0 1 0 0 0,0-1 0 0 0,0 1 0 0 0,0-1 0 0 0,1 1 0 0 0,-1 0-1 0 0,0-1 1 0 0,0 1 0 0 0,0-1 0 0 0,0 1 0 0 0,0-1 0 0 0,0 1 0 0 0,-1 0 0 0 0,1-1 0 0 0,0 1 0 0 0,0-1 0 0 0,0 1-1 0 0,0-1 1 0 0,0 1 0 0 0,-1-1 0 0 0,-21-13 220 0 0,1 9-74 0 0,-1 1-1 0 0,0 1 1 0 0,0 1 0 0 0,0 0-1 0 0,-26 3 1 0 0,-58-5 839 0 0,84 1-764 0 0,-8 0-134 0 0,0 0 133 0 0,10-3 1 0 0,3 0-179 0 0,-1-2 0 0 0,18 8-38 0 0,-13-1 165 0 0,11 3-155 0 0,0-1 0 0 0,0 1 0 0 0,0 0 0 0 0,1 0 0 0 0,-1 0 0 0 0,0 0 1 0 0,1 0-1 0 0,0 0 0 0 0,-1 0 0 0 0,1 1 0 0 0,0-1 0 0 0,0 0 0 0 0,0 1 0 0 0,0 3 0 0 0,-12 49 433 0 0,3-14-168 0 0,-31 79 1188 0 0,-84 170 0 0 0,76-187-378 0 0,5 2 0 0 0,-45 156 1 0 0,86-252-1025 0 0,1 0 1 0 0,0 1-1 0 0,1-1 1 0 0,0 1-1 0 0,1-1 1 0 0,0 1-1 0 0,0-1 1 0 0,1 1-1 0 0,0-1 1 0 0,4 14-1 0 0,-3-18-20 0 0,0 0-1 0 0,0 0 1 0 0,0 0-1 0 0,1-1 1 0 0,0 1-1 0 0,0-1 1 0 0,0 1-1 0 0,0-1 1 0 0,1 0-1 0 0,0 0 1 0 0,0 0 0 0 0,0-1-1 0 0,0 0 1 0 0,0 1-1 0 0,1-1 1 0 0,-1-1-1 0 0,1 1 1 0 0,0-1-1 0 0,8 3 1 0 0,39 11 385 0 0,1-3 0 0 0,0-2 0 0 0,1-2-1 0 0,80 2 1 0 0,-54-4 219 0 0,16-1-52 0 0,-88-3-521 0 0,-6-3-50 0 0,0 1 0 0 0,0-1 0 0 0,1 1 0 0 0,-1-1 1 0 0,0 0-1 0 0,1 0 0 0 0,-1 0 0 0 0,0 0 0 0 0,0-1 0 0 0,1 1 0 0 0,-1 0 0 0 0,0-1 1 0 0,0 0-1 0 0,1 1 0 0 0,3-3 0 0 0,-2 2-26 0 0,1 0 0 0 0,-1 0 0 0 0,1-1 0 0 0,-1 0 0 0 0,0 1 0 0 0,0-1 0 0 0,1-1 0 0 0,-2 1 0 0 0,1-1 0 0 0,0 1 0 0 0,0-1 0 0 0,-1 0 0 0 0,1-1 0 0 0,-1 1 0 0 0,0 0 0 0 0,0-1 0 0 0,-1 0 0 0 0,1 0 1 0 0,-1 0-1 0 0,1 0 0 0 0,2-8 0 0 0,-2 3-3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8:53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99 9830 0 0,'-30'-12'501'0'0,"30"12"-500"0"0,0 0 0 0 0,-1 0 0 0 0,1 0 0 0 0,-1 0 0 0 0,1 0 0 0 0,0-1 0 0 0,-1 1 0 0 0,1 0 0 0 0,0 0 0 0 0,-1-1 0 0 0,1 1 0 0 0,0 0 1 0 0,-1 0-1 0 0,1-1 0 0 0,0 1 0 0 0,-1 0 0 0 0,1-1 0 0 0,0 1 0 0 0,0 0 0 0 0,0-1 0 0 0,-1 1 0 0 0,1 0 0 0 0,0-1 0 0 0,0 1 0 0 0,0-1 0 0 0,0 1 0 0 0,0 0 0 0 0,0-1 0 0 0,-1 1 1 0 0,1-1-1 0 0,0 1 0 0 0,0 0 0 0 0,0-1 0 0 0,0 1 0 0 0,1-1 0 0 0,-1 1 0 0 0,0 0 0 0 0,0-1 0 0 0,0 1 0 0 0,0-1 0 0 0,0 1 0 0 0,0 0 0 0 0,1-1 0 0 0,-1 1 0 0 0,0 0 1 0 0,0-1-1 0 0,1 1 0 0 0,-1 0 0 0 0,0-1 0 0 0,0 1 0 0 0,1-1 0 0 0,10-8 35 0 0,5 2 138 0 0,-1 0 1 0 0,1 1-1 0 0,0 1 1 0 0,1 1-1 0 0,-1 0 0 0 0,1 1 1 0 0,31-2-1 0 0,-33 3-22 0 0,105-14 761 0 0,-105 15-848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0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80 127 9830 0 0,'15'-14'0'0'0,"-4"2"46"0"0,-2 0 136 0 0,-2 1-138 0 0,1-1-47 0 0,-3 0 3 0 0,0-1-1 0 0,-1 2-2 0 0,0 1 47 0 0,2-1 135 0 0,0 2-136 0 0,-15 76 521 0 0,5-27-207 0 0,-46 281 1782 0 0,7-61-387 0 0,34-189-1228 0 0,2-13 13 0 0,-2-1 1 0 0,-20 65-1 0 0,90-281-298 0 0,-39 108-419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0.8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3 203 9830 0 0,'-1'-6'13'0'0,"0"0"0"0"0,1 0 0 0 0,0 0 1 0 0,0-1-1 0 0,0 1 0 0 0,1 0 0 0 0,0 0 0 0 0,0 0 0 0 0,0 0 0 0 0,1 0 0 0 0,0 1 0 0 0,0-1 1 0 0,1 0-1 0 0,-1 1 0 0 0,1-1 0 0 0,0 1 0 0 0,6-6 0 0 0,-3 4 35 0 0,1 0 0 0 0,-1 1 0 0 0,2-1 0 0 0,-1 2-1 0 0,1-1 1 0 0,0 1 0 0 0,0 0 0 0 0,0 1 0 0 0,1 0 0 0 0,11-4-1 0 0,2 1 46 0 0,0 1-1 0 0,1 1 0 0 0,-1 1 1 0 0,1 1-1 0 0,0 1 0 0 0,0 1 0 0 0,0 1 1 0 0,36 5-1 0 0,-52-4-46 0 0,0 0-1 0 0,0 0 1 0 0,-1 1 0 0 0,1 0 0 0 0,-1 1-1 0 0,1-1 1 0 0,-1 1 0 0 0,0 0 0 0 0,0 1-1 0 0,0-1 1 0 0,-1 1 0 0 0,1 0 0 0 0,7 8-1 0 0,-1 6 20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1.0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68 1 9830 0 0,'-66'26'501'0'0,"66"-26"-500"0"0,0 0 1 0 0,1 0 0 0 0,-1 0 0 0 0,0 0-1 0 0,0 0 1 0 0,0 0 0 0 0,0 0 0 0 0,0 1-1 0 0,0-1 1 0 0,0 0 0 0 0,0 0 0 0 0,1 0-1 0 0,-1 0 1 0 0,0 0 0 0 0,0 0 0 0 0,0 0-1 0 0,0 1 1 0 0,0-1 0 0 0,0 0 0 0 0,0 0-1 0 0,0 0 1 0 0,0 0 0 0 0,0 0 0 0 0,0 1-1 0 0,0-1 1 0 0,0 0 0 0 0,0 0 0 0 0,0 0-1 0 0,0 0 1 0 0,0 0 0 0 0,0 1 0 0 0,0-1-1 0 0,0 0 1 0 0,0 0 0 0 0,0 0-1 0 0,0 0 1 0 0,0 0 0 0 0,0 0 0 0 0,0 1-1 0 0,-1-1 1 0 0,1 0 0 0 0,0 0 0 0 0,0 0-1 0 0,0 0 1 0 0,0 0 0 0 0,0 0 0 0 0,0 0-1 0 0,0 0 1 0 0,-1 1 0 0 0,1-1 0 0 0,0 0-1 0 0,0 0 1 0 0,0 0 0 0 0,0 0 0 0 0,0 0-1 0 0,0 0 1 0 0,-1 0 0 0 0,1 0 0 0 0,0 0-1 0 0,0 0 1 0 0,0 0 0 0 0,0 0 0 0 0,25 6 240 0 0,2-1 1 0 0,-1-2 0 0 0,0 0 0 0 0,38-2-1 0 0,-15 0 4 0 0,30 3 300 0 0,-61-4-318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3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396 431 9830 0 0,'-84'-31'642'0'0,"50"20"-280"0"0,0-2 1 0 0,1-2 0 0 0,-37-22-1 0 0,58 29-271 0 0,12 7-85 0 0,0 1 0 0 0,-1 0 1 0 0,1 0-1 0 0,-1 0 1 0 0,1 0-1 0 0,0-1 1 0 0,-1 1-1 0 0,1 0 1 0 0,0 0-1 0 0,0-1 1 0 0,-1 1-1 0 0,1 0 1 0 0,0 0-1 0 0,0-1 1 0 0,-1 1-1 0 0,1 0 1 0 0,0-1 0 0 0,0 1-1 0 0,0 0 1 0 0,-1-1-1 0 0,1 1 1 0 0,0 0-1 0 0,0-1 1 0 0,0 1-1 0 0,0-1 1 0 0,0 1-1 0 0,0 0 1 0 0,0-1-1 0 0,0 1 1 0 0,0-1-1 0 0,0 1 1 0 0,0 0-1 0 0,0-1 1 0 0,0 1-1 0 0,0 0 1 0 0,0-1-1 0 0,1 0 1 0 0,2-2 40 0 0,1 0 1 0 0,-1 0-1 0 0,1 1 1 0 0,0-1-1 0 0,0 1 1 0 0,1 0-1 0 0,-1 0 1 0 0,0 0-1 0 0,1 1 1 0 0,-1-1-1 0 0,1 1 1 0 0,-1 0-1 0 0,8 0 1 0 0,84-10 484 0 0,-61 9-224 0 0,940-32 6176 0 0,-744 33-5005 0 0,1620-37 3007 0 0,-1098 5-4486 0 0,1072-37 0 0 0,-415 68 0 0 0,-670 6 0 0 0,476-53 0 0 0,-856 26 0 0 0,-129 10 0 0 0,-204 11 0 0 0,-18 2 0 0 0,17 5 0 0 0,-17-4 0 0 0,0 1 0 0 0,-1 0 0 0 0,1 0 0 0 0,0 0 0 0 0,-1 1 0 0 0,1 0 0 0 0,-1 1 0 0 0,0 0 0 0 0,0 0 0 0 0,-1 1 0 0 0,1 0 0 0 0,-1 0 0 0 0,0 1 0 0 0,0 0 0 0 0,-1 0 0 0 0,0 1 0 0 0,0 0 0 0 0,0 0 0 0 0,-1 0 0 0 0,6 10 0 0 0,-2 5 0 0 0,-1 0 0 0 0,0 0 0 0 0,-2 1 0 0 0,0 0 0 0 0,-2 1 0 0 0,2 23 0 0 0,18 137 0 0 0,24 150 0 0 0,-29-228 0 0 0,36 110 0 0 0,86 144 0 0 0,29-19 0 0 0,-133-268 0 0 0,-8-15 0 0 0,29 87 0 0 0,-43-89 0 0 0,-10-46 0 0 0,-3 3 0 0 0,-1 0 0 0 0,-1-9 0 0 0,-1 0 0 0 0,0 1 0 0 0,0-1 0 0 0,0 1 0 0 0,0-1 0 0 0,-1 0 0 0 0,0 0 0 0 0,0 0 0 0 0,0 0 0 0 0,0 0 0 0 0,0 0 0 0 0,-1-1 0 0 0,0 1 0 0 0,0-1 0 0 0,0 1 0 0 0,0-1 0 0 0,0 0 0 0 0,-1 0 0 0 0,1-1 0 0 0,-7 5 0 0 0,1-1 0 0 0,-160 123 0 0 0,144-114 0 0 0,-1 0 0 0 0,-1-1 0 0 0,0-2 0 0 0,-1-1 0 0 0,-35 9 0 0 0,-67 8 0 0 0,-239 20 0 0 0,210-32 0 0 0,-707 66 0 0 0,68-53 0 0 0,635-26 0 0 0,-1670 23 0 0 0,1244-30 0 0 0,-139 6 0 0 0,-563 118 0 0 0,667-48 0 0 0,-333 47 0 0 0,887-108 0 0 0,-559 93 0 0 0,615-102 0 0 0,-515 73 0 0 0,523-74 0 0 0,-378 10 0 0 0,341-9 0 0 0,-1-1 0 0 0,34-2 0 0 0,-20-7 0 0 0,22 7 0 0 0,5 1 0 0 0,0 0 0 0 0,0-1 0 0 0,0 1 0 0 0,0-1 0 0 0,0 0 0 0 0,0 0 0 0 0,0 0 0 0 0,0 0 0 0 0,0 0 0 0 0,0-1 0 0 0,1 1 0 0 0,-1-1 0 0 0,1 0 0 0 0,-1 0 0 0 0,1 0 0 0 0,0 0 0 0 0,-1 0 0 0 0,1 0 0 0 0,-2-4 0 0 0,0 0-39 0 0,0 0 0 0 0,1-1 0 0 0,0 1 0 0 0,0-1 0 0 0,0 0 1 0 0,1 0-1 0 0,0 0 0 0 0,0 0 0 0 0,1 0 0 0 0,0-1 0 0 0,0 1 0 0 0,0 0 1 0 0,1-1-1 0 0,0 1 0 0 0,2-8 0 0 0,2-18-268 0 0,1 0 0 0 0,11-33 0 0 0,-12 51 238 0 0,210-1008-6839 0 0,-163 598 2976 0 0,-5-580 0 0 0,-49 973 3932 0 0,2-13 0 0 0,-82 316 1486 0 0,64-213-932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3.7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117 226 9830 0 0,'-20'-95'0'0'0,"10"56"0"0"0,-6-53 0 0 0,19 425 2315 0 0,-3-331-2304 0 0,-30 576 3849 0 0,-2 85 442 0 0,31-433-2694 0 0,-8 235 1426 0 0,8-453-2917 0 0,0 7 102 0 0,1 0 0 0 0,4 36 0 0 0,-4-54-208 0 0,0-1-10 0 0,0 0 1 0 0,1 0-1 0 0,-1 0 0 0 0,0 0 1 0 0,0 0-1 0 0,0 0 1 0 0,0-1-1 0 0,0 1 0 0 0,0 0 1 0 0,0 0-1 0 0,1 0 0 0 0,-1 0 1 0 0,0 0-1 0 0,0 0 1 0 0,0 0-1 0 0,0 0 0 0 0,0 0 1 0 0,0 0-1 0 0,1 0 0 0 0,-1 0 1 0 0,0 0-1 0 0,0 0 0 0 0,0 0 1 0 0,0 0-1 0 0,0 1 1 0 0,0-1-1 0 0,1 0 0 0 0,-1 0 1 0 0,0 0-1 0 0,0 0 0 0 0,0 0 1 0 0,0 0-1 0 0,0 0 1 0 0,0 0-1 0 0,0 0 0 0 0,0 0 1 0 0,1 0-1 0 0,-1 1 0 0 0,0-1 1 0 0,0 0-1 0 0,0 0 1 0 0,0 0-1 0 0,0 0 0 0 0,0 0 1 0 0,0 0-1 0 0,0 0 0 0 0,0 1 1 0 0,0-1-1 0 0,0 0 1 0 0,0 0-1 0 0,0 0 0 0 0,0 0 1 0 0,0 0-1 0 0,0 0 0 0 0,0 1 1 0 0,0-1-1 0 0,0 0 1 0 0,8-14 70 0 0,-1 0 0 0 0,0-1 1 0 0,7-22-1 0 0,7-17-519 0 0,-6 22 174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4.2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13 472 9830 0 0,'4'-472'0'0'0,"-13"948"2576"0"0,2 198 2107 0 0,44 28-23 0 0,-17-203-1375 0 0,-17-473-3012 0 0,-3-26-269 0 0,0 0 0 0 0,0 0 0 0 0,1 0 0 0 0,-1 0 0 0 0,0 0 0 0 0,0 0 0 0 0,1 0 0 0 0,-1 1 0 0 0,0-1 0 0 0,0 0 0 0 0,0 0 0 0 0,1 0 0 0 0,-1 0 0 0 0,0 0 0 0 0,0 0 0 0 0,1 0 0 0 0,-1 0 0 0 0,0 0 0 0 0,0 0 0 0 0,1 0 0 0 0,-1 0 0 0 0,0-1 0 0 0,0 1 0 0 0,1 0 0 0 0,-1 0 0 0 0,0 0 0 0 0,0 0 0 0 0,0 0 0 0 0,1 0 0 0 0,-1 0 0 0 0,0-1 0 0 0,0 1 0 0 0,0 0 0 0 0,0 0 0 0 0,1 0 0 0 0,-1 0 0 0 0,0-1 0 0 0,0 1 0 0 0,0 0 0 0 0,0 0 0 0 0,0-1 0 0 0,0 1 0 0 0,1 0 0 0 0,-1 0 0 0 0,0 0 0 0 0,0-1 0 0 0,0 1 0 0 0,0-1 0 0 0,8-10 118 0 0,1-8 151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4.6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35 197 9830 0 0,'-35'-197'0'0'0,"51"556"2265"0"0,-14-231-1526 0 0,41 1245 8313 0 0,-31-592-4724 0 0,-5-667-4328 0 0,-7-114 0 0 0,0-1 0 0 0,0 1 0 0 0,1 0 0 0 0,-1 0 0 0 0,0 0 0 0 0,0 0 0 0 0,0 0 0 0 0,0 0 0 0 0,0 0 0 0 0,0 0 0 0 0,0 0 0 0 0,0 0 0 0 0,1 0 0 0 0,-1 0 0 0 0,0 0 0 0 0,0-1 0 0 0,0 1 0 0 0,0 0 0 0 0,0 0 0 0 0,0 0 0 0 0,0 0 0 0 0,1 0 0 0 0,-1 0 0 0 0,0 0 0 0 0,0 0 0 0 0,0 0 0 0 0,0 0 0 0 0,0 0 0 0 0,0 1 0 0 0,0-1 0 0 0,1 0 0 0 0,-1 0 0 0 0,0 0 0 0 0,0 0 0 0 0,0 0 0 0 0,0 0 0 0 0,0 0 0 0 0,0 0 0 0 0,0 0 0 0 0,0 0 0 0 0,1 0 0 0 0,-1 0 0 0 0,0 0 0 0 0,0 1 0 0 0,0-1 0 0 0,0 0 0 0 0,0 0 0 0 0,0 0 0 0 0,33-92-46 0 0,-23 58-181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5.1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192 148 9830 0 0,'-3'-13'94'0'0,"0"1"1"0"0,-1-1-1 0 0,-1 1 1 0 0,0 1-1 0 0,0-1 0 0 0,-1 1 1 0 0,-15-22-1 0 0,15 22-59 0 0,0-3-37 0 0,6 14 3 0 0,0 0 0 0 0,0 0-1 0 0,0 0 1 0 0,0-1 0 0 0,0 1 0 0 0,0 0 0 0 0,0 0 0 0 0,0 0 0 0 0,0-1 0 0 0,0 1-1 0 0,0 0 1 0 0,0 0 0 0 0,0 0 0 0 0,0-1 0 0 0,0 1 0 0 0,0 0 0 0 0,-1 0 0 0 0,1 0-1 0 0,0-1 1 0 0,0 1 0 0 0,0 0 0 0 0,0 0 0 0 0,0 0 0 0 0,-1 0 0 0 0,1 0 0 0 0,0-1-1 0 0,0 1 1 0 0,0 0 0 0 0,0 0 0 0 0,-1 0 0 0 0,1 0 0 0 0,0 0 0 0 0,0 0 0 0 0,0 0-1 0 0,-1 0 1 0 0,1 0 0 0 0,0 0 0 0 0,0 0 0 0 0,-1 0 0 0 0,1 0 0 0 0,0 0 0 0 0,0 0-1 0 0,0 0 1 0 0,-1 0 0 0 0,1 0 0 0 0,0 0 0 0 0,0 0 0 0 0,0 0 0 0 0,-1 0 0 0 0,1 0-1 0 0,0 0 1 0 0,0 0 0 0 0,0 1 0 0 0,-1-1 0 0 0,1 0 0 0 0,0 0 0 0 0,0 0 0 0 0,0 0-1 0 0,0 0 1 0 0,0 1 0 0 0,-1-1 0 0 0,1 0 0 0 0,0 0 0 0 0,0 0 0 0 0,0 0 0 0 0,0 1-1 0 0,0-1 1 0 0,0 0 0 0 0,0 1 0 0 0,-9 19 163 0 0,1 0-1 0 0,1 1 1 0 0,1 1 0 0 0,1-1-1 0 0,1 1 1 0 0,-1 22 0 0 0,-2-3 87 0 0,-23 224 1516 0 0,18-134-938 0 0,-13 228 3083 0 0,30 552 1 0 0,2-774-3388 0 0,1 463 2667 0 0,-16-335-3192 0 0,9-258 0 0 0,1-12 0 0 0,4-29 0 0 0,2-14 0 0 0,1 22 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05.5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288 136 9830 0 0,'-4'-32'0'0'0,"-17"-57"0"0"0,17 78 0 0 0,1 8 6 0 0,-2 9 34 0 0,-5 39 322 0 0,1-1 0 0 0,2 1 0 0 0,3 0 0 0 0,0 49 0 0 0,2-37 31 0 0,-17 307 1985 0 0,-40 575 3779 0 0,41-726-4656 0 0,-24 228 1439 0 0,16-249-1781 0 0,26-192-1159 0 0,0 1 0 0 0,0-1 0 0 0,0 0 0 0 0,0 0 0 0 0,0 0 0 0 0,0 0 0 0 0,0 0 0 0 0,0 1 0 0 0,0-1 0 0 0,0 0 0 0 0,0 0 0 0 0,-1 0 0 0 0,1 0 0 0 0,0 0 0 0 0,0 0 0 0 0,0 0 0 0 0,0 1 0 0 0,0-1 0 0 0,0 0 0 0 0,0 0 0 0 0,0 0 0 0 0,0 0 0 0 0,-1 0 0 0 0,1 0 0 0 0,0 0 0 0 0,0 0 0 0 0,0 0 0 0 0,0 0 0 0 0,0 1 0 0 0,0-1 0 0 0,-1 0 0 0 0,1 0 0 0 0,0 0 0 0 0,0 0 0 0 0,0 0 0 0 0,0 0 0 0 0,0 0 0 0 0,-1 0 0 0 0,1 0 0 0 0,0 0 0 0 0,0 0 0 0 0,0 0 0 0 0,0 0 0 0 0,0 0 0 0 0,-1-1 0 0 0,1 1 0 0 0,0 0 0 0 0,0 0 0 0 0,0 0 0 0 0,0 0 0 0 0,0 0 0 0 0,0 0 0 0 0,-1 0 0 0 0,1 0 0 0 0,0 0 0 0 0,0 0 0 0 0,0-1 0 0 0,0 1 0 0 0,0 0 0 0 0,0 0 0 0 0,0 0 0 0 0,0 0 0 0 0,0 0 0 0 0,0 0 0 0 0,-1-1 0 0 0,-3-4-5 0 0,0 1 1 0 0,1-2 0 0 0,-1 1 0 0 0,1 0 0 0 0,0-1 0 0 0,0 1 0 0 0,1-1 0 0 0,-1 0-1 0 0,1 0 1 0 0,-2-10 0 0 0,-5-15-223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0.3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112 48 9830 0 0,'0'-17'0'0'0,"1"2"0"0"0,1 0 0 0 0,-59 678 4255 0 0,56-645-4112 0 0,-1-1 0 0 0,0 1 0 0 0,-1-1 0 0 0,-1 0 0 0 0,-1 0-1 0 0,0 0 1 0 0,-1 0 0 0 0,-1-1 0 0 0,-9 17 0 0 0,9-24 85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0.5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1 333 9830 0 0,'20'-87'0'0'0,"-16"75"-1"0"0,0 0 0 0 0,1 0 0 0 0,1 0 0 0 0,0 1 0 0 0,1 0 0 0 0,0 0 0 0 0,1 0 0 0 0,0 1 0 0 0,0 1 0 0 0,14-13 0 0 0,7-4 20 0 0,0 0 0 0 0,41-25 0 0 0,-57 44 163 0 0,-13 7-181 0 0,0-1 1 0 0,0 1 0 0 0,0 0 0 0 0,0 0 0 0 0,1 0 0 0 0,-1 0-1 0 0,0 0 1 0 0,0-1 0 0 0,0 1 0 0 0,0 0 0 0 0,1 0-1 0 0,-1 0 1 0 0,0 0 0 0 0,0 0 0 0 0,1 0 0 0 0,-1 0 0 0 0,0 0-1 0 0,0 0 1 0 0,0 0 0 0 0,1 0 0 0 0,-1 0 0 0 0,0 0 0 0 0,0 0-1 0 0,0 0 1 0 0,1 0 0 0 0,-1 0 0 0 0,0 0 0 0 0,0 0-1 0 0,0 0 1 0 0,1 1 0 0 0,-1-1 0 0 0,0 0 0 0 0,0 0 0 0 0,0 0-1 0 0,0 0 1 0 0,1 0 0 0 0,-1 0 0 0 0,0 1 0 0 0,0-1-1 0 0,0 0 1 0 0,0 0 0 0 0,0 0 0 0 0,1 0 0 0 0,-1 1 0 0 0,0-1-1 0 0,0 0 1 0 0,0 0 0 0 0,0 0 0 0 0,0 1 0 0 0,-2 25 225 0 0,-17-1 46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0.6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 1 9830 0 0,'-16'6'64'0'0,"15"-6"-55"0"0,0 1 0 0 0,0-1 0 0 0,0 1-1 0 0,0-1 1 0 0,0 1 0 0 0,0-1-1 0 0,0 1 1 0 0,0-1 0 0 0,1 1 0 0 0,-1 0-1 0 0,0-1 1 0 0,0 1 0 0 0,1 0-1 0 0,-1 0 1 0 0,0 0 0 0 0,1-1 0 0 0,-1 1-1 0 0,0 0 1 0 0,1 0 0 0 0,0 0-1 0 0,-1 0 1 0 0,1 0 0 0 0,-1 1 0 0 0,4 7 103 0 0,-2-1-40 0 0,1 0 0 0 0,0-1 0 0 0,1 1 0 0 0,0 0 0 0 0,0-1 0 0 0,0 0 0 0 0,1 0 0 0 0,0 0 0 0 0,1 0 0 0 0,-1-1 0 0 0,1 1 0 0 0,1-1 0 0 0,-1-1 0 0 0,1 1 0 0 0,0-1 0 0 0,12 9 0 0 0,-10-7-26 0 0,26 21 405 0 0,2-2 0 0 0,0-1-1 0 0,2-1 1 0 0,81 36 0 0 0,-102-49-404 0 0,18 8 338 0 0,-22-19-321 0 0,4-13 193 0 0,-6-2-192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1.1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3 152 9830 0 0,'-1'-17'0'0'0,"0"0"0"0"0,0 1 0 0 0,4 0 0 0 0,6 0 0 0 0,-6 12 1 0 0,-2 0 9 0 0,1 0-1 0 0,0 0 1 0 0,0 0 0 0 0,0 0 0 0 0,0 1-1 0 0,1-1 1 0 0,0 1 0 0 0,0-1-1 0 0,0 1 1 0 0,0 0 0 0 0,0 0 0 0 0,0 1-1 0 0,1-1 1 0 0,-1 1 0 0 0,1-1-1 0 0,0 1 1 0 0,0 0 0 0 0,0 1 0 0 0,0-1-1 0 0,0 1 1 0 0,0-1 0 0 0,0 1 0 0 0,0 1-1 0 0,1-1 1 0 0,-1 0 0 0 0,0 1-1 0 0,7 0 1 0 0,19 2 263 0 0,-27-2-250 0 0,0 0 1 0 0,0 1-1 0 0,0 0 0 0 0,0 0 0 0 0,0 0 0 0 0,0 0 0 0 0,0 0 1 0 0,0 1-1 0 0,0-1 0 0 0,-1 1 0 0 0,1 0 0 0 0,-1 0 0 0 0,1 0 0 0 0,-1 0 1 0 0,0 0-1 0 0,1 0 0 0 0,-1 1 0 0 0,0-1 0 0 0,-1 1 0 0 0,3 4 1 0 0,-2-2 17 0 0,0 0 0 0 0,0 0-1 0 0,-1 0 1 0 0,0 1 0 0 0,0-1 0 0 0,0 1 0 0 0,-1-1 0 0 0,1 1 0 0 0,-1-1 0 0 0,-2 11 0 0 0,-2 8 172 0 0,-2 1 0 0 0,0-2 0 0 0,-2 1 0 0 0,-10 23 0 0 0,17-47-209 0 0,-20 52 294 0 0,0-4 325 0 0,-14 52-1 0 0,33-87-440 0 0,6 3-91 0 0,12-7 91 0 0,-9-8-124 0 0,0 0 0 0 0,1-1 0 0 0,-1-1 0 0 0,1 1 0 0 0,-1-1 0 0 0,0 0 0 0 0,1-1 0 0 0,-1 0 0 0 0,0 0 0 0 0,0 0 0 0 0,13-8 0 0 0,74-44 710 0 0,-79 45-614 0 0,59-43-323 0 0,78-70 1 0 0,-103 81 36 0 0,-7 6-21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1.3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134 64 9830 0 0,'-19'-39'0'0'0,"12"26"0"0"0,-1 2 0 0 0,2 22 80 0 0,2 10 68 0 0,-18 164 1060 0 0,-40 254 1808 0 0,60-434-2984 0 0,-1 18-18 0 0,5-13-14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1.5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30 375 9830 0 0,'-13'-8'0'0'0,"1"0"0"0"0,8-6 46 0 0,7 6-26 0 0,1 0 1 0 0,1 1-1 0 0,-1-1 1 0 0,1 1 0 0 0,0 0-1 0 0,1 0 1 0 0,0 1-1 0 0,0-1 1 0 0,9-6 0 0 0,7-10-12 0 0,63-66-24 0 0,48-56-9 0 0,-128 136 23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1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 9830 0 0,'-9'23'200'0'0,"1"0"0"0"0,2 0 0 0 0,0 1 0 0 0,1 0-1 0 0,2 0 1 0 0,0 0 0 0 0,2 1 0 0 0,0-1 0 0 0,2 1 0 0 0,0-1 0 0 0,2 0 0 0 0,1 0-1 0 0,14 47 1 0 0,-17-65-176 0 0,1 0 42 0 0,-1 1 1 0 0,1-1 0 0 0,0 1 0 0 0,1-1 0 0 0,0 0-1 0 0,0 0 1 0 0,0 0 0 0 0,1 0 0 0 0,-1 0 0 0 0,1-1-1 0 0,1 1 1 0 0,-1-1 0 0 0,1-1 0 0 0,0 1 0 0 0,7 5 0 0 0,1-7-22 0 0,11-7 1 0 0,1-8 136 0 0,-9 0-137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2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65 133 9830 0 0,'-10'-5'165'0'0,"0"-1"0"0"0,1 0 0 0 0,-16-14-1 0 0,24 19-161 0 0,0 1 0 0 0,0-1-1 0 0,0 0 1 0 0,1 0-1 0 0,-1 0 1 0 0,0 0 0 0 0,0 0-1 0 0,1-1 1 0 0,-1 1 0 0 0,1 0-1 0 0,-1 0 1 0 0,1 0-1 0 0,-1 0 1 0 0,1-1 0 0 0,0 1-1 0 0,-1 0 1 0 0,1 0-1 0 0,0-1 1 0 0,0 1 0 0 0,0 0-1 0 0,0 0 1 0 0,0-1 0 0 0,0 1-1 0 0,1 0 1 0 0,-1 0-1 0 0,0-1 1 0 0,1 1 0 0 0,-1 0-1 0 0,1 0 1 0 0,-1 0-1 0 0,1-1 1 0 0,-1 1 0 0 0,1 0-1 0 0,0 0 1 0 0,0 0 0 0 0,-1 0-1 0 0,1 0 1 0 0,0 0-1 0 0,0 1 1 0 0,1-2 0 0 0,38-27 167 0 0,-39 29-166 0 0,4-3 38 0 0,1 0 0 0 0,0 0 0 0 0,0 1 0 0 0,0 0 0 0 0,0 0 0 0 0,0 0 0 0 0,0 1 0 0 0,1 0 0 0 0,-1 0 0 0 0,0 0 0 0 0,1 1 0 0 0,-1 0 0 0 0,0 0 0 0 0,1 1 0 0 0,-1 0 0 0 0,9 2 0 0 0,-12-2-15 0 0,1 1 0 0 0,-1 0 1 0 0,1-1-1 0 0,-1 1 0 0 0,0 0 0 0 0,0 1 0 0 0,0-1 1 0 0,0 0-1 0 0,0 1 0 0 0,0 0 0 0 0,-1 0 1 0 0,1-1-1 0 0,-1 1 0 0 0,0 1 0 0 0,0-1 0 0 0,0 0 1 0 0,0 1-1 0 0,-1-1 0 0 0,1 1 0 0 0,-1-1 0 0 0,0 1 1 0 0,0-1-1 0 0,0 1 0 0 0,-1 0 0 0 0,1 0 1 0 0,-1 0-1 0 0,0-1 0 0 0,0 8 0 0 0,-1 3 87 0 0,0 0-1 0 0,-1 1 1 0 0,-1-1-1 0 0,0 0 1 0 0,-1 0-1 0 0,-8 20 1 0 0,-42 80 670 0 0,17-41-84 0 0,26-51-500 0 0,6-11-104 0 0,0-1 0 0 0,0 1-1 0 0,1 0 1 0 0,1 0 0 0 0,-3 13 0 0 0,6-10-53 0 0,11-5 129 0 0,13-9-68 0 0,3-7 141 0 0,-1 0 1 0 0,0-1-1 0 0,0-2 1 0 0,32-17-1 0 0,99-61 113 0 0,-122 67-590 0 0,17-8 96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2.3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 40 9830 0 0,'-26'-33'546'0'0,"25"33"-544"0"0,1-1 0 0 0,0 1-1 0 0,-1-1 1 0 0,1 1 0 0 0,-1 0-1 0 0,1-1 1 0 0,0 1 0 0 0,-1-1-1 0 0,1 1 1 0 0,-1 0 0 0 0,1-1-1 0 0,-1 1 1 0 0,1 0 0 0 0,-1 0-1 0 0,1-1 1 0 0,-1 1 0 0 0,0 0 0 0 0,1 0-1 0 0,-1 0 1 0 0,1 0 0 0 0,-1-1-1 0 0,0 1 1 0 0,1 0 0 0 0,-1 0-1 0 0,1 0 1 0 0,-2 1 0 0 0,-1 0 29 0 0,0 1 0 0 0,1-1-1 0 0,-1 1 1 0 0,0 0 0 0 0,1 0 0 0 0,-1 1 0 0 0,1-1 0 0 0,0 0 0 0 0,-1 1 0 0 0,1-1 0 0 0,0 1 0 0 0,1 0-1 0 0,-1 0 1 0 0,0 0 0 0 0,1 0 0 0 0,0 0 0 0 0,-1 0 0 0 0,1 0 0 0 0,1 0 0 0 0,-1 0 0 0 0,0 1 0 0 0,1-1-1 0 0,-1 4 1 0 0,-2 16 178 0 0,1 1-1 0 0,2 26 0 0 0,0-39-141 0 0,-16 342 2345 0 0,16-340-2367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2.5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2 259 9830 0 0,'-1'-5'0'0'0,"1"0"0"0"0,0 0 0 0 0,0 1 0 0 0,0-1 0 0 0,1 0 0 0 0,-1 0 0 0 0,1 1 0 0 0,0-1 0 0 0,1 0 0 0 0,-1 1 0 0 0,1-1 0 0 0,0 1 0 0 0,0-1 0 0 0,0 1 0 0 0,1 0 0 0 0,-1 0 0 0 0,1 0 0 0 0,0 0 0 0 0,5-4 0 0 0,6-8 0 0 0,16-20 261 0 0,2 1 1 0 0,47-40-1 0 0,-79 75-261 0 0,0 0 0 0 0,0 0 0 0 0,0 0 0 0 0,0 0 0 0 0,0 0 0 0 0,0 0 0 0 0,-1 0 0 0 0,1 0 0 0 0,0 0 0 0 0,0-1 0 0 0,0 1 0 0 0,0 0 0 0 0,0 0 0 0 0,0 0 0 0 0,0 0 0 0 0,0 0 0 0 0,0 0 0 0 0,0 0 0 0 0,0 0 0 0 0,0 0 0 0 0,0 0 0 0 0,0 0 0 0 0,0 0 0 0 0,0-1 0 0 0,0 1 0 0 0,0 0 0 0 0,0 0 0 0 0,0 0 0 0 0,0 0 0 0 0,0 0 0 0 0,0 0 0 0 0,0 0 0 0 0,0 0 0 0 0,-26 13 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2.6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1 9830 0 0,'-3'1'-7'0'0,"-10"10"60"0"0,10 1 129 0 0,7-5-116 0 0,1-1 0 0 0,-1 0 0 0 0,1-1 0 0 0,0 1 1 0 0,1-1-1 0 0,-1 0 0 0 0,1 0 0 0 0,0 0 0 0 0,0-1 0 0 0,9 4 1 0 0,13 13 342 0 0,-15-10-264 0 0,-8-7-99 0 0,-1 0 1 0 0,1 0-1 0 0,0 0 1 0 0,0-1-1 0 0,1 1 0 0 0,-1-1 1 0 0,1 0-1 0 0,-1-1 0 0 0,1 0 1 0 0,0 1-1 0 0,0-2 1 0 0,0 1-1 0 0,0-1 0 0 0,0 0 1 0 0,9 1-1 0 0,7-3 45 0 0,3-4 137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3.0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25 361 9830 0 0,'-3'1'33'0'0,"1"1"1"0"0,0-1-1 0 0,0 1 1 0 0,-1 0-1 0 0,1-1 0 0 0,0 1 1 0 0,1 0-1 0 0,-1 0 1 0 0,0 1-1 0 0,-2 3 0 0 0,4-6-23 0 0,1 1-1 0 0,-1 0 0 0 0,0-1 0 0 0,1 1 0 0 0,-1 0 0 0 0,0-1 0 0 0,1 1 0 0 0,-1 0 1 0 0,1-1-1 0 0,-1 1 0 0 0,1-1 0 0 0,-1 1 0 0 0,1-1 0 0 0,-1 1 0 0 0,1-1 0 0 0,-1 1 0 0 0,1-1 1 0 0,0 0-1 0 0,-1 1 0 0 0,1-1 0 0 0,0 0 0 0 0,-1 0 0 0 0,1 1 0 0 0,0-1 0 0 0,-1 0 1 0 0,1 0-1 0 0,0 0 0 0 0,0 0 0 0 0,-1 0 0 0 0,1 0 0 0 0,1 0 0 0 0,5 0 38 0 0,0 0 0 0 0,-1-1 0 0 0,1 0 0 0 0,0 0 0 0 0,0-1 0 0 0,-1 0 0 0 0,1 0 0 0 0,-1 0 0 0 0,1-1 0 0 0,-1 0 0 0 0,0 0 0 0 0,0-1 0 0 0,-1 0 0 0 0,7-5 0 0 0,6-5 104 0 0,-1 0 1 0 0,-1-2-1 0 0,16-18 1 0 0,-5-2-210 0 0,-1-1 0 0 0,-1-2 0 0 0,31-69-1 0 0,-47 91 42 0 0,-4 9 6 0 0,5-28-11 0 0,-91 450 2406 0 0,54-306-1786 0 0,16-72-140 0 0,-8 59 0 0 0,18-83-254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3.6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44 9830 0 0,'0'-7'38'0'0,"0"14"63"0"0,2 34 227 0 0,-2 59 343 0 0,-26 189 1256 0 0,17-209-1397 0 0,10-58 34 0 0,13-44-305 0 0,31-75-304 0 0,-4-2 0 0 0,41-153 0 0 0,-78 236 2 0 0,1 0 1 0 0,-2 1 0 0 0,3-33-1 0 0,-10 39 29 0 0,-15 8 0 0 0,12 4 53 0 0,1 0 0 0 0,-1 0 1 0 0,0 1-1 0 0,1 0 1 0 0,0 1-1 0 0,0-1 0 0 0,0 1 1 0 0,0 0-1 0 0,1 0 0 0 0,0 1 1 0 0,0 0-1 0 0,0 0 0 0 0,-6 12 1 0 0,8-14-6 0 0,0 0 0 0 0,0 0 0 0 0,1 0 0 0 0,0 1 1 0 0,0-1-1 0 0,0 1 0 0 0,0-1 0 0 0,1 1 1 0 0,0-1-1 0 0,0 1 0 0 0,0 0 0 0 0,0 0 1 0 0,1 0-1 0 0,0 0 0 0 0,0 0 0 0 0,0-1 1 0 0,0 1-1 0 0,1 0 0 0 0,0 0 0 0 0,0 0 0 0 0,0-1 1 0 0,1 1-1 0 0,1 4 0 0 0,-1-7-18 0 0,0 0 0 0 0,0 0 0 0 0,0 0 0 0 0,0 0 0 0 0,1 0 0 0 0,-1-1 0 0 0,0 1 0 0 0,1-1 0 0 0,-1 0 0 0 0,1 0-1 0 0,-1 0 1 0 0,1 0 0 0 0,-1 0 0 0 0,1 0 0 0 0,0-1 0 0 0,-1 1 0 0 0,1-1 0 0 0,0 0 0 0 0,0 0 0 0 0,-1 0 0 0 0,1 0 0 0 0,0 0 0 0 0,4-1 0 0 0,8-2 122 0 0,1 0 1 0 0,26-9-1 0 0,-38 11-97 0 0,60-23 521 0 0,-2-2-1 0 0,95-56 1 0 0,-134 68-356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3.8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 1 9830 0 0,'-12'11'136'0'0,"1"1"-1"0"0,0 0 0 0 0,0 1 1 0 0,1 0-1 0 0,1 1 1 0 0,0 0-1 0 0,1 0 0 0 0,1 1 1 0 0,0 0-1 0 0,1 0 1 0 0,0 1-1 0 0,2-1 0 0 0,0 1 1 0 0,0 0-1 0 0,1 1 1 0 0,1-1-1 0 0,1 1 1 0 0,1-1-1 0 0,0 1 0 0 0,3 21 1 0 0,14 47 455 0 0,-14-73-363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3.9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0 309 9830 0 0,'47'-79'0'0'0,"-34"55"0"0"0,0 1 0 0 0,2 1 0 0 0,1 0 0 0 0,28-31 0 0 0,-16 26 246 0 0,35-25 0 0 0,-56 46-201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4.1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58 1 9830 0 0,'-9'9'44'0'0,"5"-5"12"0"0,-1 1 0 0 0,1-1 1 0 0,0 1-1 0 0,1 0 0 0 0,-1 0 0 0 0,1 0 0 0 0,0 1 0 0 0,0-1 0 0 0,0 1 0 0 0,1-1 1 0 0,0 1-1 0 0,-2 9 0 0 0,3-14-54 0 0,1 0 0 0 0,-1 0 0 0 0,1 0 1 0 0,-1 0-1 0 0,1 0 0 0 0,0 1 0 0 0,-1-1 0 0 0,1 0 0 0 0,0 0 1 0 0,0 0-1 0 0,0 0 0 0 0,0 0 0 0 0,0 0 0 0 0,0 1 1 0 0,0-1-1 0 0,0 0 0 0 0,0 0 0 0 0,1 0 0 0 0,-1 0 0 0 0,0 0 1 0 0,1 0-1 0 0,-1 0 0 0 0,1 0 0 0 0,-1 0 0 0 0,1 0 1 0 0,-1 0-1 0 0,1 0 0 0 0,0 0 0 0 0,0 1 0 0 0,1 0 24 0 0,0 1 9 0 0,0 0-1 0 0,0 0 1 0 0,1 0 0 0 0,-1-1 0 0 0,1 1-1 0 0,-1-1 1 0 0,1 1 0 0 0,0-1 0 0 0,0 0-1 0 0,0 0 1 0 0,0 0 0 0 0,0 0 0 0 0,1-1 0 0 0,-1 1-1 0 0,0-1 1 0 0,1 0 0 0 0,-1 0 0 0 0,1 0-1 0 0,-1 0 1 0 0,1-1 0 0 0,0 1 0 0 0,4-1-1 0 0,7 1 148 0 0,-1-1-1 0 0,1-1 0 0 0,-1 0 0 0 0,19-4 1 0 0,126-29 1004 0 0,-118 25-894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4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71 10 9830 0 0,'-1'0'8'0'0,"1"-1"-1"0"0,-1 0 1 0 0,1 1 0 0 0,-1-1-1 0 0,1 0 1 0 0,-1 1 0 0 0,1-1-1 0 0,-1 1 1 0 0,0-1 0 0 0,1 1-1 0 0,-1-1 1 0 0,0 1 0 0 0,1-1-1 0 0,-1 1 1 0 0,0 0 0 0 0,0-1 0 0 0,1 1-1 0 0,-1 0 1 0 0,0 0 0 0 0,0-1-1 0 0,0 1 1 0 0,1 0 0 0 0,-1 0-1 0 0,0 0 1 0 0,0 0 0 0 0,0 0-1 0 0,1 0 1 0 0,-1 0 0 0 0,0 1-1 0 0,0-1 1 0 0,0 0 0 0 0,0 0-1 0 0,1 1 1 0 0,-1-1 0 0 0,0 0-1 0 0,0 1 1 0 0,1-1 0 0 0,-1 0-1 0 0,0 1 1 0 0,1-1 0 0 0,-1 1-1 0 0,1 0 1 0 0,-1-1 0 0 0,0 1-1 0 0,1-1 1 0 0,-1 1 0 0 0,0 1-1 0 0,-1 1 27 0 0,0 0 0 0 0,0 0-1 0 0,0 0 1 0 0,1 0 0 0 0,-1 0-1 0 0,1 0 1 0 0,-1 1 0 0 0,1-1-1 0 0,-1 7 1 0 0,-5 41 286 0 0,3-28-78 0 0,1 0 0 0 0,1 37 1 0 0,-1-29-16 0 0,13-39 27 0 0,2-9-95 0 0,4-13-55 0 0,-9 14-94 0 0,1 0 1 0 0,1 1 0 0 0,1 1 0 0 0,16-21 0 0 0,-17 27 27 0 0,8 0 116 0 0,2 2-77 0 0,12 5 115 0 0,4 1 100 0 0,0-2 1 0 0,0-2-1 0 0,0-1 1 0 0,49-14-1 0 0,12-2 378 0 0,-72 18-632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4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0 9830 0 0,'2'10'228'0'0,"-7"4"-183"0"0,-2 1 20 0 0,-5-2 192 0 0,0 1-193 0 0,2-3-18 0 0,4-2 181 0 0,6-9-222 0 0,0 0 0 0 0,0 0-1 0 0,0 0 1 0 0,0 0 0 0 0,0 0 0 0 0,1 0-1 0 0,-1 0 1 0 0,0 0 0 0 0,0 0-1 0 0,0 0 1 0 0,0 0 0 0 0,0 0 0 0 0,1 0-1 0 0,-1 0 1 0 0,0 0 0 0 0,0 0-1 0 0,0 0 1 0 0,0 0 0 0 0,1 0-1 0 0,-1 0 1 0 0,0 0 0 0 0,0 0 0 0 0,0 0-1 0 0,0 0 1 0 0,0 0 0 0 0,1 0-1 0 0,-1 0 1 0 0,0 0 0 0 0,0 0 0 0 0,0 0-1 0 0,0 0 1 0 0,0 0 0 0 0,0 1-1 0 0,1-1 1 0 0,-1 0 0 0 0,0 0-1 0 0,0 0 1 0 0,0 0 0 0 0,0 0 0 0 0,0 0-1 0 0,0 1 1 0 0,0-1 0 0 0,0 0-1 0 0,0 0 1 0 0,0 0 0 0 0,0 0-1 0 0,0 0 1 0 0,1 1 0 0 0,-1-1 0 0 0,0 0-1 0 0,0 0 1 0 0,0 0 0 0 0,0 0-1 0 0,0 1 1 0 0,0-1 0 0 0,-1 0 0 0 0,1 0-1 0 0,0 0 1 0 0,0 0 0 0 0,0 0-1 0 0,0 1 1 0 0,0-1 0 0 0,0 0-1 0 0,0 0 1 0 0,0 0 0 0 0,0 0 0 0 0,0 0-1 0 0,0 1 1 0 0,-1-1 0 0 0,38-7 447 0 0,-2 0-350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4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231 159 9830 0 0,'3'-17'0'0'0,"0"0"0"0"0,1 0 0 0 0,1 0 0 0 0,0 0 0 0 0,1 1 0 0 0,1 0 0 0 0,14-23 0 0 0,-20 36 0 0 0,2 20 205 0 0,-9 22 136 0 0,-139 356 2459 0 0,84-239-1698 0 0,-15 25 623 0 0,76-180-1717 0 0,-1 1 35 0 0,6-4 16 0 0,12-15 32 0 0,0 0 0 0 0,-2-1 1 0 0,0-1-1 0 0,-1 0 0 0 0,14-25 1 0 0,-10 16-230 0 0,126-207-696 0 0,-93 143 573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5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579 85 9830 0 0,'1'-3'-1'0'0,"0"-1"1"0"0,0 1-1 0 0,0-1 0 0 0,-1 1 1 0 0,1-1-1 0 0,-1 1 0 0 0,0-1 1 0 0,0 1-1 0 0,0-1 0 0 0,0 0 1 0 0,-1 1-1 0 0,1-1 0 0 0,-1 1 1 0 0,0-1-1 0 0,0 1 0 0 0,-2-4 1 0 0,2 5 2 0 0,-1 0 0 0 0,1 1 0 0 0,-1-1 0 0 0,0 0 0 0 0,1 1 0 0 0,-1-1 0 0 0,0 1 0 0 0,0 0 0 0 0,0 0 0 0 0,0 0 0 0 0,0 0 0 0 0,0 0 0 0 0,-1 0 0 0 0,1 0 0 0 0,0 1 0 0 0,0-1 0 0 0,-1 1 0 0 0,1-1 0 0 0,0 1 0 0 0,0 0 0 0 0,-1 0 0 0 0,1 0 0 0 0,0 0 0 0 0,-1 1 1 0 0,1-1-1 0 0,0 0 0 0 0,-5 2 0 0 0,-32 10 343 0 0,0 1 0 0 0,1 2 0 0 0,0 1 0 0 0,2 2 0 0 0,-62 41 0 0 0,69-40-73 0 0,0 1 0 0 0,2 1 0 0 0,1 1 0 0 0,1 2 0 0 0,1 0 0 0 0,-23 30 0 0 0,45-52-256 0 0,0 0 1 0 0,1 0-1 0 0,-1 0 1 0 0,0 1-1 0 0,1-1 1 0 0,-1 0-1 0 0,1 1 1 0 0,0-1-1 0 0,0 1 1 0 0,0 0-1 0 0,0-1 1 0 0,0 1-1 0 0,1 0 1 0 0,-1-1-1 0 0,1 1 1 0 0,0 0-1 0 0,-1 0 1 0 0,1 0-1 0 0,1-1 1 0 0,-1 1-1 0 0,0 0 1 0 0,1 0-1 0 0,0 2 1 0 0,1-1 23 0 0,0-1-1 0 0,0 0 1 0 0,0 0 0 0 0,0 0-1 0 0,1 0 1 0 0,0 0 0 0 0,-1-1 0 0 0,1 1-1 0 0,0-1 1 0 0,0 1 0 0 0,0-1-1 0 0,1 0 1 0 0,-1 0 0 0 0,6 2-1 0 0,10 3 125 0 0,-1-1 1 0 0,1 0-1 0 0,0-2 0 0 0,0 0 0 0 0,23 2 0 0 0,48-1 731 0 0,-1-3 0 0 0,135-15 0 0 0,-153 5-577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5.3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75 9830 0 0,'6'-9'0'0'0,"-8"-8"0"0"0,2 17 2 0 0,0-1 0 0 0,1 0 0 0 0,-1 1 0 0 0,1-1 0 0 0,-1 1 0 0 0,1-1 0 0 0,-1 1 0 0 0,1-1 0 0 0,-1 1 0 0 0,1-1 0 0 0,-1 1 0 0 0,1 0 0 0 0,-1-1 0 0 0,1 1 0 0 0,0 0 0 0 0,-1 0 0 0 0,1-1 0 0 0,0 1 0 0 0,-1 0 0 0 0,1 0 0 0 0,0 0 0 0 0,0 0 0 0 0,43-13 325 0 0,1 3 0 0 0,62-7 1 0 0,-87 16-283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5.4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 1 9830 0 0,'-10'0'0'0'0,"-12"2"273"0"0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9.2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463 59 9830 0 0,'14'-53'272'0'0,"-14"52"-272"0"0,1-4 18 0 0,-9 8 88 0 0,-9 12 101 0 0,1 1-1 0 0,1 0 1 0 0,1 1 0 0 0,0 0 0 0 0,-21 36-1 0 0,-65 121 1051 0 0,94-164-1161 0 0,-48 98 996 0 0,4 2-1 0 0,-38 129 1 0 0,81-218-855 0 0,3-5-60 0 0,-2 0 0 0 0,1 0 0 0 0,-2-1 0 0 0,-16 28 0 0 0,23-44-176 0 0,0 1 0 0 0,0 0 1 0 0,0 0-1 0 0,0 0 0 0 0,0 0 0 0 0,0 0 1 0 0,0-1-1 0 0,0 1 0 0 0,0 0 1 0 0,0 0-1 0 0,0 0 0 0 0,0 0 0 0 0,0 0 1 0 0,0 0-1 0 0,-1-1 0 0 0,1 1 1 0 0,0 0-1 0 0,0 0 0 0 0,0 0 0 0 0,0 0 1 0 0,0 0-1 0 0,0 0 0 0 0,0 0 0 0 0,0 0 1 0 0,0-1-1 0 0,-1 1 0 0 0,1 0 1 0 0,0 0-1 0 0,0 0 0 0 0,0 0 0 0 0,0 0 1 0 0,0 0-1 0 0,-1 0 0 0 0,1 0 1 0 0,0 0-1 0 0,0 0 0 0 0,0 0 0 0 0,0 0 1 0 0,0 0-1 0 0,-1 0 0 0 0,1 0 1 0 0,0 0-1 0 0,0 0 0 0 0,0 0 0 0 0,0 0 1 0 0,0 0-1 0 0,0 0 0 0 0,-1 0 0 0 0,1 0 1 0 0,0 0-1 0 0,0 0 0 0 0,0 0 1 0 0,0 1-1 0 0,0-1 0 0 0,0 0 0 0 0,-1 0 1 0 0,1 0-1 0 0,0 0 0 0 0,0 0 1 0 0,0 0-1 0 0,0 0 0 0 0,0 0 0 0 0,0 1 1 0 0,0-1-1 0 0,0 0 0 0 0,0 0 1 0 0,0 0-1 0 0,0 0 0 0 0,0 1 0 0 0,-1-7 33 0 0,0 1-1 0 0,0 0 0 0 0,1-1 1 0 0,0 1-1 0 0,1 0 1 0 0,-1-1-1 0 0,1 1 0 0 0,0 0 1 0 0,0 0-1 0 0,0 0 1 0 0,1 0-1 0 0,0 0 0 0 0,4-9 1 0 0,40-75 208 0 0,-36 72-342 0 0,33-52-190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9.4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91 9830 0 0,'4'-15'0'0'0,"-3"6"0"0"0,2 0 0 0 0,-1 0 0 0 0,1 0 0 0 0,1 0 0 0 0,8-15 0 0 0,-12 23 0 0 0,0 1 0 0 0,0 0 0 0 0,0-1 0 0 0,1 1 0 0 0,-1 0 0 0 0,0-1 0 0 0,0 1 0 0 0,0 0 0 0 0,0 0 0 0 0,0-1 0 0 0,1 1 0 0 0,-1 0 0 0 0,0 0 0 0 0,0 0 0 0 0,0-1 0 0 0,1 1 0 0 0,-1 0 0 0 0,0 0 0 0 0,0 0 0 0 0,0 0 0 0 0,1-1 0 0 0,-1 1 0 0 0,0 0 0 0 0,1 0 0 0 0,-1 0 0 0 0,0 0 0 0 0,0 0 0 0 0,1 0 0 0 0,-1 0 0 0 0,0 0 0 0 0,1 0 0 0 0,-1 0 0 0 0,0 0 0 0 0,0 0 0 0 0,1 0 0 0 0,-1 0 0 0 0,0 0 0 0 0,1 0 0 0 0,-1 0 0 0 0,0 0 0 0 0,0 0 0 0 0,1 0 0 0 0,-1 0 0 0 0,0 1 0 0 0,0-1 0 0 0,1 0 0 0 0,-1 0 0 0 0,6 5 47 0 0,-1 0-1 0 0,1 0 0 0 0,-1 1 1 0 0,0 0-1 0 0,-1 0 1 0 0,1 0-1 0 0,-1 0 1 0 0,4 9-1 0 0,35 72 653 0 0,-29-56-527 0 0,193 430 3251 0 0,-184-407-3026 0 0,-4-4 108 0 0,16 32 147 0 0,-41-109-152 0 0,-1 6-227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19.63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86 9830 0 0,'-9'2'91'0'0,"-25"-5"137"0"0,14-1-46 0 0,20 4-178 0 0,0 0-1 0 0,0 0 1 0 0,0 0 0 0 0,0 0 0 0 0,0 0 0 0 0,0 0-1 0 0,0 0 1 0 0,0 0 0 0 0,0 0 0 0 0,1 0 0 0 0,-1 0-1 0 0,0 0 1 0 0,0 0 0 0 0,0 0 0 0 0,0 0 0 0 0,0-1 0 0 0,0 1-1 0 0,0 0 1 0 0,0 0 0 0 0,0 0 0 0 0,0 0 0 0 0,0 0-1 0 0,0 0 1 0 0,0 0 0 0 0,0 0 0 0 0,0 0 0 0 0,0 0-1 0 0,0 0 1 0 0,0 0 0 0 0,0 0 0 0 0,0-1 0 0 0,0 1 0 0 0,0 0-1 0 0,0 0 1 0 0,0 0 0 0 0,0 0 0 0 0,0 0 0 0 0,0 0-1 0 0,0 0 1 0 0,0 0 0 0 0,0 0 0 0 0,0 0 0 0 0,0 0-1 0 0,0 0 1 0 0,0 0 0 0 0,0 0 0 0 0,-1-1 0 0 0,1 1 0 0 0,0 0-1 0 0,0 0 1 0 0,0 0 0 0 0,0 0 0 0 0,14-4 155 0 0,23-1 139 0 0,49-2 574 0 0,0-4 0 0 0,131-34 0 0 0,-188 39-599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0.0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1260 1 9830 0 0,'-43'0'332'0'0,"0"2"0"0"0,-1 1 1 0 0,2 3-1 0 0,-1 1 0 0 0,1 3 0 0 0,0 1 0 0 0,0 2 0 0 0,2 2 1 0 0,-52 26-1 0 0,32-9 210 0 0,1 2 1 0 0,2 3 0 0 0,1 2-1 0 0,2 3 1 0 0,-59 60 0 0 0,74-63-154 0 0,2 2 0 0 0,2 1 1 0 0,1 1-1 0 0,3 2 0 0 0,1 2 1 0 0,3 0-1 0 0,2 2 1 0 0,1 1-1 0 0,3 1 0 0 0,3 0 1 0 0,1 2-1 0 0,3 0 0 0 0,2 0 1 0 0,3 2-1 0 0,1-1 1 0 0,4 1-1 0 0,1 0 0 0 0,3 0 1 0 0,3 0-1 0 0,2-1 0 0 0,17 83 1 0 0,-9-87-173 0 0,1 0 0 0 0,3-1 0 0 0,42 85 0 0 0,-41-102-164 0 0,1-1 0 0 0,1-1 0 0 0,2 0 1 0 0,1-2-1 0 0,1 0 0 0 0,35 30 0 0 0,-24-29-53 0 0,1-1 0 0 0,1-1 0 0 0,2-2 0 0 0,0-2 0 0 0,2-2 0 0 0,0-1 0 0 0,1-2 0 0 0,1-2 0 0 0,76 17 0 0 0,-64-22 0 0 0,1-3 0 0 0,0-2 0 0 0,0-3 0 0 0,0-3 0 0 0,1-1 0 0 0,-1-3 0 0 0,86-18 0 0 0,-69 6-453 0 0,0-4 1 0 0,-1-3 0 0 0,-1-3 0 0 0,-2-3 0 0 0,0-3-1 0 0,-2-2 1 0 0,-2-4 0 0 0,-2-3 0 0 0,-1-2 0 0 0,-2-3-1 0 0,64-64 1 0 0,-87 71-29 0 0,-1 0 1 0 0,-3-3-1 0 0,-1-1 0 0 0,-2-1 1 0 0,-2-1-1 0 0,-2-2 0 0 0,23-57 0 0 0,-33 63 282 0 0,-2-1 0 0 0,-2-1 0 0 0,-2 0 0 0 0,-2-1 0 0 0,-1 0 0 0 0,-3 0 0 0 0,-1 0 0 0 0,-3-1 0 0 0,-6-57 0 0 0,1 63-6 0 0,-1 1 1 0 0,-3-1-1 0 0,-1 2 0 0 0,-1-1 0 0 0,-3 1 0 0 0,0 1 0 0 0,-3 0 0 0 0,-1 2 1 0 0,-1 0-1 0 0,-2 1 0 0 0,-1 0 0 0 0,-2 2 0 0 0,-1 1 0 0 0,-2 1 1 0 0,0 1-1 0 0,-2 2 0 0 0,-1 0 0 0 0,-1 3 0 0 0,-1 0 0 0 0,-1 2 0 0 0,-1 1 1 0 0,0 2-1 0 0,-2 1 0 0 0,-69-22 0 0 0,45 24 516 0 0,-1 3-1 0 0,0 2 1 0 0,0 3-1 0 0,0 3 1 0 0,-78 4 0 0 0,53 5 260 0 0,0 5 0 0 0,1 3 0 0 0,-102 29 0 0 0,71-6 285 0 0,11 4 7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1.2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1725 0 9830 0 0,'-50'47'846'0'0,"-310"277"2319"0"0,-258 280 2454 0 0,474-446-3484 0 0,6 6 0 0 0,-163 257-1 0 0,293-404-1893 0 0,7-14-234 0 0,0 0-1 0 0,0 0 1 0 0,-1-1-1 0 0,1 1 1 0 0,-1 0-1 0 0,0 0 1 0 0,1-1-1 0 0,-1 1 1 0 0,0-1-1 0 0,-1 0 1 0 0,1 1-1 0 0,0-1 1 0 0,-1 0-1 0 0,1 0 1 0 0,-4 1-1 0 0,-7-1-1 0 0,-6-14-5 0 0,4 3 0 0 0,-10 5 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1.5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198 9 9830 0 0,'-6'-9'228'0'0,"6"9"-227"0"0,0 1 0 0 0,0-1 1 0 0,0 0-1 0 0,0 0 0 0 0,0 0 1 0 0,0 0-1 0 0,0 1 0 0 0,0-1 1 0 0,0 0-1 0 0,0 0 0 0 0,0 0 0 0 0,0 0 1 0 0,0 0-1 0 0,0 1 0 0 0,0-1 1 0 0,0 0-1 0 0,-1 0 0 0 0,1 0 1 0 0,0 0-1 0 0,0 0 0 0 0,0 1 1 0 0,0-1-1 0 0,0 0 0 0 0,0 0 1 0 0,0 0-1 0 0,-1 0 0 0 0,1 0 1 0 0,0 0-1 0 0,0 0 0 0 0,0 0 1 0 0,0 1-1 0 0,-1-1 0 0 0,1 0 1 0 0,0 0-1 0 0,0 0 0 0 0,0 0 0 0 0,0 0 1 0 0,0 0-1 0 0,-1 0 0 0 0,1 0 1 0 0,0 0-1 0 0,0 0 0 0 0,0 0 1 0 0,0 0-1 0 0,-1 0 0 0 0,1 0 1 0 0,0 0-1 0 0,0 0 0 0 0,0 0 1 0 0,0-1-1 0 0,-1 1 0 0 0,1 0 1 0 0,0 0-1 0 0,0 0 0 0 0,0 0 1 0 0,0 0-1 0 0,0 0 0 0 0,-1 0 0 0 0,1 0 1 0 0,0-1-1 0 0,0 1 0 0 0,0 0 1 0 0,0 0-1 0 0,0 0 0 0 0,0 0 1 0 0,0 0-1 0 0,0-1 0 0 0,-1 1 1 0 0,-6 26 193 0 0,1 0 0 0 0,1 0 0 0 0,-1 35 0 0 0,-5 19 398 0 0,-59 259 1663 0 0,-2 7 107 0 0,66-288-1863 0 0,31-102-162 0 0,-16 16-16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1.8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305 26 9830 0 0,'4'-6'104'0'0,"-3"5"-93"0"0,1-1 0 0 0,-1 1-1 0 0,0-1 1 0 0,1 1 0 0 0,-1-1 0 0 0,1 1-1 0 0,0 0 1 0 0,-1 0 0 0 0,1 0-1 0 0,0 0 1 0 0,0 0 0 0 0,-1 0 0 0 0,1 1-1 0 0,0-1 1 0 0,0 0 0 0 0,0 1-1 0 0,0-1 1 0 0,0 1 0 0 0,3 0 0 0 0,18 1 216 0 0,-14 1-164 0 0,-1 1 0 0 0,1 0 0 0 0,-1 0-1 0 0,0 1 1 0 0,0 0 0 0 0,-1 0 0 0 0,1 1 0 0 0,-1 0 0 0 0,0 0-1 0 0,0 1 1 0 0,0 0 0 0 0,-1 0 0 0 0,0 1 0 0 0,0-1-1 0 0,-1 1 1 0 0,0 1 0 0 0,0-1 0 0 0,0 1 0 0 0,4 10-1 0 0,-4-5 36 0 0,0 0-1 0 0,0 0 1 0 0,-1 0-1 0 0,-1 0 1 0 0,0 0-1 0 0,-1 1 1 0 0,-1-1-1 0 0,0 1 1 0 0,0 0-1 0 0,-2-1 1 0 0,0 1-1 0 0,-2 13 1 0 0,-5 6 397 0 0,-20 53-1 0 0,17-55-39 0 0,-13 59-1 0 0,22-78-373 0 0,1-1-1 0 0,0 0 1 0 0,0 0-1 0 0,1 1 0 0 0,1-1 1 0 0,0 0-1 0 0,1 0 1 0 0,0 1-1 0 0,4 14 1 0 0,32 64 620 0 0,-25-61-358 0 0,0 0-1 0 0,8 34 0 0 0,-19-54-254 0 0,0 0-1 0 0,0 0 1 0 0,-1 1-1 0 0,0-1 1 0 0,-1 0-1 0 0,0 1 0 0 0,0-1 1 0 0,-1 0-1 0 0,0 1 1 0 0,-1-1-1 0 0,-4 14 1 0 0,4-18-47 0 0,0 0 1 0 0,-1 0 0 0 0,0 0 0 0 0,0 0-1 0 0,0-1 1 0 0,0 1 0 0 0,-1-1 0 0 0,1 0 0 0 0,-1 0-1 0 0,-1 0 1 0 0,1 0 0 0 0,0-1 0 0 0,-1 0-1 0 0,1 0 1 0 0,-1 0 0 0 0,0 0 0 0 0,0-1 0 0 0,0 0-1 0 0,-1 0 1 0 0,1 0 0 0 0,0 0 0 0 0,-1-1-1 0 0,1 0 1 0 0,-12 0 0 0 0,4 0 65 0 0,0 0 1 0 0,0-1-1 0 0,0-1 1 0 0,0 0-1 0 0,0-1 1 0 0,1 0-1 0 0,-1-1 0 0 0,0-1 1 0 0,-19-8-1 0 0,11 2-126 0 0,1 0 0 0 0,1-2 0 0 0,0-1 0 0 0,0 0-1 0 0,1-1 1 0 0,1-1 0 0 0,0 0 0 0 0,1-2 0 0 0,1 0 0 0 0,1 0-1 0 0,0-1 1 0 0,1-1 0 0 0,1 0 0 0 0,1-1 0 0 0,-9-24-1 0 0,-3-15-371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2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1022 187 9830 0 0,'-3'-4'23'0'0,"-1"1"-1"0"0,1 0 1 0 0,-1 0-1 0 0,0 1 1 0 0,0-1-1 0 0,-1 1 1 0 0,1 0-1 0 0,0 0 1 0 0,-1 0-1 0 0,1 0 1 0 0,-1 1-1 0 0,0 0 1 0 0,1 0-1 0 0,-1 0 1 0 0,-5 0-1 0 0,2 2 39 0 0,1-1 0 0 0,-1 2 0 0 0,1-1 0 0 0,-1 1 0 0 0,1 0 0 0 0,0 1 0 0 0,0-1 0 0 0,0 1 0 0 0,-10 6 0 0 0,-18 11 338 0 0,1 2 1 0 0,0 2-1 0 0,-58 54 1 0 0,-77 102 1300 0 0,114-109-964 0 0,2 3 0 0 0,4 1 0 0 0,3 3 0 0 0,-46 107 0 0 0,48-77 493 0 0,3 2-1 0 0,-46 210 1 0 0,74-256-845 0 0,4 0 1 0 0,2 0-1 0 0,2 1 0 0 0,4 0 0 0 0,2 0 0 0 0,20 125 1 0 0,-12-147-214 0 0,1-1 1 0 0,2 0 0 0 0,2-1-1 0 0,2 0 1 0 0,1-1 0 0 0,3-1-1 0 0,1-1 1 0 0,1-1 0 0 0,2-1-1 0 0,2 0 1 0 0,38 38 0 0 0,-34-43-172 0 0,2-1 0 0 0,1-2 0 0 0,2-1 0 0 0,0-2 0 0 0,2-2 0 0 0,1-1 0 0 0,0-2 0 0 0,2-1 0 0 0,0-2 0 0 0,69 19 0 0 0,-54-23 0 0 0,0-3 0 0 0,1-2 0 0 0,0-2 0 0 0,0-3 0 0 0,1-2 0 0 0,-1-3 0 0 0,101-16 0 0 0,-75 3-545 0 0,-1-4 0 0 0,0-3 1 0 0,-2-4-1 0 0,-1-3 0 0 0,-1-4 1 0 0,-2-3-1 0 0,119-76 1 0 0,-135 72 47 0 0,-2-4 0 0 0,-2-1 0 0 0,-2-3 1 0 0,-2-2-1 0 0,-2-3 0 0 0,-3-1 0 0 0,-1-3 0 0 0,-4-1 1 0 0,45-83-1 0 0,-50 66 56 0 0,-3-1 0 0 0,-3-2-1 0 0,-4-1 1 0 0,-3-1 0 0 0,-3-1 0 0 0,-5 0 0 0 0,-2-2 0 0 0,-5 1-1 0 0,-3-1 1 0 0,-3-1 0 0 0,-4 1 0 0 0,-4 0 0 0 0,-4 1-1 0 0,-3-1 1 0 0,-39-133 0 0 0,38 173 441 0 0,-1-1 0 0 0,-3 2 0 0 0,-1 0 0 0 0,-2 1 0 0 0,-1 2 0 0 0,-3 0 0 0 0,-40-49 0 0 0,48 68 0 0 0,-1 0 0 0 0,-1 2 0 0 0,-1 1 0 0 0,0 0 0 0 0,-1 1 0 0 0,-1 1 0 0 0,-1 2 0 0 0,0 0 0 0 0,0 1 0 0 0,-1 1 0 0 0,-1 1 0 0 0,0 2 0 0 0,0 0 0 0 0,-32-5 0 0 0,22 9 182 0 0,-1 1 0 0 0,1 2-1 0 0,-1 1 1 0 0,1 2 0 0 0,-1 1 0 0 0,-53 13-1 0 0,7 4 749 0 0,-124 49-1 0 0,109-30-101 0 0,2 4 0 0 0,3 4 0 0 0,1 5 1 0 0,3 3-1 0 0,-91 75 0 0 0,123-82-405 0 0,17-9-36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2.8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66 9830 0 0,'7'-58'272'0'0,"-7"57"-270"0"0,0 1-1 0 0,0 0 1 0 0,0 0-1 0 0,0-1 1 0 0,0 1 0 0 0,1 0-1 0 0,-1-1 1 0 0,0 1-1 0 0,0 0 1 0 0,0 0-1 0 0,0-1 1 0 0,0 1-1 0 0,0 0 1 0 0,1 0-1 0 0,-1-1 1 0 0,0 1-1 0 0,0 0 1 0 0,0 0-1 0 0,1 0 1 0 0,-1-1-1 0 0,0 1 1 0 0,0 0-1 0 0,1 0 1 0 0,-1 0-1 0 0,0 0 1 0 0,0-1-1 0 0,1 1 1 0 0,-1 0-1 0 0,0 0 1 0 0,1 0-1 0 0,-1 0 1 0 0,0 0-1 0 0,0 0 1 0 0,1 0-1 0 0,-1 0 1 0 0,0 0 0 0 0,1 0-1 0 0,-1 0 1 0 0,0 0-1 0 0,0 0 1 0 0,1 0-1 0 0,-1 0 1 0 0,0 0-1 0 0,1 0 1 0 0,-1 1-1 0 0,0-1 1 0 0,0 0-1 0 0,1 0 1 0 0,-1 0-1 0 0,0 0 1 0 0,0 0-1 0 0,1 1 1 0 0,-1-1-1 0 0,0 0 1 0 0,0 0-1 0 0,0 1 1 0 0,1-1-1 0 0,-1 0 1 0 0,0 0-1 0 0,0 1 1 0 0,0-1-1 0 0,0 0 1 0 0,1 1-1 0 0,35 26 539 0 0,49 45 0 0 0,-2 1 171 0 0,512 335 3847 0 0,-287-211-2143 0 0,794 550 4836 0 0,-124-41-7251 0 0,-952-686 0 0 0,-7-6 0 0 0,-1 0 0 0 0,-1 1 0 0 0,28 31 0 0 0,-47-43 0 0 0,-9-5 0 0 0,9 1 0 0 0,-1 0 0 0 0,1 0 0 0 0,0-1 0 0 0,-1 1 0 0 0,1 0 0 0 0,0-1 0 0 0,0 0 0 0 0,0 1 0 0 0,0-1 0 0 0,0 0 0 0 0,-2-3 0 0 0,2 2 0 0 0,-1 0 0 0 0,1 0 0 0 0,-1 0 0 0 0,1 0 0 0 0,-1 0 0 0 0,0 1 0 0 0,0-1 0 0 0,-5-2 0 0 0,-5-1 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3.3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460 0 9830 0 0,'-18'2'123'0'0,"1"0"-1"0"0,0 0 0 0 0,0 2 1 0 0,0 0-1 0 0,0 1 1 0 0,0 1-1 0 0,1 1 1 0 0,0 0-1 0 0,0 1 0 0 0,1 0 1 0 0,-25 19-1 0 0,14-8 165 0 0,1 1-1 0 0,1 2 0 0 0,1 0 1 0 0,0 2-1 0 0,-28 39 1 0 0,43-51-170 0 0,0 0 0 0 0,0 1 0 0 0,2 0 0 0 0,-1 0 0 0 0,2 1 0 0 0,0 0 0 0 0,0 0 0 0 0,2 0 0 0 0,-1 0 0 0 0,2 1 1 0 0,-2 21-1 0 0,4-16 47 0 0,1 0 0 0 0,1 0 0 0 0,0 0 0 0 0,2 0 1 0 0,0 0-1 0 0,2-1 0 0 0,13 36 0 0 0,0-11 358 0 0,1-1 1 0 0,43 66-1 0 0,-48-87-313 0 0,1 0 0 0 0,1-2-1 0 0,0 0 1 0 0,2-1 0 0 0,0-1-1 0 0,28 21 1 0 0,-39-34-133 0 0,0-1 0 0 0,-1 0 1 0 0,1 0-1 0 0,1-1 0 0 0,-1 0 0 0 0,0-1 0 0 0,1 0 0 0 0,-1 0 0 0 0,1 0 0 0 0,0-1 0 0 0,-1-1 1 0 0,1 1-1 0 0,0-2 0 0 0,0 1 0 0 0,-1-1 0 0 0,1 0 0 0 0,0-1 0 0 0,-1 0 0 0 0,1 0 0 0 0,-1-1 1 0 0,0 0-1 0 0,0 0 0 0 0,0-1 0 0 0,0 0 0 0 0,10-8 0 0 0,8-7 197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3.6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856 85 9830 0 0,'-25'-1'183'0'0,"0"1"0"0"0,0 1-1 0 0,0 1 1 0 0,0 1 0 0 0,1 2-1 0 0,-1 0 1 0 0,1 1 0 0 0,0 2 0 0 0,1 0-1 0 0,0 2 1 0 0,0 0 0 0 0,1 2 0 0 0,-25 16-1 0 0,2 2 213 0 0,2 2 0 0 0,1 2-1 0 0,2 2 1 0 0,1 2 0 0 0,-37 45 0 0 0,52-53-92 0 0,1 0 0 0 0,1 2 0 0 0,2 0 1 0 0,1 1-1 0 0,1 1 0 0 0,2 1 0 0 0,2 0 1 0 0,1 1-1 0 0,1 0 0 0 0,-9 57 1 0 0,17-61-49 0 0,1 1 1 0 0,2-1 0 0 0,1 1 0 0 0,1-1 0 0 0,2 1 0 0 0,1-1-1 0 0,2 0 1 0 0,1 0 0 0 0,1-1 0 0 0,2 0 0 0 0,1 0 0 0 0,24 46-1 0 0,-11-32 122 0 0,3 0-1 0 0,1-2 1 0 0,3-1-1 0 0,1-2 1 0 0,2 0-1 0 0,1-3 0 0 0,2-1 1 0 0,2-1-1 0 0,1-2 1 0 0,2-3-1 0 0,71 41 0 0 0,-87-58-360 0 0,2-2-1 0 0,0-1 0 0 0,0-1 0 0 0,0-1 1 0 0,1-2-1 0 0,1-1 0 0 0,-1-1 0 0 0,0-1 1 0 0,1-2-1 0 0,0-1 0 0 0,-1-1 0 0 0,1-2 0 0 0,-1-1 1 0 0,0-1-1 0 0,0-1 0 0 0,30-12 0 0 0,-22 5-216 0 0,-1-1 1 0 0,-1-2-1 0 0,-1-1 0 0 0,0-2 0 0 0,-1-2 0 0 0,-1-1 0 0 0,-1-1 0 0 0,-1-1 0 0 0,-1-2 0 0 0,-2-1 0 0 0,0-1 0 0 0,24-34 1 0 0,1-11-586 0 0,-3-3 1 0 0,-4-1 0 0 0,-3-2 0 0 0,49-128 0 0 0,-72 155 362 0 0,-3 0 0 0 0,-2-2 0 0 0,-2 1-1 0 0,-2-2 1 0 0,-3 1 0 0 0,-2-1 0 0 0,-3 0 0 0 0,-7-91 0 0 0,2 122 217 0 0,-1 1 0 0 0,-2-1 0 0 0,0 1 0 0 0,-1 0 0 0 0,-1 0 0 0 0,-14-26-1 0 0,14 35 83 0 0,0-1-1 0 0,-2 1 1 0 0,1 1-1 0 0,-1 0 1 0 0,-1 0-1 0 0,0 1 1 0 0,-1 0-1 0 0,-1 1 1 0 0,-25-18-1 0 0,9 12-77 0 0,-1 1-1 0 0,-1 1 1 0 0,-1 2-1 0 0,0 1 1 0 0,0 2-1 0 0,-1 1 0 0 0,0 1 1 0 0,-1 2-1 0 0,0 1 1 0 0,-39 0-1 0 0,6 4 557 0 0,0 4-1 0 0,-1 2 1 0 0,2 3 0 0 0,-78 20-1 0 0,88-16 58 0 0,1 4 1 0 0,0 1-1 0 0,2 3 0 0 0,0 3 0 0 0,1 1 0 0 0,2 3 0 0 0,-53 37 0 0 0,-3 10 487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4.6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2304 23 9830 0 0,'24'-23'283'0'0,"-49"44"300"0"0,-2 1-195 0 0,-399 335 3198 0 0,-74 59 676 0 0,376-316-3762 0 0,-833 719 6282 0 0,740-586-6782 0 0,205-217 0 0 0,9-11 0 0 0,0 0 0 0 0,0 0 0 0 0,-1-1 0 0 0,0 1 0 0 0,0-1 0 0 0,-1 0 0 0 0,-5 5 0 0 0,10-9 0 0 0,0 0 0 0 0,-1 0 0 0 0,1-1 0 0 0,0 1 0 0 0,0 0 0 0 0,-1 0 0 0 0,1 0 0 0 0,0 0 0 0 0,0-1 0 0 0,0 1 0 0 0,0 0 0 0 0,-1 0 0 0 0,1-1 0 0 0,0 1 0 0 0,0 0 0 0 0,0 0 0 0 0,0-1 0 0 0,0 1 0 0 0,0 0 0 0 0,0 0 0 0 0,-1-1 0 0 0,1 1 0 0 0,0 0 0 0 0,0-1 0 0 0,0 1 0 0 0,0 0 0 0 0,0 0 0 0 0,0-1 0 0 0,0 1 0 0 0,1 0 0 0 0,-1 0 0 0 0,0-1 0 0 0,0 1 0 0 0,0 0 0 0 0,0-1 0 0 0,0 1 0 0 0,0 0 0 0 0,0 0 0 0 0,1 0 0 0 0,-1-1 0 0 0,0 1 0 0 0,0 0 0 0 0,0 0 0 0 0,1-1 0 0 0,2-14 0 0 0,5-8 0 0 0,-2 7 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6.3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44 9830 0 0,'5'-10'-8'0'0,"16"-20"62"0"0,-21 30-49 0 0,0-1 0 0 0,0 1 1 0 0,1 0-1 0 0,-1 0 1 0 0,0 0-1 0 0,0-1 1 0 0,0 1-1 0 0,1 0 0 0 0,-1 0 1 0 0,0 0-1 0 0,0-1 1 0 0,1 1-1 0 0,-1 0 0 0 0,0 0 1 0 0,0 0-1 0 0,1 0 1 0 0,-1 0-1 0 0,0 0 1 0 0,0 0-1 0 0,1-1 0 0 0,-1 1 1 0 0,0 0-1 0 0,1 0 1 0 0,-1 0-1 0 0,0 0 0 0 0,0 0 1 0 0,1 0-1 0 0,-1 0 1 0 0,0 1-1 0 0,1-1 1 0 0,-1 0-1 0 0,0 0 0 0 0,0 0 1 0 0,1 0-1 0 0,-1 0 1 0 0,0 0-1 0 0,0 0 0 0 0,1 1 1 0 0,-1-1-1 0 0,0 0 1 0 0,1 1-1 0 0,2 3 44 0 0,0 0 0 0 0,0 1 0 0 0,0-1 1 0 0,0 1-1 0 0,-1 0 0 0 0,0 0 0 0 0,0 0 0 0 0,0 0 0 0 0,0 0 0 0 0,1 10 0 0 0,9 69 506 0 0,-9-56-276 0 0,20 309 1843 0 0,-21-265-1685 0 0,-2-39-126 0 0,-1-1 0 0 0,-1 1 0 0 0,-2-1 0 0 0,-2 0 0 0 0,-16 58 0 0 0,21-86-270 0 0,0-1-1 0 0,0 1 1 0 0,-1 0 0 0 0,1-1-1 0 0,-1 0 1 0 0,0 1 0 0 0,0-1 0 0 0,0 0-1 0 0,0 0 1 0 0,0 0 0 0 0,-1 0-1 0 0,1-1 1 0 0,-1 1 0 0 0,0 0 0 0 0,0-1-1 0 0,0 0 1 0 0,0 0 0 0 0,-4 2 0 0 0,-5-1 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6.6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19 9830 0 0,'9'-4'85'0'0,"0"1"0"0"0,0 0-1 0 0,0 1 1 0 0,1 0 0 0 0,-1 0 0 0 0,1 1 0 0 0,-1 0-1 0 0,1 1 1 0 0,0 0 0 0 0,-1 0 0 0 0,1 1-1 0 0,-1 0 1 0 0,1 1 0 0 0,-1 0 0 0 0,1 1-1 0 0,16 7 1 0 0,10 5 347 0 0,0 2-1 0 0,56 38 1 0 0,-82-49-355 0 0,27 18 282 0 0,-1 2 1 0 0,-1 1-1 0 0,-1 2 0 0 0,-2 2 1 0 0,-1 1-1 0 0,-2 1 1 0 0,46 66-1 0 0,-60-75-114 0 0,-1 1 0 0 0,-1 0 0 0 0,-1 1 0 0 0,-1 0 0 0 0,11 47 0 0 0,-17-54-75 0 0,-2 1 0 0 0,0-1 1 0 0,-1 1-1 0 0,-1 0 1 0 0,-1 0-1 0 0,-1 0 0 0 0,-1 0 1 0 0,-7 35-1 0 0,0-22 107 0 0,-2-1-1 0 0,-1 0 1 0 0,-2-1 0 0 0,0 0 0 0 0,-2-1 0 0 0,-2 0-1 0 0,0-2 1 0 0,-2 0 0 0 0,-43 45 0 0 0,44-53-60 0 0,-1-1 1 0 0,-1 0 0 0 0,-1-2 0 0 0,0 0 0 0 0,-1-1-1 0 0,-1-2 1 0 0,-1 0 0 0 0,0-2 0 0 0,0-1-1 0 0,-1 0 1 0 0,-1-2 0 0 0,-39 8 0 0 0,51-15-112 0 0,1-1 0 0 0,0 0 0 0 0,-1-1 1 0 0,1-1-1 0 0,-1 0 0 0 0,1-1 1 0 0,0 0-1 0 0,0-2 0 0 0,-20-6 1 0 0,13 2 44 0 0,1 0 1 0 0,0-2-1 0 0,0 0 1 0 0,1-2 0 0 0,-21-15-1 0 0,-4-10-416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7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793 100 9830 0 0,'-50'28'411'0'0,"2"2"0"0"0,1 3 0 0 0,2 1 0 0 0,1 2 0 0 0,1 2 0 0 0,3 2 0 0 0,1 2 0 0 0,2 1 0 0 0,2 2 0 0 0,-36 60 0 0 0,25-27 365 0 0,4 2 1 0 0,2 1 0 0 0,5 2-1 0 0,3 1 1 0 0,-36 153-1 0 0,58-187-376 0 0,1 0 0 0 0,3 1 0 0 0,2 0 0 0 0,3 0 0 0 0,1 1 0 0 0,3-1 0 0 0,2 0 0 0 0,2-1 0 0 0,24 85 0 0 0,-17-92-140 0 0,1 0 1 0 0,2-2 0 0 0,2 0-1 0 0,2-1 1 0 0,1-1 0 0 0,3-1-1 0 0,0-1 1 0 0,3-2 0 0 0,1 0-1 0 0,1-2 1 0 0,46 39 0 0 0,-27-33-257 0 0,2-2 0 0 0,2-2 0 0 0,2-3 0 0 0,0-1 1 0 0,2-4-1 0 0,1-2 0 0 0,2-2 0 0 0,0-3 1 0 0,0-3-1 0 0,2-2 0 0 0,0-3 0 0 0,1-3 0 0 0,0-2 1 0 0,0-4-1 0 0,0-2 0 0 0,1-2 0 0 0,82-14 1 0 0,-108 7-208 0 0,0-1 0 0 0,-1-1 0 0 0,0-2 0 0 0,-1-2 0 0 0,0-2 0 0 0,-1-1 0 0 0,-1-1 0 0 0,-1-2 0 0 0,0-2 0 0 0,45-38 0 0 0,-44 29-96 0 0,-2-1-1 0 0,-1-2 1 0 0,-1-1 0 0 0,-2-1-1 0 0,-2-1 1 0 0,-1-2-1 0 0,-3 0 1 0 0,32-72 0 0 0,-25 31-357 0 0,-2 0 0 0 0,-5-2 0 0 0,-2 0 0 0 0,-5-1 0 0 0,-3-1 0 0 0,2-112 0 0 0,-14 90-266 0 0,-4 0 0 0 0,-5 1-1 0 0,-5 0 1 0 0,-43-169-1 0 0,41 214 642 0 0,-3 1-1 0 0,-2 1 1 0 0,-3 1-1 0 0,-46-81 0 0 0,58 118 229 0 0,-1 0 1 0 0,0 1-1 0 0,-1 1 0 0 0,-1 0 0 0 0,-1 1 0 0 0,-1 1 1 0 0,0 1-1 0 0,-1 0 0 0 0,0 1 0 0 0,-1 1 0 0 0,-1 0 0 0 0,0 2 1 0 0,-1 0-1 0 0,0 2 0 0 0,-28-10 0 0 0,21 13 235 0 0,0 1 0 0 0,0 1 1 0 0,0 1-1 0 0,0 2 0 0 0,-1 0 0 0 0,1 2 0 0 0,0 2 1 0 0,0 0-1 0 0,0 2 0 0 0,-54 16 0 0 0,42-8 148 0 0,2 2 0 0 0,0 1 0 0 0,1 2 0 0 0,1 1 0 0 0,0 2 0 0 0,-63 50 0 0 0,47-20 224 0 0,18-7-225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7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77 9830 0 0,'-3'-71'0'0'0,"3"70"0"0"0,0 1 0 0 0,0 0 0 0 0,0 0 0 0 0,0 0 0 0 0,0-1 0 0 0,0 1 0 0 0,0 0 0 0 0,0 0 0 0 0,0 0 0 0 0,0 0 0 0 0,0-1 0 0 0,0 1 0 0 0,0 0 0 0 0,1 0 0 0 0,-1 0 0 0 0,0-1 0 0 0,0 1 0 0 0,0 0 0 0 0,0 0 0 0 0,0 0 0 0 0,0 0 0 0 0,0-1 0 0 0,1 1 0 0 0,-1 0 0 0 0,0 0 0 0 0,0 0 0 0 0,0 0 0 0 0,0 0 0 0 0,1 0 0 0 0,-1 0 0 0 0,0 0 0 0 0,0-1 0 0 0,0 1 0 0 0,1 0 0 0 0,-1 0 0 0 0,0 0 0 0 0,0 0 0 0 0,0 0 0 0 0,1 0 0 0 0,-1 0 0 0 0,0 0 0 0 0,0 0 0 0 0,0 0 0 0 0,0 0 0 0 0,1 0 0 0 0,-1 0 0 0 0,0 0 0 0 0,0 0 0 0 0,0 1 0 0 0,1-1 0 0 0,-1 0 0 0 0,0 0 0 0 0,0 0 0 0 0,0 0 0 0 0,0 0 0 0 0,1 0 0 0 0,-1 0 0 0 0,0 1 0 0 0,0-1 0 0 0,0 0 0 0 0,0 0 0 0 0,0 0 0 0 0,1 0 0 0 0,-1 1 0 0 0,17 8 143 0 0,0 2-1 0 0,0 0 0 0 0,-1 1 1 0 0,0 0-1 0 0,26 28 1 0 0,2 1 286 0 0,743 690 6562 0 0,-668-611-5354 0 0,-5 5 0 0 0,-5 5 1 0 0,158 247-1 0 0,-209-265-726 0 0,-37-68-504 0 0,-11-3-165 0 0,-9-27-242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7.82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 89 9830 0 0,'-19'-70'0'0'0,"16"52"0"0"0,3 18 0 0 0,0 0 0 0 0,1 1 0 0 0,-1-1 0 0 0,0 0 0 0 0,0 0 0 0 0,0 0 0 0 0,0 0 0 0 0,0 0 0 0 0,1 0 0 0 0,-1 0 0 0 0,0 0 0 0 0,0 0 0 0 0,0 0 0 0 0,0 0 0 0 0,0 0 0 0 0,1 0 0 0 0,-1 0 0 0 0,0 0 0 0 0,0 0 0 0 0,0 0 0 0 0,0 0 0 0 0,1 0 0 0 0,-1 0 0 0 0,0 0 0 0 0,0 0 0 0 0,0 0 0 0 0,0 0 0 0 0,0 0 0 0 0,0 0 0 0 0,1-1 0 0 0,-1 1 0 0 0,0 0 0 0 0,0 0 0 0 0,0 0 0 0 0,0 0 0 0 0,0 0 0 0 0,0 0 0 0 0,1-1 0 0 0,9 19 105 0 0,0 0 0 0 0,-1 1-1 0 0,-1 0 1 0 0,-1 1 0 0 0,-1-1 0 0 0,0 1 0 0 0,3 23-1 0 0,18 159 1087 0 0,-19 176 1412 0 0,-29 1-99 0 0,16-315-2069 0 0,-21 225 1544 0 0,13-360-1506 0 0,11 23-568 0 0,1-17-73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8.0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37 156 9830 0 0,'-5'-1'-8'0'0,"-19"-10"62"0"0,24 11-48 0 0,-1 0 0 0 0,1-1 1 0 0,0 1-1 0 0,-1 0 0 0 0,1 0 1 0 0,-1 0-1 0 0,1-1 0 0 0,0 1 0 0 0,-1 0 1 0 0,1 0-1 0 0,0-1 0 0 0,0 1 1 0 0,-1 0-1 0 0,1 0 0 0 0,0-1 1 0 0,0 1-1 0 0,-1 0 0 0 0,1-1 1 0 0,0 1-1 0 0,0 0 0 0 0,0-1 1 0 0,-1 1-1 0 0,1-1 0 0 0,0 1 1 0 0,0 0-1 0 0,0-1 0 0 0,0 1 1 0 0,0-1-1 0 0,0 1 0 0 0,0 0 0 0 0,0-1 1 0 0,0 1-1 0 0,0-1 0 0 0,0 1 1 0 0,0 0-1 0 0,0-1 0 0 0,0 1 1 0 0,1-1-1 0 0,2-3 43 0 0,1 0 1 0 0,0 0-1 0 0,0 1 1 0 0,0 0-1 0 0,0 0 1 0 0,0 0-1 0 0,1 0 1 0 0,0 1-1 0 0,-1-1 1 0 0,1 1-1 0 0,0 0 1 0 0,6-1-1 0 0,78-21 583 0 0,-61 17-380 0 0,26-8 94 0 0,97-21 782 0 0,-129 32-984 0 0,-1 2 1 0 0,1 0-1 0 0,0 1 0 0 0,0 1 1 0 0,22 3-1 0 0,-40-3-103 0 0,0 1-1 0 0,0 0 0 0 0,0-1 1 0 0,0 1-1 0 0,-1 1 1 0 0,1-1-1 0 0,0 0 1 0 0,0 1-1 0 0,-1 0 1 0 0,1 0-1 0 0,-1 0 1 0 0,1 0-1 0 0,-1 1 0 0 0,0-1 1 0 0,0 1-1 0 0,0 0 1 0 0,5 6-1 0 0,0 11 6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8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1 189 9830 0 0,'157'-80'1618'0'0,"-136"69"-1396"0"0,11-7 85 0 0,1 1 0 0 0,1 2 1 0 0,0 2-1 0 0,1 1 0 0 0,50-11 1 0 0,-65 24-217 0 0,-3 11 91 0 0,-9 3-137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8.3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45 139 9830 0 0,'-5'4'61'0'0,"0"-1"-1"0"0,0 1 1 0 0,1 0 0 0 0,0 0-1 0 0,0 1 1 0 0,0-1 0 0 0,0 1 0 0 0,-5 10-1 0 0,8-1 213 0 0,16-1-45 0 0,4-8-137 0 0,7-5 153 0 0,1-1 0 0 0,-1-1 0 0 0,1-2 0 0 0,48-13 0 0 0,107-42 1034 0 0,-141 45-940 0 0,17-8 456 0 0,95-49 0 0 0,-105 43-426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8.7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970 0 9830 0 0,'-45'9'340'0'0,"1"2"1"0"0,0 1-1 0 0,1 3 1 0 0,0 1-1 0 0,2 3 0 0 0,0 1 1 0 0,1 1-1 0 0,0 3 0 0 0,2 1 1 0 0,2 2-1 0 0,0 2 0 0 0,1 0 1 0 0,-38 45-1 0 0,31-25 144 0 0,3 1-1 0 0,2 1 1 0 0,2 3 0 0 0,2 1-1 0 0,3 1 1 0 0,2 1 0 0 0,3 2-1 0 0,3 0 1 0 0,-27 111 0 0 0,39-122-127 0 0,1 1 0 0 0,3 0 0 0 0,2 0 1 0 0,2 1-1 0 0,3-1 0 0 0,1 1 1 0 0,3-1-1 0 0,1 0 0 0 0,3 0 1 0 0,2-1-1 0 0,3 0 0 0 0,1-1 1 0 0,22 47-1 0 0,-6-36-159 0 0,3 0-1 0 0,1-3 1 0 0,4-1 0 0 0,1-2 0 0 0,3-1-1 0 0,2-3 1 0 0,3-1 0 0 0,101 77 0 0 0,-121-104-195 0 0,1-1-1 0 0,0-1 1 0 0,2-1 0 0 0,0-2 0 0 0,1-1 0 0 0,0-2 0 0 0,1-1 0 0 0,0-2 0 0 0,1-1 0 0 0,51 6 0 0 0,-60-12-13 0 0,0-1 0 0 0,0-1 0 0 0,-1-1 0 0 0,1-2-1 0 0,0 0 1 0 0,-1-2 0 0 0,0 0 0 0 0,0-2 0 0 0,0 0 0 0 0,-1-2 0 0 0,0 0 0 0 0,0-2 0 0 0,-1-1 0 0 0,-1 0 0 0 0,26-21 0 0 0,-17 8-317 0 0,-1-2 0 0 0,-1-2 0 0 0,-2 0 0 0 0,0-1 0 0 0,-3-2 0 0 0,0-1 0 0 0,-2 0-1 0 0,29-65 1 0 0,-8 0-592 0 0,-4-2-1 0 0,23-104 1 0 0,-34 102-133 0 0,-5-1 0 0 0,13-152 0 0 0,-31 200 604 0 0,-3 0-1 0 0,-2 1 1 0 0,-2-1-1 0 0,-3 1 1 0 0,-2-1-1 0 0,-22-76 0 0 0,23 110 287 0 0,0 1 0 0 0,-1 0 0 0 0,-2 0 0 0 0,0 1 0 0 0,-1 1 0 0 0,0-1 0 0 0,-2 2 0 0 0,0 0 0 0 0,-1 0 0 0 0,-1 1 0 0 0,-31-26 0 0 0,23 25-26 0 0,-1 1-1 0 0,0 1 0 0 0,-1 1 0 0 0,-1 2 1 0 0,0 0-1 0 0,-1 2 0 0 0,0 1 1 0 0,-31-7-1 0 0,-8 5 404 0 0,0 2 1 0 0,0 3-1 0 0,-1 3 1 0 0,0 3-1 0 0,1 3 1 0 0,-125 21-1 0 0,117-11 510 0 0,1 3 0 0 0,0 2 0 0 0,-123 51-1 0 0,102-21-71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9.4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1498 60 9830 0 0,'0'-3'9'0'0,"0"1"0"0"0,0-1 0 0 0,0 0-1 0 0,0 0 1 0 0,0 1 0 0 0,-1-1 0 0 0,1 0 0 0 0,-1 0 0 0 0,0 1 0 0 0,1-1-1 0 0,-1 0 1 0 0,-1 1 0 0 0,1-1 0 0 0,0 1 0 0 0,-1 0 0 0 0,1-1-1 0 0,-1 1 1 0 0,-2-3 0 0 0,2 4 11 0 0,1 0 0 0 0,-1 0-1 0 0,0 0 1 0 0,0 1 0 0 0,1-1-1 0 0,-1 0 1 0 0,0 1 0 0 0,0 0-1 0 0,0-1 1 0 0,0 1 0 0 0,0 0 0 0 0,0 0-1 0 0,0 0 1 0 0,0 0 0 0 0,0 0-1 0 0,0 0 1 0 0,1 1 0 0 0,-1-1 0 0 0,-3 2-1 0 0,-8 2 97 0 0,1 2-1 0 0,0-1 0 0 0,1 2 1 0 0,0-1-1 0 0,0 2 0 0 0,-13 10 1 0 0,-33 31 650 0 0,1 3 1 0 0,-76 92 0 0 0,-81 132 1378 0 0,185-239-1896 0 0,-96 135 1730 0 0,8 6-1 0 0,-119 244 1 0 0,165-278-518 0 0,8 2 0 0 0,-88 308 1 0 0,137-392-1462 0 0,8-32 0 0 0,-2 1 0 0 0,-20 53 0 0 0,27-82 0 0 0,-1-1 0 0 0,1 0 0 0 0,0 0 0 0 0,0 0 0 0 0,0 0 0 0 0,-1 0 0 0 0,1 0 0 0 0,0 0 0 0 0,-1 0 0 0 0,1-1 0 0 0,-1 1 0 0 0,0 0 0 0 0,1 0 0 0 0,-1 0 0 0 0,1-1 0 0 0,-1 1 0 0 0,0 0 0 0 0,0 0 0 0 0,1-1 0 0 0,-1 1 0 0 0,0-1 0 0 0,0 1 0 0 0,0-1 0 0 0,0 1 0 0 0,0-1 0 0 0,0 1 0 0 0,0-1 0 0 0,1 0 0 0 0,-1 0 0 0 0,0 1 0 0 0,0-1 0 0 0,0 0 0 0 0,0 0 0 0 0,0 0 0 0 0,0 0 0 0 0,0 0 0 0 0,-2 0 0 0 0,-20-2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29.9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8 9830 0 0,'0'-1'2'0'0,"0"1"1"0"0,0-1-1 0 0,0 1 0 0 0,1 0 0 0 0,-1-1 1 0 0,0 1-1 0 0,0 0 0 0 0,1-1 1 0 0,-1 1-1 0 0,0 0 0 0 0,0 0 0 0 0,1-1 1 0 0,-1 1-1 0 0,0 0 0 0 0,1-1 1 0 0,-1 1-1 0 0,0 0 0 0 0,1 0 0 0 0,-1 0 1 0 0,0 0-1 0 0,1-1 0 0 0,-1 1 0 0 0,1 0 1 0 0,-1 0-1 0 0,0 0 0 0 0,1 0 1 0 0,-1 0-1 0 0,1 0 0 0 0,-1 0 0 0 0,0 0 1 0 0,1 0-1 0 0,-1 0 0 0 0,1 0 1 0 0,-1 0-1 0 0,0 0 0 0 0,1 0 0 0 0,-1 1 1 0 0,1-1-1 0 0,-1 0 0 0 0,0 0 0 0 0,1 0 1 0 0,-1 0-1 0 0,0 1 0 0 0,1-1 1 0 0,-1 0-1 0 0,0 1 0 0 0,0-1 0 0 0,1 0 1 0 0,-1 1-1 0 0,9 29 269 0 0,-5 44 320 0 0,-4-74-589 0 0,-53 597 4093 0 0,32-439-3097 0 0,19-144-894 0 0,-9 47 292 0 0,11-61-395 0 0,0 0 0 0 0,0 0 0 0 0,0 0 0 0 0,0 0 0 0 0,0 0 0 0 0,0 0 1 0 0,0 0-1 0 0,0 0 0 0 0,0 0 0 0 0,0 0 0 0 0,0 0 0 0 0,0-1 0 0 0,-1 1 0 0 0,1 0 0 0 0,0 0 0 0 0,0 0 0 0 0,0 0 0 0 0,0 0 0 0 0,0 0 0 0 0,0 0 0 0 0,0 0 0 0 0,0 0 0 0 0,0 0 1 0 0,0 0-1 0 0,-1 0 0 0 0,1 0 0 0 0,0 0 0 0 0,0 0 0 0 0,0 0 0 0 0,0 0 0 0 0,0 0 0 0 0,0 0 0 0 0,0 0 0 0 0,0 0 0 0 0,0 0 0 0 0,0 0 0 0 0,-1 0 0 0 0,1 1 0 0 0,0-1 0 0 0,0 0 1 0 0,0 0-1 0 0,0 0 0 0 0,-3-30 226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30.0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1 291 9830 0 0,'26'-27'135'0'0,"2"2"1"0"0,1 1-1 0 0,1 1 0 0 0,1 1 1 0 0,1 2-1 0 0,46-22 0 0 0,-34 22 81 0 0,1 2 1 0 0,0 1-1 0 0,2 3 0 0 0,71-13 1 0 0,-115 26-186 0 0,23-3 319 0 0,49-2 1 0 0,-70 6-298 0 0,1-1-1 0 0,-1 2 0 0 0,1-1 0 0 0,-1 1 1 0 0,1 0-1 0 0,-1 0 0 0 0,1 0 1 0 0,-1 1-1 0 0,0 0 0 0 0,0 0 1 0 0,0 0-1 0 0,0 0 0 0 0,0 1 1 0 0,0 0-1 0 0,6 5 0 0 0,-1 7-7 0 0,-6 1-45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30.2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92 9830 0 0,'-60'49'659'0'0,"57"-41"-659"0"0,8 8 46 0 0,-3-13-3 0 0,5 2 13 0 0,34-6 163 0 0,43-9 596 0 0,-1-4-1 0 0,0-3 0 0 0,-1-4 0 0 0,152-60 1 0 0,-201 66-524 0 0,-1 1 77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30.6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983 384 9830 0 0,'-49'20'434'0'0,"2"2"1"0"0,0 3-1 0 0,2 2 0 0 0,0 1 1 0 0,2 2-1 0 0,1 3 0 0 0,2 1 0 0 0,-64 70 1 0 0,62-54 93 0 0,2 1 0 0 0,3 3 0 0 0,2 0 0 0 0,2 2 0 0 0,3 2 0 0 0,-41 109 0 0 0,49-104-61 0 0,3 1 1 0 0,3 2-1 0 0,2-1 0 0 0,3 2 0 0 0,3-1 0 0 0,3 1 0 0 0,4 0 0 0 0,1 0 0 0 0,12 73 0 0 0,-5-98-61 0 0,1-1 0 0 0,3 0 0 0 0,1-1 0 0 0,2 0 0 0 0,1 0 0 0 0,34 59 0 0 0,-30-69-266 0 0,0-1 1 0 0,2 0 0 0 0,1-2-1 0 0,1 0 1 0 0,2-2 0 0 0,0 0-1 0 0,2-2 1 0 0,48 33 0 0 0,-42-36-141 0 0,1 0 0 0 0,0-3 0 0 0,1-1 0 0 0,1-1 0 0 0,0-2 0 0 0,1-2 0 0 0,0-1 0 0 0,1-2 0 0 0,44 4 0 0 0,-36-9 0 0 0,1-1 0 0 0,-1-3 0 0 0,1-2 0 0 0,-1-2 0 0 0,0-1 0 0 0,0-3 0 0 0,61-20 0 0 0,-49 9-394 0 0,0-3 1 0 0,-2-2 0 0 0,-1-3 0 0 0,-1-2-1 0 0,-1-2 1 0 0,-2-2 0 0 0,-2-3-1 0 0,-1-2 1 0 0,-2-2 0 0 0,-2-2 0 0 0,-1-2-1 0 0,-3-1 1 0 0,-1-2 0 0 0,-3-2 0 0 0,-2-2-1 0 0,-3-1 1 0 0,-1-1 0 0 0,35-94 0 0 0,-35 65-224 0 0,-5-1 1 0 0,-3-1 0 0 0,-4-1 0 0 0,-4-1 0 0 0,-4 0 0 0 0,-3 0 0 0 0,-4-1 0 0 0,-4 0 0 0 0,-4 1 0 0 0,-4-1 0 0 0,-3 1 0 0 0,-29-104 0 0 0,30 154 546 0 0,-1 1 0 0 0,-2 1 0 0 0,-2 0 0 0 0,0 0 0 0 0,-3 2 0 0 0,-1 0 0 0 0,-1 1 0 0 0,-1 2 0 0 0,-36-38 1 0 0,39 49 55 0 0,-1 1 0 0 0,0 1 1 0 0,-1 1-1 0 0,-1 1 1 0 0,-1 1-1 0 0,0 1 1 0 0,0 1-1 0 0,-1 1 0 0 0,-1 1 1 0 0,0 1-1 0 0,0 1 1 0 0,-1 1-1 0 0,0 2 1 0 0,-36-4-1 0 0,9 6 307 0 0,0 3 1 0 0,0 2-1 0 0,0 2 0 0 0,0 2 1 0 0,-70 19-1 0 0,18 3 955 0 0,-161 66-1 0 0,156-47-286 0 0,3 5 0 0 0,1 5 0 0 0,4 4 0 0 0,-106 82 0 0 0,44-15 404 0 0,9-1 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36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1491 125 7737 0 0,'0'0'2143'0'0,"4"-3"-1478"0"0,-1 1-374 0 0,-2 2-208 0 0,0-1 0 0 0,0 1 0 0 0,0-1 0 0 0,0 1 1 0 0,0-1-1 0 0,0 1 0 0 0,0-1 0 0 0,0 1 0 0 0,0-1 0 0 0,0 0 1 0 0,0 1-1 0 0,-1-1 0 0 0,1 0 0 0 0,0 0 0 0 0,-1 0 1 0 0,1 0-1 0 0,-1 0 0 0 0,1 0 0 0 0,-1 0 0 0 0,1 0 0 0 0,-1 0 1 0 0,1 0-1 0 0,-1 0 0 0 0,0-2 1516 0 0,-7-14 793 0 0,7 16-2251 0 0,-1-1-1 0 0,1 0 0 0 0,-1 1 0 0 0,1-1 0 0 0,-1 1 0 0 0,1-1 0 0 0,-1 1 0 0 0,0-1 0 0 0,0 1 0 0 0,0-1 0 0 0,0 1 0 0 0,0 0 0 0 0,0-1 0 0 0,0 1 0 0 0,0 0 0 0 0,0 0 0 0 0,-1 0 0 0 0,1 0 0 0 0,-1 0 0 0 0,-2-1 0 0 0,-13-6 135 0 0,0 1-1 0 0,0 1 0 0 0,-1 1 1 0 0,0 0-1 0 0,0 1 0 0 0,-20-1 1 0 0,-117-3 370 0 0,82 6-296 0 0,24 0-269 0 0,1 1-1 0 0,-1 3 1 0 0,1 2 0 0 0,0 2 0 0 0,0 2-1 0 0,0 3 1 0 0,1 1 0 0 0,1 2 0 0 0,0 3 0 0 0,1 1-1 0 0,-50 28 1 0 0,66-30-65 0 0,1 0 0 0 0,0 2 1 0 0,2 1-1 0 0,0 0 0 0 0,1 3 0 0 0,1 0 0 0 0,2 1 0 0 0,0 1 1 0 0,1 1-1 0 0,-19 31 0 0 0,15-12 11 0 0,2 1 0 0 0,3 1-1 0 0,1 0 1 0 0,-20 80 0 0 0,19-38 132 0 0,-15 152-1 0 0,8 349 1475 0 0,29-547-1361 0 0,2 0 0 0 0,1 0-1 0 0,3 0 1 0 0,1 0 0 0 0,28 75 0 0 0,-28-95-150 0 0,2 0-1 0 0,1 0 1 0 0,0-1 0 0 0,2-1-1 0 0,0 0 1 0 0,1-1 0 0 0,1 0-1 0 0,1-2 1 0 0,1 0 0 0 0,0 0-1 0 0,1-2 1 0 0,0 0 0 0 0,2-2-1 0 0,-1 0 1 0 0,2-1 0 0 0,39 16 0 0 0,-19-12 87 0 0,0-1 1 0 0,1-3-1 0 0,1-1 1 0 0,0-2-1 0 0,0-2 1 0 0,0-2 0 0 0,1-2-1 0 0,55-3 1 0 0,-40-7 13 0 0,0-1 1 0 0,-1-4-1 0 0,0-1 0 0 0,-1-4 1 0 0,102-43-1 0 0,-147 54-222 0 0,1-2 0 0 0,-1 1 0 0 0,-1-2 0 0 0,1 0 0 0 0,-1 0 0 0 0,-1-1 0 0 0,0-1 0 0 0,19-22 0 0 0,4-11 0 0 0,28-50 0 0 0,-58 87 0 0 0,37-60 0 0 0,-3-2 0 0 0,-3-2 0 0 0,34-99 0 0 0,42-141 0 0 0,-95 253 0 0 0,-2-2 0 0 0,-3 0 0 0 0,-3 0 0 0 0,2-68 0 0 0,-9 4 0 0 0,-16-124 0 0 0,-5 86 0 0 0,15 138 0 0 0,-1 0 0 0 0,-1 0 0 0 0,0 1 0 0 0,-18-36 0 0 0,19 50 0 0 0,0 1 0 0 0,-1-1 0 0 0,0 1 0 0 0,0 0 0 0 0,0 0 0 0 0,-1 1 0 0 0,0 0 0 0 0,-1 0 0 0 0,0 1 0 0 0,0 0 0 0 0,0 1 0 0 0,0 0 0 0 0,-1 1 0 0 0,0-1 0 0 0,-18-4 0 0 0,-8-1 0 0 0,-1 2 0 0 0,0 1 0 0 0,-42-2 0 0 0,-24 2-2938 0 0,72 7 733 0 0,-1 0-1 0 0,1 2 1 0 0,0 1 0 0 0,0 2 0 0 0,-52 14 0 0 0,60-10-3732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39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1354 209 14461 0 0,'1'-1'-148'0'0,"0"1"-1"0"0,0-1 0 0 0,0 0 0 0 0,-1 0 0 0 0,1 0 0 0 0,0 0 1 0 0,-1 0-1 0 0,1 0 0 0 0,0 0 0 0 0,-1 0 0 0 0,0-1 1 0 0,1 1-1 0 0,-1 0 0 0 0,1 0 0 0 0,-1-2 0 0 0,0 1 237 0 0,0 0-1 0 0,0 1 1 0 0,0-1-1 0 0,-1 0 1 0 0,1 1-1 0 0,0-1 0 0 0,-1 0 1 0 0,1 1-1 0 0,-1-1 1 0 0,0 1-1 0 0,0-1 1 0 0,1 1-1 0 0,-1-1 0 0 0,-2-1 1 0 0,2 1 253 0 0,-34-22 2386 0 0,-42-7-1687 0 0,-1 4-1 0 0,-2 3 1 0 0,0 4-1 0 0,-116-14 1 0 0,177 32-978 0 0,1 2 1 0 0,0 0-1 0 0,0 1 1 0 0,0 1-1 0 0,0 0 1 0 0,0 2-1 0 0,-34 10 1 0 0,17-2 49 0 0,1 2 0 0 0,-58 34-1 0 0,66-33-55 0 0,1 1 1 0 0,1 2-1 0 0,0 0 0 0 0,1 2 0 0 0,2 0 0 0 0,0 2 0 0 0,1 0 0 0 0,1 1 0 0 0,1 1 0 0 0,1 1 0 0 0,1 0 0 0 0,1 1 1 0 0,2 1-1 0 0,0 0 0 0 0,-9 33 0 0 0,-14 54 501 0 0,4 1 0 0 0,-31 223 0 0 0,51-234 174 0 0,4 194 0 0 0,12-235-569 0 0,3 0 1 0 0,2-1-1 0 0,3 0 0 0 0,27 84 1 0 0,-28-114-150 0 0,18 58 407 0 0,69 145 1 0 0,-84-208-338 0 0,2 0 0 0 0,0-1-1 0 0,2-1 1 0 0,1 0 0 0 0,1-1 0 0 0,1-1 0 0 0,1-2 0 0 0,0 0 0 0 0,34 24 0 0 0,-32-28-29 0 0,0 0 0 0 0,1-2 0 0 0,0 0 0 0 0,2-2 0 0 0,-1-1 0 0 0,1-1 0 0 0,1-1 0 0 0,0-2 0 0 0,49 9 0 0 0,-54-14-46 0 0,0-2 0 0 0,1 0 1 0 0,-1-2-1 0 0,1 0 0 0 0,-1-2 0 0 0,0 0 0 0 0,0-2 0 0 0,0 0 0 0 0,0-2 0 0 0,-1 0 0 0 0,0-2 0 0 0,41-21 0 0 0,77-53-117 0 0,-115 65 151 0 0,0 0-1 0 0,-2-1 1 0 0,-1-2 0 0 0,0 0 0 0 0,-1-2 0 0 0,-2 0-1 0 0,0-1 1 0 0,23-40 0 0 0,8-25 154 0 0,45-112-1 0 0,-71 146-176 0 0,21-47 57 0 0,-6-1-1 0 0,27-110 1 0 0,-50 146-23 0 0,-3-1 1 0 0,-3 0-1 0 0,-3-1 0 0 0,-3-99 1 0 0,-6 112-15 0 0,-2 1 0 0 0,-3 0 0 0 0,-2 0 0 0 0,-2 0-1 0 0,-3 1 1 0 0,-38-96 0 0 0,41 127-114 0 0,-1 0-1 0 0,-1 1 0 0 0,-1 0 1 0 0,-1 1-1 0 0,-1 0 0 0 0,0 1 1 0 0,-26-22-1 0 0,27 29-188 0 0,0 1 1 0 0,-1 1 0 0 0,0 0-1 0 0,-1 1 1 0 0,0 1-1 0 0,0 0 1 0 0,-1 1 0 0 0,0 2-1 0 0,-1-1 1 0 0,-32-5 0 0 0,17 7-1021 0 0,0 1 1 0 0,0 2 0 0 0,-1 1 0 0 0,1 2-1 0 0,-37 5 1 0 0,35 0-2507 0 0,1 0 0 0 0,-49 17 0 0 0,57-14-2889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5T03:19:40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1312 138 12317 0 0,'-13'-16'112'0'0,"-1"0"0"0"0,0 1 0 0 0,-1 0-1 0 0,-24-17 1 0 0,31 26 11 0 0,1 1 0 0 0,-1 0 0 0 0,-1 1 0 0 0,1 0 0 0 0,-1 0 0 0 0,0 1 0 0 0,0 0 0 0 0,0 0 0 0 0,0 1 0 0 0,0 0 0 0 0,0 1 0 0 0,-14-1 0 0 0,-22 4 61 0 0,1 1 0 0 0,-1 3 0 0 0,1 1 0 0 0,0 3 0 0 0,-70 24 0 0 0,61-14 35 0 0,1 2 1 0 0,1 3 0 0 0,1 1-1 0 0,-49 36 1 0 0,68-39-34 0 0,2 1 0 0 0,1 1 0 0 0,1 2 0 0 0,1 0 1 0 0,2 2-1 0 0,-33 49 0 0 0,24-25 105 0 0,2 2 0 0 0,2 1 0 0 0,-24 68 0 0 0,34-66 6 0 0,2 1-1 0 0,3 0 0 0 0,2 1 0 0 0,3 1 0 0 0,-2 94 1 0 0,28 305 1611 0 0,-9-369-1040 0 0,35 163 0 0 0,-29-200-617 0 0,3 0-1 0 0,2 0 1 0 0,2-2 0 0 0,33 58 0 0 0,-27-61-118 0 0,3-1 0 0 0,1-2 1 0 0,3-1-1 0 0,1-1 0 0 0,58 53 1 0 0,-70-79-99 0 0,0 0 0 0 0,2-2 0 0 0,0-1 0 0 0,0-1 0 0 0,2-1 0 0 0,-1-1 0 0 0,2-1 0 0 0,-1-2 0 0 0,2 0 0 0 0,-1-2 0 0 0,1-2 0 0 0,0 0 1 0 0,43 1-1 0 0,-36-5-16 0 0,1-1 1 0 0,-1-2 0 0 0,0-2-1 0 0,0-1 1 0 0,0-1 0 0 0,-1-2-1 0 0,0-2 1 0 0,0-1 0 0 0,-1-2-1 0 0,50-26 1 0 0,-55 22 93 0 0,-1-1 0 0 0,-1-2 0 0 0,-1 0 0 0 0,-1-2 0 0 0,0-1 0 0 0,-2 0 0 0 0,40-54 0 0 0,-36 37 73 0 0,-2-1 0 0 0,-1-1 0 0 0,-3-1 0 0 0,30-85 1 0 0,-24 43 181 0 0,27-159-1 0 0,-13-82-49 0 0,-24-21-63 0 0,-18 294-275 0 0,-3 1-1 0 0,-2-1 1 0 0,-2 1 0 0 0,-24-80-1 0 0,25 113-188 0 0,-1 0-1 0 0,0 0 0 0 0,-1 1 1 0 0,-1 0-1 0 0,-1 1 1 0 0,-1 0-1 0 0,0 1 1 0 0,-1 0-1 0 0,-1 1 0 0 0,0 1 1 0 0,-1 0-1 0 0,-1 1 1 0 0,0 0-1 0 0,0 1 1 0 0,-1 1-1 0 0,-1 1 0 0 0,0 0 1 0 0,0 2-1 0 0,-1 0 1 0 0,0 1-1 0 0,-1 0 1 0 0,1 2-1 0 0,-1 0 1 0 0,-23-1-1 0 0,-14 0-3191 0 0,-99 2 0 0 0,114 6-1041 0 0,-57 11 1 0 0,40 1-3147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623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8562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859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8526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1119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8173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5086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4110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8076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801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699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8145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2139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3363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659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810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28.png"/><Relationship Id="rId4" Type="http://schemas.openxmlformats.org/officeDocument/2006/relationships/customXml" Target="../ink/ink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843.png"/><Relationship Id="rId4" Type="http://schemas.openxmlformats.org/officeDocument/2006/relationships/customXml" Target="../ink/ink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customXml" Target="../ink/ink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0.png"/><Relationship Id="rId4" Type="http://schemas.openxmlformats.org/officeDocument/2006/relationships/customXml" Target="../ink/ink28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.xml"/><Relationship Id="rId21" Type="http://schemas.openxmlformats.org/officeDocument/2006/relationships/image" Target="../media/image43.png"/><Relationship Id="rId34" Type="http://schemas.openxmlformats.org/officeDocument/2006/relationships/customXml" Target="../ink/ink44.xml"/><Relationship Id="rId42" Type="http://schemas.openxmlformats.org/officeDocument/2006/relationships/customXml" Target="../ink/ink48.xml"/><Relationship Id="rId47" Type="http://schemas.openxmlformats.org/officeDocument/2006/relationships/image" Target="../media/image56.png"/><Relationship Id="rId50" Type="http://schemas.openxmlformats.org/officeDocument/2006/relationships/customXml" Target="../ink/ink52.xml"/><Relationship Id="rId55" Type="http://schemas.openxmlformats.org/officeDocument/2006/relationships/image" Target="../media/image60.png"/><Relationship Id="rId63" Type="http://schemas.openxmlformats.org/officeDocument/2006/relationships/image" Target="../media/image6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35.xml"/><Relationship Id="rId29" Type="http://schemas.openxmlformats.org/officeDocument/2006/relationships/image" Target="../media/image47.png"/><Relationship Id="rId11" Type="http://schemas.openxmlformats.org/officeDocument/2006/relationships/image" Target="../media/image38.png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37" Type="http://schemas.openxmlformats.org/officeDocument/2006/relationships/image" Target="../media/image51.png"/><Relationship Id="rId40" Type="http://schemas.openxmlformats.org/officeDocument/2006/relationships/customXml" Target="../ink/ink47.xml"/><Relationship Id="rId45" Type="http://schemas.openxmlformats.org/officeDocument/2006/relationships/image" Target="../media/image55.png"/><Relationship Id="rId53" Type="http://schemas.openxmlformats.org/officeDocument/2006/relationships/image" Target="../media/image59.png"/><Relationship Id="rId58" Type="http://schemas.openxmlformats.org/officeDocument/2006/relationships/customXml" Target="../ink/ink56.xml"/><Relationship Id="rId5" Type="http://schemas.openxmlformats.org/officeDocument/2006/relationships/image" Target="../media/image35.png"/><Relationship Id="rId61" Type="http://schemas.openxmlformats.org/officeDocument/2006/relationships/image" Target="../media/image63.png"/><Relationship Id="rId19" Type="http://schemas.openxmlformats.org/officeDocument/2006/relationships/image" Target="../media/image42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46.png"/><Relationship Id="rId30" Type="http://schemas.openxmlformats.org/officeDocument/2006/relationships/customXml" Target="../ink/ink42.xml"/><Relationship Id="rId35" Type="http://schemas.openxmlformats.org/officeDocument/2006/relationships/image" Target="../media/image50.png"/><Relationship Id="rId43" Type="http://schemas.openxmlformats.org/officeDocument/2006/relationships/image" Target="../media/image54.png"/><Relationship Id="rId48" Type="http://schemas.openxmlformats.org/officeDocument/2006/relationships/customXml" Target="../ink/ink51.xml"/><Relationship Id="rId56" Type="http://schemas.openxmlformats.org/officeDocument/2006/relationships/customXml" Target="../ink/ink55.xml"/><Relationship Id="rId64" Type="http://schemas.openxmlformats.org/officeDocument/2006/relationships/customXml" Target="../ink/ink59.xml"/><Relationship Id="rId8" Type="http://schemas.openxmlformats.org/officeDocument/2006/relationships/customXml" Target="../ink/ink31.xml"/><Relationship Id="rId51" Type="http://schemas.openxmlformats.org/officeDocument/2006/relationships/image" Target="../media/image58.png"/><Relationship Id="rId3" Type="http://schemas.openxmlformats.org/officeDocument/2006/relationships/image" Target="../media/image34.jpg"/><Relationship Id="rId12" Type="http://schemas.openxmlformats.org/officeDocument/2006/relationships/customXml" Target="../ink/ink33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46.xml"/><Relationship Id="rId46" Type="http://schemas.openxmlformats.org/officeDocument/2006/relationships/customXml" Target="../ink/ink50.xml"/><Relationship Id="rId59" Type="http://schemas.openxmlformats.org/officeDocument/2006/relationships/image" Target="../media/image62.png"/><Relationship Id="rId20" Type="http://schemas.openxmlformats.org/officeDocument/2006/relationships/customXml" Target="../ink/ink37.xml"/><Relationship Id="rId41" Type="http://schemas.openxmlformats.org/officeDocument/2006/relationships/image" Target="../media/image53.png"/><Relationship Id="rId54" Type="http://schemas.openxmlformats.org/officeDocument/2006/relationships/customXml" Target="../ink/ink54.xml"/><Relationship Id="rId62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41.xml"/><Relationship Id="rId36" Type="http://schemas.openxmlformats.org/officeDocument/2006/relationships/customXml" Target="../ink/ink45.xml"/><Relationship Id="rId49" Type="http://schemas.openxmlformats.org/officeDocument/2006/relationships/image" Target="../media/image57.png"/><Relationship Id="rId57" Type="http://schemas.openxmlformats.org/officeDocument/2006/relationships/image" Target="../media/image61.png"/><Relationship Id="rId10" Type="http://schemas.openxmlformats.org/officeDocument/2006/relationships/customXml" Target="../ink/ink32.xml"/><Relationship Id="rId31" Type="http://schemas.openxmlformats.org/officeDocument/2006/relationships/image" Target="../media/image48.png"/><Relationship Id="rId44" Type="http://schemas.openxmlformats.org/officeDocument/2006/relationships/customXml" Target="../ink/ink49.xml"/><Relationship Id="rId52" Type="http://schemas.openxmlformats.org/officeDocument/2006/relationships/customXml" Target="../ink/ink53.xml"/><Relationship Id="rId60" Type="http://schemas.openxmlformats.org/officeDocument/2006/relationships/customXml" Target="../ink/ink57.xml"/><Relationship Id="rId65" Type="http://schemas.openxmlformats.org/officeDocument/2006/relationships/image" Target="../media/image65.png"/><Relationship Id="rId4" Type="http://schemas.openxmlformats.org/officeDocument/2006/relationships/customXml" Target="../ink/ink29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36.xml"/><Relationship Id="rId3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10.png"/><Relationship Id="rId4" Type="http://schemas.openxmlformats.org/officeDocument/2006/relationships/customXml" Target="../ink/ink6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customXml" Target="../ink/ink6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customXml" Target="../ink/ink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.xml"/><Relationship Id="rId5" Type="http://schemas.openxmlformats.org/officeDocument/2006/relationships/image" Target="../media/image390.png"/><Relationship Id="rId4" Type="http://schemas.openxmlformats.org/officeDocument/2006/relationships/customXml" Target="../ink/ink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customXml" Target="../ink/ink6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2.png"/><Relationship Id="rId299" Type="http://schemas.openxmlformats.org/officeDocument/2006/relationships/image" Target="../media/image223.png"/><Relationship Id="rId21" Type="http://schemas.openxmlformats.org/officeDocument/2006/relationships/image" Target="../media/image84.png"/><Relationship Id="rId63" Type="http://schemas.openxmlformats.org/officeDocument/2006/relationships/image" Target="../media/image105.png"/><Relationship Id="rId159" Type="http://schemas.openxmlformats.org/officeDocument/2006/relationships/image" Target="../media/image153.png"/><Relationship Id="rId324" Type="http://schemas.openxmlformats.org/officeDocument/2006/relationships/customXml" Target="../ink/ink227.xml"/><Relationship Id="rId170" Type="http://schemas.openxmlformats.org/officeDocument/2006/relationships/customXml" Target="../ink/ink150.xml"/><Relationship Id="rId226" Type="http://schemas.openxmlformats.org/officeDocument/2006/relationships/customXml" Target="../ink/ink178.xml"/><Relationship Id="rId268" Type="http://schemas.openxmlformats.org/officeDocument/2006/relationships/customXml" Target="../ink/ink199.xml"/><Relationship Id="rId32" Type="http://schemas.openxmlformats.org/officeDocument/2006/relationships/customXml" Target="../ink/ink81.xml"/><Relationship Id="rId74" Type="http://schemas.openxmlformats.org/officeDocument/2006/relationships/customXml" Target="../ink/ink102.xml"/><Relationship Id="rId128" Type="http://schemas.openxmlformats.org/officeDocument/2006/relationships/customXml" Target="../ink/ink129.xml"/><Relationship Id="rId335" Type="http://schemas.openxmlformats.org/officeDocument/2006/relationships/image" Target="../media/image241.png"/><Relationship Id="rId5" Type="http://schemas.openxmlformats.org/officeDocument/2006/relationships/image" Target="../media/image76.png"/><Relationship Id="rId181" Type="http://schemas.openxmlformats.org/officeDocument/2006/relationships/image" Target="../media/image164.png"/><Relationship Id="rId237" Type="http://schemas.openxmlformats.org/officeDocument/2006/relationships/image" Target="../media/image192.png"/><Relationship Id="rId279" Type="http://schemas.openxmlformats.org/officeDocument/2006/relationships/image" Target="../media/image213.png"/><Relationship Id="rId43" Type="http://schemas.openxmlformats.org/officeDocument/2006/relationships/image" Target="../media/image95.png"/><Relationship Id="rId139" Type="http://schemas.openxmlformats.org/officeDocument/2006/relationships/image" Target="../media/image143.png"/><Relationship Id="rId290" Type="http://schemas.openxmlformats.org/officeDocument/2006/relationships/customXml" Target="../ink/ink210.xml"/><Relationship Id="rId304" Type="http://schemas.openxmlformats.org/officeDocument/2006/relationships/customXml" Target="../ink/ink217.xml"/><Relationship Id="rId85" Type="http://schemas.openxmlformats.org/officeDocument/2006/relationships/image" Target="../media/image116.png"/><Relationship Id="rId150" Type="http://schemas.openxmlformats.org/officeDocument/2006/relationships/customXml" Target="../ink/ink140.xml"/><Relationship Id="rId192" Type="http://schemas.openxmlformats.org/officeDocument/2006/relationships/customXml" Target="../ink/ink161.xml"/><Relationship Id="rId206" Type="http://schemas.openxmlformats.org/officeDocument/2006/relationships/customXml" Target="../ink/ink168.xml"/><Relationship Id="rId248" Type="http://schemas.openxmlformats.org/officeDocument/2006/relationships/customXml" Target="../ink/ink189.xml"/><Relationship Id="rId12" Type="http://schemas.openxmlformats.org/officeDocument/2006/relationships/customXml" Target="../ink/ink71.xml"/><Relationship Id="rId108" Type="http://schemas.openxmlformats.org/officeDocument/2006/relationships/customXml" Target="../ink/ink119.xml"/><Relationship Id="rId315" Type="http://schemas.openxmlformats.org/officeDocument/2006/relationships/image" Target="../media/image231.png"/><Relationship Id="rId54" Type="http://schemas.openxmlformats.org/officeDocument/2006/relationships/customXml" Target="../ink/ink92.xml"/><Relationship Id="rId96" Type="http://schemas.openxmlformats.org/officeDocument/2006/relationships/customXml" Target="../ink/ink113.xml"/><Relationship Id="rId161" Type="http://schemas.openxmlformats.org/officeDocument/2006/relationships/image" Target="../media/image154.png"/><Relationship Id="rId217" Type="http://schemas.openxmlformats.org/officeDocument/2006/relationships/image" Target="../media/image182.png"/><Relationship Id="rId259" Type="http://schemas.openxmlformats.org/officeDocument/2006/relationships/image" Target="../media/image203.png"/><Relationship Id="rId23" Type="http://schemas.openxmlformats.org/officeDocument/2006/relationships/image" Target="../media/image85.png"/><Relationship Id="rId119" Type="http://schemas.openxmlformats.org/officeDocument/2006/relationships/image" Target="../media/image133.png"/><Relationship Id="rId270" Type="http://schemas.openxmlformats.org/officeDocument/2006/relationships/customXml" Target="../ink/ink200.xml"/><Relationship Id="rId326" Type="http://schemas.openxmlformats.org/officeDocument/2006/relationships/customXml" Target="../ink/ink228.xml"/><Relationship Id="rId65" Type="http://schemas.openxmlformats.org/officeDocument/2006/relationships/image" Target="../media/image106.png"/><Relationship Id="rId130" Type="http://schemas.openxmlformats.org/officeDocument/2006/relationships/customXml" Target="../ink/ink130.xml"/><Relationship Id="rId172" Type="http://schemas.openxmlformats.org/officeDocument/2006/relationships/customXml" Target="../ink/ink151.xml"/><Relationship Id="rId228" Type="http://schemas.openxmlformats.org/officeDocument/2006/relationships/customXml" Target="../ink/ink179.xml"/><Relationship Id="rId281" Type="http://schemas.openxmlformats.org/officeDocument/2006/relationships/image" Target="../media/image214.png"/><Relationship Id="rId337" Type="http://schemas.openxmlformats.org/officeDocument/2006/relationships/image" Target="../media/image242.png"/><Relationship Id="rId34" Type="http://schemas.openxmlformats.org/officeDocument/2006/relationships/customXml" Target="../ink/ink82.xml"/><Relationship Id="rId76" Type="http://schemas.openxmlformats.org/officeDocument/2006/relationships/customXml" Target="../ink/ink103.xml"/><Relationship Id="rId141" Type="http://schemas.openxmlformats.org/officeDocument/2006/relationships/image" Target="../media/image144.png"/><Relationship Id="rId7" Type="http://schemas.openxmlformats.org/officeDocument/2006/relationships/image" Target="../media/image77.png"/><Relationship Id="rId183" Type="http://schemas.openxmlformats.org/officeDocument/2006/relationships/image" Target="../media/image165.png"/><Relationship Id="rId239" Type="http://schemas.openxmlformats.org/officeDocument/2006/relationships/image" Target="../media/image193.png"/><Relationship Id="rId250" Type="http://schemas.openxmlformats.org/officeDocument/2006/relationships/customXml" Target="../ink/ink190.xml"/><Relationship Id="rId292" Type="http://schemas.openxmlformats.org/officeDocument/2006/relationships/customXml" Target="../ink/ink211.xml"/><Relationship Id="rId306" Type="http://schemas.openxmlformats.org/officeDocument/2006/relationships/customXml" Target="../ink/ink218.xml"/><Relationship Id="rId45" Type="http://schemas.openxmlformats.org/officeDocument/2006/relationships/image" Target="../media/image96.png"/><Relationship Id="rId87" Type="http://schemas.openxmlformats.org/officeDocument/2006/relationships/image" Target="../media/image117.png"/><Relationship Id="rId110" Type="http://schemas.openxmlformats.org/officeDocument/2006/relationships/customXml" Target="../ink/ink120.xml"/><Relationship Id="rId152" Type="http://schemas.openxmlformats.org/officeDocument/2006/relationships/customXml" Target="../ink/ink141.xml"/><Relationship Id="rId173" Type="http://schemas.openxmlformats.org/officeDocument/2006/relationships/image" Target="../media/image160.png"/><Relationship Id="rId194" Type="http://schemas.openxmlformats.org/officeDocument/2006/relationships/customXml" Target="../ink/ink162.xml"/><Relationship Id="rId208" Type="http://schemas.openxmlformats.org/officeDocument/2006/relationships/customXml" Target="../ink/ink169.xml"/><Relationship Id="rId229" Type="http://schemas.openxmlformats.org/officeDocument/2006/relationships/image" Target="../media/image188.png"/><Relationship Id="rId240" Type="http://schemas.openxmlformats.org/officeDocument/2006/relationships/customXml" Target="../ink/ink185.xml"/><Relationship Id="rId261" Type="http://schemas.openxmlformats.org/officeDocument/2006/relationships/image" Target="../media/image204.png"/><Relationship Id="rId14" Type="http://schemas.openxmlformats.org/officeDocument/2006/relationships/customXml" Target="../ink/ink72.xml"/><Relationship Id="rId35" Type="http://schemas.openxmlformats.org/officeDocument/2006/relationships/image" Target="../media/image91.png"/><Relationship Id="rId56" Type="http://schemas.openxmlformats.org/officeDocument/2006/relationships/customXml" Target="../ink/ink93.xml"/><Relationship Id="rId77" Type="http://schemas.openxmlformats.org/officeDocument/2006/relationships/image" Target="../media/image112.png"/><Relationship Id="rId100" Type="http://schemas.openxmlformats.org/officeDocument/2006/relationships/customXml" Target="../ink/ink115.xml"/><Relationship Id="rId282" Type="http://schemas.openxmlformats.org/officeDocument/2006/relationships/customXml" Target="../ink/ink206.xml"/><Relationship Id="rId317" Type="http://schemas.openxmlformats.org/officeDocument/2006/relationships/image" Target="../media/image232.png"/><Relationship Id="rId8" Type="http://schemas.openxmlformats.org/officeDocument/2006/relationships/customXml" Target="../ink/ink69.xml"/><Relationship Id="rId98" Type="http://schemas.openxmlformats.org/officeDocument/2006/relationships/customXml" Target="../ink/ink114.xml"/><Relationship Id="rId121" Type="http://schemas.openxmlformats.org/officeDocument/2006/relationships/image" Target="../media/image134.png"/><Relationship Id="rId142" Type="http://schemas.openxmlformats.org/officeDocument/2006/relationships/customXml" Target="../ink/ink136.xml"/><Relationship Id="rId163" Type="http://schemas.openxmlformats.org/officeDocument/2006/relationships/image" Target="../media/image155.png"/><Relationship Id="rId184" Type="http://schemas.openxmlformats.org/officeDocument/2006/relationships/customXml" Target="../ink/ink157.xml"/><Relationship Id="rId219" Type="http://schemas.openxmlformats.org/officeDocument/2006/relationships/image" Target="../media/image183.png"/><Relationship Id="rId230" Type="http://schemas.openxmlformats.org/officeDocument/2006/relationships/customXml" Target="../ink/ink180.xml"/><Relationship Id="rId251" Type="http://schemas.openxmlformats.org/officeDocument/2006/relationships/image" Target="../media/image199.png"/><Relationship Id="rId25" Type="http://schemas.openxmlformats.org/officeDocument/2006/relationships/image" Target="../media/image86.png"/><Relationship Id="rId46" Type="http://schemas.openxmlformats.org/officeDocument/2006/relationships/customXml" Target="../ink/ink88.xml"/><Relationship Id="rId67" Type="http://schemas.openxmlformats.org/officeDocument/2006/relationships/image" Target="../media/image107.png"/><Relationship Id="rId272" Type="http://schemas.openxmlformats.org/officeDocument/2006/relationships/customXml" Target="../ink/ink201.xml"/><Relationship Id="rId293" Type="http://schemas.openxmlformats.org/officeDocument/2006/relationships/image" Target="../media/image220.png"/><Relationship Id="rId307" Type="http://schemas.openxmlformats.org/officeDocument/2006/relationships/image" Target="../media/image227.png"/><Relationship Id="rId328" Type="http://schemas.openxmlformats.org/officeDocument/2006/relationships/customXml" Target="../ink/ink229.xml"/><Relationship Id="rId88" Type="http://schemas.openxmlformats.org/officeDocument/2006/relationships/customXml" Target="../ink/ink109.xml"/><Relationship Id="rId111" Type="http://schemas.openxmlformats.org/officeDocument/2006/relationships/image" Target="../media/image129.png"/><Relationship Id="rId132" Type="http://schemas.openxmlformats.org/officeDocument/2006/relationships/customXml" Target="../ink/ink131.xml"/><Relationship Id="rId153" Type="http://schemas.openxmlformats.org/officeDocument/2006/relationships/image" Target="../media/image150.png"/><Relationship Id="rId174" Type="http://schemas.openxmlformats.org/officeDocument/2006/relationships/customXml" Target="../ink/ink152.xml"/><Relationship Id="rId195" Type="http://schemas.openxmlformats.org/officeDocument/2006/relationships/image" Target="../media/image171.png"/><Relationship Id="rId209" Type="http://schemas.openxmlformats.org/officeDocument/2006/relationships/image" Target="../media/image178.png"/><Relationship Id="rId220" Type="http://schemas.openxmlformats.org/officeDocument/2006/relationships/customXml" Target="../ink/ink175.xml"/><Relationship Id="rId241" Type="http://schemas.openxmlformats.org/officeDocument/2006/relationships/image" Target="../media/image194.png"/><Relationship Id="rId15" Type="http://schemas.openxmlformats.org/officeDocument/2006/relationships/image" Target="../media/image81.png"/><Relationship Id="rId36" Type="http://schemas.openxmlformats.org/officeDocument/2006/relationships/customXml" Target="../ink/ink83.xml"/><Relationship Id="rId57" Type="http://schemas.openxmlformats.org/officeDocument/2006/relationships/image" Target="../media/image102.png"/><Relationship Id="rId262" Type="http://schemas.openxmlformats.org/officeDocument/2006/relationships/customXml" Target="../ink/ink196.xml"/><Relationship Id="rId283" Type="http://schemas.openxmlformats.org/officeDocument/2006/relationships/image" Target="../media/image215.png"/><Relationship Id="rId318" Type="http://schemas.openxmlformats.org/officeDocument/2006/relationships/customXml" Target="../ink/ink224.xml"/><Relationship Id="rId78" Type="http://schemas.openxmlformats.org/officeDocument/2006/relationships/customXml" Target="../ink/ink104.xml"/><Relationship Id="rId99" Type="http://schemas.openxmlformats.org/officeDocument/2006/relationships/image" Target="../media/image123.png"/><Relationship Id="rId101" Type="http://schemas.openxmlformats.org/officeDocument/2006/relationships/image" Target="../media/image124.png"/><Relationship Id="rId122" Type="http://schemas.openxmlformats.org/officeDocument/2006/relationships/customXml" Target="../ink/ink126.xml"/><Relationship Id="rId143" Type="http://schemas.openxmlformats.org/officeDocument/2006/relationships/image" Target="../media/image145.png"/><Relationship Id="rId164" Type="http://schemas.openxmlformats.org/officeDocument/2006/relationships/customXml" Target="../ink/ink147.xml"/><Relationship Id="rId185" Type="http://schemas.openxmlformats.org/officeDocument/2006/relationships/image" Target="../media/image166.png"/><Relationship Id="rId9" Type="http://schemas.openxmlformats.org/officeDocument/2006/relationships/image" Target="../media/image78.png"/><Relationship Id="rId210" Type="http://schemas.openxmlformats.org/officeDocument/2006/relationships/customXml" Target="../ink/ink170.xml"/><Relationship Id="rId26" Type="http://schemas.openxmlformats.org/officeDocument/2006/relationships/customXml" Target="../ink/ink78.xml"/><Relationship Id="rId231" Type="http://schemas.openxmlformats.org/officeDocument/2006/relationships/image" Target="../media/image189.png"/><Relationship Id="rId252" Type="http://schemas.openxmlformats.org/officeDocument/2006/relationships/customXml" Target="../ink/ink191.xml"/><Relationship Id="rId273" Type="http://schemas.openxmlformats.org/officeDocument/2006/relationships/image" Target="../media/image210.png"/><Relationship Id="rId294" Type="http://schemas.openxmlformats.org/officeDocument/2006/relationships/customXml" Target="../ink/ink212.xml"/><Relationship Id="rId308" Type="http://schemas.openxmlformats.org/officeDocument/2006/relationships/customXml" Target="../ink/ink219.xml"/><Relationship Id="rId329" Type="http://schemas.openxmlformats.org/officeDocument/2006/relationships/image" Target="../media/image238.png"/><Relationship Id="rId47" Type="http://schemas.openxmlformats.org/officeDocument/2006/relationships/image" Target="../media/image97.png"/><Relationship Id="rId68" Type="http://schemas.openxmlformats.org/officeDocument/2006/relationships/customXml" Target="../ink/ink99.xml"/><Relationship Id="rId89" Type="http://schemas.openxmlformats.org/officeDocument/2006/relationships/image" Target="../media/image118.png"/><Relationship Id="rId112" Type="http://schemas.openxmlformats.org/officeDocument/2006/relationships/customXml" Target="../ink/ink121.xml"/><Relationship Id="rId133" Type="http://schemas.openxmlformats.org/officeDocument/2006/relationships/image" Target="../media/image140.png"/><Relationship Id="rId154" Type="http://schemas.openxmlformats.org/officeDocument/2006/relationships/customXml" Target="../ink/ink142.xml"/><Relationship Id="rId175" Type="http://schemas.openxmlformats.org/officeDocument/2006/relationships/image" Target="../media/image161.png"/><Relationship Id="rId196" Type="http://schemas.openxmlformats.org/officeDocument/2006/relationships/customXml" Target="../ink/ink163.xml"/><Relationship Id="rId200" Type="http://schemas.openxmlformats.org/officeDocument/2006/relationships/customXml" Target="../ink/ink165.xml"/><Relationship Id="rId16" Type="http://schemas.openxmlformats.org/officeDocument/2006/relationships/customXml" Target="../ink/ink73.xml"/><Relationship Id="rId221" Type="http://schemas.openxmlformats.org/officeDocument/2006/relationships/image" Target="../media/image184.png"/><Relationship Id="rId242" Type="http://schemas.openxmlformats.org/officeDocument/2006/relationships/customXml" Target="../ink/ink186.xml"/><Relationship Id="rId263" Type="http://schemas.openxmlformats.org/officeDocument/2006/relationships/image" Target="../media/image205.png"/><Relationship Id="rId284" Type="http://schemas.openxmlformats.org/officeDocument/2006/relationships/customXml" Target="../ink/ink207.xml"/><Relationship Id="rId319" Type="http://schemas.openxmlformats.org/officeDocument/2006/relationships/image" Target="../media/image233.png"/><Relationship Id="rId37" Type="http://schemas.openxmlformats.org/officeDocument/2006/relationships/image" Target="../media/image92.png"/><Relationship Id="rId58" Type="http://schemas.openxmlformats.org/officeDocument/2006/relationships/customXml" Target="../ink/ink94.xml"/><Relationship Id="rId79" Type="http://schemas.openxmlformats.org/officeDocument/2006/relationships/image" Target="../media/image113.png"/><Relationship Id="rId102" Type="http://schemas.openxmlformats.org/officeDocument/2006/relationships/customXml" Target="../ink/ink116.xml"/><Relationship Id="rId123" Type="http://schemas.openxmlformats.org/officeDocument/2006/relationships/image" Target="../media/image135.png"/><Relationship Id="rId144" Type="http://schemas.openxmlformats.org/officeDocument/2006/relationships/customXml" Target="../ink/ink137.xml"/><Relationship Id="rId330" Type="http://schemas.openxmlformats.org/officeDocument/2006/relationships/customXml" Target="../ink/ink230.xml"/><Relationship Id="rId90" Type="http://schemas.openxmlformats.org/officeDocument/2006/relationships/customXml" Target="../ink/ink110.xml"/><Relationship Id="rId165" Type="http://schemas.openxmlformats.org/officeDocument/2006/relationships/image" Target="../media/image156.png"/><Relationship Id="rId186" Type="http://schemas.openxmlformats.org/officeDocument/2006/relationships/customXml" Target="../ink/ink158.xml"/><Relationship Id="rId211" Type="http://schemas.openxmlformats.org/officeDocument/2006/relationships/image" Target="../media/image179.png"/><Relationship Id="rId232" Type="http://schemas.openxmlformats.org/officeDocument/2006/relationships/customXml" Target="../ink/ink181.xml"/><Relationship Id="rId253" Type="http://schemas.openxmlformats.org/officeDocument/2006/relationships/image" Target="../media/image200.png"/><Relationship Id="rId274" Type="http://schemas.openxmlformats.org/officeDocument/2006/relationships/customXml" Target="../ink/ink202.xml"/><Relationship Id="rId295" Type="http://schemas.openxmlformats.org/officeDocument/2006/relationships/image" Target="../media/image221.png"/><Relationship Id="rId309" Type="http://schemas.openxmlformats.org/officeDocument/2006/relationships/image" Target="../media/image228.png"/><Relationship Id="rId27" Type="http://schemas.openxmlformats.org/officeDocument/2006/relationships/image" Target="../media/image87.png"/><Relationship Id="rId48" Type="http://schemas.openxmlformats.org/officeDocument/2006/relationships/customXml" Target="../ink/ink89.xml"/><Relationship Id="rId69" Type="http://schemas.openxmlformats.org/officeDocument/2006/relationships/image" Target="../media/image108.png"/><Relationship Id="rId113" Type="http://schemas.openxmlformats.org/officeDocument/2006/relationships/image" Target="../media/image130.png"/><Relationship Id="rId134" Type="http://schemas.openxmlformats.org/officeDocument/2006/relationships/customXml" Target="../ink/ink132.xml"/><Relationship Id="rId320" Type="http://schemas.openxmlformats.org/officeDocument/2006/relationships/customXml" Target="../ink/ink225.xml"/><Relationship Id="rId80" Type="http://schemas.openxmlformats.org/officeDocument/2006/relationships/customXml" Target="../ink/ink105.xml"/><Relationship Id="rId155" Type="http://schemas.openxmlformats.org/officeDocument/2006/relationships/image" Target="../media/image151.png"/><Relationship Id="rId176" Type="http://schemas.openxmlformats.org/officeDocument/2006/relationships/customXml" Target="../ink/ink153.xml"/><Relationship Id="rId197" Type="http://schemas.openxmlformats.org/officeDocument/2006/relationships/image" Target="../media/image172.png"/><Relationship Id="rId201" Type="http://schemas.openxmlformats.org/officeDocument/2006/relationships/image" Target="../media/image174.png"/><Relationship Id="rId222" Type="http://schemas.openxmlformats.org/officeDocument/2006/relationships/customXml" Target="../ink/ink176.xml"/><Relationship Id="rId243" Type="http://schemas.openxmlformats.org/officeDocument/2006/relationships/image" Target="../media/image195.png"/><Relationship Id="rId264" Type="http://schemas.openxmlformats.org/officeDocument/2006/relationships/customXml" Target="../ink/ink197.xml"/><Relationship Id="rId285" Type="http://schemas.openxmlformats.org/officeDocument/2006/relationships/image" Target="../media/image216.png"/><Relationship Id="rId17" Type="http://schemas.openxmlformats.org/officeDocument/2006/relationships/image" Target="../media/image82.png"/><Relationship Id="rId38" Type="http://schemas.openxmlformats.org/officeDocument/2006/relationships/customXml" Target="../ink/ink84.xml"/><Relationship Id="rId59" Type="http://schemas.openxmlformats.org/officeDocument/2006/relationships/image" Target="../media/image103.png"/><Relationship Id="rId103" Type="http://schemas.openxmlformats.org/officeDocument/2006/relationships/image" Target="../media/image125.png"/><Relationship Id="rId124" Type="http://schemas.openxmlformats.org/officeDocument/2006/relationships/customXml" Target="../ink/ink127.xml"/><Relationship Id="rId310" Type="http://schemas.openxmlformats.org/officeDocument/2006/relationships/customXml" Target="../ink/ink220.xml"/><Relationship Id="rId70" Type="http://schemas.openxmlformats.org/officeDocument/2006/relationships/customXml" Target="../ink/ink100.xml"/><Relationship Id="rId91" Type="http://schemas.openxmlformats.org/officeDocument/2006/relationships/image" Target="../media/image119.png"/><Relationship Id="rId145" Type="http://schemas.openxmlformats.org/officeDocument/2006/relationships/image" Target="../media/image146.png"/><Relationship Id="rId166" Type="http://schemas.openxmlformats.org/officeDocument/2006/relationships/customXml" Target="../ink/ink148.xml"/><Relationship Id="rId187" Type="http://schemas.openxmlformats.org/officeDocument/2006/relationships/image" Target="../media/image167.png"/><Relationship Id="rId331" Type="http://schemas.openxmlformats.org/officeDocument/2006/relationships/image" Target="../media/image23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1.xml"/><Relationship Id="rId233" Type="http://schemas.openxmlformats.org/officeDocument/2006/relationships/image" Target="../media/image190.png"/><Relationship Id="rId254" Type="http://schemas.openxmlformats.org/officeDocument/2006/relationships/customXml" Target="../ink/ink192.xml"/><Relationship Id="rId28" Type="http://schemas.openxmlformats.org/officeDocument/2006/relationships/customXml" Target="../ink/ink79.xml"/><Relationship Id="rId49" Type="http://schemas.openxmlformats.org/officeDocument/2006/relationships/image" Target="../media/image98.png"/><Relationship Id="rId114" Type="http://schemas.openxmlformats.org/officeDocument/2006/relationships/customXml" Target="../ink/ink122.xml"/><Relationship Id="rId275" Type="http://schemas.openxmlformats.org/officeDocument/2006/relationships/image" Target="../media/image211.png"/><Relationship Id="rId296" Type="http://schemas.openxmlformats.org/officeDocument/2006/relationships/customXml" Target="../ink/ink213.xml"/><Relationship Id="rId300" Type="http://schemas.openxmlformats.org/officeDocument/2006/relationships/customXml" Target="../ink/ink215.xml"/><Relationship Id="rId60" Type="http://schemas.openxmlformats.org/officeDocument/2006/relationships/customXml" Target="../ink/ink95.xml"/><Relationship Id="rId81" Type="http://schemas.openxmlformats.org/officeDocument/2006/relationships/image" Target="../media/image114.png"/><Relationship Id="rId135" Type="http://schemas.openxmlformats.org/officeDocument/2006/relationships/image" Target="../media/image141.png"/><Relationship Id="rId156" Type="http://schemas.openxmlformats.org/officeDocument/2006/relationships/customXml" Target="../ink/ink143.xml"/><Relationship Id="rId177" Type="http://schemas.openxmlformats.org/officeDocument/2006/relationships/image" Target="../media/image162.png"/><Relationship Id="rId198" Type="http://schemas.openxmlformats.org/officeDocument/2006/relationships/customXml" Target="../ink/ink164.xml"/><Relationship Id="rId321" Type="http://schemas.openxmlformats.org/officeDocument/2006/relationships/image" Target="../media/image234.png"/><Relationship Id="rId202" Type="http://schemas.openxmlformats.org/officeDocument/2006/relationships/customXml" Target="../ink/ink166.xml"/><Relationship Id="rId223" Type="http://schemas.openxmlformats.org/officeDocument/2006/relationships/image" Target="../media/image185.png"/><Relationship Id="rId244" Type="http://schemas.openxmlformats.org/officeDocument/2006/relationships/customXml" Target="../ink/ink187.xml"/><Relationship Id="rId18" Type="http://schemas.openxmlformats.org/officeDocument/2006/relationships/customXml" Target="../ink/ink74.xml"/><Relationship Id="rId39" Type="http://schemas.openxmlformats.org/officeDocument/2006/relationships/image" Target="../media/image93.png"/><Relationship Id="rId265" Type="http://schemas.openxmlformats.org/officeDocument/2006/relationships/image" Target="../media/image206.png"/><Relationship Id="rId286" Type="http://schemas.openxmlformats.org/officeDocument/2006/relationships/customXml" Target="../ink/ink208.xml"/><Relationship Id="rId50" Type="http://schemas.openxmlformats.org/officeDocument/2006/relationships/customXml" Target="../ink/ink90.xml"/><Relationship Id="rId104" Type="http://schemas.openxmlformats.org/officeDocument/2006/relationships/customXml" Target="../ink/ink117.xml"/><Relationship Id="rId125" Type="http://schemas.openxmlformats.org/officeDocument/2006/relationships/image" Target="../media/image136.png"/><Relationship Id="rId146" Type="http://schemas.openxmlformats.org/officeDocument/2006/relationships/customXml" Target="../ink/ink138.xml"/><Relationship Id="rId167" Type="http://schemas.openxmlformats.org/officeDocument/2006/relationships/image" Target="../media/image157.png"/><Relationship Id="rId188" Type="http://schemas.openxmlformats.org/officeDocument/2006/relationships/customXml" Target="../ink/ink159.xml"/><Relationship Id="rId311" Type="http://schemas.openxmlformats.org/officeDocument/2006/relationships/image" Target="../media/image229.png"/><Relationship Id="rId332" Type="http://schemas.openxmlformats.org/officeDocument/2006/relationships/customXml" Target="../ink/ink231.xml"/><Relationship Id="rId71" Type="http://schemas.openxmlformats.org/officeDocument/2006/relationships/image" Target="../media/image109.png"/><Relationship Id="rId92" Type="http://schemas.openxmlformats.org/officeDocument/2006/relationships/customXml" Target="../ink/ink111.xml"/><Relationship Id="rId213" Type="http://schemas.openxmlformats.org/officeDocument/2006/relationships/image" Target="../media/image180.png"/><Relationship Id="rId234" Type="http://schemas.openxmlformats.org/officeDocument/2006/relationships/customXml" Target="../ink/ink182.xml"/><Relationship Id="rId2" Type="http://schemas.openxmlformats.org/officeDocument/2006/relationships/customXml" Target="../ink/ink66.xml"/><Relationship Id="rId29" Type="http://schemas.openxmlformats.org/officeDocument/2006/relationships/image" Target="../media/image88.png"/><Relationship Id="rId255" Type="http://schemas.openxmlformats.org/officeDocument/2006/relationships/image" Target="../media/image201.png"/><Relationship Id="rId276" Type="http://schemas.openxmlformats.org/officeDocument/2006/relationships/customXml" Target="../ink/ink203.xml"/><Relationship Id="rId297" Type="http://schemas.openxmlformats.org/officeDocument/2006/relationships/image" Target="../media/image222.png"/><Relationship Id="rId40" Type="http://schemas.openxmlformats.org/officeDocument/2006/relationships/customXml" Target="../ink/ink85.xml"/><Relationship Id="rId115" Type="http://schemas.openxmlformats.org/officeDocument/2006/relationships/image" Target="../media/image131.png"/><Relationship Id="rId136" Type="http://schemas.openxmlformats.org/officeDocument/2006/relationships/customXml" Target="../ink/ink133.xml"/><Relationship Id="rId157" Type="http://schemas.openxmlformats.org/officeDocument/2006/relationships/image" Target="../media/image152.png"/><Relationship Id="rId178" Type="http://schemas.openxmlformats.org/officeDocument/2006/relationships/customXml" Target="../ink/ink154.xml"/><Relationship Id="rId301" Type="http://schemas.openxmlformats.org/officeDocument/2006/relationships/image" Target="../media/image224.png"/><Relationship Id="rId322" Type="http://schemas.openxmlformats.org/officeDocument/2006/relationships/customXml" Target="../ink/ink226.xml"/><Relationship Id="rId61" Type="http://schemas.openxmlformats.org/officeDocument/2006/relationships/image" Target="../media/image104.png"/><Relationship Id="rId82" Type="http://schemas.openxmlformats.org/officeDocument/2006/relationships/customXml" Target="../ink/ink106.xml"/><Relationship Id="rId199" Type="http://schemas.openxmlformats.org/officeDocument/2006/relationships/image" Target="../media/image173.png"/><Relationship Id="rId203" Type="http://schemas.openxmlformats.org/officeDocument/2006/relationships/image" Target="../media/image175.png"/><Relationship Id="rId19" Type="http://schemas.openxmlformats.org/officeDocument/2006/relationships/image" Target="../media/image83.png"/><Relationship Id="rId224" Type="http://schemas.openxmlformats.org/officeDocument/2006/relationships/customXml" Target="../ink/ink177.xml"/><Relationship Id="rId245" Type="http://schemas.openxmlformats.org/officeDocument/2006/relationships/image" Target="../media/image196.png"/><Relationship Id="rId266" Type="http://schemas.openxmlformats.org/officeDocument/2006/relationships/customXml" Target="../ink/ink198.xml"/><Relationship Id="rId287" Type="http://schemas.openxmlformats.org/officeDocument/2006/relationships/image" Target="../media/image217.png"/><Relationship Id="rId30" Type="http://schemas.openxmlformats.org/officeDocument/2006/relationships/customXml" Target="../ink/ink80.xml"/><Relationship Id="rId105" Type="http://schemas.openxmlformats.org/officeDocument/2006/relationships/image" Target="../media/image126.png"/><Relationship Id="rId126" Type="http://schemas.openxmlformats.org/officeDocument/2006/relationships/customXml" Target="../ink/ink128.xml"/><Relationship Id="rId147" Type="http://schemas.openxmlformats.org/officeDocument/2006/relationships/image" Target="../media/image147.png"/><Relationship Id="rId168" Type="http://schemas.openxmlformats.org/officeDocument/2006/relationships/customXml" Target="../ink/ink149.xml"/><Relationship Id="rId312" Type="http://schemas.openxmlformats.org/officeDocument/2006/relationships/customXml" Target="../ink/ink221.xml"/><Relationship Id="rId333" Type="http://schemas.openxmlformats.org/officeDocument/2006/relationships/image" Target="../media/image240.png"/><Relationship Id="rId51" Type="http://schemas.openxmlformats.org/officeDocument/2006/relationships/image" Target="../media/image99.png"/><Relationship Id="rId72" Type="http://schemas.openxmlformats.org/officeDocument/2006/relationships/customXml" Target="../ink/ink101.xml"/><Relationship Id="rId93" Type="http://schemas.openxmlformats.org/officeDocument/2006/relationships/image" Target="../media/image120.png"/><Relationship Id="rId189" Type="http://schemas.openxmlformats.org/officeDocument/2006/relationships/image" Target="../media/image168.png"/><Relationship Id="rId3" Type="http://schemas.openxmlformats.org/officeDocument/2006/relationships/image" Target="../media/image75.png"/><Relationship Id="rId214" Type="http://schemas.openxmlformats.org/officeDocument/2006/relationships/customXml" Target="../ink/ink172.xml"/><Relationship Id="rId235" Type="http://schemas.openxmlformats.org/officeDocument/2006/relationships/image" Target="../media/image191.png"/><Relationship Id="rId256" Type="http://schemas.openxmlformats.org/officeDocument/2006/relationships/customXml" Target="../ink/ink193.xml"/><Relationship Id="rId277" Type="http://schemas.openxmlformats.org/officeDocument/2006/relationships/image" Target="../media/image212.png"/><Relationship Id="rId298" Type="http://schemas.openxmlformats.org/officeDocument/2006/relationships/customXml" Target="../ink/ink214.xml"/><Relationship Id="rId116" Type="http://schemas.openxmlformats.org/officeDocument/2006/relationships/customXml" Target="../ink/ink123.xml"/><Relationship Id="rId137" Type="http://schemas.openxmlformats.org/officeDocument/2006/relationships/image" Target="../media/image142.png"/><Relationship Id="rId158" Type="http://schemas.openxmlformats.org/officeDocument/2006/relationships/customXml" Target="../ink/ink144.xml"/><Relationship Id="rId302" Type="http://schemas.openxmlformats.org/officeDocument/2006/relationships/customXml" Target="../ink/ink216.xml"/><Relationship Id="rId323" Type="http://schemas.openxmlformats.org/officeDocument/2006/relationships/image" Target="../media/image235.png"/><Relationship Id="rId20" Type="http://schemas.openxmlformats.org/officeDocument/2006/relationships/customXml" Target="../ink/ink75.xml"/><Relationship Id="rId41" Type="http://schemas.openxmlformats.org/officeDocument/2006/relationships/image" Target="../media/image94.png"/><Relationship Id="rId62" Type="http://schemas.openxmlformats.org/officeDocument/2006/relationships/customXml" Target="../ink/ink96.xml"/><Relationship Id="rId83" Type="http://schemas.openxmlformats.org/officeDocument/2006/relationships/image" Target="../media/image115.png"/><Relationship Id="rId179" Type="http://schemas.openxmlformats.org/officeDocument/2006/relationships/image" Target="../media/image163.png"/><Relationship Id="rId190" Type="http://schemas.openxmlformats.org/officeDocument/2006/relationships/customXml" Target="../ink/ink160.xml"/><Relationship Id="rId204" Type="http://schemas.openxmlformats.org/officeDocument/2006/relationships/customXml" Target="../ink/ink167.xml"/><Relationship Id="rId225" Type="http://schemas.openxmlformats.org/officeDocument/2006/relationships/image" Target="../media/image186.png"/><Relationship Id="rId246" Type="http://schemas.openxmlformats.org/officeDocument/2006/relationships/customXml" Target="../ink/ink188.xml"/><Relationship Id="rId267" Type="http://schemas.openxmlformats.org/officeDocument/2006/relationships/image" Target="../media/image207.png"/><Relationship Id="rId288" Type="http://schemas.openxmlformats.org/officeDocument/2006/relationships/customXml" Target="../ink/ink209.xml"/><Relationship Id="rId106" Type="http://schemas.openxmlformats.org/officeDocument/2006/relationships/customXml" Target="../ink/ink118.xml"/><Relationship Id="rId127" Type="http://schemas.openxmlformats.org/officeDocument/2006/relationships/image" Target="../media/image137.png"/><Relationship Id="rId313" Type="http://schemas.openxmlformats.org/officeDocument/2006/relationships/image" Target="../media/image230.png"/><Relationship Id="rId10" Type="http://schemas.openxmlformats.org/officeDocument/2006/relationships/customXml" Target="../ink/ink70.xml"/><Relationship Id="rId31" Type="http://schemas.openxmlformats.org/officeDocument/2006/relationships/image" Target="../media/image89.png"/><Relationship Id="rId52" Type="http://schemas.openxmlformats.org/officeDocument/2006/relationships/customXml" Target="../ink/ink91.xml"/><Relationship Id="rId73" Type="http://schemas.openxmlformats.org/officeDocument/2006/relationships/image" Target="../media/image110.png"/><Relationship Id="rId94" Type="http://schemas.openxmlformats.org/officeDocument/2006/relationships/customXml" Target="../ink/ink112.xml"/><Relationship Id="rId148" Type="http://schemas.openxmlformats.org/officeDocument/2006/relationships/customXml" Target="../ink/ink139.xml"/><Relationship Id="rId169" Type="http://schemas.openxmlformats.org/officeDocument/2006/relationships/image" Target="../media/image158.png"/><Relationship Id="rId334" Type="http://schemas.openxmlformats.org/officeDocument/2006/relationships/customXml" Target="../ink/ink232.xml"/><Relationship Id="rId4" Type="http://schemas.openxmlformats.org/officeDocument/2006/relationships/customXml" Target="../ink/ink67.xml"/><Relationship Id="rId180" Type="http://schemas.openxmlformats.org/officeDocument/2006/relationships/customXml" Target="../ink/ink155.xml"/><Relationship Id="rId215" Type="http://schemas.openxmlformats.org/officeDocument/2006/relationships/image" Target="../media/image181.png"/><Relationship Id="rId236" Type="http://schemas.openxmlformats.org/officeDocument/2006/relationships/customXml" Target="../ink/ink183.xml"/><Relationship Id="rId257" Type="http://schemas.openxmlformats.org/officeDocument/2006/relationships/image" Target="../media/image202.png"/><Relationship Id="rId278" Type="http://schemas.openxmlformats.org/officeDocument/2006/relationships/customXml" Target="../ink/ink204.xml"/><Relationship Id="rId303" Type="http://schemas.openxmlformats.org/officeDocument/2006/relationships/image" Target="../media/image225.png"/><Relationship Id="rId42" Type="http://schemas.openxmlformats.org/officeDocument/2006/relationships/customXml" Target="../ink/ink86.xml"/><Relationship Id="rId84" Type="http://schemas.openxmlformats.org/officeDocument/2006/relationships/customXml" Target="../ink/ink107.xml"/><Relationship Id="rId138" Type="http://schemas.openxmlformats.org/officeDocument/2006/relationships/customXml" Target="../ink/ink134.xml"/><Relationship Id="rId191" Type="http://schemas.openxmlformats.org/officeDocument/2006/relationships/image" Target="../media/image169.png"/><Relationship Id="rId205" Type="http://schemas.openxmlformats.org/officeDocument/2006/relationships/image" Target="../media/image176.png"/><Relationship Id="rId247" Type="http://schemas.openxmlformats.org/officeDocument/2006/relationships/image" Target="../media/image197.png"/><Relationship Id="rId107" Type="http://schemas.openxmlformats.org/officeDocument/2006/relationships/image" Target="../media/image127.png"/><Relationship Id="rId289" Type="http://schemas.openxmlformats.org/officeDocument/2006/relationships/image" Target="../media/image218.png"/><Relationship Id="rId11" Type="http://schemas.openxmlformats.org/officeDocument/2006/relationships/image" Target="../media/image79.png"/><Relationship Id="rId53" Type="http://schemas.openxmlformats.org/officeDocument/2006/relationships/image" Target="../media/image100.png"/><Relationship Id="rId149" Type="http://schemas.openxmlformats.org/officeDocument/2006/relationships/image" Target="../media/image148.png"/><Relationship Id="rId314" Type="http://schemas.openxmlformats.org/officeDocument/2006/relationships/customXml" Target="../ink/ink222.xml"/><Relationship Id="rId95" Type="http://schemas.openxmlformats.org/officeDocument/2006/relationships/image" Target="../media/image121.png"/><Relationship Id="rId160" Type="http://schemas.openxmlformats.org/officeDocument/2006/relationships/customXml" Target="../ink/ink145.xml"/><Relationship Id="rId216" Type="http://schemas.openxmlformats.org/officeDocument/2006/relationships/customXml" Target="../ink/ink173.xml"/><Relationship Id="rId258" Type="http://schemas.openxmlformats.org/officeDocument/2006/relationships/customXml" Target="../ink/ink194.xml"/><Relationship Id="rId22" Type="http://schemas.openxmlformats.org/officeDocument/2006/relationships/customXml" Target="../ink/ink76.xml"/><Relationship Id="rId64" Type="http://schemas.openxmlformats.org/officeDocument/2006/relationships/customXml" Target="../ink/ink97.xml"/><Relationship Id="rId118" Type="http://schemas.openxmlformats.org/officeDocument/2006/relationships/customXml" Target="../ink/ink124.xml"/><Relationship Id="rId325" Type="http://schemas.openxmlformats.org/officeDocument/2006/relationships/image" Target="../media/image236.png"/><Relationship Id="rId171" Type="http://schemas.openxmlformats.org/officeDocument/2006/relationships/image" Target="../media/image159.png"/><Relationship Id="rId227" Type="http://schemas.openxmlformats.org/officeDocument/2006/relationships/image" Target="../media/image187.png"/><Relationship Id="rId269" Type="http://schemas.openxmlformats.org/officeDocument/2006/relationships/image" Target="../media/image208.png"/><Relationship Id="rId33" Type="http://schemas.openxmlformats.org/officeDocument/2006/relationships/image" Target="../media/image90.png"/><Relationship Id="rId129" Type="http://schemas.openxmlformats.org/officeDocument/2006/relationships/image" Target="../media/image138.png"/><Relationship Id="rId280" Type="http://schemas.openxmlformats.org/officeDocument/2006/relationships/customXml" Target="../ink/ink205.xml"/><Relationship Id="rId336" Type="http://schemas.openxmlformats.org/officeDocument/2006/relationships/customXml" Target="../ink/ink233.xml"/><Relationship Id="rId75" Type="http://schemas.openxmlformats.org/officeDocument/2006/relationships/image" Target="../media/image111.png"/><Relationship Id="rId140" Type="http://schemas.openxmlformats.org/officeDocument/2006/relationships/customXml" Target="../ink/ink135.xml"/><Relationship Id="rId182" Type="http://schemas.openxmlformats.org/officeDocument/2006/relationships/customXml" Target="../ink/ink156.xml"/><Relationship Id="rId6" Type="http://schemas.openxmlformats.org/officeDocument/2006/relationships/customXml" Target="../ink/ink68.xml"/><Relationship Id="rId238" Type="http://schemas.openxmlformats.org/officeDocument/2006/relationships/customXml" Target="../ink/ink184.xml"/><Relationship Id="rId291" Type="http://schemas.openxmlformats.org/officeDocument/2006/relationships/image" Target="../media/image219.png"/><Relationship Id="rId305" Type="http://schemas.openxmlformats.org/officeDocument/2006/relationships/image" Target="../media/image226.png"/><Relationship Id="rId44" Type="http://schemas.openxmlformats.org/officeDocument/2006/relationships/customXml" Target="../ink/ink87.xml"/><Relationship Id="rId86" Type="http://schemas.openxmlformats.org/officeDocument/2006/relationships/customXml" Target="../ink/ink108.xml"/><Relationship Id="rId151" Type="http://schemas.openxmlformats.org/officeDocument/2006/relationships/image" Target="../media/image149.png"/><Relationship Id="rId193" Type="http://schemas.openxmlformats.org/officeDocument/2006/relationships/image" Target="../media/image170.png"/><Relationship Id="rId207" Type="http://schemas.openxmlformats.org/officeDocument/2006/relationships/image" Target="../media/image177.png"/><Relationship Id="rId249" Type="http://schemas.openxmlformats.org/officeDocument/2006/relationships/image" Target="../media/image198.png"/><Relationship Id="rId13" Type="http://schemas.openxmlformats.org/officeDocument/2006/relationships/image" Target="../media/image80.png"/><Relationship Id="rId109" Type="http://schemas.openxmlformats.org/officeDocument/2006/relationships/image" Target="../media/image128.png"/><Relationship Id="rId260" Type="http://schemas.openxmlformats.org/officeDocument/2006/relationships/customXml" Target="../ink/ink195.xml"/><Relationship Id="rId316" Type="http://schemas.openxmlformats.org/officeDocument/2006/relationships/customXml" Target="../ink/ink223.xml"/><Relationship Id="rId55" Type="http://schemas.openxmlformats.org/officeDocument/2006/relationships/image" Target="../media/image101.png"/><Relationship Id="rId97" Type="http://schemas.openxmlformats.org/officeDocument/2006/relationships/image" Target="../media/image122.png"/><Relationship Id="rId120" Type="http://schemas.openxmlformats.org/officeDocument/2006/relationships/customXml" Target="../ink/ink125.xml"/><Relationship Id="rId162" Type="http://schemas.openxmlformats.org/officeDocument/2006/relationships/customXml" Target="../ink/ink146.xml"/><Relationship Id="rId218" Type="http://schemas.openxmlformats.org/officeDocument/2006/relationships/customXml" Target="../ink/ink174.xml"/><Relationship Id="rId271" Type="http://schemas.openxmlformats.org/officeDocument/2006/relationships/image" Target="../media/image209.png"/><Relationship Id="rId24" Type="http://schemas.openxmlformats.org/officeDocument/2006/relationships/customXml" Target="../ink/ink77.xml"/><Relationship Id="rId66" Type="http://schemas.openxmlformats.org/officeDocument/2006/relationships/customXml" Target="../ink/ink98.xml"/><Relationship Id="rId131" Type="http://schemas.openxmlformats.org/officeDocument/2006/relationships/image" Target="../media/image139.png"/><Relationship Id="rId327" Type="http://schemas.openxmlformats.org/officeDocument/2006/relationships/image" Target="../media/image237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0.png"/><Relationship Id="rId299" Type="http://schemas.openxmlformats.org/officeDocument/2006/relationships/image" Target="../media/image392.png"/><Relationship Id="rId21" Type="http://schemas.openxmlformats.org/officeDocument/2006/relationships/image" Target="../media/image252.png"/><Relationship Id="rId63" Type="http://schemas.openxmlformats.org/officeDocument/2006/relationships/image" Target="../media/image273.png"/><Relationship Id="rId159" Type="http://schemas.openxmlformats.org/officeDocument/2006/relationships/image" Target="../media/image321.png"/><Relationship Id="rId324" Type="http://schemas.openxmlformats.org/officeDocument/2006/relationships/customXml" Target="../ink/ink395.xml"/><Relationship Id="rId366" Type="http://schemas.openxmlformats.org/officeDocument/2006/relationships/customXml" Target="../ink/ink416.xml"/><Relationship Id="rId170" Type="http://schemas.openxmlformats.org/officeDocument/2006/relationships/customXml" Target="../ink/ink318.xml"/><Relationship Id="rId226" Type="http://schemas.openxmlformats.org/officeDocument/2006/relationships/customXml" Target="../ink/ink346.xml"/><Relationship Id="rId433" Type="http://schemas.openxmlformats.org/officeDocument/2006/relationships/image" Target="../media/image460.png"/><Relationship Id="rId268" Type="http://schemas.openxmlformats.org/officeDocument/2006/relationships/customXml" Target="../ink/ink367.xml"/><Relationship Id="rId32" Type="http://schemas.openxmlformats.org/officeDocument/2006/relationships/customXml" Target="../ink/ink249.xml"/><Relationship Id="rId74" Type="http://schemas.openxmlformats.org/officeDocument/2006/relationships/customXml" Target="../ink/ink270.xml"/><Relationship Id="rId128" Type="http://schemas.openxmlformats.org/officeDocument/2006/relationships/customXml" Target="../ink/ink297.xml"/><Relationship Id="rId335" Type="http://schemas.openxmlformats.org/officeDocument/2006/relationships/image" Target="../media/image410.png"/><Relationship Id="rId377" Type="http://schemas.openxmlformats.org/officeDocument/2006/relationships/image" Target="../media/image432.png"/><Relationship Id="rId5" Type="http://schemas.openxmlformats.org/officeDocument/2006/relationships/image" Target="../media/image244.png"/><Relationship Id="rId181" Type="http://schemas.openxmlformats.org/officeDocument/2006/relationships/image" Target="../media/image332.png"/><Relationship Id="rId237" Type="http://schemas.openxmlformats.org/officeDocument/2006/relationships/image" Target="../media/image360.png"/><Relationship Id="rId402" Type="http://schemas.openxmlformats.org/officeDocument/2006/relationships/customXml" Target="../ink/ink434.xml"/><Relationship Id="rId279" Type="http://schemas.openxmlformats.org/officeDocument/2006/relationships/image" Target="../media/image381.png"/><Relationship Id="rId444" Type="http://schemas.openxmlformats.org/officeDocument/2006/relationships/customXml" Target="../ink/ink455.xml"/><Relationship Id="rId43" Type="http://schemas.openxmlformats.org/officeDocument/2006/relationships/image" Target="../media/image263.png"/><Relationship Id="rId139" Type="http://schemas.openxmlformats.org/officeDocument/2006/relationships/image" Target="../media/image311.png"/><Relationship Id="rId290" Type="http://schemas.openxmlformats.org/officeDocument/2006/relationships/customXml" Target="../ink/ink378.xml"/><Relationship Id="rId304" Type="http://schemas.openxmlformats.org/officeDocument/2006/relationships/customXml" Target="../ink/ink385.xml"/><Relationship Id="rId346" Type="http://schemas.openxmlformats.org/officeDocument/2006/relationships/customXml" Target="../ink/ink406.xml"/><Relationship Id="rId388" Type="http://schemas.openxmlformats.org/officeDocument/2006/relationships/customXml" Target="../ink/ink427.xml"/><Relationship Id="rId85" Type="http://schemas.openxmlformats.org/officeDocument/2006/relationships/image" Target="../media/image284.png"/><Relationship Id="rId150" Type="http://schemas.openxmlformats.org/officeDocument/2006/relationships/customXml" Target="../ink/ink308.xml"/><Relationship Id="rId192" Type="http://schemas.openxmlformats.org/officeDocument/2006/relationships/customXml" Target="../ink/ink329.xml"/><Relationship Id="rId206" Type="http://schemas.openxmlformats.org/officeDocument/2006/relationships/customXml" Target="../ink/ink336.xml"/><Relationship Id="rId413" Type="http://schemas.openxmlformats.org/officeDocument/2006/relationships/image" Target="../media/image450.png"/><Relationship Id="rId248" Type="http://schemas.openxmlformats.org/officeDocument/2006/relationships/customXml" Target="../ink/ink357.xml"/><Relationship Id="rId12" Type="http://schemas.openxmlformats.org/officeDocument/2006/relationships/customXml" Target="../ink/ink239.xml"/><Relationship Id="rId108" Type="http://schemas.openxmlformats.org/officeDocument/2006/relationships/customXml" Target="../ink/ink287.xml"/><Relationship Id="rId315" Type="http://schemas.openxmlformats.org/officeDocument/2006/relationships/image" Target="../media/image400.png"/><Relationship Id="rId357" Type="http://schemas.openxmlformats.org/officeDocument/2006/relationships/image" Target="../media/image421.png"/><Relationship Id="rId54" Type="http://schemas.openxmlformats.org/officeDocument/2006/relationships/customXml" Target="../ink/ink260.xml"/><Relationship Id="rId96" Type="http://schemas.openxmlformats.org/officeDocument/2006/relationships/customXml" Target="../ink/ink281.xml"/><Relationship Id="rId161" Type="http://schemas.openxmlformats.org/officeDocument/2006/relationships/image" Target="../media/image322.png"/><Relationship Id="rId217" Type="http://schemas.openxmlformats.org/officeDocument/2006/relationships/image" Target="../media/image350.png"/><Relationship Id="rId399" Type="http://schemas.openxmlformats.org/officeDocument/2006/relationships/image" Target="../media/image443.png"/><Relationship Id="rId259" Type="http://schemas.openxmlformats.org/officeDocument/2006/relationships/image" Target="../media/image371.png"/><Relationship Id="rId424" Type="http://schemas.openxmlformats.org/officeDocument/2006/relationships/customXml" Target="../ink/ink445.xml"/><Relationship Id="rId23" Type="http://schemas.openxmlformats.org/officeDocument/2006/relationships/image" Target="../media/image253.png"/><Relationship Id="rId119" Type="http://schemas.openxmlformats.org/officeDocument/2006/relationships/image" Target="../media/image301.png"/><Relationship Id="rId270" Type="http://schemas.openxmlformats.org/officeDocument/2006/relationships/customXml" Target="../ink/ink368.xml"/><Relationship Id="rId326" Type="http://schemas.openxmlformats.org/officeDocument/2006/relationships/customXml" Target="../ink/ink396.xml"/><Relationship Id="rId65" Type="http://schemas.openxmlformats.org/officeDocument/2006/relationships/image" Target="../media/image274.png"/><Relationship Id="rId130" Type="http://schemas.openxmlformats.org/officeDocument/2006/relationships/customXml" Target="../ink/ink298.xml"/><Relationship Id="rId368" Type="http://schemas.openxmlformats.org/officeDocument/2006/relationships/customXml" Target="../ink/ink417.xml"/><Relationship Id="rId172" Type="http://schemas.openxmlformats.org/officeDocument/2006/relationships/customXml" Target="../ink/ink319.xml"/><Relationship Id="rId228" Type="http://schemas.openxmlformats.org/officeDocument/2006/relationships/customXml" Target="../ink/ink347.xml"/><Relationship Id="rId435" Type="http://schemas.openxmlformats.org/officeDocument/2006/relationships/image" Target="../media/image461.png"/><Relationship Id="rId281" Type="http://schemas.openxmlformats.org/officeDocument/2006/relationships/image" Target="../media/image382.png"/><Relationship Id="rId337" Type="http://schemas.openxmlformats.org/officeDocument/2006/relationships/image" Target="../media/image411.png"/><Relationship Id="rId34" Type="http://schemas.openxmlformats.org/officeDocument/2006/relationships/customXml" Target="../ink/ink250.xml"/><Relationship Id="rId76" Type="http://schemas.openxmlformats.org/officeDocument/2006/relationships/customXml" Target="../ink/ink271.xml"/><Relationship Id="rId141" Type="http://schemas.openxmlformats.org/officeDocument/2006/relationships/image" Target="../media/image312.png"/><Relationship Id="rId379" Type="http://schemas.openxmlformats.org/officeDocument/2006/relationships/image" Target="../media/image433.png"/><Relationship Id="rId7" Type="http://schemas.openxmlformats.org/officeDocument/2006/relationships/image" Target="../media/image245.png"/><Relationship Id="rId183" Type="http://schemas.openxmlformats.org/officeDocument/2006/relationships/image" Target="../media/image333.png"/><Relationship Id="rId239" Type="http://schemas.openxmlformats.org/officeDocument/2006/relationships/image" Target="../media/image361.png"/><Relationship Id="rId390" Type="http://schemas.openxmlformats.org/officeDocument/2006/relationships/customXml" Target="../ink/ink428.xml"/><Relationship Id="rId404" Type="http://schemas.openxmlformats.org/officeDocument/2006/relationships/customXml" Target="../ink/ink435.xml"/><Relationship Id="rId250" Type="http://schemas.openxmlformats.org/officeDocument/2006/relationships/customXml" Target="../ink/ink358.xml"/><Relationship Id="rId292" Type="http://schemas.openxmlformats.org/officeDocument/2006/relationships/customXml" Target="../ink/ink379.xml"/><Relationship Id="rId306" Type="http://schemas.openxmlformats.org/officeDocument/2006/relationships/customXml" Target="../ink/ink386.xml"/><Relationship Id="rId45" Type="http://schemas.openxmlformats.org/officeDocument/2006/relationships/image" Target="../media/image264.png"/><Relationship Id="rId87" Type="http://schemas.openxmlformats.org/officeDocument/2006/relationships/image" Target="../media/image285.png"/><Relationship Id="rId110" Type="http://schemas.openxmlformats.org/officeDocument/2006/relationships/customXml" Target="../ink/ink288.xml"/><Relationship Id="rId348" Type="http://schemas.openxmlformats.org/officeDocument/2006/relationships/customXml" Target="../ink/ink407.xml"/><Relationship Id="rId152" Type="http://schemas.openxmlformats.org/officeDocument/2006/relationships/customXml" Target="../ink/ink309.xml"/><Relationship Id="rId194" Type="http://schemas.openxmlformats.org/officeDocument/2006/relationships/customXml" Target="../ink/ink330.xml"/><Relationship Id="rId208" Type="http://schemas.openxmlformats.org/officeDocument/2006/relationships/customXml" Target="../ink/ink337.xml"/><Relationship Id="rId415" Type="http://schemas.openxmlformats.org/officeDocument/2006/relationships/image" Target="../media/image451.png"/><Relationship Id="rId261" Type="http://schemas.openxmlformats.org/officeDocument/2006/relationships/image" Target="../media/image372.png"/><Relationship Id="rId14" Type="http://schemas.openxmlformats.org/officeDocument/2006/relationships/customXml" Target="../ink/ink240.xml"/><Relationship Id="rId56" Type="http://schemas.openxmlformats.org/officeDocument/2006/relationships/customXml" Target="../ink/ink261.xml"/><Relationship Id="rId317" Type="http://schemas.openxmlformats.org/officeDocument/2006/relationships/image" Target="../media/image401.png"/><Relationship Id="rId359" Type="http://schemas.openxmlformats.org/officeDocument/2006/relationships/image" Target="../media/image422.png"/><Relationship Id="rId98" Type="http://schemas.openxmlformats.org/officeDocument/2006/relationships/customXml" Target="../ink/ink282.xml"/><Relationship Id="rId121" Type="http://schemas.openxmlformats.org/officeDocument/2006/relationships/image" Target="../media/image302.png"/><Relationship Id="rId163" Type="http://schemas.openxmlformats.org/officeDocument/2006/relationships/image" Target="../media/image323.png"/><Relationship Id="rId219" Type="http://schemas.openxmlformats.org/officeDocument/2006/relationships/image" Target="../media/image351.png"/><Relationship Id="rId370" Type="http://schemas.openxmlformats.org/officeDocument/2006/relationships/customXml" Target="../ink/ink418.xml"/><Relationship Id="rId426" Type="http://schemas.openxmlformats.org/officeDocument/2006/relationships/customXml" Target="../ink/ink446.xml"/><Relationship Id="rId230" Type="http://schemas.openxmlformats.org/officeDocument/2006/relationships/customXml" Target="../ink/ink348.xml"/><Relationship Id="rId25" Type="http://schemas.openxmlformats.org/officeDocument/2006/relationships/image" Target="../media/image254.png"/><Relationship Id="rId67" Type="http://schemas.openxmlformats.org/officeDocument/2006/relationships/image" Target="../media/image275.png"/><Relationship Id="rId272" Type="http://schemas.openxmlformats.org/officeDocument/2006/relationships/customXml" Target="../ink/ink369.xml"/><Relationship Id="rId328" Type="http://schemas.openxmlformats.org/officeDocument/2006/relationships/customXml" Target="../ink/ink397.xml"/><Relationship Id="rId132" Type="http://schemas.openxmlformats.org/officeDocument/2006/relationships/customXml" Target="../ink/ink299.xml"/><Relationship Id="rId174" Type="http://schemas.openxmlformats.org/officeDocument/2006/relationships/customXml" Target="../ink/ink320.xml"/><Relationship Id="rId381" Type="http://schemas.openxmlformats.org/officeDocument/2006/relationships/image" Target="../media/image434.png"/><Relationship Id="rId241" Type="http://schemas.openxmlformats.org/officeDocument/2006/relationships/image" Target="../media/image362.png"/><Relationship Id="rId437" Type="http://schemas.openxmlformats.org/officeDocument/2006/relationships/image" Target="../media/image462.png"/><Relationship Id="rId36" Type="http://schemas.openxmlformats.org/officeDocument/2006/relationships/customXml" Target="../ink/ink251.xml"/><Relationship Id="rId283" Type="http://schemas.openxmlformats.org/officeDocument/2006/relationships/image" Target="../media/image383.png"/><Relationship Id="rId339" Type="http://schemas.openxmlformats.org/officeDocument/2006/relationships/image" Target="../media/image412.png"/><Relationship Id="rId78" Type="http://schemas.openxmlformats.org/officeDocument/2006/relationships/customXml" Target="../ink/ink272.xml"/><Relationship Id="rId101" Type="http://schemas.openxmlformats.org/officeDocument/2006/relationships/image" Target="../media/image292.png"/><Relationship Id="rId143" Type="http://schemas.openxmlformats.org/officeDocument/2006/relationships/image" Target="../media/image313.png"/><Relationship Id="rId185" Type="http://schemas.openxmlformats.org/officeDocument/2006/relationships/image" Target="../media/image334.png"/><Relationship Id="rId350" Type="http://schemas.openxmlformats.org/officeDocument/2006/relationships/customXml" Target="../ink/ink408.xml"/><Relationship Id="rId406" Type="http://schemas.openxmlformats.org/officeDocument/2006/relationships/customXml" Target="../ink/ink436.xml"/><Relationship Id="rId9" Type="http://schemas.openxmlformats.org/officeDocument/2006/relationships/image" Target="../media/image246.png"/><Relationship Id="rId210" Type="http://schemas.openxmlformats.org/officeDocument/2006/relationships/customXml" Target="../ink/ink338.xml"/><Relationship Id="rId392" Type="http://schemas.openxmlformats.org/officeDocument/2006/relationships/customXml" Target="../ink/ink429.xml"/><Relationship Id="rId252" Type="http://schemas.openxmlformats.org/officeDocument/2006/relationships/customXml" Target="../ink/ink359.xml"/><Relationship Id="rId294" Type="http://schemas.openxmlformats.org/officeDocument/2006/relationships/customXml" Target="../ink/ink380.xml"/><Relationship Id="rId308" Type="http://schemas.openxmlformats.org/officeDocument/2006/relationships/customXml" Target="../ink/ink387.xml"/><Relationship Id="rId47" Type="http://schemas.openxmlformats.org/officeDocument/2006/relationships/image" Target="../media/image265.png"/><Relationship Id="rId89" Type="http://schemas.openxmlformats.org/officeDocument/2006/relationships/image" Target="../media/image286.png"/><Relationship Id="rId112" Type="http://schemas.openxmlformats.org/officeDocument/2006/relationships/customXml" Target="../ink/ink289.xml"/><Relationship Id="rId154" Type="http://schemas.openxmlformats.org/officeDocument/2006/relationships/customXml" Target="../ink/ink310.xml"/><Relationship Id="rId361" Type="http://schemas.openxmlformats.org/officeDocument/2006/relationships/image" Target="../media/image423.png"/><Relationship Id="rId196" Type="http://schemas.openxmlformats.org/officeDocument/2006/relationships/customXml" Target="../ink/ink331.xml"/><Relationship Id="rId417" Type="http://schemas.openxmlformats.org/officeDocument/2006/relationships/image" Target="../media/image452.png"/><Relationship Id="rId16" Type="http://schemas.openxmlformats.org/officeDocument/2006/relationships/customXml" Target="../ink/ink241.xml"/><Relationship Id="rId221" Type="http://schemas.openxmlformats.org/officeDocument/2006/relationships/image" Target="../media/image352.png"/><Relationship Id="rId263" Type="http://schemas.openxmlformats.org/officeDocument/2006/relationships/image" Target="../media/image373.png"/><Relationship Id="rId319" Type="http://schemas.openxmlformats.org/officeDocument/2006/relationships/image" Target="../media/image402.png"/><Relationship Id="rId58" Type="http://schemas.openxmlformats.org/officeDocument/2006/relationships/customXml" Target="../ink/ink262.xml"/><Relationship Id="rId123" Type="http://schemas.openxmlformats.org/officeDocument/2006/relationships/image" Target="../media/image303.png"/><Relationship Id="rId330" Type="http://schemas.openxmlformats.org/officeDocument/2006/relationships/customXml" Target="../ink/ink398.xml"/><Relationship Id="rId165" Type="http://schemas.openxmlformats.org/officeDocument/2006/relationships/image" Target="../media/image324.png"/><Relationship Id="rId372" Type="http://schemas.openxmlformats.org/officeDocument/2006/relationships/customXml" Target="../ink/ink419.xml"/><Relationship Id="rId428" Type="http://schemas.openxmlformats.org/officeDocument/2006/relationships/customXml" Target="../ink/ink447.xml"/><Relationship Id="rId232" Type="http://schemas.openxmlformats.org/officeDocument/2006/relationships/customXml" Target="../ink/ink349.xml"/><Relationship Id="rId274" Type="http://schemas.openxmlformats.org/officeDocument/2006/relationships/customXml" Target="../ink/ink370.xml"/><Relationship Id="rId27" Type="http://schemas.openxmlformats.org/officeDocument/2006/relationships/image" Target="../media/image255.png"/><Relationship Id="rId69" Type="http://schemas.openxmlformats.org/officeDocument/2006/relationships/image" Target="../media/image276.png"/><Relationship Id="rId134" Type="http://schemas.openxmlformats.org/officeDocument/2006/relationships/customXml" Target="../ink/ink300.xml"/><Relationship Id="rId80" Type="http://schemas.openxmlformats.org/officeDocument/2006/relationships/customXml" Target="../ink/ink273.xml"/><Relationship Id="rId176" Type="http://schemas.openxmlformats.org/officeDocument/2006/relationships/customXml" Target="../ink/ink321.xml"/><Relationship Id="rId341" Type="http://schemas.openxmlformats.org/officeDocument/2006/relationships/image" Target="../media/image413.png"/><Relationship Id="rId383" Type="http://schemas.openxmlformats.org/officeDocument/2006/relationships/image" Target="../media/image435.png"/><Relationship Id="rId439" Type="http://schemas.openxmlformats.org/officeDocument/2006/relationships/image" Target="../media/image463.png"/><Relationship Id="rId201" Type="http://schemas.openxmlformats.org/officeDocument/2006/relationships/image" Target="../media/image342.png"/><Relationship Id="rId243" Type="http://schemas.openxmlformats.org/officeDocument/2006/relationships/image" Target="../media/image363.png"/><Relationship Id="rId285" Type="http://schemas.openxmlformats.org/officeDocument/2006/relationships/image" Target="../media/image384.png"/><Relationship Id="rId38" Type="http://schemas.openxmlformats.org/officeDocument/2006/relationships/customXml" Target="../ink/ink252.xml"/><Relationship Id="rId103" Type="http://schemas.openxmlformats.org/officeDocument/2006/relationships/image" Target="../media/image293.png"/><Relationship Id="rId310" Type="http://schemas.openxmlformats.org/officeDocument/2006/relationships/customXml" Target="../ink/ink388.xml"/><Relationship Id="rId91" Type="http://schemas.openxmlformats.org/officeDocument/2006/relationships/image" Target="../media/image287.png"/><Relationship Id="rId145" Type="http://schemas.openxmlformats.org/officeDocument/2006/relationships/image" Target="../media/image314.png"/><Relationship Id="rId187" Type="http://schemas.openxmlformats.org/officeDocument/2006/relationships/image" Target="../media/image335.png"/><Relationship Id="rId352" Type="http://schemas.openxmlformats.org/officeDocument/2006/relationships/customXml" Target="../ink/ink409.xml"/><Relationship Id="rId394" Type="http://schemas.openxmlformats.org/officeDocument/2006/relationships/customXml" Target="../ink/ink430.xml"/><Relationship Id="rId408" Type="http://schemas.openxmlformats.org/officeDocument/2006/relationships/customXml" Target="../ink/ink437.xml"/><Relationship Id="rId212" Type="http://schemas.openxmlformats.org/officeDocument/2006/relationships/customXml" Target="../ink/ink339.xml"/><Relationship Id="rId254" Type="http://schemas.openxmlformats.org/officeDocument/2006/relationships/customXml" Target="../ink/ink360.xml"/><Relationship Id="rId49" Type="http://schemas.openxmlformats.org/officeDocument/2006/relationships/image" Target="../media/image266.png"/><Relationship Id="rId114" Type="http://schemas.openxmlformats.org/officeDocument/2006/relationships/customXml" Target="../ink/ink290.xml"/><Relationship Id="rId296" Type="http://schemas.openxmlformats.org/officeDocument/2006/relationships/customXml" Target="../ink/ink381.xml"/><Relationship Id="rId60" Type="http://schemas.openxmlformats.org/officeDocument/2006/relationships/customXml" Target="../ink/ink263.xml"/><Relationship Id="rId156" Type="http://schemas.openxmlformats.org/officeDocument/2006/relationships/customXml" Target="../ink/ink311.xml"/><Relationship Id="rId198" Type="http://schemas.openxmlformats.org/officeDocument/2006/relationships/customXml" Target="../ink/ink332.xml"/><Relationship Id="rId321" Type="http://schemas.openxmlformats.org/officeDocument/2006/relationships/image" Target="../media/image403.png"/><Relationship Id="rId363" Type="http://schemas.openxmlformats.org/officeDocument/2006/relationships/image" Target="../media/image424.png"/><Relationship Id="rId419" Type="http://schemas.openxmlformats.org/officeDocument/2006/relationships/image" Target="../media/image453.png"/><Relationship Id="rId223" Type="http://schemas.openxmlformats.org/officeDocument/2006/relationships/image" Target="../media/image353.png"/><Relationship Id="rId430" Type="http://schemas.openxmlformats.org/officeDocument/2006/relationships/customXml" Target="../ink/ink448.xml"/><Relationship Id="rId18" Type="http://schemas.openxmlformats.org/officeDocument/2006/relationships/customXml" Target="../ink/ink242.xml"/><Relationship Id="rId39" Type="http://schemas.openxmlformats.org/officeDocument/2006/relationships/image" Target="../media/image261.png"/><Relationship Id="rId265" Type="http://schemas.openxmlformats.org/officeDocument/2006/relationships/image" Target="../media/image374.png"/><Relationship Id="rId286" Type="http://schemas.openxmlformats.org/officeDocument/2006/relationships/customXml" Target="../ink/ink376.xml"/><Relationship Id="rId50" Type="http://schemas.openxmlformats.org/officeDocument/2006/relationships/customXml" Target="../ink/ink258.xml"/><Relationship Id="rId104" Type="http://schemas.openxmlformats.org/officeDocument/2006/relationships/customXml" Target="../ink/ink285.xml"/><Relationship Id="rId125" Type="http://schemas.openxmlformats.org/officeDocument/2006/relationships/image" Target="../media/image304.png"/><Relationship Id="rId146" Type="http://schemas.openxmlformats.org/officeDocument/2006/relationships/customXml" Target="../ink/ink306.xml"/><Relationship Id="rId167" Type="http://schemas.openxmlformats.org/officeDocument/2006/relationships/image" Target="../media/image325.png"/><Relationship Id="rId188" Type="http://schemas.openxmlformats.org/officeDocument/2006/relationships/customXml" Target="../ink/ink327.xml"/><Relationship Id="rId311" Type="http://schemas.openxmlformats.org/officeDocument/2006/relationships/image" Target="../media/image398.png"/><Relationship Id="rId332" Type="http://schemas.openxmlformats.org/officeDocument/2006/relationships/customXml" Target="../ink/ink399.xml"/><Relationship Id="rId353" Type="http://schemas.openxmlformats.org/officeDocument/2006/relationships/image" Target="../media/image419.png"/><Relationship Id="rId374" Type="http://schemas.openxmlformats.org/officeDocument/2006/relationships/customXml" Target="../ink/ink420.xml"/><Relationship Id="rId395" Type="http://schemas.openxmlformats.org/officeDocument/2006/relationships/image" Target="../media/image441.png"/><Relationship Id="rId409" Type="http://schemas.openxmlformats.org/officeDocument/2006/relationships/image" Target="../media/image448.png"/><Relationship Id="rId71" Type="http://schemas.openxmlformats.org/officeDocument/2006/relationships/image" Target="../media/image277.png"/><Relationship Id="rId92" Type="http://schemas.openxmlformats.org/officeDocument/2006/relationships/customXml" Target="../ink/ink279.xml"/><Relationship Id="rId213" Type="http://schemas.openxmlformats.org/officeDocument/2006/relationships/image" Target="../media/image348.png"/><Relationship Id="rId234" Type="http://schemas.openxmlformats.org/officeDocument/2006/relationships/customXml" Target="../ink/ink350.xml"/><Relationship Id="rId420" Type="http://schemas.openxmlformats.org/officeDocument/2006/relationships/customXml" Target="../ink/ink443.xml"/><Relationship Id="rId2" Type="http://schemas.openxmlformats.org/officeDocument/2006/relationships/customXml" Target="../ink/ink234.xml"/><Relationship Id="rId29" Type="http://schemas.openxmlformats.org/officeDocument/2006/relationships/image" Target="../media/image256.png"/><Relationship Id="rId255" Type="http://schemas.openxmlformats.org/officeDocument/2006/relationships/image" Target="../media/image369.png"/><Relationship Id="rId276" Type="http://schemas.openxmlformats.org/officeDocument/2006/relationships/customXml" Target="../ink/ink371.xml"/><Relationship Id="rId297" Type="http://schemas.openxmlformats.org/officeDocument/2006/relationships/image" Target="../media/image391.png"/><Relationship Id="rId441" Type="http://schemas.openxmlformats.org/officeDocument/2006/relationships/image" Target="../media/image464.png"/><Relationship Id="rId40" Type="http://schemas.openxmlformats.org/officeDocument/2006/relationships/customXml" Target="../ink/ink253.xml"/><Relationship Id="rId115" Type="http://schemas.openxmlformats.org/officeDocument/2006/relationships/image" Target="../media/image299.png"/><Relationship Id="rId136" Type="http://schemas.openxmlformats.org/officeDocument/2006/relationships/customXml" Target="../ink/ink301.xml"/><Relationship Id="rId157" Type="http://schemas.openxmlformats.org/officeDocument/2006/relationships/image" Target="../media/image320.png"/><Relationship Id="rId178" Type="http://schemas.openxmlformats.org/officeDocument/2006/relationships/customXml" Target="../ink/ink322.xml"/><Relationship Id="rId301" Type="http://schemas.openxmlformats.org/officeDocument/2006/relationships/image" Target="../media/image393.png"/><Relationship Id="rId322" Type="http://schemas.openxmlformats.org/officeDocument/2006/relationships/customXml" Target="../ink/ink394.xml"/><Relationship Id="rId343" Type="http://schemas.openxmlformats.org/officeDocument/2006/relationships/image" Target="../media/image414.png"/><Relationship Id="rId364" Type="http://schemas.openxmlformats.org/officeDocument/2006/relationships/customXml" Target="../ink/ink415.xml"/><Relationship Id="rId61" Type="http://schemas.openxmlformats.org/officeDocument/2006/relationships/image" Target="../media/image272.png"/><Relationship Id="rId82" Type="http://schemas.openxmlformats.org/officeDocument/2006/relationships/customXml" Target="../ink/ink274.xml"/><Relationship Id="rId199" Type="http://schemas.openxmlformats.org/officeDocument/2006/relationships/image" Target="../media/image341.png"/><Relationship Id="rId203" Type="http://schemas.openxmlformats.org/officeDocument/2006/relationships/image" Target="../media/image343.png"/><Relationship Id="rId385" Type="http://schemas.openxmlformats.org/officeDocument/2006/relationships/image" Target="../media/image436.png"/><Relationship Id="rId19" Type="http://schemas.openxmlformats.org/officeDocument/2006/relationships/image" Target="../media/image251.png"/><Relationship Id="rId224" Type="http://schemas.openxmlformats.org/officeDocument/2006/relationships/customXml" Target="../ink/ink345.xml"/><Relationship Id="rId245" Type="http://schemas.openxmlformats.org/officeDocument/2006/relationships/image" Target="../media/image364.png"/><Relationship Id="rId266" Type="http://schemas.openxmlformats.org/officeDocument/2006/relationships/customXml" Target="../ink/ink366.xml"/><Relationship Id="rId287" Type="http://schemas.openxmlformats.org/officeDocument/2006/relationships/image" Target="../media/image385.png"/><Relationship Id="rId410" Type="http://schemas.openxmlformats.org/officeDocument/2006/relationships/customXml" Target="../ink/ink438.xml"/><Relationship Id="rId431" Type="http://schemas.openxmlformats.org/officeDocument/2006/relationships/image" Target="../media/image459.png"/><Relationship Id="rId30" Type="http://schemas.openxmlformats.org/officeDocument/2006/relationships/customXml" Target="../ink/ink248.xml"/><Relationship Id="rId105" Type="http://schemas.openxmlformats.org/officeDocument/2006/relationships/image" Target="../media/image294.png"/><Relationship Id="rId126" Type="http://schemas.openxmlformats.org/officeDocument/2006/relationships/customXml" Target="../ink/ink296.xml"/><Relationship Id="rId147" Type="http://schemas.openxmlformats.org/officeDocument/2006/relationships/image" Target="../media/image315.png"/><Relationship Id="rId168" Type="http://schemas.openxmlformats.org/officeDocument/2006/relationships/customXml" Target="../ink/ink317.xml"/><Relationship Id="rId312" Type="http://schemas.openxmlformats.org/officeDocument/2006/relationships/customXml" Target="../ink/ink389.xml"/><Relationship Id="rId333" Type="http://schemas.openxmlformats.org/officeDocument/2006/relationships/image" Target="../media/image409.png"/><Relationship Id="rId354" Type="http://schemas.openxmlformats.org/officeDocument/2006/relationships/customXml" Target="../ink/ink410.xml"/><Relationship Id="rId51" Type="http://schemas.openxmlformats.org/officeDocument/2006/relationships/image" Target="../media/image267.png"/><Relationship Id="rId72" Type="http://schemas.openxmlformats.org/officeDocument/2006/relationships/customXml" Target="../ink/ink269.xml"/><Relationship Id="rId93" Type="http://schemas.openxmlformats.org/officeDocument/2006/relationships/image" Target="../media/image288.png"/><Relationship Id="rId189" Type="http://schemas.openxmlformats.org/officeDocument/2006/relationships/image" Target="../media/image336.png"/><Relationship Id="rId375" Type="http://schemas.openxmlformats.org/officeDocument/2006/relationships/image" Target="../media/image431.png"/><Relationship Id="rId396" Type="http://schemas.openxmlformats.org/officeDocument/2006/relationships/customXml" Target="../ink/ink431.xml"/><Relationship Id="rId3" Type="http://schemas.openxmlformats.org/officeDocument/2006/relationships/image" Target="../media/image243.png"/><Relationship Id="rId214" Type="http://schemas.openxmlformats.org/officeDocument/2006/relationships/customXml" Target="../ink/ink340.xml"/><Relationship Id="rId235" Type="http://schemas.openxmlformats.org/officeDocument/2006/relationships/image" Target="../media/image359.png"/><Relationship Id="rId256" Type="http://schemas.openxmlformats.org/officeDocument/2006/relationships/customXml" Target="../ink/ink361.xml"/><Relationship Id="rId277" Type="http://schemas.openxmlformats.org/officeDocument/2006/relationships/image" Target="../media/image380.png"/><Relationship Id="rId298" Type="http://schemas.openxmlformats.org/officeDocument/2006/relationships/customXml" Target="../ink/ink382.xml"/><Relationship Id="rId400" Type="http://schemas.openxmlformats.org/officeDocument/2006/relationships/customXml" Target="../ink/ink433.xml"/><Relationship Id="rId421" Type="http://schemas.openxmlformats.org/officeDocument/2006/relationships/image" Target="../media/image454.png"/><Relationship Id="rId442" Type="http://schemas.openxmlformats.org/officeDocument/2006/relationships/customXml" Target="../ink/ink454.xml"/><Relationship Id="rId116" Type="http://schemas.openxmlformats.org/officeDocument/2006/relationships/customXml" Target="../ink/ink291.xml"/><Relationship Id="rId137" Type="http://schemas.openxmlformats.org/officeDocument/2006/relationships/image" Target="../media/image310.png"/><Relationship Id="rId158" Type="http://schemas.openxmlformats.org/officeDocument/2006/relationships/customXml" Target="../ink/ink312.xml"/><Relationship Id="rId302" Type="http://schemas.openxmlformats.org/officeDocument/2006/relationships/customXml" Target="../ink/ink384.xml"/><Relationship Id="rId323" Type="http://schemas.openxmlformats.org/officeDocument/2006/relationships/image" Target="../media/image404.png"/><Relationship Id="rId344" Type="http://schemas.openxmlformats.org/officeDocument/2006/relationships/customXml" Target="../ink/ink405.xml"/><Relationship Id="rId20" Type="http://schemas.openxmlformats.org/officeDocument/2006/relationships/customXml" Target="../ink/ink243.xml"/><Relationship Id="rId41" Type="http://schemas.openxmlformats.org/officeDocument/2006/relationships/image" Target="../media/image262.png"/><Relationship Id="rId62" Type="http://schemas.openxmlformats.org/officeDocument/2006/relationships/customXml" Target="../ink/ink264.xml"/><Relationship Id="rId83" Type="http://schemas.openxmlformats.org/officeDocument/2006/relationships/image" Target="../media/image283.png"/><Relationship Id="rId179" Type="http://schemas.openxmlformats.org/officeDocument/2006/relationships/image" Target="../media/image331.png"/><Relationship Id="rId365" Type="http://schemas.openxmlformats.org/officeDocument/2006/relationships/image" Target="../media/image425.png"/><Relationship Id="rId386" Type="http://schemas.openxmlformats.org/officeDocument/2006/relationships/customXml" Target="../ink/ink426.xml"/><Relationship Id="rId190" Type="http://schemas.openxmlformats.org/officeDocument/2006/relationships/customXml" Target="../ink/ink328.xml"/><Relationship Id="rId204" Type="http://schemas.openxmlformats.org/officeDocument/2006/relationships/customXml" Target="../ink/ink335.xml"/><Relationship Id="rId225" Type="http://schemas.openxmlformats.org/officeDocument/2006/relationships/image" Target="../media/image354.png"/><Relationship Id="rId246" Type="http://schemas.openxmlformats.org/officeDocument/2006/relationships/customXml" Target="../ink/ink356.xml"/><Relationship Id="rId267" Type="http://schemas.openxmlformats.org/officeDocument/2006/relationships/image" Target="../media/image375.png"/><Relationship Id="rId288" Type="http://schemas.openxmlformats.org/officeDocument/2006/relationships/customXml" Target="../ink/ink377.xml"/><Relationship Id="rId411" Type="http://schemas.openxmlformats.org/officeDocument/2006/relationships/image" Target="../media/image449.png"/><Relationship Id="rId432" Type="http://schemas.openxmlformats.org/officeDocument/2006/relationships/customXml" Target="../ink/ink449.xml"/><Relationship Id="rId106" Type="http://schemas.openxmlformats.org/officeDocument/2006/relationships/customXml" Target="../ink/ink286.xml"/><Relationship Id="rId127" Type="http://schemas.openxmlformats.org/officeDocument/2006/relationships/image" Target="../media/image305.png"/><Relationship Id="rId313" Type="http://schemas.openxmlformats.org/officeDocument/2006/relationships/image" Target="../media/image399.png"/><Relationship Id="rId10" Type="http://schemas.openxmlformats.org/officeDocument/2006/relationships/customXml" Target="../ink/ink238.xml"/><Relationship Id="rId31" Type="http://schemas.openxmlformats.org/officeDocument/2006/relationships/image" Target="../media/image257.png"/><Relationship Id="rId52" Type="http://schemas.openxmlformats.org/officeDocument/2006/relationships/customXml" Target="../ink/ink259.xml"/><Relationship Id="rId73" Type="http://schemas.openxmlformats.org/officeDocument/2006/relationships/image" Target="../media/image278.png"/><Relationship Id="rId94" Type="http://schemas.openxmlformats.org/officeDocument/2006/relationships/customXml" Target="../ink/ink280.xml"/><Relationship Id="rId148" Type="http://schemas.openxmlformats.org/officeDocument/2006/relationships/customXml" Target="../ink/ink307.xml"/><Relationship Id="rId169" Type="http://schemas.openxmlformats.org/officeDocument/2006/relationships/image" Target="../media/image326.png"/><Relationship Id="rId334" Type="http://schemas.openxmlformats.org/officeDocument/2006/relationships/customXml" Target="../ink/ink400.xml"/><Relationship Id="rId355" Type="http://schemas.openxmlformats.org/officeDocument/2006/relationships/image" Target="../media/image420.png"/><Relationship Id="rId376" Type="http://schemas.openxmlformats.org/officeDocument/2006/relationships/customXml" Target="../ink/ink421.xml"/><Relationship Id="rId397" Type="http://schemas.openxmlformats.org/officeDocument/2006/relationships/image" Target="../media/image442.png"/><Relationship Id="rId4" Type="http://schemas.openxmlformats.org/officeDocument/2006/relationships/customXml" Target="../ink/ink235.xml"/><Relationship Id="rId180" Type="http://schemas.openxmlformats.org/officeDocument/2006/relationships/customXml" Target="../ink/ink323.xml"/><Relationship Id="rId215" Type="http://schemas.openxmlformats.org/officeDocument/2006/relationships/image" Target="../media/image349.png"/><Relationship Id="rId236" Type="http://schemas.openxmlformats.org/officeDocument/2006/relationships/customXml" Target="../ink/ink351.xml"/><Relationship Id="rId257" Type="http://schemas.openxmlformats.org/officeDocument/2006/relationships/image" Target="../media/image370.png"/><Relationship Id="rId278" Type="http://schemas.openxmlformats.org/officeDocument/2006/relationships/customXml" Target="../ink/ink372.xml"/><Relationship Id="rId401" Type="http://schemas.openxmlformats.org/officeDocument/2006/relationships/image" Target="../media/image444.png"/><Relationship Id="rId422" Type="http://schemas.openxmlformats.org/officeDocument/2006/relationships/customXml" Target="../ink/ink444.xml"/><Relationship Id="rId443" Type="http://schemas.openxmlformats.org/officeDocument/2006/relationships/image" Target="../media/image465.png"/><Relationship Id="rId303" Type="http://schemas.openxmlformats.org/officeDocument/2006/relationships/image" Target="../media/image394.png"/><Relationship Id="rId42" Type="http://schemas.openxmlformats.org/officeDocument/2006/relationships/customXml" Target="../ink/ink254.xml"/><Relationship Id="rId84" Type="http://schemas.openxmlformats.org/officeDocument/2006/relationships/customXml" Target="../ink/ink275.xml"/><Relationship Id="rId138" Type="http://schemas.openxmlformats.org/officeDocument/2006/relationships/customXml" Target="../ink/ink302.xml"/><Relationship Id="rId345" Type="http://schemas.openxmlformats.org/officeDocument/2006/relationships/image" Target="../media/image415.png"/><Relationship Id="rId387" Type="http://schemas.openxmlformats.org/officeDocument/2006/relationships/image" Target="../media/image437.png"/><Relationship Id="rId191" Type="http://schemas.openxmlformats.org/officeDocument/2006/relationships/image" Target="../media/image337.png"/><Relationship Id="rId205" Type="http://schemas.openxmlformats.org/officeDocument/2006/relationships/image" Target="../media/image344.png"/><Relationship Id="rId247" Type="http://schemas.openxmlformats.org/officeDocument/2006/relationships/image" Target="../media/image365.png"/><Relationship Id="rId412" Type="http://schemas.openxmlformats.org/officeDocument/2006/relationships/customXml" Target="../ink/ink439.xml"/><Relationship Id="rId107" Type="http://schemas.openxmlformats.org/officeDocument/2006/relationships/image" Target="../media/image295.png"/><Relationship Id="rId289" Type="http://schemas.openxmlformats.org/officeDocument/2006/relationships/image" Target="../media/image386.png"/><Relationship Id="rId11" Type="http://schemas.openxmlformats.org/officeDocument/2006/relationships/image" Target="../media/image247.png"/><Relationship Id="rId53" Type="http://schemas.openxmlformats.org/officeDocument/2006/relationships/image" Target="../media/image268.png"/><Relationship Id="rId149" Type="http://schemas.openxmlformats.org/officeDocument/2006/relationships/image" Target="../media/image316.png"/><Relationship Id="rId314" Type="http://schemas.openxmlformats.org/officeDocument/2006/relationships/customXml" Target="../ink/ink390.xml"/><Relationship Id="rId356" Type="http://schemas.openxmlformats.org/officeDocument/2006/relationships/customXml" Target="../ink/ink411.xml"/><Relationship Id="rId398" Type="http://schemas.openxmlformats.org/officeDocument/2006/relationships/customXml" Target="../ink/ink432.xml"/><Relationship Id="rId95" Type="http://schemas.openxmlformats.org/officeDocument/2006/relationships/image" Target="../media/image289.png"/><Relationship Id="rId160" Type="http://schemas.openxmlformats.org/officeDocument/2006/relationships/customXml" Target="../ink/ink313.xml"/><Relationship Id="rId216" Type="http://schemas.openxmlformats.org/officeDocument/2006/relationships/customXml" Target="../ink/ink341.xml"/><Relationship Id="rId423" Type="http://schemas.openxmlformats.org/officeDocument/2006/relationships/image" Target="../media/image455.png"/><Relationship Id="rId258" Type="http://schemas.openxmlformats.org/officeDocument/2006/relationships/customXml" Target="../ink/ink362.xml"/><Relationship Id="rId22" Type="http://schemas.openxmlformats.org/officeDocument/2006/relationships/customXml" Target="../ink/ink244.xml"/><Relationship Id="rId64" Type="http://schemas.openxmlformats.org/officeDocument/2006/relationships/customXml" Target="../ink/ink265.xml"/><Relationship Id="rId118" Type="http://schemas.openxmlformats.org/officeDocument/2006/relationships/customXml" Target="../ink/ink292.xml"/><Relationship Id="rId325" Type="http://schemas.openxmlformats.org/officeDocument/2006/relationships/image" Target="../media/image405.png"/><Relationship Id="rId367" Type="http://schemas.openxmlformats.org/officeDocument/2006/relationships/image" Target="../media/image426.png"/><Relationship Id="rId171" Type="http://schemas.openxmlformats.org/officeDocument/2006/relationships/image" Target="../media/image327.png"/><Relationship Id="rId227" Type="http://schemas.openxmlformats.org/officeDocument/2006/relationships/image" Target="../media/image355.png"/><Relationship Id="rId269" Type="http://schemas.openxmlformats.org/officeDocument/2006/relationships/image" Target="../media/image376.png"/><Relationship Id="rId434" Type="http://schemas.openxmlformats.org/officeDocument/2006/relationships/customXml" Target="../ink/ink450.xml"/><Relationship Id="rId33" Type="http://schemas.openxmlformats.org/officeDocument/2006/relationships/image" Target="../media/image258.png"/><Relationship Id="rId129" Type="http://schemas.openxmlformats.org/officeDocument/2006/relationships/image" Target="../media/image306.png"/><Relationship Id="rId280" Type="http://schemas.openxmlformats.org/officeDocument/2006/relationships/customXml" Target="../ink/ink373.xml"/><Relationship Id="rId336" Type="http://schemas.openxmlformats.org/officeDocument/2006/relationships/customXml" Target="../ink/ink401.xml"/><Relationship Id="rId75" Type="http://schemas.openxmlformats.org/officeDocument/2006/relationships/image" Target="../media/image279.png"/><Relationship Id="rId140" Type="http://schemas.openxmlformats.org/officeDocument/2006/relationships/customXml" Target="../ink/ink303.xml"/><Relationship Id="rId182" Type="http://schemas.openxmlformats.org/officeDocument/2006/relationships/customXml" Target="../ink/ink324.xml"/><Relationship Id="rId378" Type="http://schemas.openxmlformats.org/officeDocument/2006/relationships/customXml" Target="../ink/ink422.xml"/><Relationship Id="rId403" Type="http://schemas.openxmlformats.org/officeDocument/2006/relationships/image" Target="../media/image445.png"/><Relationship Id="rId6" Type="http://schemas.openxmlformats.org/officeDocument/2006/relationships/customXml" Target="../ink/ink236.xml"/><Relationship Id="rId238" Type="http://schemas.openxmlformats.org/officeDocument/2006/relationships/customXml" Target="../ink/ink352.xml"/><Relationship Id="rId445" Type="http://schemas.openxmlformats.org/officeDocument/2006/relationships/image" Target="../media/image466.png"/><Relationship Id="rId291" Type="http://schemas.openxmlformats.org/officeDocument/2006/relationships/image" Target="../media/image387.png"/><Relationship Id="rId305" Type="http://schemas.openxmlformats.org/officeDocument/2006/relationships/image" Target="../media/image395.png"/><Relationship Id="rId347" Type="http://schemas.openxmlformats.org/officeDocument/2006/relationships/image" Target="../media/image416.png"/><Relationship Id="rId44" Type="http://schemas.openxmlformats.org/officeDocument/2006/relationships/customXml" Target="../ink/ink255.xml"/><Relationship Id="rId86" Type="http://schemas.openxmlformats.org/officeDocument/2006/relationships/customXml" Target="../ink/ink276.xml"/><Relationship Id="rId151" Type="http://schemas.openxmlformats.org/officeDocument/2006/relationships/image" Target="../media/image317.png"/><Relationship Id="rId389" Type="http://schemas.openxmlformats.org/officeDocument/2006/relationships/image" Target="../media/image438.png"/><Relationship Id="rId193" Type="http://schemas.openxmlformats.org/officeDocument/2006/relationships/image" Target="../media/image338.png"/><Relationship Id="rId207" Type="http://schemas.openxmlformats.org/officeDocument/2006/relationships/image" Target="../media/image345.png"/><Relationship Id="rId249" Type="http://schemas.openxmlformats.org/officeDocument/2006/relationships/image" Target="../media/image366.png"/><Relationship Id="rId414" Type="http://schemas.openxmlformats.org/officeDocument/2006/relationships/customXml" Target="../ink/ink440.xml"/><Relationship Id="rId13" Type="http://schemas.openxmlformats.org/officeDocument/2006/relationships/image" Target="../media/image248.png"/><Relationship Id="rId109" Type="http://schemas.openxmlformats.org/officeDocument/2006/relationships/image" Target="../media/image296.png"/><Relationship Id="rId260" Type="http://schemas.openxmlformats.org/officeDocument/2006/relationships/customXml" Target="../ink/ink363.xml"/><Relationship Id="rId316" Type="http://schemas.openxmlformats.org/officeDocument/2006/relationships/customXml" Target="../ink/ink391.xml"/><Relationship Id="rId55" Type="http://schemas.openxmlformats.org/officeDocument/2006/relationships/image" Target="../media/image269.png"/><Relationship Id="rId97" Type="http://schemas.openxmlformats.org/officeDocument/2006/relationships/image" Target="../media/image290.png"/><Relationship Id="rId120" Type="http://schemas.openxmlformats.org/officeDocument/2006/relationships/customXml" Target="../ink/ink293.xml"/><Relationship Id="rId358" Type="http://schemas.openxmlformats.org/officeDocument/2006/relationships/customXml" Target="../ink/ink412.xml"/><Relationship Id="rId162" Type="http://schemas.openxmlformats.org/officeDocument/2006/relationships/customXml" Target="../ink/ink314.xml"/><Relationship Id="rId218" Type="http://schemas.openxmlformats.org/officeDocument/2006/relationships/customXml" Target="../ink/ink342.xml"/><Relationship Id="rId425" Type="http://schemas.openxmlformats.org/officeDocument/2006/relationships/image" Target="../media/image456.png"/><Relationship Id="rId271" Type="http://schemas.openxmlformats.org/officeDocument/2006/relationships/image" Target="../media/image377.png"/><Relationship Id="rId24" Type="http://schemas.openxmlformats.org/officeDocument/2006/relationships/customXml" Target="../ink/ink245.xml"/><Relationship Id="rId66" Type="http://schemas.openxmlformats.org/officeDocument/2006/relationships/customXml" Target="../ink/ink266.xml"/><Relationship Id="rId131" Type="http://schemas.openxmlformats.org/officeDocument/2006/relationships/image" Target="../media/image307.png"/><Relationship Id="rId327" Type="http://schemas.openxmlformats.org/officeDocument/2006/relationships/image" Target="../media/image406.png"/><Relationship Id="rId369" Type="http://schemas.openxmlformats.org/officeDocument/2006/relationships/image" Target="../media/image427.png"/><Relationship Id="rId173" Type="http://schemas.openxmlformats.org/officeDocument/2006/relationships/image" Target="../media/image328.png"/><Relationship Id="rId229" Type="http://schemas.openxmlformats.org/officeDocument/2006/relationships/image" Target="../media/image356.png"/><Relationship Id="rId380" Type="http://schemas.openxmlformats.org/officeDocument/2006/relationships/customXml" Target="../ink/ink423.xml"/><Relationship Id="rId436" Type="http://schemas.openxmlformats.org/officeDocument/2006/relationships/customXml" Target="../ink/ink451.xml"/><Relationship Id="rId240" Type="http://schemas.openxmlformats.org/officeDocument/2006/relationships/customXml" Target="../ink/ink353.xml"/><Relationship Id="rId35" Type="http://schemas.openxmlformats.org/officeDocument/2006/relationships/image" Target="../media/image259.png"/><Relationship Id="rId77" Type="http://schemas.openxmlformats.org/officeDocument/2006/relationships/image" Target="../media/image280.png"/><Relationship Id="rId100" Type="http://schemas.openxmlformats.org/officeDocument/2006/relationships/customXml" Target="../ink/ink283.xml"/><Relationship Id="rId282" Type="http://schemas.openxmlformats.org/officeDocument/2006/relationships/customXml" Target="../ink/ink374.xml"/><Relationship Id="rId338" Type="http://schemas.openxmlformats.org/officeDocument/2006/relationships/customXml" Target="../ink/ink402.xml"/><Relationship Id="rId8" Type="http://schemas.openxmlformats.org/officeDocument/2006/relationships/customXml" Target="../ink/ink237.xml"/><Relationship Id="rId142" Type="http://schemas.openxmlformats.org/officeDocument/2006/relationships/customXml" Target="../ink/ink304.xml"/><Relationship Id="rId184" Type="http://schemas.openxmlformats.org/officeDocument/2006/relationships/customXml" Target="../ink/ink325.xml"/><Relationship Id="rId391" Type="http://schemas.openxmlformats.org/officeDocument/2006/relationships/image" Target="../media/image439.png"/><Relationship Id="rId405" Type="http://schemas.openxmlformats.org/officeDocument/2006/relationships/image" Target="../media/image446.png"/><Relationship Id="rId251" Type="http://schemas.openxmlformats.org/officeDocument/2006/relationships/image" Target="../media/image367.png"/><Relationship Id="rId46" Type="http://schemas.openxmlformats.org/officeDocument/2006/relationships/customXml" Target="../ink/ink256.xml"/><Relationship Id="rId293" Type="http://schemas.openxmlformats.org/officeDocument/2006/relationships/image" Target="../media/image388.png"/><Relationship Id="rId307" Type="http://schemas.openxmlformats.org/officeDocument/2006/relationships/image" Target="../media/image396.png"/><Relationship Id="rId349" Type="http://schemas.openxmlformats.org/officeDocument/2006/relationships/image" Target="../media/image417.png"/><Relationship Id="rId88" Type="http://schemas.openxmlformats.org/officeDocument/2006/relationships/customXml" Target="../ink/ink277.xml"/><Relationship Id="rId111" Type="http://schemas.openxmlformats.org/officeDocument/2006/relationships/image" Target="../media/image297.png"/><Relationship Id="rId153" Type="http://schemas.openxmlformats.org/officeDocument/2006/relationships/image" Target="../media/image318.png"/><Relationship Id="rId195" Type="http://schemas.openxmlformats.org/officeDocument/2006/relationships/image" Target="../media/image339.png"/><Relationship Id="rId209" Type="http://schemas.openxmlformats.org/officeDocument/2006/relationships/image" Target="../media/image346.png"/><Relationship Id="rId360" Type="http://schemas.openxmlformats.org/officeDocument/2006/relationships/customXml" Target="../ink/ink413.xml"/><Relationship Id="rId416" Type="http://schemas.openxmlformats.org/officeDocument/2006/relationships/customXml" Target="../ink/ink441.xml"/><Relationship Id="rId220" Type="http://schemas.openxmlformats.org/officeDocument/2006/relationships/customXml" Target="../ink/ink343.xml"/><Relationship Id="rId15" Type="http://schemas.openxmlformats.org/officeDocument/2006/relationships/image" Target="../media/image249.png"/><Relationship Id="rId57" Type="http://schemas.openxmlformats.org/officeDocument/2006/relationships/image" Target="../media/image270.png"/><Relationship Id="rId262" Type="http://schemas.openxmlformats.org/officeDocument/2006/relationships/customXml" Target="../ink/ink364.xml"/><Relationship Id="rId318" Type="http://schemas.openxmlformats.org/officeDocument/2006/relationships/customXml" Target="../ink/ink392.xml"/><Relationship Id="rId99" Type="http://schemas.openxmlformats.org/officeDocument/2006/relationships/image" Target="../media/image291.png"/><Relationship Id="rId122" Type="http://schemas.openxmlformats.org/officeDocument/2006/relationships/customXml" Target="../ink/ink294.xml"/><Relationship Id="rId164" Type="http://schemas.openxmlformats.org/officeDocument/2006/relationships/customXml" Target="../ink/ink315.xml"/><Relationship Id="rId371" Type="http://schemas.openxmlformats.org/officeDocument/2006/relationships/image" Target="../media/image428.png"/><Relationship Id="rId427" Type="http://schemas.openxmlformats.org/officeDocument/2006/relationships/image" Target="../media/image457.png"/><Relationship Id="rId26" Type="http://schemas.openxmlformats.org/officeDocument/2006/relationships/customXml" Target="../ink/ink246.xml"/><Relationship Id="rId231" Type="http://schemas.openxmlformats.org/officeDocument/2006/relationships/image" Target="../media/image357.png"/><Relationship Id="rId273" Type="http://schemas.openxmlformats.org/officeDocument/2006/relationships/image" Target="../media/image378.png"/><Relationship Id="rId329" Type="http://schemas.openxmlformats.org/officeDocument/2006/relationships/image" Target="../media/image407.png"/><Relationship Id="rId68" Type="http://schemas.openxmlformats.org/officeDocument/2006/relationships/customXml" Target="../ink/ink267.xml"/><Relationship Id="rId133" Type="http://schemas.openxmlformats.org/officeDocument/2006/relationships/image" Target="../media/image308.png"/><Relationship Id="rId175" Type="http://schemas.openxmlformats.org/officeDocument/2006/relationships/image" Target="../media/image329.png"/><Relationship Id="rId340" Type="http://schemas.openxmlformats.org/officeDocument/2006/relationships/customXml" Target="../ink/ink403.xml"/><Relationship Id="rId200" Type="http://schemas.openxmlformats.org/officeDocument/2006/relationships/customXml" Target="../ink/ink333.xml"/><Relationship Id="rId382" Type="http://schemas.openxmlformats.org/officeDocument/2006/relationships/customXml" Target="../ink/ink424.xml"/><Relationship Id="rId438" Type="http://schemas.openxmlformats.org/officeDocument/2006/relationships/customXml" Target="../ink/ink452.xml"/><Relationship Id="rId242" Type="http://schemas.openxmlformats.org/officeDocument/2006/relationships/customXml" Target="../ink/ink354.xml"/><Relationship Id="rId284" Type="http://schemas.openxmlformats.org/officeDocument/2006/relationships/customXml" Target="../ink/ink375.xml"/><Relationship Id="rId37" Type="http://schemas.openxmlformats.org/officeDocument/2006/relationships/image" Target="../media/image260.png"/><Relationship Id="rId79" Type="http://schemas.openxmlformats.org/officeDocument/2006/relationships/image" Target="../media/image281.png"/><Relationship Id="rId102" Type="http://schemas.openxmlformats.org/officeDocument/2006/relationships/customXml" Target="../ink/ink284.xml"/><Relationship Id="rId144" Type="http://schemas.openxmlformats.org/officeDocument/2006/relationships/customXml" Target="../ink/ink305.xml"/><Relationship Id="rId90" Type="http://schemas.openxmlformats.org/officeDocument/2006/relationships/customXml" Target="../ink/ink278.xml"/><Relationship Id="rId186" Type="http://schemas.openxmlformats.org/officeDocument/2006/relationships/customXml" Target="../ink/ink326.xml"/><Relationship Id="rId351" Type="http://schemas.openxmlformats.org/officeDocument/2006/relationships/image" Target="../media/image418.png"/><Relationship Id="rId393" Type="http://schemas.openxmlformats.org/officeDocument/2006/relationships/image" Target="../media/image440.png"/><Relationship Id="rId407" Type="http://schemas.openxmlformats.org/officeDocument/2006/relationships/image" Target="../media/image447.png"/><Relationship Id="rId211" Type="http://schemas.openxmlformats.org/officeDocument/2006/relationships/image" Target="../media/image347.png"/><Relationship Id="rId253" Type="http://schemas.openxmlformats.org/officeDocument/2006/relationships/image" Target="../media/image368.png"/><Relationship Id="rId295" Type="http://schemas.openxmlformats.org/officeDocument/2006/relationships/image" Target="../media/image389.png"/><Relationship Id="rId309" Type="http://schemas.openxmlformats.org/officeDocument/2006/relationships/image" Target="../media/image397.png"/><Relationship Id="rId48" Type="http://schemas.openxmlformats.org/officeDocument/2006/relationships/customXml" Target="../ink/ink257.xml"/><Relationship Id="rId113" Type="http://schemas.openxmlformats.org/officeDocument/2006/relationships/image" Target="../media/image298.png"/><Relationship Id="rId320" Type="http://schemas.openxmlformats.org/officeDocument/2006/relationships/customXml" Target="../ink/ink393.xml"/><Relationship Id="rId155" Type="http://schemas.openxmlformats.org/officeDocument/2006/relationships/image" Target="../media/image319.png"/><Relationship Id="rId197" Type="http://schemas.openxmlformats.org/officeDocument/2006/relationships/image" Target="../media/image340.png"/><Relationship Id="rId362" Type="http://schemas.openxmlformats.org/officeDocument/2006/relationships/customXml" Target="../ink/ink414.xml"/><Relationship Id="rId418" Type="http://schemas.openxmlformats.org/officeDocument/2006/relationships/customXml" Target="../ink/ink442.xml"/><Relationship Id="rId222" Type="http://schemas.openxmlformats.org/officeDocument/2006/relationships/customXml" Target="../ink/ink344.xml"/><Relationship Id="rId264" Type="http://schemas.openxmlformats.org/officeDocument/2006/relationships/customXml" Target="../ink/ink365.xml"/><Relationship Id="rId17" Type="http://schemas.openxmlformats.org/officeDocument/2006/relationships/image" Target="../media/image250.png"/><Relationship Id="rId59" Type="http://schemas.openxmlformats.org/officeDocument/2006/relationships/image" Target="../media/image271.png"/><Relationship Id="rId124" Type="http://schemas.openxmlformats.org/officeDocument/2006/relationships/customXml" Target="../ink/ink295.xml"/><Relationship Id="rId70" Type="http://schemas.openxmlformats.org/officeDocument/2006/relationships/customXml" Target="../ink/ink268.xml"/><Relationship Id="rId166" Type="http://schemas.openxmlformats.org/officeDocument/2006/relationships/customXml" Target="../ink/ink316.xml"/><Relationship Id="rId331" Type="http://schemas.openxmlformats.org/officeDocument/2006/relationships/image" Target="../media/image408.png"/><Relationship Id="rId373" Type="http://schemas.openxmlformats.org/officeDocument/2006/relationships/image" Target="../media/image429.png"/><Relationship Id="rId429" Type="http://schemas.openxmlformats.org/officeDocument/2006/relationships/image" Target="../media/image45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58.png"/><Relationship Id="rId440" Type="http://schemas.openxmlformats.org/officeDocument/2006/relationships/customXml" Target="../ink/ink453.xml"/><Relationship Id="rId28" Type="http://schemas.openxmlformats.org/officeDocument/2006/relationships/customXml" Target="../ink/ink247.xml"/><Relationship Id="rId275" Type="http://schemas.openxmlformats.org/officeDocument/2006/relationships/image" Target="../media/image379.png"/><Relationship Id="rId300" Type="http://schemas.openxmlformats.org/officeDocument/2006/relationships/customXml" Target="../ink/ink383.xml"/><Relationship Id="rId81" Type="http://schemas.openxmlformats.org/officeDocument/2006/relationships/image" Target="../media/image282.png"/><Relationship Id="rId135" Type="http://schemas.openxmlformats.org/officeDocument/2006/relationships/image" Target="../media/image309.png"/><Relationship Id="rId177" Type="http://schemas.openxmlformats.org/officeDocument/2006/relationships/image" Target="../media/image330.png"/><Relationship Id="rId342" Type="http://schemas.openxmlformats.org/officeDocument/2006/relationships/customXml" Target="../ink/ink404.xml"/><Relationship Id="rId384" Type="http://schemas.openxmlformats.org/officeDocument/2006/relationships/customXml" Target="../ink/ink425.xml"/><Relationship Id="rId202" Type="http://schemas.openxmlformats.org/officeDocument/2006/relationships/customXml" Target="../ink/ink334.xml"/><Relationship Id="rId244" Type="http://schemas.openxmlformats.org/officeDocument/2006/relationships/customXml" Target="../ink/ink355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.png"/><Relationship Id="rId299" Type="http://schemas.openxmlformats.org/officeDocument/2006/relationships/image" Target="../media/image615.png"/><Relationship Id="rId21" Type="http://schemas.openxmlformats.org/officeDocument/2006/relationships/image" Target="../media/image476.png"/><Relationship Id="rId63" Type="http://schemas.openxmlformats.org/officeDocument/2006/relationships/image" Target="../media/image497.png"/><Relationship Id="rId159" Type="http://schemas.openxmlformats.org/officeDocument/2006/relationships/image" Target="../media/image545.png"/><Relationship Id="rId170" Type="http://schemas.openxmlformats.org/officeDocument/2006/relationships/customXml" Target="../ink/ink540.xml"/><Relationship Id="rId226" Type="http://schemas.openxmlformats.org/officeDocument/2006/relationships/customXml" Target="../ink/ink568.xml"/><Relationship Id="rId268" Type="http://schemas.openxmlformats.org/officeDocument/2006/relationships/customXml" Target="../ink/ink589.xml"/><Relationship Id="rId32" Type="http://schemas.openxmlformats.org/officeDocument/2006/relationships/customXml" Target="../ink/ink471.xml"/><Relationship Id="rId74" Type="http://schemas.openxmlformats.org/officeDocument/2006/relationships/customXml" Target="../ink/ink492.xml"/><Relationship Id="rId128" Type="http://schemas.openxmlformats.org/officeDocument/2006/relationships/customXml" Target="../ink/ink519.xml"/><Relationship Id="rId5" Type="http://schemas.openxmlformats.org/officeDocument/2006/relationships/image" Target="../media/image468.png"/><Relationship Id="rId181" Type="http://schemas.openxmlformats.org/officeDocument/2006/relationships/image" Target="../media/image556.png"/><Relationship Id="rId237" Type="http://schemas.openxmlformats.org/officeDocument/2006/relationships/image" Target="../media/image584.png"/><Relationship Id="rId279" Type="http://schemas.openxmlformats.org/officeDocument/2006/relationships/image" Target="../media/image605.png"/><Relationship Id="rId43" Type="http://schemas.openxmlformats.org/officeDocument/2006/relationships/image" Target="../media/image487.png"/><Relationship Id="rId139" Type="http://schemas.openxmlformats.org/officeDocument/2006/relationships/image" Target="../media/image535.png"/><Relationship Id="rId290" Type="http://schemas.openxmlformats.org/officeDocument/2006/relationships/customXml" Target="../ink/ink600.xml"/><Relationship Id="rId85" Type="http://schemas.openxmlformats.org/officeDocument/2006/relationships/image" Target="../media/image508.png"/><Relationship Id="rId150" Type="http://schemas.openxmlformats.org/officeDocument/2006/relationships/customXml" Target="../ink/ink530.xml"/><Relationship Id="rId192" Type="http://schemas.openxmlformats.org/officeDocument/2006/relationships/customXml" Target="../ink/ink551.xml"/><Relationship Id="rId206" Type="http://schemas.openxmlformats.org/officeDocument/2006/relationships/customXml" Target="../ink/ink558.xml"/><Relationship Id="rId248" Type="http://schemas.openxmlformats.org/officeDocument/2006/relationships/customXml" Target="../ink/ink579.xml"/><Relationship Id="rId12" Type="http://schemas.openxmlformats.org/officeDocument/2006/relationships/customXml" Target="../ink/ink461.xml"/><Relationship Id="rId108" Type="http://schemas.openxmlformats.org/officeDocument/2006/relationships/customXml" Target="../ink/ink509.xml"/><Relationship Id="rId54" Type="http://schemas.openxmlformats.org/officeDocument/2006/relationships/customXml" Target="../ink/ink482.xml"/><Relationship Id="rId96" Type="http://schemas.openxmlformats.org/officeDocument/2006/relationships/customXml" Target="../ink/ink503.xml"/><Relationship Id="rId161" Type="http://schemas.openxmlformats.org/officeDocument/2006/relationships/image" Target="../media/image546.png"/><Relationship Id="rId217" Type="http://schemas.openxmlformats.org/officeDocument/2006/relationships/image" Target="../media/image574.png"/><Relationship Id="rId6" Type="http://schemas.openxmlformats.org/officeDocument/2006/relationships/customXml" Target="../ink/ink458.xml"/><Relationship Id="rId238" Type="http://schemas.openxmlformats.org/officeDocument/2006/relationships/customXml" Target="../ink/ink574.xml"/><Relationship Id="rId259" Type="http://schemas.openxmlformats.org/officeDocument/2006/relationships/image" Target="../media/image595.png"/><Relationship Id="rId23" Type="http://schemas.openxmlformats.org/officeDocument/2006/relationships/image" Target="../media/image477.png"/><Relationship Id="rId119" Type="http://schemas.openxmlformats.org/officeDocument/2006/relationships/image" Target="../media/image525.png"/><Relationship Id="rId270" Type="http://schemas.openxmlformats.org/officeDocument/2006/relationships/customXml" Target="../ink/ink590.xml"/><Relationship Id="rId291" Type="http://schemas.openxmlformats.org/officeDocument/2006/relationships/image" Target="../media/image611.png"/><Relationship Id="rId44" Type="http://schemas.openxmlformats.org/officeDocument/2006/relationships/customXml" Target="../ink/ink477.xml"/><Relationship Id="rId65" Type="http://schemas.openxmlformats.org/officeDocument/2006/relationships/image" Target="../media/image498.png"/><Relationship Id="rId86" Type="http://schemas.openxmlformats.org/officeDocument/2006/relationships/customXml" Target="../ink/ink498.xml"/><Relationship Id="rId130" Type="http://schemas.openxmlformats.org/officeDocument/2006/relationships/customXml" Target="../ink/ink520.xml"/><Relationship Id="rId151" Type="http://schemas.openxmlformats.org/officeDocument/2006/relationships/image" Target="../media/image541.png"/><Relationship Id="rId172" Type="http://schemas.openxmlformats.org/officeDocument/2006/relationships/customXml" Target="../ink/ink541.xml"/><Relationship Id="rId193" Type="http://schemas.openxmlformats.org/officeDocument/2006/relationships/image" Target="../media/image562.png"/><Relationship Id="rId207" Type="http://schemas.openxmlformats.org/officeDocument/2006/relationships/image" Target="../media/image569.png"/><Relationship Id="rId228" Type="http://schemas.openxmlformats.org/officeDocument/2006/relationships/customXml" Target="../ink/ink569.xml"/><Relationship Id="rId249" Type="http://schemas.openxmlformats.org/officeDocument/2006/relationships/image" Target="../media/image590.png"/><Relationship Id="rId13" Type="http://schemas.openxmlformats.org/officeDocument/2006/relationships/image" Target="../media/image472.png"/><Relationship Id="rId109" Type="http://schemas.openxmlformats.org/officeDocument/2006/relationships/image" Target="../media/image520.png"/><Relationship Id="rId260" Type="http://schemas.openxmlformats.org/officeDocument/2006/relationships/customXml" Target="../ink/ink585.xml"/><Relationship Id="rId281" Type="http://schemas.openxmlformats.org/officeDocument/2006/relationships/image" Target="../media/image606.png"/><Relationship Id="rId34" Type="http://schemas.openxmlformats.org/officeDocument/2006/relationships/customXml" Target="../ink/ink472.xml"/><Relationship Id="rId55" Type="http://schemas.openxmlformats.org/officeDocument/2006/relationships/image" Target="../media/image493.png"/><Relationship Id="rId76" Type="http://schemas.openxmlformats.org/officeDocument/2006/relationships/customXml" Target="../ink/ink493.xml"/><Relationship Id="rId97" Type="http://schemas.openxmlformats.org/officeDocument/2006/relationships/image" Target="../media/image514.png"/><Relationship Id="rId120" Type="http://schemas.openxmlformats.org/officeDocument/2006/relationships/customXml" Target="../ink/ink515.xml"/><Relationship Id="rId141" Type="http://schemas.openxmlformats.org/officeDocument/2006/relationships/image" Target="../media/image536.png"/><Relationship Id="rId7" Type="http://schemas.openxmlformats.org/officeDocument/2006/relationships/image" Target="../media/image469.png"/><Relationship Id="rId162" Type="http://schemas.openxmlformats.org/officeDocument/2006/relationships/customXml" Target="../ink/ink536.xml"/><Relationship Id="rId183" Type="http://schemas.openxmlformats.org/officeDocument/2006/relationships/image" Target="../media/image557.png"/><Relationship Id="rId218" Type="http://schemas.openxmlformats.org/officeDocument/2006/relationships/customXml" Target="../ink/ink564.xml"/><Relationship Id="rId239" Type="http://schemas.openxmlformats.org/officeDocument/2006/relationships/image" Target="../media/image585.png"/><Relationship Id="rId250" Type="http://schemas.openxmlformats.org/officeDocument/2006/relationships/customXml" Target="../ink/ink580.xml"/><Relationship Id="rId271" Type="http://schemas.openxmlformats.org/officeDocument/2006/relationships/image" Target="../media/image601.png"/><Relationship Id="rId292" Type="http://schemas.openxmlformats.org/officeDocument/2006/relationships/customXml" Target="../ink/ink601.xml"/><Relationship Id="rId24" Type="http://schemas.openxmlformats.org/officeDocument/2006/relationships/customXml" Target="../ink/ink467.xml"/><Relationship Id="rId45" Type="http://schemas.openxmlformats.org/officeDocument/2006/relationships/image" Target="../media/image488.png"/><Relationship Id="rId66" Type="http://schemas.openxmlformats.org/officeDocument/2006/relationships/customXml" Target="../ink/ink488.xml"/><Relationship Id="rId87" Type="http://schemas.openxmlformats.org/officeDocument/2006/relationships/image" Target="../media/image509.png"/><Relationship Id="rId110" Type="http://schemas.openxmlformats.org/officeDocument/2006/relationships/customXml" Target="../ink/ink510.xml"/><Relationship Id="rId131" Type="http://schemas.openxmlformats.org/officeDocument/2006/relationships/image" Target="../media/image531.png"/><Relationship Id="rId152" Type="http://schemas.openxmlformats.org/officeDocument/2006/relationships/customXml" Target="../ink/ink531.xml"/><Relationship Id="rId173" Type="http://schemas.openxmlformats.org/officeDocument/2006/relationships/image" Target="../media/image552.png"/><Relationship Id="rId194" Type="http://schemas.openxmlformats.org/officeDocument/2006/relationships/customXml" Target="../ink/ink552.xml"/><Relationship Id="rId208" Type="http://schemas.openxmlformats.org/officeDocument/2006/relationships/customXml" Target="../ink/ink559.xml"/><Relationship Id="rId229" Type="http://schemas.openxmlformats.org/officeDocument/2006/relationships/image" Target="../media/image580.png"/><Relationship Id="rId240" Type="http://schemas.openxmlformats.org/officeDocument/2006/relationships/customXml" Target="../ink/ink575.xml"/><Relationship Id="rId261" Type="http://schemas.openxmlformats.org/officeDocument/2006/relationships/image" Target="../media/image596.png"/><Relationship Id="rId14" Type="http://schemas.openxmlformats.org/officeDocument/2006/relationships/customXml" Target="../ink/ink462.xml"/><Relationship Id="rId35" Type="http://schemas.openxmlformats.org/officeDocument/2006/relationships/image" Target="../media/image483.png"/><Relationship Id="rId56" Type="http://schemas.openxmlformats.org/officeDocument/2006/relationships/customXml" Target="../ink/ink483.xml"/><Relationship Id="rId77" Type="http://schemas.openxmlformats.org/officeDocument/2006/relationships/image" Target="../media/image504.png"/><Relationship Id="rId100" Type="http://schemas.openxmlformats.org/officeDocument/2006/relationships/customXml" Target="../ink/ink505.xml"/><Relationship Id="rId282" Type="http://schemas.openxmlformats.org/officeDocument/2006/relationships/customXml" Target="../ink/ink596.xml"/><Relationship Id="rId8" Type="http://schemas.openxmlformats.org/officeDocument/2006/relationships/customXml" Target="../ink/ink459.xml"/><Relationship Id="rId98" Type="http://schemas.openxmlformats.org/officeDocument/2006/relationships/customXml" Target="../ink/ink504.xml"/><Relationship Id="rId121" Type="http://schemas.openxmlformats.org/officeDocument/2006/relationships/image" Target="../media/image526.png"/><Relationship Id="rId142" Type="http://schemas.openxmlformats.org/officeDocument/2006/relationships/customXml" Target="../ink/ink526.xml"/><Relationship Id="rId163" Type="http://schemas.openxmlformats.org/officeDocument/2006/relationships/image" Target="../media/image547.png"/><Relationship Id="rId184" Type="http://schemas.openxmlformats.org/officeDocument/2006/relationships/customXml" Target="../ink/ink547.xml"/><Relationship Id="rId219" Type="http://schemas.openxmlformats.org/officeDocument/2006/relationships/image" Target="../media/image575.png"/><Relationship Id="rId230" Type="http://schemas.openxmlformats.org/officeDocument/2006/relationships/customXml" Target="../ink/ink570.xml"/><Relationship Id="rId251" Type="http://schemas.openxmlformats.org/officeDocument/2006/relationships/image" Target="../media/image591.png"/><Relationship Id="rId25" Type="http://schemas.openxmlformats.org/officeDocument/2006/relationships/image" Target="../media/image478.png"/><Relationship Id="rId46" Type="http://schemas.openxmlformats.org/officeDocument/2006/relationships/customXml" Target="../ink/ink478.xml"/><Relationship Id="rId67" Type="http://schemas.openxmlformats.org/officeDocument/2006/relationships/image" Target="../media/image499.png"/><Relationship Id="rId272" Type="http://schemas.openxmlformats.org/officeDocument/2006/relationships/customXml" Target="../ink/ink591.xml"/><Relationship Id="rId293" Type="http://schemas.openxmlformats.org/officeDocument/2006/relationships/image" Target="../media/image612.png"/><Relationship Id="rId88" Type="http://schemas.openxmlformats.org/officeDocument/2006/relationships/customXml" Target="../ink/ink499.xml"/><Relationship Id="rId111" Type="http://schemas.openxmlformats.org/officeDocument/2006/relationships/image" Target="../media/image521.png"/><Relationship Id="rId132" Type="http://schemas.openxmlformats.org/officeDocument/2006/relationships/customXml" Target="../ink/ink521.xml"/><Relationship Id="rId153" Type="http://schemas.openxmlformats.org/officeDocument/2006/relationships/image" Target="../media/image542.png"/><Relationship Id="rId174" Type="http://schemas.openxmlformats.org/officeDocument/2006/relationships/customXml" Target="../ink/ink542.xml"/><Relationship Id="rId195" Type="http://schemas.openxmlformats.org/officeDocument/2006/relationships/image" Target="../media/image563.png"/><Relationship Id="rId209" Type="http://schemas.openxmlformats.org/officeDocument/2006/relationships/image" Target="../media/image570.png"/><Relationship Id="rId220" Type="http://schemas.openxmlformats.org/officeDocument/2006/relationships/customXml" Target="../ink/ink565.xml"/><Relationship Id="rId241" Type="http://schemas.openxmlformats.org/officeDocument/2006/relationships/image" Target="../media/image586.png"/><Relationship Id="rId15" Type="http://schemas.openxmlformats.org/officeDocument/2006/relationships/image" Target="../media/image473.png"/><Relationship Id="rId36" Type="http://schemas.openxmlformats.org/officeDocument/2006/relationships/customXml" Target="../ink/ink473.xml"/><Relationship Id="rId57" Type="http://schemas.openxmlformats.org/officeDocument/2006/relationships/image" Target="../media/image494.png"/><Relationship Id="rId262" Type="http://schemas.openxmlformats.org/officeDocument/2006/relationships/customXml" Target="../ink/ink586.xml"/><Relationship Id="rId283" Type="http://schemas.openxmlformats.org/officeDocument/2006/relationships/image" Target="../media/image607.png"/><Relationship Id="rId78" Type="http://schemas.openxmlformats.org/officeDocument/2006/relationships/customXml" Target="../ink/ink494.xml"/><Relationship Id="rId99" Type="http://schemas.openxmlformats.org/officeDocument/2006/relationships/image" Target="../media/image515.png"/><Relationship Id="rId101" Type="http://schemas.openxmlformats.org/officeDocument/2006/relationships/image" Target="../media/image516.png"/><Relationship Id="rId122" Type="http://schemas.openxmlformats.org/officeDocument/2006/relationships/customXml" Target="../ink/ink516.xml"/><Relationship Id="rId143" Type="http://schemas.openxmlformats.org/officeDocument/2006/relationships/image" Target="../media/image537.png"/><Relationship Id="rId164" Type="http://schemas.openxmlformats.org/officeDocument/2006/relationships/customXml" Target="../ink/ink537.xml"/><Relationship Id="rId185" Type="http://schemas.openxmlformats.org/officeDocument/2006/relationships/image" Target="../media/image558.png"/><Relationship Id="rId9" Type="http://schemas.openxmlformats.org/officeDocument/2006/relationships/image" Target="../media/image470.png"/><Relationship Id="rId210" Type="http://schemas.openxmlformats.org/officeDocument/2006/relationships/customXml" Target="../ink/ink560.xml"/><Relationship Id="rId26" Type="http://schemas.openxmlformats.org/officeDocument/2006/relationships/customXml" Target="../ink/ink468.xml"/><Relationship Id="rId231" Type="http://schemas.openxmlformats.org/officeDocument/2006/relationships/image" Target="../media/image581.png"/><Relationship Id="rId252" Type="http://schemas.openxmlformats.org/officeDocument/2006/relationships/customXml" Target="../ink/ink581.xml"/><Relationship Id="rId273" Type="http://schemas.openxmlformats.org/officeDocument/2006/relationships/image" Target="../media/image602.png"/><Relationship Id="rId294" Type="http://schemas.openxmlformats.org/officeDocument/2006/relationships/customXml" Target="../ink/ink602.xml"/><Relationship Id="rId47" Type="http://schemas.openxmlformats.org/officeDocument/2006/relationships/image" Target="../media/image489.png"/><Relationship Id="rId68" Type="http://schemas.openxmlformats.org/officeDocument/2006/relationships/customXml" Target="../ink/ink489.xml"/><Relationship Id="rId89" Type="http://schemas.openxmlformats.org/officeDocument/2006/relationships/image" Target="../media/image510.png"/><Relationship Id="rId112" Type="http://schemas.openxmlformats.org/officeDocument/2006/relationships/customXml" Target="../ink/ink511.xml"/><Relationship Id="rId133" Type="http://schemas.openxmlformats.org/officeDocument/2006/relationships/image" Target="../media/image532.png"/><Relationship Id="rId154" Type="http://schemas.openxmlformats.org/officeDocument/2006/relationships/customXml" Target="../ink/ink532.xml"/><Relationship Id="rId175" Type="http://schemas.openxmlformats.org/officeDocument/2006/relationships/image" Target="../media/image553.png"/><Relationship Id="rId196" Type="http://schemas.openxmlformats.org/officeDocument/2006/relationships/customXml" Target="../ink/ink553.xml"/><Relationship Id="rId200" Type="http://schemas.openxmlformats.org/officeDocument/2006/relationships/customXml" Target="../ink/ink555.xml"/><Relationship Id="rId16" Type="http://schemas.openxmlformats.org/officeDocument/2006/relationships/customXml" Target="../ink/ink463.xml"/><Relationship Id="rId221" Type="http://schemas.openxmlformats.org/officeDocument/2006/relationships/image" Target="../media/image576.png"/><Relationship Id="rId242" Type="http://schemas.openxmlformats.org/officeDocument/2006/relationships/customXml" Target="../ink/ink576.xml"/><Relationship Id="rId263" Type="http://schemas.openxmlformats.org/officeDocument/2006/relationships/image" Target="../media/image597.png"/><Relationship Id="rId284" Type="http://schemas.openxmlformats.org/officeDocument/2006/relationships/customXml" Target="../ink/ink597.xml"/><Relationship Id="rId37" Type="http://schemas.openxmlformats.org/officeDocument/2006/relationships/image" Target="../media/image484.png"/><Relationship Id="rId58" Type="http://schemas.openxmlformats.org/officeDocument/2006/relationships/customXml" Target="../ink/ink484.xml"/><Relationship Id="rId79" Type="http://schemas.openxmlformats.org/officeDocument/2006/relationships/image" Target="../media/image505.png"/><Relationship Id="rId102" Type="http://schemas.openxmlformats.org/officeDocument/2006/relationships/customXml" Target="../ink/ink506.xml"/><Relationship Id="rId123" Type="http://schemas.openxmlformats.org/officeDocument/2006/relationships/image" Target="../media/image527.png"/><Relationship Id="rId144" Type="http://schemas.openxmlformats.org/officeDocument/2006/relationships/customXml" Target="../ink/ink527.xml"/><Relationship Id="rId90" Type="http://schemas.openxmlformats.org/officeDocument/2006/relationships/customXml" Target="../ink/ink500.xml"/><Relationship Id="rId165" Type="http://schemas.openxmlformats.org/officeDocument/2006/relationships/image" Target="../media/image548.png"/><Relationship Id="rId186" Type="http://schemas.openxmlformats.org/officeDocument/2006/relationships/customXml" Target="../ink/ink548.xml"/><Relationship Id="rId211" Type="http://schemas.openxmlformats.org/officeDocument/2006/relationships/image" Target="../media/image571.png"/><Relationship Id="rId232" Type="http://schemas.openxmlformats.org/officeDocument/2006/relationships/customXml" Target="../ink/ink571.xml"/><Relationship Id="rId253" Type="http://schemas.openxmlformats.org/officeDocument/2006/relationships/image" Target="../media/image592.png"/><Relationship Id="rId274" Type="http://schemas.openxmlformats.org/officeDocument/2006/relationships/customXml" Target="../ink/ink592.xml"/><Relationship Id="rId295" Type="http://schemas.openxmlformats.org/officeDocument/2006/relationships/image" Target="../media/image613.png"/><Relationship Id="rId27" Type="http://schemas.openxmlformats.org/officeDocument/2006/relationships/image" Target="../media/image479.png"/><Relationship Id="rId48" Type="http://schemas.openxmlformats.org/officeDocument/2006/relationships/customXml" Target="../ink/ink479.xml"/><Relationship Id="rId69" Type="http://schemas.openxmlformats.org/officeDocument/2006/relationships/image" Target="../media/image500.png"/><Relationship Id="rId113" Type="http://schemas.openxmlformats.org/officeDocument/2006/relationships/image" Target="../media/image522.png"/><Relationship Id="rId134" Type="http://schemas.openxmlformats.org/officeDocument/2006/relationships/customXml" Target="../ink/ink522.xml"/><Relationship Id="rId80" Type="http://schemas.openxmlformats.org/officeDocument/2006/relationships/customXml" Target="../ink/ink495.xml"/><Relationship Id="rId155" Type="http://schemas.openxmlformats.org/officeDocument/2006/relationships/image" Target="../media/image543.png"/><Relationship Id="rId176" Type="http://schemas.openxmlformats.org/officeDocument/2006/relationships/customXml" Target="../ink/ink543.xml"/><Relationship Id="rId197" Type="http://schemas.openxmlformats.org/officeDocument/2006/relationships/image" Target="../media/image564.png"/><Relationship Id="rId201" Type="http://schemas.openxmlformats.org/officeDocument/2006/relationships/image" Target="../media/image566.png"/><Relationship Id="rId222" Type="http://schemas.openxmlformats.org/officeDocument/2006/relationships/customXml" Target="../ink/ink566.xml"/><Relationship Id="rId243" Type="http://schemas.openxmlformats.org/officeDocument/2006/relationships/image" Target="../media/image587.png"/><Relationship Id="rId264" Type="http://schemas.openxmlformats.org/officeDocument/2006/relationships/customXml" Target="../ink/ink587.xml"/><Relationship Id="rId285" Type="http://schemas.openxmlformats.org/officeDocument/2006/relationships/image" Target="../media/image608.png"/><Relationship Id="rId17" Type="http://schemas.openxmlformats.org/officeDocument/2006/relationships/image" Target="../media/image474.png"/><Relationship Id="rId38" Type="http://schemas.openxmlformats.org/officeDocument/2006/relationships/customXml" Target="../ink/ink474.xml"/><Relationship Id="rId59" Type="http://schemas.openxmlformats.org/officeDocument/2006/relationships/image" Target="../media/image495.png"/><Relationship Id="rId103" Type="http://schemas.openxmlformats.org/officeDocument/2006/relationships/image" Target="../media/image517.png"/><Relationship Id="rId124" Type="http://schemas.openxmlformats.org/officeDocument/2006/relationships/customXml" Target="../ink/ink517.xml"/><Relationship Id="rId70" Type="http://schemas.openxmlformats.org/officeDocument/2006/relationships/customXml" Target="../ink/ink490.xml"/><Relationship Id="rId91" Type="http://schemas.openxmlformats.org/officeDocument/2006/relationships/image" Target="../media/image511.png"/><Relationship Id="rId145" Type="http://schemas.openxmlformats.org/officeDocument/2006/relationships/image" Target="../media/image538.png"/><Relationship Id="rId166" Type="http://schemas.openxmlformats.org/officeDocument/2006/relationships/customXml" Target="../ink/ink538.xml"/><Relationship Id="rId187" Type="http://schemas.openxmlformats.org/officeDocument/2006/relationships/image" Target="../media/image55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61.xml"/><Relationship Id="rId233" Type="http://schemas.openxmlformats.org/officeDocument/2006/relationships/image" Target="../media/image582.png"/><Relationship Id="rId254" Type="http://schemas.openxmlformats.org/officeDocument/2006/relationships/customXml" Target="../ink/ink582.xml"/><Relationship Id="rId28" Type="http://schemas.openxmlformats.org/officeDocument/2006/relationships/customXml" Target="../ink/ink469.xml"/><Relationship Id="rId49" Type="http://schemas.openxmlformats.org/officeDocument/2006/relationships/image" Target="../media/image490.png"/><Relationship Id="rId114" Type="http://schemas.openxmlformats.org/officeDocument/2006/relationships/customXml" Target="../ink/ink512.xml"/><Relationship Id="rId275" Type="http://schemas.openxmlformats.org/officeDocument/2006/relationships/image" Target="../media/image603.png"/><Relationship Id="rId296" Type="http://schemas.openxmlformats.org/officeDocument/2006/relationships/customXml" Target="../ink/ink603.xml"/><Relationship Id="rId300" Type="http://schemas.openxmlformats.org/officeDocument/2006/relationships/customXml" Target="../ink/ink605.xml"/><Relationship Id="rId60" Type="http://schemas.openxmlformats.org/officeDocument/2006/relationships/customXml" Target="../ink/ink485.xml"/><Relationship Id="rId81" Type="http://schemas.openxmlformats.org/officeDocument/2006/relationships/image" Target="../media/image506.png"/><Relationship Id="rId135" Type="http://schemas.openxmlformats.org/officeDocument/2006/relationships/image" Target="../media/image533.png"/><Relationship Id="rId156" Type="http://schemas.openxmlformats.org/officeDocument/2006/relationships/customXml" Target="../ink/ink533.xml"/><Relationship Id="rId177" Type="http://schemas.openxmlformats.org/officeDocument/2006/relationships/image" Target="../media/image554.png"/><Relationship Id="rId198" Type="http://schemas.openxmlformats.org/officeDocument/2006/relationships/customXml" Target="../ink/ink554.xml"/><Relationship Id="rId202" Type="http://schemas.openxmlformats.org/officeDocument/2006/relationships/customXml" Target="../ink/ink556.xml"/><Relationship Id="rId223" Type="http://schemas.openxmlformats.org/officeDocument/2006/relationships/image" Target="../media/image577.png"/><Relationship Id="rId244" Type="http://schemas.openxmlformats.org/officeDocument/2006/relationships/customXml" Target="../ink/ink577.xml"/><Relationship Id="rId18" Type="http://schemas.openxmlformats.org/officeDocument/2006/relationships/customXml" Target="../ink/ink464.xml"/><Relationship Id="rId39" Type="http://schemas.openxmlformats.org/officeDocument/2006/relationships/image" Target="../media/image485.png"/><Relationship Id="rId265" Type="http://schemas.openxmlformats.org/officeDocument/2006/relationships/image" Target="../media/image598.png"/><Relationship Id="rId286" Type="http://schemas.openxmlformats.org/officeDocument/2006/relationships/customXml" Target="../ink/ink598.xml"/><Relationship Id="rId50" Type="http://schemas.openxmlformats.org/officeDocument/2006/relationships/customXml" Target="../ink/ink480.xml"/><Relationship Id="rId104" Type="http://schemas.openxmlformats.org/officeDocument/2006/relationships/customXml" Target="../ink/ink507.xml"/><Relationship Id="rId125" Type="http://schemas.openxmlformats.org/officeDocument/2006/relationships/image" Target="../media/image528.png"/><Relationship Id="rId146" Type="http://schemas.openxmlformats.org/officeDocument/2006/relationships/customXml" Target="../ink/ink528.xml"/><Relationship Id="rId167" Type="http://schemas.openxmlformats.org/officeDocument/2006/relationships/image" Target="../media/image549.png"/><Relationship Id="rId188" Type="http://schemas.openxmlformats.org/officeDocument/2006/relationships/customXml" Target="../ink/ink549.xml"/><Relationship Id="rId71" Type="http://schemas.openxmlformats.org/officeDocument/2006/relationships/image" Target="../media/image501.png"/><Relationship Id="rId92" Type="http://schemas.openxmlformats.org/officeDocument/2006/relationships/customXml" Target="../ink/ink501.xml"/><Relationship Id="rId213" Type="http://schemas.openxmlformats.org/officeDocument/2006/relationships/image" Target="../media/image572.png"/><Relationship Id="rId234" Type="http://schemas.openxmlformats.org/officeDocument/2006/relationships/customXml" Target="../ink/ink572.xml"/><Relationship Id="rId2" Type="http://schemas.openxmlformats.org/officeDocument/2006/relationships/customXml" Target="../ink/ink456.xml"/><Relationship Id="rId29" Type="http://schemas.openxmlformats.org/officeDocument/2006/relationships/image" Target="../media/image480.png"/><Relationship Id="rId255" Type="http://schemas.openxmlformats.org/officeDocument/2006/relationships/image" Target="../media/image593.png"/><Relationship Id="rId276" Type="http://schemas.openxmlformats.org/officeDocument/2006/relationships/customXml" Target="../ink/ink593.xml"/><Relationship Id="rId297" Type="http://schemas.openxmlformats.org/officeDocument/2006/relationships/image" Target="../media/image614.png"/><Relationship Id="rId40" Type="http://schemas.openxmlformats.org/officeDocument/2006/relationships/customXml" Target="../ink/ink475.xml"/><Relationship Id="rId115" Type="http://schemas.openxmlformats.org/officeDocument/2006/relationships/image" Target="../media/image523.png"/><Relationship Id="rId136" Type="http://schemas.openxmlformats.org/officeDocument/2006/relationships/customXml" Target="../ink/ink523.xml"/><Relationship Id="rId157" Type="http://schemas.openxmlformats.org/officeDocument/2006/relationships/image" Target="../media/image544.png"/><Relationship Id="rId178" Type="http://schemas.openxmlformats.org/officeDocument/2006/relationships/customXml" Target="../ink/ink544.xml"/><Relationship Id="rId301" Type="http://schemas.openxmlformats.org/officeDocument/2006/relationships/image" Target="../media/image616.png"/><Relationship Id="rId61" Type="http://schemas.openxmlformats.org/officeDocument/2006/relationships/image" Target="../media/image496.png"/><Relationship Id="rId82" Type="http://schemas.openxmlformats.org/officeDocument/2006/relationships/customXml" Target="../ink/ink496.xml"/><Relationship Id="rId199" Type="http://schemas.openxmlformats.org/officeDocument/2006/relationships/image" Target="../media/image565.png"/><Relationship Id="rId203" Type="http://schemas.openxmlformats.org/officeDocument/2006/relationships/image" Target="../media/image567.png"/><Relationship Id="rId19" Type="http://schemas.openxmlformats.org/officeDocument/2006/relationships/image" Target="../media/image475.png"/><Relationship Id="rId224" Type="http://schemas.openxmlformats.org/officeDocument/2006/relationships/customXml" Target="../ink/ink567.xml"/><Relationship Id="rId245" Type="http://schemas.openxmlformats.org/officeDocument/2006/relationships/image" Target="../media/image588.png"/><Relationship Id="rId266" Type="http://schemas.openxmlformats.org/officeDocument/2006/relationships/customXml" Target="../ink/ink588.xml"/><Relationship Id="rId287" Type="http://schemas.openxmlformats.org/officeDocument/2006/relationships/image" Target="../media/image609.png"/><Relationship Id="rId30" Type="http://schemas.openxmlformats.org/officeDocument/2006/relationships/customXml" Target="../ink/ink470.xml"/><Relationship Id="rId105" Type="http://schemas.openxmlformats.org/officeDocument/2006/relationships/image" Target="../media/image518.png"/><Relationship Id="rId126" Type="http://schemas.openxmlformats.org/officeDocument/2006/relationships/customXml" Target="../ink/ink518.xml"/><Relationship Id="rId147" Type="http://schemas.openxmlformats.org/officeDocument/2006/relationships/image" Target="../media/image539.png"/><Relationship Id="rId168" Type="http://schemas.openxmlformats.org/officeDocument/2006/relationships/customXml" Target="../ink/ink539.xml"/><Relationship Id="rId51" Type="http://schemas.openxmlformats.org/officeDocument/2006/relationships/image" Target="../media/image491.png"/><Relationship Id="rId72" Type="http://schemas.openxmlformats.org/officeDocument/2006/relationships/customXml" Target="../ink/ink491.xml"/><Relationship Id="rId93" Type="http://schemas.openxmlformats.org/officeDocument/2006/relationships/image" Target="../media/image512.png"/><Relationship Id="rId189" Type="http://schemas.openxmlformats.org/officeDocument/2006/relationships/image" Target="../media/image560.png"/><Relationship Id="rId3" Type="http://schemas.openxmlformats.org/officeDocument/2006/relationships/image" Target="../media/image467.png"/><Relationship Id="rId214" Type="http://schemas.openxmlformats.org/officeDocument/2006/relationships/customXml" Target="../ink/ink562.xml"/><Relationship Id="rId235" Type="http://schemas.openxmlformats.org/officeDocument/2006/relationships/image" Target="../media/image583.png"/><Relationship Id="rId256" Type="http://schemas.openxmlformats.org/officeDocument/2006/relationships/customXml" Target="../ink/ink583.xml"/><Relationship Id="rId277" Type="http://schemas.openxmlformats.org/officeDocument/2006/relationships/image" Target="../media/image604.png"/><Relationship Id="rId298" Type="http://schemas.openxmlformats.org/officeDocument/2006/relationships/customXml" Target="../ink/ink604.xml"/><Relationship Id="rId116" Type="http://schemas.openxmlformats.org/officeDocument/2006/relationships/customXml" Target="../ink/ink513.xml"/><Relationship Id="rId137" Type="http://schemas.openxmlformats.org/officeDocument/2006/relationships/image" Target="../media/image534.png"/><Relationship Id="rId158" Type="http://schemas.openxmlformats.org/officeDocument/2006/relationships/customXml" Target="../ink/ink534.xml"/><Relationship Id="rId20" Type="http://schemas.openxmlformats.org/officeDocument/2006/relationships/customXml" Target="../ink/ink465.xml"/><Relationship Id="rId41" Type="http://schemas.openxmlformats.org/officeDocument/2006/relationships/image" Target="../media/image486.png"/><Relationship Id="rId62" Type="http://schemas.openxmlformats.org/officeDocument/2006/relationships/customXml" Target="../ink/ink486.xml"/><Relationship Id="rId83" Type="http://schemas.openxmlformats.org/officeDocument/2006/relationships/image" Target="../media/image507.png"/><Relationship Id="rId179" Type="http://schemas.openxmlformats.org/officeDocument/2006/relationships/image" Target="../media/image555.png"/><Relationship Id="rId190" Type="http://schemas.openxmlformats.org/officeDocument/2006/relationships/customXml" Target="../ink/ink550.xml"/><Relationship Id="rId204" Type="http://schemas.openxmlformats.org/officeDocument/2006/relationships/customXml" Target="../ink/ink557.xml"/><Relationship Id="rId225" Type="http://schemas.openxmlformats.org/officeDocument/2006/relationships/image" Target="../media/image578.png"/><Relationship Id="rId246" Type="http://schemas.openxmlformats.org/officeDocument/2006/relationships/customXml" Target="../ink/ink578.xml"/><Relationship Id="rId267" Type="http://schemas.openxmlformats.org/officeDocument/2006/relationships/image" Target="../media/image599.png"/><Relationship Id="rId288" Type="http://schemas.openxmlformats.org/officeDocument/2006/relationships/customXml" Target="../ink/ink599.xml"/><Relationship Id="rId106" Type="http://schemas.openxmlformats.org/officeDocument/2006/relationships/customXml" Target="../ink/ink508.xml"/><Relationship Id="rId127" Type="http://schemas.openxmlformats.org/officeDocument/2006/relationships/image" Target="../media/image529.png"/><Relationship Id="rId10" Type="http://schemas.openxmlformats.org/officeDocument/2006/relationships/customXml" Target="../ink/ink460.xml"/><Relationship Id="rId31" Type="http://schemas.openxmlformats.org/officeDocument/2006/relationships/image" Target="../media/image481.png"/><Relationship Id="rId52" Type="http://schemas.openxmlformats.org/officeDocument/2006/relationships/customXml" Target="../ink/ink481.xml"/><Relationship Id="rId73" Type="http://schemas.openxmlformats.org/officeDocument/2006/relationships/image" Target="../media/image502.png"/><Relationship Id="rId94" Type="http://schemas.openxmlformats.org/officeDocument/2006/relationships/customXml" Target="../ink/ink502.xml"/><Relationship Id="rId148" Type="http://schemas.openxmlformats.org/officeDocument/2006/relationships/customXml" Target="../ink/ink529.xml"/><Relationship Id="rId169" Type="http://schemas.openxmlformats.org/officeDocument/2006/relationships/image" Target="../media/image550.png"/><Relationship Id="rId4" Type="http://schemas.openxmlformats.org/officeDocument/2006/relationships/customXml" Target="../ink/ink457.xml"/><Relationship Id="rId180" Type="http://schemas.openxmlformats.org/officeDocument/2006/relationships/customXml" Target="../ink/ink545.xml"/><Relationship Id="rId215" Type="http://schemas.openxmlformats.org/officeDocument/2006/relationships/image" Target="../media/image573.png"/><Relationship Id="rId236" Type="http://schemas.openxmlformats.org/officeDocument/2006/relationships/customXml" Target="../ink/ink573.xml"/><Relationship Id="rId257" Type="http://schemas.openxmlformats.org/officeDocument/2006/relationships/image" Target="../media/image594.png"/><Relationship Id="rId278" Type="http://schemas.openxmlformats.org/officeDocument/2006/relationships/customXml" Target="../ink/ink594.xml"/><Relationship Id="rId42" Type="http://schemas.openxmlformats.org/officeDocument/2006/relationships/customXml" Target="../ink/ink476.xml"/><Relationship Id="rId84" Type="http://schemas.openxmlformats.org/officeDocument/2006/relationships/customXml" Target="../ink/ink497.xml"/><Relationship Id="rId138" Type="http://schemas.openxmlformats.org/officeDocument/2006/relationships/customXml" Target="../ink/ink524.xml"/><Relationship Id="rId191" Type="http://schemas.openxmlformats.org/officeDocument/2006/relationships/image" Target="../media/image561.png"/><Relationship Id="rId205" Type="http://schemas.openxmlformats.org/officeDocument/2006/relationships/image" Target="../media/image568.png"/><Relationship Id="rId247" Type="http://schemas.openxmlformats.org/officeDocument/2006/relationships/image" Target="../media/image589.png"/><Relationship Id="rId107" Type="http://schemas.openxmlformats.org/officeDocument/2006/relationships/image" Target="../media/image519.png"/><Relationship Id="rId289" Type="http://schemas.openxmlformats.org/officeDocument/2006/relationships/image" Target="../media/image610.png"/><Relationship Id="rId11" Type="http://schemas.openxmlformats.org/officeDocument/2006/relationships/image" Target="../media/image471.png"/><Relationship Id="rId53" Type="http://schemas.openxmlformats.org/officeDocument/2006/relationships/image" Target="../media/image492.png"/><Relationship Id="rId149" Type="http://schemas.openxmlformats.org/officeDocument/2006/relationships/image" Target="../media/image540.png"/><Relationship Id="rId95" Type="http://schemas.openxmlformats.org/officeDocument/2006/relationships/image" Target="../media/image513.png"/><Relationship Id="rId160" Type="http://schemas.openxmlformats.org/officeDocument/2006/relationships/customXml" Target="../ink/ink535.xml"/><Relationship Id="rId216" Type="http://schemas.openxmlformats.org/officeDocument/2006/relationships/customXml" Target="../ink/ink563.xml"/><Relationship Id="rId258" Type="http://schemas.openxmlformats.org/officeDocument/2006/relationships/customXml" Target="../ink/ink584.xml"/><Relationship Id="rId22" Type="http://schemas.openxmlformats.org/officeDocument/2006/relationships/customXml" Target="../ink/ink466.xml"/><Relationship Id="rId64" Type="http://schemas.openxmlformats.org/officeDocument/2006/relationships/customXml" Target="../ink/ink487.xml"/><Relationship Id="rId118" Type="http://schemas.openxmlformats.org/officeDocument/2006/relationships/customXml" Target="../ink/ink514.xml"/><Relationship Id="rId171" Type="http://schemas.openxmlformats.org/officeDocument/2006/relationships/image" Target="../media/image551.png"/><Relationship Id="rId227" Type="http://schemas.openxmlformats.org/officeDocument/2006/relationships/image" Target="../media/image579.png"/><Relationship Id="rId269" Type="http://schemas.openxmlformats.org/officeDocument/2006/relationships/image" Target="../media/image600.png"/><Relationship Id="rId33" Type="http://schemas.openxmlformats.org/officeDocument/2006/relationships/image" Target="../media/image482.png"/><Relationship Id="rId129" Type="http://schemas.openxmlformats.org/officeDocument/2006/relationships/image" Target="../media/image530.png"/><Relationship Id="rId280" Type="http://schemas.openxmlformats.org/officeDocument/2006/relationships/customXml" Target="../ink/ink595.xml"/><Relationship Id="rId75" Type="http://schemas.openxmlformats.org/officeDocument/2006/relationships/image" Target="../media/image503.png"/><Relationship Id="rId140" Type="http://schemas.openxmlformats.org/officeDocument/2006/relationships/customXml" Target="../ink/ink525.xml"/><Relationship Id="rId182" Type="http://schemas.openxmlformats.org/officeDocument/2006/relationships/customXml" Target="../ink/ink546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4.png"/><Relationship Id="rId21" Type="http://schemas.openxmlformats.org/officeDocument/2006/relationships/image" Target="../media/image626.png"/><Relationship Id="rId42" Type="http://schemas.openxmlformats.org/officeDocument/2006/relationships/customXml" Target="../ink/ink626.xml"/><Relationship Id="rId63" Type="http://schemas.openxmlformats.org/officeDocument/2006/relationships/image" Target="../media/image647.png"/><Relationship Id="rId84" Type="http://schemas.openxmlformats.org/officeDocument/2006/relationships/customXml" Target="../ink/ink647.xml"/><Relationship Id="rId138" Type="http://schemas.openxmlformats.org/officeDocument/2006/relationships/customXml" Target="../ink/ink674.xml"/><Relationship Id="rId159" Type="http://schemas.openxmlformats.org/officeDocument/2006/relationships/image" Target="../media/image695.png"/><Relationship Id="rId170" Type="http://schemas.openxmlformats.org/officeDocument/2006/relationships/customXml" Target="../ink/ink690.xml"/><Relationship Id="rId191" Type="http://schemas.openxmlformats.org/officeDocument/2006/relationships/image" Target="../media/image711.png"/><Relationship Id="rId205" Type="http://schemas.openxmlformats.org/officeDocument/2006/relationships/image" Target="../media/image718.png"/><Relationship Id="rId226" Type="http://schemas.openxmlformats.org/officeDocument/2006/relationships/customXml" Target="../ink/ink718.xml"/><Relationship Id="rId247" Type="http://schemas.openxmlformats.org/officeDocument/2006/relationships/image" Target="../media/image739.png"/><Relationship Id="rId107" Type="http://schemas.openxmlformats.org/officeDocument/2006/relationships/image" Target="../media/image669.png"/><Relationship Id="rId11" Type="http://schemas.openxmlformats.org/officeDocument/2006/relationships/image" Target="../media/image621.png"/><Relationship Id="rId32" Type="http://schemas.openxmlformats.org/officeDocument/2006/relationships/customXml" Target="../ink/ink621.xml"/><Relationship Id="rId53" Type="http://schemas.openxmlformats.org/officeDocument/2006/relationships/image" Target="../media/image642.png"/><Relationship Id="rId74" Type="http://schemas.openxmlformats.org/officeDocument/2006/relationships/customXml" Target="../ink/ink642.xml"/><Relationship Id="rId128" Type="http://schemas.openxmlformats.org/officeDocument/2006/relationships/customXml" Target="../ink/ink669.xml"/><Relationship Id="rId149" Type="http://schemas.openxmlformats.org/officeDocument/2006/relationships/image" Target="../media/image690.png"/><Relationship Id="rId5" Type="http://schemas.openxmlformats.org/officeDocument/2006/relationships/image" Target="../media/image618.png"/><Relationship Id="rId95" Type="http://schemas.openxmlformats.org/officeDocument/2006/relationships/image" Target="../media/image663.png"/><Relationship Id="rId160" Type="http://schemas.openxmlformats.org/officeDocument/2006/relationships/customXml" Target="../ink/ink685.xml"/><Relationship Id="rId181" Type="http://schemas.openxmlformats.org/officeDocument/2006/relationships/image" Target="../media/image706.png"/><Relationship Id="rId216" Type="http://schemas.openxmlformats.org/officeDocument/2006/relationships/customXml" Target="../ink/ink713.xml"/><Relationship Id="rId237" Type="http://schemas.openxmlformats.org/officeDocument/2006/relationships/image" Target="../media/image734.png"/><Relationship Id="rId22" Type="http://schemas.openxmlformats.org/officeDocument/2006/relationships/customXml" Target="../ink/ink616.xml"/><Relationship Id="rId43" Type="http://schemas.openxmlformats.org/officeDocument/2006/relationships/image" Target="../media/image637.png"/><Relationship Id="rId64" Type="http://schemas.openxmlformats.org/officeDocument/2006/relationships/customXml" Target="../ink/ink637.xml"/><Relationship Id="rId118" Type="http://schemas.openxmlformats.org/officeDocument/2006/relationships/customXml" Target="../ink/ink664.xml"/><Relationship Id="rId139" Type="http://schemas.openxmlformats.org/officeDocument/2006/relationships/image" Target="../media/image685.png"/><Relationship Id="rId85" Type="http://schemas.openxmlformats.org/officeDocument/2006/relationships/image" Target="../media/image658.png"/><Relationship Id="rId150" Type="http://schemas.openxmlformats.org/officeDocument/2006/relationships/customXml" Target="../ink/ink680.xml"/><Relationship Id="rId171" Type="http://schemas.openxmlformats.org/officeDocument/2006/relationships/image" Target="../media/image701.png"/><Relationship Id="rId192" Type="http://schemas.openxmlformats.org/officeDocument/2006/relationships/customXml" Target="../ink/ink701.xml"/><Relationship Id="rId206" Type="http://schemas.openxmlformats.org/officeDocument/2006/relationships/customXml" Target="../ink/ink708.xml"/><Relationship Id="rId227" Type="http://schemas.openxmlformats.org/officeDocument/2006/relationships/image" Target="../media/image729.png"/><Relationship Id="rId248" Type="http://schemas.openxmlformats.org/officeDocument/2006/relationships/customXml" Target="../ink/ink729.xml"/><Relationship Id="rId12" Type="http://schemas.openxmlformats.org/officeDocument/2006/relationships/customXml" Target="../ink/ink611.xml"/><Relationship Id="rId33" Type="http://schemas.openxmlformats.org/officeDocument/2006/relationships/image" Target="../media/image632.png"/><Relationship Id="rId108" Type="http://schemas.openxmlformats.org/officeDocument/2006/relationships/customXml" Target="../ink/ink659.xml"/><Relationship Id="rId129" Type="http://schemas.openxmlformats.org/officeDocument/2006/relationships/image" Target="../media/image680.png"/><Relationship Id="rId54" Type="http://schemas.openxmlformats.org/officeDocument/2006/relationships/customXml" Target="../ink/ink632.xml"/><Relationship Id="rId75" Type="http://schemas.openxmlformats.org/officeDocument/2006/relationships/image" Target="../media/image653.png"/><Relationship Id="rId96" Type="http://schemas.openxmlformats.org/officeDocument/2006/relationships/customXml" Target="../ink/ink653.xml"/><Relationship Id="rId140" Type="http://schemas.openxmlformats.org/officeDocument/2006/relationships/customXml" Target="../ink/ink675.xml"/><Relationship Id="rId161" Type="http://schemas.openxmlformats.org/officeDocument/2006/relationships/image" Target="../media/image696.png"/><Relationship Id="rId182" Type="http://schemas.openxmlformats.org/officeDocument/2006/relationships/customXml" Target="../ink/ink696.xml"/><Relationship Id="rId217" Type="http://schemas.openxmlformats.org/officeDocument/2006/relationships/image" Target="../media/image724.png"/><Relationship Id="rId6" Type="http://schemas.openxmlformats.org/officeDocument/2006/relationships/customXml" Target="../ink/ink608.xml"/><Relationship Id="rId238" Type="http://schemas.openxmlformats.org/officeDocument/2006/relationships/customXml" Target="../ink/ink724.xml"/><Relationship Id="rId23" Type="http://schemas.openxmlformats.org/officeDocument/2006/relationships/image" Target="../media/image627.png"/><Relationship Id="rId119" Type="http://schemas.openxmlformats.org/officeDocument/2006/relationships/image" Target="../media/image675.png"/><Relationship Id="rId44" Type="http://schemas.openxmlformats.org/officeDocument/2006/relationships/customXml" Target="../ink/ink627.xml"/><Relationship Id="rId65" Type="http://schemas.openxmlformats.org/officeDocument/2006/relationships/image" Target="../media/image648.png"/><Relationship Id="rId86" Type="http://schemas.openxmlformats.org/officeDocument/2006/relationships/customXml" Target="../ink/ink648.xml"/><Relationship Id="rId130" Type="http://schemas.openxmlformats.org/officeDocument/2006/relationships/customXml" Target="../ink/ink670.xml"/><Relationship Id="rId151" Type="http://schemas.openxmlformats.org/officeDocument/2006/relationships/image" Target="../media/image691.png"/><Relationship Id="rId172" Type="http://schemas.openxmlformats.org/officeDocument/2006/relationships/customXml" Target="../ink/ink691.xml"/><Relationship Id="rId193" Type="http://schemas.openxmlformats.org/officeDocument/2006/relationships/image" Target="../media/image712.png"/><Relationship Id="rId207" Type="http://schemas.openxmlformats.org/officeDocument/2006/relationships/image" Target="../media/image719.png"/><Relationship Id="rId228" Type="http://schemas.openxmlformats.org/officeDocument/2006/relationships/customXml" Target="../ink/ink719.xml"/><Relationship Id="rId249" Type="http://schemas.openxmlformats.org/officeDocument/2006/relationships/image" Target="../media/image740.png"/><Relationship Id="rId13" Type="http://schemas.openxmlformats.org/officeDocument/2006/relationships/image" Target="../media/image622.png"/><Relationship Id="rId109" Type="http://schemas.openxmlformats.org/officeDocument/2006/relationships/image" Target="../media/image670.png"/><Relationship Id="rId34" Type="http://schemas.openxmlformats.org/officeDocument/2006/relationships/customXml" Target="../ink/ink622.xml"/><Relationship Id="rId55" Type="http://schemas.openxmlformats.org/officeDocument/2006/relationships/image" Target="../media/image643.png"/><Relationship Id="rId76" Type="http://schemas.openxmlformats.org/officeDocument/2006/relationships/customXml" Target="../ink/ink643.xml"/><Relationship Id="rId97" Type="http://schemas.openxmlformats.org/officeDocument/2006/relationships/image" Target="../media/image664.png"/><Relationship Id="rId120" Type="http://schemas.openxmlformats.org/officeDocument/2006/relationships/customXml" Target="../ink/ink665.xml"/><Relationship Id="rId141" Type="http://schemas.openxmlformats.org/officeDocument/2006/relationships/image" Target="../media/image686.png"/><Relationship Id="rId7" Type="http://schemas.openxmlformats.org/officeDocument/2006/relationships/image" Target="../media/image619.png"/><Relationship Id="rId162" Type="http://schemas.openxmlformats.org/officeDocument/2006/relationships/customXml" Target="../ink/ink686.xml"/><Relationship Id="rId183" Type="http://schemas.openxmlformats.org/officeDocument/2006/relationships/image" Target="../media/image707.png"/><Relationship Id="rId218" Type="http://schemas.openxmlformats.org/officeDocument/2006/relationships/customXml" Target="../ink/ink714.xml"/><Relationship Id="rId239" Type="http://schemas.openxmlformats.org/officeDocument/2006/relationships/image" Target="../media/image735.png"/><Relationship Id="rId250" Type="http://schemas.openxmlformats.org/officeDocument/2006/relationships/customXml" Target="../ink/ink730.xml"/><Relationship Id="rId24" Type="http://schemas.openxmlformats.org/officeDocument/2006/relationships/customXml" Target="../ink/ink617.xml"/><Relationship Id="rId45" Type="http://schemas.openxmlformats.org/officeDocument/2006/relationships/image" Target="../media/image638.png"/><Relationship Id="rId66" Type="http://schemas.openxmlformats.org/officeDocument/2006/relationships/customXml" Target="../ink/ink638.xml"/><Relationship Id="rId87" Type="http://schemas.openxmlformats.org/officeDocument/2006/relationships/image" Target="../media/image659.png"/><Relationship Id="rId110" Type="http://schemas.openxmlformats.org/officeDocument/2006/relationships/customXml" Target="../ink/ink660.xml"/><Relationship Id="rId131" Type="http://schemas.openxmlformats.org/officeDocument/2006/relationships/image" Target="../media/image681.png"/><Relationship Id="rId152" Type="http://schemas.openxmlformats.org/officeDocument/2006/relationships/customXml" Target="../ink/ink681.xml"/><Relationship Id="rId173" Type="http://schemas.openxmlformats.org/officeDocument/2006/relationships/image" Target="../media/image702.png"/><Relationship Id="rId194" Type="http://schemas.openxmlformats.org/officeDocument/2006/relationships/customXml" Target="../ink/ink702.xml"/><Relationship Id="rId208" Type="http://schemas.openxmlformats.org/officeDocument/2006/relationships/customXml" Target="../ink/ink709.xml"/><Relationship Id="rId229" Type="http://schemas.openxmlformats.org/officeDocument/2006/relationships/image" Target="../media/image730.png"/><Relationship Id="rId240" Type="http://schemas.openxmlformats.org/officeDocument/2006/relationships/customXml" Target="../ink/ink725.xml"/><Relationship Id="rId14" Type="http://schemas.openxmlformats.org/officeDocument/2006/relationships/customXml" Target="../ink/ink612.xml"/><Relationship Id="rId35" Type="http://schemas.openxmlformats.org/officeDocument/2006/relationships/image" Target="../media/image633.png"/><Relationship Id="rId56" Type="http://schemas.openxmlformats.org/officeDocument/2006/relationships/customXml" Target="../ink/ink633.xml"/><Relationship Id="rId77" Type="http://schemas.openxmlformats.org/officeDocument/2006/relationships/image" Target="../media/image654.png"/><Relationship Id="rId100" Type="http://schemas.openxmlformats.org/officeDocument/2006/relationships/customXml" Target="../ink/ink655.xml"/><Relationship Id="rId8" Type="http://schemas.openxmlformats.org/officeDocument/2006/relationships/customXml" Target="../ink/ink609.xml"/><Relationship Id="rId98" Type="http://schemas.openxmlformats.org/officeDocument/2006/relationships/customXml" Target="../ink/ink654.xml"/><Relationship Id="rId121" Type="http://schemas.openxmlformats.org/officeDocument/2006/relationships/image" Target="../media/image676.png"/><Relationship Id="rId142" Type="http://schemas.openxmlformats.org/officeDocument/2006/relationships/customXml" Target="../ink/ink676.xml"/><Relationship Id="rId163" Type="http://schemas.openxmlformats.org/officeDocument/2006/relationships/image" Target="../media/image697.png"/><Relationship Id="rId184" Type="http://schemas.openxmlformats.org/officeDocument/2006/relationships/customXml" Target="../ink/ink697.xml"/><Relationship Id="rId219" Type="http://schemas.openxmlformats.org/officeDocument/2006/relationships/image" Target="../media/image725.png"/><Relationship Id="rId230" Type="http://schemas.openxmlformats.org/officeDocument/2006/relationships/customXml" Target="../ink/ink720.xml"/><Relationship Id="rId251" Type="http://schemas.openxmlformats.org/officeDocument/2006/relationships/image" Target="../media/image741.png"/><Relationship Id="rId25" Type="http://schemas.openxmlformats.org/officeDocument/2006/relationships/image" Target="../media/image628.png"/><Relationship Id="rId46" Type="http://schemas.openxmlformats.org/officeDocument/2006/relationships/customXml" Target="../ink/ink628.xml"/><Relationship Id="rId67" Type="http://schemas.openxmlformats.org/officeDocument/2006/relationships/image" Target="../media/image649.png"/><Relationship Id="rId88" Type="http://schemas.openxmlformats.org/officeDocument/2006/relationships/customXml" Target="../ink/ink649.xml"/><Relationship Id="rId111" Type="http://schemas.openxmlformats.org/officeDocument/2006/relationships/image" Target="../media/image671.png"/><Relationship Id="rId132" Type="http://schemas.openxmlformats.org/officeDocument/2006/relationships/customXml" Target="../ink/ink671.xml"/><Relationship Id="rId153" Type="http://schemas.openxmlformats.org/officeDocument/2006/relationships/image" Target="../media/image692.png"/><Relationship Id="rId174" Type="http://schemas.openxmlformats.org/officeDocument/2006/relationships/customXml" Target="../ink/ink692.xml"/><Relationship Id="rId195" Type="http://schemas.openxmlformats.org/officeDocument/2006/relationships/image" Target="../media/image713.png"/><Relationship Id="rId209" Type="http://schemas.openxmlformats.org/officeDocument/2006/relationships/image" Target="../media/image720.png"/><Relationship Id="rId220" Type="http://schemas.openxmlformats.org/officeDocument/2006/relationships/customXml" Target="../ink/ink715.xml"/><Relationship Id="rId241" Type="http://schemas.openxmlformats.org/officeDocument/2006/relationships/image" Target="../media/image736.png"/><Relationship Id="rId15" Type="http://schemas.openxmlformats.org/officeDocument/2006/relationships/image" Target="../media/image623.png"/><Relationship Id="rId36" Type="http://schemas.openxmlformats.org/officeDocument/2006/relationships/customXml" Target="../ink/ink623.xml"/><Relationship Id="rId57" Type="http://schemas.openxmlformats.org/officeDocument/2006/relationships/image" Target="../media/image644.png"/><Relationship Id="rId78" Type="http://schemas.openxmlformats.org/officeDocument/2006/relationships/customXml" Target="../ink/ink644.xml"/><Relationship Id="rId99" Type="http://schemas.openxmlformats.org/officeDocument/2006/relationships/image" Target="../media/image665.png"/><Relationship Id="rId101" Type="http://schemas.openxmlformats.org/officeDocument/2006/relationships/image" Target="../media/image666.png"/><Relationship Id="rId122" Type="http://schemas.openxmlformats.org/officeDocument/2006/relationships/customXml" Target="../ink/ink666.xml"/><Relationship Id="rId143" Type="http://schemas.openxmlformats.org/officeDocument/2006/relationships/image" Target="../media/image687.png"/><Relationship Id="rId164" Type="http://schemas.openxmlformats.org/officeDocument/2006/relationships/customXml" Target="../ink/ink687.xml"/><Relationship Id="rId185" Type="http://schemas.openxmlformats.org/officeDocument/2006/relationships/image" Target="../media/image708.png"/><Relationship Id="rId9" Type="http://schemas.openxmlformats.org/officeDocument/2006/relationships/image" Target="../media/image620.png"/><Relationship Id="rId210" Type="http://schemas.openxmlformats.org/officeDocument/2006/relationships/customXml" Target="../ink/ink710.xml"/><Relationship Id="rId26" Type="http://schemas.openxmlformats.org/officeDocument/2006/relationships/customXml" Target="../ink/ink618.xml"/><Relationship Id="rId231" Type="http://schemas.openxmlformats.org/officeDocument/2006/relationships/image" Target="../media/image731.png"/><Relationship Id="rId252" Type="http://schemas.openxmlformats.org/officeDocument/2006/relationships/customXml" Target="../ink/ink731.xml"/><Relationship Id="rId47" Type="http://schemas.openxmlformats.org/officeDocument/2006/relationships/image" Target="../media/image639.png"/><Relationship Id="rId68" Type="http://schemas.openxmlformats.org/officeDocument/2006/relationships/customXml" Target="../ink/ink639.xml"/><Relationship Id="rId89" Type="http://schemas.openxmlformats.org/officeDocument/2006/relationships/image" Target="../media/image660.png"/><Relationship Id="rId112" Type="http://schemas.openxmlformats.org/officeDocument/2006/relationships/customXml" Target="../ink/ink661.xml"/><Relationship Id="rId133" Type="http://schemas.openxmlformats.org/officeDocument/2006/relationships/image" Target="../media/image682.png"/><Relationship Id="rId154" Type="http://schemas.openxmlformats.org/officeDocument/2006/relationships/customXml" Target="../ink/ink682.xml"/><Relationship Id="rId175" Type="http://schemas.openxmlformats.org/officeDocument/2006/relationships/image" Target="../media/image703.png"/><Relationship Id="rId196" Type="http://schemas.openxmlformats.org/officeDocument/2006/relationships/customXml" Target="../ink/ink703.xml"/><Relationship Id="rId200" Type="http://schemas.openxmlformats.org/officeDocument/2006/relationships/customXml" Target="../ink/ink705.xml"/><Relationship Id="rId16" Type="http://schemas.openxmlformats.org/officeDocument/2006/relationships/customXml" Target="../ink/ink613.xml"/><Relationship Id="rId221" Type="http://schemas.openxmlformats.org/officeDocument/2006/relationships/image" Target="../media/image726.png"/><Relationship Id="rId242" Type="http://schemas.openxmlformats.org/officeDocument/2006/relationships/customXml" Target="../ink/ink726.xml"/><Relationship Id="rId37" Type="http://schemas.openxmlformats.org/officeDocument/2006/relationships/image" Target="../media/image634.png"/><Relationship Id="rId58" Type="http://schemas.openxmlformats.org/officeDocument/2006/relationships/customXml" Target="../ink/ink634.xml"/><Relationship Id="rId79" Type="http://schemas.openxmlformats.org/officeDocument/2006/relationships/image" Target="../media/image655.png"/><Relationship Id="rId102" Type="http://schemas.openxmlformats.org/officeDocument/2006/relationships/customXml" Target="../ink/ink656.xml"/><Relationship Id="rId123" Type="http://schemas.openxmlformats.org/officeDocument/2006/relationships/image" Target="../media/image677.png"/><Relationship Id="rId144" Type="http://schemas.openxmlformats.org/officeDocument/2006/relationships/customXml" Target="../ink/ink677.xml"/><Relationship Id="rId90" Type="http://schemas.openxmlformats.org/officeDocument/2006/relationships/customXml" Target="../ink/ink650.xml"/><Relationship Id="rId165" Type="http://schemas.openxmlformats.org/officeDocument/2006/relationships/image" Target="../media/image698.png"/><Relationship Id="rId186" Type="http://schemas.openxmlformats.org/officeDocument/2006/relationships/customXml" Target="../ink/ink698.xml"/><Relationship Id="rId211" Type="http://schemas.openxmlformats.org/officeDocument/2006/relationships/image" Target="../media/image721.png"/><Relationship Id="rId232" Type="http://schemas.openxmlformats.org/officeDocument/2006/relationships/customXml" Target="../ink/ink721.xml"/><Relationship Id="rId253" Type="http://schemas.openxmlformats.org/officeDocument/2006/relationships/image" Target="../media/image742.png"/><Relationship Id="rId27" Type="http://schemas.openxmlformats.org/officeDocument/2006/relationships/image" Target="../media/image629.png"/><Relationship Id="rId48" Type="http://schemas.openxmlformats.org/officeDocument/2006/relationships/customXml" Target="../ink/ink629.xml"/><Relationship Id="rId69" Type="http://schemas.openxmlformats.org/officeDocument/2006/relationships/image" Target="../media/image650.png"/><Relationship Id="rId113" Type="http://schemas.openxmlformats.org/officeDocument/2006/relationships/image" Target="../media/image672.png"/><Relationship Id="rId134" Type="http://schemas.openxmlformats.org/officeDocument/2006/relationships/customXml" Target="../ink/ink672.xml"/><Relationship Id="rId80" Type="http://schemas.openxmlformats.org/officeDocument/2006/relationships/customXml" Target="../ink/ink645.xml"/><Relationship Id="rId155" Type="http://schemas.openxmlformats.org/officeDocument/2006/relationships/image" Target="../media/image693.png"/><Relationship Id="rId176" Type="http://schemas.openxmlformats.org/officeDocument/2006/relationships/customXml" Target="../ink/ink693.xml"/><Relationship Id="rId197" Type="http://schemas.openxmlformats.org/officeDocument/2006/relationships/image" Target="../media/image714.png"/><Relationship Id="rId201" Type="http://schemas.openxmlformats.org/officeDocument/2006/relationships/image" Target="../media/image716.png"/><Relationship Id="rId222" Type="http://schemas.openxmlformats.org/officeDocument/2006/relationships/customXml" Target="../ink/ink716.xml"/><Relationship Id="rId243" Type="http://schemas.openxmlformats.org/officeDocument/2006/relationships/image" Target="../media/image737.png"/><Relationship Id="rId17" Type="http://schemas.openxmlformats.org/officeDocument/2006/relationships/image" Target="../media/image624.png"/><Relationship Id="rId38" Type="http://schemas.openxmlformats.org/officeDocument/2006/relationships/customXml" Target="../ink/ink624.xml"/><Relationship Id="rId59" Type="http://schemas.openxmlformats.org/officeDocument/2006/relationships/image" Target="../media/image645.png"/><Relationship Id="rId103" Type="http://schemas.openxmlformats.org/officeDocument/2006/relationships/image" Target="../media/image667.png"/><Relationship Id="rId124" Type="http://schemas.openxmlformats.org/officeDocument/2006/relationships/customXml" Target="../ink/ink667.xml"/><Relationship Id="rId70" Type="http://schemas.openxmlformats.org/officeDocument/2006/relationships/customXml" Target="../ink/ink640.xml"/><Relationship Id="rId91" Type="http://schemas.openxmlformats.org/officeDocument/2006/relationships/image" Target="../media/image661.png"/><Relationship Id="rId145" Type="http://schemas.openxmlformats.org/officeDocument/2006/relationships/image" Target="../media/image688.png"/><Relationship Id="rId166" Type="http://schemas.openxmlformats.org/officeDocument/2006/relationships/customXml" Target="../ink/ink688.xml"/><Relationship Id="rId187" Type="http://schemas.openxmlformats.org/officeDocument/2006/relationships/image" Target="../media/image70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11.xml"/><Relationship Id="rId233" Type="http://schemas.openxmlformats.org/officeDocument/2006/relationships/image" Target="../media/image732.png"/><Relationship Id="rId254" Type="http://schemas.openxmlformats.org/officeDocument/2006/relationships/customXml" Target="../ink/ink732.xml"/><Relationship Id="rId28" Type="http://schemas.openxmlformats.org/officeDocument/2006/relationships/customXml" Target="../ink/ink619.xml"/><Relationship Id="rId49" Type="http://schemas.openxmlformats.org/officeDocument/2006/relationships/image" Target="../media/image640.png"/><Relationship Id="rId114" Type="http://schemas.openxmlformats.org/officeDocument/2006/relationships/customXml" Target="../ink/ink662.xml"/><Relationship Id="rId60" Type="http://schemas.openxmlformats.org/officeDocument/2006/relationships/customXml" Target="../ink/ink635.xml"/><Relationship Id="rId81" Type="http://schemas.openxmlformats.org/officeDocument/2006/relationships/image" Target="../media/image656.png"/><Relationship Id="rId135" Type="http://schemas.openxmlformats.org/officeDocument/2006/relationships/image" Target="../media/image683.png"/><Relationship Id="rId156" Type="http://schemas.openxmlformats.org/officeDocument/2006/relationships/customXml" Target="../ink/ink683.xml"/><Relationship Id="rId177" Type="http://schemas.openxmlformats.org/officeDocument/2006/relationships/image" Target="../media/image704.png"/><Relationship Id="rId198" Type="http://schemas.openxmlformats.org/officeDocument/2006/relationships/customXml" Target="../ink/ink704.xml"/><Relationship Id="rId202" Type="http://schemas.openxmlformats.org/officeDocument/2006/relationships/customXml" Target="../ink/ink706.xml"/><Relationship Id="rId223" Type="http://schemas.openxmlformats.org/officeDocument/2006/relationships/image" Target="../media/image727.png"/><Relationship Id="rId244" Type="http://schemas.openxmlformats.org/officeDocument/2006/relationships/customXml" Target="../ink/ink727.xml"/><Relationship Id="rId18" Type="http://schemas.openxmlformats.org/officeDocument/2006/relationships/customXml" Target="../ink/ink614.xml"/><Relationship Id="rId39" Type="http://schemas.openxmlformats.org/officeDocument/2006/relationships/image" Target="../media/image635.png"/><Relationship Id="rId50" Type="http://schemas.openxmlformats.org/officeDocument/2006/relationships/customXml" Target="../ink/ink630.xml"/><Relationship Id="rId104" Type="http://schemas.openxmlformats.org/officeDocument/2006/relationships/customXml" Target="../ink/ink657.xml"/><Relationship Id="rId125" Type="http://schemas.openxmlformats.org/officeDocument/2006/relationships/image" Target="../media/image678.png"/><Relationship Id="rId146" Type="http://schemas.openxmlformats.org/officeDocument/2006/relationships/customXml" Target="../ink/ink678.xml"/><Relationship Id="rId167" Type="http://schemas.openxmlformats.org/officeDocument/2006/relationships/image" Target="../media/image699.png"/><Relationship Id="rId188" Type="http://schemas.openxmlformats.org/officeDocument/2006/relationships/customXml" Target="../ink/ink699.xml"/><Relationship Id="rId71" Type="http://schemas.openxmlformats.org/officeDocument/2006/relationships/image" Target="../media/image651.png"/><Relationship Id="rId92" Type="http://schemas.openxmlformats.org/officeDocument/2006/relationships/customXml" Target="../ink/ink651.xml"/><Relationship Id="rId213" Type="http://schemas.openxmlformats.org/officeDocument/2006/relationships/image" Target="../media/image722.png"/><Relationship Id="rId234" Type="http://schemas.openxmlformats.org/officeDocument/2006/relationships/customXml" Target="../ink/ink722.xml"/><Relationship Id="rId2" Type="http://schemas.openxmlformats.org/officeDocument/2006/relationships/customXml" Target="../ink/ink606.xml"/><Relationship Id="rId29" Type="http://schemas.openxmlformats.org/officeDocument/2006/relationships/image" Target="../media/image630.png"/><Relationship Id="rId255" Type="http://schemas.openxmlformats.org/officeDocument/2006/relationships/image" Target="../media/image743.png"/><Relationship Id="rId40" Type="http://schemas.openxmlformats.org/officeDocument/2006/relationships/customXml" Target="../ink/ink625.xml"/><Relationship Id="rId115" Type="http://schemas.openxmlformats.org/officeDocument/2006/relationships/image" Target="../media/image673.png"/><Relationship Id="rId136" Type="http://schemas.openxmlformats.org/officeDocument/2006/relationships/customXml" Target="../ink/ink673.xml"/><Relationship Id="rId157" Type="http://schemas.openxmlformats.org/officeDocument/2006/relationships/image" Target="../media/image694.png"/><Relationship Id="rId178" Type="http://schemas.openxmlformats.org/officeDocument/2006/relationships/customXml" Target="../ink/ink694.xml"/><Relationship Id="rId61" Type="http://schemas.openxmlformats.org/officeDocument/2006/relationships/image" Target="../media/image646.png"/><Relationship Id="rId82" Type="http://schemas.openxmlformats.org/officeDocument/2006/relationships/customXml" Target="../ink/ink646.xml"/><Relationship Id="rId199" Type="http://schemas.openxmlformats.org/officeDocument/2006/relationships/image" Target="../media/image715.png"/><Relationship Id="rId203" Type="http://schemas.openxmlformats.org/officeDocument/2006/relationships/image" Target="../media/image717.png"/><Relationship Id="rId19" Type="http://schemas.openxmlformats.org/officeDocument/2006/relationships/image" Target="../media/image625.png"/><Relationship Id="rId224" Type="http://schemas.openxmlformats.org/officeDocument/2006/relationships/customXml" Target="../ink/ink717.xml"/><Relationship Id="rId245" Type="http://schemas.openxmlformats.org/officeDocument/2006/relationships/image" Target="../media/image738.png"/><Relationship Id="rId30" Type="http://schemas.openxmlformats.org/officeDocument/2006/relationships/customXml" Target="../ink/ink620.xml"/><Relationship Id="rId105" Type="http://schemas.openxmlformats.org/officeDocument/2006/relationships/image" Target="../media/image668.png"/><Relationship Id="rId126" Type="http://schemas.openxmlformats.org/officeDocument/2006/relationships/customXml" Target="../ink/ink668.xml"/><Relationship Id="rId147" Type="http://schemas.openxmlformats.org/officeDocument/2006/relationships/image" Target="../media/image689.png"/><Relationship Id="rId168" Type="http://schemas.openxmlformats.org/officeDocument/2006/relationships/customXml" Target="../ink/ink689.xml"/><Relationship Id="rId51" Type="http://schemas.openxmlformats.org/officeDocument/2006/relationships/image" Target="../media/image641.png"/><Relationship Id="rId72" Type="http://schemas.openxmlformats.org/officeDocument/2006/relationships/customXml" Target="../ink/ink641.xml"/><Relationship Id="rId93" Type="http://schemas.openxmlformats.org/officeDocument/2006/relationships/image" Target="../media/image662.png"/><Relationship Id="rId189" Type="http://schemas.openxmlformats.org/officeDocument/2006/relationships/image" Target="../media/image710.png"/><Relationship Id="rId3" Type="http://schemas.openxmlformats.org/officeDocument/2006/relationships/image" Target="../media/image617.png"/><Relationship Id="rId214" Type="http://schemas.openxmlformats.org/officeDocument/2006/relationships/customXml" Target="../ink/ink712.xml"/><Relationship Id="rId235" Type="http://schemas.openxmlformats.org/officeDocument/2006/relationships/image" Target="../media/image733.png"/><Relationship Id="rId256" Type="http://schemas.openxmlformats.org/officeDocument/2006/relationships/customXml" Target="../ink/ink733.xml"/><Relationship Id="rId116" Type="http://schemas.openxmlformats.org/officeDocument/2006/relationships/customXml" Target="../ink/ink663.xml"/><Relationship Id="rId137" Type="http://schemas.openxmlformats.org/officeDocument/2006/relationships/image" Target="../media/image684.png"/><Relationship Id="rId158" Type="http://schemas.openxmlformats.org/officeDocument/2006/relationships/customXml" Target="../ink/ink684.xml"/><Relationship Id="rId20" Type="http://schemas.openxmlformats.org/officeDocument/2006/relationships/customXml" Target="../ink/ink615.xml"/><Relationship Id="rId41" Type="http://schemas.openxmlformats.org/officeDocument/2006/relationships/image" Target="../media/image636.png"/><Relationship Id="rId62" Type="http://schemas.openxmlformats.org/officeDocument/2006/relationships/customXml" Target="../ink/ink636.xml"/><Relationship Id="rId83" Type="http://schemas.openxmlformats.org/officeDocument/2006/relationships/image" Target="../media/image657.png"/><Relationship Id="rId179" Type="http://schemas.openxmlformats.org/officeDocument/2006/relationships/image" Target="../media/image705.png"/><Relationship Id="rId190" Type="http://schemas.openxmlformats.org/officeDocument/2006/relationships/customXml" Target="../ink/ink700.xml"/><Relationship Id="rId204" Type="http://schemas.openxmlformats.org/officeDocument/2006/relationships/customXml" Target="../ink/ink707.xml"/><Relationship Id="rId225" Type="http://schemas.openxmlformats.org/officeDocument/2006/relationships/image" Target="../media/image728.png"/><Relationship Id="rId246" Type="http://schemas.openxmlformats.org/officeDocument/2006/relationships/customXml" Target="../ink/ink728.xml"/><Relationship Id="rId106" Type="http://schemas.openxmlformats.org/officeDocument/2006/relationships/customXml" Target="../ink/ink658.xml"/><Relationship Id="rId127" Type="http://schemas.openxmlformats.org/officeDocument/2006/relationships/image" Target="../media/image679.png"/><Relationship Id="rId10" Type="http://schemas.openxmlformats.org/officeDocument/2006/relationships/customXml" Target="../ink/ink610.xml"/><Relationship Id="rId31" Type="http://schemas.openxmlformats.org/officeDocument/2006/relationships/image" Target="../media/image631.png"/><Relationship Id="rId52" Type="http://schemas.openxmlformats.org/officeDocument/2006/relationships/customXml" Target="../ink/ink631.xml"/><Relationship Id="rId73" Type="http://schemas.openxmlformats.org/officeDocument/2006/relationships/image" Target="../media/image652.png"/><Relationship Id="rId94" Type="http://schemas.openxmlformats.org/officeDocument/2006/relationships/customXml" Target="../ink/ink652.xml"/><Relationship Id="rId148" Type="http://schemas.openxmlformats.org/officeDocument/2006/relationships/customXml" Target="../ink/ink679.xml"/><Relationship Id="rId169" Type="http://schemas.openxmlformats.org/officeDocument/2006/relationships/image" Target="../media/image700.png"/><Relationship Id="rId4" Type="http://schemas.openxmlformats.org/officeDocument/2006/relationships/customXml" Target="../ink/ink607.xml"/><Relationship Id="rId180" Type="http://schemas.openxmlformats.org/officeDocument/2006/relationships/customXml" Target="../ink/ink695.xml"/><Relationship Id="rId215" Type="http://schemas.openxmlformats.org/officeDocument/2006/relationships/image" Target="../media/image723.png"/><Relationship Id="rId236" Type="http://schemas.openxmlformats.org/officeDocument/2006/relationships/customXml" Target="../ink/ink723.xml"/><Relationship Id="rId257" Type="http://schemas.openxmlformats.org/officeDocument/2006/relationships/image" Target="../media/image744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2.png"/><Relationship Id="rId21" Type="http://schemas.openxmlformats.org/officeDocument/2006/relationships/image" Target="../media/image754.png"/><Relationship Id="rId42" Type="http://schemas.openxmlformats.org/officeDocument/2006/relationships/customXml" Target="../ink/ink754.xml"/><Relationship Id="rId63" Type="http://schemas.openxmlformats.org/officeDocument/2006/relationships/image" Target="../media/image775.png"/><Relationship Id="rId84" Type="http://schemas.openxmlformats.org/officeDocument/2006/relationships/customXml" Target="../ink/ink775.xml"/><Relationship Id="rId138" Type="http://schemas.openxmlformats.org/officeDocument/2006/relationships/customXml" Target="../ink/ink802.xml"/><Relationship Id="rId159" Type="http://schemas.openxmlformats.org/officeDocument/2006/relationships/image" Target="../media/image823.png"/><Relationship Id="rId170" Type="http://schemas.openxmlformats.org/officeDocument/2006/relationships/customXml" Target="../ink/ink818.xml"/><Relationship Id="rId191" Type="http://schemas.openxmlformats.org/officeDocument/2006/relationships/image" Target="../media/image839.png"/><Relationship Id="rId107" Type="http://schemas.openxmlformats.org/officeDocument/2006/relationships/image" Target="../media/image797.png"/><Relationship Id="rId11" Type="http://schemas.openxmlformats.org/officeDocument/2006/relationships/image" Target="../media/image749.png"/><Relationship Id="rId32" Type="http://schemas.openxmlformats.org/officeDocument/2006/relationships/customXml" Target="../ink/ink749.xml"/><Relationship Id="rId53" Type="http://schemas.openxmlformats.org/officeDocument/2006/relationships/image" Target="../media/image770.png"/><Relationship Id="rId74" Type="http://schemas.openxmlformats.org/officeDocument/2006/relationships/customXml" Target="../ink/ink770.xml"/><Relationship Id="rId128" Type="http://schemas.openxmlformats.org/officeDocument/2006/relationships/customXml" Target="../ink/ink797.xml"/><Relationship Id="rId149" Type="http://schemas.openxmlformats.org/officeDocument/2006/relationships/image" Target="../media/image818.png"/><Relationship Id="rId5" Type="http://schemas.openxmlformats.org/officeDocument/2006/relationships/image" Target="../media/image746.png"/><Relationship Id="rId95" Type="http://schemas.openxmlformats.org/officeDocument/2006/relationships/image" Target="../media/image791.png"/><Relationship Id="rId160" Type="http://schemas.openxmlformats.org/officeDocument/2006/relationships/customXml" Target="../ink/ink813.xml"/><Relationship Id="rId181" Type="http://schemas.openxmlformats.org/officeDocument/2006/relationships/image" Target="../media/image834.png"/><Relationship Id="rId22" Type="http://schemas.openxmlformats.org/officeDocument/2006/relationships/customXml" Target="../ink/ink744.xml"/><Relationship Id="rId43" Type="http://schemas.openxmlformats.org/officeDocument/2006/relationships/image" Target="../media/image765.png"/><Relationship Id="rId64" Type="http://schemas.openxmlformats.org/officeDocument/2006/relationships/customXml" Target="../ink/ink765.xml"/><Relationship Id="rId118" Type="http://schemas.openxmlformats.org/officeDocument/2006/relationships/customXml" Target="../ink/ink792.xml"/><Relationship Id="rId139" Type="http://schemas.openxmlformats.org/officeDocument/2006/relationships/image" Target="../media/image813.png"/><Relationship Id="rId85" Type="http://schemas.openxmlformats.org/officeDocument/2006/relationships/image" Target="../media/image786.png"/><Relationship Id="rId150" Type="http://schemas.openxmlformats.org/officeDocument/2006/relationships/customXml" Target="../ink/ink808.xml"/><Relationship Id="rId171" Type="http://schemas.openxmlformats.org/officeDocument/2006/relationships/image" Target="../media/image829.png"/><Relationship Id="rId192" Type="http://schemas.openxmlformats.org/officeDocument/2006/relationships/customXml" Target="../ink/ink829.xml"/><Relationship Id="rId12" Type="http://schemas.openxmlformats.org/officeDocument/2006/relationships/customXml" Target="../ink/ink739.xml"/><Relationship Id="rId33" Type="http://schemas.openxmlformats.org/officeDocument/2006/relationships/image" Target="../media/image760.png"/><Relationship Id="rId108" Type="http://schemas.openxmlformats.org/officeDocument/2006/relationships/customXml" Target="../ink/ink787.xml"/><Relationship Id="rId129" Type="http://schemas.openxmlformats.org/officeDocument/2006/relationships/image" Target="../media/image808.png"/><Relationship Id="rId54" Type="http://schemas.openxmlformats.org/officeDocument/2006/relationships/customXml" Target="../ink/ink760.xml"/><Relationship Id="rId75" Type="http://schemas.openxmlformats.org/officeDocument/2006/relationships/image" Target="../media/image781.png"/><Relationship Id="rId96" Type="http://schemas.openxmlformats.org/officeDocument/2006/relationships/customXml" Target="../ink/ink781.xml"/><Relationship Id="rId140" Type="http://schemas.openxmlformats.org/officeDocument/2006/relationships/customXml" Target="../ink/ink803.xml"/><Relationship Id="rId161" Type="http://schemas.openxmlformats.org/officeDocument/2006/relationships/image" Target="../media/image824.png"/><Relationship Id="rId182" Type="http://schemas.openxmlformats.org/officeDocument/2006/relationships/customXml" Target="../ink/ink824.xml"/><Relationship Id="rId6" Type="http://schemas.openxmlformats.org/officeDocument/2006/relationships/customXml" Target="../ink/ink736.xml"/><Relationship Id="rId23" Type="http://schemas.openxmlformats.org/officeDocument/2006/relationships/image" Target="../media/image755.png"/><Relationship Id="rId119" Type="http://schemas.openxmlformats.org/officeDocument/2006/relationships/image" Target="../media/image803.png"/><Relationship Id="rId44" Type="http://schemas.openxmlformats.org/officeDocument/2006/relationships/customXml" Target="../ink/ink755.xml"/><Relationship Id="rId65" Type="http://schemas.openxmlformats.org/officeDocument/2006/relationships/image" Target="../media/image776.png"/><Relationship Id="rId86" Type="http://schemas.openxmlformats.org/officeDocument/2006/relationships/customXml" Target="../ink/ink776.xml"/><Relationship Id="rId130" Type="http://schemas.openxmlformats.org/officeDocument/2006/relationships/customXml" Target="../ink/ink798.xml"/><Relationship Id="rId151" Type="http://schemas.openxmlformats.org/officeDocument/2006/relationships/image" Target="../media/image819.png"/><Relationship Id="rId172" Type="http://schemas.openxmlformats.org/officeDocument/2006/relationships/customXml" Target="../ink/ink819.xml"/><Relationship Id="rId193" Type="http://schemas.openxmlformats.org/officeDocument/2006/relationships/image" Target="../media/image840.png"/><Relationship Id="rId13" Type="http://schemas.openxmlformats.org/officeDocument/2006/relationships/image" Target="../media/image750.png"/><Relationship Id="rId109" Type="http://schemas.openxmlformats.org/officeDocument/2006/relationships/image" Target="../media/image798.png"/><Relationship Id="rId34" Type="http://schemas.openxmlformats.org/officeDocument/2006/relationships/customXml" Target="../ink/ink750.xml"/><Relationship Id="rId55" Type="http://schemas.openxmlformats.org/officeDocument/2006/relationships/image" Target="../media/image771.png"/><Relationship Id="rId76" Type="http://schemas.openxmlformats.org/officeDocument/2006/relationships/customXml" Target="../ink/ink771.xml"/><Relationship Id="rId97" Type="http://schemas.openxmlformats.org/officeDocument/2006/relationships/image" Target="../media/image792.png"/><Relationship Id="rId120" Type="http://schemas.openxmlformats.org/officeDocument/2006/relationships/customXml" Target="../ink/ink793.xml"/><Relationship Id="rId141" Type="http://schemas.openxmlformats.org/officeDocument/2006/relationships/image" Target="../media/image814.png"/><Relationship Id="rId7" Type="http://schemas.openxmlformats.org/officeDocument/2006/relationships/image" Target="../media/image747.png"/><Relationship Id="rId71" Type="http://schemas.openxmlformats.org/officeDocument/2006/relationships/image" Target="../media/image779.png"/><Relationship Id="rId92" Type="http://schemas.openxmlformats.org/officeDocument/2006/relationships/customXml" Target="../ink/ink779.xml"/><Relationship Id="rId162" Type="http://schemas.openxmlformats.org/officeDocument/2006/relationships/customXml" Target="../ink/ink814.xml"/><Relationship Id="rId183" Type="http://schemas.openxmlformats.org/officeDocument/2006/relationships/image" Target="../media/image835.png"/><Relationship Id="rId2" Type="http://schemas.openxmlformats.org/officeDocument/2006/relationships/customXml" Target="../ink/ink734.xml"/><Relationship Id="rId29" Type="http://schemas.openxmlformats.org/officeDocument/2006/relationships/image" Target="../media/image758.png"/><Relationship Id="rId24" Type="http://schemas.openxmlformats.org/officeDocument/2006/relationships/customXml" Target="../ink/ink745.xml"/><Relationship Id="rId40" Type="http://schemas.openxmlformats.org/officeDocument/2006/relationships/customXml" Target="../ink/ink753.xml"/><Relationship Id="rId45" Type="http://schemas.openxmlformats.org/officeDocument/2006/relationships/image" Target="../media/image766.png"/><Relationship Id="rId66" Type="http://schemas.openxmlformats.org/officeDocument/2006/relationships/customXml" Target="../ink/ink766.xml"/><Relationship Id="rId87" Type="http://schemas.openxmlformats.org/officeDocument/2006/relationships/image" Target="../media/image787.png"/><Relationship Id="rId110" Type="http://schemas.openxmlformats.org/officeDocument/2006/relationships/customXml" Target="../ink/ink788.xml"/><Relationship Id="rId115" Type="http://schemas.openxmlformats.org/officeDocument/2006/relationships/image" Target="../media/image801.png"/><Relationship Id="rId131" Type="http://schemas.openxmlformats.org/officeDocument/2006/relationships/image" Target="../media/image809.png"/><Relationship Id="rId136" Type="http://schemas.openxmlformats.org/officeDocument/2006/relationships/customXml" Target="../ink/ink801.xml"/><Relationship Id="rId157" Type="http://schemas.openxmlformats.org/officeDocument/2006/relationships/image" Target="../media/image822.png"/><Relationship Id="rId178" Type="http://schemas.openxmlformats.org/officeDocument/2006/relationships/customXml" Target="../ink/ink822.xml"/><Relationship Id="rId61" Type="http://schemas.openxmlformats.org/officeDocument/2006/relationships/image" Target="../media/image774.png"/><Relationship Id="rId82" Type="http://schemas.openxmlformats.org/officeDocument/2006/relationships/customXml" Target="../ink/ink774.xml"/><Relationship Id="rId152" Type="http://schemas.openxmlformats.org/officeDocument/2006/relationships/customXml" Target="../ink/ink809.xml"/><Relationship Id="rId173" Type="http://schemas.openxmlformats.org/officeDocument/2006/relationships/image" Target="../media/image830.png"/><Relationship Id="rId194" Type="http://schemas.openxmlformats.org/officeDocument/2006/relationships/customXml" Target="../ink/ink830.xml"/><Relationship Id="rId19" Type="http://schemas.openxmlformats.org/officeDocument/2006/relationships/image" Target="../media/image753.png"/><Relationship Id="rId14" Type="http://schemas.openxmlformats.org/officeDocument/2006/relationships/customXml" Target="../ink/ink740.xml"/><Relationship Id="rId30" Type="http://schemas.openxmlformats.org/officeDocument/2006/relationships/customXml" Target="../ink/ink748.xml"/><Relationship Id="rId35" Type="http://schemas.openxmlformats.org/officeDocument/2006/relationships/image" Target="../media/image761.png"/><Relationship Id="rId56" Type="http://schemas.openxmlformats.org/officeDocument/2006/relationships/customXml" Target="../ink/ink761.xml"/><Relationship Id="rId77" Type="http://schemas.openxmlformats.org/officeDocument/2006/relationships/image" Target="../media/image782.png"/><Relationship Id="rId100" Type="http://schemas.openxmlformats.org/officeDocument/2006/relationships/customXml" Target="../ink/ink783.xml"/><Relationship Id="rId105" Type="http://schemas.openxmlformats.org/officeDocument/2006/relationships/image" Target="../media/image796.png"/><Relationship Id="rId126" Type="http://schemas.openxmlformats.org/officeDocument/2006/relationships/customXml" Target="../ink/ink796.xml"/><Relationship Id="rId147" Type="http://schemas.openxmlformats.org/officeDocument/2006/relationships/image" Target="../media/image817.png"/><Relationship Id="rId168" Type="http://schemas.openxmlformats.org/officeDocument/2006/relationships/customXml" Target="../ink/ink817.xml"/><Relationship Id="rId8" Type="http://schemas.openxmlformats.org/officeDocument/2006/relationships/customXml" Target="../ink/ink737.xml"/><Relationship Id="rId51" Type="http://schemas.openxmlformats.org/officeDocument/2006/relationships/image" Target="../media/image769.png"/><Relationship Id="rId72" Type="http://schemas.openxmlformats.org/officeDocument/2006/relationships/customXml" Target="../ink/ink769.xml"/><Relationship Id="rId93" Type="http://schemas.openxmlformats.org/officeDocument/2006/relationships/image" Target="../media/image790.png"/><Relationship Id="rId98" Type="http://schemas.openxmlformats.org/officeDocument/2006/relationships/customXml" Target="../ink/ink782.xml"/><Relationship Id="rId121" Type="http://schemas.openxmlformats.org/officeDocument/2006/relationships/image" Target="../media/image804.png"/><Relationship Id="rId142" Type="http://schemas.openxmlformats.org/officeDocument/2006/relationships/customXml" Target="../ink/ink804.xml"/><Relationship Id="rId163" Type="http://schemas.openxmlformats.org/officeDocument/2006/relationships/image" Target="../media/image825.png"/><Relationship Id="rId184" Type="http://schemas.openxmlformats.org/officeDocument/2006/relationships/customXml" Target="../ink/ink825.xml"/><Relationship Id="rId189" Type="http://schemas.openxmlformats.org/officeDocument/2006/relationships/image" Target="../media/image838.png"/><Relationship Id="rId3" Type="http://schemas.openxmlformats.org/officeDocument/2006/relationships/image" Target="../media/image745.png"/><Relationship Id="rId25" Type="http://schemas.openxmlformats.org/officeDocument/2006/relationships/image" Target="../media/image756.png"/><Relationship Id="rId46" Type="http://schemas.openxmlformats.org/officeDocument/2006/relationships/customXml" Target="../ink/ink756.xml"/><Relationship Id="rId67" Type="http://schemas.openxmlformats.org/officeDocument/2006/relationships/image" Target="../media/image777.png"/><Relationship Id="rId116" Type="http://schemas.openxmlformats.org/officeDocument/2006/relationships/customXml" Target="../ink/ink791.xml"/><Relationship Id="rId137" Type="http://schemas.openxmlformats.org/officeDocument/2006/relationships/image" Target="../media/image812.png"/><Relationship Id="rId158" Type="http://schemas.openxmlformats.org/officeDocument/2006/relationships/customXml" Target="../ink/ink812.xml"/><Relationship Id="rId20" Type="http://schemas.openxmlformats.org/officeDocument/2006/relationships/customXml" Target="../ink/ink743.xml"/><Relationship Id="rId41" Type="http://schemas.openxmlformats.org/officeDocument/2006/relationships/image" Target="../media/image764.png"/><Relationship Id="rId62" Type="http://schemas.openxmlformats.org/officeDocument/2006/relationships/customXml" Target="../ink/ink764.xml"/><Relationship Id="rId83" Type="http://schemas.openxmlformats.org/officeDocument/2006/relationships/image" Target="../media/image785.png"/><Relationship Id="rId88" Type="http://schemas.openxmlformats.org/officeDocument/2006/relationships/customXml" Target="../ink/ink777.xml"/><Relationship Id="rId111" Type="http://schemas.openxmlformats.org/officeDocument/2006/relationships/image" Target="../media/image799.png"/><Relationship Id="rId132" Type="http://schemas.openxmlformats.org/officeDocument/2006/relationships/customXml" Target="../ink/ink799.xml"/><Relationship Id="rId153" Type="http://schemas.openxmlformats.org/officeDocument/2006/relationships/image" Target="../media/image820.png"/><Relationship Id="rId174" Type="http://schemas.openxmlformats.org/officeDocument/2006/relationships/customXml" Target="../ink/ink820.xml"/><Relationship Id="rId179" Type="http://schemas.openxmlformats.org/officeDocument/2006/relationships/image" Target="../media/image833.png"/><Relationship Id="rId195" Type="http://schemas.openxmlformats.org/officeDocument/2006/relationships/image" Target="../media/image841.png"/><Relationship Id="rId190" Type="http://schemas.openxmlformats.org/officeDocument/2006/relationships/customXml" Target="../ink/ink828.xml"/><Relationship Id="rId15" Type="http://schemas.openxmlformats.org/officeDocument/2006/relationships/image" Target="../media/image751.png"/><Relationship Id="rId36" Type="http://schemas.openxmlformats.org/officeDocument/2006/relationships/customXml" Target="../ink/ink751.xml"/><Relationship Id="rId57" Type="http://schemas.openxmlformats.org/officeDocument/2006/relationships/image" Target="../media/image772.png"/><Relationship Id="rId106" Type="http://schemas.openxmlformats.org/officeDocument/2006/relationships/customXml" Target="../ink/ink786.xml"/><Relationship Id="rId127" Type="http://schemas.openxmlformats.org/officeDocument/2006/relationships/image" Target="../media/image807.png"/><Relationship Id="rId10" Type="http://schemas.openxmlformats.org/officeDocument/2006/relationships/customXml" Target="../ink/ink738.xml"/><Relationship Id="rId31" Type="http://schemas.openxmlformats.org/officeDocument/2006/relationships/image" Target="../media/image759.png"/><Relationship Id="rId52" Type="http://schemas.openxmlformats.org/officeDocument/2006/relationships/customXml" Target="../ink/ink759.xml"/><Relationship Id="rId73" Type="http://schemas.openxmlformats.org/officeDocument/2006/relationships/image" Target="../media/image780.png"/><Relationship Id="rId78" Type="http://schemas.openxmlformats.org/officeDocument/2006/relationships/customXml" Target="../ink/ink772.xml"/><Relationship Id="rId94" Type="http://schemas.openxmlformats.org/officeDocument/2006/relationships/customXml" Target="../ink/ink780.xml"/><Relationship Id="rId99" Type="http://schemas.openxmlformats.org/officeDocument/2006/relationships/image" Target="../media/image793.png"/><Relationship Id="rId101" Type="http://schemas.openxmlformats.org/officeDocument/2006/relationships/image" Target="../media/image794.png"/><Relationship Id="rId122" Type="http://schemas.openxmlformats.org/officeDocument/2006/relationships/customXml" Target="../ink/ink794.xml"/><Relationship Id="rId143" Type="http://schemas.openxmlformats.org/officeDocument/2006/relationships/image" Target="../media/image815.png"/><Relationship Id="rId148" Type="http://schemas.openxmlformats.org/officeDocument/2006/relationships/customXml" Target="../ink/ink807.xml"/><Relationship Id="rId164" Type="http://schemas.openxmlformats.org/officeDocument/2006/relationships/customXml" Target="../ink/ink815.xml"/><Relationship Id="rId169" Type="http://schemas.openxmlformats.org/officeDocument/2006/relationships/image" Target="../media/image828.png"/><Relationship Id="rId185" Type="http://schemas.openxmlformats.org/officeDocument/2006/relationships/image" Target="../media/image836.png"/><Relationship Id="rId4" Type="http://schemas.openxmlformats.org/officeDocument/2006/relationships/customXml" Target="../ink/ink735.xml"/><Relationship Id="rId9" Type="http://schemas.openxmlformats.org/officeDocument/2006/relationships/image" Target="../media/image748.png"/><Relationship Id="rId180" Type="http://schemas.openxmlformats.org/officeDocument/2006/relationships/customXml" Target="../ink/ink823.xml"/><Relationship Id="rId26" Type="http://schemas.openxmlformats.org/officeDocument/2006/relationships/customXml" Target="../ink/ink746.xml"/><Relationship Id="rId47" Type="http://schemas.openxmlformats.org/officeDocument/2006/relationships/image" Target="../media/image767.png"/><Relationship Id="rId68" Type="http://schemas.openxmlformats.org/officeDocument/2006/relationships/customXml" Target="../ink/ink767.xml"/><Relationship Id="rId89" Type="http://schemas.openxmlformats.org/officeDocument/2006/relationships/image" Target="../media/image788.png"/><Relationship Id="rId112" Type="http://schemas.openxmlformats.org/officeDocument/2006/relationships/customXml" Target="../ink/ink789.xml"/><Relationship Id="rId133" Type="http://schemas.openxmlformats.org/officeDocument/2006/relationships/image" Target="../media/image810.png"/><Relationship Id="rId154" Type="http://schemas.openxmlformats.org/officeDocument/2006/relationships/customXml" Target="../ink/ink810.xml"/><Relationship Id="rId175" Type="http://schemas.openxmlformats.org/officeDocument/2006/relationships/image" Target="../media/image831.png"/><Relationship Id="rId196" Type="http://schemas.openxmlformats.org/officeDocument/2006/relationships/customXml" Target="../ink/ink831.xml"/><Relationship Id="rId16" Type="http://schemas.openxmlformats.org/officeDocument/2006/relationships/customXml" Target="../ink/ink741.xml"/><Relationship Id="rId37" Type="http://schemas.openxmlformats.org/officeDocument/2006/relationships/image" Target="../media/image762.png"/><Relationship Id="rId58" Type="http://schemas.openxmlformats.org/officeDocument/2006/relationships/customXml" Target="../ink/ink762.xml"/><Relationship Id="rId79" Type="http://schemas.openxmlformats.org/officeDocument/2006/relationships/image" Target="../media/image783.png"/><Relationship Id="rId102" Type="http://schemas.openxmlformats.org/officeDocument/2006/relationships/customXml" Target="../ink/ink784.xml"/><Relationship Id="rId123" Type="http://schemas.openxmlformats.org/officeDocument/2006/relationships/image" Target="../media/image805.png"/><Relationship Id="rId144" Type="http://schemas.openxmlformats.org/officeDocument/2006/relationships/customXml" Target="../ink/ink805.xml"/><Relationship Id="rId90" Type="http://schemas.openxmlformats.org/officeDocument/2006/relationships/customXml" Target="../ink/ink778.xml"/><Relationship Id="rId165" Type="http://schemas.openxmlformats.org/officeDocument/2006/relationships/image" Target="../media/image826.png"/><Relationship Id="rId186" Type="http://schemas.openxmlformats.org/officeDocument/2006/relationships/customXml" Target="../ink/ink826.xml"/><Relationship Id="rId27" Type="http://schemas.openxmlformats.org/officeDocument/2006/relationships/image" Target="../media/image757.png"/><Relationship Id="rId48" Type="http://schemas.openxmlformats.org/officeDocument/2006/relationships/customXml" Target="../ink/ink757.xml"/><Relationship Id="rId69" Type="http://schemas.openxmlformats.org/officeDocument/2006/relationships/image" Target="../media/image778.png"/><Relationship Id="rId113" Type="http://schemas.openxmlformats.org/officeDocument/2006/relationships/image" Target="../media/image800.png"/><Relationship Id="rId134" Type="http://schemas.openxmlformats.org/officeDocument/2006/relationships/customXml" Target="../ink/ink800.xml"/><Relationship Id="rId80" Type="http://schemas.openxmlformats.org/officeDocument/2006/relationships/customXml" Target="../ink/ink773.xml"/><Relationship Id="rId155" Type="http://schemas.openxmlformats.org/officeDocument/2006/relationships/image" Target="../media/image821.png"/><Relationship Id="rId176" Type="http://schemas.openxmlformats.org/officeDocument/2006/relationships/customXml" Target="../ink/ink821.xml"/><Relationship Id="rId197" Type="http://schemas.openxmlformats.org/officeDocument/2006/relationships/image" Target="../media/image842.png"/><Relationship Id="rId17" Type="http://schemas.openxmlformats.org/officeDocument/2006/relationships/image" Target="../media/image752.png"/><Relationship Id="rId38" Type="http://schemas.openxmlformats.org/officeDocument/2006/relationships/customXml" Target="../ink/ink752.xml"/><Relationship Id="rId59" Type="http://schemas.openxmlformats.org/officeDocument/2006/relationships/image" Target="../media/image773.png"/><Relationship Id="rId103" Type="http://schemas.openxmlformats.org/officeDocument/2006/relationships/image" Target="../media/image795.png"/><Relationship Id="rId124" Type="http://schemas.openxmlformats.org/officeDocument/2006/relationships/customXml" Target="../ink/ink795.xml"/><Relationship Id="rId70" Type="http://schemas.openxmlformats.org/officeDocument/2006/relationships/customXml" Target="../ink/ink768.xml"/><Relationship Id="rId91" Type="http://schemas.openxmlformats.org/officeDocument/2006/relationships/image" Target="../media/image789.png"/><Relationship Id="rId145" Type="http://schemas.openxmlformats.org/officeDocument/2006/relationships/image" Target="../media/image816.png"/><Relationship Id="rId166" Type="http://schemas.openxmlformats.org/officeDocument/2006/relationships/customXml" Target="../ink/ink816.xml"/><Relationship Id="rId187" Type="http://schemas.openxmlformats.org/officeDocument/2006/relationships/image" Target="../media/image83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747.xml"/><Relationship Id="rId49" Type="http://schemas.openxmlformats.org/officeDocument/2006/relationships/image" Target="../media/image768.png"/><Relationship Id="rId114" Type="http://schemas.openxmlformats.org/officeDocument/2006/relationships/customXml" Target="../ink/ink790.xml"/><Relationship Id="rId60" Type="http://schemas.openxmlformats.org/officeDocument/2006/relationships/customXml" Target="../ink/ink763.xml"/><Relationship Id="rId81" Type="http://schemas.openxmlformats.org/officeDocument/2006/relationships/image" Target="../media/image784.png"/><Relationship Id="rId135" Type="http://schemas.openxmlformats.org/officeDocument/2006/relationships/image" Target="../media/image811.png"/><Relationship Id="rId156" Type="http://schemas.openxmlformats.org/officeDocument/2006/relationships/customXml" Target="../ink/ink811.xml"/><Relationship Id="rId177" Type="http://schemas.openxmlformats.org/officeDocument/2006/relationships/image" Target="../media/image832.png"/><Relationship Id="rId18" Type="http://schemas.openxmlformats.org/officeDocument/2006/relationships/customXml" Target="../ink/ink742.xml"/><Relationship Id="rId39" Type="http://schemas.openxmlformats.org/officeDocument/2006/relationships/image" Target="../media/image763.png"/><Relationship Id="rId50" Type="http://schemas.openxmlformats.org/officeDocument/2006/relationships/customXml" Target="../ink/ink758.xml"/><Relationship Id="rId104" Type="http://schemas.openxmlformats.org/officeDocument/2006/relationships/customXml" Target="../ink/ink785.xml"/><Relationship Id="rId125" Type="http://schemas.openxmlformats.org/officeDocument/2006/relationships/image" Target="../media/image806.png"/><Relationship Id="rId146" Type="http://schemas.openxmlformats.org/officeDocument/2006/relationships/customXml" Target="../ink/ink806.xml"/><Relationship Id="rId167" Type="http://schemas.openxmlformats.org/officeDocument/2006/relationships/image" Target="../media/image827.png"/><Relationship Id="rId188" Type="http://schemas.openxmlformats.org/officeDocument/2006/relationships/customXml" Target="../ink/ink8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13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F58D4C-66DE-ADCC-EA3E-B39E51659718}"/>
              </a:ext>
            </a:extLst>
          </p:cNvPr>
          <p:cNvGrpSpPr/>
          <p:nvPr/>
        </p:nvGrpSpPr>
        <p:grpSpPr>
          <a:xfrm>
            <a:off x="5627467" y="3840368"/>
            <a:ext cx="325800" cy="458280"/>
            <a:chOff x="5627467" y="3840368"/>
            <a:chExt cx="32580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1E3942-AE23-86FC-0062-42071527C946}"/>
                    </a:ext>
                  </a:extLst>
                </p14:cNvPr>
                <p14:cNvContentPartPr/>
                <p14:nvPr/>
              </p14:nvContentPartPr>
              <p14:xfrm>
                <a:off x="5646547" y="4023608"/>
                <a:ext cx="207360" cy="174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1E3942-AE23-86FC-0062-42071527C9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2227" y="4019288"/>
                  <a:ext cx="216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5006A3-30A7-B496-F29C-81CDEEEA4381}"/>
                    </a:ext>
                  </a:extLst>
                </p14:cNvPr>
                <p14:cNvContentPartPr/>
                <p14:nvPr/>
              </p14:nvContentPartPr>
              <p14:xfrm>
                <a:off x="5697307" y="3987968"/>
                <a:ext cx="190440" cy="22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5006A3-30A7-B496-F29C-81CDEEEA438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2987" y="3983648"/>
                  <a:ext cx="199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5E9ECB-6FBB-2E31-9901-D0C30A851696}"/>
                    </a:ext>
                  </a:extLst>
                </p14:cNvPr>
                <p14:cNvContentPartPr/>
                <p14:nvPr/>
              </p14:nvContentPartPr>
              <p14:xfrm>
                <a:off x="5734027" y="3840368"/>
                <a:ext cx="68040" cy="458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5E9ECB-6FBB-2E31-9901-D0C30A8516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29707" y="3836048"/>
                  <a:ext cx="7668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E256A7-60F3-371A-1B8B-A95DA48DC91B}"/>
                    </a:ext>
                  </a:extLst>
                </p14:cNvPr>
                <p14:cNvContentPartPr/>
                <p14:nvPr/>
              </p14:nvContentPartPr>
              <p14:xfrm>
                <a:off x="5627467" y="4104248"/>
                <a:ext cx="325800" cy="12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E256A7-60F3-371A-1B8B-A95DA48DC9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23147" y="4099928"/>
                  <a:ext cx="3344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46CD1E-6B52-8E34-8999-41C65B772DB5}"/>
              </a:ext>
            </a:extLst>
          </p:cNvPr>
          <p:cNvGrpSpPr/>
          <p:nvPr/>
        </p:nvGrpSpPr>
        <p:grpSpPr>
          <a:xfrm>
            <a:off x="6218947" y="3856568"/>
            <a:ext cx="1251720" cy="611640"/>
            <a:chOff x="6218947" y="3856568"/>
            <a:chExt cx="1251720" cy="61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CC9365-7FB3-9047-17FB-7BF5990E1D9F}"/>
                    </a:ext>
                  </a:extLst>
                </p14:cNvPr>
                <p14:cNvContentPartPr/>
                <p14:nvPr/>
              </p14:nvContentPartPr>
              <p14:xfrm>
                <a:off x="6232627" y="4011008"/>
                <a:ext cx="38520" cy="245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CC9365-7FB3-9047-17FB-7BF5990E1D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28307" y="4006688"/>
                  <a:ext cx="47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9FE468A-E372-E287-B57D-119897A5A1BE}"/>
                    </a:ext>
                  </a:extLst>
                </p14:cNvPr>
                <p14:cNvContentPartPr/>
                <p14:nvPr/>
              </p14:nvContentPartPr>
              <p14:xfrm>
                <a:off x="6218947" y="3912008"/>
                <a:ext cx="234360" cy="41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9FE468A-E372-E287-B57D-119897A5A1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14627" y="3907688"/>
                  <a:ext cx="2430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7C122A-8AFC-BC32-DC81-44B1B383FD1D}"/>
                    </a:ext>
                  </a:extLst>
                </p14:cNvPr>
                <p14:cNvContentPartPr/>
                <p14:nvPr/>
              </p14:nvContentPartPr>
              <p14:xfrm>
                <a:off x="6579667" y="4163288"/>
                <a:ext cx="286560" cy="20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7C122A-8AFC-BC32-DC81-44B1B383FD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75347" y="4158968"/>
                  <a:ext cx="295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9BEF68-EC9D-FD57-48C2-3326297CC371}"/>
                    </a:ext>
                  </a:extLst>
                </p14:cNvPr>
                <p14:cNvContentPartPr/>
                <p14:nvPr/>
              </p14:nvContentPartPr>
              <p14:xfrm>
                <a:off x="6902947" y="3856568"/>
                <a:ext cx="75240" cy="611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9BEF68-EC9D-FD57-48C2-3326297CC3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98627" y="3852248"/>
                  <a:ext cx="8388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F1FEC3-1216-5618-01A0-00545769126F}"/>
                    </a:ext>
                  </a:extLst>
                </p14:cNvPr>
                <p14:cNvContentPartPr/>
                <p14:nvPr/>
              </p14:nvContentPartPr>
              <p14:xfrm>
                <a:off x="6849667" y="4231688"/>
                <a:ext cx="151560" cy="6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F1FEC3-1216-5618-01A0-0054576912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45347" y="4227368"/>
                  <a:ext cx="160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0AB898-1363-540C-3E58-E508CA8C364B}"/>
                    </a:ext>
                  </a:extLst>
                </p14:cNvPr>
                <p14:cNvContentPartPr/>
                <p14:nvPr/>
              </p14:nvContentPartPr>
              <p14:xfrm>
                <a:off x="7109587" y="4138448"/>
                <a:ext cx="361080" cy="226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0AB898-1363-540C-3E58-E508CA8C36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5267" y="4134128"/>
                  <a:ext cx="3697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60F627-0CD3-EB60-7523-A5BDB129236E}"/>
              </a:ext>
            </a:extLst>
          </p:cNvPr>
          <p:cNvGrpSpPr/>
          <p:nvPr/>
        </p:nvGrpSpPr>
        <p:grpSpPr>
          <a:xfrm>
            <a:off x="8016787" y="3703568"/>
            <a:ext cx="2495880" cy="720000"/>
            <a:chOff x="8016787" y="3703568"/>
            <a:chExt cx="2495880" cy="72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376A36-4AB7-E5D3-61AF-6BF8598F2487}"/>
                    </a:ext>
                  </a:extLst>
                </p14:cNvPr>
                <p14:cNvContentPartPr/>
                <p14:nvPr/>
              </p14:nvContentPartPr>
              <p14:xfrm>
                <a:off x="8016787" y="4120448"/>
                <a:ext cx="235440" cy="24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376A36-4AB7-E5D3-61AF-6BF8598F24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12467" y="4116128"/>
                  <a:ext cx="244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7102C10-28AE-5CAD-7DBC-CBFD88DDDAB7}"/>
                    </a:ext>
                  </a:extLst>
                </p14:cNvPr>
                <p14:cNvContentPartPr/>
                <p14:nvPr/>
              </p14:nvContentPartPr>
              <p14:xfrm>
                <a:off x="8398027" y="3847208"/>
                <a:ext cx="106560" cy="511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7102C10-28AE-5CAD-7DBC-CBFD88DDDA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93707" y="3842888"/>
                  <a:ext cx="11520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0F89BC-9D79-652E-BB79-B8ADDFAC695D}"/>
                    </a:ext>
                  </a:extLst>
                </p14:cNvPr>
                <p14:cNvContentPartPr/>
                <p14:nvPr/>
              </p14:nvContentPartPr>
              <p14:xfrm>
                <a:off x="8308027" y="4223768"/>
                <a:ext cx="223560" cy="34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0F89BC-9D79-652E-BB79-B8ADDFAC69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03707" y="4219448"/>
                  <a:ext cx="232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B3AA02A-CC1A-1065-3966-0C3A19C29695}"/>
                    </a:ext>
                  </a:extLst>
                </p14:cNvPr>
                <p14:cNvContentPartPr/>
                <p14:nvPr/>
              </p14:nvContentPartPr>
              <p14:xfrm>
                <a:off x="8541667" y="4196048"/>
                <a:ext cx="290160" cy="227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B3AA02A-CC1A-1065-3966-0C3A19C2969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37347" y="4191728"/>
                  <a:ext cx="298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6F52CE5-16EB-621D-B85C-BB718BD6DBFD}"/>
                    </a:ext>
                  </a:extLst>
                </p14:cNvPr>
                <p14:cNvContentPartPr/>
                <p14:nvPr/>
              </p14:nvContentPartPr>
              <p14:xfrm>
                <a:off x="8935507" y="4249328"/>
                <a:ext cx="204120" cy="13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6F52CE5-16EB-621D-B85C-BB718BD6DB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31187" y="4245008"/>
                  <a:ext cx="212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082950-0919-2D51-55DC-9085403C91E5}"/>
                    </a:ext>
                  </a:extLst>
                </p14:cNvPr>
                <p14:cNvContentPartPr/>
                <p14:nvPr/>
              </p14:nvContentPartPr>
              <p14:xfrm>
                <a:off x="9271747" y="4226648"/>
                <a:ext cx="244440" cy="16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082950-0919-2D51-55DC-9085403C91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67427" y="4222328"/>
                  <a:ext cx="253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FD4F3BE-0786-529D-A731-A9D4D7B9EB27}"/>
                    </a:ext>
                  </a:extLst>
                </p14:cNvPr>
                <p14:cNvContentPartPr/>
                <p14:nvPr/>
              </p14:nvContentPartPr>
              <p14:xfrm>
                <a:off x="9490627" y="3703568"/>
                <a:ext cx="409680" cy="66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FD4F3BE-0786-529D-A731-A9D4D7B9EB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86307" y="3699248"/>
                  <a:ext cx="41832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B20CCF-8C41-3AA5-3786-0A1F0A47D960}"/>
                    </a:ext>
                  </a:extLst>
                </p14:cNvPr>
                <p14:cNvContentPartPr/>
                <p14:nvPr/>
              </p14:nvContentPartPr>
              <p14:xfrm>
                <a:off x="9884107" y="4162928"/>
                <a:ext cx="264960" cy="194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B20CCF-8C41-3AA5-3786-0A1F0A47D9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79787" y="4158608"/>
                  <a:ext cx="27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780918-6773-1EA5-3A81-6CD39E650813}"/>
                    </a:ext>
                  </a:extLst>
                </p14:cNvPr>
                <p14:cNvContentPartPr/>
                <p14:nvPr/>
              </p14:nvContentPartPr>
              <p14:xfrm>
                <a:off x="10370827" y="4167608"/>
                <a:ext cx="141840" cy="21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780918-6773-1EA5-3A81-6CD39E6508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66507" y="4163288"/>
                  <a:ext cx="15048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11F6716-43B2-F7EF-DE96-320616F53151}"/>
                  </a:ext>
                </a:extLst>
              </p14:cNvPr>
              <p14:cNvContentPartPr/>
              <p14:nvPr/>
            </p14:nvContentPartPr>
            <p14:xfrm>
              <a:off x="5837400" y="4496040"/>
              <a:ext cx="5909400" cy="1647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11F6716-43B2-F7EF-DE96-320616F5315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28040" y="4486680"/>
                <a:ext cx="5928120" cy="16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34654" y="-2339962"/>
            <a:ext cx="6522692" cy="1160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1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96814" y="-1937387"/>
            <a:ext cx="6334760" cy="109829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90623" y="5257137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136004" y="5257137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023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79090" y="-2160905"/>
            <a:ext cx="6433820" cy="111798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7EE48A-3F22-2489-C758-F8BFA126A3A8}"/>
                  </a:ext>
                </a:extLst>
              </p14:cNvPr>
              <p14:cNvContentPartPr/>
              <p14:nvPr/>
            </p14:nvContentPartPr>
            <p14:xfrm>
              <a:off x="999720" y="337680"/>
              <a:ext cx="11018160" cy="516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7EE48A-3F22-2489-C758-F8BFA126A3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360" y="328320"/>
                <a:ext cx="11036880" cy="51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96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400000">
            <a:off x="2984404" y="-2268788"/>
            <a:ext cx="6514741" cy="114657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AFFDA5-0B27-D075-8096-01BC84A4AD5F}"/>
                  </a:ext>
                </a:extLst>
              </p14:cNvPr>
              <p14:cNvContentPartPr/>
              <p14:nvPr/>
            </p14:nvContentPartPr>
            <p14:xfrm>
              <a:off x="9046800" y="133920"/>
              <a:ext cx="2813040" cy="155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AFFDA5-0B27-D075-8096-01BC84A4AD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7440" y="124560"/>
                <a:ext cx="2831760" cy="156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19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933065" y="-2209800"/>
            <a:ext cx="6325870" cy="1127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980B16-055F-8CCD-727E-986B62950174}"/>
                  </a:ext>
                </a:extLst>
              </p14:cNvPr>
              <p14:cNvContentPartPr/>
              <p14:nvPr/>
            </p14:nvContentPartPr>
            <p14:xfrm>
              <a:off x="75240" y="696600"/>
              <a:ext cx="5402880" cy="405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980B16-055F-8CCD-727E-986B629501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80" y="687240"/>
                <a:ext cx="5421600" cy="40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BBE4AD-528E-BFF4-D49F-6DA06928CEBF}"/>
                  </a:ext>
                </a:extLst>
              </p14:cNvPr>
              <p14:cNvContentPartPr/>
              <p14:nvPr/>
            </p14:nvContentPartPr>
            <p14:xfrm>
              <a:off x="1022040" y="667800"/>
              <a:ext cx="4609080" cy="609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BBE4AD-528E-BFF4-D49F-6DA06928CE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2680" y="658440"/>
                <a:ext cx="4627800" cy="611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614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3DB907-7B35-FEEC-4952-C9FB6CF2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5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49880" y="-2467293"/>
            <a:ext cx="6492240" cy="11792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36B792-C0FB-8601-111E-D5C7D1B919F5}"/>
                  </a:ext>
                </a:extLst>
              </p14:cNvPr>
              <p14:cNvContentPartPr/>
              <p14:nvPr/>
            </p14:nvContentPartPr>
            <p14:xfrm>
              <a:off x="1584000" y="1481040"/>
              <a:ext cx="10128600" cy="4153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36B792-C0FB-8601-111E-D5C7D1B919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4640" y="1471680"/>
                <a:ext cx="10147320" cy="41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7FC81F-A95A-BAFC-40AF-0F55982386D6}"/>
                  </a:ext>
                </a:extLst>
              </p14:cNvPr>
              <p14:cNvContentPartPr/>
              <p14:nvPr/>
            </p14:nvContentPartPr>
            <p14:xfrm>
              <a:off x="9166320" y="3341160"/>
              <a:ext cx="1951920" cy="56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7FC81F-A95A-BAFC-40AF-0F55982386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56960" y="3331800"/>
                <a:ext cx="1970640" cy="58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46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782887" y="-2043430"/>
            <a:ext cx="6626225" cy="109448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965CCE-16BE-2A0C-BC95-3D02863D34DE}"/>
                  </a:ext>
                </a:extLst>
              </p14:cNvPr>
              <p14:cNvContentPartPr/>
              <p14:nvPr/>
            </p14:nvContentPartPr>
            <p14:xfrm>
              <a:off x="1069920" y="2568240"/>
              <a:ext cx="10420560" cy="3651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965CCE-16BE-2A0C-BC95-3D02863D34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560" y="2558880"/>
                <a:ext cx="10439280" cy="36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592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81312" y="-1719580"/>
            <a:ext cx="6429375" cy="102971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12765" y="1431236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B D E F C G H J L K</a:t>
            </a:r>
            <a:endParaRPr lang="en-IN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712764" y="1965298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 B F E A G C L J H K</a:t>
            </a:r>
            <a:endParaRPr lang="en-I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674334" y="2521890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 F E B G L J K H C A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57438F-E8A2-FE01-FD68-961447B0BB19}"/>
                  </a:ext>
                </a:extLst>
              </p14:cNvPr>
              <p14:cNvContentPartPr/>
              <p14:nvPr/>
            </p14:nvContentPartPr>
            <p14:xfrm>
              <a:off x="1760760" y="1273320"/>
              <a:ext cx="9354600" cy="4426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57438F-E8A2-FE01-FD68-961447B0BB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1400" y="1263960"/>
                <a:ext cx="9373320" cy="444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692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98393" y="503778"/>
            <a:ext cx="11315700" cy="58947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69358" y="5247861"/>
            <a:ext cx="98596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BAC</a:t>
            </a:r>
            <a:endParaRPr lang="en-IN" sz="32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8B82BF-3B2E-9759-7B0C-2432FA7C6FEC}"/>
              </a:ext>
            </a:extLst>
          </p:cNvPr>
          <p:cNvGrpSpPr/>
          <p:nvPr/>
        </p:nvGrpSpPr>
        <p:grpSpPr>
          <a:xfrm>
            <a:off x="4069387" y="1401368"/>
            <a:ext cx="2337840" cy="462960"/>
            <a:chOff x="4069387" y="1401368"/>
            <a:chExt cx="233784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34F1B1-EAC7-2E2A-3231-E8005CE69E1D}"/>
                    </a:ext>
                  </a:extLst>
                </p14:cNvPr>
                <p14:cNvContentPartPr/>
                <p14:nvPr/>
              </p14:nvContentPartPr>
              <p14:xfrm>
                <a:off x="4069387" y="1471928"/>
                <a:ext cx="569880" cy="392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34F1B1-EAC7-2E2A-3231-E8005CE69E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63267" y="1465808"/>
                  <a:ext cx="5821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055DFC-CF90-0029-3D41-870CD49D4FED}"/>
                    </a:ext>
                  </a:extLst>
                </p14:cNvPr>
                <p14:cNvContentPartPr/>
                <p14:nvPr/>
              </p14:nvContentPartPr>
              <p14:xfrm>
                <a:off x="5051107" y="1401368"/>
                <a:ext cx="365400" cy="38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055DFC-CF90-0029-3D41-870CD49D4FE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44987" y="1395254"/>
                  <a:ext cx="377640" cy="394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D2D0B7-1F49-F562-D932-4DB24D66E2E1}"/>
                    </a:ext>
                  </a:extLst>
                </p14:cNvPr>
                <p14:cNvContentPartPr/>
                <p14:nvPr/>
              </p14:nvContentPartPr>
              <p14:xfrm>
                <a:off x="5816827" y="1560848"/>
                <a:ext cx="590400" cy="25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D2D0B7-1F49-F562-D932-4DB24D66E2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10707" y="1554719"/>
                  <a:ext cx="602640" cy="2714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3D7F15-6F3E-16B0-FA62-6DBF0636E630}"/>
              </a:ext>
            </a:extLst>
          </p:cNvPr>
          <p:cNvGrpSpPr/>
          <p:nvPr/>
        </p:nvGrpSpPr>
        <p:grpSpPr>
          <a:xfrm>
            <a:off x="7040107" y="1433768"/>
            <a:ext cx="679320" cy="482400"/>
            <a:chOff x="7040107" y="1433768"/>
            <a:chExt cx="67932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E1AACE-0247-1E87-F52D-B100637C2726}"/>
                    </a:ext>
                  </a:extLst>
                </p14:cNvPr>
                <p14:cNvContentPartPr/>
                <p14:nvPr/>
              </p14:nvContentPartPr>
              <p14:xfrm>
                <a:off x="7040107" y="1599728"/>
                <a:ext cx="532440" cy="178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E1AACE-0247-1E87-F52D-B100637C27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33987" y="1593620"/>
                  <a:ext cx="544680" cy="190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14BD2F-AC43-5824-380E-C44F5672B3A2}"/>
                    </a:ext>
                  </a:extLst>
                </p14:cNvPr>
                <p14:cNvContentPartPr/>
                <p14:nvPr/>
              </p14:nvContentPartPr>
              <p14:xfrm>
                <a:off x="7328827" y="1433768"/>
                <a:ext cx="390600" cy="48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14BD2F-AC43-5824-380E-C44F5672B3A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22707" y="1427648"/>
                  <a:ext cx="40284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45810FF-0A0A-6BB2-DB38-25AC6C006E12}"/>
              </a:ext>
            </a:extLst>
          </p:cNvPr>
          <p:cNvGrpSpPr/>
          <p:nvPr/>
        </p:nvGrpSpPr>
        <p:grpSpPr>
          <a:xfrm>
            <a:off x="4206907" y="2212088"/>
            <a:ext cx="3649320" cy="3385440"/>
            <a:chOff x="4206907" y="2212088"/>
            <a:chExt cx="3649320" cy="338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36CB5A-C8F2-348A-5A5D-A6A7FA0A67A6}"/>
                    </a:ext>
                  </a:extLst>
                </p14:cNvPr>
                <p14:cNvContentPartPr/>
                <p14:nvPr/>
              </p14:nvContentPartPr>
              <p14:xfrm>
                <a:off x="6747067" y="2591168"/>
                <a:ext cx="388800" cy="32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36CB5A-C8F2-348A-5A5D-A6A7FA0A67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0947" y="2585048"/>
                  <a:ext cx="4010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FF8516-C41D-B48D-44D2-AFFE139D0EBD}"/>
                    </a:ext>
                  </a:extLst>
                </p14:cNvPr>
                <p14:cNvContentPartPr/>
                <p14:nvPr/>
              </p14:nvContentPartPr>
              <p14:xfrm>
                <a:off x="6320827" y="2446088"/>
                <a:ext cx="973800" cy="715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FF8516-C41D-B48D-44D2-AFFE139D0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14707" y="2439968"/>
                  <a:ext cx="98604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F27B84-FB0E-5AA0-E4AE-3DF61D17F6AA}"/>
                    </a:ext>
                  </a:extLst>
                </p14:cNvPr>
                <p14:cNvContentPartPr/>
                <p14:nvPr/>
              </p14:nvContentPartPr>
              <p14:xfrm>
                <a:off x="5858587" y="3149888"/>
                <a:ext cx="811080" cy="48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F27B84-FB0E-5AA0-E4AE-3DF61D17F6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52467" y="3143763"/>
                  <a:ext cx="823320" cy="499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889EEE-C478-98AF-8161-4D8EA6050AE4}"/>
                    </a:ext>
                  </a:extLst>
                </p14:cNvPr>
                <p14:cNvContentPartPr/>
                <p14:nvPr/>
              </p14:nvContentPartPr>
              <p14:xfrm>
                <a:off x="5595067" y="3630128"/>
                <a:ext cx="364320" cy="394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889EEE-C478-98AF-8161-4D8EA6050A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88947" y="3624008"/>
                  <a:ext cx="3765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FAFF01-229C-C77E-AB08-5F9EA26B8A5E}"/>
                    </a:ext>
                  </a:extLst>
                </p14:cNvPr>
                <p14:cNvContentPartPr/>
                <p14:nvPr/>
              </p14:nvContentPartPr>
              <p14:xfrm>
                <a:off x="5507587" y="3480728"/>
                <a:ext cx="738000" cy="709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FAFF01-229C-C77E-AB08-5F9EA26B8A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01467" y="3474608"/>
                  <a:ext cx="75024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FB05A98-350D-3C7B-159C-DF14DA336156}"/>
                    </a:ext>
                  </a:extLst>
                </p14:cNvPr>
                <p14:cNvContentPartPr/>
                <p14:nvPr/>
              </p14:nvContentPartPr>
              <p14:xfrm>
                <a:off x="6775147" y="3274808"/>
                <a:ext cx="523800" cy="630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FB05A98-350D-3C7B-159C-DF14DA3361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69027" y="3268688"/>
                  <a:ext cx="5360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723C3DA-F2F3-4C5F-FE96-1160B08BE85C}"/>
                    </a:ext>
                  </a:extLst>
                </p14:cNvPr>
                <p14:cNvContentPartPr/>
                <p14:nvPr/>
              </p14:nvContentPartPr>
              <p14:xfrm>
                <a:off x="6972427" y="3988328"/>
                <a:ext cx="542160" cy="224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723C3DA-F2F3-4C5F-FE96-1160B08BE8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66303" y="3982208"/>
                  <a:ext cx="554408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B2C150-F0F3-8D08-A558-21B8C9A5E940}"/>
                    </a:ext>
                  </a:extLst>
                </p14:cNvPr>
                <p14:cNvContentPartPr/>
                <p14:nvPr/>
              </p14:nvContentPartPr>
              <p14:xfrm>
                <a:off x="6665347" y="3672968"/>
                <a:ext cx="881280" cy="83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B2C150-F0F3-8D08-A558-21B8C9A5E94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9227" y="3666848"/>
                  <a:ext cx="89352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F99562-2065-D06A-36DE-336A6B93CA1B}"/>
                    </a:ext>
                  </a:extLst>
                </p14:cNvPr>
                <p14:cNvContentPartPr/>
                <p14:nvPr/>
              </p14:nvContentPartPr>
              <p14:xfrm>
                <a:off x="5093587" y="4199648"/>
                <a:ext cx="720000" cy="579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F99562-2065-D06A-36DE-336A6B93CA1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87467" y="4193524"/>
                  <a:ext cx="732240" cy="591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10C2A86-73E1-261F-5360-F7EA5F635D33}"/>
                    </a:ext>
                  </a:extLst>
                </p14:cNvPr>
                <p14:cNvContentPartPr/>
                <p14:nvPr/>
              </p14:nvContentPartPr>
              <p14:xfrm>
                <a:off x="4795147" y="4928288"/>
                <a:ext cx="309600" cy="225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10C2A86-73E1-261F-5360-F7EA5F635D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89027" y="4922168"/>
                  <a:ext cx="321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994542-0BD3-7C8A-6B55-0CE02DF4CE0E}"/>
                    </a:ext>
                  </a:extLst>
                </p14:cNvPr>
                <p14:cNvContentPartPr/>
                <p14:nvPr/>
              </p14:nvContentPartPr>
              <p14:xfrm>
                <a:off x="5132827" y="4956008"/>
                <a:ext cx="190080" cy="29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994542-0BD3-7C8A-6B55-0CE02DF4CE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26707" y="4949888"/>
                  <a:ext cx="2023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441CA4-F004-1620-2E4C-23035F29B22D}"/>
                    </a:ext>
                  </a:extLst>
                </p14:cNvPr>
                <p14:cNvContentPartPr/>
                <p14:nvPr/>
              </p14:nvContentPartPr>
              <p14:xfrm>
                <a:off x="4206907" y="4599248"/>
                <a:ext cx="1432800" cy="998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441CA4-F004-1620-2E4C-23035F29B22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0787" y="4593128"/>
                  <a:ext cx="1445040" cy="10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2B3862-479B-FBD4-2AE0-0893D91F5DC2}"/>
                    </a:ext>
                  </a:extLst>
                </p14:cNvPr>
                <p14:cNvContentPartPr/>
                <p14:nvPr/>
              </p14:nvContentPartPr>
              <p14:xfrm>
                <a:off x="7288867" y="2212088"/>
                <a:ext cx="21240" cy="6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2B3862-479B-FBD4-2AE0-0893D91F5D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82747" y="2205933"/>
                  <a:ext cx="33480" cy="74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DE9436-93DA-BF3F-CCAF-540672EE4E99}"/>
                    </a:ext>
                  </a:extLst>
                </p14:cNvPr>
                <p14:cNvContentPartPr/>
                <p14:nvPr/>
              </p14:nvContentPartPr>
              <p14:xfrm>
                <a:off x="5080987" y="2220368"/>
                <a:ext cx="45360" cy="75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DE9436-93DA-BF3F-CCAF-540672EE4E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74867" y="2214248"/>
                  <a:ext cx="57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3C942D-5F64-3C5F-A7F8-87A4112C79D1}"/>
                    </a:ext>
                  </a:extLst>
                </p14:cNvPr>
                <p14:cNvContentPartPr/>
                <p14:nvPr/>
              </p14:nvContentPartPr>
              <p14:xfrm>
                <a:off x="7324507" y="2244128"/>
                <a:ext cx="27360" cy="221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3C942D-5F64-3C5F-A7F8-87A4112C79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18387" y="2238008"/>
                  <a:ext cx="396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CA2B50-86F9-1D34-829E-64AA434A15A8}"/>
                    </a:ext>
                  </a:extLst>
                </p14:cNvPr>
                <p14:cNvContentPartPr/>
                <p14:nvPr/>
              </p14:nvContentPartPr>
              <p14:xfrm>
                <a:off x="7354387" y="2265008"/>
                <a:ext cx="169200" cy="127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CA2B50-86F9-1D34-829E-64AA434A15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48280" y="2258888"/>
                  <a:ext cx="181414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15706A-0E8A-AF24-1622-796BB39647B1}"/>
                    </a:ext>
                  </a:extLst>
                </p14:cNvPr>
                <p14:cNvContentPartPr/>
                <p14:nvPr/>
              </p14:nvContentPartPr>
              <p14:xfrm>
                <a:off x="7444387" y="2287688"/>
                <a:ext cx="76320" cy="191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15706A-0E8A-AF24-1622-796BB39647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8267" y="2281556"/>
                  <a:ext cx="88560" cy="2034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5B0BB8-E329-D2A3-1D05-AC883E41E344}"/>
                    </a:ext>
                  </a:extLst>
                </p14:cNvPr>
                <p14:cNvContentPartPr/>
                <p14:nvPr/>
              </p14:nvContentPartPr>
              <p14:xfrm>
                <a:off x="5359627" y="3069968"/>
                <a:ext cx="245880" cy="250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5B0BB8-E329-D2A3-1D05-AC883E41E34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53507" y="3063848"/>
                  <a:ext cx="258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4697F3-98E8-6228-634D-325A0410ED95}"/>
                    </a:ext>
                  </a:extLst>
                </p14:cNvPr>
                <p14:cNvContentPartPr/>
                <p14:nvPr/>
              </p14:nvContentPartPr>
              <p14:xfrm>
                <a:off x="5666347" y="3063488"/>
                <a:ext cx="26640" cy="231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4697F3-98E8-6228-634D-325A0410ED9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60143" y="3057377"/>
                  <a:ext cx="39048" cy="2440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3E877B-2CCC-04AC-D190-7C1A759A4B86}"/>
                    </a:ext>
                  </a:extLst>
                </p14:cNvPr>
                <p14:cNvContentPartPr/>
                <p14:nvPr/>
              </p14:nvContentPartPr>
              <p14:xfrm>
                <a:off x="5727187" y="3088688"/>
                <a:ext cx="166320" cy="164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3E877B-2CCC-04AC-D190-7C1A759A4B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21080" y="3082568"/>
                  <a:ext cx="178534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02C89C-01CC-8EF2-8CAF-2567511D6579}"/>
                    </a:ext>
                  </a:extLst>
                </p14:cNvPr>
                <p14:cNvContentPartPr/>
                <p14:nvPr/>
              </p14:nvContentPartPr>
              <p14:xfrm>
                <a:off x="5788027" y="3091928"/>
                <a:ext cx="111960" cy="239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02C89C-01CC-8EF2-8CAF-2567511D657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81907" y="3085808"/>
                  <a:ext cx="124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BDB9A-6B6A-7E02-B83C-C2E690AE8250}"/>
                    </a:ext>
                  </a:extLst>
                </p14:cNvPr>
                <p14:cNvContentPartPr/>
                <p14:nvPr/>
              </p14:nvContentPartPr>
              <p14:xfrm>
                <a:off x="7307227" y="3506648"/>
                <a:ext cx="237600" cy="19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BDB9A-6B6A-7E02-B83C-C2E690AE82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01107" y="3500528"/>
                  <a:ext cx="249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D71916-0E99-D44C-CE55-77DF7948892E}"/>
                    </a:ext>
                  </a:extLst>
                </p14:cNvPr>
                <p14:cNvContentPartPr/>
                <p14:nvPr/>
              </p14:nvContentPartPr>
              <p14:xfrm>
                <a:off x="7557427" y="3467048"/>
                <a:ext cx="225720" cy="21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D71916-0E99-D44C-CE55-77DF794889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51307" y="3460928"/>
                  <a:ext cx="237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83A0A70-8B5E-5CF0-96BE-1AAF4B72740D}"/>
                    </a:ext>
                  </a:extLst>
                </p14:cNvPr>
                <p14:cNvContentPartPr/>
                <p14:nvPr/>
              </p14:nvContentPartPr>
              <p14:xfrm>
                <a:off x="7647067" y="3505208"/>
                <a:ext cx="69120" cy="17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83A0A70-8B5E-5CF0-96BE-1AAF4B72740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40947" y="3499088"/>
                  <a:ext cx="81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8BA83D0-049C-1E70-1F48-DC714B253B19}"/>
                    </a:ext>
                  </a:extLst>
                </p14:cNvPr>
                <p14:cNvContentPartPr/>
                <p14:nvPr/>
              </p14:nvContentPartPr>
              <p14:xfrm>
                <a:off x="7701067" y="3624728"/>
                <a:ext cx="155160" cy="79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8BA83D0-049C-1E70-1F48-DC714B253B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94947" y="3618608"/>
                  <a:ext cx="167400" cy="9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DD225D-A4D0-7E96-3A32-F1BEEBC88B02}"/>
                  </a:ext>
                </a:extLst>
              </p14:cNvPr>
              <p14:cNvContentPartPr/>
              <p14:nvPr/>
            </p14:nvContentPartPr>
            <p14:xfrm>
              <a:off x="561600" y="1504080"/>
              <a:ext cx="8568360" cy="4505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DD225D-A4D0-7E96-3A32-F1BEEBC88B0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2240" y="1494720"/>
                <a:ext cx="8587080" cy="45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204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8154" y="196645"/>
            <a:ext cx="11936361" cy="65248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021525-BE23-89F1-004A-0463CE94E317}"/>
                  </a:ext>
                </a:extLst>
              </p14:cNvPr>
              <p14:cNvContentPartPr/>
              <p14:nvPr/>
            </p14:nvContentPartPr>
            <p14:xfrm>
              <a:off x="1028880" y="2354040"/>
              <a:ext cx="5595120" cy="279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021525-BE23-89F1-004A-0463CE94E3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9520" y="2344680"/>
                <a:ext cx="5613840" cy="28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806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27221" y="214685"/>
            <a:ext cx="11767930" cy="65067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F86DAC-61E0-D45E-D341-F7D8260D2FE2}"/>
                  </a:ext>
                </a:extLst>
              </p14:cNvPr>
              <p14:cNvContentPartPr/>
              <p14:nvPr/>
            </p14:nvContentPartPr>
            <p14:xfrm>
              <a:off x="432720" y="652320"/>
              <a:ext cx="10560240" cy="6015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F86DAC-61E0-D45E-D341-F7D8260D2F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360" y="642960"/>
                <a:ext cx="10578960" cy="603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043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14684" y="198783"/>
            <a:ext cx="11759979" cy="630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218354-9A21-0824-2119-2CC22B77786D}"/>
              </a:ext>
            </a:extLst>
          </p:cNvPr>
          <p:cNvCxnSpPr/>
          <p:nvPr/>
        </p:nvCxnSpPr>
        <p:spPr>
          <a:xfrm>
            <a:off x="7370064" y="1865376"/>
            <a:ext cx="288036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B7E59A-8DAB-6BCE-F10C-44F35A78E186}"/>
                  </a:ext>
                </a:extLst>
              </p14:cNvPr>
              <p14:cNvContentPartPr/>
              <p14:nvPr/>
            </p14:nvContentPartPr>
            <p14:xfrm>
              <a:off x="320760" y="559080"/>
              <a:ext cx="7134120" cy="452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B7E59A-8DAB-6BCE-F10C-44F35A78E1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400" y="549720"/>
                <a:ext cx="7152840" cy="45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0549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6978" y="143123"/>
            <a:ext cx="11815638" cy="64536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D4A46A-5244-2339-93FA-63439B29EF38}"/>
                  </a:ext>
                </a:extLst>
              </p14:cNvPr>
              <p14:cNvContentPartPr/>
              <p14:nvPr/>
            </p14:nvContentPartPr>
            <p14:xfrm>
              <a:off x="8657640" y="1907280"/>
              <a:ext cx="12600" cy="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D4A46A-5244-2339-93FA-63439B29EF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8280" y="1897920"/>
                <a:ext cx="31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931619-BF3D-3AED-C58D-EA8A70226206}"/>
                  </a:ext>
                </a:extLst>
              </p14:cNvPr>
              <p14:cNvContentPartPr/>
              <p14:nvPr/>
            </p14:nvContentPartPr>
            <p14:xfrm>
              <a:off x="6376320" y="1191240"/>
              <a:ext cx="904680" cy="3796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931619-BF3D-3AED-C58D-EA8A702262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66960" y="1181880"/>
                <a:ext cx="923400" cy="38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4723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1075" y="198783"/>
            <a:ext cx="11863346" cy="65226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89FFB8-943D-D449-6C5D-578206745EA6}"/>
                  </a:ext>
                </a:extLst>
              </p14:cNvPr>
              <p14:cNvContentPartPr/>
              <p14:nvPr/>
            </p14:nvContentPartPr>
            <p14:xfrm>
              <a:off x="6654600" y="3347280"/>
              <a:ext cx="385560" cy="1442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89FFB8-943D-D449-6C5D-578206745E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5240" y="3337920"/>
                <a:ext cx="404280" cy="14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042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66976" y="214685"/>
            <a:ext cx="11783833" cy="63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96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818DE9-58D9-1998-9A8B-1F600DA4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20561B-FED6-4C97-19E4-F811E0289A3A}"/>
              </a:ext>
            </a:extLst>
          </p:cNvPr>
          <p:cNvGrpSpPr/>
          <p:nvPr/>
        </p:nvGrpSpPr>
        <p:grpSpPr>
          <a:xfrm>
            <a:off x="91387" y="647168"/>
            <a:ext cx="3614400" cy="4560840"/>
            <a:chOff x="91387" y="647168"/>
            <a:chExt cx="3614400" cy="456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F46D6E-CDD5-FFA2-A173-BC062611243A}"/>
                    </a:ext>
                  </a:extLst>
                </p14:cNvPr>
                <p14:cNvContentPartPr/>
                <p14:nvPr/>
              </p14:nvContentPartPr>
              <p14:xfrm>
                <a:off x="1733707" y="924728"/>
                <a:ext cx="164160" cy="374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F46D6E-CDD5-FFA2-A173-BC06261124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15707" y="906728"/>
                  <a:ext cx="1998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ED4BC9-9612-4BCB-C13A-FB59E4F5B807}"/>
                    </a:ext>
                  </a:extLst>
                </p14:cNvPr>
                <p14:cNvContentPartPr/>
                <p14:nvPr/>
              </p14:nvContentPartPr>
              <p14:xfrm>
                <a:off x="1989307" y="987728"/>
                <a:ext cx="200520" cy="257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ED4BC9-9612-4BCB-C13A-FB59E4F5B8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1307" y="970088"/>
                  <a:ext cx="236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826FD9-19D1-D771-F787-C69B385BCFA2}"/>
                    </a:ext>
                  </a:extLst>
                </p14:cNvPr>
                <p14:cNvContentPartPr/>
                <p14:nvPr/>
              </p14:nvContentPartPr>
              <p14:xfrm>
                <a:off x="1399267" y="647168"/>
                <a:ext cx="1014120" cy="937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826FD9-19D1-D771-F787-C69B385BCF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1267" y="629528"/>
                  <a:ext cx="104976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F91613-8137-9B68-EAFB-F8EADC7D92E2}"/>
                    </a:ext>
                  </a:extLst>
                </p14:cNvPr>
                <p14:cNvContentPartPr/>
                <p14:nvPr/>
              </p14:nvContentPartPr>
              <p14:xfrm>
                <a:off x="1111627" y="1578488"/>
                <a:ext cx="642960" cy="520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F91613-8137-9B68-EAFB-F8EADC7D92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3627" y="1560488"/>
                  <a:ext cx="67860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97C8D1-D986-29E4-F6E5-A9354383883E}"/>
                    </a:ext>
                  </a:extLst>
                </p14:cNvPr>
                <p14:cNvContentPartPr/>
                <p14:nvPr/>
              </p14:nvContentPartPr>
              <p14:xfrm>
                <a:off x="611227" y="2260688"/>
                <a:ext cx="239400" cy="303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97C8D1-D986-29E4-F6E5-A935438388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3227" y="2242688"/>
                  <a:ext cx="275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B20D15-2077-93FC-4ED9-ED20CC15A59B}"/>
                    </a:ext>
                  </a:extLst>
                </p14:cNvPr>
                <p14:cNvContentPartPr/>
                <p14:nvPr/>
              </p14:nvContentPartPr>
              <p14:xfrm>
                <a:off x="900667" y="2320088"/>
                <a:ext cx="214560" cy="122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B20D15-2077-93FC-4ED9-ED20CC15A5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3027" y="2302448"/>
                  <a:ext cx="250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F10BBF-A15D-DC74-70E5-CE98B597694C}"/>
                    </a:ext>
                  </a:extLst>
                </p14:cNvPr>
                <p14:cNvContentPartPr/>
                <p14:nvPr/>
              </p14:nvContentPartPr>
              <p14:xfrm>
                <a:off x="422947" y="2000408"/>
                <a:ext cx="871200" cy="789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F10BBF-A15D-DC74-70E5-CE98B59769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5307" y="1982768"/>
                  <a:ext cx="90684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C80E7F-FA62-52ED-9BC0-B26FA71E5A8E}"/>
                    </a:ext>
                  </a:extLst>
                </p14:cNvPr>
                <p14:cNvContentPartPr/>
                <p14:nvPr/>
              </p14:nvContentPartPr>
              <p14:xfrm>
                <a:off x="1764307" y="1573808"/>
                <a:ext cx="668520" cy="591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C80E7F-FA62-52ED-9BC0-B26FA71E5A8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46307" y="1556168"/>
                  <a:ext cx="70416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F7C0F3-FA23-F72E-A66A-C914E99954B6}"/>
                    </a:ext>
                  </a:extLst>
                </p14:cNvPr>
                <p14:cNvContentPartPr/>
                <p14:nvPr/>
              </p14:nvContentPartPr>
              <p14:xfrm>
                <a:off x="2267947" y="2245208"/>
                <a:ext cx="123480" cy="357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F7C0F3-FA23-F72E-A66A-C914E99954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9947" y="2227568"/>
                  <a:ext cx="1591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372C71-AA9C-3F76-ACD4-15459A2CE186}"/>
                    </a:ext>
                  </a:extLst>
                </p14:cNvPr>
                <p14:cNvContentPartPr/>
                <p14:nvPr/>
              </p14:nvContentPartPr>
              <p14:xfrm>
                <a:off x="2481787" y="2224328"/>
                <a:ext cx="210240" cy="407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372C71-AA9C-3F76-ACD4-15459A2CE1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63787" y="2206688"/>
                  <a:ext cx="2458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8FCBC84-83C1-4989-CFEF-77140DE80A1C}"/>
                    </a:ext>
                  </a:extLst>
                </p14:cNvPr>
                <p14:cNvContentPartPr/>
                <p14:nvPr/>
              </p14:nvContentPartPr>
              <p14:xfrm>
                <a:off x="2039707" y="2137928"/>
                <a:ext cx="848520" cy="75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8FCBC84-83C1-4989-CFEF-77140DE80A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22067" y="2120288"/>
                  <a:ext cx="88416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0509918-D06E-D169-D041-50B3CD4DC8D6}"/>
                    </a:ext>
                  </a:extLst>
                </p14:cNvPr>
                <p14:cNvContentPartPr/>
                <p14:nvPr/>
              </p14:nvContentPartPr>
              <p14:xfrm>
                <a:off x="505747" y="2805368"/>
                <a:ext cx="287640" cy="565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0509918-D06E-D169-D041-50B3CD4DC8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8107" y="2787368"/>
                  <a:ext cx="32328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B8D1CC-56E0-972D-1EE7-E4358C842CDB}"/>
                    </a:ext>
                  </a:extLst>
                </p14:cNvPr>
                <p14:cNvContentPartPr/>
                <p14:nvPr/>
              </p14:nvContentPartPr>
              <p14:xfrm>
                <a:off x="240067" y="3589448"/>
                <a:ext cx="35640" cy="254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B8D1CC-56E0-972D-1EE7-E4358C842C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2427" y="3571448"/>
                  <a:ext cx="712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BEFCE0-AB06-F738-45F8-457E51F33B15}"/>
                    </a:ext>
                  </a:extLst>
                </p14:cNvPr>
                <p14:cNvContentPartPr/>
                <p14:nvPr/>
              </p14:nvContentPartPr>
              <p14:xfrm>
                <a:off x="448507" y="3581888"/>
                <a:ext cx="215640" cy="162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BEFCE0-AB06-F738-45F8-457E51F33B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0507" y="3564248"/>
                  <a:ext cx="251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A9F6B2-0338-9A8C-995C-6F4DA708CE7F}"/>
                    </a:ext>
                  </a:extLst>
                </p14:cNvPr>
                <p14:cNvContentPartPr/>
                <p14:nvPr/>
              </p14:nvContentPartPr>
              <p14:xfrm>
                <a:off x="91387" y="3381008"/>
                <a:ext cx="729360" cy="678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A9F6B2-0338-9A8C-995C-6F4DA708CE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387" y="3363008"/>
                  <a:ext cx="7650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FDB208-5ED7-AA4D-5ABF-BC516E02CF05}"/>
                    </a:ext>
                  </a:extLst>
                </p14:cNvPr>
                <p14:cNvContentPartPr/>
                <p14:nvPr/>
              </p14:nvContentPartPr>
              <p14:xfrm>
                <a:off x="806707" y="2830208"/>
                <a:ext cx="512640" cy="712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FDB208-5ED7-AA4D-5ABF-BC516E02CF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8707" y="2812568"/>
                  <a:ext cx="54828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2BB4BF3-F526-956A-78D3-286D9BFF0AEE}"/>
                    </a:ext>
                  </a:extLst>
                </p14:cNvPr>
                <p14:cNvContentPartPr/>
                <p14:nvPr/>
              </p14:nvContentPartPr>
              <p14:xfrm>
                <a:off x="1145467" y="3568568"/>
                <a:ext cx="294480" cy="172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2BB4BF3-F526-956A-78D3-286D9BFF0AE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7467" y="3550568"/>
                  <a:ext cx="330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3198A5-494B-CA5F-4E80-A80CBF43DFC5}"/>
                    </a:ext>
                  </a:extLst>
                </p14:cNvPr>
                <p14:cNvContentPartPr/>
                <p14:nvPr/>
              </p14:nvContentPartPr>
              <p14:xfrm>
                <a:off x="1431667" y="3453728"/>
                <a:ext cx="149400" cy="24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3198A5-494B-CA5F-4E80-A80CBF43DF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14027" y="3436088"/>
                  <a:ext cx="185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4E3BC4-129C-9D2A-1DB0-7D603E371378}"/>
                    </a:ext>
                  </a:extLst>
                </p14:cNvPr>
                <p14:cNvContentPartPr/>
                <p14:nvPr/>
              </p14:nvContentPartPr>
              <p14:xfrm>
                <a:off x="955027" y="3254648"/>
                <a:ext cx="807120" cy="697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4E3BC4-129C-9D2A-1DB0-7D603E3713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7027" y="3237008"/>
                  <a:ext cx="84276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D5961F-59A2-686B-CCE9-C06A79F6CC31}"/>
                    </a:ext>
                  </a:extLst>
                </p14:cNvPr>
                <p14:cNvContentPartPr/>
                <p14:nvPr/>
              </p14:nvContentPartPr>
              <p14:xfrm>
                <a:off x="2257867" y="2867288"/>
                <a:ext cx="276120" cy="551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D5961F-59A2-686B-CCE9-C06A79F6CC3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40227" y="2849288"/>
                  <a:ext cx="31176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962C0A-E0A1-895C-52DA-EFE315B0613F}"/>
                    </a:ext>
                  </a:extLst>
                </p14:cNvPr>
                <p14:cNvContentPartPr/>
                <p14:nvPr/>
              </p14:nvContentPartPr>
              <p14:xfrm>
                <a:off x="2151307" y="3589088"/>
                <a:ext cx="129600" cy="308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962C0A-E0A1-895C-52DA-EFE315B061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33667" y="3571448"/>
                  <a:ext cx="1652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D1FCCA-DED9-A7D8-B75F-06BCCD89F588}"/>
                    </a:ext>
                  </a:extLst>
                </p14:cNvPr>
                <p14:cNvContentPartPr/>
                <p14:nvPr/>
              </p14:nvContentPartPr>
              <p14:xfrm>
                <a:off x="2324107" y="3560648"/>
                <a:ext cx="193320" cy="274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D1FCCA-DED9-A7D8-B75F-06BCCD89F5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06467" y="3542648"/>
                  <a:ext cx="228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3B85A6-8BEE-7FC5-B3CC-FE029F7E7AF9}"/>
                    </a:ext>
                  </a:extLst>
                </p14:cNvPr>
                <p14:cNvContentPartPr/>
                <p14:nvPr/>
              </p14:nvContentPartPr>
              <p14:xfrm>
                <a:off x="1966627" y="3376328"/>
                <a:ext cx="702360" cy="61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3B85A6-8BEE-7FC5-B3CC-FE029F7E7A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48987" y="3358328"/>
                  <a:ext cx="73800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8AFB09-680B-13A9-B941-C2E58709AF54}"/>
                    </a:ext>
                  </a:extLst>
                </p14:cNvPr>
                <p14:cNvContentPartPr/>
                <p14:nvPr/>
              </p14:nvContentPartPr>
              <p14:xfrm>
                <a:off x="2598067" y="2803208"/>
                <a:ext cx="733680" cy="712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8AFB09-680B-13A9-B941-C2E58709AF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80427" y="2785208"/>
                  <a:ext cx="76932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B4674A-EF5E-FCA6-7CEC-EDF7153BA6EB}"/>
                    </a:ext>
                  </a:extLst>
                </p14:cNvPr>
                <p14:cNvContentPartPr/>
                <p14:nvPr/>
              </p14:nvContentPartPr>
              <p14:xfrm>
                <a:off x="3006667" y="3657848"/>
                <a:ext cx="271080" cy="31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B4674A-EF5E-FCA6-7CEC-EDF7153BA6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89027" y="3640208"/>
                  <a:ext cx="3067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3B5845-056C-4CFB-D001-E76D60CAABA3}"/>
                    </a:ext>
                  </a:extLst>
                </p14:cNvPr>
                <p14:cNvContentPartPr/>
                <p14:nvPr/>
              </p14:nvContentPartPr>
              <p14:xfrm>
                <a:off x="3365227" y="3700688"/>
                <a:ext cx="273240" cy="181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3B5845-056C-4CFB-D001-E76D60CAAB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47227" y="3683048"/>
                  <a:ext cx="308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D0F8DB-E703-99C8-CD7D-0733AAE3B7A7}"/>
                    </a:ext>
                  </a:extLst>
                </p14:cNvPr>
                <p14:cNvContentPartPr/>
                <p14:nvPr/>
              </p14:nvContentPartPr>
              <p14:xfrm>
                <a:off x="2878867" y="3444368"/>
                <a:ext cx="826920" cy="731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D0F8DB-E703-99C8-CD7D-0733AAE3B7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60867" y="3426728"/>
                  <a:ext cx="86256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33A98C-3721-DD90-6A69-7233C59EB9C7}"/>
                    </a:ext>
                  </a:extLst>
                </p14:cNvPr>
                <p14:cNvContentPartPr/>
                <p14:nvPr/>
              </p14:nvContentPartPr>
              <p14:xfrm>
                <a:off x="494227" y="4022528"/>
                <a:ext cx="317160" cy="555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33A98C-3721-DD90-6A69-7233C59EB9C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6587" y="4004888"/>
                  <a:ext cx="3528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1D79C6-D48C-BF8A-DE83-2117A8B9D125}"/>
                    </a:ext>
                  </a:extLst>
                </p14:cNvPr>
                <p14:cNvContentPartPr/>
                <p14:nvPr/>
              </p14:nvContentPartPr>
              <p14:xfrm>
                <a:off x="537067" y="4761248"/>
                <a:ext cx="87840" cy="28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1D79C6-D48C-BF8A-DE83-2117A8B9D1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9427" y="4743248"/>
                  <a:ext cx="123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AE15DF-DF1E-E0C4-25E1-6C627989BD81}"/>
                    </a:ext>
                  </a:extLst>
                </p14:cNvPr>
                <p14:cNvContentPartPr/>
                <p14:nvPr/>
              </p14:nvContentPartPr>
              <p14:xfrm>
                <a:off x="674947" y="4696808"/>
                <a:ext cx="192600" cy="282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AE15DF-DF1E-E0C4-25E1-6C627989BD8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7307" y="4679168"/>
                  <a:ext cx="2282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7E8046-F271-746E-E8EA-3BA03B0FA73D}"/>
                    </a:ext>
                  </a:extLst>
                </p14:cNvPr>
                <p14:cNvContentPartPr/>
                <p14:nvPr/>
              </p14:nvContentPartPr>
              <p14:xfrm>
                <a:off x="303067" y="4504928"/>
                <a:ext cx="728280" cy="703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7E8046-F271-746E-E8EA-3BA03B0FA7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5067" y="4486928"/>
                  <a:ext cx="76392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86BE91-75A8-68F8-CDF6-D84480EC5A63}"/>
                    </a:ext>
                  </a:extLst>
                </p14:cNvPr>
                <p14:cNvContentPartPr/>
                <p14:nvPr/>
              </p14:nvContentPartPr>
              <p14:xfrm>
                <a:off x="1369387" y="3862328"/>
                <a:ext cx="168480" cy="753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86BE91-75A8-68F8-CDF6-D84480EC5A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51747" y="3844688"/>
                  <a:ext cx="20412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8274CB-D4D4-7528-1EF3-706280172805}"/>
                    </a:ext>
                  </a:extLst>
                </p14:cNvPr>
                <p14:cNvContentPartPr/>
                <p14:nvPr/>
              </p14:nvContentPartPr>
              <p14:xfrm>
                <a:off x="1203427" y="4758728"/>
                <a:ext cx="258480" cy="178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8274CB-D4D4-7528-1EF3-7062801728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5787" y="4741088"/>
                  <a:ext cx="294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CFCC9B-9EEC-CF3A-8B03-190934EFE3EE}"/>
                    </a:ext>
                  </a:extLst>
                </p14:cNvPr>
                <p14:cNvContentPartPr/>
                <p14:nvPr/>
              </p14:nvContentPartPr>
              <p14:xfrm>
                <a:off x="1482427" y="4706888"/>
                <a:ext cx="146520" cy="23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CFCC9B-9EEC-CF3A-8B03-190934EFE3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64427" y="4688888"/>
                  <a:ext cx="182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3BAC0A-C41D-8F34-B3C7-65BB53D4079E}"/>
                    </a:ext>
                  </a:extLst>
                </p14:cNvPr>
                <p14:cNvContentPartPr/>
                <p14:nvPr/>
              </p14:nvContentPartPr>
              <p14:xfrm>
                <a:off x="1051507" y="4535528"/>
                <a:ext cx="804960" cy="64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3BAC0A-C41D-8F34-B3C7-65BB53D407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3867" y="4517888"/>
                  <a:ext cx="840600" cy="68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C395D9F-D981-7D49-1831-85455092DE20}"/>
              </a:ext>
            </a:extLst>
          </p:cNvPr>
          <p:cNvGrpSpPr/>
          <p:nvPr/>
        </p:nvGrpSpPr>
        <p:grpSpPr>
          <a:xfrm>
            <a:off x="4104667" y="461048"/>
            <a:ext cx="2256120" cy="772200"/>
            <a:chOff x="4104667" y="461048"/>
            <a:chExt cx="2256120" cy="77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809C03-2E28-8BF3-DE74-A50586C41846}"/>
                    </a:ext>
                  </a:extLst>
                </p14:cNvPr>
                <p14:cNvContentPartPr/>
                <p14:nvPr/>
              </p14:nvContentPartPr>
              <p14:xfrm>
                <a:off x="4104667" y="610088"/>
                <a:ext cx="23400" cy="354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809C03-2E28-8BF3-DE74-A50586C4184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86667" y="592448"/>
                  <a:ext cx="590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310B7E-D073-8556-C2B1-B92CF151A13E}"/>
                    </a:ext>
                  </a:extLst>
                </p14:cNvPr>
                <p14:cNvContentPartPr/>
                <p14:nvPr/>
              </p14:nvContentPartPr>
              <p14:xfrm>
                <a:off x="4110067" y="576608"/>
                <a:ext cx="158040" cy="135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310B7E-D073-8556-C2B1-B92CF151A1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92427" y="558608"/>
                  <a:ext cx="193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8C896C-0C21-96D5-DC5E-A92DEB63F78A}"/>
                    </a:ext>
                  </a:extLst>
                </p14:cNvPr>
                <p14:cNvContentPartPr/>
                <p14:nvPr/>
              </p14:nvContentPartPr>
              <p14:xfrm>
                <a:off x="4352347" y="772808"/>
                <a:ext cx="246600" cy="195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8C896C-0C21-96D5-DC5E-A92DEB63F78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34347" y="754808"/>
                  <a:ext cx="282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B9F04F-3F78-835D-C518-CA9FBE1AB47D}"/>
                    </a:ext>
                  </a:extLst>
                </p14:cNvPr>
                <p14:cNvContentPartPr/>
                <p14:nvPr/>
              </p14:nvContentPartPr>
              <p14:xfrm>
                <a:off x="4665547" y="776048"/>
                <a:ext cx="159120" cy="164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B9F04F-3F78-835D-C518-CA9FBE1AB4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47907" y="758408"/>
                  <a:ext cx="194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F9A1AF-BA88-C92A-FCE8-B6B2F6CF91F7}"/>
                    </a:ext>
                  </a:extLst>
                </p14:cNvPr>
                <p14:cNvContentPartPr/>
                <p14:nvPr/>
              </p14:nvContentPartPr>
              <p14:xfrm>
                <a:off x="4993507" y="719528"/>
                <a:ext cx="183240" cy="209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F9A1AF-BA88-C92A-FCE8-B6B2F6CF91F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75867" y="701888"/>
                  <a:ext cx="218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989046-0151-C962-DEF4-87C244C31753}"/>
                    </a:ext>
                  </a:extLst>
                </p14:cNvPr>
                <p14:cNvContentPartPr/>
                <p14:nvPr/>
              </p14:nvContentPartPr>
              <p14:xfrm>
                <a:off x="5258107" y="732488"/>
                <a:ext cx="262080" cy="229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989046-0151-C962-DEF4-87C244C317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40467" y="714848"/>
                  <a:ext cx="297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969465-D6C3-F7EE-6A3A-1883D47EF059}"/>
                    </a:ext>
                  </a:extLst>
                </p14:cNvPr>
                <p14:cNvContentPartPr/>
                <p14:nvPr/>
              </p14:nvContentPartPr>
              <p14:xfrm>
                <a:off x="5558707" y="461048"/>
                <a:ext cx="233280" cy="509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969465-D6C3-F7EE-6A3A-1883D47EF0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41067" y="443048"/>
                  <a:ext cx="26892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9A8E315-7994-34DF-EEF1-230F053F0DDB}"/>
                    </a:ext>
                  </a:extLst>
                </p14:cNvPr>
                <p14:cNvContentPartPr/>
                <p14:nvPr/>
              </p14:nvContentPartPr>
              <p14:xfrm>
                <a:off x="5779387" y="735008"/>
                <a:ext cx="161280" cy="178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9A8E315-7994-34DF-EEF1-230F053F0DD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61387" y="717008"/>
                  <a:ext cx="196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CCD174B-6BC5-AFBE-5EF5-C07A33EA2515}"/>
                    </a:ext>
                  </a:extLst>
                </p14:cNvPr>
                <p14:cNvContentPartPr/>
                <p14:nvPr/>
              </p14:nvContentPartPr>
              <p14:xfrm>
                <a:off x="6084667" y="764528"/>
                <a:ext cx="159120" cy="218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CCD174B-6BC5-AFBE-5EF5-C07A33EA25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67027" y="746528"/>
                  <a:ext cx="194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EF7EF6-933F-7390-89D8-67F70E2F3E77}"/>
                    </a:ext>
                  </a:extLst>
                </p14:cNvPr>
                <p14:cNvContentPartPr/>
                <p14:nvPr/>
              </p14:nvContentPartPr>
              <p14:xfrm>
                <a:off x="4120867" y="1143608"/>
                <a:ext cx="2239920" cy="89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EF7EF6-933F-7390-89D8-67F70E2F3E7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03227" y="1125968"/>
                  <a:ext cx="22755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80A38C7-E307-0152-B202-996FFC27D109}"/>
              </a:ext>
            </a:extLst>
          </p:cNvPr>
          <p:cNvGrpSpPr/>
          <p:nvPr/>
        </p:nvGrpSpPr>
        <p:grpSpPr>
          <a:xfrm>
            <a:off x="6726187" y="333608"/>
            <a:ext cx="1277640" cy="615600"/>
            <a:chOff x="6726187" y="333608"/>
            <a:chExt cx="127764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525ADF-6B8A-54AB-B157-6EAD4A1DF96C}"/>
                    </a:ext>
                  </a:extLst>
                </p14:cNvPr>
                <p14:cNvContentPartPr/>
                <p14:nvPr/>
              </p14:nvContentPartPr>
              <p14:xfrm>
                <a:off x="6726187" y="441608"/>
                <a:ext cx="206640" cy="507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525ADF-6B8A-54AB-B157-6EAD4A1DF96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08547" y="423608"/>
                  <a:ext cx="2422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8D81112-F0AC-8659-0AA7-D2D06985DEB1}"/>
                    </a:ext>
                  </a:extLst>
                </p14:cNvPr>
                <p14:cNvContentPartPr/>
                <p14:nvPr/>
              </p14:nvContentPartPr>
              <p14:xfrm>
                <a:off x="7194907" y="454568"/>
                <a:ext cx="170280" cy="352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8D81112-F0AC-8659-0AA7-D2D06985DE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77267" y="436928"/>
                  <a:ext cx="2059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B9EEA6-66B5-0860-AF1E-A68F6041BFAF}"/>
                    </a:ext>
                  </a:extLst>
                </p14:cNvPr>
                <p14:cNvContentPartPr/>
                <p14:nvPr/>
              </p14:nvContentPartPr>
              <p14:xfrm>
                <a:off x="7492987" y="458888"/>
                <a:ext cx="20160" cy="398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B9EEA6-66B5-0860-AF1E-A68F6041BF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75347" y="440888"/>
                  <a:ext cx="558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6C8F18-85EF-EE6C-6D46-93011B5B578F}"/>
                    </a:ext>
                  </a:extLst>
                </p14:cNvPr>
                <p14:cNvContentPartPr/>
                <p14:nvPr/>
              </p14:nvContentPartPr>
              <p14:xfrm>
                <a:off x="7529347" y="333608"/>
                <a:ext cx="176040" cy="505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6C8F18-85EF-EE6C-6D46-93011B5B57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11707" y="315608"/>
                  <a:ext cx="21168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E183439-049F-9A7F-C1E4-C41274E8D487}"/>
                    </a:ext>
                  </a:extLst>
                </p14:cNvPr>
                <p14:cNvContentPartPr/>
                <p14:nvPr/>
              </p14:nvContentPartPr>
              <p14:xfrm>
                <a:off x="7833187" y="349088"/>
                <a:ext cx="170640" cy="498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E183439-049F-9A7F-C1E4-C41274E8D4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15547" y="331088"/>
                  <a:ext cx="206280" cy="53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48E8AF4-037D-337A-46E9-382E81335D2B}"/>
                  </a:ext>
                </a:extLst>
              </p14:cNvPr>
              <p14:cNvContentPartPr/>
              <p14:nvPr/>
            </p14:nvContentPartPr>
            <p14:xfrm>
              <a:off x="2063107" y="765248"/>
              <a:ext cx="7920" cy="162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48E8AF4-037D-337A-46E9-382E81335D2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45107" y="747608"/>
                <a:ext cx="435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9E3B8AA-73D3-902A-7F29-69D5869F25A1}"/>
              </a:ext>
            </a:extLst>
          </p:cNvPr>
          <p:cNvGrpSpPr/>
          <p:nvPr/>
        </p:nvGrpSpPr>
        <p:grpSpPr>
          <a:xfrm>
            <a:off x="5775787" y="1428728"/>
            <a:ext cx="285120" cy="516960"/>
            <a:chOff x="5775787" y="1428728"/>
            <a:chExt cx="28512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C8E746-7A2C-CC04-C624-7D23A24CCC2A}"/>
                    </a:ext>
                  </a:extLst>
                </p14:cNvPr>
                <p14:cNvContentPartPr/>
                <p14:nvPr/>
              </p14:nvContentPartPr>
              <p14:xfrm>
                <a:off x="5775787" y="1428728"/>
                <a:ext cx="196920" cy="364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4C8E746-7A2C-CC04-C624-7D23A24CCC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57787" y="1410728"/>
                  <a:ext cx="2325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15C0CAB-E7CF-298A-A481-C8CA11D82596}"/>
                    </a:ext>
                  </a:extLst>
                </p14:cNvPr>
                <p14:cNvContentPartPr/>
                <p14:nvPr/>
              </p14:nvContentPartPr>
              <p14:xfrm>
                <a:off x="5943547" y="1705208"/>
                <a:ext cx="117360" cy="24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15C0CAB-E7CF-298A-A481-C8CA11D8259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25907" y="1687568"/>
                  <a:ext cx="15300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4B0B4CC-8489-4296-186D-6762E5FB4A22}"/>
              </a:ext>
            </a:extLst>
          </p:cNvPr>
          <p:cNvGrpSpPr/>
          <p:nvPr/>
        </p:nvGrpSpPr>
        <p:grpSpPr>
          <a:xfrm>
            <a:off x="6496867" y="1503608"/>
            <a:ext cx="1162440" cy="410040"/>
            <a:chOff x="6496867" y="1503608"/>
            <a:chExt cx="116244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ADC5ED5-9537-6406-46C1-FF392522F150}"/>
                    </a:ext>
                  </a:extLst>
                </p14:cNvPr>
                <p14:cNvContentPartPr/>
                <p14:nvPr/>
              </p14:nvContentPartPr>
              <p14:xfrm>
                <a:off x="6496867" y="1564808"/>
                <a:ext cx="168840" cy="348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ADC5ED5-9537-6406-46C1-FF392522F15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79227" y="1547168"/>
                  <a:ext cx="204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89504F-4C8C-A305-E4B9-A85B9D667A50}"/>
                    </a:ext>
                  </a:extLst>
                </p14:cNvPr>
                <p14:cNvContentPartPr/>
                <p14:nvPr/>
              </p14:nvContentPartPr>
              <p14:xfrm>
                <a:off x="6792427" y="1589288"/>
                <a:ext cx="200880" cy="235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89504F-4C8C-A305-E4B9-A85B9D667A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74427" y="1571648"/>
                  <a:ext cx="236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5635AB-77EC-A1C3-8CA7-E4D1A2F1A451}"/>
                    </a:ext>
                  </a:extLst>
                </p14:cNvPr>
                <p14:cNvContentPartPr/>
                <p14:nvPr/>
              </p14:nvContentPartPr>
              <p14:xfrm>
                <a:off x="7186627" y="1857848"/>
                <a:ext cx="15840" cy="9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5635AB-77EC-A1C3-8CA7-E4D1A2F1A4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68987" y="1839848"/>
                  <a:ext cx="51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27333AC-B96D-E1C3-2F3A-1E23AD9B05AA}"/>
                    </a:ext>
                  </a:extLst>
                </p14:cNvPr>
                <p14:cNvContentPartPr/>
                <p14:nvPr/>
              </p14:nvContentPartPr>
              <p14:xfrm>
                <a:off x="7145227" y="1503608"/>
                <a:ext cx="223920" cy="405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27333AC-B96D-E1C3-2F3A-1E23AD9B05A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27587" y="1485608"/>
                  <a:ext cx="259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813971-B624-56C8-F864-3DD4F2E39BE6}"/>
                    </a:ext>
                  </a:extLst>
                </p14:cNvPr>
                <p14:cNvContentPartPr/>
                <p14:nvPr/>
              </p14:nvContentPartPr>
              <p14:xfrm>
                <a:off x="7394707" y="1528088"/>
                <a:ext cx="264600" cy="352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813971-B624-56C8-F864-3DD4F2E39BE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76707" y="1510448"/>
                  <a:ext cx="30024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D009692-B282-52CA-E586-14EDCD5B216B}"/>
              </a:ext>
            </a:extLst>
          </p:cNvPr>
          <p:cNvGrpSpPr/>
          <p:nvPr/>
        </p:nvGrpSpPr>
        <p:grpSpPr>
          <a:xfrm>
            <a:off x="7908067" y="1544288"/>
            <a:ext cx="348120" cy="335160"/>
            <a:chOff x="7908067" y="1544288"/>
            <a:chExt cx="34812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99A2E3-E6BC-2A60-8832-0E90A7CC6AD5}"/>
                    </a:ext>
                  </a:extLst>
                </p14:cNvPr>
                <p14:cNvContentPartPr/>
                <p14:nvPr/>
              </p14:nvContentPartPr>
              <p14:xfrm>
                <a:off x="7908067" y="1544288"/>
                <a:ext cx="17640" cy="326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99A2E3-E6BC-2A60-8832-0E90A7CC6AD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0067" y="1526648"/>
                  <a:ext cx="53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556CAA5-1461-2737-CE3F-4DB4A4C86298}"/>
                    </a:ext>
                  </a:extLst>
                </p14:cNvPr>
                <p14:cNvContentPartPr/>
                <p14:nvPr/>
              </p14:nvContentPartPr>
              <p14:xfrm>
                <a:off x="8045227" y="1566248"/>
                <a:ext cx="210960" cy="313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556CAA5-1461-2737-CE3F-4DB4A4C8629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27587" y="1548608"/>
                  <a:ext cx="24660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BF6C71D-E380-EA24-F366-9FC02CEFBBDD}"/>
              </a:ext>
            </a:extLst>
          </p:cNvPr>
          <p:cNvGrpSpPr/>
          <p:nvPr/>
        </p:nvGrpSpPr>
        <p:grpSpPr>
          <a:xfrm>
            <a:off x="8507467" y="1491008"/>
            <a:ext cx="419400" cy="408960"/>
            <a:chOff x="8507467" y="1491008"/>
            <a:chExt cx="4194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3DF4FF3-EB49-C244-F989-FD72F4C5343A}"/>
                    </a:ext>
                  </a:extLst>
                </p14:cNvPr>
                <p14:cNvContentPartPr/>
                <p14:nvPr/>
              </p14:nvContentPartPr>
              <p14:xfrm>
                <a:off x="8507467" y="1553648"/>
                <a:ext cx="22680" cy="332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3DF4FF3-EB49-C244-F989-FD72F4C534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89827" y="1535648"/>
                  <a:ext cx="583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920D91D-1FF2-399F-1F53-E915AA7EDDC7}"/>
                    </a:ext>
                  </a:extLst>
                </p14:cNvPr>
                <p14:cNvContentPartPr/>
                <p14:nvPr/>
              </p14:nvContentPartPr>
              <p14:xfrm>
                <a:off x="8632387" y="1491008"/>
                <a:ext cx="294480" cy="408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920D91D-1FF2-399F-1F53-E915AA7EDDC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14387" y="1473008"/>
                  <a:ext cx="33012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4008E09-A648-31CB-691B-CB705765EA8F}"/>
              </a:ext>
            </a:extLst>
          </p:cNvPr>
          <p:cNvGrpSpPr/>
          <p:nvPr/>
        </p:nvGrpSpPr>
        <p:grpSpPr>
          <a:xfrm>
            <a:off x="9013627" y="1487048"/>
            <a:ext cx="1258200" cy="474480"/>
            <a:chOff x="9013627" y="1487048"/>
            <a:chExt cx="1258200" cy="4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D571538-5883-8DE4-A14F-309AC17CEB06}"/>
                    </a:ext>
                  </a:extLst>
                </p14:cNvPr>
                <p14:cNvContentPartPr/>
                <p14:nvPr/>
              </p14:nvContentPartPr>
              <p14:xfrm>
                <a:off x="9013627" y="1504328"/>
                <a:ext cx="217080" cy="453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D571538-5883-8DE4-A14F-309AC17CEB0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95987" y="1486688"/>
                  <a:ext cx="25272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06C0216-013F-6313-1E8F-64D7C15B03E7}"/>
                    </a:ext>
                  </a:extLst>
                </p14:cNvPr>
                <p14:cNvContentPartPr/>
                <p14:nvPr/>
              </p14:nvContentPartPr>
              <p14:xfrm>
                <a:off x="9325387" y="1487048"/>
                <a:ext cx="236880" cy="461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06C0216-013F-6313-1E8F-64D7C15B03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07747" y="1469408"/>
                  <a:ext cx="2725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612B8C3-F096-A0CF-8545-2EB07F12DE58}"/>
                    </a:ext>
                  </a:extLst>
                </p14:cNvPr>
                <p14:cNvContentPartPr/>
                <p14:nvPr/>
              </p14:nvContentPartPr>
              <p14:xfrm>
                <a:off x="9863587" y="1625648"/>
                <a:ext cx="16560" cy="33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612B8C3-F096-A0CF-8545-2EB07F12DE5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845947" y="1607648"/>
                  <a:ext cx="52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B7B9997-49ED-3104-13E8-0769EEB9624F}"/>
                    </a:ext>
                  </a:extLst>
                </p14:cNvPr>
                <p14:cNvContentPartPr/>
                <p14:nvPr/>
              </p14:nvContentPartPr>
              <p14:xfrm>
                <a:off x="9710587" y="1560488"/>
                <a:ext cx="264600" cy="401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B7B9997-49ED-3104-13E8-0769EEB962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92947" y="1542488"/>
                  <a:ext cx="3002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3EBD97-F285-6EEF-B5A5-446824C93915}"/>
                    </a:ext>
                  </a:extLst>
                </p14:cNvPr>
                <p14:cNvContentPartPr/>
                <p14:nvPr/>
              </p14:nvContentPartPr>
              <p14:xfrm>
                <a:off x="10109827" y="1573448"/>
                <a:ext cx="162000" cy="324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3EBD97-F285-6EEF-B5A5-446824C939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92187" y="1555808"/>
                  <a:ext cx="197640" cy="35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0F35FA7-7C0A-24BE-FA44-F7B20D6AB635}"/>
              </a:ext>
            </a:extLst>
          </p:cNvPr>
          <p:cNvGrpSpPr/>
          <p:nvPr/>
        </p:nvGrpSpPr>
        <p:grpSpPr>
          <a:xfrm>
            <a:off x="10545067" y="1557968"/>
            <a:ext cx="1473480" cy="421200"/>
            <a:chOff x="10545067" y="1557968"/>
            <a:chExt cx="147348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C65610-F7F5-BBC2-9516-4C7B4E27840B}"/>
                    </a:ext>
                  </a:extLst>
                </p14:cNvPr>
                <p14:cNvContentPartPr/>
                <p14:nvPr/>
              </p14:nvContentPartPr>
              <p14:xfrm>
                <a:off x="10545067" y="1557968"/>
                <a:ext cx="161640" cy="367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C65610-F7F5-BBC2-9516-4C7B4E27840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527067" y="1540328"/>
                  <a:ext cx="197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B48324-71AC-BD60-4ECB-36B766A2481C}"/>
                    </a:ext>
                  </a:extLst>
                </p14:cNvPr>
                <p14:cNvContentPartPr/>
                <p14:nvPr/>
              </p14:nvContentPartPr>
              <p14:xfrm>
                <a:off x="10832707" y="1569848"/>
                <a:ext cx="240480" cy="381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B48324-71AC-BD60-4ECB-36B766A2481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15067" y="1551848"/>
                  <a:ext cx="2761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A8F319B-A4F8-520E-0074-772907E08D8A}"/>
                    </a:ext>
                  </a:extLst>
                </p14:cNvPr>
                <p14:cNvContentPartPr/>
                <p14:nvPr/>
              </p14:nvContentPartPr>
              <p14:xfrm>
                <a:off x="11166427" y="1646168"/>
                <a:ext cx="173880" cy="319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A8F319B-A4F8-520E-0074-772907E08D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48787" y="1628528"/>
                  <a:ext cx="209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BE5EA9-ABE2-03D9-26A3-AAECDA3E4744}"/>
                    </a:ext>
                  </a:extLst>
                </p14:cNvPr>
                <p14:cNvContentPartPr/>
                <p14:nvPr/>
              </p14:nvContentPartPr>
              <p14:xfrm>
                <a:off x="11401507" y="1637888"/>
                <a:ext cx="145080" cy="304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BE5EA9-ABE2-03D9-26A3-AAECDA3E47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83867" y="1619888"/>
                  <a:ext cx="1807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B1EF5B6-53FA-A454-63D4-B8B8B3E01B9C}"/>
                    </a:ext>
                  </a:extLst>
                </p14:cNvPr>
                <p14:cNvContentPartPr/>
                <p14:nvPr/>
              </p14:nvContentPartPr>
              <p14:xfrm>
                <a:off x="11679787" y="1699808"/>
                <a:ext cx="187920" cy="246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B1EF5B6-53FA-A454-63D4-B8B8B3E01B9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662147" y="1681808"/>
                  <a:ext cx="223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EBF597E-3576-C5C8-4749-7861EFF1B8DB}"/>
                    </a:ext>
                  </a:extLst>
                </p14:cNvPr>
                <p14:cNvContentPartPr/>
                <p14:nvPr/>
              </p14:nvContentPartPr>
              <p14:xfrm>
                <a:off x="11874547" y="1687208"/>
                <a:ext cx="144000" cy="291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EBF597E-3576-C5C8-4749-7861EFF1B8D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856907" y="1669208"/>
                  <a:ext cx="17964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551DD81-4EA2-E4E6-9A65-AACE57760111}"/>
              </a:ext>
            </a:extLst>
          </p:cNvPr>
          <p:cNvGrpSpPr/>
          <p:nvPr/>
        </p:nvGrpSpPr>
        <p:grpSpPr>
          <a:xfrm>
            <a:off x="3960667" y="2472368"/>
            <a:ext cx="2036160" cy="1582200"/>
            <a:chOff x="3960667" y="2472368"/>
            <a:chExt cx="2036160" cy="158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B9CAE9-8434-BB98-045A-09E149327C0A}"/>
                    </a:ext>
                  </a:extLst>
                </p14:cNvPr>
                <p14:cNvContentPartPr/>
                <p14:nvPr/>
              </p14:nvContentPartPr>
              <p14:xfrm>
                <a:off x="4357747" y="2649488"/>
                <a:ext cx="32760" cy="310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B9CAE9-8434-BB98-045A-09E149327C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40107" y="2631488"/>
                  <a:ext cx="684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DE3AB27-0F6A-2777-A81A-1146156679EC}"/>
                    </a:ext>
                  </a:extLst>
                </p14:cNvPr>
                <p14:cNvContentPartPr/>
                <p14:nvPr/>
              </p14:nvContentPartPr>
              <p14:xfrm>
                <a:off x="4193947" y="2583248"/>
                <a:ext cx="270360" cy="62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DE3AB27-0F6A-2777-A81A-1146156679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75947" y="2565608"/>
                  <a:ext cx="306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4A5F5A-8981-EA42-4F56-178A8A784969}"/>
                    </a:ext>
                  </a:extLst>
                </p14:cNvPr>
                <p14:cNvContentPartPr/>
                <p14:nvPr/>
              </p14:nvContentPartPr>
              <p14:xfrm>
                <a:off x="4200067" y="2984288"/>
                <a:ext cx="234000" cy="46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4A5F5A-8981-EA42-4F56-178A8A78496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82427" y="2966288"/>
                  <a:ext cx="269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D684D37-1986-0F0E-0DC0-2F40B3B86326}"/>
                    </a:ext>
                  </a:extLst>
                </p14:cNvPr>
                <p14:cNvContentPartPr/>
                <p14:nvPr/>
              </p14:nvContentPartPr>
              <p14:xfrm>
                <a:off x="4554667" y="2799248"/>
                <a:ext cx="219960" cy="178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D684D37-1986-0F0E-0DC0-2F40B3B863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37027" y="2781248"/>
                  <a:ext cx="255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F84095-449B-B010-97D5-91BB6F968E0E}"/>
                    </a:ext>
                  </a:extLst>
                </p14:cNvPr>
                <p14:cNvContentPartPr/>
                <p14:nvPr/>
              </p14:nvContentPartPr>
              <p14:xfrm>
                <a:off x="4940947" y="2765408"/>
                <a:ext cx="173880" cy="203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F84095-449B-B010-97D5-91BB6F968E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22947" y="2747768"/>
                  <a:ext cx="209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6F8D5D-818D-167D-5AF9-D293D18C61A0}"/>
                    </a:ext>
                  </a:extLst>
                </p14:cNvPr>
                <p14:cNvContentPartPr/>
                <p14:nvPr/>
              </p14:nvContentPartPr>
              <p14:xfrm>
                <a:off x="5184307" y="2764688"/>
                <a:ext cx="266760" cy="211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6F8D5D-818D-167D-5AF9-D293D18C61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66667" y="2746688"/>
                  <a:ext cx="302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C19FA7-FBE0-3F15-566E-32D354B14D18}"/>
                    </a:ext>
                  </a:extLst>
                </p14:cNvPr>
                <p14:cNvContentPartPr/>
                <p14:nvPr/>
              </p14:nvContentPartPr>
              <p14:xfrm>
                <a:off x="5441707" y="2472368"/>
                <a:ext cx="183240" cy="509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C19FA7-FBE0-3F15-566E-32D354B14D1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424067" y="2454368"/>
                  <a:ext cx="2188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2DD4ECA-341E-5620-7ECE-59261E52EF9A}"/>
                    </a:ext>
                  </a:extLst>
                </p14:cNvPr>
                <p14:cNvContentPartPr/>
                <p14:nvPr/>
              </p14:nvContentPartPr>
              <p14:xfrm>
                <a:off x="5676427" y="2757488"/>
                <a:ext cx="320400" cy="228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2DD4ECA-341E-5620-7ECE-59261E52EF9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58787" y="2739488"/>
                  <a:ext cx="356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B1A4140-1722-54DA-4854-B4801B70EEBB}"/>
                    </a:ext>
                  </a:extLst>
                </p14:cNvPr>
                <p14:cNvContentPartPr/>
                <p14:nvPr/>
              </p14:nvContentPartPr>
              <p14:xfrm>
                <a:off x="3960667" y="3156008"/>
                <a:ext cx="1923480" cy="205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B1A4140-1722-54DA-4854-B4801B70EEB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42667" y="3138368"/>
                  <a:ext cx="1959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356D7E2-EEFD-ACEA-2CA5-5C4E36509C2B}"/>
                    </a:ext>
                  </a:extLst>
                </p14:cNvPr>
                <p14:cNvContentPartPr/>
                <p14:nvPr/>
              </p14:nvContentPartPr>
              <p14:xfrm>
                <a:off x="4490947" y="3529328"/>
                <a:ext cx="309600" cy="412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356D7E2-EEFD-ACEA-2CA5-5C4E36509C2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72947" y="3511328"/>
                  <a:ext cx="3452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E6D7335-A738-C392-E43F-FAD24D026372}"/>
                    </a:ext>
                  </a:extLst>
                </p14:cNvPr>
                <p14:cNvContentPartPr/>
                <p14:nvPr/>
              </p14:nvContentPartPr>
              <p14:xfrm>
                <a:off x="4749787" y="3818048"/>
                <a:ext cx="87480" cy="236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E6D7335-A738-C392-E43F-FAD24D02637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31787" y="3800408"/>
                  <a:ext cx="12312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F77EE09-1F44-CFAF-A819-1AA4FA17A5AD}"/>
              </a:ext>
            </a:extLst>
          </p:cNvPr>
          <p:cNvGrpSpPr/>
          <p:nvPr/>
        </p:nvGrpSpPr>
        <p:grpSpPr>
          <a:xfrm>
            <a:off x="5341267" y="3628688"/>
            <a:ext cx="359640" cy="289800"/>
            <a:chOff x="5341267" y="3628688"/>
            <a:chExt cx="35964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6499B64-ABD5-E51C-696A-09D1A6062152}"/>
                    </a:ext>
                  </a:extLst>
                </p14:cNvPr>
                <p14:cNvContentPartPr/>
                <p14:nvPr/>
              </p14:nvContentPartPr>
              <p14:xfrm>
                <a:off x="5341267" y="3675488"/>
                <a:ext cx="12960" cy="243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6499B64-ABD5-E51C-696A-09D1A606215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23627" y="3657488"/>
                  <a:ext cx="48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F5E39F7-CCAB-73A2-BE67-C436651B686C}"/>
                    </a:ext>
                  </a:extLst>
                </p14:cNvPr>
                <p14:cNvContentPartPr/>
                <p14:nvPr/>
              </p14:nvContentPartPr>
              <p14:xfrm>
                <a:off x="5487427" y="3628688"/>
                <a:ext cx="213480" cy="226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F5E39F7-CCAB-73A2-BE67-C436651B68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69787" y="3611048"/>
                  <a:ext cx="24912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B2A372C-ACDD-E35F-42CC-AC7389AFC9BC}"/>
                  </a:ext>
                </a:extLst>
              </p14:cNvPr>
              <p14:cNvContentPartPr/>
              <p14:nvPr/>
            </p14:nvContentPartPr>
            <p14:xfrm>
              <a:off x="6047227" y="3666848"/>
              <a:ext cx="47520" cy="3250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B2A372C-ACDD-E35F-42CC-AC7389AFC9B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029587" y="3649208"/>
                <a:ext cx="831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58900D6-8B87-F51F-6A1D-CD91D2D3CB71}"/>
                  </a:ext>
                </a:extLst>
              </p14:cNvPr>
              <p14:cNvContentPartPr/>
              <p14:nvPr/>
            </p14:nvContentPartPr>
            <p14:xfrm>
              <a:off x="6185107" y="3615008"/>
              <a:ext cx="207000" cy="3661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58900D6-8B87-F51F-6A1D-CD91D2D3CB7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167107" y="3597368"/>
                <a:ext cx="242640" cy="40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5668D11-7CCE-B5DC-C20E-94F27F88218C}"/>
              </a:ext>
            </a:extLst>
          </p:cNvPr>
          <p:cNvGrpSpPr/>
          <p:nvPr/>
        </p:nvGrpSpPr>
        <p:grpSpPr>
          <a:xfrm>
            <a:off x="6669667" y="3649568"/>
            <a:ext cx="2070360" cy="489240"/>
            <a:chOff x="6669667" y="3649568"/>
            <a:chExt cx="207036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B9CB980-789C-B578-3F0B-11E4D25AF5B7}"/>
                    </a:ext>
                  </a:extLst>
                </p14:cNvPr>
                <p14:cNvContentPartPr/>
                <p14:nvPr/>
              </p14:nvContentPartPr>
              <p14:xfrm>
                <a:off x="6669667" y="3683768"/>
                <a:ext cx="315360" cy="295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B9CB980-789C-B578-3F0B-11E4D25AF5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51667" y="3666128"/>
                  <a:ext cx="351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5FC648E-0A6B-77FD-3D34-A0FEA3D4AD88}"/>
                    </a:ext>
                  </a:extLst>
                </p14:cNvPr>
                <p14:cNvContentPartPr/>
                <p14:nvPr/>
              </p14:nvContentPartPr>
              <p14:xfrm>
                <a:off x="7080427" y="3665048"/>
                <a:ext cx="276120" cy="266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5FC648E-0A6B-77FD-3D34-A0FEA3D4AD8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62427" y="3647408"/>
                  <a:ext cx="3117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71E3FBF-23B6-3E74-A6B9-11ACB38ECF75}"/>
                    </a:ext>
                  </a:extLst>
                </p14:cNvPr>
                <p14:cNvContentPartPr/>
                <p14:nvPr/>
              </p14:nvContentPartPr>
              <p14:xfrm>
                <a:off x="7544467" y="3649568"/>
                <a:ext cx="343440" cy="371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71E3FBF-23B6-3E74-A6B9-11ACB38ECF7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26827" y="3631568"/>
                  <a:ext cx="3790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0D628E4-D0E7-BAAE-E87E-97530275B33F}"/>
                    </a:ext>
                  </a:extLst>
                </p14:cNvPr>
                <p14:cNvContentPartPr/>
                <p14:nvPr/>
              </p14:nvContentPartPr>
              <p14:xfrm>
                <a:off x="7961347" y="3653888"/>
                <a:ext cx="137880" cy="439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D628E4-D0E7-BAAE-E87E-97530275B3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43707" y="3635888"/>
                  <a:ext cx="1735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7D106E-D83B-12A2-C810-846925DC8F06}"/>
                    </a:ext>
                  </a:extLst>
                </p14:cNvPr>
                <p14:cNvContentPartPr/>
                <p14:nvPr/>
              </p14:nvContentPartPr>
              <p14:xfrm>
                <a:off x="8256187" y="3751448"/>
                <a:ext cx="238680" cy="387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7D106E-D83B-12A2-C810-846925DC8F0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38187" y="3733808"/>
                  <a:ext cx="274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0EA36D3-1629-55EF-284E-F4E265552BDA}"/>
                    </a:ext>
                  </a:extLst>
                </p14:cNvPr>
                <p14:cNvContentPartPr/>
                <p14:nvPr/>
              </p14:nvContentPartPr>
              <p14:xfrm>
                <a:off x="8542027" y="3754328"/>
                <a:ext cx="198000" cy="347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0EA36D3-1629-55EF-284E-F4E265552BD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24027" y="3736328"/>
                  <a:ext cx="233640" cy="38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DD82286-463B-DBE3-5500-3590632804EB}"/>
              </a:ext>
            </a:extLst>
          </p:cNvPr>
          <p:cNvGrpSpPr/>
          <p:nvPr/>
        </p:nvGrpSpPr>
        <p:grpSpPr>
          <a:xfrm>
            <a:off x="9103987" y="3730568"/>
            <a:ext cx="365760" cy="406440"/>
            <a:chOff x="9103987" y="3730568"/>
            <a:chExt cx="36576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BBDECAD-302C-746D-D3C0-EFD44C38E33C}"/>
                    </a:ext>
                  </a:extLst>
                </p14:cNvPr>
                <p14:cNvContentPartPr/>
                <p14:nvPr/>
              </p14:nvContentPartPr>
              <p14:xfrm>
                <a:off x="9103987" y="3730568"/>
                <a:ext cx="156600" cy="406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BBDECAD-302C-746D-D3C0-EFD44C38E3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85987" y="3712568"/>
                  <a:ext cx="1922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0BF476-BD1E-76EE-57B4-D7EC7BDEE045}"/>
                    </a:ext>
                  </a:extLst>
                </p14:cNvPr>
                <p14:cNvContentPartPr/>
                <p14:nvPr/>
              </p14:nvContentPartPr>
              <p14:xfrm>
                <a:off x="9302707" y="3802568"/>
                <a:ext cx="167040" cy="231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0BF476-BD1E-76EE-57B4-D7EC7BDEE04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85067" y="3784568"/>
                  <a:ext cx="2026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BEC95B6-88BD-3FA1-5646-3A25F4DDC38C}"/>
              </a:ext>
            </a:extLst>
          </p:cNvPr>
          <p:cNvGrpSpPr/>
          <p:nvPr/>
        </p:nvGrpSpPr>
        <p:grpSpPr>
          <a:xfrm>
            <a:off x="9780787" y="3652448"/>
            <a:ext cx="1175400" cy="451080"/>
            <a:chOff x="9780787" y="3652448"/>
            <a:chExt cx="117540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FEED280-8C51-EC2F-AC5A-6F8A692198FE}"/>
                    </a:ext>
                  </a:extLst>
                </p14:cNvPr>
                <p14:cNvContentPartPr/>
                <p14:nvPr/>
              </p14:nvContentPartPr>
              <p14:xfrm>
                <a:off x="9780787" y="3713648"/>
                <a:ext cx="200160" cy="389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FEED280-8C51-EC2F-AC5A-6F8A692198F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63147" y="3696008"/>
                  <a:ext cx="2358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6E22DDD-6EFD-6C54-202A-FBD9AD8A02F2}"/>
                    </a:ext>
                  </a:extLst>
                </p14:cNvPr>
                <p14:cNvContentPartPr/>
                <p14:nvPr/>
              </p14:nvContentPartPr>
              <p14:xfrm>
                <a:off x="10030267" y="3652448"/>
                <a:ext cx="253080" cy="380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6E22DDD-6EFD-6C54-202A-FBD9AD8A02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12627" y="3634448"/>
                  <a:ext cx="2887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5DECDFD-ECD8-EAB0-FC4A-2AE801572239}"/>
                    </a:ext>
                  </a:extLst>
                </p14:cNvPr>
                <p14:cNvContentPartPr/>
                <p14:nvPr/>
              </p14:nvContentPartPr>
              <p14:xfrm>
                <a:off x="10484227" y="3712208"/>
                <a:ext cx="213840" cy="391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5DECDFD-ECD8-EAB0-FC4A-2AE80157223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66587" y="3694208"/>
                  <a:ext cx="2494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4A0C6B2-5E54-5DE8-2E2E-3A88560BE030}"/>
                    </a:ext>
                  </a:extLst>
                </p14:cNvPr>
                <p14:cNvContentPartPr/>
                <p14:nvPr/>
              </p14:nvContentPartPr>
              <p14:xfrm>
                <a:off x="10749187" y="3670448"/>
                <a:ext cx="207000" cy="365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4A0C6B2-5E54-5DE8-2E2E-3A88560BE0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31187" y="3652808"/>
                  <a:ext cx="24264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AA7FB44-FA96-2D47-A6FE-7DDB2FA9AAC4}"/>
              </a:ext>
            </a:extLst>
          </p:cNvPr>
          <p:cNvGrpSpPr/>
          <p:nvPr/>
        </p:nvGrpSpPr>
        <p:grpSpPr>
          <a:xfrm>
            <a:off x="11323747" y="3776648"/>
            <a:ext cx="576000" cy="387720"/>
            <a:chOff x="11323747" y="3776648"/>
            <a:chExt cx="57600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D3A5EC0-2530-5B38-84A2-AAACEFBDBCCC}"/>
                    </a:ext>
                  </a:extLst>
                </p14:cNvPr>
                <p14:cNvContentPartPr/>
                <p14:nvPr/>
              </p14:nvContentPartPr>
              <p14:xfrm>
                <a:off x="11323747" y="3776648"/>
                <a:ext cx="177120" cy="387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D3A5EC0-2530-5B38-84A2-AAACEFBDBC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306107" y="3759008"/>
                  <a:ext cx="2127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E01D8C6-2CD9-44FD-BFFA-8F827A295EA6}"/>
                    </a:ext>
                  </a:extLst>
                </p14:cNvPr>
                <p14:cNvContentPartPr/>
                <p14:nvPr/>
              </p14:nvContentPartPr>
              <p14:xfrm>
                <a:off x="11650987" y="3841088"/>
                <a:ext cx="248760" cy="285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E01D8C6-2CD9-44FD-BFFA-8F827A295EA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632987" y="3823088"/>
                  <a:ext cx="28440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EFE8E07-B32F-2354-8AD1-87DA94ADB2C7}"/>
              </a:ext>
            </a:extLst>
          </p:cNvPr>
          <p:cNvGrpSpPr/>
          <p:nvPr/>
        </p:nvGrpSpPr>
        <p:grpSpPr>
          <a:xfrm>
            <a:off x="3785707" y="4538408"/>
            <a:ext cx="2651040" cy="995400"/>
            <a:chOff x="3785707" y="4538408"/>
            <a:chExt cx="2651040" cy="9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280E870-A91E-4E63-E630-5EF4241A0552}"/>
                    </a:ext>
                  </a:extLst>
                </p14:cNvPr>
                <p14:cNvContentPartPr/>
                <p14:nvPr/>
              </p14:nvContentPartPr>
              <p14:xfrm>
                <a:off x="4273867" y="4774568"/>
                <a:ext cx="50040" cy="415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280E870-A91E-4E63-E630-5EF4241A055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56227" y="4756928"/>
                  <a:ext cx="856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73A172-6FE9-D85D-37C0-F01DC0D40DA8}"/>
                    </a:ext>
                  </a:extLst>
                </p14:cNvPr>
                <p14:cNvContentPartPr/>
                <p14:nvPr/>
              </p14:nvContentPartPr>
              <p14:xfrm>
                <a:off x="4313467" y="4722728"/>
                <a:ext cx="188280" cy="2030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73A172-6FE9-D85D-37C0-F01DC0D40DA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95827" y="4705088"/>
                  <a:ext cx="223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3AACB3E-12E1-A736-703E-E0213EFD99E6}"/>
                    </a:ext>
                  </a:extLst>
                </p14:cNvPr>
                <p14:cNvContentPartPr/>
                <p14:nvPr/>
              </p14:nvContentPartPr>
              <p14:xfrm>
                <a:off x="4574107" y="4931168"/>
                <a:ext cx="131400" cy="1306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3AACB3E-12E1-A736-703E-E0213EFD99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56467" y="4913528"/>
                  <a:ext cx="1670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7AF7A01-CB00-72CD-E206-3C92B77EFA32}"/>
                    </a:ext>
                  </a:extLst>
                </p14:cNvPr>
                <p14:cNvContentPartPr/>
                <p14:nvPr/>
              </p14:nvContentPartPr>
              <p14:xfrm>
                <a:off x="4748707" y="4873928"/>
                <a:ext cx="113760" cy="255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7AF7A01-CB00-72CD-E206-3C92B77EFA3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731067" y="4855928"/>
                  <a:ext cx="149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889683-C48D-21F3-F987-1043B43FAAA1}"/>
                    </a:ext>
                  </a:extLst>
                </p14:cNvPr>
                <p14:cNvContentPartPr/>
                <p14:nvPr/>
              </p14:nvContentPartPr>
              <p14:xfrm>
                <a:off x="4996747" y="4622288"/>
                <a:ext cx="33840" cy="417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889683-C48D-21F3-F987-1043B43FAAA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79107" y="4604288"/>
                  <a:ext cx="694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18CD725-FC73-06E0-EBC3-5C979AF7BD0C}"/>
                    </a:ext>
                  </a:extLst>
                </p14:cNvPr>
                <p14:cNvContentPartPr/>
                <p14:nvPr/>
              </p14:nvContentPartPr>
              <p14:xfrm>
                <a:off x="4963987" y="4908488"/>
                <a:ext cx="132480" cy="594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18CD725-FC73-06E0-EBC3-5C979AF7BD0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46347" y="4890488"/>
                  <a:ext cx="168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DDD2B15-B0CD-6AD6-7E2E-2CB46E1028EE}"/>
                    </a:ext>
                  </a:extLst>
                </p14:cNvPr>
                <p14:cNvContentPartPr/>
                <p14:nvPr/>
              </p14:nvContentPartPr>
              <p14:xfrm>
                <a:off x="5306347" y="4909568"/>
                <a:ext cx="202320" cy="163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DDD2B15-B0CD-6AD6-7E2E-2CB46E1028E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288347" y="4891568"/>
                  <a:ext cx="23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FB8CEAD-DA19-B660-5621-76100C16A42E}"/>
                    </a:ext>
                  </a:extLst>
                </p14:cNvPr>
                <p14:cNvContentPartPr/>
                <p14:nvPr/>
              </p14:nvContentPartPr>
              <p14:xfrm>
                <a:off x="5573827" y="4858808"/>
                <a:ext cx="249120" cy="206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FB8CEAD-DA19-B660-5621-76100C16A42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56187" y="4840808"/>
                  <a:ext cx="284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A7393DB-FD18-D6F9-16DC-4D0D5CB6F288}"/>
                    </a:ext>
                  </a:extLst>
                </p14:cNvPr>
                <p14:cNvContentPartPr/>
                <p14:nvPr/>
              </p14:nvContentPartPr>
              <p14:xfrm>
                <a:off x="5804587" y="4538408"/>
                <a:ext cx="203400" cy="528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A7393DB-FD18-D6F9-16DC-4D0D5CB6F2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86587" y="4520768"/>
                  <a:ext cx="23904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E134974-DDE1-6417-E555-4FBABD3FA399}"/>
                    </a:ext>
                  </a:extLst>
                </p14:cNvPr>
                <p14:cNvContentPartPr/>
                <p14:nvPr/>
              </p14:nvContentPartPr>
              <p14:xfrm>
                <a:off x="6075667" y="4851608"/>
                <a:ext cx="361080" cy="241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E134974-DDE1-6417-E555-4FBABD3FA39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057667" y="4833608"/>
                  <a:ext cx="396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E7883B-7DD3-39BD-F8FC-0C894D98A1D3}"/>
                    </a:ext>
                  </a:extLst>
                </p14:cNvPr>
                <p14:cNvContentPartPr/>
                <p14:nvPr/>
              </p14:nvContentPartPr>
              <p14:xfrm>
                <a:off x="3785707" y="5248328"/>
                <a:ext cx="2264400" cy="285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E7883B-7DD3-39BD-F8FC-0C894D98A1D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767707" y="5230328"/>
                  <a:ext cx="230004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6D4F803-9998-6977-56CF-85D4A814BD36}"/>
              </a:ext>
            </a:extLst>
          </p:cNvPr>
          <p:cNvGrpSpPr/>
          <p:nvPr/>
        </p:nvGrpSpPr>
        <p:grpSpPr>
          <a:xfrm>
            <a:off x="4494907" y="5736488"/>
            <a:ext cx="341640" cy="461880"/>
            <a:chOff x="4494907" y="5736488"/>
            <a:chExt cx="34164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C019771-9440-4A74-F1CB-E7B81AC4C193}"/>
                    </a:ext>
                  </a:extLst>
                </p14:cNvPr>
                <p14:cNvContentPartPr/>
                <p14:nvPr/>
              </p14:nvContentPartPr>
              <p14:xfrm>
                <a:off x="4494907" y="5736488"/>
                <a:ext cx="248040" cy="385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C019771-9440-4A74-F1CB-E7B81AC4C19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77267" y="5718848"/>
                  <a:ext cx="2836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3EBE653-2C37-979D-6F9D-2B42CF58EDBB}"/>
                    </a:ext>
                  </a:extLst>
                </p14:cNvPr>
                <p14:cNvContentPartPr/>
                <p14:nvPr/>
              </p14:nvContentPartPr>
              <p14:xfrm>
                <a:off x="4750507" y="5980568"/>
                <a:ext cx="86040" cy="217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3EBE653-2C37-979D-6F9D-2B42CF58ED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32867" y="5962568"/>
                  <a:ext cx="1216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56ADDB2-2234-C9DC-A1E2-2ABBAFE47099}"/>
                  </a:ext>
                </a:extLst>
              </p14:cNvPr>
              <p14:cNvContentPartPr/>
              <p14:nvPr/>
            </p14:nvContentPartPr>
            <p14:xfrm>
              <a:off x="5210947" y="5913968"/>
              <a:ext cx="67320" cy="3524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56ADDB2-2234-C9DC-A1E2-2ABBAFE4709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193307" y="5895968"/>
                <a:ext cx="10296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6EA145A-753C-1ECD-D898-A05AE0C5CD59}"/>
                  </a:ext>
                </a:extLst>
              </p14:cNvPr>
              <p14:cNvContentPartPr/>
              <p14:nvPr/>
            </p14:nvContentPartPr>
            <p14:xfrm>
              <a:off x="5430907" y="5867888"/>
              <a:ext cx="238680" cy="3722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6EA145A-753C-1ECD-D898-A05AE0C5CD5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413267" y="5849888"/>
                <a:ext cx="27432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1F48F41-6E25-EAA3-B70B-561E7DD7A663}"/>
                  </a:ext>
                </a:extLst>
              </p14:cNvPr>
              <p14:cNvContentPartPr/>
              <p14:nvPr/>
            </p14:nvContentPartPr>
            <p14:xfrm>
              <a:off x="5967667" y="5908928"/>
              <a:ext cx="44280" cy="3639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1F48F41-6E25-EAA3-B70B-561E7DD7A663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50027" y="5890928"/>
                <a:ext cx="7992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6863FDB5-5675-4820-108B-E0B746D029F0}"/>
                  </a:ext>
                </a:extLst>
              </p14:cNvPr>
              <p14:cNvContentPartPr/>
              <p14:nvPr/>
            </p14:nvContentPartPr>
            <p14:xfrm>
              <a:off x="6193747" y="5893088"/>
              <a:ext cx="264960" cy="3546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6863FDB5-5675-4820-108B-E0B746D029F0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175747" y="5875088"/>
                <a:ext cx="300600" cy="39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21CDE52-DB78-74EC-0151-6E932F6E048A}"/>
              </a:ext>
            </a:extLst>
          </p:cNvPr>
          <p:cNvGrpSpPr/>
          <p:nvPr/>
        </p:nvGrpSpPr>
        <p:grpSpPr>
          <a:xfrm>
            <a:off x="6781627" y="5801648"/>
            <a:ext cx="1363680" cy="393840"/>
            <a:chOff x="6781627" y="5801648"/>
            <a:chExt cx="136368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009C6FC-E3DF-31DE-1A3B-DE704675B9F5}"/>
                    </a:ext>
                  </a:extLst>
                </p14:cNvPr>
                <p14:cNvContentPartPr/>
                <p14:nvPr/>
              </p14:nvContentPartPr>
              <p14:xfrm>
                <a:off x="6781627" y="5911808"/>
                <a:ext cx="258840" cy="266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009C6FC-E3DF-31DE-1A3B-DE704675B9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763987" y="5894168"/>
                  <a:ext cx="294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2E44FA1-E679-2683-EAB8-22DC58DD79E9}"/>
                    </a:ext>
                  </a:extLst>
                </p14:cNvPr>
                <p14:cNvContentPartPr/>
                <p14:nvPr/>
              </p14:nvContentPartPr>
              <p14:xfrm>
                <a:off x="7123987" y="5877608"/>
                <a:ext cx="197640" cy="306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2E44FA1-E679-2683-EAB8-22DC58DD79E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05987" y="5859608"/>
                  <a:ext cx="2332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15B120D-C781-7A8C-76C3-12F4C7F2D453}"/>
                    </a:ext>
                  </a:extLst>
                </p14:cNvPr>
                <p14:cNvContentPartPr/>
                <p14:nvPr/>
              </p14:nvContentPartPr>
              <p14:xfrm>
                <a:off x="7548067" y="5893088"/>
                <a:ext cx="209160" cy="302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15B120D-C781-7A8C-76C3-12F4C7F2D45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30427" y="5875088"/>
                  <a:ext cx="244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6E429C9-4A85-95EE-C5F4-5EEB6C53AD50}"/>
                    </a:ext>
                  </a:extLst>
                </p14:cNvPr>
                <p14:cNvContentPartPr/>
                <p14:nvPr/>
              </p14:nvContentPartPr>
              <p14:xfrm>
                <a:off x="7942987" y="5801648"/>
                <a:ext cx="202320" cy="343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6E429C9-4A85-95EE-C5F4-5EEB6C53AD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25347" y="5783648"/>
                  <a:ext cx="237960" cy="37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59832B4-93C3-2E28-D4AD-51A153864727}"/>
                  </a:ext>
                </a:extLst>
              </p14:cNvPr>
              <p14:cNvContentPartPr/>
              <p14:nvPr/>
            </p14:nvContentPartPr>
            <p14:xfrm>
              <a:off x="8406307" y="5793368"/>
              <a:ext cx="210600" cy="3222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59832B4-93C3-2E28-D4AD-51A153864727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388307" y="5775728"/>
                <a:ext cx="246240" cy="35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96A33CF-456D-1724-386F-5E31215270EE}"/>
              </a:ext>
            </a:extLst>
          </p:cNvPr>
          <p:cNvGrpSpPr/>
          <p:nvPr/>
        </p:nvGrpSpPr>
        <p:grpSpPr>
          <a:xfrm>
            <a:off x="8439787" y="5782928"/>
            <a:ext cx="629280" cy="430200"/>
            <a:chOff x="8439787" y="5782928"/>
            <a:chExt cx="62928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E7A6C29-BBAF-2887-156A-548CD2CDE3CB}"/>
                    </a:ext>
                  </a:extLst>
                </p14:cNvPr>
                <p14:cNvContentPartPr/>
                <p14:nvPr/>
              </p14:nvContentPartPr>
              <p14:xfrm>
                <a:off x="8439787" y="5782928"/>
                <a:ext cx="376200" cy="430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E7A6C29-BBAF-2887-156A-548CD2CDE3C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22147" y="5764928"/>
                  <a:ext cx="4118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C8EDD8B-40F5-3284-45C9-F4DF0D2552A8}"/>
                    </a:ext>
                  </a:extLst>
                </p14:cNvPr>
                <p14:cNvContentPartPr/>
                <p14:nvPr/>
              </p14:nvContentPartPr>
              <p14:xfrm>
                <a:off x="8808067" y="5820008"/>
                <a:ext cx="261000" cy="344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C8EDD8B-40F5-3284-45C9-F4DF0D2552A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90067" y="5802008"/>
                  <a:ext cx="296640" cy="38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04C1604-507C-F452-D84A-0C31341F7D23}"/>
              </a:ext>
            </a:extLst>
          </p:cNvPr>
          <p:cNvGrpSpPr/>
          <p:nvPr/>
        </p:nvGrpSpPr>
        <p:grpSpPr>
          <a:xfrm>
            <a:off x="9328267" y="5768888"/>
            <a:ext cx="2669040" cy="467280"/>
            <a:chOff x="9328267" y="5768888"/>
            <a:chExt cx="266904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7BBE182-5194-245E-279D-4401BFE9A3B5}"/>
                    </a:ext>
                  </a:extLst>
                </p14:cNvPr>
                <p14:cNvContentPartPr/>
                <p14:nvPr/>
              </p14:nvContentPartPr>
              <p14:xfrm>
                <a:off x="9328267" y="5768888"/>
                <a:ext cx="228600" cy="367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7BBE182-5194-245E-279D-4401BFE9A3B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10267" y="5750888"/>
                  <a:ext cx="264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58B00F9-24B2-A8E8-A5D3-9ADDADDB98E5}"/>
                    </a:ext>
                  </a:extLst>
                </p14:cNvPr>
                <p14:cNvContentPartPr/>
                <p14:nvPr/>
              </p14:nvContentPartPr>
              <p14:xfrm>
                <a:off x="9644707" y="5806328"/>
                <a:ext cx="229680" cy="342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58B00F9-24B2-A8E8-A5D3-9ADDADDB98E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26707" y="5788688"/>
                  <a:ext cx="2653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15F2412-DE35-B6E8-3926-3E78F85A79E7}"/>
                    </a:ext>
                  </a:extLst>
                </p14:cNvPr>
                <p14:cNvContentPartPr/>
                <p14:nvPr/>
              </p14:nvContentPartPr>
              <p14:xfrm>
                <a:off x="10133227" y="5854208"/>
                <a:ext cx="223200" cy="354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15F2412-DE35-B6E8-3926-3E78F85A79E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15227" y="5836208"/>
                  <a:ext cx="258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50FB528-06DE-970F-F4AF-6EDB4639A98F}"/>
                    </a:ext>
                  </a:extLst>
                </p14:cNvPr>
                <p14:cNvContentPartPr/>
                <p14:nvPr/>
              </p14:nvContentPartPr>
              <p14:xfrm>
                <a:off x="10549027" y="5876528"/>
                <a:ext cx="196200" cy="27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50FB528-06DE-970F-F4AF-6EDB4639A98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531027" y="5858528"/>
                  <a:ext cx="231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181EE9B-38D1-3B8A-00E3-3EAEDE6B88C6}"/>
                    </a:ext>
                  </a:extLst>
                </p14:cNvPr>
                <p14:cNvContentPartPr/>
                <p14:nvPr/>
              </p14:nvContentPartPr>
              <p14:xfrm>
                <a:off x="10991107" y="5802728"/>
                <a:ext cx="146520" cy="433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181EE9B-38D1-3B8A-00E3-3EAEDE6B88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973467" y="5784728"/>
                  <a:ext cx="1821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0CDF311-D230-2B69-FCE3-CFC02151A0B7}"/>
                    </a:ext>
                  </a:extLst>
                </p14:cNvPr>
                <p14:cNvContentPartPr/>
                <p14:nvPr/>
              </p14:nvContentPartPr>
              <p14:xfrm>
                <a:off x="11170747" y="5814968"/>
                <a:ext cx="190800" cy="345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0CDF311-D230-2B69-FCE3-CFC02151A0B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152747" y="5797328"/>
                  <a:ext cx="2264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8E05BFF-DDD4-8FA2-DD4B-73E694200CDE}"/>
                    </a:ext>
                  </a:extLst>
                </p14:cNvPr>
                <p14:cNvContentPartPr/>
                <p14:nvPr/>
              </p14:nvContentPartPr>
              <p14:xfrm>
                <a:off x="11535067" y="5846288"/>
                <a:ext cx="136080" cy="349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8E05BFF-DDD4-8FA2-DD4B-73E694200CD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517067" y="5828648"/>
                  <a:ext cx="1717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A6B6616-A18F-6A8A-9419-1379E686211D}"/>
                    </a:ext>
                  </a:extLst>
                </p14:cNvPr>
                <p14:cNvContentPartPr/>
                <p14:nvPr/>
              </p14:nvContentPartPr>
              <p14:xfrm>
                <a:off x="11676187" y="5925128"/>
                <a:ext cx="321120" cy="184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A6B6616-A18F-6A8A-9419-1379E686211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658547" y="5907488"/>
                  <a:ext cx="356760" cy="2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24EF2F41-7A31-020D-EBBE-8FF814078F65}"/>
                  </a:ext>
                </a:extLst>
              </p14:cNvPr>
              <p14:cNvContentPartPr/>
              <p14:nvPr/>
            </p14:nvContentPartPr>
            <p14:xfrm>
              <a:off x="6278347" y="1321088"/>
              <a:ext cx="834840" cy="7869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24EF2F41-7A31-020D-EBBE-8FF814078F65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260347" y="1303088"/>
                <a:ext cx="87048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A88632E8-A3DD-AB7D-C8A1-EB958B33CDEE}"/>
                  </a:ext>
                </a:extLst>
              </p14:cNvPr>
              <p14:cNvContentPartPr/>
              <p14:nvPr/>
            </p14:nvContentPartPr>
            <p14:xfrm>
              <a:off x="11406547" y="5571608"/>
              <a:ext cx="667800" cy="7527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A88632E8-A3DD-AB7D-C8A1-EB958B33CDE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388907" y="5553608"/>
                <a:ext cx="703440" cy="78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FDEA571-BAF7-B5BA-6C53-CA4AF48374AC}"/>
                  </a:ext>
                </a:extLst>
              </p14:cNvPr>
              <p14:cNvContentPartPr/>
              <p14:nvPr/>
            </p14:nvContentPartPr>
            <p14:xfrm>
              <a:off x="9808867" y="1996448"/>
              <a:ext cx="456840" cy="745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FDEA571-BAF7-B5BA-6C53-CA4AF48374A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791227" y="1978808"/>
                <a:ext cx="4924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2A3E2F20-AFB7-1FE1-1F1E-35E1C3AA880F}"/>
                  </a:ext>
                </a:extLst>
              </p14:cNvPr>
              <p14:cNvContentPartPr/>
              <p14:nvPr/>
            </p14:nvContentPartPr>
            <p14:xfrm>
              <a:off x="10591147" y="2087888"/>
              <a:ext cx="365760" cy="144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2A3E2F20-AFB7-1FE1-1F1E-35E1C3AA880F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573147" y="2069888"/>
                <a:ext cx="4014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DDE6C0D-A5F2-7612-BFCE-46D148748288}"/>
                  </a:ext>
                </a:extLst>
              </p14:cNvPr>
              <p14:cNvContentPartPr/>
              <p14:nvPr/>
            </p14:nvContentPartPr>
            <p14:xfrm>
              <a:off x="11194507" y="2057648"/>
              <a:ext cx="280440" cy="370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DDE6C0D-A5F2-7612-BFCE-46D14874828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1176867" y="2040008"/>
                <a:ext cx="3160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B1DEC94-3967-1C4C-1945-5202BF7D3B5A}"/>
                  </a:ext>
                </a:extLst>
              </p14:cNvPr>
              <p14:cNvContentPartPr/>
              <p14:nvPr/>
            </p14:nvContentPartPr>
            <p14:xfrm>
              <a:off x="11838187" y="2072408"/>
              <a:ext cx="235800" cy="345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B1DEC94-3967-1C4C-1945-5202BF7D3B5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1820547" y="2054408"/>
                <a:ext cx="2714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B6F83B0-A850-91BF-BAB6-F54F7DE75959}"/>
                  </a:ext>
                </a:extLst>
              </p14:cNvPr>
              <p14:cNvContentPartPr/>
              <p14:nvPr/>
            </p14:nvContentPartPr>
            <p14:xfrm>
              <a:off x="6688387" y="2067728"/>
              <a:ext cx="5150520" cy="3189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B6F83B0-A850-91BF-BAB6-F54F7DE7595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670387" y="2049728"/>
                <a:ext cx="5186160" cy="35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CB6635D6-EE78-55DD-F326-5777EDEC4F46}"/>
              </a:ext>
            </a:extLst>
          </p:cNvPr>
          <p:cNvGrpSpPr/>
          <p:nvPr/>
        </p:nvGrpSpPr>
        <p:grpSpPr>
          <a:xfrm>
            <a:off x="5134267" y="6234008"/>
            <a:ext cx="6375240" cy="399960"/>
            <a:chOff x="5134267" y="6234008"/>
            <a:chExt cx="637524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19C0DF3-710C-2CA4-D137-6DE23D6E21AD}"/>
                    </a:ext>
                  </a:extLst>
                </p14:cNvPr>
                <p14:cNvContentPartPr/>
                <p14:nvPr/>
              </p14:nvContentPartPr>
              <p14:xfrm>
                <a:off x="11033587" y="6234008"/>
                <a:ext cx="475920" cy="70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19C0DF3-710C-2CA4-D137-6DE23D6E21A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15947" y="6216008"/>
                  <a:ext cx="511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BF1BD29-324A-A727-BE04-FAB4EC4C84D5}"/>
                    </a:ext>
                  </a:extLst>
                </p14:cNvPr>
                <p14:cNvContentPartPr/>
                <p14:nvPr/>
              </p14:nvContentPartPr>
              <p14:xfrm>
                <a:off x="10311787" y="6310328"/>
                <a:ext cx="518760" cy="98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BF1BD29-324A-A727-BE04-FAB4EC4C84D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293787" y="6292688"/>
                  <a:ext cx="554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9E3068F-908F-02BC-0464-35D5FBB283C3}"/>
                    </a:ext>
                  </a:extLst>
                </p14:cNvPr>
                <p14:cNvContentPartPr/>
                <p14:nvPr/>
              </p14:nvContentPartPr>
              <p14:xfrm>
                <a:off x="9421507" y="6308168"/>
                <a:ext cx="604080" cy="86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9E3068F-908F-02BC-0464-35D5FBB283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403507" y="6290168"/>
                  <a:ext cx="639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F8848A8-3126-6C28-C05B-736CDA90354A}"/>
                    </a:ext>
                  </a:extLst>
                </p14:cNvPr>
                <p14:cNvContentPartPr/>
                <p14:nvPr/>
              </p14:nvContentPartPr>
              <p14:xfrm>
                <a:off x="8276707" y="6322928"/>
                <a:ext cx="784440" cy="853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F8848A8-3126-6C28-C05B-736CDA90354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59067" y="6304928"/>
                  <a:ext cx="820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BCE64AE-143B-9FEE-8635-48D54F13931B}"/>
                    </a:ext>
                  </a:extLst>
                </p14:cNvPr>
                <p14:cNvContentPartPr/>
                <p14:nvPr/>
              </p14:nvContentPartPr>
              <p14:xfrm>
                <a:off x="7575427" y="6238688"/>
                <a:ext cx="636120" cy="885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BCE64AE-143B-9FEE-8635-48D54F13931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57787" y="6221048"/>
                  <a:ext cx="671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8806027-C105-BF2C-A5B1-4F4D7E0C7CFB}"/>
                    </a:ext>
                  </a:extLst>
                </p14:cNvPr>
                <p14:cNvContentPartPr/>
                <p14:nvPr/>
              </p14:nvContentPartPr>
              <p14:xfrm>
                <a:off x="6859027" y="6330488"/>
                <a:ext cx="561960" cy="954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8806027-C105-BF2C-A5B1-4F4D7E0C7CF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841387" y="6312848"/>
                  <a:ext cx="597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C27E46A-97E7-5EED-09DC-D3CF99E1C33E}"/>
                    </a:ext>
                  </a:extLst>
                </p14:cNvPr>
                <p14:cNvContentPartPr/>
                <p14:nvPr/>
              </p14:nvContentPartPr>
              <p14:xfrm>
                <a:off x="5896387" y="6329048"/>
                <a:ext cx="600480" cy="97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C27E46A-97E7-5EED-09DC-D3CF99E1C33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78747" y="6311048"/>
                  <a:ext cx="636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32C0DFE-FF4B-4728-1C76-DF09C9749BD3}"/>
                    </a:ext>
                  </a:extLst>
                </p14:cNvPr>
                <p14:cNvContentPartPr/>
                <p14:nvPr/>
              </p14:nvContentPartPr>
              <p14:xfrm>
                <a:off x="5174227" y="6406448"/>
                <a:ext cx="551880" cy="65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32C0DFE-FF4B-4728-1C76-DF09C9749BD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56587" y="6388448"/>
                  <a:ext cx="587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87C6DF-9ED0-0CD4-D79F-3B8B2C39AD66}"/>
                    </a:ext>
                  </a:extLst>
                </p14:cNvPr>
                <p14:cNvContentPartPr/>
                <p14:nvPr/>
              </p14:nvContentPartPr>
              <p14:xfrm>
                <a:off x="5262067" y="6250568"/>
                <a:ext cx="5662440" cy="247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87C6DF-9ED0-0CD4-D79F-3B8B2C39AD6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244427" y="6232568"/>
                  <a:ext cx="5698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060F272-8F47-E529-6BAF-0D561D545AEC}"/>
                    </a:ext>
                  </a:extLst>
                </p14:cNvPr>
                <p14:cNvContentPartPr/>
                <p14:nvPr/>
              </p14:nvContentPartPr>
              <p14:xfrm>
                <a:off x="5134267" y="6302048"/>
                <a:ext cx="352800" cy="331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060F272-8F47-E529-6BAF-0D561D545AE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16267" y="6284408"/>
                  <a:ext cx="38844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D45D317-B1DD-A1A9-6226-0474127F5266}"/>
              </a:ext>
            </a:extLst>
          </p:cNvPr>
          <p:cNvGrpSpPr/>
          <p:nvPr/>
        </p:nvGrpSpPr>
        <p:grpSpPr>
          <a:xfrm>
            <a:off x="11396467" y="6382328"/>
            <a:ext cx="410400" cy="224640"/>
            <a:chOff x="11396467" y="6382328"/>
            <a:chExt cx="41040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7D49961-CDCD-C212-6C16-4CE81401A079}"/>
                    </a:ext>
                  </a:extLst>
                </p14:cNvPr>
                <p14:cNvContentPartPr/>
                <p14:nvPr/>
              </p14:nvContentPartPr>
              <p14:xfrm>
                <a:off x="11396467" y="6382328"/>
                <a:ext cx="335880" cy="96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7D49961-CDCD-C212-6C16-4CE81401A07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378467" y="6364328"/>
                  <a:ext cx="371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D6BF9DF-2F7A-F5A5-1BBE-5B51033B8287}"/>
                    </a:ext>
                  </a:extLst>
                </p14:cNvPr>
                <p14:cNvContentPartPr/>
                <p14:nvPr/>
              </p14:nvContentPartPr>
              <p14:xfrm>
                <a:off x="11608507" y="6444968"/>
                <a:ext cx="198360" cy="162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D6BF9DF-2F7A-F5A5-1BBE-5B51033B82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590507" y="6427328"/>
                  <a:ext cx="23400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66EBD2D-2F90-D499-EE64-5B68BDA03ED8}"/>
                  </a:ext>
                </a:extLst>
              </p14:cNvPr>
              <p14:cNvContentPartPr/>
              <p14:nvPr/>
            </p14:nvContentPartPr>
            <p14:xfrm>
              <a:off x="6337747" y="2114888"/>
              <a:ext cx="714960" cy="2178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66EBD2D-2F90-D499-EE64-5B68BDA03ED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320107" y="2097248"/>
                <a:ext cx="750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00207A1-868F-AF34-B95F-431716FF0380}"/>
                  </a:ext>
                </a:extLst>
              </p14:cNvPr>
              <p14:cNvContentPartPr/>
              <p14:nvPr/>
            </p14:nvContentPartPr>
            <p14:xfrm>
              <a:off x="4977667" y="3271208"/>
              <a:ext cx="7154640" cy="12333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00207A1-868F-AF34-B95F-431716FF038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960027" y="3253568"/>
                <a:ext cx="7190280" cy="126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0CDF7570-DF3F-9C73-EDDF-5B58B5FDBB9A}"/>
              </a:ext>
            </a:extLst>
          </p:cNvPr>
          <p:cNvGrpSpPr/>
          <p:nvPr/>
        </p:nvGrpSpPr>
        <p:grpSpPr>
          <a:xfrm>
            <a:off x="5894587" y="2042888"/>
            <a:ext cx="355680" cy="249480"/>
            <a:chOff x="5894587" y="2042888"/>
            <a:chExt cx="35568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9F897C6-31B5-E099-542B-A2411C7A065C}"/>
                    </a:ext>
                  </a:extLst>
                </p14:cNvPr>
                <p14:cNvContentPartPr/>
                <p14:nvPr/>
              </p14:nvContentPartPr>
              <p14:xfrm>
                <a:off x="5894587" y="2045768"/>
                <a:ext cx="355680" cy="151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9F897C6-31B5-E099-542B-A2411C7A065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76587" y="2027768"/>
                  <a:ext cx="391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5D19388-4E8C-CDC6-D4BD-02CEC0928D7C}"/>
                    </a:ext>
                  </a:extLst>
                </p14:cNvPr>
                <p14:cNvContentPartPr/>
                <p14:nvPr/>
              </p14:nvContentPartPr>
              <p14:xfrm>
                <a:off x="6100147" y="2042888"/>
                <a:ext cx="120600" cy="249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5D19388-4E8C-CDC6-D4BD-02CEC0928D7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82507" y="2024888"/>
                  <a:ext cx="156240" cy="28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5075AFBE-D283-7803-330E-F950C232A100}"/>
                  </a:ext>
                </a:extLst>
              </p14:cNvPr>
              <p14:cNvContentPartPr/>
              <p14:nvPr/>
            </p14:nvContentPartPr>
            <p14:xfrm>
              <a:off x="6977467" y="4518608"/>
              <a:ext cx="775800" cy="957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5075AFBE-D283-7803-330E-F950C232A100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6959467" y="4500968"/>
                <a:ext cx="81144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FAEA430-95BB-8EA8-11B0-81E51CEDC70A}"/>
              </a:ext>
            </a:extLst>
          </p:cNvPr>
          <p:cNvGrpSpPr/>
          <p:nvPr/>
        </p:nvGrpSpPr>
        <p:grpSpPr>
          <a:xfrm>
            <a:off x="8468947" y="2938208"/>
            <a:ext cx="1961640" cy="1872720"/>
            <a:chOff x="8468947" y="2938208"/>
            <a:chExt cx="1961640" cy="18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549B196-8883-D106-2C49-F79CCE98EE8F}"/>
                    </a:ext>
                  </a:extLst>
                </p14:cNvPr>
                <p14:cNvContentPartPr/>
                <p14:nvPr/>
              </p14:nvContentPartPr>
              <p14:xfrm>
                <a:off x="8468947" y="2938208"/>
                <a:ext cx="842400" cy="1872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549B196-8883-D106-2C49-F79CCE98EE8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451307" y="2920568"/>
                  <a:ext cx="878040" cy="19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BC67834-296F-D5BE-5612-BCF77D2BF1B7}"/>
                    </a:ext>
                  </a:extLst>
                </p14:cNvPr>
                <p14:cNvContentPartPr/>
                <p14:nvPr/>
              </p14:nvContentPartPr>
              <p14:xfrm>
                <a:off x="9429427" y="3032168"/>
                <a:ext cx="510480" cy="1598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BC67834-296F-D5BE-5612-BCF77D2BF1B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11787" y="3014528"/>
                  <a:ext cx="546120" cy="16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3C70EF6-F2CF-35DD-2EA6-0E9CB733EF82}"/>
                    </a:ext>
                  </a:extLst>
                </p14:cNvPr>
                <p14:cNvContentPartPr/>
                <p14:nvPr/>
              </p14:nvContentPartPr>
              <p14:xfrm>
                <a:off x="8780707" y="3496928"/>
                <a:ext cx="770760" cy="912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3C70EF6-F2CF-35DD-2EA6-0E9CB733EF8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62707" y="3478928"/>
                  <a:ext cx="80640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690F4F-F5EE-7BCE-909D-5175C606D89B}"/>
                    </a:ext>
                  </a:extLst>
                </p14:cNvPr>
                <p14:cNvContentPartPr/>
                <p14:nvPr/>
              </p14:nvContentPartPr>
              <p14:xfrm>
                <a:off x="9882307" y="4675568"/>
                <a:ext cx="548280" cy="45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690F4F-F5EE-7BCE-909D-5175C606D89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864667" y="4657568"/>
                  <a:ext cx="58392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633F4088-687D-B63E-D5B6-32557028F736}"/>
              </a:ext>
            </a:extLst>
          </p:cNvPr>
          <p:cNvGrpSpPr/>
          <p:nvPr/>
        </p:nvGrpSpPr>
        <p:grpSpPr>
          <a:xfrm>
            <a:off x="7037227" y="1321448"/>
            <a:ext cx="2426040" cy="816120"/>
            <a:chOff x="7037227" y="1321448"/>
            <a:chExt cx="2426040" cy="8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EFC2CB5-75DF-279E-80F6-701AA81F47BC}"/>
                    </a:ext>
                  </a:extLst>
                </p14:cNvPr>
                <p14:cNvContentPartPr/>
                <p14:nvPr/>
              </p14:nvContentPartPr>
              <p14:xfrm>
                <a:off x="7134427" y="2047208"/>
                <a:ext cx="450720" cy="58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EFC2CB5-75DF-279E-80F6-701AA81F47B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16427" y="2029568"/>
                  <a:ext cx="486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1285CB2-5AFB-FE3F-CE44-936491FE8840}"/>
                    </a:ext>
                  </a:extLst>
                </p14:cNvPr>
                <p14:cNvContentPartPr/>
                <p14:nvPr/>
              </p14:nvContentPartPr>
              <p14:xfrm>
                <a:off x="7866667" y="2024528"/>
                <a:ext cx="438120" cy="424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1285CB2-5AFB-FE3F-CE44-936491FE884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848667" y="2006888"/>
                  <a:ext cx="473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DA7AB8B-C950-04EB-4E27-07A5AAAC39CE}"/>
                    </a:ext>
                  </a:extLst>
                </p14:cNvPr>
                <p14:cNvContentPartPr/>
                <p14:nvPr/>
              </p14:nvContentPartPr>
              <p14:xfrm>
                <a:off x="8550307" y="1990688"/>
                <a:ext cx="345240" cy="360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DA7AB8B-C950-04EB-4E27-07A5AAAC39C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532667" y="1972688"/>
                  <a:ext cx="380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6541CCD-C3A6-2F1A-2A49-AA56543C2BB2}"/>
                    </a:ext>
                  </a:extLst>
                </p14:cNvPr>
                <p14:cNvContentPartPr/>
                <p14:nvPr/>
              </p14:nvContentPartPr>
              <p14:xfrm>
                <a:off x="9094267" y="2053688"/>
                <a:ext cx="369000" cy="61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6541CCD-C3A6-2F1A-2A49-AA56543C2BB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076627" y="2035688"/>
                  <a:ext cx="404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E3E8813-CB86-E967-DA77-141A46E24D7F}"/>
                    </a:ext>
                  </a:extLst>
                </p14:cNvPr>
                <p14:cNvContentPartPr/>
                <p14:nvPr/>
              </p14:nvContentPartPr>
              <p14:xfrm>
                <a:off x="7037227" y="1321448"/>
                <a:ext cx="978120" cy="8161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E3E8813-CB86-E967-DA77-141A46E24D7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019587" y="1303808"/>
                  <a:ext cx="1013760" cy="85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72462162-500C-3752-60B3-0A3C752F60A9}"/>
                  </a:ext>
                </a:extLst>
              </p14:cNvPr>
              <p14:cNvContentPartPr/>
              <p14:nvPr/>
            </p14:nvContentPartPr>
            <p14:xfrm>
              <a:off x="462187" y="5569808"/>
              <a:ext cx="38160" cy="37332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72462162-500C-3752-60B3-0A3C752F60A9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44187" y="5551808"/>
                <a:ext cx="73800" cy="40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658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FD97-7422-71FE-3A1E-4EE43017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600DB-5AE8-1B5F-F4C4-27E12FE6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9F9926-BEE8-009B-99CD-ACA4A7560355}"/>
              </a:ext>
            </a:extLst>
          </p:cNvPr>
          <p:cNvGrpSpPr/>
          <p:nvPr/>
        </p:nvGrpSpPr>
        <p:grpSpPr>
          <a:xfrm>
            <a:off x="574867" y="425768"/>
            <a:ext cx="783360" cy="528840"/>
            <a:chOff x="574867" y="425768"/>
            <a:chExt cx="78336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E789B0-5913-1922-E75D-32EA7DDA2DAA}"/>
                    </a:ext>
                  </a:extLst>
                </p14:cNvPr>
                <p14:cNvContentPartPr/>
                <p14:nvPr/>
              </p14:nvContentPartPr>
              <p14:xfrm>
                <a:off x="574867" y="525488"/>
                <a:ext cx="59040" cy="429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E789B0-5913-1922-E75D-32EA7DDA2D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6867" y="507488"/>
                  <a:ext cx="946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C3AE43A-BAB1-E0F1-AD15-B52F65D47B03}"/>
                    </a:ext>
                  </a:extLst>
                </p14:cNvPr>
                <p14:cNvContentPartPr/>
                <p14:nvPr/>
              </p14:nvContentPartPr>
              <p14:xfrm>
                <a:off x="672427" y="425768"/>
                <a:ext cx="191880" cy="85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C3AE43A-BAB1-E0F1-AD15-B52F65D47B0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4427" y="408128"/>
                  <a:ext cx="227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9FE3D5-604A-D50B-0FB0-C50AC3A39411}"/>
                    </a:ext>
                  </a:extLst>
                </p14:cNvPr>
                <p14:cNvContentPartPr/>
                <p14:nvPr/>
              </p14:nvContentPartPr>
              <p14:xfrm>
                <a:off x="602227" y="680648"/>
                <a:ext cx="182880" cy="3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9FE3D5-604A-D50B-0FB0-C50AC3A394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4227" y="662648"/>
                  <a:ext cx="218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BA01145-0A6B-671C-06B3-5D35116767E8}"/>
                    </a:ext>
                  </a:extLst>
                </p14:cNvPr>
                <p14:cNvContentPartPr/>
                <p14:nvPr/>
              </p14:nvContentPartPr>
              <p14:xfrm>
                <a:off x="864307" y="611528"/>
                <a:ext cx="153000" cy="206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BA01145-0A6B-671C-06B3-5D35116767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6667" y="593528"/>
                  <a:ext cx="188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AB2F90-4CDF-2E2B-D86F-C80054188013}"/>
                    </a:ext>
                  </a:extLst>
                </p14:cNvPr>
                <p14:cNvContentPartPr/>
                <p14:nvPr/>
              </p14:nvContentPartPr>
              <p14:xfrm>
                <a:off x="1140427" y="629888"/>
                <a:ext cx="217800" cy="229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AB2F90-4CDF-2E2B-D86F-C800541880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2787" y="612248"/>
                  <a:ext cx="25344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EED7F1-50EC-61F8-1CCA-89B11A200E02}"/>
              </a:ext>
            </a:extLst>
          </p:cNvPr>
          <p:cNvGrpSpPr/>
          <p:nvPr/>
        </p:nvGrpSpPr>
        <p:grpSpPr>
          <a:xfrm>
            <a:off x="1809307" y="70448"/>
            <a:ext cx="4003560" cy="844200"/>
            <a:chOff x="1809307" y="70448"/>
            <a:chExt cx="4003560" cy="84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B84552-79AA-E5DB-E078-893F991565D3}"/>
                    </a:ext>
                  </a:extLst>
                </p14:cNvPr>
                <p14:cNvContentPartPr/>
                <p14:nvPr/>
              </p14:nvContentPartPr>
              <p14:xfrm>
                <a:off x="1809307" y="664808"/>
                <a:ext cx="386280" cy="249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B84552-79AA-E5DB-E078-893F991565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1667" y="647168"/>
                  <a:ext cx="421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387941-9647-0D7A-6851-F4FD942B262E}"/>
                    </a:ext>
                  </a:extLst>
                </p14:cNvPr>
                <p14:cNvContentPartPr/>
                <p14:nvPr/>
              </p14:nvContentPartPr>
              <p14:xfrm>
                <a:off x="2190547" y="647528"/>
                <a:ext cx="253800" cy="200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387941-9647-0D7A-6851-F4FD942B26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72547" y="629888"/>
                  <a:ext cx="2894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72E355E-51FA-FC1C-FB88-9F29D76DA6A1}"/>
                    </a:ext>
                  </a:extLst>
                </p14:cNvPr>
                <p14:cNvContentPartPr/>
                <p14:nvPr/>
              </p14:nvContentPartPr>
              <p14:xfrm>
                <a:off x="2587987" y="584888"/>
                <a:ext cx="118800" cy="26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72E355E-51FA-FC1C-FB88-9F29D76DA6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69987" y="566888"/>
                  <a:ext cx="154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5FA3057-1E28-888C-5AA3-AFB394C3C315}"/>
                    </a:ext>
                  </a:extLst>
                </p14:cNvPr>
                <p14:cNvContentPartPr/>
                <p14:nvPr/>
              </p14:nvContentPartPr>
              <p14:xfrm>
                <a:off x="2793187" y="630968"/>
                <a:ext cx="122040" cy="12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5FA3057-1E28-888C-5AA3-AFB394C3C3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5547" y="613328"/>
                  <a:ext cx="157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C9A8A6-AFE9-C6F4-0E19-C1F3818CF926}"/>
                    </a:ext>
                  </a:extLst>
                </p14:cNvPr>
                <p14:cNvContentPartPr/>
                <p14:nvPr/>
              </p14:nvContentPartPr>
              <p14:xfrm>
                <a:off x="2977147" y="565448"/>
                <a:ext cx="225000" cy="18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C9A8A6-AFE9-C6F4-0E19-C1F3818CF9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59147" y="547448"/>
                  <a:ext cx="260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301EFC-CC4E-DE13-10FC-E944D06704B1}"/>
                    </a:ext>
                  </a:extLst>
                </p14:cNvPr>
                <p14:cNvContentPartPr/>
                <p14:nvPr/>
              </p14:nvContentPartPr>
              <p14:xfrm>
                <a:off x="3270907" y="530168"/>
                <a:ext cx="162000" cy="28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301EFC-CC4E-DE13-10FC-E944D06704B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52907" y="512528"/>
                  <a:ext cx="197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6FD421-EB6A-EEE6-7A37-1856D402FEBA}"/>
                    </a:ext>
                  </a:extLst>
                </p14:cNvPr>
                <p14:cNvContentPartPr/>
                <p14:nvPr/>
              </p14:nvContentPartPr>
              <p14:xfrm>
                <a:off x="3547747" y="214088"/>
                <a:ext cx="61200" cy="553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6FD421-EB6A-EEE6-7A37-1856D402FE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29747" y="196448"/>
                  <a:ext cx="9684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C77A33-6EC4-4933-8906-FE83D0C78DF7}"/>
                    </a:ext>
                  </a:extLst>
                </p14:cNvPr>
                <p14:cNvContentPartPr/>
                <p14:nvPr/>
              </p14:nvContentPartPr>
              <p14:xfrm>
                <a:off x="3505987" y="632048"/>
                <a:ext cx="131400" cy="3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C77A33-6EC4-4933-8906-FE83D0C78D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7987" y="614408"/>
                  <a:ext cx="167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AF33E7-4537-180A-5386-8D739234BA65}"/>
                    </a:ext>
                  </a:extLst>
                </p14:cNvPr>
                <p14:cNvContentPartPr/>
                <p14:nvPr/>
              </p14:nvContentPartPr>
              <p14:xfrm>
                <a:off x="3646027" y="595688"/>
                <a:ext cx="268560" cy="210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AF33E7-4537-180A-5386-8D739234BA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28387" y="577688"/>
                  <a:ext cx="304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6E1B7E-5CEC-6617-96FF-9A410DF5BF50}"/>
                    </a:ext>
                  </a:extLst>
                </p14:cNvPr>
                <p14:cNvContentPartPr/>
                <p14:nvPr/>
              </p14:nvContentPartPr>
              <p14:xfrm>
                <a:off x="3986587" y="575168"/>
                <a:ext cx="161280" cy="128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6E1B7E-5CEC-6617-96FF-9A410DF5BF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68587" y="557528"/>
                  <a:ext cx="196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831D5F-BE92-8575-1BBA-69623EB36874}"/>
                    </a:ext>
                  </a:extLst>
                </p14:cNvPr>
                <p14:cNvContentPartPr/>
                <p14:nvPr/>
              </p14:nvContentPartPr>
              <p14:xfrm>
                <a:off x="4237507" y="560408"/>
                <a:ext cx="176040" cy="14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831D5F-BE92-8575-1BBA-69623EB368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19867" y="542408"/>
                  <a:ext cx="211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ACA318-470C-E25B-A566-F2AEE6EF38B7}"/>
                    </a:ext>
                  </a:extLst>
                </p14:cNvPr>
                <p14:cNvContentPartPr/>
                <p14:nvPr/>
              </p14:nvContentPartPr>
              <p14:xfrm>
                <a:off x="4484467" y="70448"/>
                <a:ext cx="274680" cy="666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ACA318-470C-E25B-A566-F2AEE6EF38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6467" y="52808"/>
                  <a:ext cx="31032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1DC8A9-2DE6-4716-FB23-E6511D7F0CEA}"/>
                    </a:ext>
                  </a:extLst>
                </p14:cNvPr>
                <p14:cNvContentPartPr/>
                <p14:nvPr/>
              </p14:nvContentPartPr>
              <p14:xfrm>
                <a:off x="4755547" y="408128"/>
                <a:ext cx="30960" cy="29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1DC8A9-2DE6-4716-FB23-E6511D7F0C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37907" y="390128"/>
                  <a:ext cx="66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2E8302-610D-750D-5173-774D3FDF1F4D}"/>
                    </a:ext>
                  </a:extLst>
                </p14:cNvPr>
                <p14:cNvContentPartPr/>
                <p14:nvPr/>
              </p14:nvContentPartPr>
              <p14:xfrm>
                <a:off x="4809547" y="547088"/>
                <a:ext cx="572400" cy="18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2E8302-610D-750D-5173-774D3FDF1F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1907" y="529088"/>
                  <a:ext cx="608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ACBA9B2-3D84-CD9F-BB1B-FA9550256D18}"/>
                    </a:ext>
                  </a:extLst>
                </p14:cNvPr>
                <p14:cNvContentPartPr/>
                <p14:nvPr/>
              </p14:nvContentPartPr>
              <p14:xfrm>
                <a:off x="5367907" y="556088"/>
                <a:ext cx="403200" cy="89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ACBA9B2-3D84-CD9F-BB1B-FA9550256D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50267" y="538448"/>
                  <a:ext cx="438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282501-355D-61E9-9E04-FA8E77FF74B1}"/>
                    </a:ext>
                  </a:extLst>
                </p14:cNvPr>
                <p14:cNvContentPartPr/>
                <p14:nvPr/>
              </p14:nvContentPartPr>
              <p14:xfrm>
                <a:off x="5632867" y="436928"/>
                <a:ext cx="180000" cy="28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282501-355D-61E9-9E04-FA8E77FF74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14867" y="418928"/>
                  <a:ext cx="21564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686D31-3FC1-0578-9003-C39650EA698C}"/>
              </a:ext>
            </a:extLst>
          </p:cNvPr>
          <p:cNvGrpSpPr/>
          <p:nvPr/>
        </p:nvGrpSpPr>
        <p:grpSpPr>
          <a:xfrm>
            <a:off x="3174787" y="1204808"/>
            <a:ext cx="1028880" cy="438480"/>
            <a:chOff x="3174787" y="1204808"/>
            <a:chExt cx="102888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4C1B95-FA05-E12F-30CE-306C12AC3577}"/>
                    </a:ext>
                  </a:extLst>
                </p14:cNvPr>
                <p14:cNvContentPartPr/>
                <p14:nvPr/>
              </p14:nvContentPartPr>
              <p14:xfrm>
                <a:off x="3174787" y="1369688"/>
                <a:ext cx="38880" cy="27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4C1B95-FA05-E12F-30CE-306C12AC35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7147" y="1351688"/>
                  <a:ext cx="745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B37669-5160-DBDA-65FA-BBEF27139C10}"/>
                    </a:ext>
                  </a:extLst>
                </p14:cNvPr>
                <p14:cNvContentPartPr/>
                <p14:nvPr/>
              </p14:nvContentPartPr>
              <p14:xfrm>
                <a:off x="3176947" y="1204808"/>
                <a:ext cx="158400" cy="203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B37669-5160-DBDA-65FA-BBEF27139C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58947" y="1186808"/>
                  <a:ext cx="194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5E5382-2453-AAA8-3BFB-A3EE11B3C7C4}"/>
                    </a:ext>
                  </a:extLst>
                </p14:cNvPr>
                <p14:cNvContentPartPr/>
                <p14:nvPr/>
              </p14:nvContentPartPr>
              <p14:xfrm>
                <a:off x="3483667" y="1321088"/>
                <a:ext cx="265320" cy="189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5E5382-2453-AAA8-3BFB-A3EE11B3C7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66027" y="1303088"/>
                  <a:ext cx="300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6081E8-95F6-00A0-9862-803890FF32E8}"/>
                    </a:ext>
                  </a:extLst>
                </p14:cNvPr>
                <p14:cNvContentPartPr/>
                <p14:nvPr/>
              </p14:nvContentPartPr>
              <p14:xfrm>
                <a:off x="3876787" y="1210928"/>
                <a:ext cx="326880" cy="28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E6081E8-95F6-00A0-9862-803890FF32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9147" y="1193288"/>
                  <a:ext cx="36252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1BB881-2294-B9BC-567E-74821730C7BC}"/>
              </a:ext>
            </a:extLst>
          </p:cNvPr>
          <p:cNvGrpSpPr/>
          <p:nvPr/>
        </p:nvGrpSpPr>
        <p:grpSpPr>
          <a:xfrm>
            <a:off x="4517227" y="1180688"/>
            <a:ext cx="193680" cy="316800"/>
            <a:chOff x="4517227" y="1180688"/>
            <a:chExt cx="19368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D6752CD-E7B6-4E72-2F13-3B8CE1F7207D}"/>
                    </a:ext>
                  </a:extLst>
                </p14:cNvPr>
                <p14:cNvContentPartPr/>
                <p14:nvPr/>
              </p14:nvContentPartPr>
              <p14:xfrm>
                <a:off x="4517227" y="1260968"/>
                <a:ext cx="193680" cy="63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D6752CD-E7B6-4E72-2F13-3B8CE1F720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99227" y="1242968"/>
                  <a:ext cx="229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AA923CF-C199-BECF-420A-56C2B92A921C}"/>
                    </a:ext>
                  </a:extLst>
                </p14:cNvPr>
                <p14:cNvContentPartPr/>
                <p14:nvPr/>
              </p14:nvContentPartPr>
              <p14:xfrm>
                <a:off x="4579507" y="1180688"/>
                <a:ext cx="75960" cy="316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AA923CF-C199-BECF-420A-56C2B92A92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61507" y="1162688"/>
                  <a:ext cx="11160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ABBB68-AC71-4449-71FF-877D8589C4BC}"/>
              </a:ext>
            </a:extLst>
          </p:cNvPr>
          <p:cNvGrpSpPr/>
          <p:nvPr/>
        </p:nvGrpSpPr>
        <p:grpSpPr>
          <a:xfrm>
            <a:off x="4977667" y="1093208"/>
            <a:ext cx="684720" cy="371880"/>
            <a:chOff x="4977667" y="1093208"/>
            <a:chExt cx="68472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B6D924-E63F-4A1E-3034-106F80DB7C98}"/>
                    </a:ext>
                  </a:extLst>
                </p14:cNvPr>
                <p14:cNvContentPartPr/>
                <p14:nvPr/>
              </p14:nvContentPartPr>
              <p14:xfrm>
                <a:off x="5109787" y="1093208"/>
                <a:ext cx="61560" cy="273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B6D924-E63F-4A1E-3034-106F80DB7C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92147" y="1075208"/>
                  <a:ext cx="97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65096D0-209B-5172-4CBE-E970F6A74052}"/>
                    </a:ext>
                  </a:extLst>
                </p14:cNvPr>
                <p14:cNvContentPartPr/>
                <p14:nvPr/>
              </p14:nvContentPartPr>
              <p14:xfrm>
                <a:off x="4977667" y="1116248"/>
                <a:ext cx="252360" cy="39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65096D0-209B-5172-4CBE-E970F6A740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59667" y="1098248"/>
                  <a:ext cx="288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BD967F-1955-7F71-792B-1546424DE08C}"/>
                    </a:ext>
                  </a:extLst>
                </p14:cNvPr>
                <p14:cNvContentPartPr/>
                <p14:nvPr/>
              </p14:nvContentPartPr>
              <p14:xfrm>
                <a:off x="5012947" y="1419368"/>
                <a:ext cx="175680" cy="4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BD967F-1955-7F71-792B-1546424DE0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94947" y="1401728"/>
                  <a:ext cx="21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8D91DF-262E-3C8C-2A8D-C42B31D43EB6}"/>
                    </a:ext>
                  </a:extLst>
                </p14:cNvPr>
                <p14:cNvContentPartPr/>
                <p14:nvPr/>
              </p14:nvContentPartPr>
              <p14:xfrm>
                <a:off x="5312107" y="1208048"/>
                <a:ext cx="350280" cy="149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8D91DF-262E-3C8C-2A8D-C42B31D43EB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94467" y="1190048"/>
                  <a:ext cx="3859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0B7290-C4FB-3088-42B3-18D03FD1E3FA}"/>
              </a:ext>
            </a:extLst>
          </p:cNvPr>
          <p:cNvGrpSpPr/>
          <p:nvPr/>
        </p:nvGrpSpPr>
        <p:grpSpPr>
          <a:xfrm>
            <a:off x="6405787" y="1085288"/>
            <a:ext cx="559440" cy="223560"/>
            <a:chOff x="6405787" y="1085288"/>
            <a:chExt cx="55944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E59F57-B898-AC9A-7CBA-CC9078757A93}"/>
                    </a:ext>
                  </a:extLst>
                </p14:cNvPr>
                <p14:cNvContentPartPr/>
                <p14:nvPr/>
              </p14:nvContentPartPr>
              <p14:xfrm>
                <a:off x="6405787" y="1160528"/>
                <a:ext cx="171720" cy="13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E59F57-B898-AC9A-7CBA-CC9078757A9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88147" y="1142528"/>
                  <a:ext cx="207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8210C5-2D46-438A-1FD7-3BA7773F71EA}"/>
                    </a:ext>
                  </a:extLst>
                </p14:cNvPr>
                <p14:cNvContentPartPr/>
                <p14:nvPr/>
              </p14:nvContentPartPr>
              <p14:xfrm>
                <a:off x="6737347" y="1085288"/>
                <a:ext cx="227880" cy="223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8210C5-2D46-438A-1FD7-3BA7773F71E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19707" y="1067288"/>
                  <a:ext cx="26352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F793EF-9682-61A4-B945-CA543FAFC8A7}"/>
              </a:ext>
            </a:extLst>
          </p:cNvPr>
          <p:cNvGrpSpPr/>
          <p:nvPr/>
        </p:nvGrpSpPr>
        <p:grpSpPr>
          <a:xfrm>
            <a:off x="7690627" y="533768"/>
            <a:ext cx="829440" cy="719280"/>
            <a:chOff x="7690627" y="533768"/>
            <a:chExt cx="829440" cy="7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9E387F-D291-3FFC-7B93-53CC92D24773}"/>
                    </a:ext>
                  </a:extLst>
                </p14:cNvPr>
                <p14:cNvContentPartPr/>
                <p14:nvPr/>
              </p14:nvContentPartPr>
              <p14:xfrm>
                <a:off x="7690627" y="937328"/>
                <a:ext cx="54360" cy="315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9E387F-D291-3FFC-7B93-53CC92D247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2627" y="919688"/>
                  <a:ext cx="900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964CCC-4669-FCD0-5BA9-1AAB69A7EF3A}"/>
                    </a:ext>
                  </a:extLst>
                </p14:cNvPr>
                <p14:cNvContentPartPr/>
                <p14:nvPr/>
              </p14:nvContentPartPr>
              <p14:xfrm>
                <a:off x="7693867" y="873608"/>
                <a:ext cx="84960" cy="17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964CCC-4669-FCD0-5BA9-1AAB69A7EF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76227" y="855968"/>
                  <a:ext cx="120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B77140-3E28-6331-D355-008BC2046961}"/>
                    </a:ext>
                  </a:extLst>
                </p14:cNvPr>
                <p14:cNvContentPartPr/>
                <p14:nvPr/>
              </p14:nvContentPartPr>
              <p14:xfrm>
                <a:off x="7883947" y="982328"/>
                <a:ext cx="105480" cy="115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B77140-3E28-6331-D355-008BC20469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65947" y="964328"/>
                  <a:ext cx="141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BB3342-A76D-ECBB-B5D4-B392C4524443}"/>
                    </a:ext>
                  </a:extLst>
                </p14:cNvPr>
                <p14:cNvContentPartPr/>
                <p14:nvPr/>
              </p14:nvContentPartPr>
              <p14:xfrm>
                <a:off x="8002027" y="844448"/>
                <a:ext cx="168840" cy="354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BB3342-A76D-ECBB-B5D4-B392C45244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4387" y="826448"/>
                  <a:ext cx="2044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7E69B9-AC5A-B393-FDF1-D1650E34D9C3}"/>
                    </a:ext>
                  </a:extLst>
                </p14:cNvPr>
                <p14:cNvContentPartPr/>
                <p14:nvPr/>
              </p14:nvContentPartPr>
              <p14:xfrm>
                <a:off x="8300827" y="533768"/>
                <a:ext cx="64080" cy="558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7E69B9-AC5A-B393-FDF1-D1650E34D9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83187" y="515768"/>
                  <a:ext cx="9972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7568884-AE75-830B-FFC2-BB6FC8DF24F9}"/>
                    </a:ext>
                  </a:extLst>
                </p14:cNvPr>
                <p14:cNvContentPartPr/>
                <p14:nvPr/>
              </p14:nvContentPartPr>
              <p14:xfrm>
                <a:off x="8259427" y="965408"/>
                <a:ext cx="260640" cy="10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7568884-AE75-830B-FFC2-BB6FC8DF24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41787" y="947768"/>
                  <a:ext cx="2962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CC069A5-EE9F-82F8-CDFC-E2264696CFD7}"/>
              </a:ext>
            </a:extLst>
          </p:cNvPr>
          <p:cNvGrpSpPr/>
          <p:nvPr/>
        </p:nvGrpSpPr>
        <p:grpSpPr>
          <a:xfrm>
            <a:off x="8850907" y="778208"/>
            <a:ext cx="920880" cy="389880"/>
            <a:chOff x="8850907" y="778208"/>
            <a:chExt cx="92088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A44BD1C-13E8-594C-B865-B5496B9C16A9}"/>
                    </a:ext>
                  </a:extLst>
                </p14:cNvPr>
                <p14:cNvContentPartPr/>
                <p14:nvPr/>
              </p14:nvContentPartPr>
              <p14:xfrm>
                <a:off x="8850907" y="894128"/>
                <a:ext cx="233640" cy="82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A44BD1C-13E8-594C-B865-B5496B9C16A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32907" y="876128"/>
                  <a:ext cx="269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EE0C5A-0149-6D53-CB1C-6FBA82135D7F}"/>
                    </a:ext>
                  </a:extLst>
                </p14:cNvPr>
                <p14:cNvContentPartPr/>
                <p14:nvPr/>
              </p14:nvContentPartPr>
              <p14:xfrm>
                <a:off x="8898787" y="780728"/>
                <a:ext cx="141840" cy="36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EE0C5A-0149-6D53-CB1C-6FBA82135D7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81147" y="763088"/>
                  <a:ext cx="1774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06078DC-C8FC-F8B0-B475-E89E140A7D22}"/>
                    </a:ext>
                  </a:extLst>
                </p14:cNvPr>
                <p14:cNvContentPartPr/>
                <p14:nvPr/>
              </p14:nvContentPartPr>
              <p14:xfrm>
                <a:off x="9307747" y="778208"/>
                <a:ext cx="24120" cy="245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06078DC-C8FC-F8B0-B475-E89E140A7D2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0107" y="760208"/>
                  <a:ext cx="597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92252A3-75E9-8FD3-4D60-D72997C611A6}"/>
                    </a:ext>
                  </a:extLst>
                </p14:cNvPr>
                <p14:cNvContentPartPr/>
                <p14:nvPr/>
              </p14:nvContentPartPr>
              <p14:xfrm>
                <a:off x="9221707" y="792248"/>
                <a:ext cx="198000" cy="69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92252A3-75E9-8FD3-4D60-D72997C611A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03707" y="774248"/>
                  <a:ext cx="233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394948-B393-51DD-2E6B-A7E3EF5FB8AF}"/>
                    </a:ext>
                  </a:extLst>
                </p14:cNvPr>
                <p14:cNvContentPartPr/>
                <p14:nvPr/>
              </p14:nvContentPartPr>
              <p14:xfrm>
                <a:off x="9179947" y="1079528"/>
                <a:ext cx="177480" cy="88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394948-B393-51DD-2E6B-A7E3EF5FB8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61947" y="1061888"/>
                  <a:ext cx="213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0EFE89-6CD8-ECE7-D7EC-AAC52D55F825}"/>
                    </a:ext>
                  </a:extLst>
                </p14:cNvPr>
                <p14:cNvContentPartPr/>
                <p14:nvPr/>
              </p14:nvContentPartPr>
              <p14:xfrm>
                <a:off x="9475867" y="929048"/>
                <a:ext cx="295920" cy="108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0EFE89-6CD8-ECE7-D7EC-AAC52D55F8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58227" y="911408"/>
                  <a:ext cx="33156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57E714F-2F64-3BB7-E080-84F550FE5D7B}"/>
                  </a:ext>
                </a:extLst>
              </p14:cNvPr>
              <p14:cNvContentPartPr/>
              <p14:nvPr/>
            </p14:nvContentPartPr>
            <p14:xfrm>
              <a:off x="4038067" y="1239008"/>
              <a:ext cx="161280" cy="446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57E714F-2F64-3BB7-E080-84F550FE5D7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020427" y="1221368"/>
                <a:ext cx="1969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302C940-9D74-B191-168E-3857700172DA}"/>
                  </a:ext>
                </a:extLst>
              </p14:cNvPr>
              <p14:cNvContentPartPr/>
              <p14:nvPr/>
            </p14:nvContentPartPr>
            <p14:xfrm>
              <a:off x="2939707" y="962888"/>
              <a:ext cx="2845800" cy="869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302C940-9D74-B191-168E-3857700172D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21707" y="945248"/>
                <a:ext cx="288144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80A8B3A-0A05-F4CA-8129-EBA86304130C}"/>
                  </a:ext>
                </a:extLst>
              </p14:cNvPr>
              <p14:cNvContentPartPr/>
              <p14:nvPr/>
            </p14:nvContentPartPr>
            <p14:xfrm>
              <a:off x="1007587" y="1943888"/>
              <a:ext cx="834120" cy="7765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80A8B3A-0A05-F4CA-8129-EBA86304130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89947" y="1926248"/>
                <a:ext cx="869760" cy="81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F6F1E61-A9FE-45DB-E2CE-94A8F1C4289F}"/>
              </a:ext>
            </a:extLst>
          </p:cNvPr>
          <p:cNvGrpSpPr/>
          <p:nvPr/>
        </p:nvGrpSpPr>
        <p:grpSpPr>
          <a:xfrm>
            <a:off x="8933707" y="1675328"/>
            <a:ext cx="1133640" cy="850320"/>
            <a:chOff x="8933707" y="1675328"/>
            <a:chExt cx="1133640" cy="85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8E6015-C910-DE20-EE18-55F9B140C971}"/>
                    </a:ext>
                  </a:extLst>
                </p14:cNvPr>
                <p14:cNvContentPartPr/>
                <p14:nvPr/>
              </p14:nvContentPartPr>
              <p14:xfrm>
                <a:off x="9194347" y="1924808"/>
                <a:ext cx="210240" cy="328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8E6015-C910-DE20-EE18-55F9B140C9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76347" y="1906808"/>
                  <a:ext cx="2458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246757D-5FBE-4FE7-B63B-163DE2B6B0FB}"/>
                    </a:ext>
                  </a:extLst>
                </p14:cNvPr>
                <p14:cNvContentPartPr/>
                <p14:nvPr/>
              </p14:nvContentPartPr>
              <p14:xfrm>
                <a:off x="9598627" y="1928408"/>
                <a:ext cx="284760" cy="249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246757D-5FBE-4FE7-B63B-163DE2B6B0F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80987" y="1910408"/>
                  <a:ext cx="320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EC6E29E-CF73-FEE3-77FA-3A947BD89A8F}"/>
                    </a:ext>
                  </a:extLst>
                </p14:cNvPr>
                <p14:cNvContentPartPr/>
                <p14:nvPr/>
              </p14:nvContentPartPr>
              <p14:xfrm>
                <a:off x="8933707" y="1675328"/>
                <a:ext cx="1133640" cy="850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EC6E29E-CF73-FEE3-77FA-3A947BD89A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16067" y="1657688"/>
                  <a:ext cx="1169280" cy="88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0BE8B61-43B5-2157-E76C-A990409C14BE}"/>
              </a:ext>
            </a:extLst>
          </p:cNvPr>
          <p:cNvGrpSpPr/>
          <p:nvPr/>
        </p:nvGrpSpPr>
        <p:grpSpPr>
          <a:xfrm>
            <a:off x="8636347" y="2503688"/>
            <a:ext cx="1990080" cy="551160"/>
            <a:chOff x="8636347" y="2503688"/>
            <a:chExt cx="1990080" cy="55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5EBD8C7-857C-BDBF-2D8E-DE83C6CE4309}"/>
                    </a:ext>
                  </a:extLst>
                </p14:cNvPr>
                <p14:cNvContentPartPr/>
                <p14:nvPr/>
              </p14:nvContentPartPr>
              <p14:xfrm>
                <a:off x="8636347" y="2503688"/>
                <a:ext cx="730440" cy="403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5EBD8C7-857C-BDBF-2D8E-DE83C6CE43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18707" y="2486048"/>
                  <a:ext cx="7660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5534991-14F4-4466-F2B0-8F5DCB89D930}"/>
                    </a:ext>
                  </a:extLst>
                </p14:cNvPr>
                <p14:cNvContentPartPr/>
                <p14:nvPr/>
              </p14:nvContentPartPr>
              <p14:xfrm>
                <a:off x="9429427" y="2507288"/>
                <a:ext cx="1197000" cy="547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5534991-14F4-4466-F2B0-8F5DCB89D9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11427" y="2489648"/>
                  <a:ext cx="1232640" cy="58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6F381DA-1C31-E93B-F1BD-5F5D279D570C}"/>
              </a:ext>
            </a:extLst>
          </p:cNvPr>
          <p:cNvGrpSpPr/>
          <p:nvPr/>
        </p:nvGrpSpPr>
        <p:grpSpPr>
          <a:xfrm>
            <a:off x="7951627" y="3108128"/>
            <a:ext cx="302400" cy="247680"/>
            <a:chOff x="7951627" y="3108128"/>
            <a:chExt cx="3024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DBD0D70-CC88-E10D-8BB8-F3E3ED861D9B}"/>
                    </a:ext>
                  </a:extLst>
                </p14:cNvPr>
                <p14:cNvContentPartPr/>
                <p14:nvPr/>
              </p14:nvContentPartPr>
              <p14:xfrm>
                <a:off x="7951627" y="3108128"/>
                <a:ext cx="22680" cy="2307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DBD0D70-CC88-E10D-8BB8-F3E3ED861D9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33987" y="3090128"/>
                  <a:ext cx="58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7C6A54-4CF7-19B5-EFAF-523B85C0F360}"/>
                    </a:ext>
                  </a:extLst>
                </p14:cNvPr>
                <p14:cNvContentPartPr/>
                <p14:nvPr/>
              </p14:nvContentPartPr>
              <p14:xfrm>
                <a:off x="8087347" y="3161408"/>
                <a:ext cx="166680" cy="194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7C6A54-4CF7-19B5-EFAF-523B85C0F3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69707" y="3143408"/>
                  <a:ext cx="2023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FC95719-3B6A-F635-D53B-158DA6BE2C77}"/>
              </a:ext>
            </a:extLst>
          </p:cNvPr>
          <p:cNvGrpSpPr/>
          <p:nvPr/>
        </p:nvGrpSpPr>
        <p:grpSpPr>
          <a:xfrm>
            <a:off x="7366987" y="2763968"/>
            <a:ext cx="1911240" cy="1753560"/>
            <a:chOff x="7366987" y="2763968"/>
            <a:chExt cx="1911240" cy="175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A70B3AC-718E-8D29-94F8-7E2B3AFE0F1C}"/>
                    </a:ext>
                  </a:extLst>
                </p14:cNvPr>
                <p14:cNvContentPartPr/>
                <p14:nvPr/>
              </p14:nvContentPartPr>
              <p14:xfrm>
                <a:off x="8336827" y="3352568"/>
                <a:ext cx="87120" cy="146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A70B3AC-718E-8D29-94F8-7E2B3AFE0F1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18827" y="3334568"/>
                  <a:ext cx="1227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AADAFEF-F3AE-24AC-0FE0-EFDF52529C98}"/>
                    </a:ext>
                  </a:extLst>
                </p14:cNvPr>
                <p14:cNvContentPartPr/>
                <p14:nvPr/>
              </p14:nvContentPartPr>
              <p14:xfrm>
                <a:off x="8623387" y="3135488"/>
                <a:ext cx="19800" cy="246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AADAFEF-F3AE-24AC-0FE0-EFDF52529C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05747" y="3117488"/>
                  <a:ext cx="55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CAEBC92-40D6-4B5F-DBF7-880618431E1B}"/>
                    </a:ext>
                  </a:extLst>
                </p14:cNvPr>
                <p14:cNvContentPartPr/>
                <p14:nvPr/>
              </p14:nvContentPartPr>
              <p14:xfrm>
                <a:off x="8684587" y="3167888"/>
                <a:ext cx="161640" cy="317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CAEBC92-40D6-4B5F-DBF7-880618431E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66947" y="3150248"/>
                  <a:ext cx="1972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FAB587-DA9C-2840-85C2-2E9CDDB762E9}"/>
                    </a:ext>
                  </a:extLst>
                </p14:cNvPr>
                <p14:cNvContentPartPr/>
                <p14:nvPr/>
              </p14:nvContentPartPr>
              <p14:xfrm>
                <a:off x="7958827" y="3715088"/>
                <a:ext cx="279000" cy="204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FAB587-DA9C-2840-85C2-2E9CDDB762E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941187" y="3697088"/>
                  <a:ext cx="314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6D3D6AC-2C16-C7DC-1CBA-7DC24A7ED733}"/>
                    </a:ext>
                  </a:extLst>
                </p14:cNvPr>
                <p14:cNvContentPartPr/>
                <p14:nvPr/>
              </p14:nvContentPartPr>
              <p14:xfrm>
                <a:off x="8274547" y="3745688"/>
                <a:ext cx="156960" cy="149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6D3D6AC-2C16-C7DC-1CBA-7DC24A7ED7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56547" y="3727688"/>
                  <a:ext cx="192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68356F4-5600-70F4-7A4D-1CDF14CFEDE5}"/>
                    </a:ext>
                  </a:extLst>
                </p14:cNvPr>
                <p14:cNvContentPartPr/>
                <p14:nvPr/>
              </p14:nvContentPartPr>
              <p14:xfrm>
                <a:off x="8428627" y="3907328"/>
                <a:ext cx="130680" cy="205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68356F4-5600-70F4-7A4D-1CDF14CFED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10627" y="3889688"/>
                  <a:ext cx="166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E92773E-06B4-6B9A-65E6-F27132E0BE9B}"/>
                    </a:ext>
                  </a:extLst>
                </p14:cNvPr>
                <p14:cNvContentPartPr/>
                <p14:nvPr/>
              </p14:nvContentPartPr>
              <p14:xfrm>
                <a:off x="8737867" y="3727688"/>
                <a:ext cx="165600" cy="222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E92773E-06B4-6B9A-65E6-F27132E0BE9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20227" y="3709688"/>
                  <a:ext cx="201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85565B-A5F6-3FBC-30F4-2DA89CCF210E}"/>
                    </a:ext>
                  </a:extLst>
                </p14:cNvPr>
                <p14:cNvContentPartPr/>
                <p14:nvPr/>
              </p14:nvContentPartPr>
              <p14:xfrm>
                <a:off x="8945947" y="3675848"/>
                <a:ext cx="167760" cy="352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85565B-A5F6-3FBC-30F4-2DA89CCF210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27947" y="3657848"/>
                  <a:ext cx="2034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75852E-9090-BF6B-1AF2-0DB36EBF7664}"/>
                    </a:ext>
                  </a:extLst>
                </p14:cNvPr>
                <p14:cNvContentPartPr/>
                <p14:nvPr/>
              </p14:nvContentPartPr>
              <p14:xfrm>
                <a:off x="7969627" y="4277048"/>
                <a:ext cx="328320" cy="168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75852E-9090-BF6B-1AF2-0DB36EBF76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51987" y="4259408"/>
                  <a:ext cx="363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9589486-BD3A-A1F5-2786-3D3CB12AF0D9}"/>
                    </a:ext>
                  </a:extLst>
                </p14:cNvPr>
                <p14:cNvContentPartPr/>
                <p14:nvPr/>
              </p14:nvContentPartPr>
              <p14:xfrm>
                <a:off x="8248987" y="4248248"/>
                <a:ext cx="186840" cy="251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9589486-BD3A-A1F5-2786-3D3CB12AF0D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31347" y="4230608"/>
                  <a:ext cx="222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A78EB43-B6A3-5EB3-C7A3-72896F33E870}"/>
                    </a:ext>
                  </a:extLst>
                </p14:cNvPr>
                <p14:cNvContentPartPr/>
                <p14:nvPr/>
              </p14:nvContentPartPr>
              <p14:xfrm>
                <a:off x="7366987" y="2763968"/>
                <a:ext cx="1911240" cy="1753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A78EB43-B6A3-5EB3-C7A3-72896F33E8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48987" y="2745968"/>
                  <a:ext cx="1946880" cy="178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9B587F4-4DAC-C47C-3F25-F989EAACD858}"/>
              </a:ext>
            </a:extLst>
          </p:cNvPr>
          <p:cNvGrpSpPr/>
          <p:nvPr/>
        </p:nvGrpSpPr>
        <p:grpSpPr>
          <a:xfrm>
            <a:off x="10368307" y="2846768"/>
            <a:ext cx="1284120" cy="1385640"/>
            <a:chOff x="10368307" y="2846768"/>
            <a:chExt cx="1284120" cy="13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7442853-4655-3403-467A-3B5ED51FF756}"/>
                    </a:ext>
                  </a:extLst>
                </p14:cNvPr>
                <p14:cNvContentPartPr/>
                <p14:nvPr/>
              </p14:nvContentPartPr>
              <p14:xfrm>
                <a:off x="10368307" y="2846768"/>
                <a:ext cx="1284120" cy="1385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7442853-4655-3403-467A-3B5ED51FF7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50307" y="2828768"/>
                  <a:ext cx="1319760" cy="14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332BE94-E498-CAC2-CFBB-2BC607D9690D}"/>
                    </a:ext>
                  </a:extLst>
                </p14:cNvPr>
                <p14:cNvContentPartPr/>
                <p14:nvPr/>
              </p14:nvContentPartPr>
              <p14:xfrm>
                <a:off x="10770787" y="3134048"/>
                <a:ext cx="152640" cy="269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332BE94-E498-CAC2-CFBB-2BC607D969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52787" y="3116048"/>
                  <a:ext cx="188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FE62F49-47A3-FB88-FBF4-7AEB9FD1B8AB}"/>
                    </a:ext>
                  </a:extLst>
                </p14:cNvPr>
                <p14:cNvContentPartPr/>
                <p14:nvPr/>
              </p14:nvContentPartPr>
              <p14:xfrm>
                <a:off x="10888147" y="3184448"/>
                <a:ext cx="222840" cy="278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FE62F49-47A3-FB88-FBF4-7AEB9FD1B8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70507" y="3166448"/>
                  <a:ext cx="2584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7100C68-F168-A535-B62C-EE1FB39DC632}"/>
                    </a:ext>
                  </a:extLst>
                </p14:cNvPr>
                <p14:cNvContentPartPr/>
                <p14:nvPr/>
              </p14:nvContentPartPr>
              <p14:xfrm>
                <a:off x="10640827" y="3697448"/>
                <a:ext cx="131760" cy="204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7100C68-F168-A535-B62C-EE1FB39DC63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23187" y="3679448"/>
                  <a:ext cx="167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DC55A2F-368C-EF8C-C2A0-6EF429CD0779}"/>
                    </a:ext>
                  </a:extLst>
                </p14:cNvPr>
                <p14:cNvContentPartPr/>
                <p14:nvPr/>
              </p14:nvContentPartPr>
              <p14:xfrm>
                <a:off x="10812907" y="3654248"/>
                <a:ext cx="189360" cy="298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DC55A2F-368C-EF8C-C2A0-6EF429CD077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95267" y="3636248"/>
                  <a:ext cx="2250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5B43726-4214-CB1B-5A16-23C6C72DE565}"/>
                    </a:ext>
                  </a:extLst>
                </p14:cNvPr>
                <p14:cNvContentPartPr/>
                <p14:nvPr/>
              </p14:nvContentPartPr>
              <p14:xfrm>
                <a:off x="11202067" y="3728048"/>
                <a:ext cx="86760" cy="218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5B43726-4214-CB1B-5A16-23C6C72DE56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84427" y="3710408"/>
                  <a:ext cx="122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7DDA06-CC7E-3687-EA93-D229686F7F4C}"/>
                    </a:ext>
                  </a:extLst>
                </p14:cNvPr>
                <p14:cNvContentPartPr/>
                <p14:nvPr/>
              </p14:nvContentPartPr>
              <p14:xfrm>
                <a:off x="11392867" y="3759368"/>
                <a:ext cx="163440" cy="136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7DDA06-CC7E-3687-EA93-D229686F7F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75227" y="3741368"/>
                  <a:ext cx="19908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A48B5C1-5B6A-33CF-714B-8F39A86E5F21}"/>
                  </a:ext>
                </a:extLst>
              </p14:cNvPr>
              <p14:cNvContentPartPr/>
              <p14:nvPr/>
            </p14:nvContentPartPr>
            <p14:xfrm>
              <a:off x="456787" y="2110208"/>
              <a:ext cx="28800" cy="3844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A48B5C1-5B6A-33CF-714B-8F39A86E5F2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8787" y="2092568"/>
                <a:ext cx="644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72C178F-8048-C9FE-D1C3-39368235CFEF}"/>
                  </a:ext>
                </a:extLst>
              </p14:cNvPr>
              <p14:cNvContentPartPr/>
              <p14:nvPr/>
            </p14:nvContentPartPr>
            <p14:xfrm>
              <a:off x="435547" y="2078528"/>
              <a:ext cx="151920" cy="191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72C178F-8048-C9FE-D1C3-39368235CFE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17907" y="2060888"/>
                <a:ext cx="187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F3C3CF1-7301-A19E-70CA-BD82D937BD6C}"/>
                  </a:ext>
                </a:extLst>
              </p14:cNvPr>
              <p14:cNvContentPartPr/>
              <p14:nvPr/>
            </p14:nvContentPartPr>
            <p14:xfrm>
              <a:off x="720307" y="2338448"/>
              <a:ext cx="205560" cy="27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F3C3CF1-7301-A19E-70CA-BD82D937BD6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02307" y="2320808"/>
                <a:ext cx="2412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5DE8C31-CFE7-28FC-85BF-8AEAF5234303}"/>
                  </a:ext>
                </a:extLst>
              </p14:cNvPr>
              <p14:cNvContentPartPr/>
              <p14:nvPr/>
            </p14:nvContentPartPr>
            <p14:xfrm>
              <a:off x="875107" y="2261768"/>
              <a:ext cx="99000" cy="2462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5DE8C31-CFE7-28FC-85BF-8AEAF523430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57107" y="2243768"/>
                <a:ext cx="1346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380A505-AAE8-E1E1-F302-848367AB185A}"/>
                  </a:ext>
                </a:extLst>
              </p14:cNvPr>
              <p14:cNvContentPartPr/>
              <p14:nvPr/>
            </p14:nvContentPartPr>
            <p14:xfrm>
              <a:off x="1227547" y="2187608"/>
              <a:ext cx="139320" cy="326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380A505-AAE8-E1E1-F302-848367AB185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209907" y="2169608"/>
                <a:ext cx="17496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F3C6787-EE2C-09E7-307F-0C258FB83812}"/>
                  </a:ext>
                </a:extLst>
              </p14:cNvPr>
              <p14:cNvContentPartPr/>
              <p14:nvPr/>
            </p14:nvContentPartPr>
            <p14:xfrm>
              <a:off x="1482787" y="2225768"/>
              <a:ext cx="177840" cy="2275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F3C6787-EE2C-09E7-307F-0C258FB8381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464787" y="2207768"/>
                <a:ext cx="2134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85F1553-01CC-3547-740C-D2C27345950D}"/>
                  </a:ext>
                </a:extLst>
              </p14:cNvPr>
              <p14:cNvContentPartPr/>
              <p14:nvPr/>
            </p14:nvContentPartPr>
            <p14:xfrm>
              <a:off x="1868347" y="2240168"/>
              <a:ext cx="205200" cy="267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85F1553-01CC-3547-740C-D2C27345950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850347" y="2222528"/>
                <a:ext cx="2408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823F5BE-BC29-56C1-743A-0EE838EA5C8D}"/>
                  </a:ext>
                </a:extLst>
              </p14:cNvPr>
              <p14:cNvContentPartPr/>
              <p14:nvPr/>
            </p14:nvContentPartPr>
            <p14:xfrm>
              <a:off x="2123947" y="2281568"/>
              <a:ext cx="185040" cy="162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823F5BE-BC29-56C1-743A-0EE838EA5C8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105947" y="2263568"/>
                <a:ext cx="2206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2DF307-4B76-9FA1-1D69-282540E35C0F}"/>
                  </a:ext>
                </a:extLst>
              </p14:cNvPr>
              <p14:cNvContentPartPr/>
              <p14:nvPr/>
            </p14:nvContentPartPr>
            <p14:xfrm>
              <a:off x="2607427" y="2273288"/>
              <a:ext cx="8280" cy="2991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2DF307-4B76-9FA1-1D69-282540E35C0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589427" y="2255288"/>
                <a:ext cx="439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8D54037-557F-06EB-3E14-997C7E51A3DE}"/>
                  </a:ext>
                </a:extLst>
              </p14:cNvPr>
              <p14:cNvContentPartPr/>
              <p14:nvPr/>
            </p14:nvContentPartPr>
            <p14:xfrm>
              <a:off x="2708947" y="2370488"/>
              <a:ext cx="162360" cy="1861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8D54037-557F-06EB-3E14-997C7E51A3D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690947" y="2352848"/>
                <a:ext cx="1980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5A66785-8D57-0AB6-D1F8-376D3400B3EF}"/>
                  </a:ext>
                </a:extLst>
              </p14:cNvPr>
              <p14:cNvContentPartPr/>
              <p14:nvPr/>
            </p14:nvContentPartPr>
            <p14:xfrm>
              <a:off x="3127267" y="2224688"/>
              <a:ext cx="77040" cy="2808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5A66785-8D57-0AB6-D1F8-376D3400B3E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109267" y="2207048"/>
                <a:ext cx="1126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47EA7BE-32D8-2517-FFBB-3F8A0CF790E1}"/>
                  </a:ext>
                </a:extLst>
              </p14:cNvPr>
              <p14:cNvContentPartPr/>
              <p14:nvPr/>
            </p14:nvContentPartPr>
            <p14:xfrm>
              <a:off x="3288907" y="2195168"/>
              <a:ext cx="131400" cy="285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47EA7BE-32D8-2517-FFBB-3F8A0CF790E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271267" y="2177528"/>
                <a:ext cx="16704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856E37B-9722-602B-9346-21CC214A0A19}"/>
                  </a:ext>
                </a:extLst>
              </p14:cNvPr>
              <p14:cNvContentPartPr/>
              <p14:nvPr/>
            </p14:nvContentPartPr>
            <p14:xfrm>
              <a:off x="3679147" y="2249168"/>
              <a:ext cx="202320" cy="3452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856E37B-9722-602B-9346-21CC214A0A1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661147" y="2231528"/>
                <a:ext cx="23796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3AE758B-7C7E-2DDB-C1EE-1D6867732B46}"/>
                  </a:ext>
                </a:extLst>
              </p14:cNvPr>
              <p14:cNvContentPartPr/>
              <p14:nvPr/>
            </p14:nvContentPartPr>
            <p14:xfrm>
              <a:off x="3911347" y="2236928"/>
              <a:ext cx="152640" cy="3459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3AE758B-7C7E-2DDB-C1EE-1D6867732B4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893347" y="2219288"/>
                <a:ext cx="18828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D7445B8-57CA-CD5C-EB00-78C426F7E121}"/>
                  </a:ext>
                </a:extLst>
              </p14:cNvPr>
              <p14:cNvContentPartPr/>
              <p14:nvPr/>
            </p14:nvContentPartPr>
            <p14:xfrm>
              <a:off x="4235707" y="2293808"/>
              <a:ext cx="159840" cy="2480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D7445B8-57CA-CD5C-EB00-78C426F7E12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218067" y="2276168"/>
                <a:ext cx="1954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923D1EC-1A9D-AEB3-BD71-7B31DD867A21}"/>
                  </a:ext>
                </a:extLst>
              </p14:cNvPr>
              <p14:cNvContentPartPr/>
              <p14:nvPr/>
            </p14:nvContentPartPr>
            <p14:xfrm>
              <a:off x="4494187" y="2254568"/>
              <a:ext cx="133920" cy="3240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923D1EC-1A9D-AEB3-BD71-7B31DD867A2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476547" y="2236928"/>
                <a:ext cx="1695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2471536-B9B4-C830-30F3-34867CD64710}"/>
                  </a:ext>
                </a:extLst>
              </p14:cNvPr>
              <p14:cNvContentPartPr/>
              <p14:nvPr/>
            </p14:nvContentPartPr>
            <p14:xfrm>
              <a:off x="4809907" y="2280128"/>
              <a:ext cx="166320" cy="321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2471536-B9B4-C830-30F3-34867CD6471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792267" y="2262128"/>
                <a:ext cx="20196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A414DD3-966C-40B9-A576-861ECA9E9987}"/>
                  </a:ext>
                </a:extLst>
              </p14:cNvPr>
              <p14:cNvContentPartPr/>
              <p14:nvPr/>
            </p14:nvContentPartPr>
            <p14:xfrm>
              <a:off x="5049307" y="2284448"/>
              <a:ext cx="180720" cy="3646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A414DD3-966C-40B9-A576-861ECA9E998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031667" y="2266808"/>
                <a:ext cx="21636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B399EA0-90B8-5D9E-0BCB-2F316E20ABD7}"/>
                  </a:ext>
                </a:extLst>
              </p14:cNvPr>
              <p14:cNvContentPartPr/>
              <p14:nvPr/>
            </p14:nvContentPartPr>
            <p14:xfrm>
              <a:off x="5452147" y="2276528"/>
              <a:ext cx="151200" cy="2512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B399EA0-90B8-5D9E-0BCB-2F316E20ABD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434507" y="2258528"/>
                <a:ext cx="1868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C36CD8F-0AA9-6AC7-B2BF-87C5FBD7C523}"/>
                  </a:ext>
                </a:extLst>
              </p14:cNvPr>
              <p14:cNvContentPartPr/>
              <p14:nvPr/>
            </p14:nvContentPartPr>
            <p14:xfrm>
              <a:off x="5718187" y="2310368"/>
              <a:ext cx="142920" cy="237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C36CD8F-0AA9-6AC7-B2BF-87C5FBD7C52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700187" y="2292728"/>
                <a:ext cx="178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1C959FB-7790-EC1E-0B55-72E4CBD5C39F}"/>
                  </a:ext>
                </a:extLst>
              </p14:cNvPr>
              <p14:cNvContentPartPr/>
              <p14:nvPr/>
            </p14:nvContentPartPr>
            <p14:xfrm>
              <a:off x="6033547" y="2290568"/>
              <a:ext cx="173880" cy="2505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1C959FB-7790-EC1E-0B55-72E4CBD5C39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015547" y="2272928"/>
                <a:ext cx="2095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E11E2CC-8063-71AA-362B-E6298EC7B429}"/>
                  </a:ext>
                </a:extLst>
              </p14:cNvPr>
              <p14:cNvContentPartPr/>
              <p14:nvPr/>
            </p14:nvContentPartPr>
            <p14:xfrm>
              <a:off x="6305347" y="2313968"/>
              <a:ext cx="172440" cy="229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E11E2CC-8063-71AA-362B-E6298EC7B42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87347" y="2296328"/>
                <a:ext cx="2080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CBDF29-9107-3FFF-1C4D-4D3919486CB2}"/>
                  </a:ext>
                </a:extLst>
              </p14:cNvPr>
              <p14:cNvContentPartPr/>
              <p14:nvPr/>
            </p14:nvContentPartPr>
            <p14:xfrm>
              <a:off x="1725787" y="2035328"/>
              <a:ext cx="731520" cy="7113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CBDF29-9107-3FFF-1C4D-4D3919486CB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708147" y="2017688"/>
                <a:ext cx="767160" cy="7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AA21521-DA41-D83B-F975-3473334A2E9F}"/>
                  </a:ext>
                </a:extLst>
              </p14:cNvPr>
              <p14:cNvContentPartPr/>
              <p14:nvPr/>
            </p14:nvContentPartPr>
            <p14:xfrm>
              <a:off x="2411947" y="2103728"/>
              <a:ext cx="624960" cy="5792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AA21521-DA41-D83B-F975-3473334A2E9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393947" y="2085728"/>
                <a:ext cx="66060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67C4F24-9FD3-6CC5-0333-574A32B03820}"/>
                  </a:ext>
                </a:extLst>
              </p14:cNvPr>
              <p14:cNvContentPartPr/>
              <p14:nvPr/>
            </p14:nvContentPartPr>
            <p14:xfrm>
              <a:off x="3751147" y="2620328"/>
              <a:ext cx="274680" cy="5004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67C4F24-9FD3-6CC5-0333-574A32B0382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733507" y="2602688"/>
                <a:ext cx="310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C994EBE5-4170-AA37-C643-3FB14605DE26}"/>
                  </a:ext>
                </a:extLst>
              </p14:cNvPr>
              <p14:cNvContentPartPr/>
              <p14:nvPr/>
            </p14:nvContentPartPr>
            <p14:xfrm>
              <a:off x="4727467" y="2088968"/>
              <a:ext cx="663840" cy="65772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C994EBE5-4170-AA37-C643-3FB14605DE2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709467" y="2071328"/>
                <a:ext cx="69948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9A802753-1E4D-B6A0-FCB0-7F574E3E6AA4}"/>
                  </a:ext>
                </a:extLst>
              </p14:cNvPr>
              <p14:cNvContentPartPr/>
              <p14:nvPr/>
            </p14:nvContentPartPr>
            <p14:xfrm>
              <a:off x="5327587" y="2139008"/>
              <a:ext cx="762480" cy="4712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9A802753-1E4D-B6A0-FCB0-7F574E3E6AA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309587" y="2121008"/>
                <a:ext cx="798120" cy="50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2019DDD-17FA-E077-908A-D137F9880E83}"/>
              </a:ext>
            </a:extLst>
          </p:cNvPr>
          <p:cNvGrpSpPr/>
          <p:nvPr/>
        </p:nvGrpSpPr>
        <p:grpSpPr>
          <a:xfrm>
            <a:off x="730387" y="1995728"/>
            <a:ext cx="6183000" cy="1641960"/>
            <a:chOff x="730387" y="1995728"/>
            <a:chExt cx="6183000" cy="164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6C0A5EA-BC37-B857-81C9-3408ACCB9C01}"/>
                    </a:ext>
                  </a:extLst>
                </p14:cNvPr>
                <p14:cNvContentPartPr/>
                <p14:nvPr/>
              </p14:nvContentPartPr>
              <p14:xfrm>
                <a:off x="4350907" y="2874848"/>
                <a:ext cx="804240" cy="762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6C0A5EA-BC37-B857-81C9-3408ACCB9C0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32907" y="2856848"/>
                  <a:ext cx="83988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89FDE3F-6A8A-BBC0-4605-5424F9EDC91F}"/>
                    </a:ext>
                  </a:extLst>
                </p14:cNvPr>
                <p14:cNvContentPartPr/>
                <p14:nvPr/>
              </p14:nvContentPartPr>
              <p14:xfrm>
                <a:off x="2297827" y="3419528"/>
                <a:ext cx="1866600" cy="92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89FDE3F-6A8A-BBC0-4605-5424F9EDC9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79827" y="3401888"/>
                  <a:ext cx="1902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202051-6C17-DB63-E1F6-90647E1AAED0}"/>
                    </a:ext>
                  </a:extLst>
                </p14:cNvPr>
                <p14:cNvContentPartPr/>
                <p14:nvPr/>
              </p14:nvContentPartPr>
              <p14:xfrm>
                <a:off x="2156707" y="3341048"/>
                <a:ext cx="189720" cy="278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202051-6C17-DB63-E1F6-90647E1AAED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39067" y="3323408"/>
                  <a:ext cx="2253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FF1C328-DD1D-746E-CC58-8DA1043AABA7}"/>
                    </a:ext>
                  </a:extLst>
                </p14:cNvPr>
                <p14:cNvContentPartPr/>
                <p14:nvPr/>
              </p14:nvContentPartPr>
              <p14:xfrm>
                <a:off x="5329747" y="3453728"/>
                <a:ext cx="1189800" cy="61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FF1C328-DD1D-746E-CC58-8DA1043AABA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12107" y="3435728"/>
                  <a:ext cx="1225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7827EB3-E701-DE6A-8581-779CCC842FD7}"/>
                    </a:ext>
                  </a:extLst>
                </p14:cNvPr>
                <p14:cNvContentPartPr/>
                <p14:nvPr/>
              </p14:nvContentPartPr>
              <p14:xfrm>
                <a:off x="6355747" y="3414488"/>
                <a:ext cx="189360" cy="200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7827EB3-E701-DE6A-8581-779CCC842FD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8107" y="3396488"/>
                  <a:ext cx="225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19C69AA-8530-C784-2428-66C5A48D3730}"/>
                    </a:ext>
                  </a:extLst>
                </p14:cNvPr>
                <p14:cNvContentPartPr/>
                <p14:nvPr/>
              </p14:nvContentPartPr>
              <p14:xfrm>
                <a:off x="2483227" y="2766128"/>
                <a:ext cx="673560" cy="7153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19C69AA-8530-C784-2428-66C5A48D373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65227" y="2748488"/>
                  <a:ext cx="70920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8A6DA58-20B1-8F11-5006-0B4356A1F003}"/>
                    </a:ext>
                  </a:extLst>
                </p14:cNvPr>
                <p14:cNvContentPartPr/>
                <p14:nvPr/>
              </p14:nvContentPartPr>
              <p14:xfrm>
                <a:off x="1123147" y="3342128"/>
                <a:ext cx="1371960" cy="131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8A6DA58-20B1-8F11-5006-0B4356A1F00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5147" y="3324128"/>
                  <a:ext cx="1407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293C08B-57FE-B20D-5612-E9047DBC4133}"/>
                    </a:ext>
                  </a:extLst>
                </p14:cNvPr>
                <p14:cNvContentPartPr/>
                <p14:nvPr/>
              </p14:nvContentPartPr>
              <p14:xfrm>
                <a:off x="3152467" y="3441128"/>
                <a:ext cx="1074960" cy="67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293C08B-57FE-B20D-5612-E9047DBC413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134467" y="3423128"/>
                  <a:ext cx="1110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7B1CF5A-26B8-696B-3200-2F6D3F2B2D3E}"/>
                    </a:ext>
                  </a:extLst>
                </p14:cNvPr>
                <p14:cNvContentPartPr/>
                <p14:nvPr/>
              </p14:nvContentPartPr>
              <p14:xfrm>
                <a:off x="1070587" y="2795288"/>
                <a:ext cx="683280" cy="688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7B1CF5A-26B8-696B-3200-2F6D3F2B2D3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2587" y="2777648"/>
                  <a:ext cx="71892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6F06925-B1A4-C2D9-5AAA-C61CC764FE17}"/>
                    </a:ext>
                  </a:extLst>
                </p14:cNvPr>
                <p14:cNvContentPartPr/>
                <p14:nvPr/>
              </p14:nvContentPartPr>
              <p14:xfrm>
                <a:off x="730387" y="3392888"/>
                <a:ext cx="360720" cy="188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6F06925-B1A4-C2D9-5AAA-C61CC764FE1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2387" y="3374888"/>
                  <a:ext cx="396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2CE9BE7-2673-FBE5-0787-FD930070CE69}"/>
                    </a:ext>
                  </a:extLst>
                </p14:cNvPr>
                <p14:cNvContentPartPr/>
                <p14:nvPr/>
              </p14:nvContentPartPr>
              <p14:xfrm>
                <a:off x="2971027" y="1995728"/>
                <a:ext cx="702360" cy="637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2CE9BE7-2673-FBE5-0787-FD930070CE6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53027" y="1978088"/>
                  <a:ext cx="73800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50342F5-D287-DD1E-FCF2-6418E2B555DA}"/>
                    </a:ext>
                  </a:extLst>
                </p14:cNvPr>
                <p14:cNvContentPartPr/>
                <p14:nvPr/>
              </p14:nvContentPartPr>
              <p14:xfrm>
                <a:off x="1447867" y="3289928"/>
                <a:ext cx="176760" cy="63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50342F5-D287-DD1E-FCF2-6418E2B555D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29867" y="3271928"/>
                  <a:ext cx="212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ABAFF67-ADB2-0A0A-C64F-223335CEC6D2}"/>
                    </a:ext>
                  </a:extLst>
                </p14:cNvPr>
                <p14:cNvContentPartPr/>
                <p14:nvPr/>
              </p14:nvContentPartPr>
              <p14:xfrm>
                <a:off x="2710027" y="3258608"/>
                <a:ext cx="111960" cy="18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ABAFF67-ADB2-0A0A-C64F-223335CEC6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92027" y="3240968"/>
                  <a:ext cx="147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20727A4-0BA8-8C69-A6DB-78A55247A4FA}"/>
                    </a:ext>
                  </a:extLst>
                </p14:cNvPr>
                <p14:cNvContentPartPr/>
                <p14:nvPr/>
              </p14:nvContentPartPr>
              <p14:xfrm>
                <a:off x="1738747" y="2730488"/>
                <a:ext cx="632880" cy="7459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20727A4-0BA8-8C69-A6DB-78A55247A4F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21107" y="2712488"/>
                  <a:ext cx="66852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64FC08B-84FA-7B7D-22F7-74D0BB382398}"/>
                    </a:ext>
                  </a:extLst>
                </p14:cNvPr>
                <p14:cNvContentPartPr/>
                <p14:nvPr/>
              </p14:nvContentPartPr>
              <p14:xfrm>
                <a:off x="1839547" y="3401528"/>
                <a:ext cx="344520" cy="121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64FC08B-84FA-7B7D-22F7-74D0BB38239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821907" y="3383888"/>
                  <a:ext cx="380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943E095-6AFC-47CF-B105-9773EA1AB9C3}"/>
                    </a:ext>
                  </a:extLst>
                </p14:cNvPr>
                <p14:cNvContentPartPr/>
                <p14:nvPr/>
              </p14:nvContentPartPr>
              <p14:xfrm>
                <a:off x="3681667" y="2817248"/>
                <a:ext cx="763560" cy="729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943E095-6AFC-47CF-B105-9773EA1AB9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63667" y="2799608"/>
                  <a:ext cx="79920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59AEB53-3524-ED13-B2F6-E9A87A7D59C9}"/>
                    </a:ext>
                  </a:extLst>
                </p14:cNvPr>
                <p14:cNvContentPartPr/>
                <p14:nvPr/>
              </p14:nvContentPartPr>
              <p14:xfrm>
                <a:off x="3317707" y="3442208"/>
                <a:ext cx="203760" cy="74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59AEB53-3524-ED13-B2F6-E9A87A7D59C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00067" y="3424208"/>
                  <a:ext cx="23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F908CF-673A-C44C-FD84-8FA966C11217}"/>
                    </a:ext>
                  </a:extLst>
                </p14:cNvPr>
                <p14:cNvContentPartPr/>
                <p14:nvPr/>
              </p14:nvContentPartPr>
              <p14:xfrm>
                <a:off x="4614787" y="3587288"/>
                <a:ext cx="94680" cy="8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F908CF-673A-C44C-FD84-8FA966C1121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596787" y="3569288"/>
                  <a:ext cx="130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21CA651-4BA4-C1B2-DD90-9DE02CBFCC0D}"/>
                    </a:ext>
                  </a:extLst>
                </p14:cNvPr>
                <p14:cNvContentPartPr/>
                <p14:nvPr/>
              </p14:nvContentPartPr>
              <p14:xfrm>
                <a:off x="3549187" y="2095088"/>
                <a:ext cx="597240" cy="619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21CA651-4BA4-C1B2-DD90-9DE02CBFCC0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31547" y="2077448"/>
                  <a:ext cx="63288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031E49F-48B5-D5C8-901B-327357AD2CE3}"/>
                    </a:ext>
                  </a:extLst>
                </p14:cNvPr>
                <p14:cNvContentPartPr/>
                <p14:nvPr/>
              </p14:nvContentPartPr>
              <p14:xfrm>
                <a:off x="4107187" y="2126408"/>
                <a:ext cx="644040" cy="676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031E49F-48B5-D5C8-901B-327357AD2CE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89187" y="2108408"/>
                  <a:ext cx="6796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D4B063-2C6B-AA95-5371-4C09FC755E83}"/>
                    </a:ext>
                  </a:extLst>
                </p14:cNvPr>
                <p14:cNvContentPartPr/>
                <p14:nvPr/>
              </p14:nvContentPartPr>
              <p14:xfrm>
                <a:off x="2690587" y="3343208"/>
                <a:ext cx="274680" cy="716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D4B063-2C6B-AA95-5371-4C09FC755E8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672587" y="3325208"/>
                  <a:ext cx="310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D7DAC88-253F-B984-F222-1838AEACDE9F}"/>
                    </a:ext>
                  </a:extLst>
                </p14:cNvPr>
                <p14:cNvContentPartPr/>
                <p14:nvPr/>
              </p14:nvContentPartPr>
              <p14:xfrm>
                <a:off x="3932947" y="3423488"/>
                <a:ext cx="123480" cy="511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D7DAC88-253F-B984-F222-1838AEACDE9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14947" y="3405848"/>
                  <a:ext cx="159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3DE2CDD-BA0D-9EE4-8F00-0CBA1E4DF51A}"/>
                    </a:ext>
                  </a:extLst>
                </p14:cNvPr>
                <p14:cNvContentPartPr/>
                <p14:nvPr/>
              </p14:nvContentPartPr>
              <p14:xfrm>
                <a:off x="5413987" y="3253208"/>
                <a:ext cx="254880" cy="56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3DE2CDD-BA0D-9EE4-8F00-0CBA1E4DF51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95987" y="3235568"/>
                  <a:ext cx="290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4A4C260-4E50-9CA4-5CA9-CB71FF1C1F05}"/>
                    </a:ext>
                  </a:extLst>
                </p14:cNvPr>
                <p14:cNvContentPartPr/>
                <p14:nvPr/>
              </p14:nvContentPartPr>
              <p14:xfrm>
                <a:off x="6576427" y="3364088"/>
                <a:ext cx="215280" cy="19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4A4C260-4E50-9CA4-5CA9-CB71FF1C1F0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58787" y="3346448"/>
                  <a:ext cx="250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271FF4D-DABD-7A9D-ED7E-FBFD3F9B61C1}"/>
                    </a:ext>
                  </a:extLst>
                </p14:cNvPr>
                <p14:cNvContentPartPr/>
                <p14:nvPr/>
              </p14:nvContentPartPr>
              <p14:xfrm>
                <a:off x="5889187" y="2841008"/>
                <a:ext cx="708480" cy="664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271FF4D-DABD-7A9D-ED7E-FBFD3F9B61C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871547" y="2823008"/>
                  <a:ext cx="74412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E36E091-F1DD-7452-0A0B-17E85F2E3184}"/>
                    </a:ext>
                  </a:extLst>
                </p14:cNvPr>
                <p14:cNvContentPartPr/>
                <p14:nvPr/>
              </p14:nvContentPartPr>
              <p14:xfrm>
                <a:off x="4742587" y="3566408"/>
                <a:ext cx="53280" cy="19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E36E091-F1DD-7452-0A0B-17E85F2E318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24587" y="3548768"/>
                  <a:ext cx="88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3CA4066-BEC2-D6FB-249A-359F0197A383}"/>
                    </a:ext>
                  </a:extLst>
                </p14:cNvPr>
                <p14:cNvContentPartPr/>
                <p14:nvPr/>
              </p14:nvContentPartPr>
              <p14:xfrm>
                <a:off x="5821507" y="3450488"/>
                <a:ext cx="42840" cy="15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3CA4066-BEC2-D6FB-249A-359F0197A38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803867" y="3432488"/>
                  <a:ext cx="78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5DF04DD-79EA-ABC3-4B9C-EE26184044C0}"/>
                    </a:ext>
                  </a:extLst>
                </p14:cNvPr>
                <p14:cNvContentPartPr/>
                <p14:nvPr/>
              </p14:nvContentPartPr>
              <p14:xfrm>
                <a:off x="5286187" y="3318728"/>
                <a:ext cx="209520" cy="116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5DF04DD-79EA-ABC3-4B9C-EE26184044C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68187" y="3301088"/>
                  <a:ext cx="245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01ED9F1-CDF8-9E51-400C-7816D389121E}"/>
                    </a:ext>
                  </a:extLst>
                </p14:cNvPr>
                <p14:cNvContentPartPr/>
                <p14:nvPr/>
              </p14:nvContentPartPr>
              <p14:xfrm>
                <a:off x="5919787" y="2191928"/>
                <a:ext cx="672120" cy="559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01ED9F1-CDF8-9E51-400C-7816D389121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02147" y="2173928"/>
                  <a:ext cx="70776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9EE91F4-C70F-D0D1-6561-5B7DBD57EF40}"/>
                    </a:ext>
                  </a:extLst>
                </p14:cNvPr>
                <p14:cNvContentPartPr/>
                <p14:nvPr/>
              </p14:nvContentPartPr>
              <p14:xfrm>
                <a:off x="6452587" y="3449408"/>
                <a:ext cx="45360" cy="36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9EE91F4-C70F-D0D1-6561-5B7DBD57EF4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34947" y="3431408"/>
                  <a:ext cx="81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9CDA746-C10C-8F0A-9C1C-BE226BCF336E}"/>
                    </a:ext>
                  </a:extLst>
                </p14:cNvPr>
                <p14:cNvContentPartPr/>
                <p14:nvPr/>
              </p14:nvContentPartPr>
              <p14:xfrm>
                <a:off x="6887827" y="3352928"/>
                <a:ext cx="25560" cy="13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9CDA746-C10C-8F0A-9C1C-BE226BCF336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70187" y="3335288"/>
                  <a:ext cx="612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95B7D42-BD40-2967-17A5-BFF7ED32BC46}"/>
              </a:ext>
            </a:extLst>
          </p:cNvPr>
          <p:cNvGrpSpPr/>
          <p:nvPr/>
        </p:nvGrpSpPr>
        <p:grpSpPr>
          <a:xfrm>
            <a:off x="3907" y="3935408"/>
            <a:ext cx="10407240" cy="2872440"/>
            <a:chOff x="3907" y="3935408"/>
            <a:chExt cx="10407240" cy="28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13A634-E523-7CDD-A64F-70BAAC91B508}"/>
                    </a:ext>
                  </a:extLst>
                </p14:cNvPr>
                <p14:cNvContentPartPr/>
                <p14:nvPr/>
              </p14:nvContentPartPr>
              <p14:xfrm>
                <a:off x="2146267" y="4082648"/>
                <a:ext cx="163440" cy="229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13A634-E523-7CDD-A64F-70BAAC91B50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28627" y="4064648"/>
                  <a:ext cx="1990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EA6727-396C-0B26-82D7-76BD3413C448}"/>
                    </a:ext>
                  </a:extLst>
                </p14:cNvPr>
                <p14:cNvContentPartPr/>
                <p14:nvPr/>
              </p14:nvContentPartPr>
              <p14:xfrm>
                <a:off x="2366947" y="4160048"/>
                <a:ext cx="245160" cy="161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EA6727-396C-0B26-82D7-76BD3413C44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48947" y="4142408"/>
                  <a:ext cx="280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D745E65-8CF7-8360-E0E7-DF7142CE191F}"/>
                    </a:ext>
                  </a:extLst>
                </p14:cNvPr>
                <p14:cNvContentPartPr/>
                <p14:nvPr/>
              </p14:nvContentPartPr>
              <p14:xfrm>
                <a:off x="1814347" y="3935408"/>
                <a:ext cx="981360" cy="6242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D745E65-8CF7-8360-E0E7-DF7142CE191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796707" y="3917408"/>
                  <a:ext cx="101700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79E7C6F-C919-3E10-0008-D89534013836}"/>
                    </a:ext>
                  </a:extLst>
                </p14:cNvPr>
                <p14:cNvContentPartPr/>
                <p14:nvPr/>
              </p14:nvContentPartPr>
              <p14:xfrm>
                <a:off x="1490347" y="4493768"/>
                <a:ext cx="637200" cy="393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79E7C6F-C919-3E10-0008-D8953401383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472707" y="4475768"/>
                  <a:ext cx="6728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EC988D2-F202-8B66-12D3-1062FD6879CF}"/>
                    </a:ext>
                  </a:extLst>
                </p14:cNvPr>
                <p14:cNvContentPartPr/>
                <p14:nvPr/>
              </p14:nvContentPartPr>
              <p14:xfrm>
                <a:off x="1237987" y="5008928"/>
                <a:ext cx="276840" cy="225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EC988D2-F202-8B66-12D3-1062FD6879C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20347" y="4991288"/>
                  <a:ext cx="312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BAA37B8-CCE7-1976-79E1-C9A99E0EEA26}"/>
                    </a:ext>
                  </a:extLst>
                </p14:cNvPr>
                <p14:cNvContentPartPr/>
                <p14:nvPr/>
              </p14:nvContentPartPr>
              <p14:xfrm>
                <a:off x="1490347" y="4991648"/>
                <a:ext cx="218520" cy="167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BAA37B8-CCE7-1976-79E1-C9A99E0EEA2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472707" y="4973648"/>
                  <a:ext cx="254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F9A1514-F3FD-6818-6E00-35131CF5CDCA}"/>
                    </a:ext>
                  </a:extLst>
                </p14:cNvPr>
                <p14:cNvContentPartPr/>
                <p14:nvPr/>
              </p14:nvContentPartPr>
              <p14:xfrm>
                <a:off x="869347" y="4773128"/>
                <a:ext cx="965880" cy="709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F9A1514-F3FD-6818-6E00-35131CF5CDC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51347" y="4755128"/>
                  <a:ext cx="100152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0E3845B-9982-7F6C-2EAC-E4A4DEB279CA}"/>
                    </a:ext>
                  </a:extLst>
                </p14:cNvPr>
                <p14:cNvContentPartPr/>
                <p14:nvPr/>
              </p14:nvContentPartPr>
              <p14:xfrm>
                <a:off x="562267" y="5427248"/>
                <a:ext cx="563400" cy="318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0E3845B-9982-7F6C-2EAC-E4A4DEB279C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44267" y="5409608"/>
                  <a:ext cx="5990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6A6813D-2B4C-37EE-8BBB-A28C1CC1037B}"/>
                    </a:ext>
                  </a:extLst>
                </p14:cNvPr>
                <p14:cNvContentPartPr/>
                <p14:nvPr/>
              </p14:nvContentPartPr>
              <p14:xfrm>
                <a:off x="361387" y="5941328"/>
                <a:ext cx="50400" cy="223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6A6813D-2B4C-37EE-8BBB-A28C1CC1037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43387" y="5923688"/>
                  <a:ext cx="86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3E92243-D0D3-4E84-CB08-DCB0938164B0}"/>
                    </a:ext>
                  </a:extLst>
                </p14:cNvPr>
                <p14:cNvContentPartPr/>
                <p14:nvPr/>
              </p14:nvContentPartPr>
              <p14:xfrm>
                <a:off x="533107" y="5976968"/>
                <a:ext cx="131400" cy="96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3E92243-D0D3-4E84-CB08-DCB0938164B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5467" y="5959328"/>
                  <a:ext cx="16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14D72F3-D26D-B3B1-065E-7D9FE7E81926}"/>
                    </a:ext>
                  </a:extLst>
                </p14:cNvPr>
                <p14:cNvContentPartPr/>
                <p14:nvPr/>
              </p14:nvContentPartPr>
              <p14:xfrm>
                <a:off x="746587" y="6081368"/>
                <a:ext cx="82080" cy="133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14D72F3-D26D-B3B1-065E-7D9FE7E8192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28947" y="6063728"/>
                  <a:ext cx="117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DC91A05-E8DC-1A5B-16B7-ECA59CE4A502}"/>
                    </a:ext>
                  </a:extLst>
                </p14:cNvPr>
                <p14:cNvContentPartPr/>
                <p14:nvPr/>
              </p14:nvContentPartPr>
              <p14:xfrm>
                <a:off x="959347" y="5917568"/>
                <a:ext cx="37440" cy="153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DC91A05-E8DC-1A5B-16B7-ECA59CE4A50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41347" y="5899568"/>
                  <a:ext cx="73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1FB461E-8217-70E8-1194-DB9D3005CDFC}"/>
                    </a:ext>
                  </a:extLst>
                </p14:cNvPr>
                <p14:cNvContentPartPr/>
                <p14:nvPr/>
              </p14:nvContentPartPr>
              <p14:xfrm>
                <a:off x="1028467" y="5902448"/>
                <a:ext cx="147600" cy="234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1FB461E-8217-70E8-1194-DB9D3005CD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10827" y="5884808"/>
                  <a:ext cx="183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D8FCDB9-1DA0-5289-3CAF-269DC5CD3911}"/>
                    </a:ext>
                  </a:extLst>
                </p14:cNvPr>
                <p14:cNvContentPartPr/>
                <p14:nvPr/>
              </p14:nvContentPartPr>
              <p14:xfrm>
                <a:off x="3907" y="5663768"/>
                <a:ext cx="1294560" cy="930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D8FCDB9-1DA0-5289-3CAF-269DC5CD391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-14093" y="5645768"/>
                  <a:ext cx="133020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1A93203-A47D-64F2-A879-AF941A344529}"/>
                    </a:ext>
                  </a:extLst>
                </p14:cNvPr>
                <p14:cNvContentPartPr/>
                <p14:nvPr/>
              </p14:nvContentPartPr>
              <p14:xfrm>
                <a:off x="1494667" y="5427248"/>
                <a:ext cx="800280" cy="303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1A93203-A47D-64F2-A879-AF941A34452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476667" y="5409608"/>
                  <a:ext cx="835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3AA0260-E847-F802-B86B-B13264CAB382}"/>
                    </a:ext>
                  </a:extLst>
                </p14:cNvPr>
                <p14:cNvContentPartPr/>
                <p14:nvPr/>
              </p14:nvContentPartPr>
              <p14:xfrm>
                <a:off x="2096227" y="5947448"/>
                <a:ext cx="274320" cy="226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3AA0260-E847-F802-B86B-B13264CAB38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78227" y="5929448"/>
                  <a:ext cx="309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1DE2467-A57A-1E00-48B3-5112A4F3F8E3}"/>
                    </a:ext>
                  </a:extLst>
                </p14:cNvPr>
                <p14:cNvContentPartPr/>
                <p14:nvPr/>
              </p14:nvContentPartPr>
              <p14:xfrm>
                <a:off x="2474227" y="5967608"/>
                <a:ext cx="129600" cy="307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1DE2467-A57A-1E00-48B3-5112A4F3F8E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456587" y="5949968"/>
                  <a:ext cx="165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38616D1-95BA-7CA7-86CF-32E46EC87A3F}"/>
                    </a:ext>
                  </a:extLst>
                </p14:cNvPr>
                <p14:cNvContentPartPr/>
                <p14:nvPr/>
              </p14:nvContentPartPr>
              <p14:xfrm>
                <a:off x="2770507" y="6169568"/>
                <a:ext cx="63360" cy="100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38616D1-95BA-7CA7-86CF-32E46EC87A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752867" y="6151568"/>
                  <a:ext cx="99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78B6C7-D813-02E0-B20D-6B3A99B9FB25}"/>
                    </a:ext>
                  </a:extLst>
                </p14:cNvPr>
                <p14:cNvContentPartPr/>
                <p14:nvPr/>
              </p14:nvContentPartPr>
              <p14:xfrm>
                <a:off x="2918467" y="5955728"/>
                <a:ext cx="309960" cy="183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78B6C7-D813-02E0-B20D-6B3A99B9FB2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900467" y="5938088"/>
                  <a:ext cx="345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EF98D9B-2E73-C382-E08C-0188AB2FDEAD}"/>
                    </a:ext>
                  </a:extLst>
                </p14:cNvPr>
                <p14:cNvContentPartPr/>
                <p14:nvPr/>
              </p14:nvContentPartPr>
              <p14:xfrm>
                <a:off x="3027907" y="5900288"/>
                <a:ext cx="254160" cy="333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EF98D9B-2E73-C382-E08C-0188AB2FDEA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009907" y="5882288"/>
                  <a:ext cx="2898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AC1539B-DEC2-FA51-26FD-E87908976B41}"/>
                    </a:ext>
                  </a:extLst>
                </p14:cNvPr>
                <p14:cNvContentPartPr/>
                <p14:nvPr/>
              </p14:nvContentPartPr>
              <p14:xfrm>
                <a:off x="1806427" y="5584208"/>
                <a:ext cx="1632600" cy="1056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AC1539B-DEC2-FA51-26FD-E87908976B4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88427" y="5566568"/>
                  <a:ext cx="1668240" cy="10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F4CED8C-3D7A-0623-2582-B07BD3C93524}"/>
                    </a:ext>
                  </a:extLst>
                </p14:cNvPr>
                <p14:cNvContentPartPr/>
                <p14:nvPr/>
              </p14:nvContentPartPr>
              <p14:xfrm>
                <a:off x="2836387" y="4415288"/>
                <a:ext cx="1229760" cy="355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F4CED8C-3D7A-0623-2582-B07BD3C9352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18387" y="4397288"/>
                  <a:ext cx="12654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F99CF00-3F3B-B7C0-656F-EE2EC41CFA2F}"/>
                    </a:ext>
                  </a:extLst>
                </p14:cNvPr>
                <p14:cNvContentPartPr/>
                <p14:nvPr/>
              </p14:nvContentPartPr>
              <p14:xfrm>
                <a:off x="4108267" y="4850888"/>
                <a:ext cx="190080" cy="2959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F99CF00-3F3B-B7C0-656F-EE2EC41CFA2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90267" y="4832888"/>
                  <a:ext cx="2257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C9214A3-6C3F-331F-5D5B-E098F6FEA01F}"/>
                    </a:ext>
                  </a:extLst>
                </p14:cNvPr>
                <p14:cNvContentPartPr/>
                <p14:nvPr/>
              </p14:nvContentPartPr>
              <p14:xfrm>
                <a:off x="4400227" y="4823888"/>
                <a:ext cx="195480" cy="312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C9214A3-6C3F-331F-5D5B-E098F6FEA01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382227" y="4806248"/>
                  <a:ext cx="2311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2C23084-3381-69A6-3FF0-00224BE5351F}"/>
                    </a:ext>
                  </a:extLst>
                </p14:cNvPr>
                <p14:cNvContentPartPr/>
                <p14:nvPr/>
              </p14:nvContentPartPr>
              <p14:xfrm>
                <a:off x="4977307" y="4821008"/>
                <a:ext cx="122400" cy="3668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2C23084-3381-69A6-3FF0-00224BE535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959667" y="4803008"/>
                  <a:ext cx="158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42C587-FDDF-966C-5428-992B56555C6D}"/>
                    </a:ext>
                  </a:extLst>
                </p14:cNvPr>
                <p14:cNvContentPartPr/>
                <p14:nvPr/>
              </p14:nvContentPartPr>
              <p14:xfrm>
                <a:off x="5196187" y="4831808"/>
                <a:ext cx="191880" cy="345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42C587-FDDF-966C-5428-992B56555C6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178547" y="4814168"/>
                  <a:ext cx="2275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8F557A-E947-040D-4D65-006BAAEECFF8}"/>
                    </a:ext>
                  </a:extLst>
                </p14:cNvPr>
                <p14:cNvContentPartPr/>
                <p14:nvPr/>
              </p14:nvContentPartPr>
              <p14:xfrm>
                <a:off x="4391227" y="5451008"/>
                <a:ext cx="259560" cy="216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8F557A-E947-040D-4D65-006BAAEECFF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373587" y="5433368"/>
                  <a:ext cx="295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9DC9C6A-DAE0-A642-3FA4-B211D0E3D53C}"/>
                    </a:ext>
                  </a:extLst>
                </p14:cNvPr>
                <p14:cNvContentPartPr/>
                <p14:nvPr/>
              </p14:nvContentPartPr>
              <p14:xfrm>
                <a:off x="4749427" y="5493848"/>
                <a:ext cx="277920" cy="138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9DC9C6A-DAE0-A642-3FA4-B211D0E3D53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731427" y="5476208"/>
                  <a:ext cx="313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9AC43ED-1BFF-4DBA-AA78-E84EF052BCE1}"/>
                    </a:ext>
                  </a:extLst>
                </p14:cNvPr>
                <p14:cNvContentPartPr/>
                <p14:nvPr/>
              </p14:nvContentPartPr>
              <p14:xfrm>
                <a:off x="4065427" y="4376048"/>
                <a:ext cx="1459440" cy="1654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9AC43ED-1BFF-4DBA-AA78-E84EF052BCE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047427" y="4358408"/>
                  <a:ext cx="1495080" cy="16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A88D0A4-D1E1-F43F-F262-A36C19DF2A18}"/>
                    </a:ext>
                  </a:extLst>
                </p14:cNvPr>
                <p14:cNvContentPartPr/>
                <p14:nvPr/>
              </p14:nvContentPartPr>
              <p14:xfrm>
                <a:off x="5881267" y="5339408"/>
                <a:ext cx="253080" cy="31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A88D0A4-D1E1-F43F-F262-A36C19DF2A1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863627" y="5321768"/>
                  <a:ext cx="288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4B4C492-F9B9-0D6F-5C9B-E866A51E58B2}"/>
                    </a:ext>
                  </a:extLst>
                </p14:cNvPr>
                <p14:cNvContentPartPr/>
                <p14:nvPr/>
              </p14:nvContentPartPr>
              <p14:xfrm>
                <a:off x="5833747" y="5451368"/>
                <a:ext cx="286560" cy="54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4B4C492-F9B9-0D6F-5C9B-E866A51E58B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15747" y="5433368"/>
                  <a:ext cx="322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9E5B00F-5A1B-9083-870C-53C6A8918FE0}"/>
                    </a:ext>
                  </a:extLst>
                </p14:cNvPr>
                <p14:cNvContentPartPr/>
                <p14:nvPr/>
              </p14:nvContentPartPr>
              <p14:xfrm>
                <a:off x="5941387" y="5113328"/>
                <a:ext cx="354960" cy="517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9E5B00F-5A1B-9083-870C-53C6A8918FE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923387" y="5095688"/>
                  <a:ext cx="39060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125DAEA-C0C4-D113-5935-5672413FC466}"/>
                    </a:ext>
                  </a:extLst>
                </p14:cNvPr>
                <p14:cNvContentPartPr/>
                <p14:nvPr/>
              </p14:nvContentPartPr>
              <p14:xfrm>
                <a:off x="7087267" y="4614728"/>
                <a:ext cx="131400" cy="280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125DAEA-C0C4-D113-5935-5672413FC4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069627" y="4597088"/>
                  <a:ext cx="1670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24766F6-E394-7761-4105-2EE9BFE109ED}"/>
                    </a:ext>
                  </a:extLst>
                </p14:cNvPr>
                <p14:cNvContentPartPr/>
                <p14:nvPr/>
              </p14:nvContentPartPr>
              <p14:xfrm>
                <a:off x="7266907" y="4670168"/>
                <a:ext cx="277920" cy="223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24766F6-E394-7761-4105-2EE9BFE109E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48907" y="4652528"/>
                  <a:ext cx="313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F0574FB-F145-1321-0B2A-06ACB940AC6F}"/>
                    </a:ext>
                  </a:extLst>
                </p14:cNvPr>
                <p14:cNvContentPartPr/>
                <p14:nvPr/>
              </p14:nvContentPartPr>
              <p14:xfrm>
                <a:off x="6823387" y="5024408"/>
                <a:ext cx="331200" cy="306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F0574FB-F145-1321-0B2A-06ACB940AC6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805747" y="5006408"/>
                  <a:ext cx="3668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D389B2-53F7-E385-0B6A-0801DE564295}"/>
                    </a:ext>
                  </a:extLst>
                </p14:cNvPr>
                <p14:cNvContentPartPr/>
                <p14:nvPr/>
              </p14:nvContentPartPr>
              <p14:xfrm>
                <a:off x="6510907" y="5452448"/>
                <a:ext cx="268200" cy="1684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D389B2-53F7-E385-0B6A-0801DE56429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492907" y="5434448"/>
                  <a:ext cx="303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3279CD9-0173-EC9D-95C3-02F1A15DFC8C}"/>
                    </a:ext>
                  </a:extLst>
                </p14:cNvPr>
                <p14:cNvContentPartPr/>
                <p14:nvPr/>
              </p14:nvContentPartPr>
              <p14:xfrm>
                <a:off x="6751027" y="5417168"/>
                <a:ext cx="216720" cy="158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3279CD9-0173-EC9D-95C3-02F1A15DFC8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733027" y="5399168"/>
                  <a:ext cx="252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1DFD68C-EFCB-90D5-ED9F-BC86D3B010D7}"/>
                    </a:ext>
                  </a:extLst>
                </p14:cNvPr>
                <p14:cNvContentPartPr/>
                <p14:nvPr/>
              </p14:nvContentPartPr>
              <p14:xfrm>
                <a:off x="6771547" y="5400608"/>
                <a:ext cx="221760" cy="222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1DFD68C-EFCB-90D5-ED9F-BC86D3B010D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753907" y="5382968"/>
                  <a:ext cx="257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DAE5815-5477-4AF6-7AE1-CCD3712D60FC}"/>
                    </a:ext>
                  </a:extLst>
                </p14:cNvPr>
                <p14:cNvContentPartPr/>
                <p14:nvPr/>
              </p14:nvContentPartPr>
              <p14:xfrm>
                <a:off x="6275467" y="5708048"/>
                <a:ext cx="438120" cy="353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DAE5815-5477-4AF6-7AE1-CCD3712D60F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257467" y="5690048"/>
                  <a:ext cx="4737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4CD563D-F239-18C3-0B09-5F1D4EB81285}"/>
                    </a:ext>
                  </a:extLst>
                </p14:cNvPr>
                <p14:cNvContentPartPr/>
                <p14:nvPr/>
              </p14:nvContentPartPr>
              <p14:xfrm>
                <a:off x="6177907" y="6121328"/>
                <a:ext cx="43200" cy="179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4CD563D-F239-18C3-0B09-5F1D4EB8128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159907" y="6103688"/>
                  <a:ext cx="78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11C19E7-7C2C-7631-DFE9-DE1B882F6A9B}"/>
                    </a:ext>
                  </a:extLst>
                </p14:cNvPr>
                <p14:cNvContentPartPr/>
                <p14:nvPr/>
              </p14:nvContentPartPr>
              <p14:xfrm>
                <a:off x="6338467" y="6099368"/>
                <a:ext cx="129600" cy="115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11C19E7-7C2C-7631-DFE9-DE1B882F6A9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20827" y="6081368"/>
                  <a:ext cx="165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D2484A6-8F64-FF5A-DE89-2D5C00CEFE90}"/>
                    </a:ext>
                  </a:extLst>
                </p14:cNvPr>
                <p14:cNvContentPartPr/>
                <p14:nvPr/>
              </p14:nvContentPartPr>
              <p14:xfrm>
                <a:off x="6695587" y="6271088"/>
                <a:ext cx="265320" cy="179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D2484A6-8F64-FF5A-DE89-2D5C00CEFE9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677587" y="6253088"/>
                  <a:ext cx="300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4BF5369-5870-B74F-F2EA-D4D71158385D}"/>
                    </a:ext>
                  </a:extLst>
                </p14:cNvPr>
                <p14:cNvContentPartPr/>
                <p14:nvPr/>
              </p14:nvContentPartPr>
              <p14:xfrm>
                <a:off x="7054147" y="6333728"/>
                <a:ext cx="21960" cy="204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4BF5369-5870-B74F-F2EA-D4D71158385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036507" y="6315728"/>
                  <a:ext cx="57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A509EEE-B598-249C-2EA8-37FFD3D520F7}"/>
                    </a:ext>
                  </a:extLst>
                </p14:cNvPr>
                <p14:cNvContentPartPr/>
                <p14:nvPr/>
              </p14:nvContentPartPr>
              <p14:xfrm>
                <a:off x="7147027" y="6299168"/>
                <a:ext cx="142920" cy="254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A509EEE-B598-249C-2EA8-37FFD3D520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129387" y="6281168"/>
                  <a:ext cx="1785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37C2FF0-A79D-FA9B-6730-85496CD5C2D7}"/>
                    </a:ext>
                  </a:extLst>
                </p14:cNvPr>
                <p14:cNvContentPartPr/>
                <p14:nvPr/>
              </p14:nvContentPartPr>
              <p14:xfrm>
                <a:off x="7130827" y="5659448"/>
                <a:ext cx="855720" cy="24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37C2FF0-A79D-FA9B-6730-85496CD5C2D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13187" y="5641808"/>
                  <a:ext cx="8913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D6382C0-A4DA-5C88-E69A-EDBAE79C12A7}"/>
                    </a:ext>
                  </a:extLst>
                </p14:cNvPr>
                <p14:cNvContentPartPr/>
                <p14:nvPr/>
              </p14:nvContentPartPr>
              <p14:xfrm>
                <a:off x="7818787" y="5985968"/>
                <a:ext cx="176400" cy="218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D6382C0-A4DA-5C88-E69A-EDBAE79C12A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800787" y="5967968"/>
                  <a:ext cx="212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640CF9C-895F-D6A1-471D-81C6D47D9E58}"/>
                    </a:ext>
                  </a:extLst>
                </p14:cNvPr>
                <p14:cNvContentPartPr/>
                <p14:nvPr/>
              </p14:nvContentPartPr>
              <p14:xfrm>
                <a:off x="7991227" y="5956088"/>
                <a:ext cx="176400" cy="298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640CF9C-895F-D6A1-471D-81C6D47D9E5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973227" y="5938448"/>
                  <a:ext cx="2120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FF388A8-8964-BABF-E100-EDB1678C8C85}"/>
                    </a:ext>
                  </a:extLst>
                </p14:cNvPr>
                <p14:cNvContentPartPr/>
                <p14:nvPr/>
              </p14:nvContentPartPr>
              <p14:xfrm>
                <a:off x="7640947" y="6293408"/>
                <a:ext cx="203040" cy="212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FF388A8-8964-BABF-E100-EDB1678C8C8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623307" y="6275408"/>
                  <a:ext cx="238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11FEE14-3D54-9992-9B08-A0F56314B0F3}"/>
                    </a:ext>
                  </a:extLst>
                </p14:cNvPr>
                <p14:cNvContentPartPr/>
                <p14:nvPr/>
              </p14:nvContentPartPr>
              <p14:xfrm>
                <a:off x="7462747" y="6607688"/>
                <a:ext cx="152280" cy="121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11FEE14-3D54-9992-9B08-A0F56314B0F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44747" y="6590048"/>
                  <a:ext cx="18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88D9C1C-E9C9-E8C3-E935-854BC1C61C92}"/>
                    </a:ext>
                  </a:extLst>
                </p14:cNvPr>
                <p14:cNvContentPartPr/>
                <p14:nvPr/>
              </p14:nvContentPartPr>
              <p14:xfrm>
                <a:off x="7638787" y="6557288"/>
                <a:ext cx="143640" cy="181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88D9C1C-E9C9-E8C3-E935-854BC1C61C9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620787" y="6539648"/>
                  <a:ext cx="179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AEE24D5-22AA-464F-979C-94E192BEF903}"/>
                    </a:ext>
                  </a:extLst>
                </p14:cNvPr>
                <p14:cNvContentPartPr/>
                <p14:nvPr/>
              </p14:nvContentPartPr>
              <p14:xfrm>
                <a:off x="7643827" y="4880408"/>
                <a:ext cx="1333800" cy="4294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AEE24D5-22AA-464F-979C-94E192BEF90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25827" y="4862768"/>
                  <a:ext cx="13694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55C6455-DD45-201A-7F8F-06F31D264528}"/>
                    </a:ext>
                  </a:extLst>
                </p14:cNvPr>
                <p14:cNvContentPartPr/>
                <p14:nvPr/>
              </p14:nvContentPartPr>
              <p14:xfrm>
                <a:off x="9035947" y="5408888"/>
                <a:ext cx="111600" cy="245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55C6455-DD45-201A-7F8F-06F31D26452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018307" y="5391248"/>
                  <a:ext cx="1472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D2E85B1-12D4-C878-BA8D-0F015CEC7AAE}"/>
                    </a:ext>
                  </a:extLst>
                </p14:cNvPr>
                <p14:cNvContentPartPr/>
                <p14:nvPr/>
              </p14:nvContentPartPr>
              <p14:xfrm>
                <a:off x="9201547" y="5362808"/>
                <a:ext cx="151200" cy="245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D2E85B1-12D4-C878-BA8D-0F015CEC7AA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83547" y="5344808"/>
                  <a:ext cx="186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E8B4622-D164-AC33-B06C-CA58C4D51BE0}"/>
                    </a:ext>
                  </a:extLst>
                </p14:cNvPr>
                <p14:cNvContentPartPr/>
                <p14:nvPr/>
              </p14:nvContentPartPr>
              <p14:xfrm>
                <a:off x="8762707" y="5123048"/>
                <a:ext cx="775800" cy="672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E8B4622-D164-AC33-B06C-CA58C4D51BE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44707" y="5105048"/>
                  <a:ext cx="81144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7EE0A1D-7455-AEBD-DC24-C55036F062A1}"/>
                    </a:ext>
                  </a:extLst>
                </p14:cNvPr>
                <p14:cNvContentPartPr/>
                <p14:nvPr/>
              </p14:nvContentPartPr>
              <p14:xfrm>
                <a:off x="8827147" y="5806688"/>
                <a:ext cx="271440" cy="2746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7EE0A1D-7455-AEBD-DC24-C55036F062A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809507" y="5788688"/>
                  <a:ext cx="307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72A6D5D-D482-9C96-77DD-B0FF3B27E985}"/>
                    </a:ext>
                  </a:extLst>
                </p14:cNvPr>
                <p14:cNvContentPartPr/>
                <p14:nvPr/>
              </p14:nvContentPartPr>
              <p14:xfrm>
                <a:off x="8575867" y="6210968"/>
                <a:ext cx="187920" cy="263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72A6D5D-D482-9C96-77DD-B0FF3B27E98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558227" y="6192968"/>
                  <a:ext cx="2235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640D935-309B-95F4-0E93-710B396A9507}"/>
                    </a:ext>
                  </a:extLst>
                </p14:cNvPr>
                <p14:cNvContentPartPr/>
                <p14:nvPr/>
              </p14:nvContentPartPr>
              <p14:xfrm>
                <a:off x="8835427" y="6237248"/>
                <a:ext cx="115560" cy="219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640D935-309B-95F4-0E93-710B396A950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17427" y="6219248"/>
                  <a:ext cx="151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98BBB0-95B8-F1FA-B9CF-92F50A1C92E5}"/>
                    </a:ext>
                  </a:extLst>
                </p14:cNvPr>
                <p14:cNvContentPartPr/>
                <p14:nvPr/>
              </p14:nvContentPartPr>
              <p14:xfrm>
                <a:off x="8443387" y="6067688"/>
                <a:ext cx="617760" cy="5889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98BBB0-95B8-F1FA-B9CF-92F50A1C92E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425387" y="6050048"/>
                  <a:ext cx="65340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490F1A6-C3A9-1030-72D5-2CC0E84EE47A}"/>
                    </a:ext>
                  </a:extLst>
                </p14:cNvPr>
                <p14:cNvContentPartPr/>
                <p14:nvPr/>
              </p14:nvContentPartPr>
              <p14:xfrm>
                <a:off x="9325027" y="5827568"/>
                <a:ext cx="603000" cy="3308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490F1A6-C3A9-1030-72D5-2CC0E84EE47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307027" y="5809568"/>
                  <a:ext cx="638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65335B3-BD55-169F-2066-87B4D45FEB7E}"/>
                    </a:ext>
                  </a:extLst>
                </p14:cNvPr>
                <p14:cNvContentPartPr/>
                <p14:nvPr/>
              </p14:nvContentPartPr>
              <p14:xfrm>
                <a:off x="9648307" y="6279008"/>
                <a:ext cx="174600" cy="228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65335B3-BD55-169F-2066-87B4D45FEB7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630307" y="6261008"/>
                  <a:ext cx="210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63C75E7-3A74-CD6A-E5BD-EF3FAA941C3D}"/>
                    </a:ext>
                  </a:extLst>
                </p14:cNvPr>
                <p14:cNvContentPartPr/>
                <p14:nvPr/>
              </p14:nvContentPartPr>
              <p14:xfrm>
                <a:off x="9913267" y="6317528"/>
                <a:ext cx="199440" cy="2307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63C75E7-3A74-CD6A-E5BD-EF3FAA941C3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895267" y="6299888"/>
                  <a:ext cx="235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A9E3E69-A06E-6440-DF74-360049D8C4EF}"/>
                    </a:ext>
                  </a:extLst>
                </p14:cNvPr>
                <p14:cNvContentPartPr/>
                <p14:nvPr/>
              </p14:nvContentPartPr>
              <p14:xfrm>
                <a:off x="9290467" y="6054728"/>
                <a:ext cx="957240" cy="6483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A9E3E69-A06E-6440-DF74-360049D8C4E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272467" y="6037088"/>
                  <a:ext cx="992880" cy="68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9522B81-0C1C-2CC9-EAAF-087D6674BA85}"/>
                    </a:ext>
                  </a:extLst>
                </p14:cNvPr>
                <p14:cNvContentPartPr/>
                <p14:nvPr/>
              </p14:nvContentPartPr>
              <p14:xfrm>
                <a:off x="5987827" y="4397648"/>
                <a:ext cx="4423320" cy="2410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9522B81-0C1C-2CC9-EAAF-087D6674BA8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69827" y="4380008"/>
                  <a:ext cx="4458960" cy="244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8FF9AAE3-A0FF-E252-FC05-52F2E5519297}"/>
                  </a:ext>
                </a:extLst>
              </p14:cNvPr>
              <p14:cNvContentPartPr/>
              <p14:nvPr/>
            </p14:nvContentPartPr>
            <p14:xfrm>
              <a:off x="5254147" y="3402968"/>
              <a:ext cx="1431360" cy="1782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8FF9AAE3-A0FF-E252-FC05-52F2E5519297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236507" y="3385328"/>
                <a:ext cx="14670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C4CDF32F-695F-D891-EC2A-81FE203AD04A}"/>
              </a:ext>
            </a:extLst>
          </p:cNvPr>
          <p:cNvGrpSpPr/>
          <p:nvPr/>
        </p:nvGrpSpPr>
        <p:grpSpPr>
          <a:xfrm>
            <a:off x="230707" y="2765048"/>
            <a:ext cx="6717960" cy="807840"/>
            <a:chOff x="230707" y="2765048"/>
            <a:chExt cx="6717960" cy="80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057026-C366-988F-5E10-6D2C73DE9333}"/>
                    </a:ext>
                  </a:extLst>
                </p14:cNvPr>
                <p14:cNvContentPartPr/>
                <p14:nvPr/>
              </p14:nvContentPartPr>
              <p14:xfrm>
                <a:off x="410347" y="2826608"/>
                <a:ext cx="18720" cy="270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B057026-C366-988F-5E10-6D2C73DE933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92347" y="2808608"/>
                  <a:ext cx="54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E1F4CE1-4EED-8A38-444C-48DF3A01600C}"/>
                    </a:ext>
                  </a:extLst>
                </p14:cNvPr>
                <p14:cNvContentPartPr/>
                <p14:nvPr/>
              </p14:nvContentPartPr>
              <p14:xfrm>
                <a:off x="295147" y="2765048"/>
                <a:ext cx="193320" cy="75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E1F4CE1-4EED-8A38-444C-48DF3A01600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77147" y="2747048"/>
                  <a:ext cx="228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10D9BF8-84C3-738E-C7DF-06DA6B85BD81}"/>
                    </a:ext>
                  </a:extLst>
                </p14:cNvPr>
                <p14:cNvContentPartPr/>
                <p14:nvPr/>
              </p14:nvContentPartPr>
              <p14:xfrm>
                <a:off x="230707" y="3146648"/>
                <a:ext cx="219240" cy="43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10D9BF8-84C3-738E-C7DF-06DA6B85BD8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12707" y="3129008"/>
                  <a:ext cx="254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956FA6B-49EF-34C8-C73B-88257525712F}"/>
                    </a:ext>
                  </a:extLst>
                </p14:cNvPr>
                <p14:cNvContentPartPr/>
                <p14:nvPr/>
              </p14:nvContentPartPr>
              <p14:xfrm>
                <a:off x="636787" y="3048368"/>
                <a:ext cx="164160" cy="2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956FA6B-49EF-34C8-C73B-88257525712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19147" y="3030368"/>
                  <a:ext cx="199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80CC907-6A27-57CE-7D1F-B5B40184FEB3}"/>
                    </a:ext>
                  </a:extLst>
                </p14:cNvPr>
                <p14:cNvContentPartPr/>
                <p14:nvPr/>
              </p14:nvContentPartPr>
              <p14:xfrm>
                <a:off x="777187" y="2946128"/>
                <a:ext cx="82440" cy="254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80CC907-6A27-57CE-7D1F-B5B40184FEB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59187" y="2928488"/>
                  <a:ext cx="118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3660DF-A322-9B14-5930-7997B86AB203}"/>
                    </a:ext>
                  </a:extLst>
                </p14:cNvPr>
                <p14:cNvContentPartPr/>
                <p14:nvPr/>
              </p14:nvContentPartPr>
              <p14:xfrm>
                <a:off x="1248787" y="2903288"/>
                <a:ext cx="64440" cy="326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3660DF-A322-9B14-5930-7997B86AB20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230787" y="2885288"/>
                  <a:ext cx="1000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93A3A10-214F-E112-C1D4-90736D070EBD}"/>
                    </a:ext>
                  </a:extLst>
                </p14:cNvPr>
                <p14:cNvContentPartPr/>
                <p14:nvPr/>
              </p14:nvContentPartPr>
              <p14:xfrm>
                <a:off x="1419067" y="2990048"/>
                <a:ext cx="147240" cy="165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93A3A10-214F-E112-C1D4-90736D070EB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401427" y="2972408"/>
                  <a:ext cx="182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6DD8151-8DDE-8815-A01D-A8658D0F56AB}"/>
                    </a:ext>
                  </a:extLst>
                </p14:cNvPr>
                <p14:cNvContentPartPr/>
                <p14:nvPr/>
              </p14:nvContentPartPr>
              <p14:xfrm>
                <a:off x="2001547" y="2920928"/>
                <a:ext cx="17280" cy="246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6DD8151-8DDE-8815-A01D-A8658D0F56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983907" y="2902928"/>
                  <a:ext cx="52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E81378F-3494-3491-2E0E-440A02CEF38D}"/>
                    </a:ext>
                  </a:extLst>
                </p14:cNvPr>
                <p14:cNvContentPartPr/>
                <p14:nvPr/>
              </p14:nvContentPartPr>
              <p14:xfrm>
                <a:off x="2148427" y="2878808"/>
                <a:ext cx="96840" cy="277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E81378F-3494-3491-2E0E-440A02CEF38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130427" y="2861168"/>
                  <a:ext cx="1324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390EA8-F87F-FF45-F6E5-33CA8AEC720E}"/>
                    </a:ext>
                  </a:extLst>
                </p14:cNvPr>
                <p14:cNvContentPartPr/>
                <p14:nvPr/>
              </p14:nvContentPartPr>
              <p14:xfrm>
                <a:off x="2585827" y="2964488"/>
                <a:ext cx="135000" cy="231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390EA8-F87F-FF45-F6E5-33CA8AEC720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567827" y="2946848"/>
                  <a:ext cx="170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AEF5BF7-611A-1DF5-AB98-24BAE947983A}"/>
                    </a:ext>
                  </a:extLst>
                </p14:cNvPr>
                <p14:cNvContentPartPr/>
                <p14:nvPr/>
              </p14:nvContentPartPr>
              <p14:xfrm>
                <a:off x="2800747" y="2966288"/>
                <a:ext cx="193680" cy="183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AEF5BF7-611A-1DF5-AB98-24BAE947983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783107" y="2948288"/>
                  <a:ext cx="229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DE7F30-4F04-5B60-DBBF-4283651FBB9B}"/>
                    </a:ext>
                  </a:extLst>
                </p14:cNvPr>
                <p14:cNvContentPartPr/>
                <p14:nvPr/>
              </p14:nvContentPartPr>
              <p14:xfrm>
                <a:off x="3217627" y="2980688"/>
                <a:ext cx="244440" cy="234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DE7F30-4F04-5B60-DBBF-4283651FBB9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199987" y="2963048"/>
                  <a:ext cx="280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8B30AEA-9184-3904-DD34-A3AC4C1D0517}"/>
                    </a:ext>
                  </a:extLst>
                </p14:cNvPr>
                <p14:cNvContentPartPr/>
                <p14:nvPr/>
              </p14:nvContentPartPr>
              <p14:xfrm>
                <a:off x="3493027" y="3027128"/>
                <a:ext cx="114840" cy="295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8B30AEA-9184-3904-DD34-A3AC4C1D051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475027" y="3009128"/>
                  <a:ext cx="150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5C504F-356A-3542-1488-3BA38D5341FE}"/>
                    </a:ext>
                  </a:extLst>
                </p14:cNvPr>
                <p14:cNvContentPartPr/>
                <p14:nvPr/>
              </p14:nvContentPartPr>
              <p14:xfrm>
                <a:off x="3855187" y="3023888"/>
                <a:ext cx="243360" cy="251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5C504F-356A-3542-1488-3BA38D5341F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837187" y="3006248"/>
                  <a:ext cx="2790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96575F2-F85A-FA73-84A6-31043C816649}"/>
                    </a:ext>
                  </a:extLst>
                </p14:cNvPr>
                <p14:cNvContentPartPr/>
                <p14:nvPr/>
              </p14:nvContentPartPr>
              <p14:xfrm>
                <a:off x="4126267" y="2948648"/>
                <a:ext cx="147240" cy="264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96575F2-F85A-FA73-84A6-31043C81664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08267" y="2931008"/>
                  <a:ext cx="182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A57CAB-8D0F-FF5C-5028-31390413C372}"/>
                    </a:ext>
                  </a:extLst>
                </p14:cNvPr>
                <p14:cNvContentPartPr/>
                <p14:nvPr/>
              </p14:nvContentPartPr>
              <p14:xfrm>
                <a:off x="4530547" y="3060608"/>
                <a:ext cx="172800" cy="313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A57CAB-8D0F-FF5C-5028-31390413C37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12547" y="3042608"/>
                  <a:ext cx="2084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7E091FA-7738-D97D-6B3E-8D922D41607C}"/>
                    </a:ext>
                  </a:extLst>
                </p14:cNvPr>
                <p14:cNvContentPartPr/>
                <p14:nvPr/>
              </p14:nvContentPartPr>
              <p14:xfrm>
                <a:off x="4804867" y="3062048"/>
                <a:ext cx="185760" cy="246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7E091FA-7738-D97D-6B3E-8D922D41607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6867" y="3044048"/>
                  <a:ext cx="221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ED28B51-AB08-6FA1-D71E-31E33B876308}"/>
                    </a:ext>
                  </a:extLst>
                </p14:cNvPr>
                <p14:cNvContentPartPr/>
                <p14:nvPr/>
              </p14:nvContentPartPr>
              <p14:xfrm>
                <a:off x="5309947" y="3009488"/>
                <a:ext cx="120240" cy="244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ED28B51-AB08-6FA1-D71E-31E33B87630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291947" y="2991848"/>
                  <a:ext cx="1558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49BB911-4465-6A73-383B-7D6667CD16A3}"/>
                    </a:ext>
                  </a:extLst>
                </p14:cNvPr>
                <p14:cNvContentPartPr/>
                <p14:nvPr/>
              </p14:nvContentPartPr>
              <p14:xfrm>
                <a:off x="5503987" y="2938568"/>
                <a:ext cx="117360" cy="250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49BB911-4465-6A73-383B-7D6667CD16A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486347" y="2920568"/>
                  <a:ext cx="153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5DE70C3-5CC8-C7DD-7CCC-CACD96A2F812}"/>
                    </a:ext>
                  </a:extLst>
                </p14:cNvPr>
                <p14:cNvContentPartPr/>
                <p14:nvPr/>
              </p14:nvContentPartPr>
              <p14:xfrm>
                <a:off x="5936707" y="2997608"/>
                <a:ext cx="137160" cy="314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5DE70C3-5CC8-C7DD-7CCC-CACD96A2F81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19067" y="2979968"/>
                  <a:ext cx="172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9A28F2C-34DA-BD08-D841-AAEFC753D51B}"/>
                    </a:ext>
                  </a:extLst>
                </p14:cNvPr>
                <p14:cNvContentPartPr/>
                <p14:nvPr/>
              </p14:nvContentPartPr>
              <p14:xfrm>
                <a:off x="6145867" y="2965928"/>
                <a:ext cx="145440" cy="327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9A28F2C-34DA-BD08-D841-AAEFC753D51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127867" y="2948288"/>
                  <a:ext cx="1810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16F6979-0261-CAD8-B643-9A45AA35AE43}"/>
                    </a:ext>
                  </a:extLst>
                </p14:cNvPr>
                <p14:cNvContentPartPr/>
                <p14:nvPr/>
              </p14:nvContentPartPr>
              <p14:xfrm>
                <a:off x="6497587" y="3006968"/>
                <a:ext cx="206640" cy="259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16F6979-0261-CAD8-B643-9A45AA35AE4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79587" y="2988968"/>
                  <a:ext cx="242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6799EA1-C085-0BFE-CF33-E0BD76A114BB}"/>
                    </a:ext>
                  </a:extLst>
                </p14:cNvPr>
                <p14:cNvContentPartPr/>
                <p14:nvPr/>
              </p14:nvContentPartPr>
              <p14:xfrm>
                <a:off x="6741667" y="3061688"/>
                <a:ext cx="207000" cy="200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6799EA1-C085-0BFE-CF33-E0BD76A114B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724027" y="3044048"/>
                  <a:ext cx="242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97CD87F-2A92-6C04-9325-3F54B72EA6DB}"/>
                    </a:ext>
                  </a:extLst>
                </p14:cNvPr>
                <p14:cNvContentPartPr/>
                <p14:nvPr/>
              </p14:nvContentPartPr>
              <p14:xfrm>
                <a:off x="1241587" y="3440408"/>
                <a:ext cx="3051000" cy="1180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97CD87F-2A92-6C04-9325-3F54B72EA6D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223947" y="3422408"/>
                  <a:ext cx="3086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6EB86F6-F9D9-D2A1-8D8B-773A79C3857A}"/>
                    </a:ext>
                  </a:extLst>
                </p14:cNvPr>
                <p14:cNvContentPartPr/>
                <p14:nvPr/>
              </p14:nvContentPartPr>
              <p14:xfrm>
                <a:off x="5242267" y="3532208"/>
                <a:ext cx="1436760" cy="406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6EB86F6-F9D9-D2A1-8D8B-773A79C3857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224627" y="3514568"/>
                  <a:ext cx="147240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4D954878-EEAF-D812-B752-C7BDFD0F5F1C}"/>
              </a:ext>
            </a:extLst>
          </p:cNvPr>
          <p:cNvGrpSpPr/>
          <p:nvPr/>
        </p:nvGrpSpPr>
        <p:grpSpPr>
          <a:xfrm>
            <a:off x="976627" y="1771808"/>
            <a:ext cx="640440" cy="148320"/>
            <a:chOff x="976627" y="1771808"/>
            <a:chExt cx="64044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B68451F-7D73-F542-057A-F0A10B45ECB6}"/>
                    </a:ext>
                  </a:extLst>
                </p14:cNvPr>
                <p14:cNvContentPartPr/>
                <p14:nvPr/>
              </p14:nvContentPartPr>
              <p14:xfrm>
                <a:off x="1028467" y="1807448"/>
                <a:ext cx="588600" cy="1126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B68451F-7D73-F542-057A-F0A10B45ECB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10467" y="1789808"/>
                  <a:ext cx="624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755465B-29C6-979F-56B0-7F771CF797B1}"/>
                    </a:ext>
                  </a:extLst>
                </p14:cNvPr>
                <p14:cNvContentPartPr/>
                <p14:nvPr/>
              </p14:nvContentPartPr>
              <p14:xfrm>
                <a:off x="976627" y="1771808"/>
                <a:ext cx="396720" cy="842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755465B-29C6-979F-56B0-7F771CF797B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58987" y="1753808"/>
                  <a:ext cx="432360" cy="11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1165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FFF7-9644-951D-6EC6-B1124351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3465C-71B1-1C4E-0BAC-3E5118C5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289DBF4-2209-1666-9C01-A424B2085723}"/>
                  </a:ext>
                </a:extLst>
              </p14:cNvPr>
              <p14:cNvContentPartPr/>
              <p14:nvPr/>
            </p14:nvContentPartPr>
            <p14:xfrm>
              <a:off x="7780627" y="149288"/>
              <a:ext cx="797760" cy="7628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289DBF4-2209-1666-9C01-A424B20857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2627" y="131648"/>
                <a:ext cx="83340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F19A531-584F-B39A-AE24-DE779EBC3108}"/>
                  </a:ext>
                </a:extLst>
              </p14:cNvPr>
              <p14:cNvContentPartPr/>
              <p14:nvPr/>
            </p14:nvContentPartPr>
            <p14:xfrm>
              <a:off x="3699307" y="1036328"/>
              <a:ext cx="826920" cy="7646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F19A531-584F-B39A-AE24-DE779EBC31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1667" y="1018688"/>
                <a:ext cx="862560" cy="80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100457D-10F6-8EA1-A279-1AD09F9F0945}"/>
                  </a:ext>
                </a:extLst>
              </p14:cNvPr>
              <p14:cNvContentPartPr/>
              <p14:nvPr/>
            </p14:nvContentPartPr>
            <p14:xfrm>
              <a:off x="2172907" y="1707728"/>
              <a:ext cx="1014120" cy="1195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100457D-10F6-8EA1-A279-1AD09F9F09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5267" y="1689728"/>
                <a:ext cx="10497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7CF97D0-5FF7-2063-0CB5-A4CDB60220E0}"/>
                  </a:ext>
                </a:extLst>
              </p14:cNvPr>
              <p14:cNvContentPartPr/>
              <p14:nvPr/>
            </p14:nvContentPartPr>
            <p14:xfrm>
              <a:off x="5086387" y="1727168"/>
              <a:ext cx="941760" cy="738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7CF97D0-5FF7-2063-0CB5-A4CDB60220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68387" y="1709528"/>
                <a:ext cx="97740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BC6C241-54D7-8AAD-8664-11B73E7E43F1}"/>
              </a:ext>
            </a:extLst>
          </p:cNvPr>
          <p:cNvGrpSpPr/>
          <p:nvPr/>
        </p:nvGrpSpPr>
        <p:grpSpPr>
          <a:xfrm>
            <a:off x="5093587" y="4322048"/>
            <a:ext cx="1658160" cy="1380600"/>
            <a:chOff x="5093587" y="4322048"/>
            <a:chExt cx="1658160" cy="13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72501E-9904-72FB-C2EE-3B77149CD07F}"/>
                    </a:ext>
                  </a:extLst>
                </p14:cNvPr>
                <p14:cNvContentPartPr/>
                <p14:nvPr/>
              </p14:nvContentPartPr>
              <p14:xfrm>
                <a:off x="6091147" y="4322048"/>
                <a:ext cx="660600" cy="543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72501E-9904-72FB-C2EE-3B77149CD0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73147" y="4304408"/>
                  <a:ext cx="69624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05729AB-C861-4031-9959-A2CF5423DC02}"/>
                    </a:ext>
                  </a:extLst>
                </p14:cNvPr>
                <p14:cNvContentPartPr/>
                <p14:nvPr/>
              </p14:nvContentPartPr>
              <p14:xfrm>
                <a:off x="5475907" y="5072288"/>
                <a:ext cx="32760" cy="276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05729AB-C861-4031-9959-A2CF5423DC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57907" y="5054288"/>
                  <a:ext cx="68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371AE7C-5D25-F72C-813B-143FF1DA2368}"/>
                    </a:ext>
                  </a:extLst>
                </p14:cNvPr>
                <p14:cNvContentPartPr/>
                <p14:nvPr/>
              </p14:nvContentPartPr>
              <p14:xfrm>
                <a:off x="5610907" y="5179208"/>
                <a:ext cx="163080" cy="148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371AE7C-5D25-F72C-813B-143FF1DA23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92907" y="5161208"/>
                  <a:ext cx="198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CBAC1DE-0D81-DEC3-C4CF-74A3D3E0F3A6}"/>
                    </a:ext>
                  </a:extLst>
                </p14:cNvPr>
                <p14:cNvContentPartPr/>
                <p14:nvPr/>
              </p14:nvContentPartPr>
              <p14:xfrm>
                <a:off x="6011587" y="5146448"/>
                <a:ext cx="48600" cy="251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CBAC1DE-0D81-DEC3-C4CF-74A3D3E0F3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3587" y="5128808"/>
                  <a:ext cx="842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5E9F4B7-B1E8-EB87-15D4-2C1A0BD1E822}"/>
                    </a:ext>
                  </a:extLst>
                </p14:cNvPr>
                <p14:cNvContentPartPr/>
                <p14:nvPr/>
              </p14:nvContentPartPr>
              <p14:xfrm>
                <a:off x="6035707" y="5112248"/>
                <a:ext cx="228600" cy="259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5E9F4B7-B1E8-EB87-15D4-2C1A0BD1E8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18067" y="5094608"/>
                  <a:ext cx="264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87232D1-7385-370E-1DF7-0154024BAA89}"/>
                    </a:ext>
                  </a:extLst>
                </p14:cNvPr>
                <p14:cNvContentPartPr/>
                <p14:nvPr/>
              </p14:nvContentPartPr>
              <p14:xfrm>
                <a:off x="5093587" y="4847288"/>
                <a:ext cx="1373760" cy="855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87232D1-7385-370E-1DF7-0154024BAA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75947" y="4829288"/>
                  <a:ext cx="1409400" cy="89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D5C000F-B83D-F837-3EC1-670CB291D336}"/>
                  </a:ext>
                </a:extLst>
              </p14:cNvPr>
              <p14:cNvContentPartPr/>
              <p14:nvPr/>
            </p14:nvContentPartPr>
            <p14:xfrm>
              <a:off x="5048587" y="4963568"/>
              <a:ext cx="842040" cy="6638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D5C000F-B83D-F837-3EC1-670CB291D33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30947" y="4945568"/>
                <a:ext cx="877680" cy="69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B2215CA-8127-C59D-2712-8874A097E574}"/>
              </a:ext>
            </a:extLst>
          </p:cNvPr>
          <p:cNvGrpSpPr/>
          <p:nvPr/>
        </p:nvGrpSpPr>
        <p:grpSpPr>
          <a:xfrm>
            <a:off x="323947" y="49208"/>
            <a:ext cx="9748440" cy="6721200"/>
            <a:chOff x="323947" y="49208"/>
            <a:chExt cx="9748440" cy="67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6F347C-7828-A104-E85F-7FB51804EBF7}"/>
                    </a:ext>
                  </a:extLst>
                </p14:cNvPr>
                <p14:cNvContentPartPr/>
                <p14:nvPr/>
              </p14:nvContentPartPr>
              <p14:xfrm>
                <a:off x="444907" y="377168"/>
                <a:ext cx="35640" cy="297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6F347C-7828-A104-E85F-7FB51804EB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907" y="359168"/>
                  <a:ext cx="71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A288EE1-F467-FE8A-0589-65367535C049}"/>
                    </a:ext>
                  </a:extLst>
                </p14:cNvPr>
                <p14:cNvContentPartPr/>
                <p14:nvPr/>
              </p14:nvContentPartPr>
              <p14:xfrm>
                <a:off x="425107" y="320288"/>
                <a:ext cx="168120" cy="176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A288EE1-F467-FE8A-0589-65367535C0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467" y="302288"/>
                  <a:ext cx="203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820705-AF27-AEC0-BB7B-EB117A371637}"/>
                    </a:ext>
                  </a:extLst>
                </p14:cNvPr>
                <p14:cNvContentPartPr/>
                <p14:nvPr/>
              </p14:nvContentPartPr>
              <p14:xfrm>
                <a:off x="764227" y="498848"/>
                <a:ext cx="152640" cy="153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820705-AF27-AEC0-BB7B-EB117A3716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6587" y="480848"/>
                  <a:ext cx="18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08AE32-C312-C1C4-12CE-6D580B6EE30C}"/>
                    </a:ext>
                  </a:extLst>
                </p14:cNvPr>
                <p14:cNvContentPartPr/>
                <p14:nvPr/>
              </p14:nvContentPartPr>
              <p14:xfrm>
                <a:off x="1079587" y="463208"/>
                <a:ext cx="212760" cy="262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08AE32-C312-C1C4-12CE-6D580B6EE3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1947" y="445568"/>
                  <a:ext cx="248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CE1C95-346F-4148-8C7C-ED78309B0F85}"/>
                    </a:ext>
                  </a:extLst>
                </p14:cNvPr>
                <p14:cNvContentPartPr/>
                <p14:nvPr/>
              </p14:nvContentPartPr>
              <p14:xfrm>
                <a:off x="1405387" y="206168"/>
                <a:ext cx="21960" cy="497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CE1C95-346F-4148-8C7C-ED78309B0F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87387" y="188168"/>
                  <a:ext cx="576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07C6D0-7236-F546-BD56-12787F29F2D2}"/>
                    </a:ext>
                  </a:extLst>
                </p14:cNvPr>
                <p14:cNvContentPartPr/>
                <p14:nvPr/>
              </p14:nvContentPartPr>
              <p14:xfrm>
                <a:off x="1347427" y="542768"/>
                <a:ext cx="156960" cy="24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07C6D0-7236-F546-BD56-12787F29F2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29787" y="524768"/>
                  <a:ext cx="192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B4F234-F84C-C3BD-6588-86651C76E014}"/>
                    </a:ext>
                  </a:extLst>
                </p14:cNvPr>
                <p14:cNvContentPartPr/>
                <p14:nvPr/>
              </p14:nvContentPartPr>
              <p14:xfrm>
                <a:off x="1821907" y="532328"/>
                <a:ext cx="268560" cy="45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B4F234-F84C-C3BD-6588-86651C76E01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04267" y="514688"/>
                  <a:ext cx="304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6E9265-7F50-0145-9D4E-25DE06BC6381}"/>
                    </a:ext>
                  </a:extLst>
                </p14:cNvPr>
                <p14:cNvContentPartPr/>
                <p14:nvPr/>
              </p14:nvContentPartPr>
              <p14:xfrm>
                <a:off x="2009107" y="438728"/>
                <a:ext cx="132840" cy="248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6E9265-7F50-0145-9D4E-25DE06BC63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91467" y="421088"/>
                  <a:ext cx="168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D51EA4-7662-5A61-DFDB-86CEAAEF08AB}"/>
                    </a:ext>
                  </a:extLst>
                </p14:cNvPr>
                <p14:cNvContentPartPr/>
                <p14:nvPr/>
              </p14:nvContentPartPr>
              <p14:xfrm>
                <a:off x="553267" y="1172768"/>
                <a:ext cx="32760" cy="175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D51EA4-7662-5A61-DFDB-86CEAAEF08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5267" y="1155128"/>
                  <a:ext cx="68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9588E36-2AB1-536B-BE1D-4C88EE0B275A}"/>
                    </a:ext>
                  </a:extLst>
                </p14:cNvPr>
                <p14:cNvContentPartPr/>
                <p14:nvPr/>
              </p14:nvContentPartPr>
              <p14:xfrm>
                <a:off x="477667" y="1142888"/>
                <a:ext cx="192960" cy="36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9588E36-2AB1-536B-BE1D-4C88EE0B27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027" y="1124888"/>
                  <a:ext cx="228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BF2F422-0911-CF7B-3430-61EF03C7C78A}"/>
                    </a:ext>
                  </a:extLst>
                </p14:cNvPr>
                <p14:cNvContentPartPr/>
                <p14:nvPr/>
              </p14:nvContentPartPr>
              <p14:xfrm>
                <a:off x="323947" y="1391288"/>
                <a:ext cx="296280" cy="5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BF2F422-0911-CF7B-3430-61EF03C7C7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5947" y="1373648"/>
                  <a:ext cx="33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E313B0A-8458-182D-63AA-CB91AD02E7FF}"/>
                    </a:ext>
                  </a:extLst>
                </p14:cNvPr>
                <p14:cNvContentPartPr/>
                <p14:nvPr/>
              </p14:nvContentPartPr>
              <p14:xfrm>
                <a:off x="681427" y="1295168"/>
                <a:ext cx="194040" cy="165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E313B0A-8458-182D-63AA-CB91AD02E7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3787" y="1277528"/>
                  <a:ext cx="229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943F3D-2400-02A9-0CB9-6CA556636425}"/>
                    </a:ext>
                  </a:extLst>
                </p14:cNvPr>
                <p14:cNvContentPartPr/>
                <p14:nvPr/>
              </p14:nvContentPartPr>
              <p14:xfrm>
                <a:off x="1186507" y="1353488"/>
                <a:ext cx="386280" cy="1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943F3D-2400-02A9-0CB9-6CA5566364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8507" y="1335488"/>
                  <a:ext cx="421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2CC7F7-64FC-9979-3CDF-CCC291AB44C8}"/>
                    </a:ext>
                  </a:extLst>
                </p14:cNvPr>
                <p14:cNvContentPartPr/>
                <p14:nvPr/>
              </p14:nvContentPartPr>
              <p14:xfrm>
                <a:off x="1405027" y="1299128"/>
                <a:ext cx="175320" cy="19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2CC7F7-64FC-9979-3CDF-CCC291AB44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87387" y="1281128"/>
                  <a:ext cx="2109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A4A555-04E9-26D2-A12C-56E7C85BCE62}"/>
                    </a:ext>
                  </a:extLst>
                </p14:cNvPr>
                <p14:cNvContentPartPr/>
                <p14:nvPr/>
              </p14:nvContentPartPr>
              <p14:xfrm>
                <a:off x="2142307" y="1248728"/>
                <a:ext cx="79920" cy="283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A4A555-04E9-26D2-A12C-56E7C85BCE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24307" y="1230728"/>
                  <a:ext cx="1155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A78C25-0D22-8271-4400-6A102D96F7AB}"/>
                    </a:ext>
                  </a:extLst>
                </p14:cNvPr>
                <p14:cNvContentPartPr/>
                <p14:nvPr/>
              </p14:nvContentPartPr>
              <p14:xfrm>
                <a:off x="2342107" y="1303448"/>
                <a:ext cx="181800" cy="15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A78C25-0D22-8271-4400-6A102D96F7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24107" y="1285808"/>
                  <a:ext cx="217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C1D3294-0676-B0F4-67A8-3B0DEAC7D0C6}"/>
                    </a:ext>
                  </a:extLst>
                </p14:cNvPr>
                <p14:cNvContentPartPr/>
                <p14:nvPr/>
              </p14:nvContentPartPr>
              <p14:xfrm>
                <a:off x="3079027" y="1303448"/>
                <a:ext cx="50400" cy="268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C1D3294-0676-B0F4-67A8-3B0DEAC7D0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61027" y="1285808"/>
                  <a:ext cx="86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9A1ABE0-6ADB-C759-E9FA-CBAAFFF59B6C}"/>
                    </a:ext>
                  </a:extLst>
                </p14:cNvPr>
                <p14:cNvContentPartPr/>
                <p14:nvPr/>
              </p14:nvContentPartPr>
              <p14:xfrm>
                <a:off x="3206107" y="1326848"/>
                <a:ext cx="209520" cy="300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9A1ABE0-6ADB-C759-E9FA-CBAAFFF59B6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88467" y="1308848"/>
                  <a:ext cx="245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962CC6-4C84-1B57-0AEE-8EF1C3FB17A5}"/>
                    </a:ext>
                  </a:extLst>
                </p14:cNvPr>
                <p14:cNvContentPartPr/>
                <p14:nvPr/>
              </p14:nvContentPartPr>
              <p14:xfrm>
                <a:off x="3766987" y="1334048"/>
                <a:ext cx="413640" cy="218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962CC6-4C84-1B57-0AEE-8EF1C3FB17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49347" y="1316408"/>
                  <a:ext cx="449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149A906-DEFC-EB13-70BC-51B45F6D2676}"/>
                    </a:ext>
                  </a:extLst>
                </p14:cNvPr>
                <p14:cNvContentPartPr/>
                <p14:nvPr/>
              </p14:nvContentPartPr>
              <p14:xfrm>
                <a:off x="4129147" y="1316768"/>
                <a:ext cx="258840" cy="171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149A906-DEFC-EB13-70BC-51B45F6D26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11147" y="1298768"/>
                  <a:ext cx="294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B1D8764-FFA1-E8F3-4A83-B2CB139FE87D}"/>
                    </a:ext>
                  </a:extLst>
                </p14:cNvPr>
                <p14:cNvContentPartPr/>
                <p14:nvPr/>
              </p14:nvContentPartPr>
              <p14:xfrm>
                <a:off x="4700467" y="1305608"/>
                <a:ext cx="329400" cy="289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B1D8764-FFA1-E8F3-4A83-B2CB139FE8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82467" y="1287608"/>
                  <a:ext cx="3650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74C4F7-04F7-F466-34D2-514E489F869F}"/>
                    </a:ext>
                  </a:extLst>
                </p14:cNvPr>
                <p14:cNvContentPartPr/>
                <p14:nvPr/>
              </p14:nvContentPartPr>
              <p14:xfrm>
                <a:off x="5091067" y="1272128"/>
                <a:ext cx="143640" cy="365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74C4F7-04F7-F466-34D2-514E489F869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73067" y="1254128"/>
                  <a:ext cx="1792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1A973E-D829-1CCC-1109-CEF8617520A7}"/>
                    </a:ext>
                  </a:extLst>
                </p14:cNvPr>
                <p14:cNvContentPartPr/>
                <p14:nvPr/>
              </p14:nvContentPartPr>
              <p14:xfrm>
                <a:off x="5540347" y="1356368"/>
                <a:ext cx="34056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1A973E-D829-1CCC-1109-CEF8617520A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22347" y="1338368"/>
                  <a:ext cx="376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26FC48C-E1BA-D085-5CC2-0701344A825D}"/>
                    </a:ext>
                  </a:extLst>
                </p14:cNvPr>
                <p14:cNvContentPartPr/>
                <p14:nvPr/>
              </p14:nvContentPartPr>
              <p14:xfrm>
                <a:off x="5911147" y="1302368"/>
                <a:ext cx="167760" cy="310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26FC48C-E1BA-D085-5CC2-0701344A82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93147" y="1284728"/>
                  <a:ext cx="203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F0C05A-E00A-9E4C-F4F9-8CFF3ADC68F2}"/>
                    </a:ext>
                  </a:extLst>
                </p14:cNvPr>
                <p14:cNvContentPartPr/>
                <p14:nvPr/>
              </p14:nvContentPartPr>
              <p14:xfrm>
                <a:off x="6509107" y="1304528"/>
                <a:ext cx="249120" cy="251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F0C05A-E00A-9E4C-F4F9-8CFF3ADC68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91107" y="1286528"/>
                  <a:ext cx="284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738E28-678B-5BC9-7EDA-A709BB9BD086}"/>
                    </a:ext>
                  </a:extLst>
                </p14:cNvPr>
                <p14:cNvContentPartPr/>
                <p14:nvPr/>
              </p14:nvContentPartPr>
              <p14:xfrm>
                <a:off x="6479227" y="1326128"/>
                <a:ext cx="260280" cy="346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738E28-678B-5BC9-7EDA-A709BB9BD0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61227" y="1308128"/>
                  <a:ext cx="295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F33BCEF-FC20-215E-0C0A-6770D3EB3B3D}"/>
                    </a:ext>
                  </a:extLst>
                </p14:cNvPr>
                <p14:cNvContentPartPr/>
                <p14:nvPr/>
              </p14:nvContentPartPr>
              <p14:xfrm>
                <a:off x="6776227" y="1445648"/>
                <a:ext cx="318240" cy="192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F33BCEF-FC20-215E-0C0A-6770D3EB3B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58587" y="1427648"/>
                  <a:ext cx="353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A50591-122C-ADAB-3A0B-55B9879C42F5}"/>
                    </a:ext>
                  </a:extLst>
                </p14:cNvPr>
                <p14:cNvContentPartPr/>
                <p14:nvPr/>
              </p14:nvContentPartPr>
              <p14:xfrm>
                <a:off x="7433947" y="1343408"/>
                <a:ext cx="142560" cy="290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A50591-122C-ADAB-3A0B-55B9879C42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15947" y="1325408"/>
                  <a:ext cx="178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C51B8F-30CB-1B85-8A60-0DCEE6FD3F63}"/>
                    </a:ext>
                  </a:extLst>
                </p14:cNvPr>
                <p14:cNvContentPartPr/>
                <p14:nvPr/>
              </p14:nvContentPartPr>
              <p14:xfrm>
                <a:off x="7670467" y="1365008"/>
                <a:ext cx="183600" cy="278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C51B8F-30CB-1B85-8A60-0DCEE6FD3F6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52467" y="1347008"/>
                  <a:ext cx="219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41E571-ECF0-6789-11B1-8585A42B86AF}"/>
                    </a:ext>
                  </a:extLst>
                </p14:cNvPr>
                <p14:cNvContentPartPr/>
                <p14:nvPr/>
              </p14:nvContentPartPr>
              <p14:xfrm>
                <a:off x="8580547" y="201128"/>
                <a:ext cx="902160" cy="786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41E571-ECF0-6789-11B1-8585A42B86A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62907" y="183128"/>
                  <a:ext cx="937800" cy="82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58B8899-3950-5C50-662A-B2A9416E2647}"/>
                    </a:ext>
                  </a:extLst>
                </p14:cNvPr>
                <p14:cNvContentPartPr/>
                <p14:nvPr/>
              </p14:nvContentPartPr>
              <p14:xfrm>
                <a:off x="3008107" y="2166008"/>
                <a:ext cx="142560" cy="298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58B8899-3950-5C50-662A-B2A9416E26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90467" y="2148008"/>
                  <a:ext cx="1782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5FA93CF-C3BD-8CD4-CBE0-D3BEACABFE59}"/>
                    </a:ext>
                  </a:extLst>
                </p14:cNvPr>
                <p14:cNvContentPartPr/>
                <p14:nvPr/>
              </p14:nvContentPartPr>
              <p14:xfrm>
                <a:off x="3197107" y="2225768"/>
                <a:ext cx="260640" cy="165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5FA93CF-C3BD-8CD4-CBE0-D3BEACABFE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79107" y="2208128"/>
                  <a:ext cx="296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CC37C4-4AD9-4DBB-EAE5-3C0DFD46A843}"/>
                    </a:ext>
                  </a:extLst>
                </p14:cNvPr>
                <p14:cNvContentPartPr/>
                <p14:nvPr/>
              </p14:nvContentPartPr>
              <p14:xfrm>
                <a:off x="2687707" y="1988168"/>
                <a:ext cx="945720" cy="709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CC37C4-4AD9-4DBB-EAE5-3C0DFD46A8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9707" y="1970528"/>
                  <a:ext cx="9813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FCCF983-E3FC-EE25-A2A5-F0AB46108DF0}"/>
                    </a:ext>
                  </a:extLst>
                </p14:cNvPr>
                <p14:cNvContentPartPr/>
                <p14:nvPr/>
              </p14:nvContentPartPr>
              <p14:xfrm>
                <a:off x="2091547" y="2769368"/>
                <a:ext cx="924840" cy="562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FCCF983-E3FC-EE25-A2A5-F0AB46108D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73547" y="2751368"/>
                  <a:ext cx="9604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00339D-06E4-9DAE-56FF-4B5EF91C477D}"/>
                    </a:ext>
                  </a:extLst>
                </p14:cNvPr>
                <p14:cNvContentPartPr/>
                <p14:nvPr/>
              </p14:nvContentPartPr>
              <p14:xfrm>
                <a:off x="1056187" y="3574688"/>
                <a:ext cx="42840" cy="304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00339D-06E4-9DAE-56FF-4B5EF91C47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8547" y="3557048"/>
                  <a:ext cx="784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FBCD1-BC43-30F9-B20F-AB178EE529CD}"/>
                    </a:ext>
                  </a:extLst>
                </p14:cNvPr>
                <p14:cNvContentPartPr/>
                <p14:nvPr/>
              </p14:nvContentPartPr>
              <p14:xfrm>
                <a:off x="1186507" y="3579008"/>
                <a:ext cx="222480" cy="204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FBCD1-BC43-30F9-B20F-AB178EE529C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68507" y="3561008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E28807-5FBB-C765-242C-1743787A48D7}"/>
                    </a:ext>
                  </a:extLst>
                </p14:cNvPr>
                <p14:cNvContentPartPr/>
                <p14:nvPr/>
              </p14:nvContentPartPr>
              <p14:xfrm>
                <a:off x="1688707" y="3626528"/>
                <a:ext cx="36720" cy="197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E28807-5FBB-C765-242C-1743787A48D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71067" y="3608528"/>
                  <a:ext cx="72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391BA7-4488-3B7D-5120-544A9AB309C6}"/>
                    </a:ext>
                  </a:extLst>
                </p14:cNvPr>
                <p14:cNvContentPartPr/>
                <p14:nvPr/>
              </p14:nvContentPartPr>
              <p14:xfrm>
                <a:off x="1812907" y="3534008"/>
                <a:ext cx="156960" cy="276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391BA7-4488-3B7D-5120-544A9AB309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94907" y="3516368"/>
                  <a:ext cx="192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32C40F-4F1C-FD67-6F5D-4E377B303F67}"/>
                    </a:ext>
                  </a:extLst>
                </p14:cNvPr>
                <p14:cNvContentPartPr/>
                <p14:nvPr/>
              </p14:nvContentPartPr>
              <p14:xfrm>
                <a:off x="2197387" y="3562088"/>
                <a:ext cx="238680" cy="168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32C40F-4F1C-FD67-6F5D-4E377B303F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79747" y="3544448"/>
                  <a:ext cx="274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E50FFD8-30E5-3CE2-12D5-3C17F8D23779}"/>
                    </a:ext>
                  </a:extLst>
                </p14:cNvPr>
                <p14:cNvContentPartPr/>
                <p14:nvPr/>
              </p14:nvContentPartPr>
              <p14:xfrm>
                <a:off x="2479267" y="3546968"/>
                <a:ext cx="166680" cy="146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E50FFD8-30E5-3CE2-12D5-3C17F8D237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61627" y="3529328"/>
                  <a:ext cx="202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7426728-C7DA-EAA4-5531-039B83CF3930}"/>
                    </a:ext>
                  </a:extLst>
                </p14:cNvPr>
                <p14:cNvContentPartPr/>
                <p14:nvPr/>
              </p14:nvContentPartPr>
              <p14:xfrm>
                <a:off x="2780227" y="3503408"/>
                <a:ext cx="248040" cy="144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7426728-C7DA-EAA4-5531-039B83CF39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62227" y="3485408"/>
                  <a:ext cx="283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60DCB9F-BD66-6DC9-34EC-D96E6D4F507E}"/>
                    </a:ext>
                  </a:extLst>
                </p14:cNvPr>
                <p14:cNvContentPartPr/>
                <p14:nvPr/>
              </p14:nvContentPartPr>
              <p14:xfrm>
                <a:off x="3020347" y="3423128"/>
                <a:ext cx="163800" cy="345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60DCB9F-BD66-6DC9-34EC-D96E6D4F507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02707" y="3405128"/>
                  <a:ext cx="1994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1A242B-3464-0743-B7D3-A456B2E61CD3}"/>
                    </a:ext>
                  </a:extLst>
                </p14:cNvPr>
                <p14:cNvContentPartPr/>
                <p14:nvPr/>
              </p14:nvContentPartPr>
              <p14:xfrm>
                <a:off x="1981027" y="4074368"/>
                <a:ext cx="588960" cy="237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1A242B-3464-0743-B7D3-A456B2E61C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963027" y="4056368"/>
                  <a:ext cx="624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52A255D-87C4-CF4A-181B-42DBA8390AC9}"/>
                    </a:ext>
                  </a:extLst>
                </p14:cNvPr>
                <p14:cNvContentPartPr/>
                <p14:nvPr/>
              </p14:nvContentPartPr>
              <p14:xfrm>
                <a:off x="544267" y="3234848"/>
                <a:ext cx="2896200" cy="1406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52A255D-87C4-CF4A-181B-42DBA8390AC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6627" y="3217208"/>
                  <a:ext cx="2931840" cy="14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32473D-66A5-7099-3C30-480CB5DEB09B}"/>
                    </a:ext>
                  </a:extLst>
                </p14:cNvPr>
                <p14:cNvContentPartPr/>
                <p14:nvPr/>
              </p14:nvContentPartPr>
              <p14:xfrm>
                <a:off x="3055627" y="2738768"/>
                <a:ext cx="1747080" cy="455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32473D-66A5-7099-3C30-480CB5DEB09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37627" y="2720768"/>
                  <a:ext cx="17827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1E4C07B-94B4-8CF0-CDCE-C99B42D02CB9}"/>
                    </a:ext>
                  </a:extLst>
                </p14:cNvPr>
                <p14:cNvContentPartPr/>
                <p14:nvPr/>
              </p14:nvContentPartPr>
              <p14:xfrm>
                <a:off x="4136707" y="3660728"/>
                <a:ext cx="182880" cy="272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1E4C07B-94B4-8CF0-CDCE-C99B42D02C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19067" y="3642728"/>
                  <a:ext cx="2185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14FBBD-FE03-8E75-0B7C-6B02A532B619}"/>
                    </a:ext>
                  </a:extLst>
                </p14:cNvPr>
                <p14:cNvContentPartPr/>
                <p14:nvPr/>
              </p14:nvContentPartPr>
              <p14:xfrm>
                <a:off x="4402387" y="3720488"/>
                <a:ext cx="123480" cy="226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14FBBD-FE03-8E75-0B7C-6B02A532B6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84387" y="3702848"/>
                  <a:ext cx="159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AA668BB-379F-D24A-89F1-FC4A97CB9DBA}"/>
                    </a:ext>
                  </a:extLst>
                </p14:cNvPr>
                <p14:cNvContentPartPr/>
                <p14:nvPr/>
              </p14:nvContentPartPr>
              <p14:xfrm>
                <a:off x="4758787" y="3645968"/>
                <a:ext cx="148320" cy="28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AA668BB-379F-D24A-89F1-FC4A97CB9DB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40787" y="3627968"/>
                  <a:ext cx="1839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05CFE61-0628-E55A-5B15-75F9B46A3C8D}"/>
                    </a:ext>
                  </a:extLst>
                </p14:cNvPr>
                <p14:cNvContentPartPr/>
                <p14:nvPr/>
              </p14:nvContentPartPr>
              <p14:xfrm>
                <a:off x="4959307" y="3562448"/>
                <a:ext cx="163800" cy="342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05CFE61-0628-E55A-5B15-75F9B46A3C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41307" y="3544448"/>
                  <a:ext cx="1994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E211A19-86C9-431E-B328-6426408DB954}"/>
                    </a:ext>
                  </a:extLst>
                </p14:cNvPr>
                <p14:cNvContentPartPr/>
                <p14:nvPr/>
              </p14:nvContentPartPr>
              <p14:xfrm>
                <a:off x="5210947" y="3680528"/>
                <a:ext cx="150120" cy="187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E211A19-86C9-431E-B328-6426408DB9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93307" y="3662528"/>
                  <a:ext cx="185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71D8FB2-E453-855D-9E59-69ED001E2927}"/>
                    </a:ext>
                  </a:extLst>
                </p14:cNvPr>
                <p14:cNvContentPartPr/>
                <p14:nvPr/>
              </p14:nvContentPartPr>
              <p14:xfrm>
                <a:off x="5416147" y="3669008"/>
                <a:ext cx="172800" cy="193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71D8FB2-E453-855D-9E59-69ED001E29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98507" y="3651368"/>
                  <a:ext cx="208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4031A23-4D4B-487D-5198-FFE6D77C8910}"/>
                    </a:ext>
                  </a:extLst>
                </p14:cNvPr>
                <p14:cNvContentPartPr/>
                <p14:nvPr/>
              </p14:nvContentPartPr>
              <p14:xfrm>
                <a:off x="3565747" y="3233408"/>
                <a:ext cx="2174040" cy="1308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4031A23-4D4B-487D-5198-FFE6D77C89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48107" y="3215768"/>
                  <a:ext cx="2209680" cy="13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1BEFDC-E175-E1C2-BBA6-89190EDC9843}"/>
                    </a:ext>
                  </a:extLst>
                </p14:cNvPr>
                <p14:cNvContentPartPr/>
                <p14:nvPr/>
              </p14:nvContentPartPr>
              <p14:xfrm>
                <a:off x="5091787" y="2556248"/>
                <a:ext cx="393840" cy="135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1BEFDC-E175-E1C2-BBA6-89190EDC984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74147" y="2538248"/>
                  <a:ext cx="429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57B557-B10E-C0D2-CDE6-95DA61999CC4}"/>
                    </a:ext>
                  </a:extLst>
                </p14:cNvPr>
                <p14:cNvContentPartPr/>
                <p14:nvPr/>
              </p14:nvContentPartPr>
              <p14:xfrm>
                <a:off x="5132827" y="2698448"/>
                <a:ext cx="324720" cy="48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57B557-B10E-C0D2-CDE6-95DA61999CC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15187" y="2680808"/>
                  <a:ext cx="360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A1109D-0CC3-3A7B-6333-4FEAFFBC19D6}"/>
                    </a:ext>
                  </a:extLst>
                </p14:cNvPr>
                <p14:cNvContentPartPr/>
                <p14:nvPr/>
              </p14:nvContentPartPr>
              <p14:xfrm>
                <a:off x="5403547" y="2359328"/>
                <a:ext cx="240480" cy="491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A1109D-0CC3-3A7B-6333-4FEAFFBC19D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85547" y="2341328"/>
                  <a:ext cx="2761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A1CEA4-8626-B26B-B8E8-961CCE6ECAA0}"/>
                    </a:ext>
                  </a:extLst>
                </p14:cNvPr>
                <p14:cNvContentPartPr/>
                <p14:nvPr/>
              </p14:nvContentPartPr>
              <p14:xfrm>
                <a:off x="7024987" y="429368"/>
                <a:ext cx="243360" cy="346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A1CEA4-8626-B26B-B8E8-961CCE6ECA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06987" y="411728"/>
                  <a:ext cx="2790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4290D0-CEB7-D463-8E11-3550DCA17461}"/>
                    </a:ext>
                  </a:extLst>
                </p14:cNvPr>
                <p14:cNvContentPartPr/>
                <p14:nvPr/>
              </p14:nvContentPartPr>
              <p14:xfrm>
                <a:off x="7357627" y="540608"/>
                <a:ext cx="221760" cy="203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4290D0-CEB7-D463-8E11-3550DCA1746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39987" y="522608"/>
                  <a:ext cx="257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DBB42C-B0DB-D524-4BD2-AE747BA209FE}"/>
                    </a:ext>
                  </a:extLst>
                </p14:cNvPr>
                <p14:cNvContentPartPr/>
                <p14:nvPr/>
              </p14:nvContentPartPr>
              <p14:xfrm>
                <a:off x="7966747" y="392288"/>
                <a:ext cx="120240" cy="284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DBB42C-B0DB-D524-4BD2-AE747BA209F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48747" y="374648"/>
                  <a:ext cx="1558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73FA38-65D1-7DE1-F86E-85F2267B1F01}"/>
                    </a:ext>
                  </a:extLst>
                </p14:cNvPr>
                <p14:cNvContentPartPr/>
                <p14:nvPr/>
              </p14:nvContentPartPr>
              <p14:xfrm>
                <a:off x="8186707" y="372488"/>
                <a:ext cx="194400" cy="32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73FA38-65D1-7DE1-F86E-85F2267B1F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68707" y="354488"/>
                  <a:ext cx="2300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B3994E-FA32-20A4-11BC-E6BC68F75445}"/>
                    </a:ext>
                  </a:extLst>
                </p14:cNvPr>
                <p14:cNvContentPartPr/>
                <p14:nvPr/>
              </p14:nvContentPartPr>
              <p14:xfrm>
                <a:off x="8763787" y="426128"/>
                <a:ext cx="129960" cy="316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B3994E-FA32-20A4-11BC-E6BC68F7544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46147" y="408128"/>
                  <a:ext cx="1656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7C7814-C2C9-F388-A234-C7728A20BA51}"/>
                    </a:ext>
                  </a:extLst>
                </p14:cNvPr>
                <p14:cNvContentPartPr/>
                <p14:nvPr/>
              </p14:nvContentPartPr>
              <p14:xfrm>
                <a:off x="9020827" y="542048"/>
                <a:ext cx="210240" cy="155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7C7814-C2C9-F388-A234-C7728A20BA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02827" y="524408"/>
                  <a:ext cx="245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C060113-8CDB-9F87-BD16-7A857F9E4A9F}"/>
                    </a:ext>
                  </a:extLst>
                </p14:cNvPr>
                <p14:cNvContentPartPr/>
                <p14:nvPr/>
              </p14:nvContentPartPr>
              <p14:xfrm>
                <a:off x="8068987" y="1138928"/>
                <a:ext cx="846720" cy="754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C060113-8CDB-9F87-BD16-7A857F9E4A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51347" y="1120928"/>
                  <a:ext cx="88236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328A09E-69E2-74E3-EC46-56984928524A}"/>
                    </a:ext>
                  </a:extLst>
                </p14:cNvPr>
                <p14:cNvContentPartPr/>
                <p14:nvPr/>
              </p14:nvContentPartPr>
              <p14:xfrm>
                <a:off x="6313267" y="1059368"/>
                <a:ext cx="745200" cy="815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328A09E-69E2-74E3-EC46-56984928524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95627" y="1041728"/>
                  <a:ext cx="78084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A419A8D-9447-F404-7C22-3FFCC3377A82}"/>
                    </a:ext>
                  </a:extLst>
                </p14:cNvPr>
                <p14:cNvContentPartPr/>
                <p14:nvPr/>
              </p14:nvContentPartPr>
              <p14:xfrm>
                <a:off x="7491547" y="1809968"/>
                <a:ext cx="276120" cy="21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A419A8D-9447-F404-7C22-3FFCC3377A8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73907" y="1792328"/>
                  <a:ext cx="311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131882-C5F1-F823-5DBD-2C71876B4EE8}"/>
                    </a:ext>
                  </a:extLst>
                </p14:cNvPr>
                <p14:cNvContentPartPr/>
                <p14:nvPr/>
              </p14:nvContentPartPr>
              <p14:xfrm>
                <a:off x="8317747" y="1331168"/>
                <a:ext cx="187920" cy="354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131882-C5F1-F823-5DBD-2C71876B4E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99747" y="1313528"/>
                  <a:ext cx="2235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62A62A-4E0B-0163-FF06-138346924729}"/>
                    </a:ext>
                  </a:extLst>
                </p14:cNvPr>
                <p14:cNvContentPartPr/>
                <p14:nvPr/>
              </p14:nvContentPartPr>
              <p14:xfrm>
                <a:off x="8542387" y="1335128"/>
                <a:ext cx="241200" cy="326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62A62A-4E0B-0163-FF06-1383469247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24387" y="1317488"/>
                  <a:ext cx="276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6A07374-9FD8-79F6-0C65-A0CF5305D2AE}"/>
                    </a:ext>
                  </a:extLst>
                </p14:cNvPr>
                <p14:cNvContentPartPr/>
                <p14:nvPr/>
              </p14:nvContentPartPr>
              <p14:xfrm>
                <a:off x="9015427" y="1403888"/>
                <a:ext cx="199080" cy="301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6A07374-9FD8-79F6-0C65-A0CF5305D2A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97427" y="1385888"/>
                  <a:ext cx="2347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CCFE015-9945-2C24-F48B-35BEEEEE552F}"/>
                    </a:ext>
                  </a:extLst>
                </p14:cNvPr>
                <p14:cNvContentPartPr/>
                <p14:nvPr/>
              </p14:nvContentPartPr>
              <p14:xfrm>
                <a:off x="9383707" y="1388408"/>
                <a:ext cx="276120" cy="285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CCFE015-9945-2C24-F48B-35BEEEEE552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65707" y="1370768"/>
                  <a:ext cx="3117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D9735F5-F012-210B-4507-66BC4E7A305C}"/>
                    </a:ext>
                  </a:extLst>
                </p14:cNvPr>
                <p14:cNvContentPartPr/>
                <p14:nvPr/>
              </p14:nvContentPartPr>
              <p14:xfrm>
                <a:off x="9109387" y="1799528"/>
                <a:ext cx="353880" cy="27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D9735F5-F012-210B-4507-66BC4E7A30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91387" y="1781888"/>
                  <a:ext cx="389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DA8A2A-743C-F533-1877-5504F64FDF59}"/>
                    </a:ext>
                  </a:extLst>
                </p14:cNvPr>
                <p14:cNvContentPartPr/>
                <p14:nvPr/>
              </p14:nvContentPartPr>
              <p14:xfrm>
                <a:off x="6795667" y="245048"/>
                <a:ext cx="932760" cy="743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DA8A2A-743C-F533-1877-5504F64FDF5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77667" y="227408"/>
                  <a:ext cx="9684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00DC98B-59A3-0CE5-868C-7AC76FDEBB92}"/>
                    </a:ext>
                  </a:extLst>
                </p14:cNvPr>
                <p14:cNvContentPartPr/>
                <p14:nvPr/>
              </p14:nvContentPartPr>
              <p14:xfrm>
                <a:off x="8898427" y="1156928"/>
                <a:ext cx="836640" cy="867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00DC98B-59A3-0CE5-868C-7AC76FDEBB9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80427" y="1139288"/>
                  <a:ext cx="87228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6B0E77-851D-24FD-AF99-16C6EF68A967}"/>
                    </a:ext>
                  </a:extLst>
                </p14:cNvPr>
                <p14:cNvContentPartPr/>
                <p14:nvPr/>
              </p14:nvContentPartPr>
              <p14:xfrm>
                <a:off x="5829787" y="211568"/>
                <a:ext cx="936360" cy="752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6B0E77-851D-24FD-AF99-16C6EF68A96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11787" y="193928"/>
                  <a:ext cx="97200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61FA0D0-CDA2-0013-8FC7-C61F14A51B60}"/>
                    </a:ext>
                  </a:extLst>
                </p14:cNvPr>
                <p14:cNvContentPartPr/>
                <p14:nvPr/>
              </p14:nvContentPartPr>
              <p14:xfrm>
                <a:off x="7065667" y="1089968"/>
                <a:ext cx="927000" cy="780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61FA0D0-CDA2-0013-8FC7-C61F14A51B6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48027" y="1072328"/>
                  <a:ext cx="96264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41D9D1-2FB9-2B88-0E0A-341E650EA667}"/>
                    </a:ext>
                  </a:extLst>
                </p14:cNvPr>
                <p14:cNvContentPartPr/>
                <p14:nvPr/>
              </p14:nvContentPartPr>
              <p14:xfrm>
                <a:off x="2535787" y="377528"/>
                <a:ext cx="16560" cy="324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41D9D1-2FB9-2B88-0E0A-341E650EA6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518147" y="359888"/>
                  <a:ext cx="522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6A1B6F-C668-1B86-3F94-7B8ABE82DAA2}"/>
                    </a:ext>
                  </a:extLst>
                </p14:cNvPr>
                <p14:cNvContentPartPr/>
                <p14:nvPr/>
              </p14:nvContentPartPr>
              <p14:xfrm>
                <a:off x="2711467" y="349088"/>
                <a:ext cx="146880" cy="313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6A1B6F-C668-1B86-3F94-7B8ABE82DA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93467" y="331448"/>
                  <a:ext cx="182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2B8D25-C6AB-0AAF-266E-49BB58B9B080}"/>
                    </a:ext>
                  </a:extLst>
                </p14:cNvPr>
                <p14:cNvContentPartPr/>
                <p14:nvPr/>
              </p14:nvContentPartPr>
              <p14:xfrm>
                <a:off x="3174067" y="429728"/>
                <a:ext cx="51120" cy="250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2B8D25-C6AB-0AAF-266E-49BB58B9B08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56067" y="412088"/>
                  <a:ext cx="867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E583BA-DEAC-DFF0-9D4F-D7190F75C680}"/>
                    </a:ext>
                  </a:extLst>
                </p14:cNvPr>
                <p14:cNvContentPartPr/>
                <p14:nvPr/>
              </p14:nvContentPartPr>
              <p14:xfrm>
                <a:off x="3341107" y="381488"/>
                <a:ext cx="218160" cy="27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E583BA-DEAC-DFF0-9D4F-D7190F75C68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23107" y="363848"/>
                  <a:ext cx="253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7D0E2B-3FE7-79B7-F19F-171C52F1841F}"/>
                    </a:ext>
                  </a:extLst>
                </p14:cNvPr>
                <p14:cNvContentPartPr/>
                <p14:nvPr/>
              </p14:nvContentPartPr>
              <p14:xfrm>
                <a:off x="3845467" y="380048"/>
                <a:ext cx="201600" cy="27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7D0E2B-3FE7-79B7-F19F-171C52F1841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27467" y="362048"/>
                  <a:ext cx="237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E13E72-DFE2-E156-59B7-D5118A2BD6D8}"/>
                    </a:ext>
                  </a:extLst>
                </p14:cNvPr>
                <p14:cNvContentPartPr/>
                <p14:nvPr/>
              </p14:nvContentPartPr>
              <p14:xfrm>
                <a:off x="4164067" y="359888"/>
                <a:ext cx="208080" cy="37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E13E72-DFE2-E156-59B7-D5118A2BD6D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46427" y="342248"/>
                  <a:ext cx="2437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5453F7-D8DA-E61B-6225-966E58D19468}"/>
                    </a:ext>
                  </a:extLst>
                </p14:cNvPr>
                <p14:cNvContentPartPr/>
                <p14:nvPr/>
              </p14:nvContentPartPr>
              <p14:xfrm>
                <a:off x="4657267" y="461408"/>
                <a:ext cx="243360" cy="27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5453F7-D8DA-E61B-6225-966E58D1946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39627" y="443768"/>
                  <a:ext cx="2790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580D36-3C0F-4E9C-3E99-24624C595459}"/>
                    </a:ext>
                  </a:extLst>
                </p14:cNvPr>
                <p14:cNvContentPartPr/>
                <p14:nvPr/>
              </p14:nvContentPartPr>
              <p14:xfrm>
                <a:off x="4949947" y="425768"/>
                <a:ext cx="160200" cy="259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580D36-3C0F-4E9C-3E99-24624C5954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32307" y="407768"/>
                  <a:ext cx="195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9A92F27-01BD-0078-E683-1BDF6A65D086}"/>
                    </a:ext>
                  </a:extLst>
                </p14:cNvPr>
                <p14:cNvContentPartPr/>
                <p14:nvPr/>
              </p14:nvContentPartPr>
              <p14:xfrm>
                <a:off x="5313187" y="416048"/>
                <a:ext cx="294480" cy="231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9A92F27-01BD-0078-E683-1BDF6A65D08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95547" y="398048"/>
                  <a:ext cx="330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141669-BE8C-3741-1A55-04A1E4C13A8E}"/>
                    </a:ext>
                  </a:extLst>
                </p14:cNvPr>
                <p14:cNvContentPartPr/>
                <p14:nvPr/>
              </p14:nvContentPartPr>
              <p14:xfrm>
                <a:off x="5608027" y="436928"/>
                <a:ext cx="178920" cy="158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141669-BE8C-3741-1A55-04A1E4C13A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90027" y="419288"/>
                  <a:ext cx="214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3A2B10D-66FB-B7A8-7123-829F6A8798FC}"/>
                    </a:ext>
                  </a:extLst>
                </p14:cNvPr>
                <p14:cNvContentPartPr/>
                <p14:nvPr/>
              </p14:nvContentPartPr>
              <p14:xfrm>
                <a:off x="6163507" y="372128"/>
                <a:ext cx="129600" cy="345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3A2B10D-66FB-B7A8-7123-829F6A8798F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45507" y="354128"/>
                  <a:ext cx="1652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4C2886-501C-4CBD-C284-73CDD54A3030}"/>
                    </a:ext>
                  </a:extLst>
                </p14:cNvPr>
                <p14:cNvContentPartPr/>
                <p14:nvPr/>
              </p14:nvContentPartPr>
              <p14:xfrm>
                <a:off x="6379147" y="453128"/>
                <a:ext cx="174960" cy="251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4C2886-501C-4CBD-C284-73CDD54A303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61507" y="435128"/>
                  <a:ext cx="210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B14F7F-FD5C-592E-F2C0-20869B70945A}"/>
                    </a:ext>
                  </a:extLst>
                </p14:cNvPr>
                <p14:cNvContentPartPr/>
                <p14:nvPr/>
              </p14:nvContentPartPr>
              <p14:xfrm>
                <a:off x="5163787" y="220568"/>
                <a:ext cx="811440" cy="681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B14F7F-FD5C-592E-F2C0-20869B70945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46147" y="202568"/>
                  <a:ext cx="84708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1C38A0-FE9E-8702-0229-47AB6E18EBB9}"/>
                    </a:ext>
                  </a:extLst>
                </p14:cNvPr>
                <p14:cNvContentPartPr/>
                <p14:nvPr/>
              </p14:nvContentPartPr>
              <p14:xfrm>
                <a:off x="4553227" y="273128"/>
                <a:ext cx="750600" cy="674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51C38A0-FE9E-8702-0229-47AB6E18EBB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35587" y="255128"/>
                  <a:ext cx="78624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3BD8D61-56FE-147D-1E8B-A93E332DFDBE}"/>
                    </a:ext>
                  </a:extLst>
                </p14:cNvPr>
                <p14:cNvContentPartPr/>
                <p14:nvPr/>
              </p14:nvContentPartPr>
              <p14:xfrm>
                <a:off x="5456467" y="1085288"/>
                <a:ext cx="783720" cy="799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3BD8D61-56FE-147D-1E8B-A93E332DFD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38467" y="1067648"/>
                  <a:ext cx="81936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C2D9572-C75A-9124-1601-88816B3CBFC9}"/>
                    </a:ext>
                  </a:extLst>
                </p14:cNvPr>
                <p14:cNvContentPartPr/>
                <p14:nvPr/>
              </p14:nvContentPartPr>
              <p14:xfrm>
                <a:off x="6073147" y="1816808"/>
                <a:ext cx="339480" cy="63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C2D9572-C75A-9124-1601-88816B3CBFC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55507" y="1799168"/>
                  <a:ext cx="375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08724D5-7DD9-CAB1-2F94-810D6711C023}"/>
                    </a:ext>
                  </a:extLst>
                </p14:cNvPr>
                <p14:cNvContentPartPr/>
                <p14:nvPr/>
              </p14:nvContentPartPr>
              <p14:xfrm>
                <a:off x="4839787" y="1639688"/>
                <a:ext cx="697680" cy="196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08724D5-7DD9-CAB1-2F94-810D6711C02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21787" y="1622048"/>
                  <a:ext cx="733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A534C0C-349B-4342-4663-36E4402BDFE3}"/>
                    </a:ext>
                  </a:extLst>
                </p14:cNvPr>
                <p14:cNvContentPartPr/>
                <p14:nvPr/>
              </p14:nvContentPartPr>
              <p14:xfrm>
                <a:off x="7451227" y="2331248"/>
                <a:ext cx="180000" cy="265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A534C0C-349B-4342-4663-36E4402BDF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33227" y="2313248"/>
                  <a:ext cx="215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B3D1FDE-2A4D-D546-F689-F845D5C7FF35}"/>
                    </a:ext>
                  </a:extLst>
                </p14:cNvPr>
                <p14:cNvContentPartPr/>
                <p14:nvPr/>
              </p14:nvContentPartPr>
              <p14:xfrm>
                <a:off x="7683787" y="2380208"/>
                <a:ext cx="261000" cy="199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B3D1FDE-2A4D-D546-F689-F845D5C7FF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65787" y="2362208"/>
                  <a:ext cx="296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570A0C4-55D8-F641-492F-9F8ABF744D09}"/>
                    </a:ext>
                  </a:extLst>
                </p14:cNvPr>
                <p14:cNvContentPartPr/>
                <p14:nvPr/>
              </p14:nvContentPartPr>
              <p14:xfrm>
                <a:off x="7052707" y="2149808"/>
                <a:ext cx="1014840" cy="686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570A0C4-55D8-F641-492F-9F8ABF744D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34707" y="2131808"/>
                  <a:ext cx="105048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5115A8A-3CE8-1760-7B6F-A102D8E8FC1B}"/>
                    </a:ext>
                  </a:extLst>
                </p14:cNvPr>
                <p14:cNvContentPartPr/>
                <p14:nvPr/>
              </p14:nvContentPartPr>
              <p14:xfrm>
                <a:off x="7014547" y="2919848"/>
                <a:ext cx="465480" cy="603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5115A8A-3CE8-1760-7B6F-A102D8E8FC1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96907" y="2902208"/>
                  <a:ext cx="5011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43AA48F-19C9-F4AF-CBA5-FE64F217C5A0}"/>
                    </a:ext>
                  </a:extLst>
                </p14:cNvPr>
                <p14:cNvContentPartPr/>
                <p14:nvPr/>
              </p14:nvContentPartPr>
              <p14:xfrm>
                <a:off x="6434947" y="3524648"/>
                <a:ext cx="959040" cy="752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43AA48F-19C9-F4AF-CBA5-FE64F217C5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16947" y="3506648"/>
                  <a:ext cx="994680" cy="7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A43A84B-2A7D-4069-D5B6-CA470B40D39C}"/>
                    </a:ext>
                  </a:extLst>
                </p14:cNvPr>
                <p14:cNvContentPartPr/>
                <p14:nvPr/>
              </p14:nvContentPartPr>
              <p14:xfrm>
                <a:off x="7525027" y="2812208"/>
                <a:ext cx="921960" cy="372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A43A84B-2A7D-4069-D5B6-CA470B40D39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07387" y="2794568"/>
                  <a:ext cx="9576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150F4A-EA5F-15BD-9071-B2AF8FB4659D}"/>
                    </a:ext>
                  </a:extLst>
                </p14:cNvPr>
                <p14:cNvContentPartPr/>
                <p14:nvPr/>
              </p14:nvContentPartPr>
              <p14:xfrm>
                <a:off x="8276707" y="3298208"/>
                <a:ext cx="141120" cy="316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150F4A-EA5F-15BD-9071-B2AF8FB4659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59067" y="3280208"/>
                  <a:ext cx="1767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CFB0E95-82FC-CA7B-91D3-38865D717C82}"/>
                    </a:ext>
                  </a:extLst>
                </p14:cNvPr>
                <p14:cNvContentPartPr/>
                <p14:nvPr/>
              </p14:nvContentPartPr>
              <p14:xfrm>
                <a:off x="8503867" y="3238808"/>
                <a:ext cx="190800" cy="326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CFB0E95-82FC-CA7B-91D3-38865D717C8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86227" y="3221168"/>
                  <a:ext cx="226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876F35E-1D62-B67F-B79F-87D509121C1E}"/>
                    </a:ext>
                  </a:extLst>
                </p14:cNvPr>
                <p14:cNvContentPartPr/>
                <p14:nvPr/>
              </p14:nvContentPartPr>
              <p14:xfrm>
                <a:off x="8067907" y="3072848"/>
                <a:ext cx="976680" cy="764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876F35E-1D62-B67F-B79F-87D509121C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49907" y="3054848"/>
                  <a:ext cx="101232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8955910-7B1C-FC67-37A0-38A4E3BAB171}"/>
                    </a:ext>
                  </a:extLst>
                </p14:cNvPr>
                <p14:cNvContentPartPr/>
                <p14:nvPr/>
              </p14:nvContentPartPr>
              <p14:xfrm>
                <a:off x="8118307" y="3950168"/>
                <a:ext cx="328320" cy="433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8955910-7B1C-FC67-37A0-38A4E3BAB17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00307" y="3932168"/>
                  <a:ext cx="3639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C22E8FF-F5AD-EF51-ACCD-7E2736553760}"/>
                    </a:ext>
                  </a:extLst>
                </p14:cNvPr>
                <p14:cNvContentPartPr/>
                <p14:nvPr/>
              </p14:nvContentPartPr>
              <p14:xfrm>
                <a:off x="7816627" y="4534448"/>
                <a:ext cx="169200" cy="272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C22E8FF-F5AD-EF51-ACCD-7E273655376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98987" y="4516448"/>
                  <a:ext cx="2048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416C28-2230-B536-3FA9-D85AC2B5A83B}"/>
                    </a:ext>
                  </a:extLst>
                </p14:cNvPr>
                <p14:cNvContentPartPr/>
                <p14:nvPr/>
              </p14:nvContentPartPr>
              <p14:xfrm>
                <a:off x="8045227" y="4489088"/>
                <a:ext cx="147960" cy="263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416C28-2230-B536-3FA9-D85AC2B5A8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27227" y="4471088"/>
                  <a:ext cx="1836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BD5EE87-A6F1-161A-B05F-709B3D2BEFA7}"/>
                    </a:ext>
                  </a:extLst>
                </p14:cNvPr>
                <p14:cNvContentPartPr/>
                <p14:nvPr/>
              </p14:nvContentPartPr>
              <p14:xfrm>
                <a:off x="8434027" y="3827408"/>
                <a:ext cx="627840" cy="437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BD5EE87-A6F1-161A-B05F-709B3D2BEF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16027" y="3809408"/>
                  <a:ext cx="6634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0EA9AC5-D89A-E721-4351-E6CB94A69FC7}"/>
                    </a:ext>
                  </a:extLst>
                </p14:cNvPr>
                <p14:cNvContentPartPr/>
                <p14:nvPr/>
              </p14:nvContentPartPr>
              <p14:xfrm>
                <a:off x="8890147" y="4397648"/>
                <a:ext cx="160560" cy="200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0EA9AC5-D89A-E721-4351-E6CB94A69F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2147" y="4379648"/>
                  <a:ext cx="196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C8F826B-EB90-234B-16A8-32328D1D3FE2}"/>
                    </a:ext>
                  </a:extLst>
                </p14:cNvPr>
                <p14:cNvContentPartPr/>
                <p14:nvPr/>
              </p14:nvContentPartPr>
              <p14:xfrm>
                <a:off x="9148627" y="4461728"/>
                <a:ext cx="137520" cy="201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C8F826B-EB90-234B-16A8-32328D1D3FE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30627" y="4444088"/>
                  <a:ext cx="173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6CB3EA3-1682-A202-7028-0DAA9B2FA8C2}"/>
                    </a:ext>
                  </a:extLst>
                </p14:cNvPr>
                <p14:cNvContentPartPr/>
                <p14:nvPr/>
              </p14:nvContentPartPr>
              <p14:xfrm>
                <a:off x="6767227" y="3821648"/>
                <a:ext cx="223920" cy="250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6CB3EA3-1682-A202-7028-0DAA9B2FA8C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49587" y="3803648"/>
                  <a:ext cx="259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6B8A5D9-5214-9F03-0F4A-9D5C0A42CEEF}"/>
                    </a:ext>
                  </a:extLst>
                </p14:cNvPr>
                <p14:cNvContentPartPr/>
                <p14:nvPr/>
              </p14:nvContentPartPr>
              <p14:xfrm>
                <a:off x="6972067" y="3758288"/>
                <a:ext cx="248760" cy="173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6B8A5D9-5214-9F03-0F4A-9D5C0A42CE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954067" y="3740648"/>
                  <a:ext cx="284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24F1425-85BB-F11B-6A6F-06980C4C6144}"/>
                    </a:ext>
                  </a:extLst>
                </p14:cNvPr>
                <p14:cNvContentPartPr/>
                <p14:nvPr/>
              </p14:nvContentPartPr>
              <p14:xfrm>
                <a:off x="6676147" y="4288928"/>
                <a:ext cx="648720" cy="556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24F1425-85BB-F11B-6A6F-06980C4C614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658147" y="4270928"/>
                  <a:ext cx="6843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898C85-6EB1-F770-19E7-A9696B23154C}"/>
                    </a:ext>
                  </a:extLst>
                </p14:cNvPr>
                <p14:cNvContentPartPr/>
                <p14:nvPr/>
              </p14:nvContentPartPr>
              <p14:xfrm>
                <a:off x="7008787" y="5153288"/>
                <a:ext cx="209880" cy="214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898C85-6EB1-F770-19E7-A9696B2315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991147" y="5135288"/>
                  <a:ext cx="245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AA37669-751F-4127-C76A-54F277EEFAFE}"/>
                    </a:ext>
                  </a:extLst>
                </p14:cNvPr>
                <p14:cNvContentPartPr/>
                <p14:nvPr/>
              </p14:nvContentPartPr>
              <p14:xfrm>
                <a:off x="7323787" y="5155448"/>
                <a:ext cx="100080" cy="315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AA37669-751F-4127-C76A-54F277EEFAF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06147" y="5137448"/>
                  <a:ext cx="1357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FC77DFB-90B2-0611-6B8C-C163A7E955D4}"/>
                    </a:ext>
                  </a:extLst>
                </p14:cNvPr>
                <p14:cNvContentPartPr/>
                <p14:nvPr/>
              </p14:nvContentPartPr>
              <p14:xfrm>
                <a:off x="7704667" y="5214128"/>
                <a:ext cx="228240" cy="2451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FC77DFB-90B2-0611-6B8C-C163A7E955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86667" y="5196128"/>
                  <a:ext cx="2638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93D01C2-CB83-99F6-35F7-6B159AE9ECCF}"/>
                    </a:ext>
                  </a:extLst>
                </p14:cNvPr>
                <p14:cNvContentPartPr/>
                <p14:nvPr/>
              </p14:nvContentPartPr>
              <p14:xfrm>
                <a:off x="7896907" y="5182088"/>
                <a:ext cx="206640" cy="281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93D01C2-CB83-99F6-35F7-6B159AE9ECC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78907" y="5164088"/>
                  <a:ext cx="242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C2C15B3-B458-CF89-5539-56511588E22D}"/>
                    </a:ext>
                  </a:extLst>
                </p14:cNvPr>
                <p14:cNvContentPartPr/>
                <p14:nvPr/>
              </p14:nvContentPartPr>
              <p14:xfrm>
                <a:off x="6837427" y="4871408"/>
                <a:ext cx="1458720" cy="892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C2C15B3-B458-CF89-5539-56511588E22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19427" y="4853768"/>
                  <a:ext cx="149436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1A76A5-9DE5-34A8-5E9F-C0BC87FF70E5}"/>
                    </a:ext>
                  </a:extLst>
                </p14:cNvPr>
                <p14:cNvContentPartPr/>
                <p14:nvPr/>
              </p14:nvContentPartPr>
              <p14:xfrm>
                <a:off x="6997267" y="4894808"/>
                <a:ext cx="1252440" cy="819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1A76A5-9DE5-34A8-5E9F-C0BC87FF70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79267" y="4877168"/>
                  <a:ext cx="128808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30D6A7D-5B47-77FB-54B1-9DC29BD04DE7}"/>
                    </a:ext>
                  </a:extLst>
                </p14:cNvPr>
                <p14:cNvContentPartPr/>
                <p14:nvPr/>
              </p14:nvContentPartPr>
              <p14:xfrm>
                <a:off x="7112827" y="5736848"/>
                <a:ext cx="552960" cy="5166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30D6A7D-5B47-77FB-54B1-9DC29BD04DE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95187" y="5718848"/>
                  <a:ext cx="58860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36E9E0-F1BF-43F2-C521-645D67CB496B}"/>
                    </a:ext>
                  </a:extLst>
                </p14:cNvPr>
                <p14:cNvContentPartPr/>
                <p14:nvPr/>
              </p14:nvContentPartPr>
              <p14:xfrm>
                <a:off x="6848587" y="6289088"/>
                <a:ext cx="294480" cy="192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36E9E0-F1BF-43F2-C521-645D67CB49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30587" y="6271448"/>
                  <a:ext cx="330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5843C20-6A47-101C-4075-7FF96EFD9269}"/>
                    </a:ext>
                  </a:extLst>
                </p14:cNvPr>
                <p14:cNvContentPartPr/>
                <p14:nvPr/>
              </p14:nvContentPartPr>
              <p14:xfrm>
                <a:off x="7179427" y="6197288"/>
                <a:ext cx="204840" cy="258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5843C20-6A47-101C-4075-7FF96EFD926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61427" y="6179288"/>
                  <a:ext cx="240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F44E88-1F10-29FB-FE90-C0DEDAA6C8D8}"/>
                    </a:ext>
                  </a:extLst>
                </p14:cNvPr>
                <p14:cNvContentPartPr/>
                <p14:nvPr/>
              </p14:nvContentPartPr>
              <p14:xfrm>
                <a:off x="6674707" y="6000728"/>
                <a:ext cx="928080" cy="769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F44E88-1F10-29FB-FE90-C0DEDAA6C8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657067" y="5983088"/>
                  <a:ext cx="96372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29BA192-7339-AF30-70FC-9F5A756BCA7D}"/>
                    </a:ext>
                  </a:extLst>
                </p14:cNvPr>
                <p14:cNvContentPartPr/>
                <p14:nvPr/>
              </p14:nvContentPartPr>
              <p14:xfrm>
                <a:off x="3668347" y="179888"/>
                <a:ext cx="842040" cy="731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29BA192-7339-AF30-70FC-9F5A756BCA7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50347" y="162248"/>
                  <a:ext cx="8776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636558F-483F-DEE5-6E63-5EB7F7C959BF}"/>
                    </a:ext>
                  </a:extLst>
                </p14:cNvPr>
                <p14:cNvContentPartPr/>
                <p14:nvPr/>
              </p14:nvContentPartPr>
              <p14:xfrm>
                <a:off x="4591747" y="1102568"/>
                <a:ext cx="703080" cy="8301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636558F-483F-DEE5-6E63-5EB7F7C959B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73747" y="1084568"/>
                  <a:ext cx="7387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03294DC-8FE4-195A-24B1-7B28841266ED}"/>
                    </a:ext>
                  </a:extLst>
                </p14:cNvPr>
                <p14:cNvContentPartPr/>
                <p14:nvPr/>
              </p14:nvContentPartPr>
              <p14:xfrm>
                <a:off x="4385107" y="1766048"/>
                <a:ext cx="102240" cy="10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03294DC-8FE4-195A-24B1-7B28841266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67107" y="1748408"/>
                  <a:ext cx="137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336A443-6321-B79B-ABFD-71D7248688ED}"/>
                    </a:ext>
                  </a:extLst>
                </p14:cNvPr>
                <p14:cNvContentPartPr/>
                <p14:nvPr/>
              </p14:nvContentPartPr>
              <p14:xfrm>
                <a:off x="5203027" y="1835888"/>
                <a:ext cx="242280" cy="61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336A443-6321-B79B-ABFD-71D7248688E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85387" y="1818248"/>
                  <a:ext cx="277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87103B5-67E8-2198-4300-95368F540DD0}"/>
                    </a:ext>
                  </a:extLst>
                </p14:cNvPr>
                <p14:cNvContentPartPr/>
                <p14:nvPr/>
              </p14:nvContentPartPr>
              <p14:xfrm>
                <a:off x="5485267" y="5665928"/>
                <a:ext cx="349560" cy="3902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87103B5-67E8-2198-4300-95368F540DD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67627" y="5647928"/>
                  <a:ext cx="3852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73CF21-468E-9189-CEFF-95031412C06E}"/>
                    </a:ext>
                  </a:extLst>
                </p14:cNvPr>
                <p14:cNvContentPartPr/>
                <p14:nvPr/>
              </p14:nvContentPartPr>
              <p14:xfrm>
                <a:off x="5674267" y="6142568"/>
                <a:ext cx="60120" cy="185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73CF21-468E-9189-CEFF-95031412C06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56267" y="6124568"/>
                  <a:ext cx="95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0D0D9A7-4889-6E1B-3322-5E50E44FBF67}"/>
                    </a:ext>
                  </a:extLst>
                </p14:cNvPr>
                <p14:cNvContentPartPr/>
                <p14:nvPr/>
              </p14:nvContentPartPr>
              <p14:xfrm>
                <a:off x="5773267" y="6082448"/>
                <a:ext cx="201960" cy="234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0D0D9A7-4889-6E1B-3322-5E50E44FBF6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55267" y="6064448"/>
                  <a:ext cx="237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D08976C-D1CD-B403-5FD1-CE70F36DC1EE}"/>
                    </a:ext>
                  </a:extLst>
                </p14:cNvPr>
                <p14:cNvContentPartPr/>
                <p14:nvPr/>
              </p14:nvContentPartPr>
              <p14:xfrm>
                <a:off x="5431627" y="5858528"/>
                <a:ext cx="670680" cy="586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D08976C-D1CD-B403-5FD1-CE70F36DC1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413627" y="5840888"/>
                  <a:ext cx="70632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5C6E801-2030-9688-5AD5-DEDB06C848C4}"/>
                    </a:ext>
                  </a:extLst>
                </p14:cNvPr>
                <p14:cNvContentPartPr/>
                <p14:nvPr/>
              </p14:nvContentPartPr>
              <p14:xfrm>
                <a:off x="5975227" y="5004248"/>
                <a:ext cx="515520" cy="591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5C6E801-2030-9688-5AD5-DEDB06C848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957587" y="4986608"/>
                  <a:ext cx="55116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3661EE5-9B2B-C4A7-4E5A-965AE0E96F7F}"/>
                    </a:ext>
                  </a:extLst>
                </p14:cNvPr>
                <p14:cNvContentPartPr/>
                <p14:nvPr/>
              </p14:nvContentPartPr>
              <p14:xfrm>
                <a:off x="1892467" y="1082768"/>
                <a:ext cx="1019520" cy="747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3661EE5-9B2B-C4A7-4E5A-965AE0E96F7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74827" y="1065128"/>
                  <a:ext cx="1055160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0611B2F-53B6-C1EB-F210-6C865E38BFFF}"/>
                    </a:ext>
                  </a:extLst>
                </p14:cNvPr>
                <p14:cNvContentPartPr/>
                <p14:nvPr/>
              </p14:nvContentPartPr>
              <p14:xfrm>
                <a:off x="2878507" y="1709888"/>
                <a:ext cx="249120" cy="72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0611B2F-53B6-C1EB-F210-6C865E38BFF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860867" y="1692248"/>
                  <a:ext cx="284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02DB52D-F71A-80D7-4A81-3A4A12234D41}"/>
                    </a:ext>
                  </a:extLst>
                </p14:cNvPr>
                <p14:cNvContentPartPr/>
                <p14:nvPr/>
              </p14:nvContentPartPr>
              <p14:xfrm>
                <a:off x="1682587" y="1781168"/>
                <a:ext cx="472680" cy="99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02DB52D-F71A-80D7-4A81-3A4A12234D4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64587" y="1763168"/>
                  <a:ext cx="508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58C4CD8-72D2-5BDD-7E56-E8361A0FD2DD}"/>
                    </a:ext>
                  </a:extLst>
                </p14:cNvPr>
                <p14:cNvContentPartPr/>
                <p14:nvPr/>
              </p14:nvContentPartPr>
              <p14:xfrm>
                <a:off x="2876707" y="118328"/>
                <a:ext cx="963360" cy="824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58C4CD8-72D2-5BDD-7E56-E8361A0FD2D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858707" y="100328"/>
                  <a:ext cx="99900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EB9992C-1488-F9CF-957F-C82182CC0F79}"/>
                    </a:ext>
                  </a:extLst>
                </p14:cNvPr>
                <p14:cNvContentPartPr/>
                <p14:nvPr/>
              </p14:nvContentPartPr>
              <p14:xfrm>
                <a:off x="2203507" y="140648"/>
                <a:ext cx="907200" cy="818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EB9992C-1488-F9CF-957F-C82182CC0F7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185867" y="122648"/>
                  <a:ext cx="942840" cy="8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6C4ABB3-C6DA-7365-DEFD-A2581F0DD529}"/>
                    </a:ext>
                  </a:extLst>
                </p14:cNvPr>
                <p14:cNvContentPartPr/>
                <p14:nvPr/>
              </p14:nvContentPartPr>
              <p14:xfrm>
                <a:off x="2695267" y="1072688"/>
                <a:ext cx="874440" cy="8344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6C4ABB3-C6DA-7365-DEFD-A2581F0DD52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77267" y="1055048"/>
                  <a:ext cx="91008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94D7488-9BAC-7FC5-51F9-77BE4D2981E4}"/>
                    </a:ext>
                  </a:extLst>
                </p14:cNvPr>
                <p14:cNvContentPartPr/>
                <p14:nvPr/>
              </p14:nvContentPartPr>
              <p14:xfrm>
                <a:off x="6076747" y="5105768"/>
                <a:ext cx="211320" cy="174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94D7488-9BAC-7FC5-51F9-77BE4D2981E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059107" y="5087768"/>
                  <a:ext cx="24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14D290F-0CF9-27C7-BCA7-257ABAF4FFFC}"/>
                    </a:ext>
                  </a:extLst>
                </p14:cNvPr>
                <p14:cNvContentPartPr/>
                <p14:nvPr/>
              </p14:nvContentPartPr>
              <p14:xfrm>
                <a:off x="9341947" y="114008"/>
                <a:ext cx="730440" cy="130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14D290F-0CF9-27C7-BCA7-257ABAF4FFF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24307" y="96008"/>
                  <a:ext cx="7660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F1C4FBD-BFAD-CA38-38C8-748A8273B8FD}"/>
                    </a:ext>
                  </a:extLst>
                </p14:cNvPr>
                <p14:cNvContentPartPr/>
                <p14:nvPr/>
              </p14:nvContentPartPr>
              <p14:xfrm>
                <a:off x="8351587" y="53528"/>
                <a:ext cx="526680" cy="106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F1C4FBD-BFAD-CA38-38C8-748A8273B8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33947" y="35888"/>
                  <a:ext cx="562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3F74259-D368-0321-193C-643099B1313B}"/>
                    </a:ext>
                  </a:extLst>
                </p14:cNvPr>
                <p14:cNvContentPartPr/>
                <p14:nvPr/>
              </p14:nvContentPartPr>
              <p14:xfrm>
                <a:off x="7204627" y="99248"/>
                <a:ext cx="520920" cy="106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3F74259-D368-0321-193C-643099B1313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86987" y="81608"/>
                  <a:ext cx="556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15CC251-807C-F901-6597-046425B362AA}"/>
                    </a:ext>
                  </a:extLst>
                </p14:cNvPr>
                <p14:cNvContentPartPr/>
                <p14:nvPr/>
              </p14:nvContentPartPr>
              <p14:xfrm>
                <a:off x="6326947" y="114728"/>
                <a:ext cx="562320" cy="982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15CC251-807C-F901-6597-046425B362A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309307" y="97088"/>
                  <a:ext cx="597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0D06D24-BF8F-5895-E666-569894AD0718}"/>
                    </a:ext>
                  </a:extLst>
                </p14:cNvPr>
                <p14:cNvContentPartPr/>
                <p14:nvPr/>
              </p14:nvContentPartPr>
              <p14:xfrm>
                <a:off x="5411467" y="49208"/>
                <a:ext cx="583200" cy="128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0D06D24-BF8F-5895-E666-569894AD071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93827" y="31208"/>
                  <a:ext cx="618840" cy="16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1510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FBEE-9EAE-1ED9-166C-6874826A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31D21F-4515-804E-9569-ED19001F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2606CB-A3FB-48DC-8B4C-9A8C3BECB8A0}"/>
              </a:ext>
            </a:extLst>
          </p:cNvPr>
          <p:cNvGrpSpPr/>
          <p:nvPr/>
        </p:nvGrpSpPr>
        <p:grpSpPr>
          <a:xfrm>
            <a:off x="875467" y="479048"/>
            <a:ext cx="432720" cy="351360"/>
            <a:chOff x="875467" y="479048"/>
            <a:chExt cx="43272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BBF075-7728-BF1C-2E67-7A4C435E4AE2}"/>
                    </a:ext>
                  </a:extLst>
                </p14:cNvPr>
                <p14:cNvContentPartPr/>
                <p14:nvPr/>
              </p14:nvContentPartPr>
              <p14:xfrm>
                <a:off x="875467" y="479048"/>
                <a:ext cx="41400" cy="351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BBF075-7728-BF1C-2E67-7A4C435E4A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57467" y="461048"/>
                  <a:ext cx="770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F1021F2-8D1C-41D2-9E12-95482970E661}"/>
                    </a:ext>
                  </a:extLst>
                </p14:cNvPr>
                <p14:cNvContentPartPr/>
                <p14:nvPr/>
              </p14:nvContentPartPr>
              <p14:xfrm>
                <a:off x="1070587" y="492368"/>
                <a:ext cx="237600" cy="32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F1021F2-8D1C-41D2-9E12-95482970E6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2947" y="474728"/>
                  <a:ext cx="27324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F403C5-B725-8D23-8373-95C2A8C6875C}"/>
              </a:ext>
            </a:extLst>
          </p:cNvPr>
          <p:cNvGrpSpPr/>
          <p:nvPr/>
        </p:nvGrpSpPr>
        <p:grpSpPr>
          <a:xfrm>
            <a:off x="1939627" y="565448"/>
            <a:ext cx="313200" cy="344160"/>
            <a:chOff x="1939627" y="565448"/>
            <a:chExt cx="31320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B2A8DE-C81E-939D-1E59-C07AA10D9511}"/>
                    </a:ext>
                  </a:extLst>
                </p14:cNvPr>
                <p14:cNvContentPartPr/>
                <p14:nvPr/>
              </p14:nvContentPartPr>
              <p14:xfrm>
                <a:off x="1939627" y="565448"/>
                <a:ext cx="54360" cy="34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B2A8DE-C81E-939D-1E59-C07AA10D95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1987" y="547808"/>
                  <a:ext cx="900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4D68E1-4E42-006B-318C-0EFF04804D77}"/>
                    </a:ext>
                  </a:extLst>
                </p14:cNvPr>
                <p14:cNvContentPartPr/>
                <p14:nvPr/>
              </p14:nvContentPartPr>
              <p14:xfrm>
                <a:off x="2089747" y="668048"/>
                <a:ext cx="163080" cy="232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4D68E1-4E42-006B-318C-0EFF04804D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71747" y="650408"/>
                  <a:ext cx="19872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79BF9C-D558-4E1E-8B51-202193C5264F}"/>
              </a:ext>
            </a:extLst>
          </p:cNvPr>
          <p:cNvGrpSpPr/>
          <p:nvPr/>
        </p:nvGrpSpPr>
        <p:grpSpPr>
          <a:xfrm>
            <a:off x="2596627" y="566888"/>
            <a:ext cx="469440" cy="414720"/>
            <a:chOff x="2596627" y="566888"/>
            <a:chExt cx="469440" cy="41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49294-5FF7-7104-13A6-CE614F4A0C9C}"/>
                    </a:ext>
                  </a:extLst>
                </p14:cNvPr>
                <p14:cNvContentPartPr/>
                <p14:nvPr/>
              </p14:nvContentPartPr>
              <p14:xfrm>
                <a:off x="2596627" y="629168"/>
                <a:ext cx="31752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49294-5FF7-7104-13A6-CE614F4A0C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78627" y="611528"/>
                  <a:ext cx="3531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128E1E-024B-A659-3BAE-419C97E796CB}"/>
                    </a:ext>
                  </a:extLst>
                </p14:cNvPr>
                <p14:cNvContentPartPr/>
                <p14:nvPr/>
              </p14:nvContentPartPr>
              <p14:xfrm>
                <a:off x="2863747" y="566888"/>
                <a:ext cx="202320" cy="414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128E1E-024B-A659-3BAE-419C97E796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45747" y="548888"/>
                  <a:ext cx="23796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A958C3-CC18-1452-7EDD-07499FA9E4D8}"/>
              </a:ext>
            </a:extLst>
          </p:cNvPr>
          <p:cNvGrpSpPr/>
          <p:nvPr/>
        </p:nvGrpSpPr>
        <p:grpSpPr>
          <a:xfrm>
            <a:off x="3489787" y="591368"/>
            <a:ext cx="519120" cy="281880"/>
            <a:chOff x="3489787" y="591368"/>
            <a:chExt cx="51912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7E58FC-D051-C50B-D4A5-D2BA10961E67}"/>
                    </a:ext>
                  </a:extLst>
                </p14:cNvPr>
                <p14:cNvContentPartPr/>
                <p14:nvPr/>
              </p14:nvContentPartPr>
              <p14:xfrm>
                <a:off x="3489787" y="598568"/>
                <a:ext cx="437760" cy="241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7E58FC-D051-C50B-D4A5-D2BA10961E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71787" y="580928"/>
                  <a:ext cx="473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51B1CF8-CA07-BFF7-04DD-F33A0E2F3192}"/>
                    </a:ext>
                  </a:extLst>
                </p14:cNvPr>
                <p14:cNvContentPartPr/>
                <p14:nvPr/>
              </p14:nvContentPartPr>
              <p14:xfrm>
                <a:off x="3794347" y="591368"/>
                <a:ext cx="214560" cy="28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51B1CF8-CA07-BFF7-04DD-F33A0E2F31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6347" y="573728"/>
                  <a:ext cx="25020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43D81E-71EB-E4A3-309E-8DBDADD7B83F}"/>
              </a:ext>
            </a:extLst>
          </p:cNvPr>
          <p:cNvGrpSpPr/>
          <p:nvPr/>
        </p:nvGrpSpPr>
        <p:grpSpPr>
          <a:xfrm>
            <a:off x="4391587" y="571208"/>
            <a:ext cx="580680" cy="264240"/>
            <a:chOff x="4391587" y="571208"/>
            <a:chExt cx="58068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2A94E4-A71B-99FB-CD61-04CE4B44E7A3}"/>
                    </a:ext>
                  </a:extLst>
                </p14:cNvPr>
                <p14:cNvContentPartPr/>
                <p14:nvPr/>
              </p14:nvContentPartPr>
              <p14:xfrm>
                <a:off x="4391587" y="583448"/>
                <a:ext cx="371880" cy="252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2A94E4-A71B-99FB-CD61-04CE4B44E7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73587" y="565808"/>
                  <a:ext cx="4075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87E5F0-5FBB-2848-60A9-B7BB9A29B578}"/>
                    </a:ext>
                  </a:extLst>
                </p14:cNvPr>
                <p14:cNvContentPartPr/>
                <p14:nvPr/>
              </p14:nvContentPartPr>
              <p14:xfrm>
                <a:off x="4754467" y="571208"/>
                <a:ext cx="217800" cy="219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87E5F0-5FBB-2848-60A9-B7BB9A29B5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36827" y="553208"/>
                  <a:ext cx="2534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BD315C-3F30-1766-B40B-13DDB0AD3F71}"/>
              </a:ext>
            </a:extLst>
          </p:cNvPr>
          <p:cNvGrpSpPr/>
          <p:nvPr/>
        </p:nvGrpSpPr>
        <p:grpSpPr>
          <a:xfrm>
            <a:off x="5404627" y="517568"/>
            <a:ext cx="416160" cy="396000"/>
            <a:chOff x="5404627" y="517568"/>
            <a:chExt cx="41616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07959AF-0F6A-0919-BB78-314E09B61310}"/>
                    </a:ext>
                  </a:extLst>
                </p14:cNvPr>
                <p14:cNvContentPartPr/>
                <p14:nvPr/>
              </p14:nvContentPartPr>
              <p14:xfrm>
                <a:off x="5404627" y="517568"/>
                <a:ext cx="147960" cy="37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07959AF-0F6A-0919-BB78-314E09B613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86627" y="499928"/>
                  <a:ext cx="1836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D4B4F4-C734-3C71-B886-816BE2170553}"/>
                    </a:ext>
                  </a:extLst>
                </p14:cNvPr>
                <p14:cNvContentPartPr/>
                <p14:nvPr/>
              </p14:nvContentPartPr>
              <p14:xfrm>
                <a:off x="5608387" y="564368"/>
                <a:ext cx="212400" cy="34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D4B4F4-C734-3C71-B886-816BE21705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90747" y="546728"/>
                  <a:ext cx="24804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E20A3C-7EBB-EF1F-AF96-D34547E8B0B6}"/>
              </a:ext>
            </a:extLst>
          </p:cNvPr>
          <p:cNvGrpSpPr/>
          <p:nvPr/>
        </p:nvGrpSpPr>
        <p:grpSpPr>
          <a:xfrm>
            <a:off x="6409747" y="607928"/>
            <a:ext cx="492840" cy="252720"/>
            <a:chOff x="6409747" y="607928"/>
            <a:chExt cx="49284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339631-E10D-C51D-6342-7B903F9CCBCA}"/>
                    </a:ext>
                  </a:extLst>
                </p14:cNvPr>
                <p14:cNvContentPartPr/>
                <p14:nvPr/>
              </p14:nvContentPartPr>
              <p14:xfrm>
                <a:off x="6409747" y="623408"/>
                <a:ext cx="214920" cy="237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339631-E10D-C51D-6342-7B903F9CCBC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91747" y="605408"/>
                  <a:ext cx="2505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195E40-6DE9-EEE7-8239-02F779C5182F}"/>
                    </a:ext>
                  </a:extLst>
                </p14:cNvPr>
                <p14:cNvContentPartPr/>
                <p14:nvPr/>
              </p14:nvContentPartPr>
              <p14:xfrm>
                <a:off x="6712507" y="607928"/>
                <a:ext cx="190080" cy="239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195E40-6DE9-EEE7-8239-02F779C518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94507" y="590288"/>
                  <a:ext cx="22572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598030-FBFB-D08D-798B-37E9E4600126}"/>
              </a:ext>
            </a:extLst>
          </p:cNvPr>
          <p:cNvGrpSpPr/>
          <p:nvPr/>
        </p:nvGrpSpPr>
        <p:grpSpPr>
          <a:xfrm>
            <a:off x="7273747" y="550688"/>
            <a:ext cx="551160" cy="364320"/>
            <a:chOff x="7273747" y="550688"/>
            <a:chExt cx="551160" cy="36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D4AEFF-2758-75B3-F435-B97966AF9CDA}"/>
                    </a:ext>
                  </a:extLst>
                </p14:cNvPr>
                <p14:cNvContentPartPr/>
                <p14:nvPr/>
              </p14:nvContentPartPr>
              <p14:xfrm>
                <a:off x="7273747" y="560768"/>
                <a:ext cx="150840" cy="354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D4AEFF-2758-75B3-F435-B97966AF9CD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55747" y="542768"/>
                  <a:ext cx="1864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03B199-0907-08FE-1643-EF12CCE85AB3}"/>
                    </a:ext>
                  </a:extLst>
                </p14:cNvPr>
                <p14:cNvContentPartPr/>
                <p14:nvPr/>
              </p14:nvContentPartPr>
              <p14:xfrm>
                <a:off x="7574707" y="550688"/>
                <a:ext cx="250200" cy="362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03B199-0907-08FE-1643-EF12CCE85A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6707" y="533048"/>
                  <a:ext cx="28584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DFC79DD-4E4A-3F55-1A08-D522CA44A5CD}"/>
              </a:ext>
            </a:extLst>
          </p:cNvPr>
          <p:cNvGrpSpPr/>
          <p:nvPr/>
        </p:nvGrpSpPr>
        <p:grpSpPr>
          <a:xfrm>
            <a:off x="8119027" y="560768"/>
            <a:ext cx="540360" cy="354960"/>
            <a:chOff x="8119027" y="560768"/>
            <a:chExt cx="54036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8A8CD9-791A-188B-8B76-4BD6BC750B1F}"/>
                    </a:ext>
                  </a:extLst>
                </p14:cNvPr>
                <p14:cNvContentPartPr/>
                <p14:nvPr/>
              </p14:nvContentPartPr>
              <p14:xfrm>
                <a:off x="8119027" y="560768"/>
                <a:ext cx="116280" cy="354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8A8CD9-791A-188B-8B76-4BD6BC750B1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01027" y="542768"/>
                  <a:ext cx="1519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1EF8477-5B61-27F3-42CD-1B7745061E54}"/>
                    </a:ext>
                  </a:extLst>
                </p14:cNvPr>
                <p14:cNvContentPartPr/>
                <p14:nvPr/>
              </p14:nvContentPartPr>
              <p14:xfrm>
                <a:off x="8431507" y="611168"/>
                <a:ext cx="227880" cy="19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1EF8477-5B61-27F3-42CD-1B7745061E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13867" y="593168"/>
                  <a:ext cx="2635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0560CF4-D4D8-F397-6A0E-279B79036372}"/>
              </a:ext>
            </a:extLst>
          </p:cNvPr>
          <p:cNvGrpSpPr/>
          <p:nvPr/>
        </p:nvGrpSpPr>
        <p:grpSpPr>
          <a:xfrm>
            <a:off x="911107" y="1248728"/>
            <a:ext cx="357120" cy="379800"/>
            <a:chOff x="911107" y="1248728"/>
            <a:chExt cx="35712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BB8016-4365-F97C-6FB8-9FE60BCAFC06}"/>
                    </a:ext>
                  </a:extLst>
                </p14:cNvPr>
                <p14:cNvContentPartPr/>
                <p14:nvPr/>
              </p14:nvContentPartPr>
              <p14:xfrm>
                <a:off x="911107" y="1248728"/>
                <a:ext cx="48600" cy="37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BB8016-4365-F97C-6FB8-9FE60BCAFC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3467" y="1230728"/>
                  <a:ext cx="842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2FCE00-89B5-18C7-7A61-59E708616466}"/>
                    </a:ext>
                  </a:extLst>
                </p14:cNvPr>
                <p14:cNvContentPartPr/>
                <p14:nvPr/>
              </p14:nvContentPartPr>
              <p14:xfrm>
                <a:off x="1073107" y="1411448"/>
                <a:ext cx="195120" cy="21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2FCE00-89B5-18C7-7A61-59E7086164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5107" y="1393808"/>
                  <a:ext cx="23076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5273574-9244-D439-FA0A-0E59A1FB6679}"/>
              </a:ext>
            </a:extLst>
          </p:cNvPr>
          <p:cNvGrpSpPr/>
          <p:nvPr/>
        </p:nvGrpSpPr>
        <p:grpSpPr>
          <a:xfrm>
            <a:off x="2119267" y="1355288"/>
            <a:ext cx="330840" cy="385920"/>
            <a:chOff x="2119267" y="1355288"/>
            <a:chExt cx="33084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6E2E6E-1882-2891-BA6D-7A9416FBCDA3}"/>
                    </a:ext>
                  </a:extLst>
                </p14:cNvPr>
                <p14:cNvContentPartPr/>
                <p14:nvPr/>
              </p14:nvContentPartPr>
              <p14:xfrm>
                <a:off x="2127907" y="1355288"/>
                <a:ext cx="46800" cy="30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6E2E6E-1882-2891-BA6D-7A9416FBCD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09907" y="1337648"/>
                  <a:ext cx="824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B6320A-852E-CBA5-5DA8-A4E8E42BB6BE}"/>
                    </a:ext>
                  </a:extLst>
                </p14:cNvPr>
                <p14:cNvContentPartPr/>
                <p14:nvPr/>
              </p14:nvContentPartPr>
              <p14:xfrm>
                <a:off x="2119267" y="1385168"/>
                <a:ext cx="330840" cy="356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B6320A-852E-CBA5-5DA8-A4E8E42BB6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01267" y="1367528"/>
                  <a:ext cx="36648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E3D202-F461-1365-8D5A-30AC744C3DA1}"/>
              </a:ext>
            </a:extLst>
          </p:cNvPr>
          <p:cNvGrpSpPr/>
          <p:nvPr/>
        </p:nvGrpSpPr>
        <p:grpSpPr>
          <a:xfrm>
            <a:off x="295507" y="375368"/>
            <a:ext cx="179280" cy="338040"/>
            <a:chOff x="295507" y="375368"/>
            <a:chExt cx="1792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C36BA4-B37A-3773-7107-56D15B69BF05}"/>
                    </a:ext>
                  </a:extLst>
                </p14:cNvPr>
                <p14:cNvContentPartPr/>
                <p14:nvPr/>
              </p14:nvContentPartPr>
              <p14:xfrm>
                <a:off x="295507" y="484088"/>
                <a:ext cx="11520" cy="229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C36BA4-B37A-3773-7107-56D15B69BF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507" y="466448"/>
                  <a:ext cx="47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DDA18D-A7F4-3DF4-536A-333BAAF319DF}"/>
                    </a:ext>
                  </a:extLst>
                </p14:cNvPr>
                <p14:cNvContentPartPr/>
                <p14:nvPr/>
              </p14:nvContentPartPr>
              <p14:xfrm>
                <a:off x="323587" y="375368"/>
                <a:ext cx="151200" cy="195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DDA18D-A7F4-3DF4-536A-333BAAF319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5947" y="357368"/>
                  <a:ext cx="1868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041D8E-EFD1-6318-7A22-74E2A4DF8D31}"/>
              </a:ext>
            </a:extLst>
          </p:cNvPr>
          <p:cNvGrpSpPr/>
          <p:nvPr/>
        </p:nvGrpSpPr>
        <p:grpSpPr>
          <a:xfrm>
            <a:off x="233947" y="1016168"/>
            <a:ext cx="231840" cy="380160"/>
            <a:chOff x="233947" y="1016168"/>
            <a:chExt cx="231840" cy="38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00D712-466E-1AD7-3DFB-A24036FA63D1}"/>
                    </a:ext>
                  </a:extLst>
                </p14:cNvPr>
                <p14:cNvContentPartPr/>
                <p14:nvPr/>
              </p14:nvContentPartPr>
              <p14:xfrm>
                <a:off x="308107" y="1066568"/>
                <a:ext cx="39240" cy="23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00D712-466E-1AD7-3DFB-A24036FA63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0107" y="1048568"/>
                  <a:ext cx="74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4CFE68-2AF8-87A1-C841-B248FF10C339}"/>
                    </a:ext>
                  </a:extLst>
                </p14:cNvPr>
                <p14:cNvContentPartPr/>
                <p14:nvPr/>
              </p14:nvContentPartPr>
              <p14:xfrm>
                <a:off x="241867" y="1016168"/>
                <a:ext cx="223920" cy="9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4CFE68-2AF8-87A1-C841-B248FF10C3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3867" y="998168"/>
                  <a:ext cx="259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3452800-1635-47D8-9BDB-A814DC66C217}"/>
                    </a:ext>
                  </a:extLst>
                </p14:cNvPr>
                <p14:cNvContentPartPr/>
                <p14:nvPr/>
              </p14:nvContentPartPr>
              <p14:xfrm>
                <a:off x="233947" y="1329368"/>
                <a:ext cx="216000" cy="66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3452800-1635-47D8-9BDB-A814DC66C2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307" y="1311728"/>
                  <a:ext cx="2516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89E0C1E-25CD-0B34-D18A-6C1D066CADFA}"/>
              </a:ext>
            </a:extLst>
          </p:cNvPr>
          <p:cNvGrpSpPr/>
          <p:nvPr/>
        </p:nvGrpSpPr>
        <p:grpSpPr>
          <a:xfrm>
            <a:off x="2881387" y="1590368"/>
            <a:ext cx="596520" cy="263160"/>
            <a:chOff x="2881387" y="1590368"/>
            <a:chExt cx="59652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2BAFD4-BFCA-E551-8F68-31E23E9DD118}"/>
                    </a:ext>
                  </a:extLst>
                </p14:cNvPr>
                <p14:cNvContentPartPr/>
                <p14:nvPr/>
              </p14:nvContentPartPr>
              <p14:xfrm>
                <a:off x="2881387" y="1590368"/>
                <a:ext cx="412560" cy="263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2BAFD4-BFCA-E551-8F68-31E23E9DD1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63747" y="1572728"/>
                  <a:ext cx="4482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260A85-0BE5-B7D4-2EB9-9283166E4748}"/>
                    </a:ext>
                  </a:extLst>
                </p14:cNvPr>
                <p14:cNvContentPartPr/>
                <p14:nvPr/>
              </p14:nvContentPartPr>
              <p14:xfrm>
                <a:off x="3238867" y="1659488"/>
                <a:ext cx="239040" cy="164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260A85-0BE5-B7D4-2EB9-9283166E474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20867" y="1641488"/>
                  <a:ext cx="2746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60F21AC-69AA-E4DC-AE5B-611C08D63ECB}"/>
              </a:ext>
            </a:extLst>
          </p:cNvPr>
          <p:cNvGrpSpPr/>
          <p:nvPr/>
        </p:nvGrpSpPr>
        <p:grpSpPr>
          <a:xfrm>
            <a:off x="3806947" y="1508648"/>
            <a:ext cx="519480" cy="412920"/>
            <a:chOff x="3806947" y="1508648"/>
            <a:chExt cx="5194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8846A0-9B05-DFAD-C5F9-AF9200047CA7}"/>
                    </a:ext>
                  </a:extLst>
                </p14:cNvPr>
                <p14:cNvContentPartPr/>
                <p14:nvPr/>
              </p14:nvContentPartPr>
              <p14:xfrm>
                <a:off x="3806947" y="1539968"/>
                <a:ext cx="372600" cy="23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8846A0-9B05-DFAD-C5F9-AF9200047C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9307" y="1522328"/>
                  <a:ext cx="408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715741-051E-CE49-0EB8-FAB9BFD335E8}"/>
                    </a:ext>
                  </a:extLst>
                </p14:cNvPr>
                <p14:cNvContentPartPr/>
                <p14:nvPr/>
              </p14:nvContentPartPr>
              <p14:xfrm>
                <a:off x="4193227" y="1508648"/>
                <a:ext cx="133200" cy="412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715741-051E-CE49-0EB8-FAB9BFD335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75227" y="1490648"/>
                  <a:ext cx="168840" cy="44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1F112F0-C3CF-B0DC-849D-6C58A635AB00}"/>
              </a:ext>
            </a:extLst>
          </p:cNvPr>
          <p:cNvGrpSpPr/>
          <p:nvPr/>
        </p:nvGrpSpPr>
        <p:grpSpPr>
          <a:xfrm>
            <a:off x="4668787" y="1488128"/>
            <a:ext cx="509400" cy="296640"/>
            <a:chOff x="4668787" y="1488128"/>
            <a:chExt cx="50940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39B350-8AFA-D75C-5AA8-4C40D87D48F4}"/>
                    </a:ext>
                  </a:extLst>
                </p14:cNvPr>
                <p14:cNvContentPartPr/>
                <p14:nvPr/>
              </p14:nvContentPartPr>
              <p14:xfrm>
                <a:off x="4668787" y="1523048"/>
                <a:ext cx="424080" cy="21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39B350-8AFA-D75C-5AA8-4C40D87D48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51147" y="1505048"/>
                  <a:ext cx="4597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7DFBDDE-5016-1F38-050A-927A1FB6A3FC}"/>
                    </a:ext>
                  </a:extLst>
                </p14:cNvPr>
                <p14:cNvContentPartPr/>
                <p14:nvPr/>
              </p14:nvContentPartPr>
              <p14:xfrm>
                <a:off x="4993867" y="1488128"/>
                <a:ext cx="184320" cy="296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7DFBDDE-5016-1F38-050A-927A1FB6A3F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76227" y="1470128"/>
                  <a:ext cx="219960" cy="33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703C175-8A8A-FC93-7BDD-963A0034F69D}"/>
              </a:ext>
            </a:extLst>
          </p:cNvPr>
          <p:cNvGrpSpPr/>
          <p:nvPr/>
        </p:nvGrpSpPr>
        <p:grpSpPr>
          <a:xfrm>
            <a:off x="5548987" y="1489208"/>
            <a:ext cx="598680" cy="388440"/>
            <a:chOff x="5548987" y="1489208"/>
            <a:chExt cx="59868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A1C44F2-0A40-A1AE-444F-E0CC5B6ED56C}"/>
                    </a:ext>
                  </a:extLst>
                </p14:cNvPr>
                <p14:cNvContentPartPr/>
                <p14:nvPr/>
              </p14:nvContentPartPr>
              <p14:xfrm>
                <a:off x="5548987" y="1489208"/>
                <a:ext cx="173520" cy="388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A1C44F2-0A40-A1AE-444F-E0CC5B6ED5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30987" y="1471208"/>
                  <a:ext cx="20916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9E2162-93A9-6B6E-40C4-8C3850FEFF07}"/>
                    </a:ext>
                  </a:extLst>
                </p14:cNvPr>
                <p14:cNvContentPartPr/>
                <p14:nvPr/>
              </p14:nvContentPartPr>
              <p14:xfrm>
                <a:off x="5911147" y="1548608"/>
                <a:ext cx="236520" cy="243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99E2162-93A9-6B6E-40C4-8C3850FEFF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93507" y="1530608"/>
                  <a:ext cx="2721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EFD24CD-9B00-723F-751C-FC317D522906}"/>
              </a:ext>
            </a:extLst>
          </p:cNvPr>
          <p:cNvGrpSpPr/>
          <p:nvPr/>
        </p:nvGrpSpPr>
        <p:grpSpPr>
          <a:xfrm>
            <a:off x="6663187" y="1439888"/>
            <a:ext cx="460800" cy="416160"/>
            <a:chOff x="6663187" y="1439888"/>
            <a:chExt cx="46080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BC4F6C-82A0-1A0D-D33A-244BF8BF0B7F}"/>
                    </a:ext>
                  </a:extLst>
                </p14:cNvPr>
                <p14:cNvContentPartPr/>
                <p14:nvPr/>
              </p14:nvContentPartPr>
              <p14:xfrm>
                <a:off x="6663187" y="1439888"/>
                <a:ext cx="173160" cy="416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BC4F6C-82A0-1A0D-D33A-244BF8BF0B7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45547" y="1421888"/>
                  <a:ext cx="2088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3361E2-FFD5-0205-F0DA-1FC8BFCE3C56}"/>
                    </a:ext>
                  </a:extLst>
                </p14:cNvPr>
                <p14:cNvContentPartPr/>
                <p14:nvPr/>
              </p14:nvContentPartPr>
              <p14:xfrm>
                <a:off x="6928147" y="1450328"/>
                <a:ext cx="195840" cy="346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3361E2-FFD5-0205-F0DA-1FC8BFCE3C5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10147" y="1432688"/>
                  <a:ext cx="23148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134CE1E-66F5-0AD2-7ABF-F3DF34B3962C}"/>
              </a:ext>
            </a:extLst>
          </p:cNvPr>
          <p:cNvGrpSpPr/>
          <p:nvPr/>
        </p:nvGrpSpPr>
        <p:grpSpPr>
          <a:xfrm>
            <a:off x="7598107" y="1466528"/>
            <a:ext cx="443520" cy="356400"/>
            <a:chOff x="7598107" y="1466528"/>
            <a:chExt cx="44352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D3286D8-AA3E-564E-0BBD-3C36CE8AFD1E}"/>
                    </a:ext>
                  </a:extLst>
                </p14:cNvPr>
                <p14:cNvContentPartPr/>
                <p14:nvPr/>
              </p14:nvContentPartPr>
              <p14:xfrm>
                <a:off x="7598107" y="1466528"/>
                <a:ext cx="117360" cy="356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D3286D8-AA3E-564E-0BBD-3C36CE8AFD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80467" y="1448528"/>
                  <a:ext cx="1530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D4A2085-9FB6-3700-8F54-9BB88269F9B8}"/>
                    </a:ext>
                  </a:extLst>
                </p14:cNvPr>
                <p14:cNvContentPartPr/>
                <p14:nvPr/>
              </p14:nvContentPartPr>
              <p14:xfrm>
                <a:off x="7847587" y="1484888"/>
                <a:ext cx="194040" cy="31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D4A2085-9FB6-3700-8F54-9BB88269F9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29587" y="1466888"/>
                  <a:ext cx="22968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B12FAFD-EF26-4C5F-87AE-B429AE2109CA}"/>
              </a:ext>
            </a:extLst>
          </p:cNvPr>
          <p:cNvGrpSpPr/>
          <p:nvPr/>
        </p:nvGrpSpPr>
        <p:grpSpPr>
          <a:xfrm>
            <a:off x="8350147" y="1495688"/>
            <a:ext cx="527040" cy="294480"/>
            <a:chOff x="8350147" y="1495688"/>
            <a:chExt cx="52704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BD4BD71-CCA3-8878-AFA5-A512A09565F3}"/>
                    </a:ext>
                  </a:extLst>
                </p14:cNvPr>
                <p14:cNvContentPartPr/>
                <p14:nvPr/>
              </p14:nvContentPartPr>
              <p14:xfrm>
                <a:off x="8350147" y="1495688"/>
                <a:ext cx="239040" cy="294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BD4BD71-CCA3-8878-AFA5-A512A09565F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32147" y="1477688"/>
                  <a:ext cx="2746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8BE8CD-D530-354A-7C8A-83F8F55B7E82}"/>
                    </a:ext>
                  </a:extLst>
                </p14:cNvPr>
                <p14:cNvContentPartPr/>
                <p14:nvPr/>
              </p14:nvContentPartPr>
              <p14:xfrm>
                <a:off x="8707267" y="1506488"/>
                <a:ext cx="169920" cy="277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8BE8CD-D530-354A-7C8A-83F8F55B7E8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89267" y="1488488"/>
                  <a:ext cx="20556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EC8596E-20A9-EE11-8AFF-F3F6C4EE73C7}"/>
              </a:ext>
            </a:extLst>
          </p:cNvPr>
          <p:cNvGrpSpPr/>
          <p:nvPr/>
        </p:nvGrpSpPr>
        <p:grpSpPr>
          <a:xfrm>
            <a:off x="152227" y="2355008"/>
            <a:ext cx="5101560" cy="2874240"/>
            <a:chOff x="152227" y="2355008"/>
            <a:chExt cx="5101560" cy="28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193F3-763A-373E-9B9A-03EAC4E90CDD}"/>
                    </a:ext>
                  </a:extLst>
                </p14:cNvPr>
                <p14:cNvContentPartPr/>
                <p14:nvPr/>
              </p14:nvContentPartPr>
              <p14:xfrm>
                <a:off x="2794267" y="2513048"/>
                <a:ext cx="131040" cy="341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193F3-763A-373E-9B9A-03EAC4E90C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76267" y="2495408"/>
                  <a:ext cx="1666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0EC917D-F3CC-19C9-97EB-F1E5610A01D8}"/>
                    </a:ext>
                  </a:extLst>
                </p14:cNvPr>
                <p14:cNvContentPartPr/>
                <p14:nvPr/>
              </p14:nvContentPartPr>
              <p14:xfrm>
                <a:off x="2987587" y="2576408"/>
                <a:ext cx="259200" cy="211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0EC917D-F3CC-19C9-97EB-F1E5610A01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69587" y="2558768"/>
                  <a:ext cx="294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C22DA5-5BCD-05AA-CAFB-057AF1CC8874}"/>
                    </a:ext>
                  </a:extLst>
                </p14:cNvPr>
                <p14:cNvContentPartPr/>
                <p14:nvPr/>
              </p14:nvContentPartPr>
              <p14:xfrm>
                <a:off x="2468467" y="2355008"/>
                <a:ext cx="1019880" cy="671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C22DA5-5BCD-05AA-CAFB-057AF1CC88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50467" y="2337008"/>
                  <a:ext cx="105552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0A2846-C6F6-90C5-E186-2D8B1622943C}"/>
                    </a:ext>
                  </a:extLst>
                </p14:cNvPr>
                <p14:cNvContentPartPr/>
                <p14:nvPr/>
              </p14:nvContentPartPr>
              <p14:xfrm>
                <a:off x="1803547" y="3060968"/>
                <a:ext cx="954360" cy="599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0A2846-C6F6-90C5-E186-2D8B1622943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85907" y="3043328"/>
                  <a:ext cx="99000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F0546E-D211-74DD-9BBB-47A978374726}"/>
                    </a:ext>
                  </a:extLst>
                </p14:cNvPr>
                <p14:cNvContentPartPr/>
                <p14:nvPr/>
              </p14:nvContentPartPr>
              <p14:xfrm>
                <a:off x="1189027" y="3710408"/>
                <a:ext cx="59760" cy="330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F0546E-D211-74DD-9BBB-47A9783747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71027" y="3692768"/>
                  <a:ext cx="95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F887FF-710C-AB17-6FFD-BDAF51AF80B7}"/>
                    </a:ext>
                  </a:extLst>
                </p14:cNvPr>
                <p14:cNvContentPartPr/>
                <p14:nvPr/>
              </p14:nvContentPartPr>
              <p14:xfrm>
                <a:off x="1328347" y="3727688"/>
                <a:ext cx="212040" cy="226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F887FF-710C-AB17-6FFD-BDAF51AF80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10707" y="3709688"/>
                  <a:ext cx="247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1FF459-DFE8-8314-01F6-0515135C530D}"/>
                    </a:ext>
                  </a:extLst>
                </p14:cNvPr>
                <p14:cNvContentPartPr/>
                <p14:nvPr/>
              </p14:nvContentPartPr>
              <p14:xfrm>
                <a:off x="1817587" y="3831728"/>
                <a:ext cx="59040" cy="213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1FF459-DFE8-8314-01F6-0515135C53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99587" y="3813728"/>
                  <a:ext cx="946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80CC2A1-6DDC-ACCB-D0B8-6F6185C24C23}"/>
                    </a:ext>
                  </a:extLst>
                </p14:cNvPr>
                <p14:cNvContentPartPr/>
                <p14:nvPr/>
              </p14:nvContentPartPr>
              <p14:xfrm>
                <a:off x="1900387" y="3796808"/>
                <a:ext cx="139680" cy="315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80CC2A1-6DDC-ACCB-D0B8-6F6185C24C2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82387" y="3779168"/>
                  <a:ext cx="175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75EFD7-E430-CD41-E2C8-8D8CFC603D76}"/>
                    </a:ext>
                  </a:extLst>
                </p14:cNvPr>
                <p14:cNvContentPartPr/>
                <p14:nvPr/>
              </p14:nvContentPartPr>
              <p14:xfrm>
                <a:off x="2284867" y="3859808"/>
                <a:ext cx="178920" cy="1929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75EFD7-E430-CD41-E2C8-8D8CFC603D7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67227" y="3841808"/>
                  <a:ext cx="214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23E46FA-678E-FACD-1669-E4194A7721B7}"/>
                    </a:ext>
                  </a:extLst>
                </p14:cNvPr>
                <p14:cNvContentPartPr/>
                <p14:nvPr/>
              </p14:nvContentPartPr>
              <p14:xfrm>
                <a:off x="2434627" y="3885728"/>
                <a:ext cx="311040" cy="20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23E46FA-678E-FACD-1669-E4194A7721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16987" y="3868088"/>
                  <a:ext cx="346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BC0559-C79D-9184-7F62-DDB5C69F30DD}"/>
                    </a:ext>
                  </a:extLst>
                </p14:cNvPr>
                <p14:cNvContentPartPr/>
                <p14:nvPr/>
              </p14:nvContentPartPr>
              <p14:xfrm>
                <a:off x="1252027" y="4444088"/>
                <a:ext cx="334440" cy="217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BC0559-C79D-9184-7F62-DDB5C69F30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234027" y="4426088"/>
                  <a:ext cx="370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D1AC266-2194-262A-2134-804BD8191AAF}"/>
                    </a:ext>
                  </a:extLst>
                </p14:cNvPr>
                <p14:cNvContentPartPr/>
                <p14:nvPr/>
              </p14:nvContentPartPr>
              <p14:xfrm>
                <a:off x="1651627" y="4427888"/>
                <a:ext cx="171000" cy="415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D1AC266-2194-262A-2134-804BD8191A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33627" y="4410248"/>
                  <a:ext cx="20664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33D210-A727-E5DC-240A-43E903ABB016}"/>
                    </a:ext>
                  </a:extLst>
                </p14:cNvPr>
                <p14:cNvContentPartPr/>
                <p14:nvPr/>
              </p14:nvContentPartPr>
              <p14:xfrm>
                <a:off x="2148067" y="4455248"/>
                <a:ext cx="312120" cy="252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33D210-A727-E5DC-240A-43E903ABB0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30427" y="4437608"/>
                  <a:ext cx="347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E7D8C4-4FD1-528B-48C5-BA2F18D0607F}"/>
                    </a:ext>
                  </a:extLst>
                </p14:cNvPr>
                <p14:cNvContentPartPr/>
                <p14:nvPr/>
              </p14:nvContentPartPr>
              <p14:xfrm>
                <a:off x="2296387" y="4432568"/>
                <a:ext cx="342360" cy="360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E7D8C4-4FD1-528B-48C5-BA2F18D0607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78747" y="4414568"/>
                  <a:ext cx="3780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186BD1-1348-5FF5-0B57-88CAB88D24DC}"/>
                    </a:ext>
                  </a:extLst>
                </p14:cNvPr>
                <p14:cNvContentPartPr/>
                <p14:nvPr/>
              </p14:nvContentPartPr>
              <p14:xfrm>
                <a:off x="152227" y="3392528"/>
                <a:ext cx="2842200" cy="1836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186BD1-1348-5FF5-0B57-88CAB88D24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587" y="3374888"/>
                  <a:ext cx="2877840" cy="18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C503044-F332-079B-7A73-D2A9AC28CF43}"/>
                    </a:ext>
                  </a:extLst>
                </p14:cNvPr>
                <p14:cNvContentPartPr/>
                <p14:nvPr/>
              </p14:nvContentPartPr>
              <p14:xfrm>
                <a:off x="2642347" y="3136928"/>
                <a:ext cx="1701000" cy="703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C503044-F332-079B-7A73-D2A9AC28CF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24707" y="3118928"/>
                  <a:ext cx="173664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C8CB37-8F54-C0F8-52C6-F9277A2487DD}"/>
                    </a:ext>
                  </a:extLst>
                </p14:cNvPr>
                <p14:cNvContentPartPr/>
                <p14:nvPr/>
              </p14:nvContentPartPr>
              <p14:xfrm>
                <a:off x="3674827" y="4021088"/>
                <a:ext cx="327240" cy="286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C8CB37-8F54-C0F8-52C6-F9277A2487D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57187" y="4003448"/>
                  <a:ext cx="362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FE8731E-7E97-9CC6-556A-2B10DD7731B6}"/>
                    </a:ext>
                  </a:extLst>
                </p14:cNvPr>
                <p14:cNvContentPartPr/>
                <p14:nvPr/>
              </p14:nvContentPartPr>
              <p14:xfrm>
                <a:off x="4021507" y="4034048"/>
                <a:ext cx="154080" cy="25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FE8731E-7E97-9CC6-556A-2B10DD7731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03867" y="4016048"/>
                  <a:ext cx="189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68DBB0-C88F-BAC2-4AF9-7F58C4AEBF68}"/>
                    </a:ext>
                  </a:extLst>
                </p14:cNvPr>
                <p14:cNvContentPartPr/>
                <p14:nvPr/>
              </p14:nvContentPartPr>
              <p14:xfrm>
                <a:off x="3506707" y="3775568"/>
                <a:ext cx="847440" cy="719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68DBB0-C88F-BAC2-4AF9-7F58C4AEBF6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89067" y="3757928"/>
                  <a:ext cx="88308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33199A-7F28-DF6E-745C-E11169835296}"/>
                    </a:ext>
                  </a:extLst>
                </p14:cNvPr>
                <p14:cNvContentPartPr/>
                <p14:nvPr/>
              </p14:nvContentPartPr>
              <p14:xfrm>
                <a:off x="3611827" y="3798608"/>
                <a:ext cx="1641960" cy="1014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33199A-7F28-DF6E-745C-E1116983529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94187" y="3780608"/>
                  <a:ext cx="1677600" cy="10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3A4D6D-BF1E-1F60-3CAA-87735DD048F3}"/>
                    </a:ext>
                  </a:extLst>
                </p14:cNvPr>
                <p14:cNvContentPartPr/>
                <p14:nvPr/>
              </p14:nvContentPartPr>
              <p14:xfrm>
                <a:off x="4494907" y="3945488"/>
                <a:ext cx="186120" cy="372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3A4D6D-BF1E-1F60-3CAA-87735DD048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76907" y="3927848"/>
                  <a:ext cx="22176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6CC42EF-FFD7-C57C-7A2C-1CB6A79AD5E8}"/>
                    </a:ext>
                  </a:extLst>
                </p14:cNvPr>
                <p14:cNvContentPartPr/>
                <p14:nvPr/>
              </p14:nvContentPartPr>
              <p14:xfrm>
                <a:off x="4553587" y="3966008"/>
                <a:ext cx="293400" cy="378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6CC42EF-FFD7-C57C-7A2C-1CB6A79AD5E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35947" y="3948008"/>
                  <a:ext cx="3290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FF2D73D-AB75-CF62-3F2E-C4C01BFC4933}"/>
                    </a:ext>
                  </a:extLst>
                </p14:cNvPr>
                <p14:cNvContentPartPr/>
                <p14:nvPr/>
              </p14:nvContentPartPr>
              <p14:xfrm>
                <a:off x="4178107" y="4559648"/>
                <a:ext cx="543960" cy="126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FF2D73D-AB75-CF62-3F2E-C4C01BFC493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60467" y="4541648"/>
                  <a:ext cx="579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9070B8E-B2D3-0A9A-E277-DF9DFFB44504}"/>
                    </a:ext>
                  </a:extLst>
                </p14:cNvPr>
                <p14:cNvContentPartPr/>
                <p14:nvPr/>
              </p14:nvContentPartPr>
              <p14:xfrm>
                <a:off x="4498147" y="2852528"/>
                <a:ext cx="357480" cy="97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9070B8E-B2D3-0A9A-E277-DF9DFFB4450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80147" y="2834888"/>
                  <a:ext cx="393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BDDC1E-D405-7806-4A26-F13A89C04FE8}"/>
                    </a:ext>
                  </a:extLst>
                </p14:cNvPr>
                <p14:cNvContentPartPr/>
                <p14:nvPr/>
              </p14:nvContentPartPr>
              <p14:xfrm>
                <a:off x="4478347" y="2978888"/>
                <a:ext cx="402840" cy="127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BDDC1E-D405-7806-4A26-F13A89C04FE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60347" y="2961248"/>
                  <a:ext cx="438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AB40784-A0EC-957E-C938-49FDBD6BD733}"/>
                    </a:ext>
                  </a:extLst>
                </p14:cNvPr>
                <p14:cNvContentPartPr/>
                <p14:nvPr/>
              </p14:nvContentPartPr>
              <p14:xfrm>
                <a:off x="4661947" y="2652728"/>
                <a:ext cx="343800" cy="556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AB40784-A0EC-957E-C938-49FDBD6BD7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43947" y="2634728"/>
                  <a:ext cx="37944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029DFD4-D572-A51D-A464-51A07ECD5E52}"/>
                    </a:ext>
                  </a:extLst>
                </p14:cNvPr>
                <p14:cNvContentPartPr/>
                <p14:nvPr/>
              </p14:nvContentPartPr>
              <p14:xfrm>
                <a:off x="4150027" y="4491248"/>
                <a:ext cx="254160" cy="387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029DFD4-D572-A51D-A464-51A07ECD5E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32027" y="4473608"/>
                  <a:ext cx="2898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5832182-3EAE-6971-6658-272418201E91}"/>
                    </a:ext>
                  </a:extLst>
                </p14:cNvPr>
                <p14:cNvContentPartPr/>
                <p14:nvPr/>
              </p14:nvContentPartPr>
              <p14:xfrm>
                <a:off x="4537747" y="4537688"/>
                <a:ext cx="380520" cy="270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5832182-3EAE-6971-6658-272418201E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20107" y="4520048"/>
                  <a:ext cx="416160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987FB08-C5CD-CD6C-130F-EDDCE2FF729E}"/>
                  </a:ext>
                </a:extLst>
              </p14:cNvPr>
              <p14:cNvContentPartPr/>
              <p14:nvPr/>
            </p14:nvContentPartPr>
            <p14:xfrm>
              <a:off x="7985467" y="4704368"/>
              <a:ext cx="11160" cy="158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987FB08-C5CD-CD6C-130F-EDDCE2FF729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967467" y="4686368"/>
                <a:ext cx="468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F3593A6-18DA-FBB5-D653-A3738D503A6E}"/>
                  </a:ext>
                </a:extLst>
              </p14:cNvPr>
              <p14:cNvContentPartPr/>
              <p14:nvPr/>
            </p14:nvContentPartPr>
            <p14:xfrm>
              <a:off x="5121307" y="201488"/>
              <a:ext cx="812160" cy="8103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F3593A6-18DA-FBB5-D653-A3738D503A6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03667" y="183488"/>
                <a:ext cx="847800" cy="8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66A2A2B-CB01-095C-FB7B-A9B805CE015F}"/>
                  </a:ext>
                </a:extLst>
              </p14:cNvPr>
              <p14:cNvContentPartPr/>
              <p14:nvPr/>
            </p14:nvContentPartPr>
            <p14:xfrm>
              <a:off x="6799627" y="1158368"/>
              <a:ext cx="1352880" cy="936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66A2A2B-CB01-095C-FB7B-A9B805CE015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781627" y="1140368"/>
                <a:ext cx="13885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5AF7E50-F469-9A26-B4B5-A087C7ADEDFD}"/>
                  </a:ext>
                </a:extLst>
              </p14:cNvPr>
              <p14:cNvContentPartPr/>
              <p14:nvPr/>
            </p14:nvContentPartPr>
            <p14:xfrm>
              <a:off x="7978627" y="1065488"/>
              <a:ext cx="251280" cy="2631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5AF7E50-F469-9A26-B4B5-A087C7ADEDF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960627" y="1047848"/>
                <a:ext cx="286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76E1751-A832-08DD-9DAA-14AD0AC81939}"/>
                  </a:ext>
                </a:extLst>
              </p14:cNvPr>
              <p14:cNvContentPartPr/>
              <p14:nvPr/>
            </p14:nvContentPartPr>
            <p14:xfrm>
              <a:off x="7169347" y="319928"/>
              <a:ext cx="881280" cy="7909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76E1751-A832-08DD-9DAA-14AD0AC8193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151707" y="301928"/>
                <a:ext cx="916920" cy="82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ADA2958-F81B-C221-BEF0-46B3B1AF0694}"/>
                  </a:ext>
                </a:extLst>
              </p14:cNvPr>
              <p14:cNvContentPartPr/>
              <p14:nvPr/>
            </p14:nvContentPartPr>
            <p14:xfrm>
              <a:off x="7377067" y="1355648"/>
              <a:ext cx="918360" cy="742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ADA2958-F81B-C221-BEF0-46B3B1AF069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359427" y="1337648"/>
                <a:ext cx="95400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4CD7954-44B1-A681-8B54-37806D1AE836}"/>
                  </a:ext>
                </a:extLst>
              </p14:cNvPr>
              <p14:cNvContentPartPr/>
              <p14:nvPr/>
            </p14:nvContentPartPr>
            <p14:xfrm>
              <a:off x="6514867" y="1900328"/>
              <a:ext cx="474840" cy="204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4CD7954-44B1-A681-8B54-37806D1AE83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496867" y="1882328"/>
                <a:ext cx="5104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B52064F-6C28-51B9-D767-AD628B54CED2}"/>
                  </a:ext>
                </a:extLst>
              </p14:cNvPr>
              <p14:cNvContentPartPr/>
              <p14:nvPr/>
            </p14:nvContentPartPr>
            <p14:xfrm>
              <a:off x="8512147" y="1871528"/>
              <a:ext cx="492840" cy="2023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B52064F-6C28-51B9-D767-AD628B54CED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494147" y="1853528"/>
                <a:ext cx="5284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9848383-E320-81F1-FA98-03B8AFEAC44E}"/>
                  </a:ext>
                </a:extLst>
              </p14:cNvPr>
              <p14:cNvContentPartPr/>
              <p14:nvPr/>
            </p14:nvContentPartPr>
            <p14:xfrm>
              <a:off x="6153427" y="340448"/>
              <a:ext cx="958320" cy="7084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9848383-E320-81F1-FA98-03B8AFEAC44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135427" y="322448"/>
                <a:ext cx="993960" cy="7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E6E7BA15-64EC-59C6-0313-F1F95EF54369}"/>
                  </a:ext>
                </a:extLst>
              </p14:cNvPr>
              <p14:cNvContentPartPr/>
              <p14:nvPr/>
            </p14:nvContentPartPr>
            <p14:xfrm>
              <a:off x="8011747" y="1917968"/>
              <a:ext cx="23040" cy="86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E6E7BA15-64EC-59C6-0313-F1F95EF5436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994107" y="1900328"/>
                <a:ext cx="586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364BC3B-23A8-BD9F-3473-CA7CE841AA62}"/>
                  </a:ext>
                </a:extLst>
              </p14:cNvPr>
              <p14:cNvContentPartPr/>
              <p14:nvPr/>
            </p14:nvContentPartPr>
            <p14:xfrm>
              <a:off x="6474547" y="1278968"/>
              <a:ext cx="781200" cy="7272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364BC3B-23A8-BD9F-3473-CA7CE841AA6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456907" y="1260968"/>
                <a:ext cx="816840" cy="76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0B4AB56-934C-BAF6-72AC-6075D477899C}"/>
                  </a:ext>
                </a:extLst>
              </p14:cNvPr>
              <p14:cNvContentPartPr/>
              <p14:nvPr/>
            </p14:nvContentPartPr>
            <p14:xfrm>
              <a:off x="4218787" y="247208"/>
              <a:ext cx="877320" cy="8384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0B4AB56-934C-BAF6-72AC-6075D477899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201147" y="229568"/>
                <a:ext cx="912960" cy="87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61C103D-3F7F-5114-A2DF-5054A5D1A7C0}"/>
              </a:ext>
            </a:extLst>
          </p:cNvPr>
          <p:cNvGrpSpPr/>
          <p:nvPr/>
        </p:nvGrpSpPr>
        <p:grpSpPr>
          <a:xfrm>
            <a:off x="5704867" y="2351048"/>
            <a:ext cx="6136920" cy="3132360"/>
            <a:chOff x="5704867" y="2351048"/>
            <a:chExt cx="6136920" cy="31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34E757C-F7CC-4287-72CB-98530FB5734B}"/>
                    </a:ext>
                  </a:extLst>
                </p14:cNvPr>
                <p14:cNvContentPartPr/>
                <p14:nvPr/>
              </p14:nvContentPartPr>
              <p14:xfrm>
                <a:off x="6181867" y="2539328"/>
                <a:ext cx="222480" cy="374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34E757C-F7CC-4287-72CB-98530FB573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64227" y="2521688"/>
                  <a:ext cx="2581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6A0A26-2C0E-BA46-3CD3-6708AD69F105}"/>
                    </a:ext>
                  </a:extLst>
                </p14:cNvPr>
                <p14:cNvContentPartPr/>
                <p14:nvPr/>
              </p14:nvContentPartPr>
              <p14:xfrm>
                <a:off x="6545827" y="2610248"/>
                <a:ext cx="356760" cy="228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6A0A26-2C0E-BA46-3CD3-6708AD69F1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28187" y="2592608"/>
                  <a:ext cx="392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3C2290E-A4A8-3A98-8222-C6922BBFE19F}"/>
                    </a:ext>
                  </a:extLst>
                </p14:cNvPr>
                <p14:cNvContentPartPr/>
                <p14:nvPr/>
              </p14:nvContentPartPr>
              <p14:xfrm>
                <a:off x="5830867" y="2351048"/>
                <a:ext cx="1320480" cy="803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3C2290E-A4A8-3A98-8222-C6922BBFE1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12867" y="2333408"/>
                  <a:ext cx="135612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2CD5D3-F92F-D835-E742-5A1AD5346DA3}"/>
                    </a:ext>
                  </a:extLst>
                </p14:cNvPr>
                <p14:cNvContentPartPr/>
                <p14:nvPr/>
              </p14:nvContentPartPr>
              <p14:xfrm>
                <a:off x="5911507" y="3139448"/>
                <a:ext cx="464400" cy="477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2CD5D3-F92F-D835-E742-5A1AD5346DA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93507" y="3121808"/>
                  <a:ext cx="5000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DE558C0-698D-A545-AD78-9D0C8163CE48}"/>
                    </a:ext>
                  </a:extLst>
                </p14:cNvPr>
                <p14:cNvContentPartPr/>
                <p14:nvPr/>
              </p14:nvContentPartPr>
              <p14:xfrm>
                <a:off x="5704867" y="3524288"/>
                <a:ext cx="529920" cy="476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DE558C0-698D-A545-AD78-9D0C8163CE4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87227" y="3506288"/>
                  <a:ext cx="565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B3A2C8-EF77-A4D1-E8AE-2D82EE5E2C92}"/>
                    </a:ext>
                  </a:extLst>
                </p14:cNvPr>
                <p14:cNvContentPartPr/>
                <p14:nvPr/>
              </p14:nvContentPartPr>
              <p14:xfrm>
                <a:off x="6407587" y="3199568"/>
                <a:ext cx="925920" cy="451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B3A2C8-EF77-A4D1-E8AE-2D82EE5E2C9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389587" y="3181568"/>
                  <a:ext cx="9615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7584551-46C8-6AE0-C6FB-739B25EB5C9D}"/>
                    </a:ext>
                  </a:extLst>
                </p14:cNvPr>
                <p14:cNvContentPartPr/>
                <p14:nvPr/>
              </p14:nvContentPartPr>
              <p14:xfrm>
                <a:off x="7110667" y="3751088"/>
                <a:ext cx="172440" cy="382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7584551-46C8-6AE0-C6FB-739B25EB5C9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93027" y="3733448"/>
                  <a:ext cx="2080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C1645BE-8F9C-CDA7-5DE6-06F9E0AE5E55}"/>
                    </a:ext>
                  </a:extLst>
                </p14:cNvPr>
                <p14:cNvContentPartPr/>
                <p14:nvPr/>
              </p14:nvContentPartPr>
              <p14:xfrm>
                <a:off x="7235587" y="3756128"/>
                <a:ext cx="275040" cy="392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C1645BE-8F9C-CDA7-5DE6-06F9E0AE5E5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17947" y="3738128"/>
                  <a:ext cx="310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62D0748-D27B-E9D0-E98E-90504AD3EE45}"/>
                    </a:ext>
                  </a:extLst>
                </p14:cNvPr>
                <p14:cNvContentPartPr/>
                <p14:nvPr/>
              </p14:nvContentPartPr>
              <p14:xfrm>
                <a:off x="6749587" y="3439688"/>
                <a:ext cx="1060920" cy="934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62D0748-D27B-E9D0-E98E-90504AD3EE4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31947" y="3421688"/>
                  <a:ext cx="109656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D4D04A-CB35-7B4D-794A-94275CDACCE8}"/>
                    </a:ext>
                  </a:extLst>
                </p14:cNvPr>
                <p14:cNvContentPartPr/>
                <p14:nvPr/>
              </p14:nvContentPartPr>
              <p14:xfrm>
                <a:off x="6559867" y="4384688"/>
                <a:ext cx="450360" cy="444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D4D04A-CB35-7B4D-794A-94275CDACCE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41867" y="4367048"/>
                  <a:ext cx="4860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A328B1-9D35-8BB4-73A0-A1C3E0EE2BB5}"/>
                    </a:ext>
                  </a:extLst>
                </p14:cNvPr>
                <p14:cNvContentPartPr/>
                <p14:nvPr/>
              </p14:nvContentPartPr>
              <p14:xfrm>
                <a:off x="6346027" y="4931528"/>
                <a:ext cx="134280" cy="339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A328B1-9D35-8BB4-73A0-A1C3E0EE2BB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28387" y="4913528"/>
                  <a:ext cx="1699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F5B10BD-2F19-C79E-3176-C25CDF26036E}"/>
                    </a:ext>
                  </a:extLst>
                </p14:cNvPr>
                <p14:cNvContentPartPr/>
                <p14:nvPr/>
              </p14:nvContentPartPr>
              <p14:xfrm>
                <a:off x="6528907" y="4939808"/>
                <a:ext cx="224640" cy="302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F5B10BD-2F19-C79E-3176-C25CDF26036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11267" y="4921808"/>
                  <a:ext cx="260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0452187-D271-FB42-1527-48E39396437F}"/>
                    </a:ext>
                  </a:extLst>
                </p14:cNvPr>
                <p14:cNvContentPartPr/>
                <p14:nvPr/>
              </p14:nvContentPartPr>
              <p14:xfrm>
                <a:off x="6182587" y="4686368"/>
                <a:ext cx="824400" cy="774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0452187-D271-FB42-1527-48E39396437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64587" y="4668368"/>
                  <a:ext cx="86004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0287285-EC84-D03B-7771-62C8C6A706DB}"/>
                    </a:ext>
                  </a:extLst>
                </p14:cNvPr>
                <p14:cNvContentPartPr/>
                <p14:nvPr/>
              </p14:nvContentPartPr>
              <p14:xfrm>
                <a:off x="7136227" y="4460648"/>
                <a:ext cx="739440" cy="495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0287285-EC84-D03B-7771-62C8C6A706D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18227" y="4442648"/>
                  <a:ext cx="7750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78D28B6-23B3-8F3E-30AC-E756F9A4E483}"/>
                    </a:ext>
                  </a:extLst>
                </p14:cNvPr>
                <p14:cNvContentPartPr/>
                <p14:nvPr/>
              </p14:nvContentPartPr>
              <p14:xfrm>
                <a:off x="7748587" y="4978688"/>
                <a:ext cx="184320" cy="36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78D28B6-23B3-8F3E-30AC-E756F9A4E48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30587" y="4960688"/>
                  <a:ext cx="2199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362A11-6C9F-AC80-37AC-79411B74EAF4}"/>
                    </a:ext>
                  </a:extLst>
                </p14:cNvPr>
                <p14:cNvContentPartPr/>
                <p14:nvPr/>
              </p14:nvContentPartPr>
              <p14:xfrm>
                <a:off x="8044147" y="5084528"/>
                <a:ext cx="252720" cy="262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362A11-6C9F-AC80-37AC-79411B74EAF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26147" y="5066888"/>
                  <a:ext cx="2883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B8317E-52AE-1057-4988-1D8BEBF1C7FD}"/>
                    </a:ext>
                  </a:extLst>
                </p14:cNvPr>
                <p14:cNvContentPartPr/>
                <p14:nvPr/>
              </p14:nvContentPartPr>
              <p14:xfrm>
                <a:off x="7359787" y="4701488"/>
                <a:ext cx="1032120" cy="781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B8317E-52AE-1057-4988-1D8BEBF1C7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42147" y="4683848"/>
                  <a:ext cx="106776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48B46BE-4DA0-11A7-B428-A6B350B360D3}"/>
                    </a:ext>
                  </a:extLst>
                </p14:cNvPr>
                <p14:cNvContentPartPr/>
                <p14:nvPr/>
              </p14:nvContentPartPr>
              <p14:xfrm>
                <a:off x="8161867" y="3234848"/>
                <a:ext cx="227160" cy="41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48B46BE-4DA0-11A7-B428-A6B350B360D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43867" y="3217208"/>
                  <a:ext cx="26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23FF91F-4E7F-BB8C-6ED2-10C34A1A1803}"/>
                    </a:ext>
                  </a:extLst>
                </p14:cNvPr>
                <p14:cNvContentPartPr/>
                <p14:nvPr/>
              </p14:nvContentPartPr>
              <p14:xfrm>
                <a:off x="8172307" y="3275168"/>
                <a:ext cx="236160" cy="46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23FF91F-4E7F-BB8C-6ED2-10C34A1A180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54307" y="3257528"/>
                  <a:ext cx="271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FC90960-2AC6-A6F6-7078-A93AD2E5D161}"/>
                    </a:ext>
                  </a:extLst>
                </p14:cNvPr>
                <p14:cNvContentPartPr/>
                <p14:nvPr/>
              </p14:nvContentPartPr>
              <p14:xfrm>
                <a:off x="8197147" y="3057728"/>
                <a:ext cx="365400" cy="228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FC90960-2AC6-A6F6-7078-A93AD2E5D16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79507" y="3039728"/>
                  <a:ext cx="401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86EC10F-D244-D9C9-F715-429871E78258}"/>
                    </a:ext>
                  </a:extLst>
                </p14:cNvPr>
                <p14:cNvContentPartPr/>
                <p14:nvPr/>
              </p14:nvContentPartPr>
              <p14:xfrm>
                <a:off x="9160867" y="3207488"/>
                <a:ext cx="395640" cy="286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86EC10F-D244-D9C9-F715-429871E782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42867" y="3189488"/>
                  <a:ext cx="431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5946797-8C7E-5A59-402C-AD00AF29DBA2}"/>
                    </a:ext>
                  </a:extLst>
                </p14:cNvPr>
                <p14:cNvContentPartPr/>
                <p14:nvPr/>
              </p14:nvContentPartPr>
              <p14:xfrm>
                <a:off x="9445627" y="3208208"/>
                <a:ext cx="322920" cy="225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5946797-8C7E-5A59-402C-AD00AF29DBA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27987" y="3190568"/>
                  <a:ext cx="358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3676F94-CDE9-C726-EAFC-06D21474C12A}"/>
                    </a:ext>
                  </a:extLst>
                </p14:cNvPr>
                <p14:cNvContentPartPr/>
                <p14:nvPr/>
              </p14:nvContentPartPr>
              <p14:xfrm>
                <a:off x="8797627" y="2912648"/>
                <a:ext cx="948600" cy="999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3676F94-CDE9-C726-EAFC-06D21474C1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79987" y="2894648"/>
                  <a:ext cx="984240" cy="10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14D63B1-C089-E6AB-6AFF-F65DCDA769AC}"/>
                    </a:ext>
                  </a:extLst>
                </p14:cNvPr>
                <p14:cNvContentPartPr/>
                <p14:nvPr/>
              </p14:nvContentPartPr>
              <p14:xfrm>
                <a:off x="9829027" y="2745968"/>
                <a:ext cx="651960" cy="37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14D63B1-C089-E6AB-6AFF-F65DCDA769A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811027" y="2728328"/>
                  <a:ext cx="687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8E49B89-9065-DCAB-1727-DEE748279106}"/>
                    </a:ext>
                  </a:extLst>
                </p14:cNvPr>
                <p14:cNvContentPartPr/>
                <p14:nvPr/>
              </p14:nvContentPartPr>
              <p14:xfrm>
                <a:off x="10328347" y="2534648"/>
                <a:ext cx="288360" cy="495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8E49B89-9065-DCAB-1727-DEE7482791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10707" y="2517008"/>
                  <a:ext cx="32400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9685C53-2402-324B-B2F3-F4640CD2FB65}"/>
                    </a:ext>
                  </a:extLst>
                </p14:cNvPr>
                <p14:cNvContentPartPr/>
                <p14:nvPr/>
              </p14:nvContentPartPr>
              <p14:xfrm>
                <a:off x="10601587" y="2650928"/>
                <a:ext cx="316080" cy="321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9685C53-2402-324B-B2F3-F4640CD2FB6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583587" y="2633288"/>
                  <a:ext cx="351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54A7CFC-9B42-1330-09F1-7E538A77D202}"/>
                    </a:ext>
                  </a:extLst>
                </p14:cNvPr>
                <p14:cNvContentPartPr/>
                <p14:nvPr/>
              </p14:nvContentPartPr>
              <p14:xfrm>
                <a:off x="10165627" y="2442848"/>
                <a:ext cx="873000" cy="769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54A7CFC-9B42-1330-09F1-7E538A77D20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47627" y="2424848"/>
                  <a:ext cx="90864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5C5A93-F056-20D2-E7C3-EDDB56C29387}"/>
                    </a:ext>
                  </a:extLst>
                </p14:cNvPr>
                <p14:cNvContentPartPr/>
                <p14:nvPr/>
              </p14:nvContentPartPr>
              <p14:xfrm>
                <a:off x="10827667" y="3335288"/>
                <a:ext cx="503640" cy="292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5C5A93-F056-20D2-E7C3-EDDB56C2938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10027" y="3317288"/>
                  <a:ext cx="539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95D245-462B-F107-2847-BA7D2E24F101}"/>
                    </a:ext>
                  </a:extLst>
                </p14:cNvPr>
                <p14:cNvContentPartPr/>
                <p14:nvPr/>
              </p14:nvContentPartPr>
              <p14:xfrm>
                <a:off x="11046187" y="3526088"/>
                <a:ext cx="795600" cy="863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95D245-462B-F107-2847-BA7D2E24F1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028187" y="3508088"/>
                  <a:ext cx="831240" cy="8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6E3D727-5C6C-D2A8-FD61-42EB74E38DD1}"/>
                    </a:ext>
                  </a:extLst>
                </p14:cNvPr>
                <p14:cNvContentPartPr/>
                <p14:nvPr/>
              </p14:nvContentPartPr>
              <p14:xfrm>
                <a:off x="8734627" y="3930728"/>
                <a:ext cx="550080" cy="411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6E3D727-5C6C-D2A8-FD61-42EB74E38DD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16627" y="3912728"/>
                  <a:ext cx="5857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7E30B8B-46AE-4C61-031D-535C5AE45536}"/>
                    </a:ext>
                  </a:extLst>
                </p14:cNvPr>
                <p14:cNvContentPartPr/>
                <p14:nvPr/>
              </p14:nvContentPartPr>
              <p14:xfrm>
                <a:off x="9323587" y="3948008"/>
                <a:ext cx="365760" cy="369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7E30B8B-46AE-4C61-031D-535C5AE4553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05587" y="3930368"/>
                  <a:ext cx="4014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6F5916-2929-DDB7-514B-0E30A06F75ED}"/>
                    </a:ext>
                  </a:extLst>
                </p14:cNvPr>
                <p14:cNvContentPartPr/>
                <p14:nvPr/>
              </p14:nvContentPartPr>
              <p14:xfrm>
                <a:off x="8157187" y="4264448"/>
                <a:ext cx="1042920" cy="510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6F5916-2929-DDB7-514B-0E30A06F75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39547" y="4246808"/>
                  <a:ext cx="10785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C107C4-FEBE-C87B-91B5-658CEBB69D7C}"/>
                    </a:ext>
                  </a:extLst>
                </p14:cNvPr>
                <p14:cNvContentPartPr/>
                <p14:nvPr/>
              </p14:nvContentPartPr>
              <p14:xfrm>
                <a:off x="8350507" y="4488728"/>
                <a:ext cx="29160" cy="137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C107C4-FEBE-C87B-91B5-658CEBB69D7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32507" y="4471088"/>
                  <a:ext cx="64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44C9C80-9451-DC69-F71E-1755097E7D9F}"/>
                    </a:ext>
                  </a:extLst>
                </p14:cNvPr>
                <p14:cNvContentPartPr/>
                <p14:nvPr/>
              </p14:nvContentPartPr>
              <p14:xfrm>
                <a:off x="8476507" y="4524368"/>
                <a:ext cx="98640" cy="126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44C9C80-9451-DC69-F71E-1755097E7D9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58867" y="4506368"/>
                  <a:ext cx="134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F7CA0A6-2B3B-F251-BDD6-AEF8B61ED989}"/>
                    </a:ext>
                  </a:extLst>
                </p14:cNvPr>
                <p14:cNvContentPartPr/>
                <p14:nvPr/>
              </p14:nvContentPartPr>
              <p14:xfrm>
                <a:off x="8737507" y="4563608"/>
                <a:ext cx="20160" cy="164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F7CA0A6-2B3B-F251-BDD6-AEF8B61ED98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19867" y="4545968"/>
                  <a:ext cx="55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37761FF-DDB4-640B-0049-158F58A597D4}"/>
                    </a:ext>
                  </a:extLst>
                </p14:cNvPr>
                <p14:cNvContentPartPr/>
                <p14:nvPr/>
              </p14:nvContentPartPr>
              <p14:xfrm>
                <a:off x="8829667" y="4506728"/>
                <a:ext cx="108000" cy="200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37761FF-DDB4-640B-0049-158F58A597D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811667" y="4489088"/>
                  <a:ext cx="143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DEF84F7-B96F-B51F-BDC3-566775AD6E2D}"/>
                    </a:ext>
                  </a:extLst>
                </p14:cNvPr>
                <p14:cNvContentPartPr/>
                <p14:nvPr/>
              </p14:nvContentPartPr>
              <p14:xfrm>
                <a:off x="9550747" y="4314848"/>
                <a:ext cx="957960" cy="637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DEF84F7-B96F-B51F-BDC3-566775AD6E2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33107" y="4297208"/>
                  <a:ext cx="99360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E0B5113-F4FF-F5B2-954E-C86E013F723A}"/>
                    </a:ext>
                  </a:extLst>
                </p14:cNvPr>
                <p14:cNvContentPartPr/>
                <p14:nvPr/>
              </p14:nvContentPartPr>
              <p14:xfrm>
                <a:off x="9543187" y="4616888"/>
                <a:ext cx="237600" cy="176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E0B5113-F4FF-F5B2-954E-C86E013F723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525547" y="4599248"/>
                  <a:ext cx="273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98A3DB6-C0B1-9D9B-945D-F78CDAF4AE41}"/>
                    </a:ext>
                  </a:extLst>
                </p14:cNvPr>
                <p14:cNvContentPartPr/>
                <p14:nvPr/>
              </p14:nvContentPartPr>
              <p14:xfrm>
                <a:off x="9857827" y="4598888"/>
                <a:ext cx="137880" cy="268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98A3DB6-C0B1-9D9B-945D-F78CDAF4AE4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40187" y="4581248"/>
                  <a:ext cx="1735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FF9FD65-BA64-A9B9-8F29-FA2603229318}"/>
                    </a:ext>
                  </a:extLst>
                </p14:cNvPr>
                <p14:cNvContentPartPr/>
                <p14:nvPr/>
              </p14:nvContentPartPr>
              <p14:xfrm>
                <a:off x="10127467" y="4613288"/>
                <a:ext cx="312120" cy="253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FF9FD65-BA64-A9B9-8F29-FA260322931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109467" y="4595648"/>
                  <a:ext cx="34776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3DAE820-6657-DDF3-85BA-EBF3A16452A5}"/>
              </a:ext>
            </a:extLst>
          </p:cNvPr>
          <p:cNvGrpSpPr/>
          <p:nvPr/>
        </p:nvGrpSpPr>
        <p:grpSpPr>
          <a:xfrm>
            <a:off x="795187" y="208328"/>
            <a:ext cx="5521680" cy="1888920"/>
            <a:chOff x="795187" y="208328"/>
            <a:chExt cx="5521680" cy="18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776027-12CF-DEFD-82A1-85D345DE452C}"/>
                    </a:ext>
                  </a:extLst>
                </p14:cNvPr>
                <p14:cNvContentPartPr/>
                <p14:nvPr/>
              </p14:nvContentPartPr>
              <p14:xfrm>
                <a:off x="5337307" y="1236128"/>
                <a:ext cx="979560" cy="764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776027-12CF-DEFD-82A1-85D345DE452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19667" y="1218128"/>
                  <a:ext cx="101520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397401-CF37-0D0B-1D31-C1B6BF08422E}"/>
                    </a:ext>
                  </a:extLst>
                </p14:cNvPr>
                <p14:cNvContentPartPr/>
                <p14:nvPr/>
              </p14:nvContentPartPr>
              <p14:xfrm>
                <a:off x="2983987" y="1156928"/>
                <a:ext cx="2250720" cy="9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397401-CF37-0D0B-1D31-C1B6BF08422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66347" y="1138928"/>
                  <a:ext cx="2286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281DD59-2EDC-484E-DC88-7907A1351029}"/>
                    </a:ext>
                  </a:extLst>
                </p14:cNvPr>
                <p14:cNvContentPartPr/>
                <p14:nvPr/>
              </p14:nvContentPartPr>
              <p14:xfrm>
                <a:off x="2907307" y="1023728"/>
                <a:ext cx="382320" cy="355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281DD59-2EDC-484E-DC88-7907A135102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889667" y="1005728"/>
                  <a:ext cx="4179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E86BEBB-BD27-8B53-34B5-AE5DE1F49793}"/>
                    </a:ext>
                  </a:extLst>
                </p14:cNvPr>
                <p14:cNvContentPartPr/>
                <p14:nvPr/>
              </p14:nvContentPartPr>
              <p14:xfrm>
                <a:off x="2707867" y="1376528"/>
                <a:ext cx="982800" cy="672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E86BEBB-BD27-8B53-34B5-AE5DE1F4979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690227" y="1358528"/>
                  <a:ext cx="101844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843F1F4-7236-6470-A0C2-98D5C35F25C5}"/>
                    </a:ext>
                  </a:extLst>
                </p14:cNvPr>
                <p14:cNvContentPartPr/>
                <p14:nvPr/>
              </p14:nvContentPartPr>
              <p14:xfrm>
                <a:off x="795187" y="1823648"/>
                <a:ext cx="1743120" cy="214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843F1F4-7236-6470-A0C2-98D5C35F25C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7547" y="1806008"/>
                  <a:ext cx="1778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56D198-7CE9-0D56-A9A5-F3D26A8CA29C}"/>
                    </a:ext>
                  </a:extLst>
                </p14:cNvPr>
                <p14:cNvContentPartPr/>
                <p14:nvPr/>
              </p14:nvContentPartPr>
              <p14:xfrm>
                <a:off x="3909187" y="2065928"/>
                <a:ext cx="1108800" cy="31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56D198-7CE9-0D56-A9A5-F3D26A8CA29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91187" y="2048288"/>
                  <a:ext cx="1144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9214EFE-D288-D6F2-D12F-5FA2DBEFF222}"/>
                    </a:ext>
                  </a:extLst>
                </p14:cNvPr>
                <p14:cNvContentPartPr/>
                <p14:nvPr/>
              </p14:nvContentPartPr>
              <p14:xfrm>
                <a:off x="3290707" y="208328"/>
                <a:ext cx="1211040" cy="917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9214EFE-D288-D6F2-D12F-5FA2DBEFF22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272707" y="190688"/>
                  <a:ext cx="1246680" cy="9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56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8C52-F58E-867C-7CB8-E2D6570B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77CD83-55BC-BEEC-79E4-2BC0FF40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888F3C6-883C-C900-9D62-264D39A55311}"/>
              </a:ext>
            </a:extLst>
          </p:cNvPr>
          <p:cNvGrpSpPr/>
          <p:nvPr/>
        </p:nvGrpSpPr>
        <p:grpSpPr>
          <a:xfrm>
            <a:off x="-84653" y="354488"/>
            <a:ext cx="7750440" cy="5945760"/>
            <a:chOff x="-84653" y="354488"/>
            <a:chExt cx="7750440" cy="59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57587FC-1E61-F018-5D27-D64F9485A7C7}"/>
                    </a:ext>
                  </a:extLst>
                </p14:cNvPr>
                <p14:cNvContentPartPr/>
                <p14:nvPr/>
              </p14:nvContentPartPr>
              <p14:xfrm>
                <a:off x="1241947" y="839048"/>
                <a:ext cx="267120" cy="373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57587FC-1E61-F018-5D27-D64F9485A7C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23947" y="821408"/>
                  <a:ext cx="3027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50DFE7-1B59-7C57-E8B0-2F4261199AD3}"/>
                    </a:ext>
                  </a:extLst>
                </p14:cNvPr>
                <p14:cNvContentPartPr/>
                <p14:nvPr/>
              </p14:nvContentPartPr>
              <p14:xfrm>
                <a:off x="1477747" y="817448"/>
                <a:ext cx="174240" cy="367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50DFE7-1B59-7C57-E8B0-2F4261199A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9747" y="799808"/>
                  <a:ext cx="2098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F56F2E3-B021-B24B-D127-16990D7BCDBE}"/>
                    </a:ext>
                  </a:extLst>
                </p14:cNvPr>
                <p14:cNvContentPartPr/>
                <p14:nvPr/>
              </p14:nvContentPartPr>
              <p14:xfrm>
                <a:off x="1492147" y="1050368"/>
                <a:ext cx="98640" cy="2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F56F2E3-B021-B24B-D127-16990D7BCD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74507" y="1032728"/>
                  <a:ext cx="134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262F31-FEA9-2746-25F9-8DF9CE4ECC32}"/>
                    </a:ext>
                  </a:extLst>
                </p14:cNvPr>
                <p14:cNvContentPartPr/>
                <p14:nvPr/>
              </p14:nvContentPartPr>
              <p14:xfrm>
                <a:off x="949267" y="674168"/>
                <a:ext cx="882360" cy="821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262F31-FEA9-2746-25F9-8DF9CE4ECC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1627" y="656168"/>
                  <a:ext cx="91800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873557-ADA0-C674-4A7C-C41C258FC94E}"/>
                    </a:ext>
                  </a:extLst>
                </p14:cNvPr>
                <p14:cNvContentPartPr/>
                <p14:nvPr/>
              </p14:nvContentPartPr>
              <p14:xfrm>
                <a:off x="475867" y="1422248"/>
                <a:ext cx="648720" cy="431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873557-ADA0-C674-4A7C-C41C258FC9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7867" y="1404248"/>
                  <a:ext cx="6843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B8CA49-31EE-B066-803F-5DB0C17AE089}"/>
                    </a:ext>
                  </a:extLst>
                </p14:cNvPr>
                <p14:cNvContentPartPr/>
                <p14:nvPr/>
              </p14:nvContentPartPr>
              <p14:xfrm>
                <a:off x="361387" y="2036768"/>
                <a:ext cx="20160" cy="20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B8CA49-31EE-B066-803F-5DB0C17AE0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3747" y="2019128"/>
                  <a:ext cx="55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3CD84D-2FCB-BA97-3F22-76B45A3641AA}"/>
                    </a:ext>
                  </a:extLst>
                </p14:cNvPr>
                <p14:cNvContentPartPr/>
                <p14:nvPr/>
              </p14:nvContentPartPr>
              <p14:xfrm>
                <a:off x="329707" y="1878368"/>
                <a:ext cx="254520" cy="43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3CD84D-2FCB-BA97-3F22-76B45A3641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1707" y="1860368"/>
                  <a:ext cx="2901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85E736-B29F-0415-85B2-A59EC78DEB54}"/>
                    </a:ext>
                  </a:extLst>
                </p14:cNvPr>
                <p14:cNvContentPartPr/>
                <p14:nvPr/>
              </p14:nvContentPartPr>
              <p14:xfrm>
                <a:off x="143227" y="1741568"/>
                <a:ext cx="694080" cy="782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85E736-B29F-0415-85B2-A59EC78DEB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587" y="1723568"/>
                  <a:ext cx="72972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4B6507-5EE4-B910-6424-A4D2EBDE7747}"/>
                    </a:ext>
                  </a:extLst>
                </p14:cNvPr>
                <p14:cNvContentPartPr/>
                <p14:nvPr/>
              </p14:nvContentPartPr>
              <p14:xfrm>
                <a:off x="1252747" y="1587848"/>
                <a:ext cx="641160" cy="693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4B6507-5EE4-B910-6424-A4D2EBDE77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35107" y="1569848"/>
                  <a:ext cx="67680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027E12-1A57-1FE2-A30B-E4E99111C627}"/>
                    </a:ext>
                  </a:extLst>
                </p14:cNvPr>
                <p14:cNvContentPartPr/>
                <p14:nvPr/>
              </p14:nvContentPartPr>
              <p14:xfrm>
                <a:off x="1789867" y="2276528"/>
                <a:ext cx="320400" cy="359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027E12-1A57-1FE2-A30B-E4E99111C6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72227" y="2258888"/>
                  <a:ext cx="356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D05669-0B55-813D-44F9-9719AF7539B0}"/>
                    </a:ext>
                  </a:extLst>
                </p14:cNvPr>
                <p14:cNvContentPartPr/>
                <p14:nvPr/>
              </p14:nvContentPartPr>
              <p14:xfrm>
                <a:off x="1585387" y="2062688"/>
                <a:ext cx="792360" cy="697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D05669-0B55-813D-44F9-9719AF7539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67747" y="2045048"/>
                  <a:ext cx="82800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5F783B9-5948-8BF8-9A36-75321C19CAD3}"/>
                    </a:ext>
                  </a:extLst>
                </p14:cNvPr>
                <p14:cNvContentPartPr/>
                <p14:nvPr/>
              </p14:nvContentPartPr>
              <p14:xfrm>
                <a:off x="185707" y="2567768"/>
                <a:ext cx="314640" cy="447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5F783B9-5948-8BF8-9A36-75321C19CAD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707" y="2549768"/>
                  <a:ext cx="35028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18DCA1F-1533-780B-E850-250B9F255036}"/>
                    </a:ext>
                  </a:extLst>
                </p14:cNvPr>
                <p14:cNvContentPartPr/>
                <p14:nvPr/>
              </p14:nvContentPartPr>
              <p14:xfrm>
                <a:off x="46027" y="3150608"/>
                <a:ext cx="37440" cy="29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18DCA1F-1533-780B-E850-250B9F2550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27" y="3132968"/>
                  <a:ext cx="730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14E7EB-031C-B13A-B8EB-4CA51D903DD6}"/>
                    </a:ext>
                  </a:extLst>
                </p14:cNvPr>
                <p14:cNvContentPartPr/>
                <p14:nvPr/>
              </p14:nvContentPartPr>
              <p14:xfrm>
                <a:off x="4987" y="3145208"/>
                <a:ext cx="218880" cy="401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14E7EB-031C-B13A-B8EB-4CA51D903D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-13013" y="3127568"/>
                  <a:ext cx="254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11C10E-DBE7-51A9-9F47-EC10813F53D7}"/>
                    </a:ext>
                  </a:extLst>
                </p14:cNvPr>
                <p14:cNvContentPartPr/>
                <p14:nvPr/>
              </p14:nvContentPartPr>
              <p14:xfrm>
                <a:off x="-84653" y="3048368"/>
                <a:ext cx="562320" cy="727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11C10E-DBE7-51A9-9F47-EC10813F53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-102653" y="3030368"/>
                  <a:ext cx="5979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B11D32-350B-D164-F0BA-4313376C1750}"/>
                    </a:ext>
                  </a:extLst>
                </p14:cNvPr>
                <p14:cNvContentPartPr/>
                <p14:nvPr/>
              </p14:nvContentPartPr>
              <p14:xfrm>
                <a:off x="470827" y="2654528"/>
                <a:ext cx="378720" cy="789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B11D32-350B-D164-F0BA-4313376C17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2827" y="2636528"/>
                  <a:ext cx="4143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641F7B-36B0-58D6-091C-9C029237E29C}"/>
                    </a:ext>
                  </a:extLst>
                </p14:cNvPr>
                <p14:cNvContentPartPr/>
                <p14:nvPr/>
              </p14:nvContentPartPr>
              <p14:xfrm>
                <a:off x="838027" y="3492968"/>
                <a:ext cx="56160" cy="307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641F7B-36B0-58D6-091C-9C029237E2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0027" y="3474968"/>
                  <a:ext cx="918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1E37CC-7300-5832-7223-90B812B4AFA0}"/>
                    </a:ext>
                  </a:extLst>
                </p14:cNvPr>
                <p14:cNvContentPartPr/>
                <p14:nvPr/>
              </p14:nvContentPartPr>
              <p14:xfrm>
                <a:off x="846307" y="3411248"/>
                <a:ext cx="281880" cy="67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1E37CC-7300-5832-7223-90B812B4AF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8307" y="3393608"/>
                  <a:ext cx="317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52A0F89-D970-8F19-3447-70D995C58A67}"/>
                    </a:ext>
                  </a:extLst>
                </p14:cNvPr>
                <p14:cNvContentPartPr/>
                <p14:nvPr/>
              </p14:nvContentPartPr>
              <p14:xfrm>
                <a:off x="942067" y="3600608"/>
                <a:ext cx="99360" cy="3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52A0F89-D970-8F19-3447-70D995C58A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4427" y="3582968"/>
                  <a:ext cx="135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7DD18D-E649-E4A4-5B92-64CA8DCFD39A}"/>
                    </a:ext>
                  </a:extLst>
                </p14:cNvPr>
                <p14:cNvContentPartPr/>
                <p14:nvPr/>
              </p14:nvContentPartPr>
              <p14:xfrm>
                <a:off x="887707" y="3766568"/>
                <a:ext cx="216000" cy="104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7DD18D-E649-E4A4-5B92-64CA8DCFD3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0067" y="3748568"/>
                  <a:ext cx="251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880E70-41A8-C4B2-586C-2D18F7DC63E7}"/>
                    </a:ext>
                  </a:extLst>
                </p14:cNvPr>
                <p14:cNvContentPartPr/>
                <p14:nvPr/>
              </p14:nvContentPartPr>
              <p14:xfrm>
                <a:off x="627067" y="3365528"/>
                <a:ext cx="758160" cy="63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880E70-41A8-C4B2-586C-2D18F7DC63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9427" y="3347528"/>
                  <a:ext cx="79380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44E595-4064-549A-651C-5C336ADD6C7F}"/>
                    </a:ext>
                  </a:extLst>
                </p14:cNvPr>
                <p14:cNvContentPartPr/>
                <p14:nvPr/>
              </p14:nvContentPartPr>
              <p14:xfrm>
                <a:off x="1665307" y="2912648"/>
                <a:ext cx="262800" cy="600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44E595-4064-549A-651C-5C336ADD6C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47667" y="2894648"/>
                  <a:ext cx="29844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783767-7B2D-616A-A518-D6B8C14C4B08}"/>
                    </a:ext>
                  </a:extLst>
                </p14:cNvPr>
                <p14:cNvContentPartPr/>
                <p14:nvPr/>
              </p14:nvContentPartPr>
              <p14:xfrm>
                <a:off x="1665667" y="3600968"/>
                <a:ext cx="69120" cy="277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783767-7B2D-616A-A518-D6B8C14C4B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47667" y="3582968"/>
                  <a:ext cx="104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E198A6-9ACF-BC80-AEBA-422AE9E4F8D1}"/>
                    </a:ext>
                  </a:extLst>
                </p14:cNvPr>
                <p14:cNvContentPartPr/>
                <p14:nvPr/>
              </p14:nvContentPartPr>
              <p14:xfrm>
                <a:off x="1753867" y="3565688"/>
                <a:ext cx="182520" cy="38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E198A6-9ACF-BC80-AEBA-422AE9E4F8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5867" y="3548048"/>
                  <a:ext cx="218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49AB6E-B234-FF2F-EFD9-3BD397FFD21F}"/>
                    </a:ext>
                  </a:extLst>
                </p14:cNvPr>
                <p14:cNvContentPartPr/>
                <p14:nvPr/>
              </p14:nvContentPartPr>
              <p14:xfrm>
                <a:off x="1765387" y="3742808"/>
                <a:ext cx="180360" cy="14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49AB6E-B234-FF2F-EFD9-3BD397FFD2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47747" y="3724808"/>
                  <a:ext cx="216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67A82D-EB76-B6E6-428D-7348966AA63B}"/>
                    </a:ext>
                  </a:extLst>
                </p14:cNvPr>
                <p14:cNvContentPartPr/>
                <p14:nvPr/>
              </p14:nvContentPartPr>
              <p14:xfrm>
                <a:off x="1392427" y="3368048"/>
                <a:ext cx="679320" cy="841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67A82D-EB76-B6E6-428D-7348966AA63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74787" y="3350408"/>
                  <a:ext cx="714960" cy="87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22B88A-E886-ECC9-A021-DE87800CEA2E}"/>
                    </a:ext>
                  </a:extLst>
                </p14:cNvPr>
                <p14:cNvContentPartPr/>
                <p14:nvPr/>
              </p14:nvContentPartPr>
              <p14:xfrm>
                <a:off x="2240947" y="1269248"/>
                <a:ext cx="833040" cy="276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22B88A-E886-ECC9-A021-DE87800CEA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22947" y="1251248"/>
                  <a:ext cx="868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8DD73AC-898F-A95B-1428-ABF36F16F48A}"/>
                    </a:ext>
                  </a:extLst>
                </p14:cNvPr>
                <p14:cNvContentPartPr/>
                <p14:nvPr/>
              </p14:nvContentPartPr>
              <p14:xfrm>
                <a:off x="2874547" y="1133528"/>
                <a:ext cx="189360" cy="393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8DD73AC-898F-A95B-1428-ABF36F16F4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56907" y="1115888"/>
                  <a:ext cx="2250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7EC1D2-D81C-7C34-B5BA-CB2EEAC595C0}"/>
                    </a:ext>
                  </a:extLst>
                </p14:cNvPr>
                <p14:cNvContentPartPr/>
                <p14:nvPr/>
              </p14:nvContentPartPr>
              <p14:xfrm>
                <a:off x="3809107" y="850568"/>
                <a:ext cx="232560" cy="30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7EC1D2-D81C-7C34-B5BA-CB2EEAC595C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91107" y="832928"/>
                  <a:ext cx="2682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7D4530-979F-32E6-A96C-8BB66CCE8B41}"/>
                    </a:ext>
                  </a:extLst>
                </p14:cNvPr>
                <p14:cNvContentPartPr/>
                <p14:nvPr/>
              </p14:nvContentPartPr>
              <p14:xfrm>
                <a:off x="3997387" y="789368"/>
                <a:ext cx="210600" cy="361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7D4530-979F-32E6-A96C-8BB66CCE8B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79747" y="771368"/>
                  <a:ext cx="246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312E62-F925-D7EE-5CAA-6F1A6F40A0FD}"/>
                    </a:ext>
                  </a:extLst>
                </p14:cNvPr>
                <p14:cNvContentPartPr/>
                <p14:nvPr/>
              </p14:nvContentPartPr>
              <p14:xfrm>
                <a:off x="4011787" y="983048"/>
                <a:ext cx="208080" cy="9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312E62-F925-D7EE-5CAA-6F1A6F40A0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4147" y="965408"/>
                  <a:ext cx="243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C1F9E1-CE5B-ABC8-D7A8-AD19690A9BC7}"/>
                    </a:ext>
                  </a:extLst>
                </p14:cNvPr>
                <p14:cNvContentPartPr/>
                <p14:nvPr/>
              </p14:nvContentPartPr>
              <p14:xfrm>
                <a:off x="4547827" y="809168"/>
                <a:ext cx="21240" cy="257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C1F9E1-CE5B-ABC8-D7A8-AD19690A9B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30187" y="791528"/>
                  <a:ext cx="568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616CE9-139A-D297-2C89-573C36294A43}"/>
                    </a:ext>
                  </a:extLst>
                </p14:cNvPr>
                <p14:cNvContentPartPr/>
                <p14:nvPr/>
              </p14:nvContentPartPr>
              <p14:xfrm>
                <a:off x="4592827" y="730688"/>
                <a:ext cx="202320" cy="404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616CE9-139A-D297-2C89-573C36294A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74827" y="712688"/>
                  <a:ext cx="2379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FF1A8F-9417-BE28-299A-FA4D7547ABA0}"/>
                    </a:ext>
                  </a:extLst>
                </p14:cNvPr>
                <p14:cNvContentPartPr/>
                <p14:nvPr/>
              </p14:nvContentPartPr>
              <p14:xfrm>
                <a:off x="5143627" y="797648"/>
                <a:ext cx="293760" cy="351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FF1A8F-9417-BE28-299A-FA4D7547AB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25987" y="780008"/>
                  <a:ext cx="32940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1859625-10BE-C2F1-68C0-490B7486685F}"/>
                    </a:ext>
                  </a:extLst>
                </p14:cNvPr>
                <p14:cNvContentPartPr/>
                <p14:nvPr/>
              </p14:nvContentPartPr>
              <p14:xfrm>
                <a:off x="5856067" y="810608"/>
                <a:ext cx="50760" cy="259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1859625-10BE-C2F1-68C0-490B748668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38427" y="792608"/>
                  <a:ext cx="86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9CB73B4-E429-A40C-462D-27A3445FA5D8}"/>
                    </a:ext>
                  </a:extLst>
                </p14:cNvPr>
                <p14:cNvContentPartPr/>
                <p14:nvPr/>
              </p14:nvContentPartPr>
              <p14:xfrm>
                <a:off x="5769667" y="725648"/>
                <a:ext cx="315720" cy="437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9CB73B4-E429-A40C-462D-27A3445FA5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52027" y="707648"/>
                  <a:ext cx="3513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A59CA1-9721-1F02-0A07-F06E49E3E407}"/>
                    </a:ext>
                  </a:extLst>
                </p14:cNvPr>
                <p14:cNvContentPartPr/>
                <p14:nvPr/>
              </p14:nvContentPartPr>
              <p14:xfrm>
                <a:off x="6304627" y="700808"/>
                <a:ext cx="302400" cy="46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A59CA1-9721-1F02-0A07-F06E49E3E40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86987" y="683168"/>
                  <a:ext cx="3380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BD6618-3CFE-8622-7FD6-5C626151FDCD}"/>
                    </a:ext>
                  </a:extLst>
                </p14:cNvPr>
                <p14:cNvContentPartPr/>
                <p14:nvPr/>
              </p14:nvContentPartPr>
              <p14:xfrm>
                <a:off x="6430987" y="965408"/>
                <a:ext cx="117720" cy="35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BD6618-3CFE-8622-7FD6-5C626151FD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12987" y="947768"/>
                  <a:ext cx="153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532B97-60F2-37B8-C22F-64042B53C22A}"/>
                    </a:ext>
                  </a:extLst>
                </p14:cNvPr>
                <p14:cNvContentPartPr/>
                <p14:nvPr/>
              </p14:nvContentPartPr>
              <p14:xfrm>
                <a:off x="7133347" y="774968"/>
                <a:ext cx="57600" cy="358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532B97-60F2-37B8-C22F-64042B53C22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15347" y="756968"/>
                  <a:ext cx="932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FABF40-4AB1-72C0-9FFE-E218793D7DB7}"/>
                    </a:ext>
                  </a:extLst>
                </p14:cNvPr>
                <p14:cNvContentPartPr/>
                <p14:nvPr/>
              </p14:nvContentPartPr>
              <p14:xfrm>
                <a:off x="7251067" y="713408"/>
                <a:ext cx="170280" cy="73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FABF40-4AB1-72C0-9FFE-E218793D7D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33427" y="695408"/>
                  <a:ext cx="205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001140-1280-58EA-F20B-7AA155E2DE85}"/>
                    </a:ext>
                  </a:extLst>
                </p14:cNvPr>
                <p14:cNvContentPartPr/>
                <p14:nvPr/>
              </p14:nvContentPartPr>
              <p14:xfrm>
                <a:off x="7242427" y="922928"/>
                <a:ext cx="113400" cy="20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001140-1280-58EA-F20B-7AA155E2DE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24787" y="905288"/>
                  <a:ext cx="149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E5623B6-F31E-0259-303C-4526DCF74032}"/>
                    </a:ext>
                  </a:extLst>
                </p14:cNvPr>
                <p14:cNvContentPartPr/>
                <p14:nvPr/>
              </p14:nvContentPartPr>
              <p14:xfrm>
                <a:off x="3712267" y="354488"/>
                <a:ext cx="3883320" cy="117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E5623B6-F31E-0259-303C-4526DCF740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94267" y="336848"/>
                  <a:ext cx="3918960" cy="12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1644D0-284E-B3C1-B16E-F4910E7CA8C8}"/>
                    </a:ext>
                  </a:extLst>
                </p14:cNvPr>
                <p14:cNvContentPartPr/>
                <p14:nvPr/>
              </p14:nvContentPartPr>
              <p14:xfrm>
                <a:off x="4343707" y="546728"/>
                <a:ext cx="42480" cy="857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1644D0-284E-B3C1-B16E-F4910E7CA8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25707" y="528728"/>
                  <a:ext cx="7812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4F0CFA5-38D1-A612-033B-E99648E5A328}"/>
                    </a:ext>
                  </a:extLst>
                </p14:cNvPr>
                <p14:cNvContentPartPr/>
                <p14:nvPr/>
              </p14:nvContentPartPr>
              <p14:xfrm>
                <a:off x="5074147" y="381488"/>
                <a:ext cx="31320" cy="85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4F0CFA5-38D1-A612-033B-E99648E5A3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56507" y="363488"/>
                  <a:ext cx="6696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2AFE07-11D4-EE2C-E56C-01F9C1580C8E}"/>
                    </a:ext>
                  </a:extLst>
                </p14:cNvPr>
                <p14:cNvContentPartPr/>
                <p14:nvPr/>
              </p14:nvContentPartPr>
              <p14:xfrm>
                <a:off x="5695147" y="419288"/>
                <a:ext cx="46080" cy="992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2AFE07-11D4-EE2C-E56C-01F9C1580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77147" y="401288"/>
                  <a:ext cx="8172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E29465-C977-F777-E196-A599D8D3E442}"/>
                    </a:ext>
                  </a:extLst>
                </p14:cNvPr>
                <p14:cNvContentPartPr/>
                <p14:nvPr/>
              </p14:nvContentPartPr>
              <p14:xfrm>
                <a:off x="6236227" y="387248"/>
                <a:ext cx="69480" cy="1041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E29465-C977-F777-E196-A599D8D3E44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18587" y="369608"/>
                  <a:ext cx="105120" cy="10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474F003-3838-BCBB-7D7F-B98CD069EA7D}"/>
                    </a:ext>
                  </a:extLst>
                </p14:cNvPr>
                <p14:cNvContentPartPr/>
                <p14:nvPr/>
              </p14:nvContentPartPr>
              <p14:xfrm>
                <a:off x="6670387" y="553208"/>
                <a:ext cx="104040" cy="896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474F003-3838-BCBB-7D7F-B98CD069EA7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52387" y="535568"/>
                  <a:ext cx="13968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4B9571-13CF-A144-B426-292464D53C38}"/>
                    </a:ext>
                  </a:extLst>
                </p14:cNvPr>
                <p14:cNvContentPartPr/>
                <p14:nvPr/>
              </p14:nvContentPartPr>
              <p14:xfrm>
                <a:off x="3763747" y="1782608"/>
                <a:ext cx="41760" cy="309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4B9571-13CF-A144-B426-292464D53C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745747" y="1764968"/>
                  <a:ext cx="77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9F333E-65AE-749F-C018-D45D775B0DBD}"/>
                    </a:ext>
                  </a:extLst>
                </p14:cNvPr>
                <p14:cNvContentPartPr/>
                <p14:nvPr/>
              </p14:nvContentPartPr>
              <p14:xfrm>
                <a:off x="3818827" y="1827248"/>
                <a:ext cx="91800" cy="119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9F333E-65AE-749F-C018-D45D775B0DB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01187" y="1809608"/>
                  <a:ext cx="127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BC5749-55CF-2BA4-A987-E903B5DDFCD1}"/>
                    </a:ext>
                  </a:extLst>
                </p14:cNvPr>
                <p14:cNvContentPartPr/>
                <p14:nvPr/>
              </p14:nvContentPartPr>
              <p14:xfrm>
                <a:off x="3809107" y="1936328"/>
                <a:ext cx="161280" cy="128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BC5749-55CF-2BA4-A987-E903B5DDFC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91107" y="1918688"/>
                  <a:ext cx="196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36C28D-F428-5CED-2A86-86214BBA08FB}"/>
                    </a:ext>
                  </a:extLst>
                </p14:cNvPr>
                <p14:cNvContentPartPr/>
                <p14:nvPr/>
              </p14:nvContentPartPr>
              <p14:xfrm>
                <a:off x="4501027" y="1658048"/>
                <a:ext cx="227880" cy="177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36C28D-F428-5CED-2A86-86214BBA08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83027" y="1640048"/>
                  <a:ext cx="263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86AB39-705F-1495-7F9D-0EB54AC87C17}"/>
                    </a:ext>
                  </a:extLst>
                </p14:cNvPr>
                <p14:cNvContentPartPr/>
                <p14:nvPr/>
              </p14:nvContentPartPr>
              <p14:xfrm>
                <a:off x="4746187" y="1570568"/>
                <a:ext cx="48240" cy="250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86AB39-705F-1495-7F9D-0EB54AC87C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8547" y="1552928"/>
                  <a:ext cx="83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583EEE-04C4-807E-8DC7-97495151A980}"/>
                    </a:ext>
                  </a:extLst>
                </p14:cNvPr>
                <p14:cNvContentPartPr/>
                <p14:nvPr/>
              </p14:nvContentPartPr>
              <p14:xfrm>
                <a:off x="4803427" y="1572728"/>
                <a:ext cx="109800" cy="135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583EEE-04C4-807E-8DC7-97495151A98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5787" y="1555088"/>
                  <a:ext cx="145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9DF685-65F9-A6A7-6F1F-F83FEFB5F0F1}"/>
                    </a:ext>
                  </a:extLst>
                </p14:cNvPr>
                <p14:cNvContentPartPr/>
                <p14:nvPr/>
              </p14:nvContentPartPr>
              <p14:xfrm>
                <a:off x="4818547" y="1672088"/>
                <a:ext cx="60480" cy="176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9DF685-65F9-A6A7-6F1F-F83FEFB5F0F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00547" y="1654448"/>
                  <a:ext cx="96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33EF17-C2B8-0C4A-4C54-9F894CB14EE2}"/>
                    </a:ext>
                  </a:extLst>
                </p14:cNvPr>
                <p14:cNvContentPartPr/>
                <p14:nvPr/>
              </p14:nvContentPartPr>
              <p14:xfrm>
                <a:off x="5110867" y="1571648"/>
                <a:ext cx="183600" cy="189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33EF17-C2B8-0C4A-4C54-9F894CB14EE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92867" y="1553648"/>
                  <a:ext cx="219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1E6826D-2C11-4974-30C5-E7650BB179C8}"/>
                    </a:ext>
                  </a:extLst>
                </p14:cNvPr>
                <p14:cNvContentPartPr/>
                <p14:nvPr/>
              </p14:nvContentPartPr>
              <p14:xfrm>
                <a:off x="5381587" y="1512968"/>
                <a:ext cx="38520" cy="194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1E6826D-2C11-4974-30C5-E7650BB179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63947" y="1494968"/>
                  <a:ext cx="74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31ACFF3-D108-C3C7-56D4-0384C9D371B3}"/>
                    </a:ext>
                  </a:extLst>
                </p14:cNvPr>
                <p14:cNvContentPartPr/>
                <p14:nvPr/>
              </p14:nvContentPartPr>
              <p14:xfrm>
                <a:off x="5393827" y="1615568"/>
                <a:ext cx="68040" cy="9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31ACFF3-D108-C3C7-56D4-0384C9D371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76187" y="1597928"/>
                  <a:ext cx="103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67F33EB-EAAB-D5CB-08B9-1977BCCCD06B}"/>
                    </a:ext>
                  </a:extLst>
                </p14:cNvPr>
                <p14:cNvContentPartPr/>
                <p14:nvPr/>
              </p14:nvContentPartPr>
              <p14:xfrm>
                <a:off x="5380867" y="1664888"/>
                <a:ext cx="91080" cy="58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67F33EB-EAAB-D5CB-08B9-1977BCCCD06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62867" y="1647248"/>
                  <a:ext cx="126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70E413-2947-7663-8373-1EA7AD60C19F}"/>
                    </a:ext>
                  </a:extLst>
                </p14:cNvPr>
                <p14:cNvContentPartPr/>
                <p14:nvPr/>
              </p14:nvContentPartPr>
              <p14:xfrm>
                <a:off x="5494987" y="1570568"/>
                <a:ext cx="130320" cy="239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70E413-2947-7663-8373-1EA7AD60C19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76987" y="1552928"/>
                  <a:ext cx="165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B012F62-6C29-9154-7432-2934B91C7862}"/>
                    </a:ext>
                  </a:extLst>
                </p14:cNvPr>
                <p14:cNvContentPartPr/>
                <p14:nvPr/>
              </p14:nvContentPartPr>
              <p14:xfrm>
                <a:off x="5839867" y="1603688"/>
                <a:ext cx="188280" cy="20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B012F62-6C29-9154-7432-2934B91C786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21867" y="1586048"/>
                  <a:ext cx="223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8C3A5E-5E10-6F73-B3D3-88077E7917AF}"/>
                    </a:ext>
                  </a:extLst>
                </p14:cNvPr>
                <p14:cNvContentPartPr/>
                <p14:nvPr/>
              </p14:nvContentPartPr>
              <p14:xfrm>
                <a:off x="6040027" y="1589288"/>
                <a:ext cx="45360" cy="154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8C3A5E-5E10-6F73-B3D3-88077E7917A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22387" y="1571648"/>
                  <a:ext cx="81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7794EAA-F4FE-8C77-174F-9C59507C77CD}"/>
                    </a:ext>
                  </a:extLst>
                </p14:cNvPr>
                <p14:cNvContentPartPr/>
                <p14:nvPr/>
              </p14:nvContentPartPr>
              <p14:xfrm>
                <a:off x="6055507" y="1646168"/>
                <a:ext cx="88920" cy="111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7794EAA-F4FE-8C77-174F-9C59507C77C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37507" y="1628528"/>
                  <a:ext cx="124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CDB4EA5-FDDD-84EC-8F27-BEE64B2DBA70}"/>
                    </a:ext>
                  </a:extLst>
                </p14:cNvPr>
                <p14:cNvContentPartPr/>
                <p14:nvPr/>
              </p14:nvContentPartPr>
              <p14:xfrm>
                <a:off x="6064507" y="1732208"/>
                <a:ext cx="135000" cy="58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CDB4EA5-FDDD-84EC-8F27-BEE64B2DBA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46867" y="1714568"/>
                  <a:ext cx="1706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D462995-A843-E7D9-224E-39BED681DF79}"/>
                    </a:ext>
                  </a:extLst>
                </p14:cNvPr>
                <p14:cNvContentPartPr/>
                <p14:nvPr/>
              </p14:nvContentPartPr>
              <p14:xfrm>
                <a:off x="6369787" y="1604408"/>
                <a:ext cx="186840" cy="85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D462995-A843-E7D9-224E-39BED681DF7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52147" y="1586408"/>
                  <a:ext cx="222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8B0F8E-4ED6-AFFA-71FA-B7BC3FD4CB98}"/>
                    </a:ext>
                  </a:extLst>
                </p14:cNvPr>
                <p14:cNvContentPartPr/>
                <p14:nvPr/>
              </p14:nvContentPartPr>
              <p14:xfrm>
                <a:off x="6588667" y="1611248"/>
                <a:ext cx="27720" cy="33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8B0F8E-4ED6-AFFA-71FA-B7BC3FD4CB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71027" y="1593248"/>
                  <a:ext cx="63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EF049A1-9A23-0F80-C800-6C9AC761B56A}"/>
                    </a:ext>
                  </a:extLst>
                </p14:cNvPr>
                <p14:cNvContentPartPr/>
                <p14:nvPr/>
              </p14:nvContentPartPr>
              <p14:xfrm>
                <a:off x="7199947" y="1494968"/>
                <a:ext cx="117000" cy="285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EF049A1-9A23-0F80-C800-6C9AC761B56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81947" y="1476968"/>
                  <a:ext cx="152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F3C7B60-23C3-E3F0-31A4-5074827C8046}"/>
                    </a:ext>
                  </a:extLst>
                </p14:cNvPr>
                <p14:cNvContentPartPr/>
                <p14:nvPr/>
              </p14:nvContentPartPr>
              <p14:xfrm>
                <a:off x="7189867" y="1411808"/>
                <a:ext cx="237600" cy="168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F3C7B60-23C3-E3F0-31A4-5074827C80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71867" y="1393808"/>
                  <a:ext cx="273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1E33108-114A-939A-462F-57AB4C08A91D}"/>
                    </a:ext>
                  </a:extLst>
                </p14:cNvPr>
                <p14:cNvContentPartPr/>
                <p14:nvPr/>
              </p14:nvContentPartPr>
              <p14:xfrm>
                <a:off x="7581187" y="1525208"/>
                <a:ext cx="84600" cy="27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1E33108-114A-939A-462F-57AB4C08A9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63547" y="1507208"/>
                  <a:ext cx="120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2B872A9-18F2-2DE4-C531-C72170E5FA99}"/>
                    </a:ext>
                  </a:extLst>
                </p14:cNvPr>
                <p14:cNvContentPartPr/>
                <p14:nvPr/>
              </p14:nvContentPartPr>
              <p14:xfrm>
                <a:off x="7569667" y="1683608"/>
                <a:ext cx="11880" cy="1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2B872A9-18F2-2DE4-C531-C72170E5FA9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52027" y="1665968"/>
                  <a:ext cx="47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081774E-0BF8-03AE-37B1-1F65B5044E33}"/>
                    </a:ext>
                  </a:extLst>
                </p14:cNvPr>
                <p14:cNvContentPartPr/>
                <p14:nvPr/>
              </p14:nvContentPartPr>
              <p14:xfrm>
                <a:off x="5953267" y="2448968"/>
                <a:ext cx="172080" cy="326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081774E-0BF8-03AE-37B1-1F65B5044E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35267" y="2430968"/>
                  <a:ext cx="2077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20B2359-E678-21BA-21DC-AA1231EA9FCE}"/>
                    </a:ext>
                  </a:extLst>
                </p14:cNvPr>
                <p14:cNvContentPartPr/>
                <p14:nvPr/>
              </p14:nvContentPartPr>
              <p14:xfrm>
                <a:off x="6142987" y="2421968"/>
                <a:ext cx="154800" cy="29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20B2359-E678-21BA-21DC-AA1231EA9FC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24987" y="2404328"/>
                  <a:ext cx="190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E6566EF-27CE-5483-F5DA-3EB5D97E972E}"/>
                    </a:ext>
                  </a:extLst>
                </p14:cNvPr>
                <p14:cNvContentPartPr/>
                <p14:nvPr/>
              </p14:nvContentPartPr>
              <p14:xfrm>
                <a:off x="6106267" y="2634008"/>
                <a:ext cx="169200" cy="32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E6566EF-27CE-5483-F5DA-3EB5D97E972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88627" y="2616008"/>
                  <a:ext cx="20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557AA26-7254-6C43-FF69-86EF96BC6C0F}"/>
                    </a:ext>
                  </a:extLst>
                </p14:cNvPr>
                <p14:cNvContentPartPr/>
                <p14:nvPr/>
              </p14:nvContentPartPr>
              <p14:xfrm>
                <a:off x="5597227" y="2270048"/>
                <a:ext cx="913680" cy="852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557AA26-7254-6C43-FF69-86EF96BC6C0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79227" y="2252408"/>
                  <a:ext cx="94932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AF6A05B-AE90-A423-53BC-33318CDD5191}"/>
                    </a:ext>
                  </a:extLst>
                </p14:cNvPr>
                <p14:cNvContentPartPr/>
                <p14:nvPr/>
              </p14:nvContentPartPr>
              <p14:xfrm>
                <a:off x="5185747" y="2982128"/>
                <a:ext cx="621000" cy="640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AF6A05B-AE90-A423-53BC-33318CDD51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68107" y="2964128"/>
                  <a:ext cx="65664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9F6B55D-CABC-2C46-3F9F-786AB09DF0BC}"/>
                    </a:ext>
                  </a:extLst>
                </p14:cNvPr>
                <p14:cNvContentPartPr/>
                <p14:nvPr/>
              </p14:nvContentPartPr>
              <p14:xfrm>
                <a:off x="4839427" y="3758288"/>
                <a:ext cx="71640" cy="347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9F6B55D-CABC-2C46-3F9F-786AB09DF0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21787" y="3740288"/>
                  <a:ext cx="107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03812E-657D-28F2-7F2A-2CB10E9143DB}"/>
                    </a:ext>
                  </a:extLst>
                </p14:cNvPr>
                <p14:cNvContentPartPr/>
                <p14:nvPr/>
              </p14:nvContentPartPr>
              <p14:xfrm>
                <a:off x="4872547" y="3743888"/>
                <a:ext cx="203040" cy="393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03812E-657D-28F2-7F2A-2CB10E9143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54907" y="3726248"/>
                  <a:ext cx="238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7A3EE3-2075-9EE5-0D1D-49F24B509023}"/>
                    </a:ext>
                  </a:extLst>
                </p14:cNvPr>
                <p14:cNvContentPartPr/>
                <p14:nvPr/>
              </p14:nvContentPartPr>
              <p14:xfrm>
                <a:off x="4485187" y="3455888"/>
                <a:ext cx="1005480" cy="1054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7A3EE3-2075-9EE5-0D1D-49F24B5090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67187" y="3438248"/>
                  <a:ext cx="104112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2D5CE92-9A82-53D7-8C19-BCAFB0A467D2}"/>
                    </a:ext>
                  </a:extLst>
                </p14:cNvPr>
                <p14:cNvContentPartPr/>
                <p14:nvPr/>
              </p14:nvContentPartPr>
              <p14:xfrm>
                <a:off x="5941387" y="3047648"/>
                <a:ext cx="1199880" cy="845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2D5CE92-9A82-53D7-8C19-BCAFB0A467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23387" y="3030008"/>
                  <a:ext cx="123552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DC5F09F-CD46-7A28-4F94-54B7E6F4137B}"/>
                    </a:ext>
                  </a:extLst>
                </p14:cNvPr>
                <p14:cNvContentPartPr/>
                <p14:nvPr/>
              </p14:nvContentPartPr>
              <p14:xfrm>
                <a:off x="6960907" y="3902288"/>
                <a:ext cx="195840" cy="366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DC5F09F-CD46-7A28-4F94-54B7E6F4137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42907" y="3884288"/>
                  <a:ext cx="2314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E20B0BC-8C27-8F3A-5124-2233227B953E}"/>
                    </a:ext>
                  </a:extLst>
                </p14:cNvPr>
                <p14:cNvContentPartPr/>
                <p14:nvPr/>
              </p14:nvContentPartPr>
              <p14:xfrm>
                <a:off x="6783787" y="3718328"/>
                <a:ext cx="680040" cy="680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E20B0BC-8C27-8F3A-5124-2233227B953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66147" y="3700328"/>
                  <a:ext cx="71568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C72C763-901F-406D-4B55-1E510D3B3DF7}"/>
                    </a:ext>
                  </a:extLst>
                </p14:cNvPr>
                <p14:cNvContentPartPr/>
                <p14:nvPr/>
              </p14:nvContentPartPr>
              <p14:xfrm>
                <a:off x="4085947" y="4462088"/>
                <a:ext cx="838440" cy="729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C72C763-901F-406D-4B55-1E510D3B3D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67947" y="4444088"/>
                  <a:ext cx="87408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8CBEAF-31EC-5545-6DB5-5F1CEA745D89}"/>
                    </a:ext>
                  </a:extLst>
                </p14:cNvPr>
                <p14:cNvContentPartPr/>
                <p14:nvPr/>
              </p14:nvContentPartPr>
              <p14:xfrm>
                <a:off x="3697867" y="5326808"/>
                <a:ext cx="38160" cy="324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8CBEAF-31EC-5545-6DB5-5F1CEA745D8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80227" y="5308808"/>
                  <a:ext cx="738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5A10F9-2311-06C4-DC32-722007AAF634}"/>
                    </a:ext>
                  </a:extLst>
                </p14:cNvPr>
                <p14:cNvContentPartPr/>
                <p14:nvPr/>
              </p14:nvContentPartPr>
              <p14:xfrm>
                <a:off x="3687787" y="5238608"/>
                <a:ext cx="324000" cy="494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5A10F9-2311-06C4-DC32-722007AAF63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69787" y="5220968"/>
                  <a:ext cx="3596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D849F06-13A2-3595-B962-06D5A7FF8F9F}"/>
                    </a:ext>
                  </a:extLst>
                </p14:cNvPr>
                <p14:cNvContentPartPr/>
                <p14:nvPr/>
              </p14:nvContentPartPr>
              <p14:xfrm>
                <a:off x="3360907" y="5045648"/>
                <a:ext cx="852480" cy="950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D849F06-13A2-3595-B962-06D5A7FF8F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43267" y="5027648"/>
                  <a:ext cx="888120" cy="9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8833CB2-020B-AE35-5ED3-F84AF8E9BFC0}"/>
                    </a:ext>
                  </a:extLst>
                </p14:cNvPr>
                <p14:cNvContentPartPr/>
                <p14:nvPr/>
              </p14:nvContentPartPr>
              <p14:xfrm>
                <a:off x="4828987" y="4787528"/>
                <a:ext cx="599400" cy="660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8833CB2-020B-AE35-5ED3-F84AF8E9BFC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10987" y="4769528"/>
                  <a:ext cx="63504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E3F0AD9-D170-BA57-F4FE-D1CA0C70988A}"/>
                    </a:ext>
                  </a:extLst>
                </p14:cNvPr>
                <p14:cNvContentPartPr/>
                <p14:nvPr/>
              </p14:nvContentPartPr>
              <p14:xfrm>
                <a:off x="5353147" y="5567648"/>
                <a:ext cx="38520" cy="53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E3F0AD9-D170-BA57-F4FE-D1CA0C70988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35147" y="5549648"/>
                  <a:ext cx="7416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E19761E-EFAC-E842-E020-47194A5EC2B8}"/>
                    </a:ext>
                  </a:extLst>
                </p14:cNvPr>
                <p14:cNvContentPartPr/>
                <p14:nvPr/>
              </p14:nvContentPartPr>
              <p14:xfrm>
                <a:off x="5419027" y="5584928"/>
                <a:ext cx="222120" cy="56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E19761E-EFAC-E842-E020-47194A5EC2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01387" y="5567288"/>
                  <a:ext cx="257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D389FB1-FF31-F8B2-FEC6-5A8788C53AA2}"/>
                    </a:ext>
                  </a:extLst>
                </p14:cNvPr>
                <p14:cNvContentPartPr/>
                <p14:nvPr/>
              </p14:nvContentPartPr>
              <p14:xfrm>
                <a:off x="5405707" y="5856008"/>
                <a:ext cx="172080" cy="68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D389FB1-FF31-F8B2-FEC6-5A8788C53AA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88067" y="5838008"/>
                  <a:ext cx="207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3DB4C2-94DA-30AE-3D12-B1A796E30494}"/>
                    </a:ext>
                  </a:extLst>
                </p14:cNvPr>
                <p14:cNvContentPartPr/>
                <p14:nvPr/>
              </p14:nvContentPartPr>
              <p14:xfrm>
                <a:off x="5341627" y="6068768"/>
                <a:ext cx="251280" cy="78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3DB4C2-94DA-30AE-3D12-B1A796E304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3627" y="6051128"/>
                  <a:ext cx="286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4BEF8BF-1423-0EED-778A-5CAC7FA4A10F}"/>
                    </a:ext>
                  </a:extLst>
                </p14:cNvPr>
                <p14:cNvContentPartPr/>
                <p14:nvPr/>
              </p14:nvContentPartPr>
              <p14:xfrm>
                <a:off x="5105107" y="5426528"/>
                <a:ext cx="666720" cy="873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4BEF8BF-1423-0EED-778A-5CAC7FA4A10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87107" y="5408528"/>
                  <a:ext cx="70236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E90BD8-9C6A-8A0C-AD23-6BDC16F1CE3F}"/>
                    </a:ext>
                  </a:extLst>
                </p14:cNvPr>
                <p14:cNvContentPartPr/>
                <p14:nvPr/>
              </p14:nvContentPartPr>
              <p14:xfrm>
                <a:off x="6760027" y="4400888"/>
                <a:ext cx="539640" cy="850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E90BD8-9C6A-8A0C-AD23-6BDC16F1CE3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42387" y="4383248"/>
                  <a:ext cx="5752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BB65F3-06A2-75FD-753B-88C79E9E2E0E}"/>
                    </a:ext>
                  </a:extLst>
                </p14:cNvPr>
                <p14:cNvContentPartPr/>
                <p14:nvPr/>
              </p14:nvContentPartPr>
              <p14:xfrm>
                <a:off x="6633307" y="5345168"/>
                <a:ext cx="33840" cy="338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BB65F3-06A2-75FD-753B-88C79E9E2E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15667" y="5327528"/>
                  <a:ext cx="694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8F34B2-690C-DD93-4E2B-CCEE0E4297D5}"/>
                    </a:ext>
                  </a:extLst>
                </p14:cNvPr>
                <p14:cNvContentPartPr/>
                <p14:nvPr/>
              </p14:nvContentPartPr>
              <p14:xfrm>
                <a:off x="6655267" y="5318888"/>
                <a:ext cx="27432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8F34B2-690C-DD93-4E2B-CCEE0E4297D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37627" y="5300888"/>
                  <a:ext cx="309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DACF505-8C56-5C04-1814-AAF2D1E47E2C}"/>
                    </a:ext>
                  </a:extLst>
                </p14:cNvPr>
                <p14:cNvContentPartPr/>
                <p14:nvPr/>
              </p14:nvContentPartPr>
              <p14:xfrm>
                <a:off x="6701707" y="5506448"/>
                <a:ext cx="247680" cy="62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DACF505-8C56-5C04-1814-AAF2D1E47E2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84067" y="5488448"/>
                  <a:ext cx="283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E68F13E-C55C-1D31-2BF8-2018D18B6A78}"/>
                    </a:ext>
                  </a:extLst>
                </p14:cNvPr>
                <p14:cNvContentPartPr/>
                <p14:nvPr/>
              </p14:nvContentPartPr>
              <p14:xfrm>
                <a:off x="6344227" y="5039888"/>
                <a:ext cx="854280" cy="968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E68F13E-C55C-1D31-2BF8-2018D18B6A7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26587" y="5022248"/>
                  <a:ext cx="889920" cy="10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189DC10-0639-2D70-9A4C-6EC3769A7AA7}"/>
              </a:ext>
            </a:extLst>
          </p:cNvPr>
          <p:cNvGrpSpPr/>
          <p:nvPr/>
        </p:nvGrpSpPr>
        <p:grpSpPr>
          <a:xfrm>
            <a:off x="3664747" y="510728"/>
            <a:ext cx="2041560" cy="1010880"/>
            <a:chOff x="3664747" y="510728"/>
            <a:chExt cx="204156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D7D3D16-801C-A3B3-3E03-3845FC42CCB6}"/>
                    </a:ext>
                  </a:extLst>
                </p14:cNvPr>
                <p14:cNvContentPartPr/>
                <p14:nvPr/>
              </p14:nvContentPartPr>
              <p14:xfrm>
                <a:off x="3664747" y="625568"/>
                <a:ext cx="673560" cy="842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D7D3D16-801C-A3B3-3E03-3845FC42CCB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46747" y="607568"/>
                  <a:ext cx="7092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EB48941-C4E6-A294-0CF4-3BDAF71C900C}"/>
                    </a:ext>
                  </a:extLst>
                </p14:cNvPr>
                <p14:cNvContentPartPr/>
                <p14:nvPr/>
              </p14:nvContentPartPr>
              <p14:xfrm>
                <a:off x="4363507" y="554648"/>
                <a:ext cx="651960" cy="940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EB48941-C4E6-A294-0CF4-3BDAF71C900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45507" y="537008"/>
                  <a:ext cx="687600" cy="9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E358CD-6D7C-FCB3-A590-B2E3FCDFF2C7}"/>
                    </a:ext>
                  </a:extLst>
                </p14:cNvPr>
                <p14:cNvContentPartPr/>
                <p14:nvPr/>
              </p14:nvContentPartPr>
              <p14:xfrm>
                <a:off x="5046427" y="510728"/>
                <a:ext cx="659880" cy="1010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E358CD-6D7C-FCB3-A590-B2E3FCDFF2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028427" y="492728"/>
                  <a:ext cx="695520" cy="104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82079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4" y="2132832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8004" y="3250734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4" y="4622940"/>
            <a:ext cx="3371846" cy="371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5"/>
          <a:stretch/>
        </p:blipFill>
        <p:spPr>
          <a:xfrm rot="16200000">
            <a:off x="3161640" y="-2189729"/>
            <a:ext cx="5864272" cy="1122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6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2566</TotalTime>
  <Words>78</Words>
  <Application>Microsoft Office PowerPoint</Application>
  <PresentationFormat>Widescreen</PresentationFormat>
  <Paragraphs>32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Aptos Display</vt:lpstr>
      <vt:lpstr>Aptos</vt:lpstr>
      <vt:lpstr>Calibri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115</cp:revision>
  <dcterms:created xsi:type="dcterms:W3CDTF">2023-01-02T04:30:03Z</dcterms:created>
  <dcterms:modified xsi:type="dcterms:W3CDTF">2025-10-05T03:20:06Z</dcterms:modified>
</cp:coreProperties>
</file>