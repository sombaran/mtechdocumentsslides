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ink/ink7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23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24.xml" ContentType="application/vnd.openxmlformats-officedocument.presentationml.notesSlide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44"/>
  </p:notesMasterIdLst>
  <p:sldIdLst>
    <p:sldId id="405" r:id="rId2"/>
    <p:sldId id="404" r:id="rId3"/>
    <p:sldId id="303" r:id="rId4"/>
    <p:sldId id="271" r:id="rId5"/>
    <p:sldId id="283" r:id="rId6"/>
    <p:sldId id="284" r:id="rId7"/>
    <p:sldId id="285" r:id="rId8"/>
    <p:sldId id="286" r:id="rId9"/>
    <p:sldId id="287" r:id="rId10"/>
    <p:sldId id="379" r:id="rId11"/>
    <p:sldId id="289" r:id="rId12"/>
    <p:sldId id="290" r:id="rId13"/>
    <p:sldId id="291" r:id="rId14"/>
    <p:sldId id="388" r:id="rId15"/>
    <p:sldId id="390" r:id="rId16"/>
    <p:sldId id="391" r:id="rId17"/>
    <p:sldId id="392" r:id="rId18"/>
    <p:sldId id="393" r:id="rId19"/>
    <p:sldId id="394" r:id="rId20"/>
    <p:sldId id="395" r:id="rId21"/>
    <p:sldId id="401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424" r:id="rId41"/>
    <p:sldId id="425" r:id="rId42"/>
    <p:sldId id="426" r:id="rId43"/>
  </p:sldIdLst>
  <p:sldSz cx="12192000" cy="6858000"/>
  <p:notesSz cx="6858000" cy="9144000"/>
  <p:embeddedFontLst>
    <p:embeddedFont>
      <p:font typeface="宋体" panose="02010600030101010101" pitchFamily="2" charset="-122"/>
      <p:regular r:id="rId45"/>
    </p:embeddedFont>
    <p:embeddedFont>
      <p:font typeface="Arial Black" panose="020B0A04020102020204" pitchFamily="34" charset="0"/>
      <p:bold r:id="rId46"/>
    </p:embeddedFont>
    <p:embeddedFont>
      <p:font typeface="Arimo" panose="020B0604020202020204" charset="0"/>
      <p:regular r:id="rId47"/>
      <p:bold r:id="rId48"/>
      <p:italic r:id="rId49"/>
      <p:boldItalic r:id="rId50"/>
    </p:embeddedFont>
    <p:embeddedFont>
      <p:font typeface="Comic Sans MS" panose="030F0702030302020204" pitchFamily="66" charset="0"/>
      <p:regular r:id="rId51"/>
      <p:bold r:id="rId52"/>
      <p:italic r:id="rId53"/>
      <p:boldItalic r:id="rId54"/>
    </p:embeddedFont>
    <p:embeddedFont>
      <p:font typeface="Helvetica Neue" panose="020B0604020202020204" charset="0"/>
      <p:regular r:id="rId55"/>
      <p:bold r:id="rId56"/>
      <p:italic r:id="rId57"/>
      <p:boldItalic r:id="rId58"/>
    </p:embeddedFont>
    <p:embeddedFont>
      <p:font typeface="Verdana" panose="020B0604030504040204" pitchFamily="34" charset="0"/>
      <p:regular r:id="rId59"/>
      <p:bold r:id="rId60"/>
      <p:italic r:id="rId61"/>
      <p:boldItalic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D9931-5BCC-46CE-BFEC-998539C75385}" v="14" dt="2025-09-14T03:56:32.441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microsoft.com/office/2016/11/relationships/changesInfo" Target="changesInfos/changesInfo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102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10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D2AB33F6-AA3C-44A3-A7E8-BD6D6193B317}"/>
    <pc:docChg chg="custSel modSld">
      <pc:chgData name="Rahul Mishra" userId="57c6469e-ac64-4888-811b-35f0aabddbad" providerId="ADAL" clId="{D2AB33F6-AA3C-44A3-A7E8-BD6D6193B317}" dt="2025-02-28T18:21:02.112" v="27" actId="478"/>
      <pc:docMkLst>
        <pc:docMk/>
      </pc:docMkLst>
      <pc:sldChg chg="delSp mod">
        <pc:chgData name="Rahul Mishra" userId="57c6469e-ac64-4888-811b-35f0aabddbad" providerId="ADAL" clId="{D2AB33F6-AA3C-44A3-A7E8-BD6D6193B317}" dt="2025-02-28T18:17:29.230" v="5" actId="478"/>
        <pc:sldMkLst>
          <pc:docMk/>
          <pc:sldMk cId="1701599832" sldId="271"/>
        </pc:sldMkLst>
      </pc:sldChg>
      <pc:sldChg chg="delSp mod">
        <pc:chgData name="Rahul Mishra" userId="57c6469e-ac64-4888-811b-35f0aabddbad" providerId="ADAL" clId="{D2AB33F6-AA3C-44A3-A7E8-BD6D6193B317}" dt="2025-02-28T18:17:34.225" v="6" actId="478"/>
        <pc:sldMkLst>
          <pc:docMk/>
          <pc:sldMk cId="0" sldId="285"/>
        </pc:sldMkLst>
      </pc:sldChg>
      <pc:sldChg chg="delSp mod">
        <pc:chgData name="Rahul Mishra" userId="57c6469e-ac64-4888-811b-35f0aabddbad" providerId="ADAL" clId="{D2AB33F6-AA3C-44A3-A7E8-BD6D6193B317}" dt="2025-02-28T18:17:37.098" v="7" actId="478"/>
        <pc:sldMkLst>
          <pc:docMk/>
          <pc:sldMk cId="0" sldId="286"/>
        </pc:sldMkLst>
      </pc:sldChg>
      <pc:sldChg chg="delSp mod">
        <pc:chgData name="Rahul Mishra" userId="57c6469e-ac64-4888-811b-35f0aabddbad" providerId="ADAL" clId="{D2AB33F6-AA3C-44A3-A7E8-BD6D6193B317}" dt="2025-02-28T18:18:28.008" v="11" actId="478"/>
        <pc:sldMkLst>
          <pc:docMk/>
          <pc:sldMk cId="1685752519" sldId="292"/>
        </pc:sldMkLst>
      </pc:sldChg>
      <pc:sldChg chg="delSp mod">
        <pc:chgData name="Rahul Mishra" userId="57c6469e-ac64-4888-811b-35f0aabddbad" providerId="ADAL" clId="{D2AB33F6-AA3C-44A3-A7E8-BD6D6193B317}" dt="2025-02-28T18:18:30.983" v="12" actId="478"/>
        <pc:sldMkLst>
          <pc:docMk/>
          <pc:sldMk cId="4267650275" sldId="293"/>
        </pc:sldMkLst>
      </pc:sldChg>
      <pc:sldChg chg="delSp mod">
        <pc:chgData name="Rahul Mishra" userId="57c6469e-ac64-4888-811b-35f0aabddbad" providerId="ADAL" clId="{D2AB33F6-AA3C-44A3-A7E8-BD6D6193B317}" dt="2025-02-28T18:18:38.633" v="14" actId="478"/>
        <pc:sldMkLst>
          <pc:docMk/>
          <pc:sldMk cId="1901015964" sldId="295"/>
        </pc:sldMkLst>
      </pc:sldChg>
      <pc:sldChg chg="delSp mod">
        <pc:chgData name="Rahul Mishra" userId="57c6469e-ac64-4888-811b-35f0aabddbad" providerId="ADAL" clId="{D2AB33F6-AA3C-44A3-A7E8-BD6D6193B317}" dt="2025-02-28T18:18:36.288" v="13" actId="478"/>
        <pc:sldMkLst>
          <pc:docMk/>
          <pc:sldMk cId="615098788" sldId="296"/>
        </pc:sldMkLst>
      </pc:sldChg>
      <pc:sldChg chg="delSp mod">
        <pc:chgData name="Rahul Mishra" userId="57c6469e-ac64-4888-811b-35f0aabddbad" providerId="ADAL" clId="{D2AB33F6-AA3C-44A3-A7E8-BD6D6193B317}" dt="2025-02-28T18:17:27.113" v="4" actId="478"/>
        <pc:sldMkLst>
          <pc:docMk/>
          <pc:sldMk cId="2187071181" sldId="303"/>
        </pc:sldMkLst>
      </pc:sldChg>
      <pc:sldChg chg="delSp mod">
        <pc:chgData name="Rahul Mishra" userId="57c6469e-ac64-4888-811b-35f0aabddbad" providerId="ADAL" clId="{D2AB33F6-AA3C-44A3-A7E8-BD6D6193B317}" dt="2025-02-28T18:18:50.513" v="19" actId="478"/>
        <pc:sldMkLst>
          <pc:docMk/>
          <pc:sldMk cId="1419033139" sldId="305"/>
        </pc:sldMkLst>
      </pc:sldChg>
      <pc:sldChg chg="delSp mod">
        <pc:chgData name="Rahul Mishra" userId="57c6469e-ac64-4888-811b-35f0aabddbad" providerId="ADAL" clId="{D2AB33F6-AA3C-44A3-A7E8-BD6D6193B317}" dt="2025-02-28T18:18:40.774" v="15" actId="478"/>
        <pc:sldMkLst>
          <pc:docMk/>
          <pc:sldMk cId="2079535757" sldId="375"/>
        </pc:sldMkLst>
      </pc:sldChg>
      <pc:sldChg chg="delSp mod">
        <pc:chgData name="Rahul Mishra" userId="57c6469e-ac64-4888-811b-35f0aabddbad" providerId="ADAL" clId="{D2AB33F6-AA3C-44A3-A7E8-BD6D6193B317}" dt="2025-02-28T18:18:43.041" v="16" actId="478"/>
        <pc:sldMkLst>
          <pc:docMk/>
          <pc:sldMk cId="2983673248" sldId="376"/>
        </pc:sldMkLst>
      </pc:sldChg>
      <pc:sldChg chg="delSp mod">
        <pc:chgData name="Rahul Mishra" userId="57c6469e-ac64-4888-811b-35f0aabddbad" providerId="ADAL" clId="{D2AB33F6-AA3C-44A3-A7E8-BD6D6193B317}" dt="2025-02-28T18:18:45.194" v="17" actId="478"/>
        <pc:sldMkLst>
          <pc:docMk/>
          <pc:sldMk cId="3694120147" sldId="377"/>
        </pc:sldMkLst>
      </pc:sldChg>
      <pc:sldChg chg="delSp mod">
        <pc:chgData name="Rahul Mishra" userId="57c6469e-ac64-4888-811b-35f0aabddbad" providerId="ADAL" clId="{D2AB33F6-AA3C-44A3-A7E8-BD6D6193B317}" dt="2025-02-28T18:18:47.872" v="18" actId="478"/>
        <pc:sldMkLst>
          <pc:docMk/>
          <pc:sldMk cId="3465334699" sldId="378"/>
        </pc:sldMkLst>
      </pc:sldChg>
      <pc:sldChg chg="delSp mod">
        <pc:chgData name="Rahul Mishra" userId="57c6469e-ac64-4888-811b-35f0aabddbad" providerId="ADAL" clId="{D2AB33F6-AA3C-44A3-A7E8-BD6D6193B317}" dt="2025-02-28T18:18:08.353" v="8" actId="478"/>
        <pc:sldMkLst>
          <pc:docMk/>
          <pc:sldMk cId="0" sldId="397"/>
        </pc:sldMkLst>
      </pc:sldChg>
      <pc:sldChg chg="delSp mod">
        <pc:chgData name="Rahul Mishra" userId="57c6469e-ac64-4888-811b-35f0aabddbad" providerId="ADAL" clId="{D2AB33F6-AA3C-44A3-A7E8-BD6D6193B317}" dt="2025-02-28T18:18:23.918" v="10" actId="478"/>
        <pc:sldMkLst>
          <pc:docMk/>
          <pc:sldMk cId="0" sldId="398"/>
        </pc:sldMkLst>
      </pc:sldChg>
      <pc:sldChg chg="delSp mod">
        <pc:chgData name="Rahul Mishra" userId="57c6469e-ac64-4888-811b-35f0aabddbad" providerId="ADAL" clId="{D2AB33F6-AA3C-44A3-A7E8-BD6D6193B317}" dt="2025-02-28T18:17:22.958" v="2" actId="478"/>
        <pc:sldMkLst>
          <pc:docMk/>
          <pc:sldMk cId="1992141454" sldId="404"/>
        </pc:sldMkLst>
      </pc:sldChg>
      <pc:sldChg chg="delSp mod">
        <pc:chgData name="Rahul Mishra" userId="57c6469e-ac64-4888-811b-35f0aabddbad" providerId="ADAL" clId="{D2AB33F6-AA3C-44A3-A7E8-BD6D6193B317}" dt="2025-02-28T18:17:19.607" v="0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D2AB33F6-AA3C-44A3-A7E8-BD6D6193B317}" dt="2025-02-28T18:18:52.842" v="20" actId="478"/>
        <pc:sldMkLst>
          <pc:docMk/>
          <pc:sldMk cId="1740156467" sldId="406"/>
        </pc:sldMkLst>
      </pc:sldChg>
      <pc:sldChg chg="delSp mod">
        <pc:chgData name="Rahul Mishra" userId="57c6469e-ac64-4888-811b-35f0aabddbad" providerId="ADAL" clId="{D2AB33F6-AA3C-44A3-A7E8-BD6D6193B317}" dt="2025-02-28T18:18:55.341" v="21" actId="478"/>
        <pc:sldMkLst>
          <pc:docMk/>
          <pc:sldMk cId="658975334" sldId="407"/>
        </pc:sldMkLst>
      </pc:sldChg>
      <pc:sldChg chg="delSp mod">
        <pc:chgData name="Rahul Mishra" userId="57c6469e-ac64-4888-811b-35f0aabddbad" providerId="ADAL" clId="{D2AB33F6-AA3C-44A3-A7E8-BD6D6193B317}" dt="2025-02-28T18:20:24.608" v="25" actId="478"/>
        <pc:sldMkLst>
          <pc:docMk/>
          <pc:sldMk cId="2231131565" sldId="411"/>
        </pc:sldMkLst>
      </pc:sldChg>
      <pc:sldChg chg="delSp mod">
        <pc:chgData name="Rahul Mishra" userId="57c6469e-ac64-4888-811b-35f0aabddbad" providerId="ADAL" clId="{D2AB33F6-AA3C-44A3-A7E8-BD6D6193B317}" dt="2025-02-28T18:19:02.681" v="22" actId="478"/>
        <pc:sldMkLst>
          <pc:docMk/>
          <pc:sldMk cId="2939944465" sldId="413"/>
        </pc:sldMkLst>
      </pc:sldChg>
      <pc:sldChg chg="delSp mod">
        <pc:chgData name="Rahul Mishra" userId="57c6469e-ac64-4888-811b-35f0aabddbad" providerId="ADAL" clId="{D2AB33F6-AA3C-44A3-A7E8-BD6D6193B317}" dt="2025-02-28T18:19:06.785" v="23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D2AB33F6-AA3C-44A3-A7E8-BD6D6193B317}" dt="2025-02-28T18:19:26.960" v="24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D2AB33F6-AA3C-44A3-A7E8-BD6D6193B317}" dt="2025-02-28T18:20:57.416" v="26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D2AB33F6-AA3C-44A3-A7E8-BD6D6193B317}" dt="2025-02-28T18:21:02.112" v="27" actId="478"/>
        <pc:sldMkLst>
          <pc:docMk/>
          <pc:sldMk cId="1508322553" sldId="417"/>
        </pc:sldMkLst>
      </pc:sldChg>
    </pc:docChg>
  </pc:docChgLst>
  <pc:docChgLst>
    <pc:chgData name="Rahul Mishra" userId="57c6469e-ac64-4888-811b-35f0aabddbad" providerId="ADAL" clId="{181BC7F3-2120-400D-B4AA-A1CF5463A9D1}"/>
    <pc:docChg chg="delSld">
      <pc:chgData name="Rahul Mishra" userId="57c6469e-ac64-4888-811b-35f0aabddbad" providerId="ADAL" clId="{181BC7F3-2120-400D-B4AA-A1CF5463A9D1}" dt="2024-09-07T03:59:43.563" v="18" actId="47"/>
      <pc:docMkLst>
        <pc:docMk/>
      </pc:docMkLst>
      <pc:sldChg chg="del">
        <pc:chgData name="Rahul Mishra" userId="57c6469e-ac64-4888-811b-35f0aabddbad" providerId="ADAL" clId="{181BC7F3-2120-400D-B4AA-A1CF5463A9D1}" dt="2024-09-07T03:59:43.563" v="18" actId="47"/>
        <pc:sldMkLst>
          <pc:docMk/>
          <pc:sldMk cId="317074553" sldId="427"/>
        </pc:sldMkLst>
      </pc:sldChg>
      <pc:sldChg chg="del">
        <pc:chgData name="Rahul Mishra" userId="57c6469e-ac64-4888-811b-35f0aabddbad" providerId="ADAL" clId="{181BC7F3-2120-400D-B4AA-A1CF5463A9D1}" dt="2024-09-07T03:59:42.830" v="17" actId="47"/>
        <pc:sldMkLst>
          <pc:docMk/>
          <pc:sldMk cId="3668127952" sldId="428"/>
        </pc:sldMkLst>
      </pc:sldChg>
      <pc:sldChg chg="del">
        <pc:chgData name="Rahul Mishra" userId="57c6469e-ac64-4888-811b-35f0aabddbad" providerId="ADAL" clId="{181BC7F3-2120-400D-B4AA-A1CF5463A9D1}" dt="2024-09-07T03:59:41.143" v="16" actId="47"/>
        <pc:sldMkLst>
          <pc:docMk/>
          <pc:sldMk cId="3617062523" sldId="429"/>
        </pc:sldMkLst>
      </pc:sldChg>
      <pc:sldChg chg="del">
        <pc:chgData name="Rahul Mishra" userId="57c6469e-ac64-4888-811b-35f0aabddbad" providerId="ADAL" clId="{181BC7F3-2120-400D-B4AA-A1CF5463A9D1}" dt="2024-09-07T03:59:40.359" v="15" actId="47"/>
        <pc:sldMkLst>
          <pc:docMk/>
          <pc:sldMk cId="3096563698" sldId="430"/>
        </pc:sldMkLst>
      </pc:sldChg>
      <pc:sldChg chg="del">
        <pc:chgData name="Rahul Mishra" userId="57c6469e-ac64-4888-811b-35f0aabddbad" providerId="ADAL" clId="{181BC7F3-2120-400D-B4AA-A1CF5463A9D1}" dt="2024-09-07T03:59:39.664" v="14" actId="47"/>
        <pc:sldMkLst>
          <pc:docMk/>
          <pc:sldMk cId="1106279045" sldId="431"/>
        </pc:sldMkLst>
      </pc:sldChg>
      <pc:sldChg chg="del">
        <pc:chgData name="Rahul Mishra" userId="57c6469e-ac64-4888-811b-35f0aabddbad" providerId="ADAL" clId="{181BC7F3-2120-400D-B4AA-A1CF5463A9D1}" dt="2024-09-07T03:59:39.066" v="13" actId="47"/>
        <pc:sldMkLst>
          <pc:docMk/>
          <pc:sldMk cId="878446060" sldId="432"/>
        </pc:sldMkLst>
      </pc:sldChg>
      <pc:sldChg chg="del">
        <pc:chgData name="Rahul Mishra" userId="57c6469e-ac64-4888-811b-35f0aabddbad" providerId="ADAL" clId="{181BC7F3-2120-400D-B4AA-A1CF5463A9D1}" dt="2024-09-07T03:59:36.806" v="11" actId="47"/>
        <pc:sldMkLst>
          <pc:docMk/>
          <pc:sldMk cId="3782739295" sldId="433"/>
        </pc:sldMkLst>
      </pc:sldChg>
      <pc:sldChg chg="del">
        <pc:chgData name="Rahul Mishra" userId="57c6469e-ac64-4888-811b-35f0aabddbad" providerId="ADAL" clId="{181BC7F3-2120-400D-B4AA-A1CF5463A9D1}" dt="2024-09-07T03:59:38.109" v="12" actId="47"/>
        <pc:sldMkLst>
          <pc:docMk/>
          <pc:sldMk cId="630843957" sldId="434"/>
        </pc:sldMkLst>
      </pc:sldChg>
      <pc:sldChg chg="del">
        <pc:chgData name="Rahul Mishra" userId="57c6469e-ac64-4888-811b-35f0aabddbad" providerId="ADAL" clId="{181BC7F3-2120-400D-B4AA-A1CF5463A9D1}" dt="2024-09-07T03:59:36.301" v="10" actId="47"/>
        <pc:sldMkLst>
          <pc:docMk/>
          <pc:sldMk cId="912258523" sldId="435"/>
        </pc:sldMkLst>
      </pc:sldChg>
      <pc:sldChg chg="del">
        <pc:chgData name="Rahul Mishra" userId="57c6469e-ac64-4888-811b-35f0aabddbad" providerId="ADAL" clId="{181BC7F3-2120-400D-B4AA-A1CF5463A9D1}" dt="2024-09-07T03:59:35.347" v="9" actId="47"/>
        <pc:sldMkLst>
          <pc:docMk/>
          <pc:sldMk cId="1650621397" sldId="436"/>
        </pc:sldMkLst>
      </pc:sldChg>
      <pc:sldChg chg="del">
        <pc:chgData name="Rahul Mishra" userId="57c6469e-ac64-4888-811b-35f0aabddbad" providerId="ADAL" clId="{181BC7F3-2120-400D-B4AA-A1CF5463A9D1}" dt="2024-09-07T03:59:35.046" v="8" actId="47"/>
        <pc:sldMkLst>
          <pc:docMk/>
          <pc:sldMk cId="2038402955" sldId="437"/>
        </pc:sldMkLst>
      </pc:sldChg>
      <pc:sldChg chg="del">
        <pc:chgData name="Rahul Mishra" userId="57c6469e-ac64-4888-811b-35f0aabddbad" providerId="ADAL" clId="{181BC7F3-2120-400D-B4AA-A1CF5463A9D1}" dt="2024-09-07T03:59:34.695" v="7" actId="47"/>
        <pc:sldMkLst>
          <pc:docMk/>
          <pc:sldMk cId="1355856611" sldId="438"/>
        </pc:sldMkLst>
      </pc:sldChg>
      <pc:sldChg chg="del">
        <pc:chgData name="Rahul Mishra" userId="57c6469e-ac64-4888-811b-35f0aabddbad" providerId="ADAL" clId="{181BC7F3-2120-400D-B4AA-A1CF5463A9D1}" dt="2024-09-07T03:59:34.349" v="6" actId="47"/>
        <pc:sldMkLst>
          <pc:docMk/>
          <pc:sldMk cId="304458284" sldId="439"/>
        </pc:sldMkLst>
      </pc:sldChg>
      <pc:sldChg chg="del">
        <pc:chgData name="Rahul Mishra" userId="57c6469e-ac64-4888-811b-35f0aabddbad" providerId="ADAL" clId="{181BC7F3-2120-400D-B4AA-A1CF5463A9D1}" dt="2024-09-07T03:59:33.944" v="5" actId="47"/>
        <pc:sldMkLst>
          <pc:docMk/>
          <pc:sldMk cId="3112704814" sldId="440"/>
        </pc:sldMkLst>
      </pc:sldChg>
      <pc:sldChg chg="del">
        <pc:chgData name="Rahul Mishra" userId="57c6469e-ac64-4888-811b-35f0aabddbad" providerId="ADAL" clId="{181BC7F3-2120-400D-B4AA-A1CF5463A9D1}" dt="2024-09-07T03:59:33.513" v="4" actId="47"/>
        <pc:sldMkLst>
          <pc:docMk/>
          <pc:sldMk cId="1474668071" sldId="441"/>
        </pc:sldMkLst>
      </pc:sldChg>
      <pc:sldChg chg="del">
        <pc:chgData name="Rahul Mishra" userId="57c6469e-ac64-4888-811b-35f0aabddbad" providerId="ADAL" clId="{181BC7F3-2120-400D-B4AA-A1CF5463A9D1}" dt="2024-09-07T03:59:33.045" v="3" actId="47"/>
        <pc:sldMkLst>
          <pc:docMk/>
          <pc:sldMk cId="4228688293" sldId="442"/>
        </pc:sldMkLst>
      </pc:sldChg>
      <pc:sldChg chg="del">
        <pc:chgData name="Rahul Mishra" userId="57c6469e-ac64-4888-811b-35f0aabddbad" providerId="ADAL" clId="{181BC7F3-2120-400D-B4AA-A1CF5463A9D1}" dt="2024-09-07T03:59:32.559" v="2" actId="47"/>
        <pc:sldMkLst>
          <pc:docMk/>
          <pc:sldMk cId="39282603" sldId="443"/>
        </pc:sldMkLst>
      </pc:sldChg>
      <pc:sldChg chg="del">
        <pc:chgData name="Rahul Mishra" userId="57c6469e-ac64-4888-811b-35f0aabddbad" providerId="ADAL" clId="{181BC7F3-2120-400D-B4AA-A1CF5463A9D1}" dt="2024-09-07T03:59:31.913" v="1" actId="47"/>
        <pc:sldMkLst>
          <pc:docMk/>
          <pc:sldMk cId="330870867" sldId="444"/>
        </pc:sldMkLst>
      </pc:sldChg>
      <pc:sldChg chg="del">
        <pc:chgData name="Rahul Mishra" userId="57c6469e-ac64-4888-811b-35f0aabddbad" providerId="ADAL" clId="{181BC7F3-2120-400D-B4AA-A1CF5463A9D1}" dt="2024-09-07T03:59:31.205" v="0" actId="47"/>
        <pc:sldMkLst>
          <pc:docMk/>
          <pc:sldMk cId="1443460330" sldId="445"/>
        </pc:sldMkLst>
      </pc:sldChg>
    </pc:docChg>
  </pc:docChgLst>
  <pc:docChgLst>
    <pc:chgData name="Rahul Mishra" userId="57c6469e-ac64-4888-811b-35f0aabddbad" providerId="ADAL" clId="{0497D156-51AB-493B-A079-5A1A6599B51B}"/>
    <pc:docChg chg="addSld modSld">
      <pc:chgData name="Rahul Mishra" userId="57c6469e-ac64-4888-811b-35f0aabddbad" providerId="ADAL" clId="{0497D156-51AB-493B-A079-5A1A6599B51B}" dt="2025-03-01T03:48:30.656" v="9"/>
      <pc:docMkLst>
        <pc:docMk/>
      </pc:docMkLst>
      <pc:sldChg chg="addSp">
        <pc:chgData name="Rahul Mishra" userId="57c6469e-ac64-4888-811b-35f0aabddbad" providerId="ADAL" clId="{0497D156-51AB-493B-A079-5A1A6599B51B}" dt="2025-03-01T02:48:20.283" v="0"/>
        <pc:sldMkLst>
          <pc:docMk/>
          <pc:sldMk cId="0" sldId="284"/>
        </pc:sldMkLst>
      </pc:sldChg>
      <pc:sldChg chg="addSp">
        <pc:chgData name="Rahul Mishra" userId="57c6469e-ac64-4888-811b-35f0aabddbad" providerId="ADAL" clId="{0497D156-51AB-493B-A079-5A1A6599B51B}" dt="2025-03-01T02:48:20.283" v="0"/>
        <pc:sldMkLst>
          <pc:docMk/>
          <pc:sldMk cId="0" sldId="285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615098788" sldId="296"/>
        </pc:sldMkLst>
      </pc:sldChg>
      <pc:sldChg chg="addSp">
        <pc:chgData name="Rahul Mishra" userId="57c6469e-ac64-4888-811b-35f0aabddbad" providerId="ADAL" clId="{0497D156-51AB-493B-A079-5A1A6599B51B}" dt="2025-03-01T03:23:40.822" v="5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2079535757" sldId="375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2983673248" sldId="376"/>
        </pc:sldMkLst>
      </pc:sldChg>
      <pc:sldChg chg="addSp">
        <pc:chgData name="Rahul Mishra" userId="57c6469e-ac64-4888-811b-35f0aabddbad" providerId="ADAL" clId="{0497D156-51AB-493B-A079-5A1A6599B51B}" dt="2025-03-01T03:23:40.822" v="5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497D156-51AB-493B-A079-5A1A6599B51B}" dt="2025-03-01T03:23:40.822" v="5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0" sldId="397"/>
        </pc:sldMkLst>
      </pc:sldChg>
      <pc:sldChg chg="addSp">
        <pc:chgData name="Rahul Mishra" userId="57c6469e-ac64-4888-811b-35f0aabddbad" providerId="ADAL" clId="{0497D156-51AB-493B-A079-5A1A6599B51B}" dt="2025-03-01T03:11:49.652" v="4"/>
        <pc:sldMkLst>
          <pc:docMk/>
          <pc:sldMk cId="0" sldId="398"/>
        </pc:sldMkLst>
      </pc:sldChg>
      <pc:sldChg chg="addSp">
        <pc:chgData name="Rahul Mishra" userId="57c6469e-ac64-4888-811b-35f0aabddbad" providerId="ADAL" clId="{0497D156-51AB-493B-A079-5A1A6599B51B}" dt="2025-03-01T03:48:30.656" v="9"/>
        <pc:sldMkLst>
          <pc:docMk/>
          <pc:sldMk cId="4711899" sldId="409"/>
        </pc:sldMkLst>
      </pc:sldChg>
      <pc:sldChg chg="addSp">
        <pc:chgData name="Rahul Mishra" userId="57c6469e-ac64-4888-811b-35f0aabddbad" providerId="ADAL" clId="{0497D156-51AB-493B-A079-5A1A6599B51B}" dt="2025-03-01T03:48:30.656" v="9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497D156-51AB-493B-A079-5A1A6599B51B}" dt="2025-03-01T03:48:30.656" v="9"/>
        <pc:sldMkLst>
          <pc:docMk/>
          <pc:sldMk cId="1214863930" sldId="414"/>
        </pc:sldMkLst>
      </pc:sldChg>
      <pc:sldChg chg="addSp new">
        <pc:chgData name="Rahul Mishra" userId="57c6469e-ac64-4888-811b-35f0aabddbad" providerId="ADAL" clId="{0497D156-51AB-493B-A079-5A1A6599B51B}" dt="2025-03-01T02:56:30.514" v="3"/>
        <pc:sldMkLst>
          <pc:docMk/>
          <pc:sldMk cId="706995491" sldId="447"/>
        </pc:sldMkLst>
      </pc:sldChg>
      <pc:sldChg chg="addSp new">
        <pc:chgData name="Rahul Mishra" userId="57c6469e-ac64-4888-811b-35f0aabddbad" providerId="ADAL" clId="{0497D156-51AB-493B-A079-5A1A6599B51B}" dt="2025-03-01T03:27:16.902" v="7"/>
        <pc:sldMkLst>
          <pc:docMk/>
          <pc:sldMk cId="2431002879" sldId="448"/>
        </pc:sldMkLst>
      </pc:sldChg>
    </pc:docChg>
  </pc:docChgLst>
  <pc:docChgLst>
    <pc:chgData name="Rahul Mishra" userId="57c6469e-ac64-4888-811b-35f0aabddbad" providerId="ADAL" clId="{2587B58E-4F3B-47AB-B3EB-62407C9160B0}"/>
    <pc:docChg chg="undo custSel modSld">
      <pc:chgData name="Rahul Mishra" userId="57c6469e-ac64-4888-811b-35f0aabddbad" providerId="ADAL" clId="{2587B58E-4F3B-47AB-B3EB-62407C9160B0}" dt="2025-09-14T04:05:06.855" v="98" actId="1076"/>
      <pc:docMkLst>
        <pc:docMk/>
      </pc:docMkLst>
      <pc:sldChg chg="modSp mod">
        <pc:chgData name="Rahul Mishra" userId="57c6469e-ac64-4888-811b-35f0aabddbad" providerId="ADAL" clId="{2587B58E-4F3B-47AB-B3EB-62407C9160B0}" dt="2025-09-14T03:16:36.402" v="5" actId="27636"/>
        <pc:sldMkLst>
          <pc:docMk/>
          <pc:sldMk cId="2187071181" sldId="303"/>
        </pc:sldMkLst>
        <pc:spChg chg="mod">
          <ac:chgData name="Rahul Mishra" userId="57c6469e-ac64-4888-811b-35f0aabddbad" providerId="ADAL" clId="{2587B58E-4F3B-47AB-B3EB-62407C9160B0}" dt="2025-09-14T03:16:36.402" v="5" actId="27636"/>
          <ac:spMkLst>
            <pc:docMk/>
            <pc:sldMk cId="2187071181" sldId="303"/>
            <ac:spMk id="20484" creationId="{00000000-0000-0000-0000-000000000000}"/>
          </ac:spMkLst>
        </pc:spChg>
      </pc:sldChg>
      <pc:sldChg chg="addSp modSp mod">
        <pc:chgData name="Rahul Mishra" userId="57c6469e-ac64-4888-811b-35f0aabddbad" providerId="ADAL" clId="{2587B58E-4F3B-47AB-B3EB-62407C9160B0}" dt="2025-09-14T03:16:36.413" v="6" actId="27636"/>
        <pc:sldMkLst>
          <pc:docMk/>
          <pc:sldMk cId="1740156467" sldId="406"/>
        </pc:sldMkLst>
        <pc:spChg chg="mod">
          <ac:chgData name="Rahul Mishra" userId="57c6469e-ac64-4888-811b-35f0aabddbad" providerId="ADAL" clId="{2587B58E-4F3B-47AB-B3EB-62407C9160B0}" dt="2025-09-14T03:16:36.413" v="6" actId="27636"/>
          <ac:spMkLst>
            <pc:docMk/>
            <pc:sldMk cId="1740156467" sldId="406"/>
            <ac:spMk id="18436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09-14T03:16:35.990" v="0"/>
          <ac:inkMkLst>
            <pc:docMk/>
            <pc:sldMk cId="1740156467" sldId="406"/>
            <ac:inkMk id="2" creationId="{558D268B-8541-9368-3C6B-4D96F5FD663B}"/>
          </ac:inkMkLst>
        </pc:inkChg>
      </pc:sldChg>
      <pc:sldChg chg="addSp">
        <pc:chgData name="Rahul Mishra" userId="57c6469e-ac64-4888-811b-35f0aabddbad" providerId="ADAL" clId="{2587B58E-4F3B-47AB-B3EB-62407C9160B0}" dt="2025-09-14T03:16:35.990" v="0"/>
        <pc:sldMkLst>
          <pc:docMk/>
          <pc:sldMk cId="658975334" sldId="407"/>
        </pc:sldMkLst>
        <pc:inkChg chg="add">
          <ac:chgData name="Rahul Mishra" userId="57c6469e-ac64-4888-811b-35f0aabddbad" providerId="ADAL" clId="{2587B58E-4F3B-47AB-B3EB-62407C9160B0}" dt="2025-09-14T03:16:35.990" v="0"/>
          <ac:inkMkLst>
            <pc:docMk/>
            <pc:sldMk cId="658975334" sldId="407"/>
            <ac:inkMk id="2" creationId="{1464AD5C-C295-FE23-4704-A79F58D8E248}"/>
          </ac:inkMkLst>
        </pc:inkChg>
      </pc:sldChg>
      <pc:sldChg chg="modSp mod">
        <pc:chgData name="Rahul Mishra" userId="57c6469e-ac64-4888-811b-35f0aabddbad" providerId="ADAL" clId="{2587B58E-4F3B-47AB-B3EB-62407C9160B0}" dt="2025-09-14T03:16:36.326" v="1" actId="27636"/>
        <pc:sldMkLst>
          <pc:docMk/>
          <pc:sldMk cId="832144480" sldId="408"/>
        </pc:sldMkLst>
        <pc:spChg chg="mod">
          <ac:chgData name="Rahul Mishra" userId="57c6469e-ac64-4888-811b-35f0aabddbad" providerId="ADAL" clId="{2587B58E-4F3B-47AB-B3EB-62407C9160B0}" dt="2025-09-14T03:16:36.326" v="1" actId="27636"/>
          <ac:spMkLst>
            <pc:docMk/>
            <pc:sldMk cId="832144480" sldId="408"/>
            <ac:spMk id="44035" creationId="{00000000-0000-0000-0000-000000000000}"/>
          </ac:spMkLst>
        </pc:spChg>
      </pc:sldChg>
      <pc:sldChg chg="modSp mod">
        <pc:chgData name="Rahul Mishra" userId="57c6469e-ac64-4888-811b-35f0aabddbad" providerId="ADAL" clId="{2587B58E-4F3B-47AB-B3EB-62407C9160B0}" dt="2025-09-14T03:16:36.338" v="2" actId="27636"/>
        <pc:sldMkLst>
          <pc:docMk/>
          <pc:sldMk cId="4711899" sldId="409"/>
        </pc:sldMkLst>
        <pc:spChg chg="mod">
          <ac:chgData name="Rahul Mishra" userId="57c6469e-ac64-4888-811b-35f0aabddbad" providerId="ADAL" clId="{2587B58E-4F3B-47AB-B3EB-62407C9160B0}" dt="2025-09-14T03:16:36.338" v="2" actId="27636"/>
          <ac:spMkLst>
            <pc:docMk/>
            <pc:sldMk cId="4711899" sldId="409"/>
            <ac:spMk id="21507" creationId="{00000000-0000-0000-0000-000000000000}"/>
          </ac:spMkLst>
        </pc:spChg>
      </pc:sldChg>
      <pc:sldChg chg="modSp mod">
        <pc:chgData name="Rahul Mishra" userId="57c6469e-ac64-4888-811b-35f0aabddbad" providerId="ADAL" clId="{2587B58E-4F3B-47AB-B3EB-62407C9160B0}" dt="2025-09-14T03:16:36.368" v="3" actId="27636"/>
        <pc:sldMkLst>
          <pc:docMk/>
          <pc:sldMk cId="1349400572" sldId="410"/>
        </pc:sldMkLst>
        <pc:spChg chg="mod">
          <ac:chgData name="Rahul Mishra" userId="57c6469e-ac64-4888-811b-35f0aabddbad" providerId="ADAL" clId="{2587B58E-4F3B-47AB-B3EB-62407C9160B0}" dt="2025-09-14T03:16:36.368" v="3" actId="27636"/>
          <ac:spMkLst>
            <pc:docMk/>
            <pc:sldMk cId="1349400572" sldId="410"/>
            <ac:spMk id="63492" creationId="{00000000-0000-0000-0000-000000000000}"/>
          </ac:spMkLst>
        </pc:spChg>
      </pc:sldChg>
      <pc:sldChg chg="addSp delSp modSp mod">
        <pc:chgData name="Rahul Mishra" userId="57c6469e-ac64-4888-811b-35f0aabddbad" providerId="ADAL" clId="{2587B58E-4F3B-47AB-B3EB-62407C9160B0}" dt="2025-09-14T03:17:26.786" v="32"/>
        <pc:sldMkLst>
          <pc:docMk/>
          <pc:sldMk cId="2231131565" sldId="411"/>
        </pc:sldMkLst>
        <pc:grpChg chg="del mod">
          <ac:chgData name="Rahul Mishra" userId="57c6469e-ac64-4888-811b-35f0aabddbad" providerId="ADAL" clId="{2587B58E-4F3B-47AB-B3EB-62407C9160B0}" dt="2025-09-14T03:17:18.075" v="20"/>
          <ac:grpSpMkLst>
            <pc:docMk/>
            <pc:sldMk cId="2231131565" sldId="411"/>
            <ac:grpSpMk id="6" creationId="{FDD89D49-555C-6FD7-4E6E-7B705B7A900D}"/>
          </ac:grpSpMkLst>
        </pc:grpChg>
        <pc:grpChg chg="del mod">
          <ac:chgData name="Rahul Mishra" userId="57c6469e-ac64-4888-811b-35f0aabddbad" providerId="ADAL" clId="{2587B58E-4F3B-47AB-B3EB-62407C9160B0}" dt="2025-09-14T03:17:26.786" v="32"/>
          <ac:grpSpMkLst>
            <pc:docMk/>
            <pc:sldMk cId="2231131565" sldId="411"/>
            <ac:grpSpMk id="15" creationId="{BA02D326-B92E-2AAF-A4C0-C8290D05AC47}"/>
          </ac:grpSpMkLst>
        </pc:grpChg>
        <pc:grpChg chg="del mod">
          <ac:chgData name="Rahul Mishra" userId="57c6469e-ac64-4888-811b-35f0aabddbad" providerId="ADAL" clId="{2587B58E-4F3B-47AB-B3EB-62407C9160B0}" dt="2025-09-14T03:17:26.786" v="32"/>
          <ac:grpSpMkLst>
            <pc:docMk/>
            <pc:sldMk cId="2231131565" sldId="411"/>
            <ac:grpSpMk id="18" creationId="{B7CA2515-4E3F-A433-B872-E0D241A9E230}"/>
          </ac:grpSpMkLst>
        </pc:grpChg>
        <pc:grpChg chg="mod">
          <ac:chgData name="Rahul Mishra" userId="57c6469e-ac64-4888-811b-35f0aabddbad" providerId="ADAL" clId="{2587B58E-4F3B-47AB-B3EB-62407C9160B0}" dt="2025-09-14T03:17:26.786" v="32"/>
          <ac:grpSpMkLst>
            <pc:docMk/>
            <pc:sldMk cId="2231131565" sldId="411"/>
            <ac:grpSpMk id="27" creationId="{C218B917-5EDC-23E7-D435-FDD3935C6213}"/>
          </ac:grpSpMkLst>
        </pc:grpChg>
        <pc:inkChg chg="add mod">
          <ac:chgData name="Rahul Mishra" userId="57c6469e-ac64-4888-811b-35f0aabddbad" providerId="ADAL" clId="{2587B58E-4F3B-47AB-B3EB-62407C9160B0}" dt="2025-09-14T03:17:15.892" v="11"/>
          <ac:inkMkLst>
            <pc:docMk/>
            <pc:sldMk cId="2231131565" sldId="411"/>
            <ac:inkMk id="2" creationId="{288DCF46-66F6-F81F-AD5B-88803A51DC09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3" creationId="{18D1EBC6-08DC-E8E4-1734-9ACA8A7A6982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4" creationId="{76BFE85E-B334-A003-DF29-3BA6768B085B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5" creationId="{426FECDD-47D1-369E-97F6-476E1FC734A7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7" creationId="{9FC1C1ED-AE66-729E-98AA-7E3326FA2960}"/>
          </ac:inkMkLst>
        </pc:inkChg>
        <pc:inkChg chg="add">
          <ac:chgData name="Rahul Mishra" userId="57c6469e-ac64-4888-811b-35f0aabddbad" providerId="ADAL" clId="{2587B58E-4F3B-47AB-B3EB-62407C9160B0}" dt="2025-09-14T03:17:16.380" v="13" actId="9405"/>
          <ac:inkMkLst>
            <pc:docMk/>
            <pc:sldMk cId="2231131565" sldId="411"/>
            <ac:inkMk id="8" creationId="{68FA22D1-2E02-82FA-9EE0-7EB8FD859595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9" creationId="{3A6E0BB9-003C-09A1-DFDB-710BECE8753C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10" creationId="{81591B5A-6D53-F5EA-F941-48C4A75C5E30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11" creationId="{E7926697-1725-F4F6-A2B8-B0943325A1B2}"/>
          </ac:inkMkLst>
        </pc:inkChg>
        <pc:inkChg chg="add mod">
          <ac:chgData name="Rahul Mishra" userId="57c6469e-ac64-4888-811b-35f0aabddbad" providerId="ADAL" clId="{2587B58E-4F3B-47AB-B3EB-62407C9160B0}" dt="2025-09-14T03:17:18.075" v="20"/>
          <ac:inkMkLst>
            <pc:docMk/>
            <pc:sldMk cId="2231131565" sldId="411"/>
            <ac:inkMk id="12" creationId="{ED58A8E2-A31D-7783-56C3-E3020CD77B2E}"/>
          </ac:inkMkLst>
        </pc:inkChg>
        <pc:inkChg chg="add">
          <ac:chgData name="Rahul Mishra" userId="57c6469e-ac64-4888-811b-35f0aabddbad" providerId="ADAL" clId="{2587B58E-4F3B-47AB-B3EB-62407C9160B0}" dt="2025-09-14T03:17:17.443" v="18" actId="9405"/>
          <ac:inkMkLst>
            <pc:docMk/>
            <pc:sldMk cId="2231131565" sldId="411"/>
            <ac:inkMk id="13" creationId="{B0562004-3BEA-C8C5-F502-0002EAA0ACD0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14" creationId="{1F8DD0A1-9C01-4CFE-9053-7B2D943558B5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16" creationId="{3E262F3D-0721-9D34-311C-A393C7A49390}"/>
          </ac:inkMkLst>
        </pc:inkChg>
        <pc:inkChg chg="add mod">
          <ac:chgData name="Rahul Mishra" userId="57c6469e-ac64-4888-811b-35f0aabddbad" providerId="ADAL" clId="{2587B58E-4F3B-47AB-B3EB-62407C9160B0}" dt="2025-09-14T03:17:19.510" v="23"/>
          <ac:inkMkLst>
            <pc:docMk/>
            <pc:sldMk cId="2231131565" sldId="411"/>
            <ac:inkMk id="17" creationId="{825FFCD6-B02C-F814-84BC-7F0E094CB379}"/>
          </ac:inkMkLst>
        </pc:inkChg>
        <pc:inkChg chg="add">
          <ac:chgData name="Rahul Mishra" userId="57c6469e-ac64-4888-811b-35f0aabddbad" providerId="ADAL" clId="{2587B58E-4F3B-47AB-B3EB-62407C9160B0}" dt="2025-09-14T03:17:22.829" v="24" actId="9405"/>
          <ac:inkMkLst>
            <pc:docMk/>
            <pc:sldMk cId="2231131565" sldId="411"/>
            <ac:inkMk id="19" creationId="{AEFAE506-1706-2D31-396D-B3C7968579D9}"/>
          </ac:inkMkLst>
        </pc:inkChg>
        <pc:inkChg chg="add">
          <ac:chgData name="Rahul Mishra" userId="57c6469e-ac64-4888-811b-35f0aabddbad" providerId="ADAL" clId="{2587B58E-4F3B-47AB-B3EB-62407C9160B0}" dt="2025-09-14T03:17:23.017" v="25" actId="9405"/>
          <ac:inkMkLst>
            <pc:docMk/>
            <pc:sldMk cId="2231131565" sldId="411"/>
            <ac:inkMk id="20" creationId="{2D56E29E-244D-C063-4214-3BF0D99B4364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21" creationId="{6E7367C0-D53B-5842-F163-A4650242D0A6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22" creationId="{1D0D2683-FD7C-75DC-0726-998FA0307E6D}"/>
          </ac:inkMkLst>
        </pc:inkChg>
        <pc:inkChg chg="add">
          <ac:chgData name="Rahul Mishra" userId="57c6469e-ac64-4888-811b-35f0aabddbad" providerId="ADAL" clId="{2587B58E-4F3B-47AB-B3EB-62407C9160B0}" dt="2025-09-14T03:17:24.905" v="28" actId="9405"/>
          <ac:inkMkLst>
            <pc:docMk/>
            <pc:sldMk cId="2231131565" sldId="411"/>
            <ac:inkMk id="23" creationId="{B2B9C431-A551-13E1-9096-C902295033F4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24" creationId="{B0490316-E109-3954-545D-2E9732454905}"/>
          </ac:inkMkLst>
        </pc:inkChg>
        <pc:inkChg chg="add mod">
          <ac:chgData name="Rahul Mishra" userId="57c6469e-ac64-4888-811b-35f0aabddbad" providerId="ADAL" clId="{2587B58E-4F3B-47AB-B3EB-62407C9160B0}" dt="2025-09-14T03:17:26.786" v="32"/>
          <ac:inkMkLst>
            <pc:docMk/>
            <pc:sldMk cId="2231131565" sldId="411"/>
            <ac:inkMk id="25" creationId="{37900D8A-A0B8-4333-AB39-192331A6A073}"/>
          </ac:inkMkLst>
        </pc:inkChg>
        <pc:inkChg chg="add">
          <ac:chgData name="Rahul Mishra" userId="57c6469e-ac64-4888-811b-35f0aabddbad" providerId="ADAL" clId="{2587B58E-4F3B-47AB-B3EB-62407C9160B0}" dt="2025-09-14T03:17:26.104" v="31" actId="9405"/>
          <ac:inkMkLst>
            <pc:docMk/>
            <pc:sldMk cId="2231131565" sldId="411"/>
            <ac:inkMk id="26" creationId="{6BBDF648-1E8F-DEA0-BB8D-628B58B40DC1}"/>
          </ac:inkMkLst>
        </pc:inkChg>
      </pc:sldChg>
      <pc:sldChg chg="addSp modSp mod">
        <pc:chgData name="Rahul Mishra" userId="57c6469e-ac64-4888-811b-35f0aabddbad" providerId="ADAL" clId="{2587B58E-4F3B-47AB-B3EB-62407C9160B0}" dt="2025-09-14T03:18:09.243" v="76"/>
        <pc:sldMkLst>
          <pc:docMk/>
          <pc:sldMk cId="897648036" sldId="412"/>
        </pc:sldMkLst>
        <pc:grpChg chg="mod">
          <ac:chgData name="Rahul Mishra" userId="57c6469e-ac64-4888-811b-35f0aabddbad" providerId="ADAL" clId="{2587B58E-4F3B-47AB-B3EB-62407C9160B0}" dt="2025-09-14T03:17:38.716" v="37"/>
          <ac:grpSpMkLst>
            <pc:docMk/>
            <pc:sldMk cId="897648036" sldId="412"/>
            <ac:grpSpMk id="6" creationId="{525C44E2-C586-3E86-5533-4160B654BCA0}"/>
          </ac:grpSpMkLst>
        </pc:grpChg>
        <pc:grpChg chg="mod">
          <ac:chgData name="Rahul Mishra" userId="57c6469e-ac64-4888-811b-35f0aabddbad" providerId="ADAL" clId="{2587B58E-4F3B-47AB-B3EB-62407C9160B0}" dt="2025-09-14T03:17:38.716" v="37"/>
          <ac:grpSpMkLst>
            <pc:docMk/>
            <pc:sldMk cId="897648036" sldId="412"/>
            <ac:grpSpMk id="7" creationId="{A885DCBB-D4E8-BA05-9FDE-421A4AFA4907}"/>
          </ac:grpSpMkLst>
        </pc:grpChg>
        <pc:grpChg chg="mod">
          <ac:chgData name="Rahul Mishra" userId="57c6469e-ac64-4888-811b-35f0aabddbad" providerId="ADAL" clId="{2587B58E-4F3B-47AB-B3EB-62407C9160B0}" dt="2025-09-14T03:17:40.475" v="40"/>
          <ac:grpSpMkLst>
            <pc:docMk/>
            <pc:sldMk cId="897648036" sldId="412"/>
            <ac:grpSpMk id="10" creationId="{2D695FB1-00C4-4065-C6ED-58A29FC2073D}"/>
          </ac:grpSpMkLst>
        </pc:grpChg>
        <pc:grpChg chg="mod">
          <ac:chgData name="Rahul Mishra" userId="57c6469e-ac64-4888-811b-35f0aabddbad" providerId="ADAL" clId="{2587B58E-4F3B-47AB-B3EB-62407C9160B0}" dt="2025-09-14T03:17:46.800" v="43"/>
          <ac:grpSpMkLst>
            <pc:docMk/>
            <pc:sldMk cId="897648036" sldId="412"/>
            <ac:grpSpMk id="13" creationId="{646BD6F1-770C-AF29-4C8A-5059FAE7F2BD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46" creationId="{CC6A1A02-D542-2618-40BB-44CEB4B03F8E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47" creationId="{B67749CE-3A96-7198-8E3A-083ED95A23B5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48" creationId="{A948269A-D0EF-8153-7CCF-1B0FF7B89956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49" creationId="{9038E079-6E7B-1B12-2578-7302B3F7A5AE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50" creationId="{E6E5B659-D88C-6BA4-CE81-124D5D4BE407}"/>
          </ac:grpSpMkLst>
        </pc:grpChg>
        <pc:grpChg chg="mod">
          <ac:chgData name="Rahul Mishra" userId="57c6469e-ac64-4888-811b-35f0aabddbad" providerId="ADAL" clId="{2587B58E-4F3B-47AB-B3EB-62407C9160B0}" dt="2025-09-14T03:18:09.243" v="76"/>
          <ac:grpSpMkLst>
            <pc:docMk/>
            <pc:sldMk cId="897648036" sldId="412"/>
            <ac:grpSpMk id="51" creationId="{A122A52E-7A78-3856-0FD6-9520F4CDC574}"/>
          </ac:grpSpMkLst>
        </pc:grpChg>
        <pc:inkChg chg="add mod">
          <ac:chgData name="Rahul Mishra" userId="57c6469e-ac64-4888-811b-35f0aabddbad" providerId="ADAL" clId="{2587B58E-4F3B-47AB-B3EB-62407C9160B0}" dt="2025-09-14T03:17:38.716" v="37"/>
          <ac:inkMkLst>
            <pc:docMk/>
            <pc:sldMk cId="897648036" sldId="412"/>
            <ac:inkMk id="2" creationId="{FCD63B77-A947-B3AB-5B10-735F3CFE21A5}"/>
          </ac:inkMkLst>
        </pc:inkChg>
        <pc:inkChg chg="add mod">
          <ac:chgData name="Rahul Mishra" userId="57c6469e-ac64-4888-811b-35f0aabddbad" providerId="ADAL" clId="{2587B58E-4F3B-47AB-B3EB-62407C9160B0}" dt="2025-09-14T03:17:38.716" v="37"/>
          <ac:inkMkLst>
            <pc:docMk/>
            <pc:sldMk cId="897648036" sldId="412"/>
            <ac:inkMk id="3" creationId="{5A5414AD-F302-D3B9-1BA6-26F277EABCCB}"/>
          </ac:inkMkLst>
        </pc:inkChg>
        <pc:inkChg chg="add mod">
          <ac:chgData name="Rahul Mishra" userId="57c6469e-ac64-4888-811b-35f0aabddbad" providerId="ADAL" clId="{2587B58E-4F3B-47AB-B3EB-62407C9160B0}" dt="2025-09-14T03:17:38.716" v="37"/>
          <ac:inkMkLst>
            <pc:docMk/>
            <pc:sldMk cId="897648036" sldId="412"/>
            <ac:inkMk id="4" creationId="{F04B03EA-9064-492A-4DA4-835DBE5005E5}"/>
          </ac:inkMkLst>
        </pc:inkChg>
        <pc:inkChg chg="add mod">
          <ac:chgData name="Rahul Mishra" userId="57c6469e-ac64-4888-811b-35f0aabddbad" providerId="ADAL" clId="{2587B58E-4F3B-47AB-B3EB-62407C9160B0}" dt="2025-09-14T03:17:38.716" v="37"/>
          <ac:inkMkLst>
            <pc:docMk/>
            <pc:sldMk cId="897648036" sldId="412"/>
            <ac:inkMk id="5" creationId="{B8E0F319-3533-C00B-C58C-0E8B99A9865A}"/>
          </ac:inkMkLst>
        </pc:inkChg>
        <pc:inkChg chg="add mod">
          <ac:chgData name="Rahul Mishra" userId="57c6469e-ac64-4888-811b-35f0aabddbad" providerId="ADAL" clId="{2587B58E-4F3B-47AB-B3EB-62407C9160B0}" dt="2025-09-14T03:17:40.475" v="40"/>
          <ac:inkMkLst>
            <pc:docMk/>
            <pc:sldMk cId="897648036" sldId="412"/>
            <ac:inkMk id="8" creationId="{85EA8577-3297-5F58-8AED-E8B580246605}"/>
          </ac:inkMkLst>
        </pc:inkChg>
        <pc:inkChg chg="add mod">
          <ac:chgData name="Rahul Mishra" userId="57c6469e-ac64-4888-811b-35f0aabddbad" providerId="ADAL" clId="{2587B58E-4F3B-47AB-B3EB-62407C9160B0}" dt="2025-09-14T03:17:40.475" v="40"/>
          <ac:inkMkLst>
            <pc:docMk/>
            <pc:sldMk cId="897648036" sldId="412"/>
            <ac:inkMk id="9" creationId="{89A58D8E-A255-C2BF-EEBC-CFE971ABC11C}"/>
          </ac:inkMkLst>
        </pc:inkChg>
        <pc:inkChg chg="add mod">
          <ac:chgData name="Rahul Mishra" userId="57c6469e-ac64-4888-811b-35f0aabddbad" providerId="ADAL" clId="{2587B58E-4F3B-47AB-B3EB-62407C9160B0}" dt="2025-09-14T03:17:46.800" v="43"/>
          <ac:inkMkLst>
            <pc:docMk/>
            <pc:sldMk cId="897648036" sldId="412"/>
            <ac:inkMk id="11" creationId="{5D101B5C-6F3A-7EB3-2F1B-3BDB0A7B2CF1}"/>
          </ac:inkMkLst>
        </pc:inkChg>
        <pc:inkChg chg="add mod">
          <ac:chgData name="Rahul Mishra" userId="57c6469e-ac64-4888-811b-35f0aabddbad" providerId="ADAL" clId="{2587B58E-4F3B-47AB-B3EB-62407C9160B0}" dt="2025-09-14T03:17:46.800" v="43"/>
          <ac:inkMkLst>
            <pc:docMk/>
            <pc:sldMk cId="897648036" sldId="412"/>
            <ac:inkMk id="12" creationId="{F6AAA021-51E7-A935-812A-E688B8EAFFDF}"/>
          </ac:inkMkLst>
        </pc:inkChg>
        <pc:inkChg chg="add">
          <ac:chgData name="Rahul Mishra" userId="57c6469e-ac64-4888-811b-35f0aabddbad" providerId="ADAL" clId="{2587B58E-4F3B-47AB-B3EB-62407C9160B0}" dt="2025-09-14T03:17:58.201" v="44" actId="9405"/>
          <ac:inkMkLst>
            <pc:docMk/>
            <pc:sldMk cId="897648036" sldId="412"/>
            <ac:inkMk id="14" creationId="{2F5FE51C-2735-EE0D-6ECD-4A5DEBC69AB0}"/>
          </ac:inkMkLst>
        </pc:inkChg>
        <pc:inkChg chg="add">
          <ac:chgData name="Rahul Mishra" userId="57c6469e-ac64-4888-811b-35f0aabddbad" providerId="ADAL" clId="{2587B58E-4F3B-47AB-B3EB-62407C9160B0}" dt="2025-09-14T03:17:58.420" v="45" actId="9405"/>
          <ac:inkMkLst>
            <pc:docMk/>
            <pc:sldMk cId="897648036" sldId="412"/>
            <ac:inkMk id="15" creationId="{C208FA75-F9D6-E7A4-FDE4-6A64A23FB5B2}"/>
          </ac:inkMkLst>
        </pc:inkChg>
        <pc:inkChg chg="add mod">
          <ac:chgData name="Rahul Mishra" userId="57c6469e-ac64-4888-811b-35f0aabddbad" providerId="ADAL" clId="{2587B58E-4F3B-47AB-B3EB-62407C9160B0}" dt="2025-09-14T03:18:09.243" v="76"/>
          <ac:inkMkLst>
            <pc:docMk/>
            <pc:sldMk cId="897648036" sldId="412"/>
            <ac:inkMk id="16" creationId="{ADC65EC5-DE20-6E11-E46A-A0BDBE5A6125}"/>
          </ac:inkMkLst>
        </pc:inkChg>
        <pc:inkChg chg="add mod">
          <ac:chgData name="Rahul Mishra" userId="57c6469e-ac64-4888-811b-35f0aabddbad" providerId="ADAL" clId="{2587B58E-4F3B-47AB-B3EB-62407C9160B0}" dt="2025-09-14T03:18:09.243" v="76"/>
          <ac:inkMkLst>
            <pc:docMk/>
            <pc:sldMk cId="897648036" sldId="412"/>
            <ac:inkMk id="17" creationId="{C0347476-B5D1-309E-4D1A-33BC2D3427BE}"/>
          </ac:inkMkLst>
        </pc:inkChg>
        <pc:inkChg chg="add">
          <ac:chgData name="Rahul Mishra" userId="57c6469e-ac64-4888-811b-35f0aabddbad" providerId="ADAL" clId="{2587B58E-4F3B-47AB-B3EB-62407C9160B0}" dt="2025-09-14T03:17:59.108" v="48" actId="9405"/>
          <ac:inkMkLst>
            <pc:docMk/>
            <pc:sldMk cId="897648036" sldId="412"/>
            <ac:inkMk id="18" creationId="{589C37B7-BF5D-7244-C244-EFBCCD90CD5A}"/>
          </ac:inkMkLst>
        </pc:inkChg>
        <pc:inkChg chg="add">
          <ac:chgData name="Rahul Mishra" userId="57c6469e-ac64-4888-811b-35f0aabddbad" providerId="ADAL" clId="{2587B58E-4F3B-47AB-B3EB-62407C9160B0}" dt="2025-09-14T03:17:59.311" v="49" actId="9405"/>
          <ac:inkMkLst>
            <pc:docMk/>
            <pc:sldMk cId="897648036" sldId="412"/>
            <ac:inkMk id="19" creationId="{721CB2D2-E168-1F4A-A5C3-E73290C220F5}"/>
          </ac:inkMkLst>
        </pc:inkChg>
        <pc:inkChg chg="add">
          <ac:chgData name="Rahul Mishra" userId="57c6469e-ac64-4888-811b-35f0aabddbad" providerId="ADAL" clId="{2587B58E-4F3B-47AB-B3EB-62407C9160B0}" dt="2025-09-14T03:17:59.689" v="50" actId="9405"/>
          <ac:inkMkLst>
            <pc:docMk/>
            <pc:sldMk cId="897648036" sldId="412"/>
            <ac:inkMk id="20" creationId="{E573CF89-4A47-207A-1243-D2881F45B5E3}"/>
          </ac:inkMkLst>
        </pc:inkChg>
        <pc:inkChg chg="add">
          <ac:chgData name="Rahul Mishra" userId="57c6469e-ac64-4888-811b-35f0aabddbad" providerId="ADAL" clId="{2587B58E-4F3B-47AB-B3EB-62407C9160B0}" dt="2025-09-14T03:17:59.874" v="51" actId="9405"/>
          <ac:inkMkLst>
            <pc:docMk/>
            <pc:sldMk cId="897648036" sldId="412"/>
            <ac:inkMk id="21" creationId="{4603A69F-14D3-288A-60F0-97E1C89DC979}"/>
          </ac:inkMkLst>
        </pc:inkChg>
        <pc:inkChg chg="add">
          <ac:chgData name="Rahul Mishra" userId="57c6469e-ac64-4888-811b-35f0aabddbad" providerId="ADAL" clId="{2587B58E-4F3B-47AB-B3EB-62407C9160B0}" dt="2025-09-14T03:18:00.098" v="52" actId="9405"/>
          <ac:inkMkLst>
            <pc:docMk/>
            <pc:sldMk cId="897648036" sldId="412"/>
            <ac:inkMk id="22" creationId="{A14070FB-B765-F9B9-0AEB-594FFCD6C357}"/>
          </ac:inkMkLst>
        </pc:inkChg>
        <pc:inkChg chg="add">
          <ac:chgData name="Rahul Mishra" userId="57c6469e-ac64-4888-811b-35f0aabddbad" providerId="ADAL" clId="{2587B58E-4F3B-47AB-B3EB-62407C9160B0}" dt="2025-09-14T03:18:01.038" v="53" actId="9405"/>
          <ac:inkMkLst>
            <pc:docMk/>
            <pc:sldMk cId="897648036" sldId="412"/>
            <ac:inkMk id="23" creationId="{02E230C5-058F-6E5F-DAEE-24D4B2DA5A00}"/>
          </ac:inkMkLst>
        </pc:inkChg>
        <pc:inkChg chg="add">
          <ac:chgData name="Rahul Mishra" userId="57c6469e-ac64-4888-811b-35f0aabddbad" providerId="ADAL" clId="{2587B58E-4F3B-47AB-B3EB-62407C9160B0}" dt="2025-09-14T03:18:01.242" v="54" actId="9405"/>
          <ac:inkMkLst>
            <pc:docMk/>
            <pc:sldMk cId="897648036" sldId="412"/>
            <ac:inkMk id="24" creationId="{B1D059C7-83DF-5941-D067-CA0B64E38937}"/>
          </ac:inkMkLst>
        </pc:inkChg>
        <pc:inkChg chg="add">
          <ac:chgData name="Rahul Mishra" userId="57c6469e-ac64-4888-811b-35f0aabddbad" providerId="ADAL" clId="{2587B58E-4F3B-47AB-B3EB-62407C9160B0}" dt="2025-09-14T03:18:01.802" v="55" actId="9405"/>
          <ac:inkMkLst>
            <pc:docMk/>
            <pc:sldMk cId="897648036" sldId="412"/>
            <ac:inkMk id="25" creationId="{C2F9DA87-F464-772A-B017-58F71846755B}"/>
          </ac:inkMkLst>
        </pc:inkChg>
        <pc:inkChg chg="add">
          <ac:chgData name="Rahul Mishra" userId="57c6469e-ac64-4888-811b-35f0aabddbad" providerId="ADAL" clId="{2587B58E-4F3B-47AB-B3EB-62407C9160B0}" dt="2025-09-14T03:18:02.227" v="56" actId="9405"/>
          <ac:inkMkLst>
            <pc:docMk/>
            <pc:sldMk cId="897648036" sldId="412"/>
            <ac:inkMk id="26" creationId="{10F7A9E2-B175-2CCE-0A5B-016DAE7EAA15}"/>
          </ac:inkMkLst>
        </pc:inkChg>
        <pc:inkChg chg="add">
          <ac:chgData name="Rahul Mishra" userId="57c6469e-ac64-4888-811b-35f0aabddbad" providerId="ADAL" clId="{2587B58E-4F3B-47AB-B3EB-62407C9160B0}" dt="2025-09-14T03:18:02.494" v="57" actId="9405"/>
          <ac:inkMkLst>
            <pc:docMk/>
            <pc:sldMk cId="897648036" sldId="412"/>
            <ac:inkMk id="27" creationId="{1DD01E01-654D-2307-E261-310EA8BB687A}"/>
          </ac:inkMkLst>
        </pc:inkChg>
        <pc:inkChg chg="add">
          <ac:chgData name="Rahul Mishra" userId="57c6469e-ac64-4888-811b-35f0aabddbad" providerId="ADAL" clId="{2587B58E-4F3B-47AB-B3EB-62407C9160B0}" dt="2025-09-14T03:18:02.654" v="58" actId="9405"/>
          <ac:inkMkLst>
            <pc:docMk/>
            <pc:sldMk cId="897648036" sldId="412"/>
            <ac:inkMk id="28" creationId="{5E1FA11B-7A85-C2DA-E21C-12F7A9D11427}"/>
          </ac:inkMkLst>
        </pc:inkChg>
        <pc:inkChg chg="add">
          <ac:chgData name="Rahul Mishra" userId="57c6469e-ac64-4888-811b-35f0aabddbad" providerId="ADAL" clId="{2587B58E-4F3B-47AB-B3EB-62407C9160B0}" dt="2025-09-14T03:18:02.813" v="59" actId="9405"/>
          <ac:inkMkLst>
            <pc:docMk/>
            <pc:sldMk cId="897648036" sldId="412"/>
            <ac:inkMk id="29" creationId="{7F1EAADD-71DA-B726-CF12-07D1F68C3E9B}"/>
          </ac:inkMkLst>
        </pc:inkChg>
        <pc:inkChg chg="add">
          <ac:chgData name="Rahul Mishra" userId="57c6469e-ac64-4888-811b-35f0aabddbad" providerId="ADAL" clId="{2587B58E-4F3B-47AB-B3EB-62407C9160B0}" dt="2025-09-14T03:18:03.181" v="60" actId="9405"/>
          <ac:inkMkLst>
            <pc:docMk/>
            <pc:sldMk cId="897648036" sldId="412"/>
            <ac:inkMk id="30" creationId="{D4E49D5C-076E-E120-4717-A29E138ED125}"/>
          </ac:inkMkLst>
        </pc:inkChg>
        <pc:inkChg chg="add">
          <ac:chgData name="Rahul Mishra" userId="57c6469e-ac64-4888-811b-35f0aabddbad" providerId="ADAL" clId="{2587B58E-4F3B-47AB-B3EB-62407C9160B0}" dt="2025-09-14T03:18:03.542" v="61" actId="9405"/>
          <ac:inkMkLst>
            <pc:docMk/>
            <pc:sldMk cId="897648036" sldId="412"/>
            <ac:inkMk id="31" creationId="{9E7B1F89-2C4E-75A9-34EA-B86645DCAD22}"/>
          </ac:inkMkLst>
        </pc:inkChg>
        <pc:inkChg chg="add">
          <ac:chgData name="Rahul Mishra" userId="57c6469e-ac64-4888-811b-35f0aabddbad" providerId="ADAL" clId="{2587B58E-4F3B-47AB-B3EB-62407C9160B0}" dt="2025-09-14T03:18:03.685" v="62" actId="9405"/>
          <ac:inkMkLst>
            <pc:docMk/>
            <pc:sldMk cId="897648036" sldId="412"/>
            <ac:inkMk id="32" creationId="{C8738961-5953-A4AA-A391-10E9FF8CCA77}"/>
          </ac:inkMkLst>
        </pc:inkChg>
        <pc:inkChg chg="add">
          <ac:chgData name="Rahul Mishra" userId="57c6469e-ac64-4888-811b-35f0aabddbad" providerId="ADAL" clId="{2587B58E-4F3B-47AB-B3EB-62407C9160B0}" dt="2025-09-14T03:18:04.084" v="63" actId="9405"/>
          <ac:inkMkLst>
            <pc:docMk/>
            <pc:sldMk cId="897648036" sldId="412"/>
            <ac:inkMk id="33" creationId="{47F9AABD-B802-8FD4-D258-A0BE19B205AB}"/>
          </ac:inkMkLst>
        </pc:inkChg>
        <pc:inkChg chg="add">
          <ac:chgData name="Rahul Mishra" userId="57c6469e-ac64-4888-811b-35f0aabddbad" providerId="ADAL" clId="{2587B58E-4F3B-47AB-B3EB-62407C9160B0}" dt="2025-09-14T03:18:04.972" v="64" actId="9405"/>
          <ac:inkMkLst>
            <pc:docMk/>
            <pc:sldMk cId="897648036" sldId="412"/>
            <ac:inkMk id="34" creationId="{857F16D3-215B-5DD5-EDE7-E7513121BC12}"/>
          </ac:inkMkLst>
        </pc:inkChg>
        <pc:inkChg chg="add mod">
          <ac:chgData name="Rahul Mishra" userId="57c6469e-ac64-4888-811b-35f0aabddbad" providerId="ADAL" clId="{2587B58E-4F3B-47AB-B3EB-62407C9160B0}" dt="2025-09-14T03:18:09.243" v="76"/>
          <ac:inkMkLst>
            <pc:docMk/>
            <pc:sldMk cId="897648036" sldId="412"/>
            <ac:inkMk id="35" creationId="{9E8DD506-A1ED-1F60-0DED-E65FEC600088}"/>
          </ac:inkMkLst>
        </pc:inkChg>
        <pc:inkChg chg="add">
          <ac:chgData name="Rahul Mishra" userId="57c6469e-ac64-4888-811b-35f0aabddbad" providerId="ADAL" clId="{2587B58E-4F3B-47AB-B3EB-62407C9160B0}" dt="2025-09-14T03:18:05.519" v="66" actId="9405"/>
          <ac:inkMkLst>
            <pc:docMk/>
            <pc:sldMk cId="897648036" sldId="412"/>
            <ac:inkMk id="36" creationId="{BB74F46D-F6D5-9910-9004-86E5C1BCB4B6}"/>
          </ac:inkMkLst>
        </pc:inkChg>
        <pc:inkChg chg="add">
          <ac:chgData name="Rahul Mishra" userId="57c6469e-ac64-4888-811b-35f0aabddbad" providerId="ADAL" clId="{2587B58E-4F3B-47AB-B3EB-62407C9160B0}" dt="2025-09-14T03:18:05.737" v="67" actId="9405"/>
          <ac:inkMkLst>
            <pc:docMk/>
            <pc:sldMk cId="897648036" sldId="412"/>
            <ac:inkMk id="37" creationId="{FF533959-192D-CDE1-4DA0-9E2D95BF1AD5}"/>
          </ac:inkMkLst>
        </pc:inkChg>
        <pc:inkChg chg="add">
          <ac:chgData name="Rahul Mishra" userId="57c6469e-ac64-4888-811b-35f0aabddbad" providerId="ADAL" clId="{2587B58E-4F3B-47AB-B3EB-62407C9160B0}" dt="2025-09-14T03:18:05.940" v="68" actId="9405"/>
          <ac:inkMkLst>
            <pc:docMk/>
            <pc:sldMk cId="897648036" sldId="412"/>
            <ac:inkMk id="38" creationId="{7CB9EC42-0164-6F46-F6A5-227C4656F0A2}"/>
          </ac:inkMkLst>
        </pc:inkChg>
        <pc:inkChg chg="add">
          <ac:chgData name="Rahul Mishra" userId="57c6469e-ac64-4888-811b-35f0aabddbad" providerId="ADAL" clId="{2587B58E-4F3B-47AB-B3EB-62407C9160B0}" dt="2025-09-14T03:18:06.108" v="69" actId="9405"/>
          <ac:inkMkLst>
            <pc:docMk/>
            <pc:sldMk cId="897648036" sldId="412"/>
            <ac:inkMk id="39" creationId="{003194B9-F00D-5C4A-A291-D8DF1226D0D8}"/>
          </ac:inkMkLst>
        </pc:inkChg>
        <pc:inkChg chg="add">
          <ac:chgData name="Rahul Mishra" userId="57c6469e-ac64-4888-811b-35f0aabddbad" providerId="ADAL" clId="{2587B58E-4F3B-47AB-B3EB-62407C9160B0}" dt="2025-09-14T03:18:06.335" v="70" actId="9405"/>
          <ac:inkMkLst>
            <pc:docMk/>
            <pc:sldMk cId="897648036" sldId="412"/>
            <ac:inkMk id="40" creationId="{9B11C711-6748-EA90-0E70-53A9CE6EF7C1}"/>
          </ac:inkMkLst>
        </pc:inkChg>
        <pc:inkChg chg="add">
          <ac:chgData name="Rahul Mishra" userId="57c6469e-ac64-4888-811b-35f0aabddbad" providerId="ADAL" clId="{2587B58E-4F3B-47AB-B3EB-62407C9160B0}" dt="2025-09-14T03:18:06.536" v="71" actId="9405"/>
          <ac:inkMkLst>
            <pc:docMk/>
            <pc:sldMk cId="897648036" sldId="412"/>
            <ac:inkMk id="41" creationId="{9161BFBA-6044-AC88-C54C-780BD6A1F460}"/>
          </ac:inkMkLst>
        </pc:inkChg>
        <pc:inkChg chg="add">
          <ac:chgData name="Rahul Mishra" userId="57c6469e-ac64-4888-811b-35f0aabddbad" providerId="ADAL" clId="{2587B58E-4F3B-47AB-B3EB-62407C9160B0}" dt="2025-09-14T03:18:06.801" v="72" actId="9405"/>
          <ac:inkMkLst>
            <pc:docMk/>
            <pc:sldMk cId="897648036" sldId="412"/>
            <ac:inkMk id="42" creationId="{EF36F83E-5913-0493-14DA-01010293374C}"/>
          </ac:inkMkLst>
        </pc:inkChg>
        <pc:inkChg chg="add">
          <ac:chgData name="Rahul Mishra" userId="57c6469e-ac64-4888-811b-35f0aabddbad" providerId="ADAL" clId="{2587B58E-4F3B-47AB-B3EB-62407C9160B0}" dt="2025-09-14T03:18:07.780" v="73" actId="9405"/>
          <ac:inkMkLst>
            <pc:docMk/>
            <pc:sldMk cId="897648036" sldId="412"/>
            <ac:inkMk id="43" creationId="{8ED255EB-55AF-BE45-3C58-0604B94C5F1B}"/>
          </ac:inkMkLst>
        </pc:inkChg>
        <pc:inkChg chg="add">
          <ac:chgData name="Rahul Mishra" userId="57c6469e-ac64-4888-811b-35f0aabddbad" providerId="ADAL" clId="{2587B58E-4F3B-47AB-B3EB-62407C9160B0}" dt="2025-09-14T03:18:08.184" v="74" actId="9405"/>
          <ac:inkMkLst>
            <pc:docMk/>
            <pc:sldMk cId="897648036" sldId="412"/>
            <ac:inkMk id="44" creationId="{49891E34-6F54-1CB8-6A2C-8664FB8A94BB}"/>
          </ac:inkMkLst>
        </pc:inkChg>
        <pc:inkChg chg="add mod">
          <ac:chgData name="Rahul Mishra" userId="57c6469e-ac64-4888-811b-35f0aabddbad" providerId="ADAL" clId="{2587B58E-4F3B-47AB-B3EB-62407C9160B0}" dt="2025-09-14T03:18:09.243" v="76"/>
          <ac:inkMkLst>
            <pc:docMk/>
            <pc:sldMk cId="897648036" sldId="412"/>
            <ac:inkMk id="45" creationId="{C61C3D74-3D36-6914-1467-08065296A94D}"/>
          </ac:inkMkLst>
        </pc:inkChg>
      </pc:sldChg>
      <pc:sldChg chg="addSp delSp modSp mod">
        <pc:chgData name="Rahul Mishra" userId="57c6469e-ac64-4888-811b-35f0aabddbad" providerId="ADAL" clId="{2587B58E-4F3B-47AB-B3EB-62407C9160B0}" dt="2025-09-14T03:18:37.056" v="92"/>
        <pc:sldMkLst>
          <pc:docMk/>
          <pc:sldMk cId="2939944465" sldId="413"/>
        </pc:sldMkLst>
        <pc:grpChg chg="del mod">
          <ac:chgData name="Rahul Mishra" userId="57c6469e-ac64-4888-811b-35f0aabddbad" providerId="ADAL" clId="{2587B58E-4F3B-47AB-B3EB-62407C9160B0}" dt="2025-09-14T03:18:37.056" v="92"/>
          <ac:grpSpMkLst>
            <pc:docMk/>
            <pc:sldMk cId="2939944465" sldId="413"/>
            <ac:grpSpMk id="6" creationId="{496E72D5-D495-A4FB-D9E1-DDCA87BCC795}"/>
          </ac:grpSpMkLst>
        </pc:grpChg>
        <pc:grpChg chg="del mod">
          <ac:chgData name="Rahul Mishra" userId="57c6469e-ac64-4888-811b-35f0aabddbad" providerId="ADAL" clId="{2587B58E-4F3B-47AB-B3EB-62407C9160B0}" dt="2025-09-14T03:18:37.056" v="92"/>
          <ac:grpSpMkLst>
            <pc:docMk/>
            <pc:sldMk cId="2939944465" sldId="413"/>
            <ac:grpSpMk id="7" creationId="{E0F18ADD-AF5F-FB3B-966A-0256310E1B6C}"/>
          </ac:grpSpMkLst>
        </pc:grpChg>
        <pc:grpChg chg="mod">
          <ac:chgData name="Rahul Mishra" userId="57c6469e-ac64-4888-811b-35f0aabddbad" providerId="ADAL" clId="{2587B58E-4F3B-47AB-B3EB-62407C9160B0}" dt="2025-09-14T03:18:37.056" v="92"/>
          <ac:grpSpMkLst>
            <pc:docMk/>
            <pc:sldMk cId="2939944465" sldId="413"/>
            <ac:grpSpMk id="18" creationId="{E069445D-FC20-0CB4-EE29-0A07C77DBA90}"/>
          </ac:grpSpMkLst>
        </pc:grpChg>
        <pc:inkChg chg="add mod">
          <ac:chgData name="Rahul Mishra" userId="57c6469e-ac64-4888-811b-35f0aabddbad" providerId="ADAL" clId="{2587B58E-4F3B-47AB-B3EB-62407C9160B0}" dt="2025-09-14T03:18:31.452" v="81"/>
          <ac:inkMkLst>
            <pc:docMk/>
            <pc:sldMk cId="2939944465" sldId="413"/>
            <ac:inkMk id="2" creationId="{73E5E917-629B-F360-4A4B-7D4FF8AD5C2F}"/>
          </ac:inkMkLst>
        </pc:inkChg>
        <pc:inkChg chg="add mod">
          <ac:chgData name="Rahul Mishra" userId="57c6469e-ac64-4888-811b-35f0aabddbad" providerId="ADAL" clId="{2587B58E-4F3B-47AB-B3EB-62407C9160B0}" dt="2025-09-14T03:18:31.452" v="81"/>
          <ac:inkMkLst>
            <pc:docMk/>
            <pc:sldMk cId="2939944465" sldId="413"/>
            <ac:inkMk id="3" creationId="{FCAE59F3-3DFB-26A5-22AB-EED0727E2CC2}"/>
          </ac:inkMkLst>
        </pc:inkChg>
        <pc:inkChg chg="add mod">
          <ac:chgData name="Rahul Mishra" userId="57c6469e-ac64-4888-811b-35f0aabddbad" providerId="ADAL" clId="{2587B58E-4F3B-47AB-B3EB-62407C9160B0}" dt="2025-09-14T03:18:31.452" v="81"/>
          <ac:inkMkLst>
            <pc:docMk/>
            <pc:sldMk cId="2939944465" sldId="413"/>
            <ac:inkMk id="4" creationId="{E5CA7595-B55B-534E-41F1-54D7F9F1F2B1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5" creationId="{6C0AB6C0-8FA2-167B-3BA2-41A82115878D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8" creationId="{68A2A7F2-7B9E-F1AF-6283-A1B8B7091D8E}"/>
          </ac:inkMkLst>
        </pc:inkChg>
        <pc:inkChg chg="add">
          <ac:chgData name="Rahul Mishra" userId="57c6469e-ac64-4888-811b-35f0aabddbad" providerId="ADAL" clId="{2587B58E-4F3B-47AB-B3EB-62407C9160B0}" dt="2025-09-14T03:18:32.078" v="83" actId="9405"/>
          <ac:inkMkLst>
            <pc:docMk/>
            <pc:sldMk cId="2939944465" sldId="413"/>
            <ac:inkMk id="9" creationId="{A24013CD-78BE-81B8-B597-B53F76A4FE5F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10" creationId="{4BFBAA97-7669-EDD1-BF04-EF4E496F3D66}"/>
          </ac:inkMkLst>
        </pc:inkChg>
        <pc:inkChg chg="add">
          <ac:chgData name="Rahul Mishra" userId="57c6469e-ac64-4888-811b-35f0aabddbad" providerId="ADAL" clId="{2587B58E-4F3B-47AB-B3EB-62407C9160B0}" dt="2025-09-14T03:18:33.545" v="85" actId="9405"/>
          <ac:inkMkLst>
            <pc:docMk/>
            <pc:sldMk cId="2939944465" sldId="413"/>
            <ac:inkMk id="11" creationId="{76853922-F4C1-26FC-3C36-A89C31106462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12" creationId="{2A4EA5CB-0A31-35C2-C442-097CE88FB5B1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13" creationId="{FE1F32BF-746F-E2A0-67B6-C040FD9C9FF9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14" creationId="{3828A33C-613C-017C-AF41-89D0D1539732}"/>
          </ac:inkMkLst>
        </pc:inkChg>
        <pc:inkChg chg="add">
          <ac:chgData name="Rahul Mishra" userId="57c6469e-ac64-4888-811b-35f0aabddbad" providerId="ADAL" clId="{2587B58E-4F3B-47AB-B3EB-62407C9160B0}" dt="2025-09-14T03:18:35.164" v="89" actId="9405"/>
          <ac:inkMkLst>
            <pc:docMk/>
            <pc:sldMk cId="2939944465" sldId="413"/>
            <ac:inkMk id="15" creationId="{72D02971-7AA0-1F13-928D-37CBA69E613C}"/>
          </ac:inkMkLst>
        </pc:inkChg>
        <pc:inkChg chg="add mod">
          <ac:chgData name="Rahul Mishra" userId="57c6469e-ac64-4888-811b-35f0aabddbad" providerId="ADAL" clId="{2587B58E-4F3B-47AB-B3EB-62407C9160B0}" dt="2025-09-14T03:18:37.056" v="92"/>
          <ac:inkMkLst>
            <pc:docMk/>
            <pc:sldMk cId="2939944465" sldId="413"/>
            <ac:inkMk id="16" creationId="{06F0F6E4-11C1-77AF-6B0D-09DAE1C128D3}"/>
          </ac:inkMkLst>
        </pc:inkChg>
        <pc:inkChg chg="add">
          <ac:chgData name="Rahul Mishra" userId="57c6469e-ac64-4888-811b-35f0aabddbad" providerId="ADAL" clId="{2587B58E-4F3B-47AB-B3EB-62407C9160B0}" dt="2025-09-14T03:18:36.167" v="91" actId="9405"/>
          <ac:inkMkLst>
            <pc:docMk/>
            <pc:sldMk cId="2939944465" sldId="413"/>
            <ac:inkMk id="17" creationId="{2BCD1BA5-53DA-914C-ED81-EB4571288EB6}"/>
          </ac:inkMkLst>
        </pc:inkChg>
      </pc:sldChg>
      <pc:sldChg chg="addSp">
        <pc:chgData name="Rahul Mishra" userId="57c6469e-ac64-4888-811b-35f0aabddbad" providerId="ADAL" clId="{2587B58E-4F3B-47AB-B3EB-62407C9160B0}" dt="2025-09-14T03:35:51.595" v="93"/>
        <pc:sldMkLst>
          <pc:docMk/>
          <pc:sldMk cId="1214863930" sldId="414"/>
        </pc:sldMkLst>
        <pc:inkChg chg="add">
          <ac:chgData name="Rahul Mishra" userId="57c6469e-ac64-4888-811b-35f0aabddbad" providerId="ADAL" clId="{2587B58E-4F3B-47AB-B3EB-62407C9160B0}" dt="2025-09-14T03:35:51.595" v="93"/>
          <ac:inkMkLst>
            <pc:docMk/>
            <pc:sldMk cId="1214863930" sldId="414"/>
            <ac:inkMk id="3" creationId="{EA0B0EF7-F803-855F-34E6-078C52BE1881}"/>
          </ac:inkMkLst>
        </pc:inkChg>
      </pc:sldChg>
      <pc:sldChg chg="addSp">
        <pc:chgData name="Rahul Mishra" userId="57c6469e-ac64-4888-811b-35f0aabddbad" providerId="ADAL" clId="{2587B58E-4F3B-47AB-B3EB-62407C9160B0}" dt="2025-09-14T03:35:51.595" v="93"/>
        <pc:sldMkLst>
          <pc:docMk/>
          <pc:sldMk cId="2118251881" sldId="415"/>
        </pc:sldMkLst>
        <pc:inkChg chg="add">
          <ac:chgData name="Rahul Mishra" userId="57c6469e-ac64-4888-811b-35f0aabddbad" providerId="ADAL" clId="{2587B58E-4F3B-47AB-B3EB-62407C9160B0}" dt="2025-09-14T03:35:51.595" v="93"/>
          <ac:inkMkLst>
            <pc:docMk/>
            <pc:sldMk cId="2118251881" sldId="415"/>
            <ac:inkMk id="3" creationId="{FFB9D4C9-E1D3-F5D6-74A2-7A760844116A}"/>
          </ac:inkMkLst>
        </pc:inkChg>
      </pc:sldChg>
      <pc:sldChg chg="addSp">
        <pc:chgData name="Rahul Mishra" userId="57c6469e-ac64-4888-811b-35f0aabddbad" providerId="ADAL" clId="{2587B58E-4F3B-47AB-B3EB-62407C9160B0}" dt="2025-09-14T03:35:51.595" v="93"/>
        <pc:sldMkLst>
          <pc:docMk/>
          <pc:sldMk cId="1508322553" sldId="417"/>
        </pc:sldMkLst>
        <pc:inkChg chg="add">
          <ac:chgData name="Rahul Mishra" userId="57c6469e-ac64-4888-811b-35f0aabddbad" providerId="ADAL" clId="{2587B58E-4F3B-47AB-B3EB-62407C9160B0}" dt="2025-09-14T03:35:51.595" v="93"/>
          <ac:inkMkLst>
            <pc:docMk/>
            <pc:sldMk cId="1508322553" sldId="417"/>
            <ac:inkMk id="3" creationId="{58353939-08A9-0B2F-BFEE-50D9C4818F40}"/>
          </ac:inkMkLst>
        </pc:inkChg>
      </pc:sldChg>
      <pc:sldChg chg="addSp delSp mod modAnim">
        <pc:chgData name="Rahul Mishra" userId="57c6469e-ac64-4888-811b-35f0aabddbad" providerId="ADAL" clId="{2587B58E-4F3B-47AB-B3EB-62407C9160B0}" dt="2025-09-14T03:56:32.439" v="96"/>
        <pc:sldMkLst>
          <pc:docMk/>
          <pc:sldMk cId="2800527223" sldId="421"/>
        </pc:sldMkLst>
        <pc:spChg chg="del">
          <ac:chgData name="Rahul Mishra" userId="57c6469e-ac64-4888-811b-35f0aabddbad" providerId="ADAL" clId="{2587B58E-4F3B-47AB-B3EB-62407C9160B0}" dt="2025-09-14T03:36:03.527" v="95" actId="478"/>
          <ac:spMkLst>
            <pc:docMk/>
            <pc:sldMk cId="2800527223" sldId="421"/>
            <ac:spMk id="5" creationId="{89E767F3-CD6E-E58F-0388-CE0695AB518A}"/>
          </ac:spMkLst>
        </pc:spChg>
        <pc:inkChg chg="add del">
          <ac:chgData name="Rahul Mishra" userId="57c6469e-ac64-4888-811b-35f0aabddbad" providerId="ADAL" clId="{2587B58E-4F3B-47AB-B3EB-62407C9160B0}" dt="2025-09-14T03:36:00.690" v="94" actId="478"/>
          <ac:inkMkLst>
            <pc:docMk/>
            <pc:sldMk cId="2800527223" sldId="421"/>
            <ac:inkMk id="3" creationId="{AE4F3B85-4CC9-FEDD-C944-B6870F8E66E7}"/>
          </ac:inkMkLst>
        </pc:inkChg>
        <pc:inkChg chg="add">
          <ac:chgData name="Rahul Mishra" userId="57c6469e-ac64-4888-811b-35f0aabddbad" providerId="ADAL" clId="{2587B58E-4F3B-47AB-B3EB-62407C9160B0}" dt="2025-09-14T03:56:32.439" v="96"/>
          <ac:inkMkLst>
            <pc:docMk/>
            <pc:sldMk cId="2800527223" sldId="421"/>
            <ac:inkMk id="4" creationId="{C716A96C-5B1B-31C0-EF1C-73133EDEB2F5}"/>
          </ac:inkMkLst>
        </pc:inkChg>
      </pc:sldChg>
      <pc:sldChg chg="addSp modSp mod">
        <pc:chgData name="Rahul Mishra" userId="57c6469e-ac64-4888-811b-35f0aabddbad" providerId="ADAL" clId="{2587B58E-4F3B-47AB-B3EB-62407C9160B0}" dt="2025-09-14T04:05:06.855" v="98" actId="1076"/>
        <pc:sldMkLst>
          <pc:docMk/>
          <pc:sldMk cId="2076925815" sldId="423"/>
        </pc:sldMkLst>
        <pc:spChg chg="mod">
          <ac:chgData name="Rahul Mishra" userId="57c6469e-ac64-4888-811b-35f0aabddbad" providerId="ADAL" clId="{2587B58E-4F3B-47AB-B3EB-62407C9160B0}" dt="2025-09-14T03:16:36.388" v="4" actId="27636"/>
          <ac:spMkLst>
            <pc:docMk/>
            <pc:sldMk cId="2076925815" sldId="423"/>
            <ac:spMk id="3" creationId="{EB3FC8F1-471E-7DEE-BE64-4027DC65DBA9}"/>
          </ac:spMkLst>
        </pc:spChg>
        <pc:inkChg chg="add mod">
          <ac:chgData name="Rahul Mishra" userId="57c6469e-ac64-4888-811b-35f0aabddbad" providerId="ADAL" clId="{2587B58E-4F3B-47AB-B3EB-62407C9160B0}" dt="2025-09-14T04:05:06.855" v="98" actId="1076"/>
          <ac:inkMkLst>
            <pc:docMk/>
            <pc:sldMk cId="2076925815" sldId="423"/>
            <ac:inkMk id="4" creationId="{36DC7459-DDA3-2112-6CC8-D6FE2DDF128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1T02:45:38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6317 12169 11 0,'-8'3'380'0,"1"0"-104"0,7-3-66 0,-12 4-35 0,12-4-9 0,-11 3-6 0,5-1-2 0,6-2 4 0,-14 3 8 0,14-3-1 0,-9 2-1 0,9-2 1 16,-11 3 5-16,11-3-11 0,0 0 9 15,-16 2-3-15,16-2-11 0,0 0-5 16,-12 2-7-16,12-2-9 0,0 0-11 0,0 0-15 16,0 0-6-16,0 0-10 15,0 0-13-15,0 0-13 0,0 0-1 0,0 0-9 0,0 0-6 16,5-17-4-16,10 7-5 16,13-8-7-16,-1 0-5 0,4-3 0 0,10-3-1 15,-2-1-7-15,3 1 1 0,-3-1-2 16,-3 8-3-16,-6-1-9 0,1 1-3 0,-7 1-6 15,-5 5-8-15,-1 1-2 0,-6 3 0 16,-2 2-6-16,0 0-9 0,-3 1-11 16,2-2-16-16,-5 2-26 0,-4 4-31 0,10-3-31 15,-10 3-51-15,0 0-59 0,0 0-96 16,0 0-122-16,0 0-83 0,0 0 40 0,0 0-166 16,0 0-169-16</inkml:trace>
  <inkml:trace contextRef="#ctx0" brushRef="#br0" timeOffset="300.33">6555 11833 1954 0,'0'0'53'15,"0"0"-2"-15,-4-5-9 0,4 5 2 16,0 0 6-16,0 0 13 0,0 0 0 15,17-5 3-15,-17 5-1 0,19 3-3 0,-7 0-3 16,1 2 1-16,2 2-8 16,-1 0-3-16,1 2 1 0,1 3 0 0,-5 1 0 15,2 3-2-15,-3 1-2 0,-3 3 1 16,-1-4-10-16,-3 5 4 0,0-2-9 0,-3 0-1 16,0-1-7-16,0 2-2 0,-3 3 1 15,1-1-19-15,-1-3-24 0,-1-2-35 0,0 2-44 16,3-4-58-16,-5 1-78 0,2-3-120 15,-2 0-122-15,2-3-149 0,0-4-124 16</inkml:trace>
  <inkml:trace contextRef="#ctx0" brushRef="#br0" timeOffset="2449.52">5271 11947 1607 0,'-5'-8'-52'0,"2"2"29"0,-3 0 31 0,4 0 19 0,0 0 21 0,-3-1 13 15,3 0 21-15,0 2 8 0,2 5-2 16,-5-12 7-16,0 7 2 0,5 5-1 0,-4-8-8 15,4 8-7-15,0 0-8 0,0 0-6 16,0 0-7-16,0 0-1 0,0 0-6 16,0 0 1-16,20 29-5 0,-13-13-4 0,5 11-7 15,1 0 0-15,0-1-6 0,5-3 0 16,-6 4 0-16,4-4-2 0,-1-4-5 16,-1-3-3-16,-1-1-5 0,-3-1 1 15,-1-1 0-15,0-2-6 0,2-5 0 0,-6 3-5 16,2-2-3-16,-1-2-15 0,0 0-26 15,-6-5-31-15,6 5-51 0,-6-5-66 0,0 0-68 16,0 0-92-16,0 0-111 0,7-17-128 16,-7 11-84-16</inkml:trace>
  <inkml:trace contextRef="#ctx0" brushRef="#br0" timeOffset="2766.16">5471 11976 1458 0,'0'0'-72'0,"0"0"8"15,0 0 24-15,0 0 29 0,0 0-2 16,0 0 20-16,0 0 23 0,0 0 0 16,5 27 18-16,3-20 0 0,-2 1 6 0,3-1-2 15,0 0 1-15,0-2-3 0,2 0 2 16,-2-1 2-16,5-3-3 0,-5 0 6 0,0-1 3 16,-9 0 7-16,22-2 3 0,-15-2 1 15,1 1-4-15,0-4-2 0,-3 1-1 16,-1-1-8-16,0 0-3 0,-3 0-4 15,-1-1-3-15,0 0-5 0,-3-2-2 0,-3-1-5 16,1-1-5-16,-3 2-5 0,-2-1-1 16,3 5-4-16,-1-1-2 0,1 1-4 15,0 3-2-15,7 3-3 0,-11 0-13 0,11 0-25 16,0 0-28-16,-17 8-31 0,17-8-41 16,-9 8-56-16,5-4-66 0,-2 0-133 0,6-4-171 15,-3 6-59-15</inkml:trace>
  <inkml:trace contextRef="#ctx0" brushRef="#br0" timeOffset="2999.23">5703 11780 1534 0,'0'0'-2'0,"0"0"2"0,0 0 3 16,0 0 23-16,-14 12 20 0,14-12-5 0,-1 12 1 15,2-6-2-15,-1 5-5 0,5-3-2 16,-1 3-4-16,-1-3-1 0,3 2 2 0,1 3-4 16,4-4-3-16,-4 2-5 0,2-2-18 15,0-3-35-15,0 1-53 0,0-2-51 0,0-1-51 16,1-3-320-16,-4 1-16 0</inkml:trace>
  <inkml:trace contextRef="#ctx0" brushRef="#br0" timeOffset="4498.96">5845 11794 1294 0,'-3'-6'-6'0,"1"-2"44"0,2 8 38 16,-4-7 23-16,4 7 11 0,-1-8 5 0,1 8-12 15,-4-2-8-15,4 2-4 0,0 0-3 16,0 0-6-16,0 0-6 0,0 0-5 16,0 0-4-16,0 0-6 0,28 10-4 0,-20-5-8 15,-3 2-3-15,4 0-4 16,-2 1-4-16,0 1-3 0,-3-1-7 0,3 1 1 0,-4-1-5 15,-1-1-2-15,2 0-1 16,-4-2-2-16,0-5 0 0,-4 12-3 0,2-8 0 16,2-4-2-16,-10 6 3 0,10-6-4 15,0 0-2-15,-20-8 0 0,8-1-4 16,3 1-1-16,-1-2-2 0,0-2-1 0,3-1-1 16,-1 3 5-16,3 2 0 0,1 1 3 15,1 0-4-15,-2 2 0 0,3-2 0 0,2 7 0 16,2-8-3-16,-2 8 2 0,5-9 0 15,4 6-3-15,-9 3 5 0,15-6-3 0,-3 3 3 16,-3 0-2-16,2-1-8 0,6-1-10 16,-4 0-14-16,3-2-13 0,-1-1-10 15,-1 3-6-15,-3-4-6 0,0-2 1 16,-1 1 0-16,-1-1-4 0,-1-1 5 16,-2-1 5-16,-2-3 7 0,0-1 4 0,-4-2 5 15,-2-3 3-15,-4 0 7 0,-4-11 3 16,-3-1 4-16,-1 0 8 0,-4-7 12 0,2 9 9 15,1 3 20-15,1 4 12 0,3 4 11 16,2 6 7-16,1 3 3 0,0 2-3 0,3-1-4 16,1 5-5-16,0 2-7 0,4 4-4 15,0 0-2-15,0 0-2 0,0 0-3 16,0 0-1-16,13 26-5 0,1-13 2 0,5 12-4 16,4-2-6-16,0 1-1 0,6 0 1 15,1 6 0-15,-4-5-2 0,-1 0 0 0,2-4-4 16,-6 1 2-16,0-2-2 0,-6-6-3 15,-4-3-1-15,-1 0 3 0,-3-3-2 16,-1-1 7-16,1-1 0 0,-4-2 0 16,-3-4-1-16,-3 7-1 0,3-7 3 15,-11 5-4-15,2-3-3 0,9-2 0 0,-23 3-4 16,5-6 2-16,2 3 0 0,-4-2 0 16,2-1 4-16,0 1-5 0,1 0 2 0,4 1 12 15,0-1-3-15,1 2 2 16,12 0-4-16,-17-2-5 0,7 0 2 0,10 2-4 0,-7-1 1 15,7 1 4-15,0 0-2 0,-2-7 1 16,2 7-5-16,11-12 3 0,-1 2-1 16,1 0-3-16,3-4 5 0,-1 0-1 15,0 1-3-15,3-1-5 0,-5 1 6 16,1 2-1-16,-3 2-7 0,-2 3 5 0,-1-1 1 16,2 1-8-16,-2 2-1 0,-1 0 10 15,-5 4-6-15,11-4 4 0,-11 4 2 0,12 2 1 16,-12-2 0-16,15 6 4 0,-5-3-4 15,0 2-1-15,-1 1-2 0,3 1 5 16,1 1-5-16,-2 0-2 0,1-2 3 0,-1 1-3 16,-1-1 4-16,-1-1-1 0,1 0-2 15,-1-1 4-15,-1-3-4 0,-8-1 2 0,13 4-4 16,-13-4-12-16,14-5-14 16,-7-1-3-16,-3 0-2 0,3-5 0 0,-5 1 3 15,2-2 1-15,1-1 2 0,-3 1 6 16,-1 0-1-16,-1-1 6 0,2 1 18 0,-2 3 12 15,0 1 8-15,0 8 4 0,2-12-9 16,-2 12-1-16,2-6-1 0,-2 6 3 16,0 0-4-16,0 0 1 0,9-6 5 0,-9 6-7 15,0 0-3-15,0 0 1 16,0 0 1-16,21 3 5 0,-21-3-2 0,0 0-4 0,19-1-2 16,-19 1 2-16,12-4-5 0,-5-1 3 15,2 0-4-15,0-2-4 0,-4 0 0 0,-1 0-2 16,0 0 1-16,-1 1-1 0,-3 6 0 15,4-14 3-15,-2 11-3 0,-2 3 2 16,5-9 1-16,-5 9-2 0,0 0-3 16,3-8 1-16,-3 8-6 0,0 0 2 15,0 0-2-15,6-6 1 0,-6 6 0 0,0 0 1 16,0 0 3-16,0 0-1 0,13-3 2 16,-13 3-7-16,0 0-7 0,12-4-18 0,-12 4-19 15,13-7-4-15,-6 2-15 0,1-1-22 16,2-1-15-16,-1-4-5 0,1 3-6 15,1-2-5-15,-2 1 15 0,0 1 12 0,-4 2 10 16,3 0 5-16,-5 1 13 16,-3 5 15-16,10-8 16 0,-10 8 15 0,6-7 12 15,-6 7 10-15,4-6 10 0,-4 6 1 16,0 0 2-16,3-7-2 0,-3 7 0 0,0 0-4 16,6-7 0-16,-6 7-3 0,0 0 1 15,0 0-7-15,5-6 2 0,-5 6-2 0,0 0-2 16,0 0-4-16,0 0-8 0,0 0 1 15,0 0-1-15,25 6-1 0,-25-6 4 16,0 0 3-16,16 2 6 0,-16-2 0 0,0 0 3 16,9 2 12-16,-9-2 9 0,6 7 34 15,-6-7 35-15,-4 18 29 0,1 3 15 0,-11 10 13 16,-7 17 3-16,-5 8 8 0,-17 21-13 16,-2 2-16-16,-7 5-7 0,-2 0-19 0,0 4-12 15,-3 1-7-15,-1-3-11 16,1-7 0-16,5-1-10 0,7-7-11 0,13-20-11 15,5-3-11-15,4-5-20 0,5-8-33 16,5-5-21-16,6-8-30 0,3-3-25 16,1-3-28-16,0-4-19 0,1 0-21 0,0-2-23 15,2-2-21-15,0-2-19 0,0-6-38 16,0 6-28-16,0-6-88 0,0 0-60 0,0 0-94 16,0 0-42-16</inkml:trace>
  <inkml:trace contextRef="#ctx0" brushRef="#br0" timeOffset="4899.01">6774 11615 1464 0,'2'-6'79'0,"-2"6"28"0,0 0 5 0,0 0-2 0,0 0 15 0,0 0 24 0,-36 38 27 0,11-12 15 0,-7 11 15 15,-8 4-12-15,-3 6-7 0,-7 15-10 16,0-4-14-16,12-10-13 0,0-2-13 0,7 1-16 16,-1-4-11-16,5-2-14 15,4-2-10-15,6-9-17 0,4-3-35 0,4-4-59 16,0-5-81-16,5-2-77 0,1-1-81 16,1-4-99-16,2 2-184 0,-2-2 13 15,2-2 68-15,-2 2-131 0,0-2-97 0</inkml:trace>
  <inkml:trace contextRef="#ctx0" brushRef="#br0" timeOffset="18096.12">7607 13900 938 0,'0'0'152'0,"-13"-4"-74"0,5 2-15 0,8 2-3 0,-7-6 2 0,7 6 16 0,-9-5 3 0,9 5-1 16,-5-3-1-16,5 3 3 0,0 0-6 16,-4-9-1-16,4 9 3 0,2-8 3 15,4 3 5-15,0-2-2 0,1 0 2 0,5-1 4 16,1-1 1-16,0 0-5 0,7-1 0 16,-2 2-6-16,3-1-7 0,8-2-2 15,2 0 0-15,3 1-5 0,4-3-4 0,10-3-3 16,7-2-6-16,8-1-2 0,5-2-7 15,22-8 0-15,7-3-5 0,5-3-5 16,2 3-7-16,7-1-1 0,2 1 2 0,0 0-4 16,-4 3 2-16,-3 0-6 0,-5 5 0 15,-10 2-6-15,-23 5 6 0,-5 3-10 0,-6 2 3 16,-14 4-2-16,-5-1 2 0,-11 4-10 16,-6 2 4-16,-1-1 1 0,-5 1 3 0,-4 1-4 15,3 0 0-15,-5 1 4 16,-2-1-2-16,-7 2 10 0,14-5 0 0,-14 5-6 15,11-2-8-15,-11 2-30 0,0 0-47 0,7-1-53 16,-7 1-78-16,0 0-96 16,0 0-119-16,0 0-87 0,0 0 40 0,-12 20-106 15,2-11-72-15</inkml:trace>
  <inkml:trace contextRef="#ctx0" brushRef="#br0" timeOffset="18662.38">7597 15366 1587 0,'-7'9'12'0,"-1"-1"-2"0,3-4 7 0,0 2 21 0,2-4 24 0,3-2 19 0,-8 7 11 16,8-7 1-16,0 0 1 0,0 0 0 15,-7 4-3-15,7-4-7 0,0 0-2 0,0 0 7 16,0 0 1-16,0 0-3 0,0 0-7 16,0 0 0-16,40-15 2 0,-23 7-1 0,3-2-2 15,17-1-5-15,7-9-9 0,8-2-4 16,10-4-7-16,22-11-1 0,8-2-9 16,5-7-1-16,5-1-5 0,2-1-5 0,6-4-3 15,4-1 5-15,-6 0-2 0,-4 2-5 16,-5 3-4-16,-4 3-7 0,-9 6 3 0,-8 4-6 15,-22 11 4-15,-9 4-8 16,-13 5-4-16,-11 6 2 0,-2 2-7 0,-8 1-2 16,-1 2-3-16,-2 2 3 0,-3 1 3 15,-7 1 0-15,11-2-2 0,-11 2 4 16,0 0-11-16,12-4-21 0,-12 4-36 0,0 0-41 16,0 0-56-16,0 0-65 0,0 0-91 15,0 0-145-15,0 0-34 0,0 11-167 0,0-11-160 16</inkml:trace>
  <inkml:trace contextRef="#ctx0" brushRef="#br0" timeOffset="20995.72">15140 13060 2011 0,'-7'7'113'0,"1"1"-1"0,-2-4-1 0,3 0 15 0,-1 2 19 0,6-6 20 0,-8 4 15 16,8-4 4-16,-8 5-10 0,8-5-20 0,0 0-10 15,0 0-10-15,0 0 0 0,0 0-1 16,0 0-9-16,0 0-16 0,43-7-8 0,-21-1-14 16,15-6-3-16,6-5-6 0,6 0-11 15,-4 0-3-15,1-1-9 0,-1-1-4 16,0 4-4-16,-9 0-10 0,-6 3-3 15,2 0-6-15,-5 2-1 0,-7 4-10 0,-2-1 4 16,-5 5 0-16,-3-2-3 0,-1 2-3 16,1 2 2-16,-5-3-1 0,4 4 2 15,-9 1-1-15,9-5-5 0,-9 5 11 0,7-2-6 16,-7 2 0-16,0 0-5 0,10-1 0 16,-10 1 1-16,0 0-3 0,11 8 5 0,-7 0 2 15,3 5 0-15,0 1-3 0,0 6 4 16,6 14 0-16,7 11 16 0,-4 3 8 15,6 1 7-15,1 7 5 0,0 0 3 0,4 2 7 16,-3 2-1-16,0 0 4 0,1 0-2 16,0-3 3-16,0-2-2 0,-1-6 7 15,-2-3-5-15,-3-5-6 0,-4-7 0 0,0-4-7 16,-3-5-4-16,-3-5-3 0,-3-5 0 16,2-3-2-16,-5-1 5 0,1-3 10 0,2-1-5 15,-5 0 4-15,3-2-5 0,-4-5 8 16,7 12 8-16,-6-7-6 0,-1-5 3 15,2 9-1-15,-2-9 6 0,2 7 0 0,-2-7 4 16,0 0-5-16,-4 13-5 0,1-6-8 16,-7 4 1-16,-3 1-7 0,-9 6-2 0,-3 2 2 15,-3 0-1-15,-3 1-7 0,-8 5-7 16,3-1-1-16,1-6 0 0,7-2 4 0,-3-2 2 16,10-3-3-16,4-1 1 0,4-3-3 15,0-1-7-15,2-2-3 0,0 0-3 16,6-1-24-16,-3-1 0 0,2 1 0 15,6-4 0-15,-11 5 0 0,11-5 0 0,-8 3-37 16,8-3-47-16,-8 3-39 0,8-3-28 16,0 0-44-16,0 0-55 0,0 0-68 0,0 0-91 15,0 0-98-15,-5-15-120 0,6 8-152 16,3-3 59-16,1 0-637 0,-2-7-813 16</inkml:trace>
  <inkml:trace contextRef="#ctx0" brushRef="#br0" timeOffset="21795.18">16398 12958 3604 0,'-6'-9'-70'0,"1"2"23"0,-1-1 29 0,1 2 39 0,2 1 48 15,-3 0 52-15,4 0 33 0,2 5 22 16,-7-8 6-16,5 4-2 0,2 4-16 0,-2-8-14 16,2 8-18-16,0 0-13 0,0 0-1 15,0 0 9-15,0 0 7 0,22 39-4 0,-4-10-1 16,3 8-14-16,1 6-6 0,2 5-6 15,1-2-3-15,0 3-2 0,-1 1-3 16,-3-4-4-16,0-1-7 0,0-3-12 16,-2-1-7-16,-4-10-5 0,-2-4-1 0,-2-5-9 15,-6-5-8-15,2-4-20 0,-3-1-23 16,0-3-26-16,0-2-32 0,-2-1-47 0,-2-6-52 16,2 6-61-16,-2-6-52 0,0 0-53 15,0 0-41-15,0 0-57 0,-12-24-47 0,8 13-38 16,-1-3-51-16,-2-2-2 0,-4-1-356 15,4-2-398-15</inkml:trace>
  <inkml:trace contextRef="#ctx0" brushRef="#br0" timeOffset="22061.04">16539 13288 2304 0,'-7'-10'-49'0,"-2"0"47"15,4 1 31-15,-1 3 32 0,3-1 38 0,-3-2 34 16,2 1 31-16,-2-1 15 0,2 0 11 16,2 3-9-16,1-2-14 0,1 8-15 15,1-13-11-15,5 8-8 0,-6 5-9 16,16-5-14-16,-5 5 1 0,-11 0-15 0,28 5-11 15,-12 0-4-15,3 4-11 0,-2-3-6 16,0 6-6-16,-2 0-2 0,-3-1 9 0,0 2 12 16,-3 1 7-16,-6-2 6 0,5 2 1 15,-4-5-1-15,-2 2-8 0,0-1-3 16,-2-1-9-16,0-1-9 0,-2 1-18 0,-2-4-22 16,-4 1-25-16,8-6-44 0,-11 8-23 15,4-5-52-15,-1-3-71 0,8 0-83 16,0 0-75-16,-23-7-90 0,13 3-140 15,6-2-7-15,3-1 64 0,-1 0-286 0,2-2-297 16</inkml:trace>
  <inkml:trace contextRef="#ctx0" brushRef="#br0" timeOffset="22262.5">16835 13029 2209 0,'0'0'120'0,"2"-6"50"0,-2 6 21 16,0 0 13-16,0 0 13 0,0 0 13 0,0 0 6 15,0 0 3-15,3 23-16 0,1-11-19 16,2 5-20-16,-3 2-18 0,6 1-15 16,0-1-16-16,-4 3-18 0,6 7-37 15,-2-8-37-15,-4 1-52 0,3-5-54 0,-3-2-68 16,1-1-69-16,-2-4-63 0,-2-3-86 16,-2 1-131-16,0-2-106 0,0-6 37 0,0 0-298 15,0 0-331-15</inkml:trace>
  <inkml:trace contextRef="#ctx0" brushRef="#br0" timeOffset="22417.27">16769 12993 2222 0,'-7'-8'45'0,"-2"3"51"0,1-2 26 16,3 2 24-16,5 5 9 0,-11-7-7 0,6 4-16 16,5 3-23-16,0 0-53 15,-7-9-52-15,7 9-65 0,0-3-81 0,0 3-100 16,0 0-142-16,0 0-89 0,0 0-185 15,0 0-153-15</inkml:trace>
  <inkml:trace contextRef="#ctx0" brushRef="#br0" timeOffset="22713.68">16922 13052 2000 0,'0'0'149'0,"0"0"19"16,0 0 23-16,0 0 12 0,4 8 30 0,-4-8 9 15,0 0 12-15,9 11-11 0,-5-7-12 16,4 0-19-16,2 1-14 0,-10-5-22 0,16 7-12 15,-4 0-19-15,-2-4-12 16,1 0-13-16,-4-1-12 0,-7-2-9 0,19 4-11 16,-11-2 0-16,-8-2-10 0,0 0-6 15,21-4-1-15,-15 0-3 0,-6 4-1 0,10-13 6 16,-6 3-9-16,-4 1-1 0,0-3-7 16,-2 0-7-16,0-5-8 0,-3-3-1 15,1-1-8-15,-3 0-13 0,3 3-22 0,-1 1-34 16,1 6-43-16,2 3-53 0,-2-2-81 15,2 4-78-15,-2 3-75 0,4 3-90 0,0 0-155 16,0 0-27-16,0 0 65 0,0 0-389 16,-15 21-440-16</inkml:trace>
  <inkml:trace contextRef="#ctx0" brushRef="#br0" timeOffset="23078.58">17204 12864 2632 0,'0'0'29'0,"0"0"42"0,-10 8 32 0,10-8 40 0,-4 12 27 16,4-3 21-16,0 3 1 0,0 3-6 16,2 4-1-16,5 1-7 0,-2 1-17 15,3-1-12-15,1 1-12 0,1-4-13 16,-1 0-12-16,2-3-8 0,1-2-4 0,0-2-16 15,-1-3-5-15,-1-1-7 0,-1-6-7 16,-9 0-4-16,0 0-4 0,29-10-10 0,-22 0 0 16,1-2 0-16,0 0 5 0,-5-2 11 15,-1 1 4-15,-2-1-7 0,0 0-1 0,-3-3-6 16,-7-2-7-16,2 3-5 0,-1-3-3 16,1 7-13-16,-4-1-14 0,3 5-22 15,2 0-23-15,-2 6-29 0,2-1-27 16,7 3-40-16,0 0-46 0,-25 11-67 15,18-1-70-15,-3-1-100 0,1 5-141 0,5-2-80 16,0-2 62-16,0 0-383 0,4-1-434 16</inkml:trace>
  <inkml:trace contextRef="#ctx0" brushRef="#br0" timeOffset="23344.53">17286 12346 2941 0,'-11'-12'177'0,"1"3"44"16,7 4 17-16,-4-2 17 0,3 4-10 0,4 3-9 15,0 0 22-15,0 0 17 0,0 0-7 16,18 44-13-16,0-13-4 0,6 8-16 16,2 2-23-16,7 2-20 0,-3 3-6 0,6 1-16 15,1-1-22-15,-1-1-18 0,-3-4-57 16,-9-3-53-16,3-3-45 0,-6-7-41 0,-4 2-60 15,2-3-68-15,-6-1-80 0,-3-6-73 16,-3-4-57-16,0-6-77 0,-6-2-88 0,1-1-100 16,-2-3 44-16,0-4-466 15,0 0-560-15</inkml:trace>
  <inkml:trace contextRef="#ctx0" brushRef="#br0" timeOffset="23527.92">17529 12818 2798 0,'-12'-2'8'0,"1"0"77"16,-2 2 72-16,13 0 52 0,-18 2 41 0,18-2 33 15,-10-2 9-15,10 2-8 0,0 0-13 16,0 0-13-16,-17-2-24 0,17 2-20 0,0 0-27 16,0 0-11-16,0 0-45 0,20-14-71 15,-6 7-76-15,6-1-91 0,4-8-121 16,4 1-121-16,-1-1-139 0,4-1-161 16,-3 2 5-16,3-1 79 0,-1 1-405 15,4-1-447-15</inkml:trace>
  <inkml:trace contextRef="#ctx0" brushRef="#br0" timeOffset="23745">18014 12494 2814 0,'0'0'129'0,"-11"-5"49"0,11 5 34 0,-8-4 18 16,8 4 4-16,0 0-7 0,0 0-2 0,0 0 4 15,0 0-2-15,9 21-11 0,2-4-19 16,7 11-15-16,0 1-19 0,-2 2-17 0,4 2-12 15,-6-1-20-15,2 1-44 0,-1-4-45 16,-3-7-54-16,-3-3-54 0,0-2-58 0,0-3-59 16,-4-6-54-16,1 1-56 15,-3-6-77-15,-3-3-79 0,0 0-105 0,0 0-11 16,4-16-414-16,-6 2-473 0</inkml:trace>
  <inkml:trace contextRef="#ctx0" brushRef="#br0" timeOffset="23861.58">18079 12393 2668 0,'-6'-5'-2'0,"0"2"39"16,2 0 24-16,4 3 10 0,0 0 7 16,0 0-9-16,-14 1-11 0,14-1-22 0,0 0-60 15,-5 9-84-15,5-9-125 0,2 8-170 16,-2-8-61-16,12 5-163 0,-3-3-126 0</inkml:trace>
  <inkml:trace contextRef="#ctx0" brushRef="#br0" timeOffset="24214.79">18374 12239 1782 0,'0'0'122'0,"0"0"51"0,-15-2 44 15,15 2 26-15,0 0 17 0,-25 8 3 0,18-3 1 16,-2 1-12-16,0 2-14 0,2 4-15 16,-1-3-22-16,5 5-16 0,-2-3-15 0,3 1-17 15,4-2-16-15,0 0-16 16,1-1-17-16,0-3-10 0,5 3-10 0,-3-2-10 15,5-2-3-15,-2 0-7 0,1 0-9 16,0-1-3-16,3-1 4 0,-1 0 2 0,1 3 11 16,1 1 9-16,-3-2 29 0,-3 1 34 15,0 3 57-15,-2 0 25 0,1-1 15 0,-5 4 6 16,-1 0-4-16,0 1-12 0,0-2-18 16,-3 5-20-16,-3-3-17 0,1 3-37 15,-4-3-136-15,0 3 0 0,0-4 0 0,-3 2 0 16,3-5 0-16,-2 3 0 0,-1-3 0 15,0-1 0-15,0-3-32 0,3 2-253 0,2-4-81 16,-1 1-100-16,8-4-109 16,-12 1-110-16,12-1-113 0,0 0 61 0,-3-12-707 15,6 4-895-15</inkml:trace>
  <inkml:trace contextRef="#ctx0" brushRef="#br0" timeOffset="24628.2">18736 12194 3788 0,'0'-10'-12'0,"-4"3"85"16,2-1 60-16,2 8 51 0,-5-9 36 0,5 9 37 16,-4-7 11-16,4 7-18 0,0 0-4 15,0 0-6-15,0 0 3 0,0 0-5 0,0 0-17 16,9 26-21-16,-3-14-14 16,1 3-14-16,2 4-17 0,-2 1-16 0,1-1-13 15,-5-1-8-15,6-3-11 0,-8 1-12 16,7-3-10-16,-5-2-5 0,-1-1-2 0,0-2-3 15,2 1-1-15,0-2 3 0,-4-2-6 16,0-5-67-16,0 0-4 0,0 0 0 0,0 0 0 16,0 0 0-16,0 0 0 0,0-30 0 15,0 18 0-15,1-2 0 0,-1-1 0 0,0 3 0 16,3-2 0-16,-1 1-31 0,2 1-5 16,-2 5 3-16,-1-3 3 0,1 3 6 0,4 4 0 15,-6 3-3-15,7-5 6 16,-7 5 9-16,0 0-4 0,18 3 0 0,-18-3 4 15,13 8 1-15,-7-6 3 0,2 4-9 16,-3-2-23-16,2-2-33 0,1 2-31 0,-2-1-38 16,4 1-38-16,-10-4-42 0,12 4-53 15,-12-4-64-15,0 0-61 0,22-6-56 0,-17 0-60 16,4-1-50-16,-2-1-55 0,0-4 0 16,3-1-508-16,-2-5-596 0</inkml:trace>
  <inkml:trace contextRef="#ctx0" brushRef="#br0" timeOffset="24912.05">19039 12046 2929 0,'0'0'-45'0,"0"0"57"0,0 0 61 0,0 0 57 16,0 0 45-16,0 0 24 16,0 0 7-16,-13 17-3 0,13-11-12 0,0-6-9 15,2 14-14-15,0-5-15 0,0-3-11 16,1 3-11-16,-1-2-13 0,4-2-9 0,0-1-4 16,2-1-13-16,-8-3-6 0,13 2-11 15,-13-2-7-15,17-7-3 0,-8 1-10 0,2-4-4 16,0-2-8-16,0-1 2 0,-2 1 17 15,-1-2 15-15,-4 2 13 0,0-2 13 0,-3 4 19 16,-2-3-3-16,-1 1 7 0,-6-1-11 16,2 1-16-16,0 0-13 0,-5 2-5 0,6 1-24 15,-4 1-22-15,0 2-32 0,0 1-39 16,2 3-35-16,7 2-35 0,-18 5-50 0,11-3-61 16,-4 5-90-16,2 0-94 15,0 2-112-15,2 1-157 0,-2 2-5 0,6-4 66 16,-1-5-471-16,4-3-551 0</inkml:trace>
  <inkml:trace contextRef="#ctx0" brushRef="#br0" timeOffset="25177.48">19143 11439 3288 0,'-12'-17'192'0,"2"5"55"0,5 6 21 0,-4-1 15 16,6 3-2-16,3 4-11 0,0 0 6 15,0 0 11-15,0 0 1 0,3 19-18 16,11 8-19-16,6 6-20 0,4 12-19 0,2 2-24 16,1 0-18-16,6 6-19 0,-3-5-12 15,2 3-13-15,1-5-18 0,-6-4-36 0,-2-2-45 16,-8-8-51-16,0-4-48 0,-2 0-50 16,-2-10-56-16,-3-3-50 0,-4-2-43 0,0-4-57 15,-3-4-49-15,-1-4-57 0,-2-1-51 16,0 0-37-16,0 0-40 0,0 0-32 0,-2-24-572 15,-1 9-632-15</inkml:trace>
  <inkml:trace contextRef="#ctx0" brushRef="#br0" timeOffset="25344.6">19383 11851 3050 0,'-10'-1'-41'0,"10"1"81"0,-11-4 77 16,11 4 58-16,-11-2 47 0,11 2 31 0,0 0 20 16,0 0 7-16,-9-4-6 0,9 4-7 15,0 0-17-15,0 0-22 0,0 0-26 0,18-12-15 16,-15 6-14-16,7-1-27 0,0 1-52 15,1-3-73-15,2-1-83 0,2 0-94 0,-2-2-105 16,3-2-106-16,-1 0-87 16,-1 2-111-16,-1-2-78 0,-4 5 42 0,-1-3-454 0,0 4-528 15</inkml:trace>
  <inkml:trace contextRef="#ctx0" brushRef="#br0" timeOffset="25811.1">20097 11490 2805 0,'0'0'-17'0,"0"0"37"0,0 0 28 0,0 0 34 0,0 0 49 0,0 0 32 0,0 0 10 15,0 0 2-15,0 24-12 0,4-12-13 16,1 1-15-16,2 3-11 0,0 2-16 0,0 1-15 16,3-3-25-16,-4-1-36 0,1 1-45 15,-1-4-56-15,0 1-51 0,-3-2-53 0,4-1-55 16,-4-2-52-16,-1-2-67 0,0-2-81 15,-2-4-63-15,0 0 27 0,0 0-162 16,0 0-124-16</inkml:trace>
  <inkml:trace contextRef="#ctx0" brushRef="#br0" timeOffset="25960.66">20102 11404 1646 0,'-9'-19'56'16,"0"3"50"-16,1 5 46 0,-2 0 24 0,5-1 24 0,-3 4 14 15,0-1-13-15,3 2-19 16,-1 0-20-16,2 1-48 0,1 1-51 0,1 1-69 15,2 4-62-15,0 0-61 0,0 0-86 16,0 0-106-16,0 0-150 0,0 0 32 0,0 0-113 16,16 17-55-16</inkml:trace>
  <inkml:trace contextRef="#ctx0" brushRef="#br0" timeOffset="26344.32">20230 11412 1601 0,'0'0'196'0,"0"0"53"15,0 0 25-15,0 0 13 0,0 0 3 0,0 0-5 16,0 0-8-16,0 0-11 0,0 0-13 16,6 10-15-16,-2 0-21 0,3-3-25 0,1 5-18 15,2 0-13-15,-3-1-20 0,4 5-13 16,0-2-13-16,-4-1-11 0,0 1-13 0,1-1-5 16,-5 0-11-16,6-5-10 0,-5 0-3 15,-1-1-3-15,1-1-5 0,-4-6-1 0,5 7-5 16,-5-7-6-16,0 0-1 0,0 0-2 15,0 0-8-15,4-28-2 0,-2 14-5 16,0-2-6-16,3-4-5 0,-4 3-8 16,3-1-4-16,2 1-1 0,-3 1-6 0,3 3-11 15,-3 1-7-15,6 0-6 0,-4 6-6 16,5 1-7-16,-5 3-6 0,-5 2-5 16,20 2-9-16,-9 2-5 0,1 3-3 0,-3-1-9 15,2 3-5-15,-1 1-3 0,1 0 1 16,-2 0-2-16,2 3-9 0,-4-1-15 0,0-2-26 15,1-2-28-15,-4 1-45 0,4-2-47 16,-5-2-58-16,-3-5-77 0,8 4-114 0,-8-4-34 16,5 5 46-16,-5-5-235 0,0 0-223 15</inkml:trace>
  <inkml:trace contextRef="#ctx0" brushRef="#br0" timeOffset="26727.32">20661 11168 2136 0,'0'0'132'0,"-6"-3"40"0,6 3 34 0,0 0 18 0,-8-4 15 0,8 4 1 16,0 0 9-16,0 0 3 0,0 0-2 15,0 0-11-15,11 19-14 0,-6-6-15 0,4-1-24 16,2 4-20-16,2-1-12 0,-1 0-16 16,0 1-18-16,1-1-9 0,3-1-12 15,-5-4-8-15,0 1-10 0,-1-1-8 16,-2-2-9-16,-1-3 1 0,-1-1-12 0,-1-1 2 16,-5-3-4-16,12 0-10 0,-12 0-4 15,11-8-2-15,-7 4-16 0,3-8-12 0,-6 0-13 16,3-5-16-16,0 0-19 15,-4-7-20-15,2-1-18 0,0-13-25 0,-4-1-43 16,0 4-51-16,-2 9-61 0,4 4-49 0,-2 5-62 16,0 3-69-16,1 4-87 0,1 4-75 15,-3 0 50-15,3 6-370 0,0 0-402 16</inkml:trace>
  <inkml:trace contextRef="#ctx0" brushRef="#br0" timeOffset="27060.78">21083 11018 2422 0,'-11'14'46'15,"4"0"58"-15,2-2 55 0,-4 1 35 0,5 3 21 16,-1-1 6-16,1 2 4 0,1 0-8 16,1 0-14-16,0 2-10 0,0-5-15 15,4 0-16-15,0 0-15 0,0-5-16 0,1 4-12 16,3-5-6-16,-1-2-12 0,6-1-10 15,-4-3-11-15,-7-2-6 0,19-6-9 0,-8 1-7 16,-1-3-5-16,2-2-3 0,-3-1-2 16,-4-1 4-16,3 1 7 0,-4-1 12 0,-4 1 11 15,0-3 5-15,0 2-1 0,-4 0-5 16,-2-2-9-16,1 2-12 0,-4 1-12 16,-2 0-14-16,4 1-16 0,-2 2-29 15,-1 2-34-15,-2 3-40 0,5 1-44 0,7 2-58 16,-19 4-72-16,8 4-85 0,0-1-123 0,-2 3-174 15,6 1-8-15,-2 0 59 0,2-2-435 16,6 1-498-16</inkml:trace>
  <inkml:trace contextRef="#ctx0" brushRef="#br0" timeOffset="27561.33">21047 10524 2790 0,'-14'-14'160'0,"0"1"67"0,5 5 33 0,-1 0 20 0,5 2 5 16,-2 2-7-16,7 4 13 15,0 0 31-15,0 0 6 0,0 24-16 0,12 3-26 16,5 4-32-16,6 13-24 0,8-1-22 16,-3 3-21-16,5 0-25 0,-5-2-34 0,5 4-49 15,-5-1-44-15,1-7-53 0,-4 2-44 16,-2-2-47-16,-7-11-42 0,-2-4-43 0,-3-5-43 15,-3-7-53-15,-3-3-16 0,2-3-25 16,-3-2-26-16,-1-2-27 0,-3-3-23 0,0 0 5 16,0 0 21-16,9-20 47 0,-7 8 57 15,-2-3 53-15,0-4 64 0,0-2 64 0,0 2 61 16,0 1 51-16,0 0 59 0,0 5 58 16,0-1 58-16,0 4 25 0,0-1 12 0,0 5 7 15,0-2 13-15,0 8 8 16,4-8 2-16,-4 8-5 0,8-3-17 0,-8 3-16 15,11 0-18-15,-11 0-18 0,0 0-12 16,22 2-16-16,-13-1-18 0,-9-1-10 0,21-1-15 16,-10-3-12-16,0 1-17 0,3-2-7 15,-1-4-8-15,-1 0-4 0,-3 0-10 0,1-1-2 16,0 0-7-16,-5-1-2 0,1-4-5 16,-2 5-7-16,-3-4-18 0,1 2-16 15,-2-1-27-15,-2-1-37 0,2 0-53 16,-1 1-68-16,-1 0-93 0,0 3-83 0,-2 2-77 15,0 3-113-15,1 1-137 0,3 4 75 16,0 0-521-16,0 0-604 0</inkml:trace>
  <inkml:trace contextRef="#ctx0" brushRef="#br0" timeOffset="27960.56">21694 10607 3018 0,'0'0'62'0,"-8"-6"82"0,8 6 54 0,0 0 26 0,0 0 7 0,0 0-1 0,0 0 0 16,0 0-2-16,0 0-16 0,0 0-14 15,0 0-23-15,17-4-18 0,-9 4-17 16,-8 0-11-16,16-4-9 0,-16 4-13 0,16-7-12 16,-6 1-12-16,0 0-3 0,-3-3-8 15,0 0-8-15,2 2-11 0,-6-3-3 0,-1 0-8 16,0 3-1-16,-2-1-10 0,-2-1-7 15,-1 1-6-15,-6 4-4 0,4 1-3 0,5 3 0 16,-27 5-5-16,14 2 4 0,-5 5-6 16,0 9 0-16,0 4 0 0,5 1-3 15,3-1 3-15,5 7-1 0,1-7 6 0,4-1 9 16,0-1 10-16,4-3 8 0,1 1 12 16,5-4 0-16,0-5 18 0,1-1-10 15,3-5-8-15,-2-3-4 0,2-3-8 0,3-1-6 16,1-5-37-16,-2 1-40 0,5 1-59 15,-3-2-71-15,0-1-92 0,-4 0-89 0,-3 5-89 16,0-1-114-16,-11 3-151 0,0 0 60 16,9 7-593-16,-13 5-705 0</inkml:trace>
  <inkml:trace contextRef="#ctx0" brushRef="#br0" timeOffset="28662.19">19629 13803 3306 0,'1'5'86'0,"-1"-5"40"0,2 3 8 0,-2-3 6 0,0 0 20 0,0 0 17 0,0 0 4 0,0 0-10 16,9-17-17-16,-7 7-14 0,4-3-13 0,-1-7-14 16,4-1-12-16,-2-10-14 0,0-4-23 15,4 0-23-15,-6-6-17 0,1 0-28 16,-4-3 0-16,-2-2-5 0,-2-12-2 0,-4-7-2 16,1 0-1-16,-6 1 4 15,0 4 1-15,-3 4-1 0,3 5 8 0,2 15 17 16,-1 5 14-16,4 9 11 0,1 5 3 15,-1 5 11-15,5 3-2 0,-5 6 4 0,6 3 7 16,0 0 16-16,0 0-1 0,-10 29 2 16,12-5 3-16,1 12 3 0,8 1-9 0,3 8 0 15,8 2-2-15,-1-5 0 0,6 1-3 16,-2-3-16-16,6-3 0 0,-1-6 1 0,-3-7-19 16,-2-3-14-16,0-4-8 15,-4-5-14-15,0-4-6 0,-6-5 1 0,-4 1 4 16,3-4-3-16,-3 0 1 0,-11 0 10 0,18-4 10 15,-11-1 15-15,-1 1 18 0,-6 4 15 16,4-8 13-16,-4 8 10 0,-2-15-2 16,2 15-4-16,-9-12-10 0,-2 6-10 0,6-2-11 15,-3 3-12-15,1 0-26 0,-3 0-38 16,2 3-36-16,-1-1-44 0,9 3-47 16,-14-1-57-16,14 1-54 0,-13 4-75 0,6 0-72 15,2-1-92-15,-2 4-154 0,3-2-46 16,4-5 60-16,-5 10-499 0,5-10-607 0</inkml:trace>
  <inkml:trace contextRef="#ctx0" brushRef="#br0" timeOffset="29043.6">20160 13151 3415 0,'0'0'116'0,"-6"11"39"0,6-11 22 0,0 0 10 0,-2 6 6 0,2-6 1 0,0 0-18 0,0 0-8 0,2 6-18 16,-2-6-10-16,0 0-17 0,0 0-8 16,0 0-17-16,23-10-21 0,-17 5-15 0,-1-1-11 15,1-4-9-15,-1 0-10 16,-3-1-3-16,3 1-4 0,-5-1-1 0,0-1-2 16,-5-2 0-16,3 4 0 0,-1 3 2 15,-3-3 3-15,1 3-6 0,-3 4-2 0,8 3-6 16,0 0 2-16,-28 5 1 0,16 4-3 15,-1 1 6-15,-1 3-1 0,5 3 4 0,-3 1-3 16,7 3 1-16,-2-1 2 0,6 0 3 16,-1-1 6-16,2 1-1 0,2 0 1 0,1 3 4 15,6-3-1-15,-2 0-4 0,2-4 0 16,1 0-7-16,2-4 6 0,-1-3-18 16,2-1-18-16,-1-4-37 0,0-1-46 0,0-2-69 15,3-5-90-15,3-2-115 16,-1-3-143-16,2 0-205 0,2-9 53 0,2 0 74 15,-1 2-441-15,1-5-500 0</inkml:trace>
  <inkml:trace contextRef="#ctx0" brushRef="#br0" timeOffset="29294.02">20597 12859 3006 0,'-11'5'146'0,"0"-3"47"16,4 4 28-16,-3-2 26 0,1 6 21 15,-1 0-3-15,4 2-2 0,-1 0-11 16,1 2 3-16,2 5-12 0,2-3-31 0,2 3-19 16,0-2-16-16,4 1-15 0,0-5-34 15,1 3-26-15,1-3-26 0,0-1-25 16,2 0-40-16,-3-5-44 0,3 1-51 0,-5-4-65 16,4 0-92-16,-7-4-98 0,13-2-104 15,-13 2-97-15,14-9-128 0,-7 1 39 0,0-2-509 16,1-1-605-16</inkml:trace>
  <inkml:trace contextRef="#ctx0" brushRef="#br0" timeOffset="30062.47">20669 12839 3090 0,'0'0'34'0,"-4"-9"77"0,4 9 49 16,-4-5 28-16,4 5 17 0,0 0 6 16,0 0 4-16,0 0 2 0,0 0 0 15,0 0-10-15,0 0-8 0,22 18-13 0,-15-10-10 16,0 0-14-16,1 5-14 0,-5-1-9 15,5 0-7-15,-4 1-3 0,2 1-6 16,-2 2-18-16,-2-4-4 0,-2 0-8 0,0 0-6 16,-2-2-11-16,0-2-6 0,-4 1-4 15,6-9-11-15,-6 7-14 0,-2-4-20 0,8-3-10 16,0 0-8-16,-18-10-10 0,8 0-1 16,1-6-1-16,-2 1 1 0,2 0 4 0,4 1-8 15,-3 2 2-15,5 1 2 16,-1 1-1-16,-3 2 6 0,7 1-4 0,-1-1 1 15,1 8 0-15,0 0-2 0,0 0 7 16,0 0-3-16,0 0 3 0,0 0-4 0,28 10 3 0,-16-5-5 16,1 0-8-16,3-2-11 15,-5 1-9-15,2-4-4 0,-1 2 6 0,-1-4 6 16,1 0-3-16,-1-3 8 0,4-2 3 16,-5-2 5-16,-3-1 2 0,1-2 4 0,0-1 1 15,-1-2 3-15,-3 1-3 0,2-2 6 16,-4-1 2-16,1-3-2 0,-3 3 1 0,0-3 1 15,-2 1 3-15,2 0-1 0,-3 6 7 16,1 1 1-16,0 4-3 0,0 0 0 0,-2 3 4 16,4 5 0-16,0 0 3 15,0 0-1-15,0 0 3 0,0 0-6 0,0 0 5 16,0 26-5-16,2-18 3 0,2 1-9 16,0-1-9-16,-1 1-6 0,3-2 0 0,0-2 2 15,0 0-1-15,0-3 1 0,-6-2 0 16,0 0 1-16,21-5 0 0,-12 0 2 0,-2-2 4 15,1-2-3-15,-2-3 1 0,2-3 1 16,1 0 2-16,-4-4-3 0,2 5 1 16,-3-3 3-16,-3-2 3 0,1 1-4 0,-2 3 1 15,2 3 3-15,-2 2-1 0,0 2-8 16,2 1-1-16,-2 7 0 0,0 0 2 16,0 0-3-16,0 0 2 0,0 0-4 15,0 0-9-15,0 0 1 0,0 0 1 0,9 21-1 16,0-13 5-16,-6-4 16 0,5 2 16 15,-1-1 11-15,0-1 18 0,2 0 7 0,-4 0 17 16,3 0 17-16,-1 1 9 0,0-2 17 16,-2 2 16-16,1 1 11 0,-3-2 12 0,3 4 9 15,-4 0 6-15,-1 1-1 0,-1 3-12 16,0 0-120-16,0-3-37 0,-5 4 0 0,-1 1 0 16,3-1 0-16,-5-3 0 15,-2 2 0-15,1-1 0 0,2-3 0 0,-4-3-4 16,6 0-366-16,-3-3-128 0,8-2-136 15,0 0-146-15,-17-15-39 0,13 4 76 0,4-7-734 16,4-6-925-16</inkml:trace>
  <inkml:trace contextRef="#ctx0" brushRef="#br0" timeOffset="30444.12">21219 12344 3928 0,'0'0'-28'0,"0"0"82"0,0 0 53 0,-26 3 36 0,26-3 26 0,0 0 10 15,0 0 0-15,-13 4-10 0,13-4-8 16,0 0-5-16,0 0-6 0,-9 0-9 16,9 0-12-16,0 0-10 0,0 0-12 15,0 0-9-15,0 0-10 0,0 0-9 0,23-12-4 16,-15 5-10-16,0 0-8 0,-1-1-7 16,1-1-1-16,-3 0-8 0,2 1-6 0,-2-3 2 15,-3 3-3-15,0 0-6 0,0 0-4 16,-2 8-1-16,-2-13-5 0,0 7-7 0,2 6-7 15,-12-4 1-15,12 4 1 0,-16 2 3 16,6 6-8-16,-2 1-2 0,-1 3 2 0,1 6-3 16,3-1 6-16,4 4-3 0,-1-1 5 15,2 1 1-15,3 3 3 0,2-4 13 0,1 3 2 16,2-3 2-16,2-1 9 16,1 0-6-16,0-1-1 0,3-4 7 0,0-3-12 15,-1-1-9-15,1-2-31 0,1-5-55 16,3 0-73-16,1-5-96 0,1-2-124 0,-2-2-130 15,8-2-137-15,-6-4-85 0,7-5 54 16,0-1-574-16,2-3-697 0</inkml:trace>
  <inkml:trace contextRef="#ctx0" brushRef="#br0" timeOffset="30709.78">21587 12293 3275 0,'0'0'29'0,"0"0"59"0,-29 8 54 16,29-8 28-16,0 0 26 15,-11 2 9-15,11-2-3 0,0 0-19 0,0 0-14 0,-5 7-18 16,5-7-4-16,3 8-14 16,1-1-15-16,0 2-8 0,0 1-11 0,-1 0-12 15,1 0-11-15,-2 1-10 0,2-1-12 16,-2 0-5-16,0 0-11 0,-2-1-8 0,2-1-7 16,0 1-12-16,-4-2-6 0,2-7-16 15,-2 13-9-15,0-7-9 0,2-6-12 16,-3 6-23-16,-2-2-26 0,5-4-40 0,-6 4-41 15,6-4-58-15,-9 4-57 16,9-4-72-16,-7 1-87 0,7-1-139 0,-10 3 16 0,10-3-395 16,0 0-440-16</inkml:trace>
  <inkml:trace contextRef="#ctx0" brushRef="#br0" timeOffset="31343.35">21847 12037 2581 0,'-2'-15'69'0,"-3"4"50"0,1-1 41 0,4 6 44 0,-1-2 35 0,-3 2 27 0,4 6 11 0,-4-7-4 0,4 7-14 0,0 0-7 0,0 0 15 0,0 0-14 0,13 38-10 16,-1-11-20-16,3 7-18 0,3 9-24 0,1 0-20 15,-1-2-27-15,0-9 2 0,-1 2-20 16,-2-5-32-16,-4-9-29 0,0-1-62 0,-2-3-47 15,-4-1-55-15,3-3-53 0,-5-4-69 16,4-1-84-16,-5-4-76 0,-2-3-87 16,0 0-123-16,0 0-61 0,0 0 53 0,0 0-458 15,0-25-540-15</inkml:trace>
  <inkml:trace contextRef="#ctx0" brushRef="#br0" timeOffset="31517.34">21827 11763 2945 0,'-11'-12'43'0,"5"1"52"0,-4 5 31 16,7 0 9-16,-3 0 4 0,6 6-17 16,-5-6-17-16,5 6-36 0,-7-4-44 0,7 4-51 15,0 0-62-15,0 0-82 0,0 0-114 16,0 0-138-16,18 18-78 0,-13-9 42 0,5-3-174 16,0 3-128-16</inkml:trace>
  <inkml:trace contextRef="#ctx0" brushRef="#br0" timeOffset="31759.67">21953 11430 2111 0,'-17'-18'269'15,"3"5"32"-15,1 3 28 0,3 1 26 0,3 2 3 16,0 2 3-16,-1 1-23 0,8 4-25 16,0 0-5-16,0 0-3 0,2 26-10 0,13 6-23 15,10 10-27-15,1 8-21 0,7 3-28 16,-1 2-16-16,8 12-20 0,-8-13-12 0,3 1-16 15,-2-3-17-15,-5 2-31 0,-2-8-45 16,-1-3-45-16,-4-1-55 0,-8-11-43 0,5-4-50 16,-7-5-45-16,-3-4-49 15,0-5-44-15,-5-4-53 0,1-2-46 0,-2-4-56 16,-2-3-48-16,0 0-55 0,0 0-61 16,0 0 30-16,0 0-424 0,-8-22-480 0</inkml:trace>
  <inkml:trace contextRef="#ctx0" brushRef="#br0" timeOffset="31914.76">22200 12059 2669 0,'-11'2'-2'15,"11"-2"74"-15,-21 3 65 0,21-3 68 16,-16 2 40-16,16-2 36 0,-13 0 19 16,13 0 5-16,0 0-6 0,0 0-7 0,-16 0-19 15,16 0-17-15,0 0-26 0,0 0-18 16,0 0-20-16,-6-9-22 0,6 9-31 0,11-11-67 16,0 2-86-16,5-3-93 15,1-2-118-15,6-8-120 0,-2 1-133 0,6-3-193 16,0 1-12-16,3-9 79 0,-4 8-491 15,1-1-566-15</inkml:trace>
  <inkml:trace contextRef="#ctx0" brushRef="#br0" timeOffset="32328.16">22505 11523 2941 0,'-11'5'-44'0,"0"0"29"16,1 0 29-16,1 1 28 0,-2 1 30 16,0 4 19-16,0-1 11 0,0 4 16 0,-1 0 4 15,1 3 11-15,4 1 0 0,-9 7 6 16,7-4-1-16,-1-1-5 0,2-2-4 0,3 2-7 16,-1-5-6-16,4 0-3 0,1-4 2 15,2 1-4-15,3-2-2 0,4-3-8 16,-1-1-10-16,5-2-5 0,3-1-9 0,0-2-6 15,4 2-4-15,0-3-7 0,4 0-7 16,-2 2 1-16,-4-1 2 0,5 1 15 16,-6 1 15-16,2 3 18 0,-5-2 26 15,0 2 17-15,-1 2 16 0,-5 3 14 0,-1-3 0 16,2 4-10-16,-4 0-12 0,-4 2-13 16,0 0-14-16,-2 1-14 0,0 3-7 0,-4-1-13 15,0-3-14-15,-2 1-18 0,-3-1-29 16,1 3-30-16,1-8-47 0,-2 2-59 0,1-2-64 15,0-2-76-15,-1-4-104 0,4-1-119 16,7-2-130-16,-19-7-166 0,9-5 20 0,2-2 83 16,1-5-586-16,3-4-707 0</inkml:trace>
  <inkml:trace contextRef="#ctx0" brushRef="#br0" timeOffset="32626.22">22647 10674 3523 0,'-22'-19'79'0,"4"7"57"0,2 3 43 16,3 1 29-16,6 1 8 0,-3-1-11 15,2 7-13-15,8 1-3 0,0 0 5 16,-9 20 2-16,13 3 5 0,3 16 8 0,11 15 7 16,10 26 16-16,3 5-2 0,3 10-4 15,6 11-13-15,1 8-17 0,6 7-15 16,3 1-24-16,14 34-14 0,-19-42-9 0,2-5-17 15,-8-6-11-15,-5-7-26 0,1-7-26 16,-10-9-26-16,-8-20-41 0,2-8-40 16,-7-14-39-16,-5-9-44 0,0-7-46 0,-5-10-51 15,2-7-76-15,-4-5-81 0,0 0-79 16,0 0-94-16,-9-32-117 0,1-2-30 0,-4-2 60 16,-4-16-561-16,-6-6-674 0</inkml:trace>
  <inkml:trace contextRef="#ctx0" brushRef="#br0" timeOffset="32876.78">22889 11509 3124 0,'-6'-11'-14'0,"4"3"55"16,1-2 47-16,-1 2 38 0,4 0 23 0,-2 1 14 15,0 7 4-15,9-14 0 16,-4 7 2-16,5 5-6 0,2-4-4 0,-3 4-2 16,-9 2-7-16,23-1 0 0,-23 1-3 15,23 7-1-15,-16 0 6 0,4 1 2 0,-2 4 3 16,-4 0-13-16,3 3-7 0,-6 1-11 15,-1 1-17-15,-1 0-8 0,-1 0-16 16,-3 1-23-16,-2-3-37 0,1 0-49 0,-2-1-54 16,2 0-52-16,-1-6-64 0,1-3-80 15,-3-1-83-15,8-4-94 0,0 0-88 0,0 0-98 16,-14-21 32-16,14 5-489 0,4-7-563 16</inkml:trace>
  <inkml:trace contextRef="#ctx0" brushRef="#br0" timeOffset="33160.98">23097 11325 2862 0,'3'0'0'0,"-3"0"67"0,0 0 70 16,0 0 57-16,0 0 37 0,13 15 26 0,-8-8-1 16,-3 4-9-16,1 0-7 0,3 3-19 15,-2 0-24-15,1 1-16 0,5 1-15 0,0-2-23 16,-1-2-14-16,0-2-12 0,1-2-18 16,-1 0-14-16,2-5-12 0,-2 0-5 0,0-3-13 15,-9 0-8-15,20-6-3 16,-9 2-5-16,-2-3-1 0,-1 1-4 0,0-2-2 15,-5 0 0-15,1 0 2 0,-2 1-3 16,-2-3 2-16,-4-2-3 0,-1-1 0 0,-1-1-2 16,-6-1-2-16,1-1-11 0,-2 3-20 15,-3 1-16-15,0 3-30 0,5 1-29 16,2 4-29-16,2 2-27 0,7 2-35 0,-18 0-41 16,18 0-57-16,-13 7-53 0,9-1-81 15,0-2-93-15,4-4-139 0,-2 8 41 0,2-8-431 16,0 0-500-16</inkml:trace>
  <inkml:trace contextRef="#ctx0" brushRef="#br0" timeOffset="33511.44">23493 11018 2691 0,'-9'-10'27'0,"0"1"49"0,0 4 35 16,2 0 40-16,-1 2 21 0,8 3 7 15,-17-5-4-15,17 5-24 0,-18 0-14 0,18 0-11 16,-15 5-11-16,8 1-4 0,-1-2-12 15,0 6-7-15,3-1-7 0,1-1-8 0,2 2-2 16,0-1-3-16,2 0 12 0,2 1 6 16,4-2 6-16,-1 3 3 0,5-1 12 15,0 0 4-15,5 0 0 0,-2 2 9 16,4 1 15-16,1-1 13 0,-4 0 5 0,4 0 14 16,-5-3 4-16,3 5 14 0,-5-1 21 15,1-1 8-15,-5 0 3 0,0 0-7 16,-1 2-6-16,-2-3-14 0,0 0-14 0,-4 2-20 15,0-4-113-15,-3 3-47 0,2-2 0 16,-3-1 0-16,-2-1 0 0,-1 2 0 0,0-4 0 16,-4-1 0-16,2-2 0 0,-2 0 0 15,11-3-166-15,-21-6-230 0,12-1-119 0,-5-7-124 16,6-3-121-16,-3-12-37 0,5-5 76 16,6-7-706-16,4-2-879 0</inkml:trace>
  <inkml:trace contextRef="#ctx0" brushRef="#br0" timeOffset="33710.41">23569 10768 3719 0,'0'-14'21'16,"-2"4"112"-16,0 1 71 0,2 1 41 0,0 8 29 16,-2-10 8-16,2 10-6 0,0 0-27 15,0 0-8-15,0 0-7 0,0 0-19 0,20 23-18 16,-8 4-19-16,4 2-23 0,-1 2-12 16,1 6-16-16,-5-4-14 0,3-2-29 0,-3 6-33 15,0-8-37-15,-5-5-43 0,2-3-45 16,1-2-46-16,-4-6-42 0,2 1-43 15,-2-6-54-15,-3-3-71 0,4-3-60 0,-6-2-70 16,0 0-66-16,0 0-76 0,13-20-14 16,-11 8-534-16,-2-5-618 0</inkml:trace>
  <inkml:trace contextRef="#ctx0" brushRef="#br0" timeOffset="33826.51">23644 10560 2920 0,'-10'-9'-71'0,"4"0"38"16,-2 2 19-16,5 3 1 0,-3 2 1 15,6 2 2-15,0 0-15 0,0 0-43 0,0 0-71 16,0 0-93-16,0 0-169 16,0 0-246-16,0 0-144 0</inkml:trace>
  <inkml:trace contextRef="#ctx0" brushRef="#br0" timeOffset="34375.82">23699 9890 2158 0,'-16'-17'288'16,"3"5"45"-16,3 3 30 0,3 1 10 0,-1 1-11 16,1 3-33-16,0 1-33 0,7 3-24 15,0 0-15-15,-1 20-7 0,5 5-19 0,9 19-13 16,5 7-18-16,0 5-4 0,5 2-7 16,2 4-14-16,9 16-20 0,1 3-7 0,1-4-16 15,0-7-6-15,-6-12-10 0,1-8-16 16,-5 1-8-16,1-4-10 0,-2-6-2 15,-4-1-18-15,-6-10-17 0,-6-9-21 0,2-1-24 16,-6-6-16-16,3-2-9 0,-3-1-8 16,0-5-25-16,-3 2-18 0,-1-5-23 15,-1-3-18-15,0 0-25 0,0 0-15 0,0 0-7 16,0 0-10-16,0 0 4 0,-34-13 4 16,20 4 15-16,1-2 15 0,-2 2 15 0,2 1 11 15,-1 1 23-15,3 2 25 0,-3 1 11 16,5 2 20-16,0-1 12 0,-1 3 15 0,10 0 15 15,-15-4 13-15,7 2 13 0,8 2 5 16,-7-4 5-16,7 4-6 0,-5-8 1 0,7 0-5 16,3-7-5-16,4-2-1 15,-2-1-3-15,11-10-1 0,-3 0-5 0,0 3-1 16,2-1-4-16,2 4 1 0,-8 4-4 16,3 4 2-16,-3 5 2 0,-1 1 14 0,0 2 21 15,-3 2 25-15,-7 4 23 0,18 2 7 16,-9 3 10-16,0 4 2 0,5 4-7 0,-1 3-10 15,-2 1-5-15,-1 1-11 0,5 7 0 16,-5-4-20-16,-1-2 1 0,1 1-7 16,-5-1-39-16,2-2-46 0,-2-1-61 15,1-2-69-15,-1-1-78 0,-1-3-98 0,2 0-96 0,-4-3-96 16,2-2-133-16,-4-5-53 0,6 5 63 16,-6-5-560-16,0 0-669 0</inkml:trace>
  <inkml:trace contextRef="#ctx0" brushRef="#br0" timeOffset="34525.68">24223 10319 3089 0,'-6'-8'-28'0,"3"2"55"0,-1 0 37 0,4 6 14 0,-8-8 1 0,8 8 0 16,-2-4-23-16,2 4-26 0,0 0-62 16,-4-5-67-16,4 5-84 0,0 0-111 15,0 0-184-15,0 0 13 0,0 0-189 16,9 17-151-16</inkml:trace>
  <inkml:trace contextRef="#ctx0" brushRef="#br0" timeOffset="35276.11">24469 10317 2104 0,'-13'5'197'0,"-1"-1"39"0,3 4 29 16,0 1 22-16,0 1 15 0,2 2-3 15,2 2-5-15,-3 3-10 0,2 2-8 0,6-1-15 16,1 1-25-16,-1 0-20 16,4 2-22-16,-1 1-18 0,5 0-13 0,-1-2-19 0,4 2-14 15,0-6-11-15,0 0-24 16,0-3-15-16,3-2-12 0,1-2-5 0,-2-4-8 16,0-1-10-16,2-4-11 0,0 0-1 15,2-6-8-15,1 0-8 0,-1 0 2 0,-1-2-5 16,-3-1-2-16,1-1 1 0,-3-3 5 15,-4 1-2-15,1-2 2 0,-2-3 2 0,-6 2 4 16,0-2-2-16,-4-5 1 0,-5-6-1 16,-3 1-2-16,2 3-5 0,-4 0 0 0,3 9-1 15,-1 1-5-15,3 4-10 0,2 1-2 16,-3 3-2-16,4 2-3 0,-3 2-2 0,11 2 3 16,-14 4-8-16,5 1 10 0,2 2 1 15,1-2-1-15,2 7-2 0,0-2 2 16,2 0-5-16,0 1-1 0,4-3-7 15,0 1 0-15,2-1 3 0,2 1 0 0,1-2 1 16,1-2 4-16,-1-2-1 0,3-1 3 16,0 0 3-16,-10-2 0 0,23-4 8 15,-12 1 10-15,3-4 15 0,0 0 14 0,-1 0 14 16,-1-3 10-16,1 3 21 0,5-5 2 16,-5 4 14-16,-1-1 14 0,-1 1 13 0,-4 4 11 15,5-1 2-15,-4 0-3 16,3 2 1-16,-11 3-26 0,17 0-115 0,-17 0 0 15,20 3 0-15,-9 3 0 0,-4 0 0 16,2 1 0-16,4-2 0 0,-6 2 0 0,2-3 0 16,-1 2 0-16,2-3 0 0,-3 2 0 15,-7-5 0-15,14 4 0 0,-14-4 0 0,0 0 0 16,24-9 0-16,-16 2 0 0,2 1 0 16,-1-3 0-16,1-1 0 0,-3-2 0 0,4 5 0 15,-2-1 0-15,-2-4 0 0,0 4 0 16,1 2 0-16,0-1 0 0,1-1 0 0,-3 2 0 15,-1 0 0-15,4 0 0 0,-4-1 0 16,1 1 0-16,-1 0 0 0,3 0 0 16,-3-3 0-16,2 1 0 0,-3-2 0 15,-1 0 0-15,5-2 0 0,-5 2 0 0,6-4 0 16,-6 2 0-16,5-2 0 0,-5 1 0 16,3 2-283-16,-2 1-459 0,-3 5-181 0,-1 5 77 15,0-5 88-15,0 5-820 0,0 0-1019 16</inkml:trace>
  <inkml:trace contextRef="#ctx0" brushRef="#br0" timeOffset="36009.71">22233 14047 4089 0,'-15'3'-47'0,"15"-3"19"0,-18 14 17 0,9-2 26 0,0 6 48 0,-3 10 40 16,1 2 28-16,2 1 7 0,2 2-3 0,7-4-6 16,0-4-9-16,7 2-5 0,-2 4-7 15,4-8-2-15,3-5-7 0,1-3-4 0,-2-1-8 16,5-5-2-16,-1-4-7 16,1-4-4-16,-2-1-8 0,4-3-5 0,1-4-4 15,2-3-7-15,-6-3-6 0,6-5-5 16,-6-1-7-16,-5 4 5 0,-5 1 0 0,2-3 6 15,-5 4 5-15,-2 1 8 0,-4 0 0 16,-3 0 3-16,-6-1-11 0,2-3-6 0,-4 3-1 16,-8-5-14-16,4 7-28 15,2 0-34-15,2 4-48 0,1 4-49 0,-1 1-57 0,3 6-75 16,1-1-72-16,-3 4-80 0,3 2-105 16,4 2-162-16,-1 1 52 0,4 0-470 15,0-3-570-15</inkml:trace>
  <inkml:trace contextRef="#ctx0" brushRef="#br0" timeOffset="36209.33">22309 14156 3065 0,'0'0'64'15,"0"0"54"-15,0 0 40 0,0 0 39 16,0 0 21-16,8 15 3 0,-3-8-3 0,2 2-14 16,0-2-19-16,4 3-21 0,1 2-10 15,3 1-17-15,5-1-15 0,-4-3-25 0,4-1-38 16,-4 2-45-16,0-3-55 0,-1-1-60 15,0 0-55-15,-2-2-60 0,-1 0-65 16,-2-4-84-16,-1 0-117 0,-9 0-120 0,17-4 39 16,-17 4-317-16,11-4-364 15</inkml:trace>
  <inkml:trace contextRef="#ctx0" brushRef="#br0" timeOffset="36725.37">22756 14255 2637 0,'-9'13'164'0,"2"-5"28"0,1-5 24 15,5 2 20-15,1-5 3 0,-6 7 1 16,6-7-17-16,-2 6-20 0,2-6-17 0,0 0-15 16,0 0-17-16,0 0-12 15,0 0-20-15,0 0-11 0,15-19-11 0,-11 11-9 16,-1 0-12-16,-1-2-4 0,3-1-9 15,-5-1-8-15,0-3-5 0,-5 1-8 0,0-6-4 16,-5-1 0-16,-1-6-7 0,-6 2-2 16,-3-3-6-16,-2 2-3 0,1 6-1 0,0 1-5 15,0 5-7-15,4 5 0 0,-3-1-1 16,8 4-5-16,-2 3-3 0,3 2-1 0,11 1 0 16,-24 4-1-16,13-2 2 15,4 4-2-15,2-2 3 0,5-4-5 0,-11 6-1 16,11-6-5-16,0 0 4 0,0 0 1 15,0 0 4-15,0 0 0 0,0 0 0 0,41-33-2 16,-23 8 1-16,4-1-3 0,-4-1 7 16,3-1-5-16,-3 3 1 0,-1-1 4 15,-4 9-2-15,-3 5 2 0,-1 0 4 0,-3 5 7 16,4 2 18-16,-1 2 9 0,-9 3 4 16,0 0 6-16,28 12-5 0,-15-4-4 0,-1 4 0 15,1 2-5-15,3 1-1 0,4 6-9 16,-8-4-5-16,3-2-1 0,-3 2-7 0,1-1-28 15,-3-3-22-15,1 3-34 0,-1-2-37 16,-2-3-47-16,-1-1-79 0,1 2-70 0,-3-7-82 16,1 1-97-16,-2 0-134 15,4 0-23-15,-4 0 50 0,-1-4-397 0,-3-2-462 16</inkml:trace>
  <inkml:trace contextRef="#ctx0" brushRef="#br0" timeOffset="37293.46">22322 13933 2468 0,'-5'-14'-105'0,"-1"2"47"0,-1 1 31 0,1-3 29 0,-4 0 31 0,5 0 29 0,-5-3 25 0,-2 0 23 0,3 0 14 16,4 3 14-16,-5 1 22 0,2-1 9 16,4 3 9-16,-1 3 0 0,1-1-7 0,0 3-10 15,3 0-9-15,1 6-3 0,0 0 10 16,0 0 7-16,14 21 3 0,6 7 3 0,-2 2-6 15,13 13-11-15,-3 3-4 0,8 1-12 16,-6 3-13-16,2-4-13 0,3 0-11 16,-3-2-9-16,-2-1-14 0,1-3-6 0,-4-5-11 15,-7-8-17-15,-1-4-20 16,-6-5-25-16,-1-3-30 0,-1-3-32 0,-1-3-35 16,-2-1-30-16,-4-2-55 0,1-3-53 15,1 0-61-15,-6-3-66 0,0 0-92 0,0 0-144 16,17-10-16-16,-11 2 72 0,-3 1-325 15,3-4-350-15</inkml:trace>
  <inkml:trace contextRef="#ctx0" brushRef="#br0" timeOffset="37858.75">23113 13779 2288 0,'0'0'-2'0,"0"0"40"0,0 0 36 0,0 0 22 0,0 0 18 16,0 0 9-16,0 0 7 0,0 0 0 0,0 0-7 16,0 0-2-16,0 0 3 0,0 0-2 15,0 0-4-15,0 0-6 0,0 0-7 0,0 0-5 16,0 0-2-16,20-3-4 0,-20 3-4 16,5-7-8-16,1 2-1 0,-2 0-11 0,0-3-3 15,-2 0 2-15,0 1 1 0,-2-1 5 16,0-2 7-16,-4 0 1 0,0-1 2 0,-4-2 2 15,-1 1-6-15,-4-2-4 0,-3 2-6 16,-1-1-5-16,2 3-9 0,-3-1-7 0,3 6-10 16,2 2-7-16,-2 4-4 15,-3 3-3-15,4 6-4 0,-2 2-3 0,3 3-2 16,2 3-2-16,1 1-2 0,2-1-2 16,5-1 2-16,3 1-1 0,1-1-2 0,9 1 0 15,-2-5 1-15,3 3 1 0,4-7 0 16,1 2 1-16,3-2-1 0,-1-2 2 15,2-4-1-15,-4-2-5 0,2-1 1 0,1 0-13 16,0-1-27-16,-2-2-40 0,2-3-54 16,-3 1-72-16,0-3-72 0,2-4-78 0,-5 3-87 15,-1 1-110-15,2-4-61 16,-3 1 45-16,0-1-337 0,-4 2-380 0</inkml:trace>
  <inkml:trace contextRef="#ctx0" brushRef="#br0" timeOffset="38242.42">23264 13496 2474 0,'0'0'70'0,"-6"-7"32"0,6 7 10 15,0 0 16-15,0 0 20 0,0 0 23 0,0 0 2 16,0 0-4-16,29 4-10 0,-20 1-10 16,3 2-6-16,3 1-8 0,-1 4-6 15,-1 0 1-15,1 0 3 0,-5 0 7 16,-2 0 2-16,1 0-7 0,-4 3-8 0,2-6-9 15,-4 5-11-15,-1-4-5 0,-1 0-11 16,-1-1-7-16,-3 1-10 0,-2-1-14 0,0-3-16 16,-1 0-22-16,-3-2-21 0,10-4-17 15,-17 2-20-15,17-2-16 0,-25-14-9 0,8 1-1 16,0-8-4-16,0-1 5 0,5 3-7 16,5 4 10-16,-1 1 5 0,5 4 4 0,-1 1 8 15,2 3 2-15,2 6 11 0,2-12 11 16,-2 12 8-16,0 0 2 0,16 0 1 15,-16 0 0-15,22 5 2 0,-11-2-6 0,4-1-19 16,2 1-19-16,3 1-42 0,-4-3-36 16,2-1-36-16,1 0-36 0,0-1-40 15,-4-3-70-15,2-1-70 0,-1-3-101 16,-5 1-40-16,3-3 35 0,-3-2-184 0,-2 1-164 16</inkml:trace>
  <inkml:trace contextRef="#ctx0" brushRef="#br0" timeOffset="38661.75">23294 12746 2184 0,'-11'-12'225'15,"4"2"32"-15,-2 2 12 0,6 3 8 0,-3-1-10 16,6 6-10-16,0 0-3 16,0 0 0-16,0 0-8 0,18 29-14 0,-2-1-6 0,11 11 14 15,2 7 14-15,1 0-15 16,3 7-25-16,-1-1-23 0,0 0-14 0,3-1-21 15,-5-1-14-15,0-4-13 0,-5-3-10 16,0-5-16-16,-3-9-15 0,-8-3-9 0,-3-7-12 16,0-4-16-16,-6-3-2 0,1-4-12 15,-3 0-18-15,2-4-13 0,-5-4-24 0,0 0-12 16,0 0-18-16,0 0-6 0,0 0 0 16,-12-20-11-16,1 12-3 0,0-3-7 0,-7 3-4 15,1-1-6-15,0 6-4 16,1 1-2-16,4 2-1 0,-6 3 6 0,1 4 6 15,2 3 6-15,2 3 8 0,1 0 5 16,1 4 12-16,1 0 9 0,9-2 8 0,-1 3 8 16,2-4 10-16,2 1 9 0,1 1 2 15,3-3 7-15,1 1 4 0,3-3 0 0,1 1 0 16,-1-7 0-16,2 0-8 0,1-3-8 16,-1-4-33-16,4-2-57 0,4-6-84 0,-4 0-107 15,9-9-103-15,-4-3-119 0,3-3-146 16,0 2 43-16,8-10-464 0,-2-2-550 15</inkml:trace>
  <inkml:trace contextRef="#ctx0" brushRef="#br0" timeOffset="38941.55">23992 12712 2965 0,'-8'-1'71'0,"-1"1"51"0,9 0 39 0,-16 8 32 0,13 2 25 0,-5 4 17 0,5 3 9 0,-1 7-10 15,2 17-8-15,2 16 19 0,4 8-5 0,0 5 2 16,-1 7-25-16,6 23-13 0,5-2-20 16,-3 1-20-16,9-6-16 0,-4-6-15 0,-2-22-13 15,1-2-19-15,3-7-26 0,-9-6-32 16,5-4-31-16,-5-12-28 0,-7-10-29 16,5-4-28-16,1-8-28 0,-7-1-40 15,6-5-57-15,-7-6-59 0,0 0-56 0,0 0-42 16,-4-19-54-16,-2 3-42 0,-5-13-47 15,0-2-61-15,-11-12-4 0,-3-6-396 16,-3-6-436-16</inkml:trace>
  <inkml:trace contextRef="#ctx0" brushRef="#br0" timeOffset="39092.06">23733 13258 2680 0,'-7'-7'61'16,"-2"3"54"-16,6 1 42 0,3 3 31 16,-8-4 27-16,8 4 28 0,0 0 8 15,0 0-1-15,0 0-7 0,0 0-15 16,0 0-26-16,13 23-17 0,-3-15-12 0,0 3-22 0,1-1-22 15,1 2-50-15,-3 0-65 16,5 1-82-16,-3-2-107 0,-2-3-123 0,1 4-158 16,1-3-212-16,-3-3 43 0,-1-4 75 15,-7-2-377-15,16 4-406 0</inkml:trace>
  <inkml:trace contextRef="#ctx0" brushRef="#br0" timeOffset="40042.15">24377 11898 2466 0,'-9'-12'48'0,"0"3"50"0,4 3 30 0,-1 0 25 0,3 1 7 0,3 5-2 0,0 0 4 16,0 0 4-16,-9 17 0 0,10 4-7 0,7 16-1 16,5 15 2-16,6 7 2 15,2 4-5-15,10 17-8 0,-3 1-17 0,-1 0-11 16,7-4-12-16,1-1-5 0,-9-20-5 16,5-3-5-16,-4-2-5 0,-2-4-8 0,-3-6-6 15,-6-10 0-15,-2-6 15 0,-5-4 3 16,2-5 17-16,-8-4 9 0,5-5 0 0,-5 1 7 15,-1-1 0-15,2-2-14 0,-4-5-9 16,0 0-14-16,0 0-20 0,0 0-20 16,0 0-31-16,-9-20-24 0,0 7-27 0,-4-4-17 15,-5-9-3-15,0 5 1 0,0-1-1 16,-3 3-4-16,3 4-10 0,3 6-2 0,4 4 3 16,-3 4 2-16,2 2 6 15,-4 4 7-15,-1 2 3 0,3 5 11 0,1 2 6 16,1 2 8-16,5 2 7 0,1-3 8 15,5 2 7-15,-1 1 9 0,2 1 4 0,2 5 8 16,-1-1 9-16,7-3 6 0,-3 1 4 16,6-1 2-16,-2-1 2 0,0-4-6 0,5-1 0 15,-5-2-5-15,4-4-5 0,3-1-15 16,-3-2-30-16,1-3-42 0,-2 0-52 0,6-6-70 16,-3-2-84-16,1-1-87 0,-4-5-101 15,2 3-107-15,-1-3-101 0,3-1 61 16,-7-3-458-16,2 1-530 0</inkml:trace>
  <inkml:trace contextRef="#ctx0" brushRef="#br0" timeOffset="41341.44">24945 12545 2777 0,'4'6'-42'0,"-2"-3"44"0,-2-3 44 0,2 8 33 0,-2-8 32 15,0 0 20-15,7 2 8 0,-7-2-7 0,0 0-7 16,0 0-12-16,14-10-12 0,-10 3-6 16,-1 1-17-16,3-2-1 0,-3-2-8 15,-1 3-7-15,0-3-5 0,0 4 8 16,-2-3 0-16,0 1 8 0,-6 0 9 0,5-2 11 15,-7 0 7-15,3 3 0 0,-5 0 0 16,0 0-7-16,1 4-8 0,-3 0-14 0,3 3-5 16,9 0-9-16,-20 5-7 0,9 3-3 15,2 4-5-15,-1 2-6 0,1 4 0 0,3-3-6 16,2 6 2-16,3-3-1 0,1 3-3 16,1-2 4-16,3 3-1 0,4-1 1 15,-1-3-4-15,3-1 4 0,3-1-3 16,1-4-2-16,1-2-5 0,0-3-4 0,0-4-15 15,1-1-15-15,-1-4-22 0,2-1-16 16,3-6-20-16,-2-1-17 0,3-9-6 0,1-1-11 16,-2-4-11-16,-4 0 2 0,-3-4-13 15,-4 1-6-15,-1-6-7 0,-2 0-3 0,-6-4 4 16,-2-4 4-16,-4-1 7 0,-4-16 10 16,-5 0 11-16,-2-4 15 0,-5-1 22 15,4-3 29-15,-3-1 21 0,-1 8 14 0,2 4 21 16,1 7 16-16,6 14 22 15,-1 4 2-15,3 10 19 0,4 7-10 0,-4 1-1 16,6 5 9-16,-3 5 4 0,8 2 13 16,0 0 12-16,-12 13-3 0,12 1 10 0,5 9 2 15,2 9-2-15,10 14 3 0,6 4 18 16,9 6 29-16,17 14 43 0,6 1 13 0,6 8 19 16,4 7 31-16,5-1 21 0,0 1-5 15,1 0-11-15,-2-2-8 0,-7 0-7 0,-1-4-5 16,-3-2-4-16,-10-6-79 0,-14-17-167 15,-6-6 0-15,-4-3 0 0,0-3 0 0,-9-14 0 16,-2 0 0-16,-4-12 0 0,0-1 0 16,-6-3 0-16,-3-1 0 0,0-4 0 0,-3 1 0 15,-3-1 0-15,-2-1 0 0,-5-2 0 16,-3 0 0-16,0-1 0 0,-6-2 0 0,-4-2 0 16,-1 0 0-16,-4 0 0 0,3-2 0 15,-1 0 0-15,-9-1 0 0,8-1 0 16,7 1 0-16,-1-2 0 0,6 1 0 15,0-3 0-15,4-1-134 0,1-4-172 0,1-2 1 16,3-7 0-16,1-12 10 0,2-2 12 16,4-3 14-16,0-5 28 0,2-5 24 0,4-12 33 15,-3-4 27-15,10 0 34 0,-6 0 27 16,3 4 29-16,-3 6 28 0,2 0 21 16,-6 13 27-16,1 2 18 0,-2 1 22 0,-2 7 14 15,1-5 10-15,-4 9 4 0,-1 3 6 16,3 2 7-16,-1 1-7 0,0 3 5 15,-1 5-1-15,3 1-11 0,-2 1-12 16,1 3-10-16,3 3-5 0,0 5-8 0,0 0-3 16,0 0-6-16,0 0 0 0,14 24-3 15,-3-6-3-15,7 8-5 0,-3 4 0 0,2-3-4 16,5 2-1-16,-4 0-5 0,1-1 2 16,-2-3-1-16,-1-1-1 0,-3-4 0 0,-1-5-12 15,-3-1-8-15,-4-3-17 0,6 1-19 16,-8-2-19-16,3-4-28 0,-2-1-39 0,-3 1-37 15,-1-6-55-15,0 0-30 0,0 0-23 16,0 0-26-16,0 0-17 0,-17-29-19 0,8 12-3 16,-8-10 21-16,1-2 36 15,2-4 53-15,-10-8 65 0,5-1 56 0,-1 1 51 16,0 0 63-16,3 12 54 0,0-1 50 16,1 4 44-16,5 5 15 0,4 6 19 0,-1 5 1 15,2 0-5-15,1 2-14 0,-1 2-17 16,2 1-18-16,4 5-20 0,-5-10-37 0,5 10-45 15,-5-2-71-15,5 2-74 0,0 0-86 16,0 0-118-16,0 0-153 0,0 0-80 0,0 0 50 16,0 0-254-16,0 0-244 0</inkml:trace>
  <inkml:trace contextRef="#ctx0" brushRef="#br0" timeOffset="41724.32">25543 12138 2511 0,'-7'5'244'16,"7"-5"8"-16,-6 3 7 0,6-3 18 0,-4 9 17 0,4-2 10 0,4 0-15 0,2 3-19 0,1 0-23 0,7 5-21 0,-3-3-27 15,5 5-18-15,7 1-17 0,-9-3-22 16,4-1-14-16,0 5-5 0,-2-5-17 16,-1-2-8-16,-8-3-13 0,5 1-12 15,-2-3 0-15,-7-1-9 0,6 0-3 0,-6-1-7 16,-3-5-15-16,4 7-10 0,-4-7-15 15,0 0-15-15,0 0-9 0,0 0-16 0,0 0-11 16,-10-27-12-16,4 11-2 0,3-6-9 16,-1-12 3-16,-2 8 1 0,6-1 6 0,-1 2 6 15,1 4 4-15,0 2 6 0,1 4 3 16,-1 1 3-16,4 4 17 0,2 3 14 0,-3 4 12 16,6 1 5-16,-9 2-3 0,16 2 1 15,-5 1-2-15,5 2 0 0,-3 1-4 0,5 2 0 16,-4 2-16-16,4-1-16 0,-2-2-26 15,-3 1-27-15,-1-1-43 0,0 0-52 16,-2-4-55-16,-1 1-62 0,-1-3-75 0,-8-1-96 16,15-1-127-16,-15 1-39 0,16-9 47 15,-11 3-384-15,5-3-437 0</inkml:trace>
  <inkml:trace contextRef="#ctx0" brushRef="#br0" timeOffset="42340.61">26034 11817 2878 0,'-9'2'184'0,"4"1"23"15,5-3 15-15,-10 1 14 0,10-1 5 0,0 0-4 16,0 0-12-16,0 0-18 16,0 0-21-16,0 0-17 0,0 0-22 0,0-13-11 15,0 13-19-15,8-10-9 0,-6 3-14 16,-1-1-13-16,3 1-13 0,-2-6-12 0,0 3-10 15,-2 0-6-15,0 0-5 0,-2-3-5 16,-2 1-2-16,2 3-2 0,-3 1-2 0,-1 0-3 16,1 4-4-16,-3 3-3 0,8 1-3 15,-21 9-1-15,11-1 0 0,-1 7-4 0,2 3-1 16,0 3-7-16,4 1-6 0,1 2-9 16,4 0-10-16,2 1-4 0,4 8 1 15,2-2 3-15,-1 0 4 0,4-8 1 16,0-7 6-16,1-3 3 0,0-1-3 0,1-6 2 15,-2-3 3-15,3-1 1 0,-1-4 4 16,3-2 0-16,-3-5-1 0,3-1 2 16,-3-2 2-16,-1-3-2 0,2 1 0 0,3-9 5 15,-1 0-5-15,-5-1-5 0,-6 2-9 16,6-7-9-16,-4-6-8 0,-3 0-3 0,1-2-11 16,0-2 1-16,-2 2-1 0,1 2 5 15,0 8 2-15,0 3 6 0,-1 3 10 0,1 4-1 16,0 0 11-16,2 5 13 0,-2 2 18 15,-1 1 15-15,7 4 16 0,-3 1 22 16,-7 4 16-16,0 0 17 0,21 11 14 16,-10-2 9-16,1 3 9 0,1 2 5 0,5 11 16 15,-5-6 4-15,3 5 1 0,-4 1 4 16,-1-6 10-16,-4 0 2 0,0 3 8 0,-3-6 12 16,0 0 12-16,-2 0-11 0,-2-2-14 15,0 0-99-15,-4 0-82 0,0-4 0 0,-1 2 0 16,-4-2 0-16,-2-2 0 0,2-2 0 15,-2-1 0-15,-3-3 0 0,1-2-263 0,-2-3-119 16,-2-3-118-16,-1-4-124 16,4-2-182-16,2-3 15 0,2-1 83 0,7 1-692 0,1 1-853 15</inkml:trace>
  <inkml:trace contextRef="#ctx0" brushRef="#br0" timeOffset="42724.38">26443 11587 3689 0,'-6'-10'-105'0,"3"-2"31"0,-3-2 21 0,-1 1 19 0,4-3 8 15,-5-4 2-15,-3-11 7 0,-1-4-3 0,-1-8 0 16,-6-10 4-16,-1 0 0 0,-3-8 6 16,-6-20 5-16,-2 3 18 0,7 14 14 15,0 1 7-15,4 9 19 0,1 7 25 16,5 18 30-16,1 2 18 0,4 8 6 0,-2 6-6 0,4 8 5 15,0 3 0-15,7 2 12 16,0 0 3-16,-14 24 8 0,12-5 0 0,4 16 6 16,8 15-2-16,3 8 7 0,6 4-7 15,4-2-15-15,14 16-10 0,0-3-6 0,3-2-18 16,-8-16-12-16,4-3-5 0,-4-5-12 16,-2-4-7-16,3-5-9 0,-5-6-6 0,-4-9-4 15,-1-3 2-15,-3-8-11 0,-5-2-2 16,-2-8-2-16,0 0-1 0,-1-4-8 15,1 0-14-15,-2-6-19 0,3 1-31 0,-3-3-42 16,3-2-63-16,-1-4-105 0,1 3-119 16,-5 1-119-16,2 0-167 0,0 2-53 15,-2-1 67-15,0 6-545 0,-2 0-644 16</inkml:trace>
  <inkml:trace contextRef="#ctx0" brushRef="#br0" timeOffset="43024.28">27167 11217 3646 0,'-11'2'243'0,"11"-2"23"15,-21 10 22-15,10 4 45 0,-9 12 51 16,-1 20 39-16,1 6 24 0,-3 6 12 0,-1 5-21 16,-6 22-6-16,0 4-8 15,-5 0-16-15,5 3-408 0,-1-5 0 0,5-5 0 16,4-18 0-16,8-6 0 0,0-6 0 15,4-13 0-15,3-2 0 0,3-10 0 0,1-6 0 16,-2-6 0-16,5-1 0 0,-4-2 0 16,2-4 0-16,2 1 0 0,0-2 0 0,0 0 0 15,0-7 0-15,-3 6 0 0,3-6 0 16,0 0 0-16,-8 5 0 0,8-5 0 0,0 0 0 16,0 0 0-16,-17-10-297 15,9 5-706-15,-3-2 82 0,1 2 101 0,-3-2-931 16,-1-1-1184-16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1T02:45:50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9840 16777 748 0,'-13'-10'283'0,"10"8"-95"0,3 2-30 0,-9-10-12 0,4 7-3 0,5 3 8 0,-8-7 4 0,8 7-4 16,-7-5 3-16,7 5-8 0,-6-4-5 16,6 4-14-16,0 0-18 0,0 0 2 15,0 0 13-15,0 0-4 0,0 0 3 16,-8 21-9-16,10-9 0 0,2 1-10 15,0 1-7-15,0 1-2 0,2-2-14 0,-1 0-2 0,3-1 0 16,0-1-10-16,-1-1-3 16,4-1-5-16,1-1 0 0,-1-4-6 0,0-2 1 15,3-2-6-15,7-4-6 0,5-7-3 16,7-7-7-16,6-5 0 0,-2-6-4 16,3-5-6-16,3-2-3 0,-4 0-2 0,-3-1-9 15,0 2-4-15,-1 3-2 0,-10 8-3 16,0 4 1-16,-10 3-3 0,-2 5 7 0,-4 2-6 15,2 3-1-15,-6 1 6 16,3-1-5-16,-5 3-5 0,-3 4 1 0,9-9 1 16,-9 9-2-16,7-3-5 0,-7 3-6 15,0 0-26-15,5-6-36 0,-5 6-38 16,0 0-43-16,0 0-54 0,0 0-72 0,0 0-83 16,0 0-200-16,-7 23 8 0,2-11 67 15,2-3-124-15,-3 5-115 0</inkml:trace>
  <inkml:trace contextRef="#ctx0" brushRef="#br0" timeOffset="649.82">10677 16469 1700 0,'-15'-17'32'0,"15"17"29"0,-6-7 23 0,6 7 25 0,0 0 13 15,-4-7 20-15,4 7 4 0,0 0-7 16,-5-5-10-16,5 5-15 0,0 0-19 0,0 0 7 15,0 0 10-15,0 0-4 0,11 26-4 16,-4-14-10-16,4 5-8 0,-4 3-7 16,2-3-2-16,1 1-14 0,5 5-3 0,-4-2-6 15,-3-3-5-15,0-5-15 16,-3 1-26-16,1 0-36 0,-1-4-32 0,0 0-46 16,1-3-44-16,-5 0-63 0,-1-2-93 15,0-5-125-15,0 0-88 0,0 0 43 0,-9 5-73 16,9-5-52-16</inkml:trace>
  <inkml:trace contextRef="#ctx0" brushRef="#br0" timeOffset="782.88">10588 16394 1472 0,'-8'-12'35'0,"-2"2"31"0,5 1 11 0,-1 0 10 16,2 2 3-16,-1 3-9 0,5 4-9 15,-9-9-15-15,9 9-28 0,-1-7-42 0,1 7-65 16,0 0-96-16,0 0-188 0,0 0-128 15,0 0 5-15</inkml:trace>
  <inkml:trace contextRef="#ctx0" brushRef="#br0" timeOffset="1165.62">10759 16453 1427 0,'0'0'113'0,"0"0"0"0,0 0-7 16,0 0-11-16,0 0 9 0,0 0 23 15,13 12 12-15,-9-6-2 0,4 2-12 0,0 3-18 16,1 3-2-16,2 1-10 16,3 3-6-16,5 1-8 0,-6-1 3 0,-2-3-22 15,2 1-12-15,1-3-5 0,-5-2 7 16,4-1-11-16,-6-3 10 0,-2 1 11 16,1-4 40-16,0-1 20 0,-6-3-7 0,0 0-14 15,0 0-9-15,0 0-10 0,13-20-11 16,-13 8 2-16,0-2-9 0,-1-2-4 0,-1 3 2 15,0-1 10-15,2 4-11 0,0 0-8 16,0 1 2-16,-2 3-15 0,2 6-4 16,2-12-8-16,-2 12 7 0,7-2-10 0,-7 2 1 15,0 0-1-15,23 2-5 0,-23-2-4 16,21 10-10-16,-11-4-21 0,-1-1-23 16,2 1-53-16,1 0-38 0,-1 0-42 0,1-1-47 15,-1 0-53-15,-1 0-87 16,0-1-121-16,-3-1-84 0,1-2 42 0,-8-1-159 15,0 0-174-15</inkml:trace>
  <inkml:trace contextRef="#ctx0" brushRef="#br0" timeOffset="1549.61">11167 16157 1805 0,'-7'-7'48'0,"0"2"34"0,2 1 26 0,5 4 8 16,-8-5-4-16,8 5-6 0,0 0 15 0,0 0 20 15,0 0 28-15,0 0-4 16,13 35 1-16,-5-16-15 0,7 10 3 0,1 0-9 16,2 0-20-16,2 2-4 0,-1 0-16 15,1-2-9-15,-2-2-7 0,1-1-10 0,-4-3-9 16,-2-5-9-16,-3-3-5 0,0-4-5 16,-3-1 2-16,-2 0-8 0,2-3-1 15,-1-2 0-15,-6-5-5 0,1 9-6 0,-1-9-7 16,0 0 1-16,0 0-6 15,0 0-1-15,-15 6-4 0,15-6 3 0,0 0-4 16,-22-4-3-16,22 4-2 0,-18 2-7 16,18-2 5-16,-15 4-4 0,9-4 0 0,6 0-3 15,-13 9 3-15,7-1-6 0,4-4 5 16,-3 4 4-16,5-8-4 0,-5 15 3 16,5-7 1-16,0-2-5 0,2 4 7 0,1-2-6 15,1 1 1-15,-1-1-13 0,1-1-31 16,1-1-50-16,1 0-76 0,1-1-91 0,2-1-131 15,-2-3-168-15,-7-1-50 0,18 2 62 16,-18-2-230-16,18-8-264 0</inkml:trace>
  <inkml:trace contextRef="#ctx0" brushRef="#br0" timeOffset="1915.15">11586 16455 2251 0,'0'0'59'0,"0"0"16"0,0 0 5 0,0 0 4 15,0 0 1-15,0 0-5 0,0 0-8 16,0 0-3-16,0 0-6 0,0 0-3 0,0 0-3 16,0 0-15-16,0 0 1 0,0 0-4 15,21 0 0-15,-13-5-8 0,-1-1-7 16,3 0 1-16,-3-4 1 0,1 3-9 0,-4-2 3 16,2 1 4-16,-5-2 7 0,1 3 5 15,-2 7 24-15,0-14 18 0,0 14 0 0,-5-8-5 16,5 8 4-16,-11-2 0 0,11 2-2 15,0 0 3-15,-34 15 6 16,23-6 2-16,-2 5 2 0,1-1 6 0,5 3 5 16,1-2 6-16,1 1 9 0,1 0 1 15,0 1 5-15,4-2-2 0,0-1-9 0,0 1-4 16,1-2-6-16,6 1-10 0,-2 0-8 16,3-3-9-16,-1-2-11 0,5-2-36 15,-1-1-63-15,3-4-84 0,-14-1-90 0,31-4-92 16,-17-2-94-16,6 0-103 0,-2-7-155 15,0 1 44-15,7-3-357 0,-9-1-447 0</inkml:trace>
  <inkml:trace contextRef="#ctx0" brushRef="#br0" timeOffset="2132.79">11874 16411 2659 0,'-4'-12'46'0,"4"12"49"16,0 0 51-16,-4-7 55 0,4 7 33 0,0 0 16 15,0 0-5-15,-2-9-16 0,2 9-22 16,0 0-8-16,10-5-14 0,-10 5-16 0,0 0-14 15,17 0-9-15,-17 0-16 0,19 7-12 16,-11-4-10-16,1 3-13 0,1 1-11 16,-3 1-9-16,1 1-8 0,-4 1-27 0,1-2-39 15,-3 3-45-15,0-3-53 0,-2 2-51 16,0-10-65-16,2 9-86 0,-2-9-100 0,-2 5-117 16,2-5-125-16,0 0 23 0,0 0-372 15,-2-27-465-15</inkml:trace>
  <inkml:trace contextRef="#ctx0" brushRef="#br0" timeOffset="2332.5">11974 16174 2528 0,'-3'-7'-7'0,"3"7"55"16,-11-2 36-16,11 2 36 0,0 0 36 15,0 0 31-15,-20 16 6 0,17-7-1 16,-1 3-9-16,4 1-5 0,0 3-10 0,2-1-15 16,1 3-11-16,3-5-10 0,0 3-8 15,5-2-6-15,1-5-9 0,1 0-11 0,-2-2-6 16,3-3-10-16,-1-4-20 15,3-2-41-15,-1-2-55 0,1-4-82 0,0-2-92 16,4-1-92-16,-8 1-124 0,-1 2-154 16,-4 0-31-16,0 3 54 0,-7 5-241 15,0 0-283-15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01T03:43:53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6741 745 2172 0,'-6'0'265'0,"2"2"-690"15,-2-2 938-15,8 4-473 0,2-1-344 0,7-1 593 16,4-4-559-16,6-3 458 0,4-3-283 16</inkml:trace>
  <inkml:trace contextRef="#ctx0" brushRef="#br0" timeOffset="84385.57">3223 7004 1164 0,'47'2'578'0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07T02:49:50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7807 3785 447 0,'-4'-6'83'0,"4"6"6"0,-5-8 6 15,1 4-10-15,0-1 2 0,-2-1 6 0,2 0 2 0,0 1 6 0,-1-4 14 16,-2 0 3-16,-2 1 16 15,4-1 10-15,-3-1 6 0,1 1 11 0,1-1 5 16,0 1 1-16,2-1 1 0,0 3 2 16,-1-3-9-16,1 0-13 0,2 3 6 0,-5 2-7 15,7 5-2-15,-7-10-19 0,7 10-7 0,-5-9-11 0,5 9-8 16,-2-5-9 0,2 5-9-16,0 0-14 0,0 0-7 15,0 0-7-15,0 0-8 0,0 0-1 0,-2 25-5 16,6-2 3-16,3 8-8 0,5 7-2 0,-4 0 3 15,3 8-4-15,6 3-5 16,-7 1 4-16,5 0 0 0,-5-11-9 0,3 5 0 0,-1-8-3 16,-5-4 3-16,0 2-2 15,4-4-1-15,-8-5-5 0,1-7 0 0,1 0 1 16,-3-2 1-16,0-2-1 0,0-2-21 0,-2 1-24 16,-2-3-41-16,2 0-47 15,-2-1-60-15,0-1-91 0,-3-2-136 0,5-6-201 16,0 0 57-16,0 0 60 0,0 0-228 15,-25-22-210-15</inkml:trace>
  <inkml:trace contextRef="#ctx0" brushRef="#br0" timeOffset="1916.48">8190 3945 1698 0,'0'0'-48'0,"0"0"13"0,0 8 22 0,0-8 37 0,6 6 29 0,1-3 29 0,-7-3 18 0,18 5 10 16,-5-2 9-16,2 1 0 16,4-2 3-16,0 0-7 0,6 1-11 0,-2 0-6 15,-2-3 3-15,2 0-5 16,-2 0-1-16,-1 0 10 0,-2 0-12 0,0-3 31 15,-4 2 12-15,-1-3-2 0,1-1-2 16,-1-2-10-16,-3-4-7 0,-1-1-10 0,-1-8-7 16,-5 1-11-16,-1-3-11 15,0 1 1-15,-4 3-11 0,0-5 1 0,-3 3-12 16,-1 1 4-16,-5 2-15 0,-1 1 0 0,-2 4-8 16,-6 3 0-16,-3 5-4 0,-1 2-6 15,-13 5-3-15,-3 5 1 0,2 4 0 0,-8 5-5 16,3 3-5-16,2 6-1 15,3 0 5-15,2 6-4 0,4 0 1 16,1-1 0-16,8-2-1 0,9 0 0 0,-2 3-1 16,8-9 2-16,3-2 13 0,3-2 1 0,4-2 8 15,3 1 11-15,8 2 15 0,7 2 3 0,7-3 3 16,3-3-1-16,6-1-5 0,2-5-4 16,4 0-4-16,-4-3-8 15,2-2-6-15,-1 0 8 0,-7-3-21 0,-5 0-9 16,-5 0-20-16,-1-1-22 0,-3 2-33 0,-1-6-45 15,-2 3-56-15,-15 0-65 0,21 0-79 16,-13-1-111-16,-8 1-226 0,0 0 14 0,11-6 70 16,-11 6-373-16,0-10-406 15</inkml:trace>
  <inkml:trace contextRef="#ctx0" brushRef="#br0" timeOffset="2349.19">8832 3768 2711 0,'-5'-12'29'0,"1"4"18"0,1-1 8 0,-2 4-4 0,5 5-3 0,-8-7-9 0,8 7-11 0,0 0 6 0,0 0-6 15,-5 27-4-15,3-10 1 0,6 6-1 0,1 10-4 16,3-1-2-16,2 1 6 0,1 0-1 16,1-1-8-16,1-2 4 0,-2-1 0 15,-3-9-3-15,0-4 3 0,-5-5 8 16,3 0 14-16,-2-1 38 0,-3-3 45 0,1-2 40 16,-2-5 39-16,0 0-13 0,0 0-16 0,0 0-21 15,0 0-12-15,-43-34-16 16,14-3-14-16,-1-12-10 0,-12-21-14 0,3-11-10 15,1-2-6-15,2-9-13 0,4-2-7 16,4 3-11-16,10 24-1 0,5 6-8 16,4 11-14-16,4 11-19 0,8 8-34 0,4 10-25 0,4 4-28 15,14 0-36-15,6 8-58 16,1 9-65-16,14 6-84 0,7 10-144 0,-3 3-152 0,-2 4 69 16,-5 4-353-16,-7-1-393 15</inkml:trace>
  <inkml:trace contextRef="#ctx0" brushRef="#br0" timeOffset="2507.75">8766 3839 2620 0,'-25'17'39'0,"7"-7"29"16,4 1 26-16,3-4 6 0,0-2-3 0,4-1 13 0,1 0-9 16,6-4-7-1,0 0-9-15,0 0-12 0,0 0-38 0,35-6-50 0,4-5-67 16,15-9-88-16,3-3-119 15,2-6-212-15,-1-4 21 0,8-15-193 0,-19 8-169 0</inkml:trace>
  <inkml:trace contextRef="#ctx0" brushRef="#br0" timeOffset="2712.82">9345 3205 2018 0,'-4'-9'60'0,"1"1"17"0,3 8 13 0,-7-6 0 0,7 6-3 15,0 0-7-15,0 0 1 0,0 0-5 16,0 0 12-16,-11 23 4 0,13-5-3 15,0 5-1-15,3 9-7 0,6 4-5 16,2 9-6-16,2 1-10 0,4-1-3 0,0-1-15 16,2 3-4-16,2-3-26 15,0-3-33-15,0-1-40 0,2-3-27 0,-5-8-55 0,1-2-62 16,-1-5-61-16,-6-5-79 0,-4-5-100 16,-6-2-194-16,0-5-136 0</inkml:trace>
  <inkml:trace contextRef="#ctx0" brushRef="#br0" timeOffset="2876.93">9389 3752 1753 0,'-23'-6'53'16,"2"-1"46"-16,4 2 50 0,2 1 44 16,1 1 45-16,5 0 32 0,-2 0 18 0,11 3 6 15,-16-4-5-15,16 4-20 0,-13-4-21 0,9-2-35 16,4 6-30-16,0-11-44 16,10 3-51-16,6-4-56 0,11-5-100 15,7 0-105-15,12-4-129 0,4-1-204 0,-1 0-127 16,1-2 84-16,2-4-324 0,0 1-357 0</inkml:trace>
  <inkml:trace contextRef="#ctx0" brushRef="#br0" timeOffset="3066.53">10071 3333 2671 0,'-12'0'135'0,"12"0"26"0,-11 2 3 0,11-2-5 16,0 0-15-1,0 0-17-15,0 0-36 0,0 0-8 0,21-21-34 0,-4 11-46 16,2 1-57 0,14-3-71-16,-3 1-87 0,3-1-116 0,-3 4-215 15,-5 0 52-15,-7 3 52 0,-2 3-104 0,-7 4-45 0</inkml:trace>
  <inkml:trace contextRef="#ctx0" brushRef="#br0" timeOffset="3216.52">10056 3601 1753 0,'-12'8'171'0,"3"-1"30"0,5-3 13 16,4-4 6-16,-8 3-4 0,8-3-18 0,0 0-33 15,0 0-22-15,0 0-42 0,0 0-54 16,27-28-79-16,-2 13-84 0,5-6-105 0,8-8-184 16,0-3-112-16,-1-1 64 0,-1-7-120 15,0-4-75-15</inkml:trace>
  <inkml:trace contextRef="#ctx0" brushRef="#br0" timeOffset="3576.6">10591 3028 1817 0,'0'0'104'15,"-1"-10"1"-15,1 10-2 0,1-11-9 0,5 6-8 16,1-2-12-16,4 0-7 16,1 0-4-16,-1 3-9 0,7-1-1 0,0 1-8 15,-2 4-4-15,0 0-11 0,-3 2 2 16,1 1-3-16,-5 1 0 0,0 7 5 0,-1 2 5 15,-7-2 5-15,-1 8 7 16,-3 2 14-16,-3-1 5 0,3 3-1 0,-3-1 10 16,2-5 8-16,2 0-3 0,1-1 6 15,1-1 14-15,1 3 12 0,5-1 4 0,3 0-5 16,0-1-5-16,11 6-5 0,1-2-13 0,4 1-2 16,-1 1-4-16,5-2 6 0,-3 1-2 15,-1-2-6-15,-5-5-4 0,-5-3-4 16,-3-1 3-16,-5 2 3 0,-1-1 13 15,-5 1 9-15,-2 0-12 0,-9 3-5 0,-11 7-13 16,-6 1-7-16,-11 0-16 16,-6 4-40-16,1-2-66 0,-9-2-113 15,7 1-144-15,-5 1-219 0,3-8-160 16,8-1 78-16,3-6-499 0,3 1-582 0</inkml:trace>
  <inkml:trace contextRef="#ctx0" brushRef="#br0" timeOffset="4746.67">23474 5020 2683 0,'0'5'253'0,"1"-1"-87"0,-1-4-69 0,4 5-26 0,-4-5-15 0,0 0-21 15,14 0-1-15,-14 0-10 16,19-5-3-16,-6 1-5 0,5 1 2 0,-2-2 0 0,4-2-5 15,-2 0-3 1,0 2 2-16,-2-5 0 0,2 1-3 0,-2-3 8 0,-3-1-4 16,-2-4-5-16,1-11 2 15,-9 1-4-15,-1 0-5 0,-4 0-3 0,-3-6-4 0,-5-2 2 16,-5 2-2-16,-3 6-1 0,-4-2 5 0,-1 8-4 16,-2 4-3-16,2 1 2 15,5 6 1-15,-2 2 4 0,7 2-1 0,-1-1 3 0,3 5-2 16,-1-2 1-16,5-2 4 15,1 3 2-15,1-1 4 0,5 4-2 0,-8-6 8 16,8 6 6-16,0 0 7 16,13-14 6-16,7 8-6 0,10-5 0 0,5 2 3 15,4 0 0-15,3 3-12 0,0 2-2 0,0 1-1 16,-10 3-6-16,-3 0 5 0,-1 1-2 16,-3 3 0-16,10 6-4 15,-7 2 0-15,1 5 2 0,-4 5 13 0,0-1-4 16,-1 2 2-16,-1 3 5 0,-4 1 1 15,2 2 10-15,-6 0 0 0,5 0 5 0,-4 2 1 16,-2-4-2-16,-3 4-4 0,2-4-5 16,-3-6-1-16,1 0 1 0,-3-3-11 0,-2 2 3 15,2-6-5-15,-3 0-3 0,3-1-15 16,-5-3-44-16,4 1-37 0,-3-5-40 0,1 1-36 16,1-2-47-16,-6-5-61 0,0 0-62 15,0 0-91-15,26-20-81 0,-16 3 47 16,5-11-201-16,0-1-146 0</inkml:trace>
  <inkml:trace contextRef="#ctx0" brushRef="#br0" timeOffset="4880.92">24370 4742 1705 0,'7'-20'5'0,"-1"3"44"0,-5 3 36 0,1 2 33 0,2 4 16 0,-1 3-8 0,-3-1-9 15,0 6-13-15,2-10-13 0,-2 10-8 0,0 0-1 16,0 0-5-16,0 0-12 16,16 27 1-16,-7-8-8 0,3 9-5 0,0 4-11 15,0 3-32-15,-1 0-64 0,-2 4-74 16,-4-4-108-16,4 3-171 0,-4-5-41 15,5 3-163-15,-5-11-111 0</inkml:trace>
  <inkml:trace contextRef="#ctx0" brushRef="#br0" timeOffset="5048.46">24533 4381 1960 0,'-7'-16'132'0,"1"6"-7"0,3 0-6 15,-1 3-14-15,-3 1-23 0,6 4-40 0,1 2-42 16,0 0-56-16,0 0-88 16,0 0-113-16,0 0-184 0,-2 16-126 15,5-5-69-15</inkml:trace>
  <inkml:trace contextRef="#ctx0" brushRef="#br0" timeOffset="5498.58">24796 4623 1642 0,'0'8'42'0,"0"-1"14"15,-1 1 13-15,1 0 20 16,0-8 20-16,-2 10 4 0,2-6-1 0,0-4 2 16,2 11-4-16,-2-11 3 0,3 12-6 0,3-5-6 0,1-2-5 15,3 0-12-15,3 0-4 16,-2-1-8-16,3-3-11 0,-3-1-3 0,-11 0-5 16,23-3 1-16,-10 0-8 15,-2-3-5-15,-4 0-11 0,0-1 7 0,0 2-17 16,-2 0 8-16,-5 5 1 0,8-12 2 15,-8 12-7-15,3-4-1 0,-3 4-1 16,0 0 2-16,0 0-7 0,0 0-3 16,0 0 12-16,8 22-5 0,-8-8 5 0,0 5 3 15,2 5 8-15,4 15-2 0,0 2-3 0,3 15 22 0,0 0 17 16,7-1 0 0,-1 1-6-16,-1-4-2 0,-3 0-8 0,-1-13 1 0,-3-3 9 15,-1-2 1-15,-4-8 6 16,-1-6 9-16,-1-4 22 0,0-3 22 0,-3-2 27 15,-5-1 4-15,-2-5-7 16,-6-2-17-16,-11-8-13 0,-18-5-21 0,-9-9-13 16,-9-8-14-16,-14-11-24 0,9-4-23 15,14 11-17-15,7-2-15 0,8 2-15 0,9 10-28 16,8-1-24-16,4 9-44 0,7-1-55 0,1 3-75 0,6 3-65 16,3 1-81-1,2 0-124-15,5 2-99 0,4 0 63 0,7-2-402 0,11-7-436 16</inkml:trace>
  <inkml:trace contextRef="#ctx0" brushRef="#br0" timeOffset="5866.43">25281 4118 2887 0,'-14'-20'82'0,"3"3"46"0,0 4 27 0,0 5-8 0,4 0-15 0,1 1-22 0,1 4-6 0,5 3-14 15,0 0-2-15,0 0-5 0,-8 32-5 16,9-8-6-16,8 12-7 0,0 3-7 0,2 8-2 16,3 0-5-16,-1 3-1 15,4-2-9-15,-6-10-4 0,3-2-10 0,-4-4 0 0,1-4-2 16,-8-7-3-16,6-6-3 0,-6-1 2 16,3-6-2-16,-1 2 8 0,-3-6 8 0,2-1-1 15,-4-3-5-15,0 0 0 0,0 0-1 16,19-15-3-16,-11 6 10 0,-3 1 6 15,4 1 11-15,-4-2 13 0,3 4 1 0,-3-2-3 16,2 4-9-16,-4-2-10 16,-3 5-5-16,10-4-2 0,-10 4-3 0,19 4-4 0,-6 2-1 15,3 3-11-15,0 2-16 0,7 6-22 16,2 1-35-16,2-1-38 0,-7-5-55 16,-2 1-63-16,0-3-60 0,-6-1-59 15,-1-6-85-15,2-1-175 0,-13-2 29 0,18-10 53 16,-11 0-270-16,5-10-268 0</inkml:trace>
  <inkml:trace contextRef="#ctx0" brushRef="#br0" timeOffset="6046.8">25842 4060 2161 0,'7'-30'66'0,"-5"7"43"15,-2 4 46-15,0 5 23 0,0 4-7 0,0 1-14 0,-2 4-19 16,2 5-14-16,0 0 26 0,0 0 12 16,0 0-6-16,13 43-10 0,-4-11-9 15,5 5-14-15,1 11-10 0,0 0-17 0,4 0-5 0,-4 1-19 16,4-3-52-16,-7-8-65 15,-5 0-61-15,3-1-78 0,-9-2-92 0,-1-11-108 16,-1-5-173-16,-5-7 38 16,-1-5 53-16,-4 0-210 0,-1-5-172 0</inkml:trace>
  <inkml:trace contextRef="#ctx0" brushRef="#br0" timeOffset="6168.02">25829 4516 1893 0,'-9'-4'130'0,"9"4"49"16,0 0 29-16,-16-1 35 0,16 1 7 0,0 0-10 15,0 0-19-15,0 0-19 0,0 0-22 16,33-7-16-16,-14 5-32 0,1 2-53 15,4 0-43-15,-1 0-80 0,5 0-139 16,1-2-188-16,0 4-215 0,-6-2 66 0,-5-2 56 16,-2 2-213-16,-16 0-171 15</inkml:trace>
  <inkml:trace contextRef="#ctx0" brushRef="#br0" timeOffset="10876.84">26233 4342 1425 0,'0'0'274'0,"0"0"-123"0,0 0-47 0,0 0-24 15,0 0-8-15,34-14-9 0,0 5-13 0,5 1-13 16,3-2-3-16,2 5 2 0,12-3-8 16,-7 4-1-16,-1-2-4 0,-5 2-5 15,-3 2-14-15,-6 2-26 0,-9 0-31 0,-6 2-55 16,-2-2-64-16,-3 4-91 0,-11-2-352 15,-3-2-114-15</inkml:trace>
  <inkml:trace contextRef="#ctx0" brushRef="#br0" timeOffset="11131.33">26147 4739 1985 0,'-13'7'223'0,"4"-2"20"16,1 0 30-16,0 0 16 0,8-5-1 0,-7 5-5 15,7-5-2-15,0 0-25 0,0 0-27 16,0 0-19-16,0 0-24 0,41 0-18 16,-3-3-16-16,5 0-17 0,2-3-20 0,-1 1-20 15,2-1-15-15,0 4-20 0,-5-5-29 0,4 2-36 16,-7 0-38-16,0-1-40 0,-12 1-68 16,-3 2-78-16,-6-1-92 0,1 0-130 15,-5-3-194-15,-1 0 53 0,-3 0 71 16,0-3-343-16,-1-1-349 0</inkml:trace>
  <inkml:trace contextRef="#ctx0" brushRef="#br0" timeOffset="11836.45">27918 4213 2443 0,'0'0'30'0,"0"0"5"0,-4-7 2 15,4 7 2-15,0 0 6 0,-4-6 3 0,4 6 5 16,0 0 0-16,0 0 0 16,0 0-6-16,-6-5 1 0,6 5-6 0,0 0-3 0,0 0 0 15,0 0-2-15,0 0 7 16,0 0 3-16,0 0-4 0,-2-8-8 0,2 8 2 15,2-9-7-15,0 1-5 16,0-2-2-16,0-2-6 0,-2-6 0 0,3 0-4 16,-3-1 2-16,-3-6-8 15,-3 3 12-15,3-1-6 0,-1 0-3 0,-3 3-4 0,-4 2 3 16,2 1-2-16,-2 2-1 16,-7 3 2-16,2 1-1 0,-5 4-3 0,-3 4 1 15,1 3 2-15,-1 2-3 0,-13 3-1 0,12 4 4 0,-4 3-5 16,8 0 4-16,-2 6-2 15,8-3-2-15,3 2 5 0,4-1-2 0,3 6 1 16,5-5 1-16,2 1 2 16,3 1 2-16,4 0-1 0,9 3-1 0,0-7 7 15,-4-1 2-15,2-3 3 0,-1-5 8 0,1 1-2 16,-3-3 7-16,-1-3 11 0,0-1-4 16,-12 0 5-16,24-5 17 0,-24 5-7 0,14-2 4 15,-14 2-1-15,11 0-15 16,-11 0-5-16,0 0-4 0,14 7-3 0,-12 0-8 15,0 3-1-15,-2 9 5 0,0 0-4 16,2 9-4-16,0 7-2 0,1 8 2 16,3-1-3-16,4 9 0 0,-3 0-2 15,5 0 5-15,-4-14-9 0,-1 1 1 0,2-5 1 0,-5-7-5 16,0-5-2-16,1-4 1 16,-4-1 4-16,3-4-4 0,-4-3 5 15,0 1 11-15,-2-2 13 0,-3-1 15 16,-11 0-4-16,-7-4 1 0,-21 1-3 0,-18-3-3 15,-10-1-2-15,0-1-4 0,-1-1-5 16,1-1-2-16,10-3 0 0,14 3-5 0,8 1-3 16,7-1-3-16,8 1-14 0,9 1-30 15,0-1-45-15,5 0-70 0,2 0-86 0,9 2-95 16,-14-1-152-16,14 1-139 0,0 0 64 16,0 0-374-16,0 0-403 0</inkml:trace>
  <inkml:trace contextRef="#ctx0" brushRef="#br0" timeOffset="18726.59">14888 4332 185 0,'0'0'111'0,"7"7"-21"0,-7-7-13 0,11 6-5 15,-4-5-9-15,7-1-8 0,1 2-13 0,1 0 8 16,2-2-16-16,3 2-6 0,6 1 0 0,0-1-3 16,7 3-3-16,2 0 0 15,0-1-8-15,1 4 5 0,3-3-4 0,1 2 0 16,15 2-1-16,1-3-6 15,6 1 15-15,5 0-14 0,13 0 3 0,3-2 8 0,24 0-1 16,1 1 9 0,1 0 0-16,1-1-6 0,-2 2-1 0,-23-2-2 0,0 0 4 15,-2 1 1-15,0 0-6 0,1 2 3 0,-8-3-2 0,-2-2 4 16,-5 0 4 0,0 1-1-16,-5-3 4 0,3 1 10 0,-6 0-1 0,5-2-2 15,-1 0 4 1,1 0 1-16,0 0-7 0,5 0-4 0,0 0-4 0,1 0 1 15,-1 0 6-15,7 0-14 16,-1-2 0-16,-4 0-2 0,0-1 1 0,-2 1-3 0,-4 2-3 16,-2-3-1-16,-5 1-3 0,-11 0 5 0,-1-1-3 15,-1-2-2-15,-3 1-2 16,-4-1-1-16,-1 0 8 0,-2-2 7 16,-6-3-5-16,2 2 8 0,-1-3-9 15,-3-1-3-15,1 0 3 0,-1-3-2 16,2 0 2-16,-1-3-7 0,-3-1 0 15,3 1-1-15,-1-5-1 0,-3 2-1 0,2 0-2 16,-4-6 0-16,0 0-1 0,-4 0 0 16,-1-2-1-16,-2-4-1 0,-1 1-1 0,-4-2-1 15,2-11 0-15,-3 7 2 0,1-8-2 16,-4 5 0-16,3-8 2 0,-1-1 2 16,0 11 5-16,0-14 0 0,2 3 1 0,-3 0 8 15,-5 10 3-15,6-13 0 0,0 3-2 16,-8 10 2-16,3-3 3 0,-2 4 2 0,-3-1-3 15,-1 2 0-15,-1 2-3 0,-7 2-4 16,3 0-1-16,-7 5 1 0,-3-1-3 0,-5 2 2 16,-1 2-4-16,-9-3-5 15,-4 2 2-15,1 6-6 0,-7-1 0 0,-4-1 3 16,12 8 0-16,-4-1-1 0,-2 1 2 0,2 1-2 16,-7 2 6-16,4 3 4 15,-3-1-4-15,-2 2-1 0,-12-1 4 0,-3 4 1 0,-2-2 0 16,-5 2-5-16,-6 1 1 15,-9 1-2-15,2 0 1 0,-9-2 0 0,0 1-3 0,-3 3 1 16,-22-5 0 0,23 3-3-16,1-1 2 0,-24-1-1 0,23 2-3 0,2-2 3 15,-2 3-4-15,2-1 4 0,3-1-2 16,-1 3-6-16,2 1 9 0,2 1 0 16,0 1 3-16,2 2-7 0,0-1 2 0,2 4-1 15,-3-2 0-15,7 3-4 16,-4 3 7-16,0 0-4 0,5-2-1 0,-1 3-1 0,4-2 5 15,3 2-3-15,0 2 0 16,4 0 0-16,6-2 6 0,0 3-6 0,2-3-1 0,4 2 0 16,1 1 3-1,8-5 0-15,4 3-1 0,-1-1-2 0,3 0 3 0,0 1 2 16,0 3-4-16,-1-1-1 0,-10 1 4 0,2 4 0 0,3-1-9 16,-6 3 9-1,4-2 2-15,-1 1-3 0,-1-5 0 0,10-3-3 0,0 1 4 16,1 1 1-1,3 2 0-15,3-3-4 0,3-2-3 0,-1 5 5 0,7-6 0 0,4-2-3 16,2-2 3 0,1 1-2-16,-1-2 4 0,5 0-5 0,0 1 3 0,0-2 1 15,0 1-2-15,4-3-1 0,-1 2 3 16,0-3-1-16,6-2 2 16,-8 7-1-16,8-7 0 0,-7 1 3 0,7-1 0 0,-6 4 5 15,6-4 8-15,0 0 8 16,0 0 5-16,0 0-5 0,0 0-7 0,0 0-3 0,-16-11 2 15,15 6-3 1,-3-1-4-16,4 6 0 0,-4-16 0 0,4 11-7 0,-2-5 2 16,2 10 2-16,-1-14-1 0,1 6 2 0,0 8-7 15,-2-10 2-15,2 10-1 16,-2-6-10-16,2 6 5 0,0 0-1 0,-2-10 3 0,2 10-1 16,0 0-4-1,0 0-1-15,0 0 0 0,0 0 0 0,0 0 2 0,13 24-2 16,-6-7 7-16,5 12-1 15,1 4 0-15,7 10 2 0,-6 4-1 0,0 5 3 16,-3-1 0-16,1 6-4 16,-6 1 0-16,0 0 6 0,-5-2 3 0,1-7-4 0,-2-1 3 15,0 9 3-15,-2-13-4 16,2-2 0-16,0-2-1 0,-1-2 0 16,1-5 0-16,0-8 1 0,0-4-2 0,0 1-4 15,1-1 1-15,-1-6 5 0,2-1-6 16,-2-1 4-16,0-4 0 0,2 2 5 15,-2-2 5-15,2-1-4 0,-2-8 4 0,2 12 3 16,-2-12 8-16,2 10 7 0,-2-5 0 16,0-5 6-16,1 8 3 0,-1-8-3 0,0 0-7 15,0 0-7-15,-1 10 1 0,1-10-2 16,0 0-33-16,0 0-42 0,0 0-46 0,0 0-64 16,-21-4-109-16,21 4-259 0,-10-10 49 15,8 1-149-15,4-1-126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07T02:50:53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7765 5864 1507 0,'6'-17'-2'0,"-1"5"21"0,-3 2 11 0,-2 1 23 0,2 1-3 0,-2 0 11 0,2 2 8 0,0-2 4 0,-2 8-5 0,4-7-5 15,-4 7-8-15,0-8-11 16,0 8-9-16,0 0-3 0,6-4 4 0,-6 4 5 0,7 18 6 16,-5-3 6-1,6 20 8-15,-5 4 11 0,6 18 5 0,-6 4-2 0,3 4 1 16,-4 6-4-16,1-1-3 0,1 2-4 0,-2-4 1 16,0-2-7-16,1-4-2 0,-2-6-5 15,1-12-9-15,0-3 3 0,0-2-1 0,0-12-5 16,-2-4-5-16,2-3-4 15,-2-4-7-15,0-5-22 0,2 3-12 0,-2-4-25 16,0 0-46-16,1-2-56 16,-1-3-88-16,0-5-172 0,2 5-94 0,-2-5 45 15,0 0-91-15,6-23-41 0</inkml:trace>
  <inkml:trace contextRef="#ctx0" brushRef="#br0" timeOffset="699.7">7843 5843 1479 0,'-15'-8'0'0,"1"1"11"0,5 2 23 0,4-2 17 0,-3 4 18 0,4-2 11 16,4 5 7-16,-8-6-3 15,8 6-4-15,-5-6-5 0,5 6-12 0,-6-4-10 16,6 4-5-16,0 0 1 16,0 0-3-16,19-6-5 0,2 6-3 0,19-1-2 15,11 0-3-15,24-1 0 0,11-1-5 16,28 6-2-16,8-3-1 0,8 3-4 16,7 0-3-16,4 5-6 0,10-4 4 0,-1 0-5 15,4 1 2-15,-3 2-4 0,1-2-3 16,-8-1 3-16,-6 2 0 0,-5 0-3 15,-8-3-2-15,-10 2-2 0,-27-3-4 16,-6 0 0-16,-4-1-1 0,-5 1-1 0,-8 0 2 0,-15-2-7 16,-9 3 2-16,1-1-5 15,-16-1-1-15,-1-1 1 0,-5 2 1 0,-5 0-3 0,-2 0 1 16,0-1-2-16,-3-1 5 0,-10 0 1 16,19 0 3-16,-12 2 1 0,-7-2 2 15,14 0 3-15,-14 0 0 0,0 0 1 16,13 0 1-16,-13 0 5 0,0 0-5 15,0 0-3-15,16-2 2 0,-16 2 0 0,0 0 3 16,0 0-2-16,7-1-2 16,-7 1-1-16,0 0-2 0,0 0 4 0,0 0-2 0,0 0 1 15,11-2-5-15,-11 2 3 0,0 0-6 16,0 0-1-16,0 0 2 0,0 0-4 0,0 0-1 16,2 8 7-16,-2-8 3 0,-5 17 10 15,-1-1 1-15,1 3 3 0,-6 12 2 16,0 2 4-16,0 0-4 0,-1 0 1 15,1 2-2-15,2-3 2 0,-1 1 0 16,2-2-3-16,1-4 0 0,1-5 2 0,5 1-4 0,-6-2 2 16,5-4 0-16,0-1-5 0,1 0 1 15,-3 1-1-15,4-5 2 0,0-1 1 0,-2 4-4 16,2-3-1-16,0-2 2 0,0 0 1 16,0 1-5-16,0-3-1 0,0 1 3 15,0-2-13-15,2-2-17 0,-2-5-12 0,0 10-28 16,0-10-96-16,0 0-145 15,0 0-150-15,0 0-133 0,0 0-89 0</inkml:trace>
  <inkml:trace contextRef="#ctx0" brushRef="#br0" timeOffset="1538.87">13016 5711 1056 0,'3'-2'79'0,"-3"2"-49"0,0 0-8 16,9 15 9-16,-9-1 10 0,0 1 18 0,0 5 13 15,0 18 2-15,0 5 9 0,-1 1 12 16,-5 11 1-16,2 1 1 0,-1-9 6 15,1 6-4-15,0-12-1 0,-2 0-1 0,0-3-8 16,3-1-3-16,-3-4-8 16,4-5-6-16,-1-5-7 0,0-7-6 0,-1 0-5 15,4-3-17-15,-2 1-23 16,2-2-33-16,0-2-44 0,-1-3-42 0,1-2-80 0,0-5-191 16,0 0-64-16,0 0-104 0,0 0-46 0</inkml:trace>
  <inkml:trace contextRef="#ctx0" brushRef="#br0" timeOffset="2719.73">13297 5617 1572 0,'-11'-9'-5'0,"3"1"9"0,2 3 5 0,3 1 13 16,3 4 3-16,-6-8 7 16,6 8-2-16,-4-5-7 0,4 5 0 0,0 0-5 15,0 0 2-15,19-2 1 0,0 5-4 0,8-1 0 0,17 1 4 16,18 6-10 0,10 1 4-16,1-1-6 0,10 1 1 15,1-1-2-15,22 1-3 0,9 0-2 16,1-1-5-16,10-3 6 0,7 0 0 0,2-3 1 15,9 2-7-15,-6-1 5 0,5-1-5 16,1 2 2-16,-4 0 2 0,1-3-6 0,0 0 6 0,-4 1 2 16,-5 0-3-16,-9-3-2 15,-3 2-2-15,1-2 7 0,-30 2-2 0,2-2 1 16,-5 2-9-16,4-2-1 0,-3 0 0 16,1-2 2-16,1 2-5 0,3-2 7 15,18 0 5-15,3-4 0 0,1 4-2 0,2-2 4 0,2 4-1 16,-2-3 6-16,4 6-1 15,2-3 2-15,-2 0 1 0,0 4 4 0,0 0 3 0,-4 0 7 16,2 0-1 0,-2 2 3-16,2 1 1 0,2-1-2 0,0 2-5 0,-2-2 1 15,-2 3 0-15,-1-1-5 0,-3-2-2 16,0 2 0-16,-1-1 3 0,-4-3-4 0,-20 2-4 16,21-2 0-16,1-1-4 0,-19 2 1 15,-5-3-2-15,1 0 1 0,2-1 2 16,-9 3-5-16,0-4 0 0,-1 3 3 0,-6 1 1 15,-4-1 1-15,-3 2-1 16,-4-2-2-16,0 1-1 0,-14-1 0 0,3 1 3 0,7 1-4 16,0-2-3-16,0 4-2 15,2-2-4-15,-11-1 0 0,11-1-4 0,-3 2 4 0,-6-3-7 16,2 1 1-16,-3-1 2 0,12-2-3 16,4 4 1-16,-3-3 0 0,3 1 1 15,-3 1 2-15,4 2-4 0,-7 1 2 0,0 0-4 16,-14 0 1-16,-1-3-4 0,-2 4 1 15,-5-2 4-15,-2 0 0 0,-8-2-1 0,-9-1 3 16,-2 0 4-16,-3-2 8 16,0 2-1-16,4-2 4 0,4-2-5 0,5 2-1 15,8-4 1-15,5 1-2 0,1 1 4 0,1 1-3 16,1 1-2-16,2 1-2 16,-2 1 4-16,-1 0 4 0,4 1-5 0,-6 3 0 15,4-2-4-15,-7 0 1 0,-1-1 0 16,-1 2 1-16,1 0-2 0,3-1 5 0,3-2 0 15,4-2-4-15,3-2 2 16,20 0-2-16,2 0-2 0,3-3 3 0,-5 2-2 0,2 0 3 16,-3 1 0-16,-14 0 1 15,-7 2 14-15,-7-2 1 0,-8 2-2 0,-7 0 3 16,-4 0-2-16,-8 0 4 0,2 0 4 0,-1 0 12 16,-3 0 8-16,1 0 13 15,1 0 3-15,2-4-4 0,4 2-7 0,3-2-4 16,-1 1-1-16,5-2-6 0,5-4-2 15,1-1-6-15,-7 3 0 0,-3 2-4 0,2-2 0 16,-1 0-1-16,-2 0-1 16,-1 0 0-16,-2 1-3 0,2-1 1 0,-4-2-2 0,1 4-4 15,-5-2 1-15,1-2-1 0,-3 5-3 0,-2-1 1 16,-2-2-1-16,3 2-3 16,-2-1 1-16,-3 0-1 0,1 4 3 0,-1-2-8 15,-5 4 2-15,9-6-3 16,-9 6-3-16,5-5-1 0,-5 5-1 0,0 0-1 15,0 0 2-15,0 0 2 0,0 0-2 16,4 20 1-16,-10-10 0 0,-1 6 2 0,-3 4 5 16,-3 9 2-16,-3 4 4 15,1 1 4-15,-6 7 5 0,5 1 5 16,-4 1-7-16,7-8 12 0,-1-2-4 0,3-1 0 16,-1-1 3-16,5-7 1 0,1-3-1 0,-1-3 1 15,0-1-3-15,6-7 2 0,-3-1 3 16,0 1 1-16,2-2 9 0,1-2-7 0,1-6-2 15,-2 11-7-15,0-7-45 0,2-4-55 16,0 0-82-16,0 0-122 0,0 0-214 16,0 0 31-16,0 0-134 0,-14-29-95 0</inkml:trace>
  <inkml:trace contextRef="#ctx0" brushRef="#br0" timeOffset="3549.88">14399 7970 2633 0,'-13'4'157'0,"5"-4"-59"0,8 0-29 0,-8 3 25 0,8-3 19 0,0 0 11 0,0 0-7 0,0 0-23 16,0 0-8-16,0 0-14 0,16-16-3 16,12 2-8-16,10 0-4 0,19-1-8 0,6-1-6 15,7-3-13-15,3 4-19 0,0-3-14 16,0 1-18-16,-3 3-17 0,-6-2-11 0,1 1-26 16,-6 0-19-16,-7 3-32 0,-11 0-38 15,-8 8-57-15,-8-3-72 0,-6 4-138 0,-6-3-53 16,-6 5-189-16,-7 1-168 0</inkml:trace>
  <inkml:trace contextRef="#ctx0" brushRef="#br0" timeOffset="3802.68">14660 8179 2149 0,'-18'3'168'16,"6"0"-9"-16,0-2 5 0,4-1 10 15,8 0 14-15,-11 1 7 0,11-1-11 16,0 0-15-16,0 0-20 0,0 0-12 16,0 0-18-16,0 0-12 0,32-15-14 0,4 6-27 15,9 0-20-15,9-1-18 0,-2-3-38 0,2 3-36 0,-13-3-37 16,2 5-44 0,-7-2-47-16,-8 6-56 0,-5-3-78 0,-2 1-167 0,-6 0-43 15,-5 4 59-15,-7-2-176 16,-3 4-131-16</inkml:trace>
  <inkml:trace contextRef="#ctx0" brushRef="#br0" timeOffset="4359.46">8413 8124 3491 0,'-7'7'-8'16,"-1"-5"19"-16,6 3 34 0,2-5 19 0,-6 3-17 0,6-3-8 0,0 0-1 0,0 0-1 0,0 0 14 15,35-3-2-15,-1-6-11 0,13-6 2 16,12-4-7-16,2-1-17 0,2 0-25 0,0-3-31 15,-4 0-31-15,-2 3-26 16,-5 1-30-16,-7 0-30 0,-10 7-47 0,-7 0-56 0,-7 6-77 16,-7 1-153-16,-4 3 39 15,-9 2-144-15,-1 0-94 0</inkml:trace>
  <inkml:trace contextRef="#ctx0" brushRef="#br0" timeOffset="4599.6">8503 8531 2019 0,'-13'2'254'0,"2"2"-21"0,2-1-2 15,4 0 6-15,5-3-9 0,0 0-20 16,0 0-19-16,-8 2-13 0,8-2-16 0,0 0-12 16,38-17-15-16,0 4-14 0,18-5-12 15,3-2-24-15,3-4-34 0,-1 2-36 16,0-1-41-16,-5 3-53 0,-7-1-44 0,-12 8-59 15,-5-3-66-15,-8 2-112 0,-8 3-222 16,-5 1 48-16,-6 4 69 0,-8 2-203 0,3 4-166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14:44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23724 1119 1567 0,'-20'0'127'0,"3"0"-38"16,2-2-31-16,1 2-23 0,3 0-7 0,2 0 10 15,9 0 12-15,-19 0 4 0,19 0 2 16,-13 0-4-16,13 0-7 0,0 0 0 0,0 0-4 15,0 0-3-15,0 0 4 0,0 0 0 16,39 7 4-16,3-3-2 0,21 2-4 16,15-2-7-16,33 4 0 0,15-3-3 15,14 1-3-15,23-3-3 0,14 2-5 16,12-3 4-16,58 6-4 0,1 0-5 0,-8-2 1 16,-9 3-4-16,-58-1 2 0,-1-4 0 15,-7 2-5-15,-13-1 5 0,-10-3-5 16,-20 4 2-16,-36-2-6 0,-13-2 4 0,-21-2 0 15,-6 0 4-15,-11-2 7 0,-10 4 1 16,-7-2-2-16,0 0 0 0,-5 0-2 0,-13 0-8 16,21 0-41-16,-21 0-57 0,0 0-74 15,11 0-121-15,-11 0-220 0,0 0-143 16,0 0-144-16</inkml:trace>
  <inkml:trace contextRef="#ctx0" brushRef="#br0" timeOffset="1116.26">23498 1155 1872 0,'0'0'-24'0,"0"16"35"0,-1-3 20 0,-3 3 22 0,-5 3 12 15,-5 10 14-15,-1 2 17 0,-3 3 5 16,-3 6-1-16,6-5-10 0,-4 5-5 15,2-5-8-15,4-2-9 0,0 0-3 0,3-2-4 16,-2-2-10-16,7-5-1 0,-3-3-8 16,3-2 1-16,0-4-7 0,0 1 0 0,5-3-9 15,-2-1-3-15,2-2-1 16,-4 2-5-16,6-3 7 0,0 2-6 0,-2-2 0 16,4-2-2-16,-3 3-7 0,8-2 5 0,2-1-1 15,2 3 2-15,6-3-6 16,17 2-1-16,7-3-1 0,16 3-1 0,9-7-7 15,10 4 0-15,10-4-1 0,30 3-8 16,4-1-3-16,14 1 2 0,6 2 3 16,14-1-2-16,10 5 3 0,10-1 0 0,-2 2 4 15,57 5-3-15,-57-2 5 0,-5-3 2 16,-1 4-1-16,-2 1-3 0,-9-1 4 0,-8-1 3 16,-4 1-6-16,-5-5 0 0,-7 5 2 15,-9-5-1-15,-4 1 3 16,-6-4-1-16,3 2-3 0,-29-1 8 0,-7-1-2 15,1 1-1-15,-5-2 2 0,-9 0-7 16,-7 1 5-16,-19-6 3 0,-4 1-1 0,-12 1 13 16,-3-3 13-16,-5 1 10 0,-5-2 11 15,-1 2-1-15,-12-2 11 0,18 0 3 16,-18 0-3-16,16 0 16 0,-16 0-24 0,0 0-1 16,17 0-1-16,-17 0-1 0,0 0-7 15,14 0 9-15,-14 0 4 0,0 0-3 0,13-5 0 16,-13 5 2-16,7-9 10 0,-5 1 8 15,1 1 3-15,-3-5 0 0,-3-6 8 16,-3-3 6-16,-3-12-2 0,-9-10 2 16,2-5-7-16,-5-4-4 0,4-2-9 15,-1-4-3-15,5-1-5 0,0 2-6 0,2 8-4 16,0 8-3-16,4 6-5 0,0 1-5 16,1 9-7-16,0 3 0 0,5 7-7 0,-6 1-7 15,3 2-2-15,1 3-7 0,-1-3-8 16,-1 4-9-16,-1 1-24 0,-1 1-39 15,2 2-56-15,5 4-56 0,-11-9-38 0,11 9-31 16,-7-1-30-16,7 1-29 0,0 0-55 16,0 0-104-16,0 0-146 0,-13-2 51 0,13 2-215 15,0 0-266-15</inkml:trace>
  <inkml:trace contextRef="#ctx0" brushRef="#br0" timeOffset="2333.46">27695 1742 2381 0,'3'-8'106'0,"4"0"-2"16,-2 3 2-16,3 1-1 0,1-4 10 15,3 4 4-15,-1 0 8 0,3 0-9 0,-1 2-9 16,3 2-9-16,-16 0-3 0,30 4-15 15,-13 2-10-15,-2-2 5 0,0 4-14 0,-1-4-4 16,-5 3-1-16,0-1-3 0,3 0 1 16,-4 0 3-16,-3 0-6 0,3 2-5 15,-5-3 2-15,4 3-11 0,-3-4 0 0,-4-4 1 16,9 10 40-16,-4-8 42 16,-5-2 50-16,18 3-7 0,-18-3-15 0,29-9-16 15,-9 1 8-15,9-7 14 0,-6 7-5 16,-2 0-4-16,-4 2-19 0,-2 2-10 15,0 4-3-15,1 0-9 0,0 6-6 0,4 2-2 16,5 7-10-16,0 5-8 0,0-1-12 16,-3 0-5-16,1-1-1 0,0 2 1 0,-1-2-9 15,-4-4 4-15,-4-2-1 0,0 0-7 16,-3-5-8-16,3 1 3 0,-3-3-9 16,0 1 7-16,-2-3-10 0,2 0-9 0,-11-3-37 15,27-1-47-15,-12-1-63 16,6-3-62-16,-4 1-72 0,5-4-89 0,0-1-104 15,4-6-144-15,-1-2-202 0,-5 3 59 16,-5 4 69-16,-8 1-406 0,-2 4-546 0</inkml:trace>
  <inkml:trace contextRef="#ctx0" brushRef="#br0" timeOffset="2833">25390 2224 3151 0,'-59'25'22'0,"-27"11"15"0,-12 10 12 16,-12-2 16-16,-7 4 19 0,1-2 38 0,-2 5 23 16,-1-6 10-16,9-1 7 0,7-1-4 15,6-3-10-15,9-4-13 0,25-7-10 16,2-4-13-16,11 1-11 0,7-7-9 0,13-4-11 16,6-6-9-16,8-1-9 0,4-4-32 15,4 0-64-15,8-4-90 0,-9 0-89 0,9 0-86 16,0 0-125-16,21-25-233 0,-2 1 50 15,10-8 63-15,5-6-211 0,5-4-244 16</inkml:trace>
  <inkml:trace contextRef="#ctx0" brushRef="#br0" timeOffset="3016.65">25086 2292 2338 0,'26'9'88'0,"5"3"2"0,3 6 3 16,5 5 9-16,2 0 19 0,9 6 2 15,1 0 3-15,6 0-12 0,20 8-5 0,3 0-8 16,5 1-7-16,9 3-18 16,4-4 0-16,1 1-10 0,1-6-3 0,-1-1-35 15,-6-5-51-15,-20-6-69 0,-6-3-87 16,-13-5-145-16,-18-3-247 0,-13-4 37 0,-9-2 63 16,-3-1-78-16,-11-2-52 0</inkml:trace>
  <inkml:trace contextRef="#ctx0" brushRef="#br0" timeOffset="3882.53">22227 3079 1815 0,'-15'0'175'0,"0"2"-17"0,2 1-9 0,1-3-10 16,12 0-3-16,-20 3 12 0,20-3 12 0,-13 1 20 15,13-1 6-15,0 0 3 0,0 0-4 16,0 0-19-16,77 8-11 0,-1-8-15 16,14-3-17-16,35-1-14 0,11 3-18 0,4-5-32 15,4 2-46-15,1-2-34 0,0 5-7 16,-5 1-4-16,0 1-9 0,-13 1 0 0,-10-2 5 15,-30 4 1-15,-8-3 12 0,-14-1-3 16,-17-1 10-16,-7-1 7 0,-10 2 26 0,-7 0 16 16,-7 0 24-16,-1 0 15 15,-3 0 3-15,-13 0 3 0,17 0-2 0,-17 0-8 16,19 0-6-16,-19 0-8 0,12 2-4 16,-12-2-10-16,11 0-8 0,-11 0 3 15,11 9-11-15,-7-3-1 0,0 2 2 0,0 1-3 16,0 1-2-16,-1 0 0 0,-1 4-4 15,0-2 1-15,0 3-2 0,-2-2 0 0,0 3-2 16,-4 1-1-16,-1 3-4 0,-5-1 5 16,-9 7-4-16,0-1 0 0,-4 1 4 0,-13 1-3 15,-4 2 1-15,-10 0 0 16,-3-2-2-16,-12-1 4 0,-22 5 6 0,-7-4 6 16,-5 0 6-16,0-6 1 0,-2-5 6 15,0 0 1-15,21-5 8 0,2 2 8 16,-1-4 7-16,5-1 10 0,8-1 7 0,3 2 0 15,4-3-1-15,12 2-8 0,6-4-4 16,3 1-5-16,4 1-3 0,7-2-3 0,6-2 2 16,3 0-3-16,5 0 1 0,2 0 1 15,11-2 7-15,-17 2 19 0,17-2 6 0,-20-6-12 16,15 2-4-16,-3-6-17 16,5-3-4-16,1-6-12 0,0-7-4 0,2-13-30 15,4-5-25-15,5-16-15 0,-4-1-8 16,6-2-5-16,-4-4-10 0,0 5-11 15,-3 2-7-15,-2 15 1 0,0 6 3 0,-2 10-3 16,-2 5-7-16,2 7-29 0,-4 3-50 16,2 2-62-16,-1 4-54 0,-3 4-44 0,6 4-66 15,-12 0-85-15,12 0-167 0,-9 9 4 16,5 0 62-16,2-1-293 0,6 4-351 0</inkml:trace>
  <inkml:trace contextRef="#ctx0" brushRef="#br0" timeOffset="4549.35">26475 3210 2376 0,'-13'2'29'0,"3"-2"7"0,10 0-5 0,-11 1-5 0,11-1 13 15,0 0 24-15,0 0 27 0,0 0 15 16,0 0 4-16,38 4-13 0,10-4-10 0,22-4-13 15,12 4-7-15,10 0-10 0,28 1-8 16,2 2-13-16,0-1-28 0,-4 6-21 0,-6-1-4 16,-7 5 5-16,-25-2-2 0,0 4 1 15,-9 1 4-15,-6 2 3 0,-14 2-1 16,-13-5 6-16,-7 1 15 0,-13-3 17 0,-4 0 24 16,-6 1 12-16,-5-2 22 0,-3 0 9 15,-2 2 1-15,-3 1 2 0,-3 3-3 16,-4 1-7-16,-6 7-4 0,-3-1-7 15,-2-2-1-15,-2-1-2 0,-4 0-1 0,0-1-3 16,-10 2 4-16,-7 1-3 0,-3-2 0 16,-11-4 4-16,-4-1-4 0,-9 2 9 0,-26 3-4 15,-11-1 8-15,-8-1 1 0,-6 0 3 16,-6-5-1-16,-5 6 3 0,-3-6-7 0,5-3-3 16,4-2-3-16,7 0-7 0,29-9 1 15,10 1 6-15,15-2 18 0,9-3 8 16,14-3-7-16,9-3-12 0,11-7-12 15,7-5-8-15,6-6-7 0,12-2-16 0,7-8-18 16,16-11-22-16,4 0-19 0,7-4-2 16,14-9-7-16,1 0-10 0,-4 14-9 15,10-7-8-15,-15 16-11 0,-2 3-17 0,-4 3-23 16,-4 4-34-16,-5 8-27 0,-5 7-51 16,-9 2-56-16,-4 2-57 0,-2 5-73 0,-3 3-84 15,-2 2-149-15,0 0 24 0,0 0-373 16,-20 21-460-16</inkml:trace>
  <inkml:trace contextRef="#ctx0" brushRef="#br0" timeOffset="5299.31">28082 3229 3161 0,'-6'-8'242'0,"2"4"-27"0,4 4-17 0,-3-7-18 0,3 7-11 16,0 0-12-16,0 0-10 0,0 0 2 0,0 0-5 15,0 0-1-15,13 25-12 0,-4-10-9 16,-1 3-11-16,1 2-9 0,-1-2-14 0,-3 0-2 16,4 1-7-16,-6-2-4 0,-3 1-2 15,4 0-5-15,-4-1-4 0,0-3-6 16,0 1-7-16,0-4-3 0,0-2-4 0,2 0 3 16,0-3-3-16,3-4-2 0,-5-2-5 15,25-8-5-15,4-7-4 0,9-9 12 16,2-1-2-16,0-1 5 0,2 2-3 15,-10 8 8-15,-3 1-9 0,-6 5-9 0,-4 3-2 16,-4 4-3-16,-3 3-2 0,1 1-2 16,0 4-1-16,1 2 1 0,-1 2-7 0,-1 4 4 15,-1-1-3-15,2 2-26 0,-1 3-47 16,-1-3-65-16,1 4-68 0,-1-4-90 0,0 1-89 16,-3-1-86-16,2-5-94 0,-5 0-127 15,-1-2 23-15,-1-3-512 0,-3-4-631 16</inkml:trace>
  <inkml:trace contextRef="#ctx0" brushRef="#br0" timeOffset="5484.79">28874 3289 3495 0,'14'-19'109'0,"-3"3"23"15,-2 4 20-15,-2 1 6 0,-1 5 10 0,-3 2 16 16,-3 4 45-16,0 0 29 0,0 0 20 16,19 23-13-16,-15-7-21 0,2 6-23 0,-1 10-24 15,-1 3-19-15,0 0-16 16,-2-6-16-16,-2-3-14 0,0 2-35 0,-2-1-54 15,0-1-64-15,0-3-70 0,-2 2-75 16,-3 6-63-16,-1-7-73 0,0-4-71 16,-1-1-84-16,2-1-112 0,-4-7-120 0,8-2 45 15,1-4-481-15,2-5-593 0</inkml:trace>
  <inkml:trace contextRef="#ctx0" brushRef="#br0" timeOffset="5684.11">29063 3606 3345 0,'16'-7'75'0,"-5"1"24"0,-1 2 47 16,-1 3 42-16,-9 1 35 0,0 0 39 0,21 5 32 15,-21-5 44-15,11 8 3 0,-5-3 2 16,-2 1-12-16,1 0-14 0,0 0-12 0,-2 1-10 16,1-1-14-16,0 0-23 0,-4-6-28 15,9 12-15-15,-5-8-23 0,4 1-79 0,-1 1-113 16,1-4 0-16,-1 2 0 16,3 0 0-16,0 0 0 0,-10-4 0 0,17 4 0 15,-8-1-232-15,-3-1-286 0,-6-2-169 16,14 3-235-16,-14-3 84 0,5 3 99 15,-5-3-708-15,0 0-897 0</inkml:trace>
  <inkml:trace contextRef="#ctx0" brushRef="#br0" timeOffset="6349.12">24642 3087 3973 0,'0'0'-35'0,"0"0"10"0,0 0-1 16,-10 8 21-16,10-8 30 0,5 12 40 16,-2-3 20-16,3 0 18 0,-1 4 14 0,3-2 1 15,-2 3 4-15,2 0 8 0,-3 0 1 16,1-5-5-16,-3 3-8 0,6-5-5 0,-5 3-8 16,-3-4-1-16,5 0-1 0,-2 1 6 15,-4-7 8-15,7 8 5 0,-7-8 10 16,5 4-2-16,-5-4-11 0,0 0-9 15,20-2-16-15,-20 2-13 0,21-12-11 0,-10 8-4 16,1 1-8-16,1-1-11 0,-2 3-1 16,-11 1-3-16,23 1-10 0,-12 5 3 15,1 1 2-15,0 4 3 0,0 5 13 0,-1 1-13 16,-2 3 4-16,5 5 1 0,-7-3-2 16,-1-1-1-16,-3-3-2 0,1 0-10 0,-1-2-1 15,-1 2-8-15,0-5 0 0,-1 1-2 16,-1-3-49-16,-1 1-65 0,1-2-60 0,1-2-75 15,-1 1-91-15,0-5-117 16,0-4-121-16,4 6-130 0,-4-6-49 0,0 0 73 16,15-12-516-16,-5 0-644 0</inkml:trace>
  <inkml:trace contextRef="#ctx0" brushRef="#br0" timeOffset="6549.23">25265 3117 3214 0,'4'-4'4'0,"-4"4"10"16,0 0 39-16,0 0 59 0,0 0 34 15,8 17 26-15,-8-5 26 0,0 2 16 16,0 5 5-16,-2 4-14 0,0 0-17 0,-1 4-12 16,0 5-20-16,-5 1-14 15,5-8-15-15,-1-1-12 0,-2 1-10 0,3-3-14 16,-7 8-14-16,0-1-31 0,-4-1-44 16,3-1-61-16,-2-1-76 0,-2-2-106 0,2 2-119 15,-5-2-151-15,3-6-161 0,5-4 37 16,3-3-441-16,1-3-547 0</inkml:trace>
  <inkml:trace contextRef="#ctx0" brushRef="#br0" timeOffset="6832.88">25404 3374 3313 0,'2'-10'167'0,"2"-1"6"0,-2 7-5 16,1-3 1-16,-3 7 3 15,6-5 6-15,-6 5 26 0,0 0 15 0,0 0-6 16,30 10-15-16,-16 0 2 0,-1 3 4 15,1 1-3-15,-3 5 4 0,1 8 3 16,-4-4-7-16,-7 1-11 0,-2-1 10 0,-1 2 33 16,-4-2 7-16,0-3-2 0,-2-1-12 15,5-5-10-15,-1-2-18 0,0-1-141 0,4-2-57 16,-2 0 0-16,2-9 0 0,8 10 0 16,1-7 0-16,5-3 0 0,1 0 0 0,4-5 0 15,0 2 0-15,0-2 0 0,2 1-9 16,-2-1-457-16,-4 3-128 0,0-3-145 15,-3 2-147-15,-3 0 84 0,-1 1-795 16,-8 2-1037-16</inkml:trace>
  <inkml:trace contextRef="#ctx0" brushRef="#br0" timeOffset="7916.19">23283 3843 1495 0,'-19'15'422'0,"-12"4"-115"0,-10 13-82 0,-22 23-10 16,-7 6-21-16,-11 10-31 15,1 4 1-15,-10 4-7 0,-1 3 16 0,-2 4 7 16,3 0 6-16,2-4-5 0,7-2-14 16,6-5 0-16,9-7-28 0,6-6-14 0,12-5-11 15,10-11-10-15,10-3-12 0,-1-4-10 16,11-10-38-16,-2-2-50 0,9-5-58 0,-1-7-75 16,5-3-77-16,-1-6-100 0,7-2-134 15,1-4-167-15,0 0 44 0,0 0-351 16,-2-24-403-16</inkml:trace>
  <inkml:trace contextRef="#ctx0" brushRef="#br0" timeOffset="8532.24">21107 5414 2973 0,'0'0'206'0,"0"0"-22"0,3 10-3 0,-3 0 26 16,-2 0 20-16,1 3 22 0,-3 3 9 0,0 3 8 15,2 3 7-15,-1 1-12 16,-3 0-16-16,4 0-19 0,0-1-24 0,1 0-14 15,-2-3-16-15,-1-2-18 0,0 0-13 16,4-2-6-16,-1-3-10 0,1-1-17 0,0-3-7 16,1 2-11-16,-1-10-10 0,0 8-13 15,0-8-5-15,0 0-5 0,27-12-9 0,-4-7-11 16,4-3-2-16,2 1-5 0,-1 0-7 16,-4 3-1-16,1 1 1 0,-7 5-10 0,-3 3 2 15,-1 4 0-15,-3 5-3 0,-11 0 8 16,23 8-2-16,-12 3-4 0,1 2 0 0,-1 3 2 15,0 1-5-15,-1 0 7 16,-1 2-8-16,4 7 2 0,-1-5-6 0,-2-7-11 16,-1 3-26-16,-3-5-42 0,2-3-47 15,-3 2-38-15,1-4-47 0,-1 0-54 0,2-2-87 16,-3-3-104-16,-4-2-114 0,0 0-149 16,0 0-18-16,0 0 66 0,16-9-536 15,-16 9-664-15</inkml:trace>
  <inkml:trace contextRef="#ctx0" brushRef="#br0" timeOffset="8849.19">21899 5490 3642 0,'5'-13'176'0,"-5"3"8"0,2 2-13 0,-2 4-14 0,0 4 18 16,0 0 30-16,0 0 23 0,-18 33 14 0,3-2-7 15,-8 14-11-15,0 1-12 0,-2 5-17 16,-2 1-5-16,1 2-10 0,0-3-15 0,1 3-13 16,-2-2-16-16,2 2-13 0,4-6-11 15,1-1-14-15,-2-2-8 0,8-11-19 16,-2-1-33-16,1-4-40 0,1-9-49 0,7-3-57 15,-1-2-70-15,4-6-81 0,-2 0-108 0,4-5-113 16,2-4-124-16,0 0-148 16,0 0 58-16,0 0-635 0,14-20-784 0</inkml:trace>
  <inkml:trace contextRef="#ctx0" brushRef="#br0" timeOffset="9200.46">22075 5730 4057 0,'0'0'175'0,"0"0"16"16,-23 23 34-16,12-9 41 0,0 3 41 0,-9 7 20 16,4 1 4-16,-2 1-10 15,0 0-21-15,5-1-46 0,1 1-22 0,1-2-21 16,4-9-22-16,3 2-22 0,1-2-16 16,3-3-15-16,0-1-15 0,1 0-10 0,3-4-13 15,5-2-77-15,3-5-21 0,1 0 0 16,10-7 0-16,6-3 0 0,0-7 0 0,1-1 0 15,-1-1 0-15,-3 3 0 0,-3-1 0 16,-6 4 0-16,-4 4 0 0,-3 2 0 0,0 3 0 16,-5 2 0-16,-5 2 0 0,0 0 0 15,11 10 0-15,-11-2 0 0,-2 5 0 16,2 0 0-16,-1 4 0 0,-1 3 0 0,0 2 0 16,-2-3 0-16,2-1 0 0,2 3 0 15,0-4 0-15,0 2-200 0,0-5-192 16,0 1-117-16,0-1-127 0,0-2-205 0,0-2 47 15,6 0 78-15,-4 0-680 0,1-1-847 16</inkml:trace>
  <inkml:trace contextRef="#ctx0" brushRef="#br0" timeOffset="10232.78">23579 3800 3816 0,'-12'-16'-48'0,"1"3"22"0,5 1 10 0,1 5 17 0,0 0 13 16,3 1 6-16,2 6-5 0,0 0 52 16,0 0 63-16,0 0 45 0,9 50 27 15,3 2 7-15,8 13 10 0,5 29-1 0,2 9-22 16,5 5-20-16,0 0-11 16,4-3-17-16,0-3-12 0,-2 2-27 0,4-2-14 15,3-4-12-15,-9-3 11 0,1-5-18 16,-6-6-34-16,-9-20-41 0,1-8-45 0,-6 3-57 15,-1-6-67-15,-2-14-86 0,-7-5-77 16,1-8-72-16,-4-6-108 0,2-7-153 0,-2-3 38 16,-2-4-468-16,2-1-563 0</inkml:trace>
  <inkml:trace contextRef="#ctx0" brushRef="#br0" timeOffset="10632.51">23583 5687 3427 0,'-13'-3'231'0,"13"3"0"15,-5-4-20-15,5 4-14 0,0 0-8 16,0 0 18-16,0 0 36 0,-9 11 20 0,9-11-7 16,3 16-17-16,1-8-19 0,3 3-20 15,2 4-19-15,0-3-19 0,0 5-14 0,2-5-15 16,-2-2-11-16,-4 0-10 0,3 1-15 15,-2-4-5-15,0-2-9 0,-1 3-11 16,1-3-5-16,-6-5-5 0,10 9-3 16,-5-6-2-16,-5-3-6 0,0 0-8 0,15 0-5 15,-15 0-3-15,21-8-8 0,-8 3 1 16,-1-1-8-16,0 0-1 0,-3 4-3 0,3-1-2 16,-12 3 0-16,18 1 2 0,-18-1 1 15,21 8 10-15,-9 3-4 0,-2 1 1 0,1 2-4 16,3 3 4-16,0 5-5 0,0-2-5 15,1 4-20-15,-2-7-34 0,-3-1-59 0,-1-3-49 16,2-1-45-16,-2-4-44 0,-4 1-49 16,3-5-58-16,-5-2-67 0,-3-2-51 0,0 0-61 15,25-11-103-15,-15-1-65 16,-2 0 50-16,1-5-496 0,9-12-605 0</inkml:trace>
  <inkml:trace contextRef="#ctx0" brushRef="#br0" timeOffset="10815.94">24181 5636 3027 0,'9'-11'24'0,"-3"3"69"0,-2 8 60 15,-4 0 43-15,0 0 43 0,0 0 31 16,7 24 27-16,-7-11 29 0,0 8 4 0,-2 3-4 16,-1 15-21-16,1 0-27 0,-2 4-26 15,0-1-26-15,4 3-44 0,4-1-16 0,-2 0-31 16,2-1-32-16,1-4-71 0,2-5-69 16,-2-2-86-16,1-8-88 0,-5-5-106 0,1-3-96 15,-2-6-110-15,2-2-148 0,0-3-18 16,-2 1 59-16,0-6-508 0,0 0-606 0</inkml:trace>
  <inkml:trace contextRef="#ctx0" brushRef="#br0" timeOffset="11148.46">24393 5920 3462 0,'5'-13'177'0,"1"2"32"16,-4 3 23-16,0 3 7 0,-2 5 13 16,0 0 50-16,0 0 38 0,0 0 22 15,0 0-8-15,9 24-16 0,-9-9-31 0,2 2-27 16,-1 7-27-16,2-5-29 0,1 3-21 15,-2-2-18-15,0-3-22 0,-1-1-17 16,3-2-23-16,0-1-83 0,0-5-40 16,-1-1 0-16,6-4 0 0,-9-3 0 0,0 0 0 15,32-11 0-15,-7-9 0 0,1-1 0 16,0-1 0-16,1 1 0 0,-4 3 0 0,-1 3 0 16,-8 2 0-16,-3 5 0 0,2 0 0 15,-4 4 0-15,-2 4 0 0,-7 0 0 0,14 10 0 16,-8 5 0-16,-3 5 0 0,1 3 0 15,0 4 0-15,-3 12 0 0,2 0 0 0,5 4 0 16,-1-2 0-16,4 6 0 0,1-14 0 16,-1 0 0-16,-3-8 0 0,0-7 0 0,-4-5 0 15,-1-1-161-15,3-4-324 16,-2-4-127-16,-4-4-153 0,0 0-82 0,0 0 86 0,0 0-790 16,15-18-994-16</inkml:trace>
  <inkml:trace contextRef="#ctx0" brushRef="#br0" timeOffset="11648.38">26489 3930 4494 0,'2'-12'-7'0,"0"8"13"15,-2 4 22-15,0 0 31 0,-16 43 46 16,-1 10 36-16,0 14 20 0,-14 26 14 0,1 7 7 15,-3 1-13-15,7-1-14 0,1 0-16 16,4 0-12-16,4-1-16 0,-1-2 5 16,9-22-38-16,0-2-32 0,0-3-45 15,-3 2-59-15,1-4-62 0,-2-2-78 16,1-3-71-16,-4-1-77 0,-1 1-70 0,-4-5-114 16,-4 1-110-16,-4-1 30 0,-9 12-444 15,-3-4-527-15</inkml:trace>
  <inkml:trace contextRef="#ctx0" brushRef="#br0" timeOffset="12048.28">25582 5920 3209 0,'-2'-10'215'0,"0"2"25"15,0 2-9-15,2 6-13 0,-3-5-9 0,3 5 19 16,0 0 13-16,0 0 22 0,0 0-4 15,0 0-22-15,25 19-12 0,-19-12-26 0,10 3-21 16,-3 0-16-16,0 2-23 0,4-3-13 16,-3-1-7-16,-1-2-12 0,1 0-16 15,-7 2-5-15,0-5-7 0,1-1-10 0,-8-2-9 16,17 1-6-16,-17-1-6 0,24-10-13 16,-10 0-10-16,4-2-4 0,7-3-2 0,-7 2 0 15,-2 3-2-15,-3 4-4 0,-1 0-6 16,-5 3 11-16,3 1 7 0,-10 2 17 0,15 9-2 15,-7 2 1-15,-1 3 1 16,-1 7-2-16,-2 1-9 0,2 0 5 0,-3 10-9 0,5-1-11 16,-3-2-15-16,4-7-23 15,-4-3-38-15,4-2-40 0,1-2-42 0,0-3-35 16,1-5-28-16,0-2-32 0,-3-3-45 16,5-4-51-16,3-5-41 0,1-3-30 0,0-2-36 15,3-7-15-15,2-3-28 0,-1-1-6 16,-4 5 28-16,-3 3-608 0,-2 2-541 0</inkml:trace>
  <inkml:trace contextRef="#ctx0" brushRef="#br0" timeOffset="12181.15">26240 6021 2719 0,'12'-4'-68'0,"-4"2"74"16,-8 2 61-16,0 0 58 0,0 0 49 0,7 17 12 16,-3-5 12-16,-4 0 3 0,3 2-8 15,-3 1-15-15,2 2-16 0,-1-3-18 16,1 1-17-16,2 3-25 0,3-1-34 0,3-4-52 16,0-1-74-16,-1-1-96 0,4-5-91 15,-3 0-105-15,1 0-152 0,-2-6-60 16,3 0 57-16,-1 2-251 0,-11-2-246 15</inkml:trace>
  <inkml:trace contextRef="#ctx0" brushRef="#br0" timeOffset="16747.75">15503 15435 1979 0,'3'-6'8'0,"1"-1"16"0,-4 7 18 0,6-10 16 15,-5 4 11-15,-1 6 7 0,0-11 7 16,0 11-8-16,-7-12-4 0,1 4-6 16,-2 2-4-16,-3 2-5 0,0-1-8 15,-7 3 4-15,2 2-9 0,-5 2 3 16,-4 3-3-16,-11 5 0 0,-2 4-1 0,-9 5-2 16,4 5 16-16,1-1-5 0,4 4-3 15,3-2-5-15,11-2-5 0,2-1-1 0,9-5 14 16,8 0 13-16,3-2 4 0,6 1-4 15,7 1-2-15,8 3-9 0,6-3 0 16,6 1-5-16,3-1-4 0,-2-1 0 0,2-3-5 16,0 1-7-16,-1 0-2 0,-3-2-1 15,-7-3-2-15,-3 1-10 0,-5-2 4 0,-2 1 7 16,-5-2 14-16,-3 1 41 16,-5-1 10-16,0 1 3 0,-5 3 13 0,-3-1 7 15,-4 0-8-15,-2 1-10 0,-6 0-9 16,3-3-10-16,-4 1-5 0,2-3-9 0,-2 0-9 15,2-2-5-15,3 0-4 0,2-2-5 16,0-1-32-16,14-1-85 0,-22-3-115 16,12-3-132-16,4 1-169 0,2 0-186 0,2-2 52 15,2 7-378-15,8-17-479 0</inkml:trace>
  <inkml:trace contextRef="#ctx0" brushRef="#br0" timeOffset="17247.39">15840 15650 2961 0,'7'-4'70'0,"1"2"-10"16,-8 2 0-16,0 0-8 0,0 0 53 0,10 10 35 16,-10-10 14-16,2 16 4 0,-2-3-11 15,1-1-10-15,-2 8-17 0,1-3-10 0,-2 4 12 16,0-4-8-16,-3 1-8 0,3 1-10 16,1-2-6-16,-1 0-10 0,-2-1-6 15,2-4-7-15,0-4 26 0,2-1 21 0,0-7 4 16,0 11-8-16,0-11-11 0,0 0-9 15,0 0-8-15,0 0-8 0,18-36-10 0,-3 8-5 16,0-1-6-16,2 2 11 16,2 1 1-16,-4 4 2 0,1 3-6 0,-3 6 1 15,-1 1-11-15,1 6 1 0,-2 2-1 16,3 2-3-16,-3 2 3 0,5 6-4 0,-4 0 3 16,2 2-10-16,-3 1-3 0,4 3-8 15,-3 0-2-15,-3-2-1 0,1 1-1 16,0-2-5-16,-3 0 0 0,1-2-4 0,-3-1 4 15,2-2 0-15,-7-4 2 0,11 7 0 16,-11-7-7-16,15-4 1 0,-15 4-4 0,24-13-3 16,-6 2-2-16,5-4 4 0,-1-2 8 15,3-1-6-15,0 4-1 0,-4 2-4 16,-8 2 3-16,1 3-1 0,-3 4-8 0,0 0 3 16,1 1-1-16,-12 2-1 0,21 5 5 15,-13 1 2-15,-1 0-7 0,1 2 7 16,-3 2-3-16,4-3-7 0,-6 5-3 15,1-4-5-15,2 1-50 0,-3 0-65 0,1 0-68 16,-2-2-93-16,2 0-92 0,-2 0-86 16,2-2-92-16,-4-5-152 0,4 7 8 0,-4-7 62 15,5 2-408-15,-5-2-516 0</inkml:trace>
  <inkml:trace contextRef="#ctx0" brushRef="#br0" timeOffset="17997.72">16631 15662 2921 0,'7'-10'28'0,"-3"2"39"0,-1 4 25 0,6 0 20 0,-9 4 17 15,7-5 5-15,-7 5-2 0,0 0 6 16,0 0-7-16,19 9-1 0,-19-9-3 0,6 10-12 16,-2-4-11-16,-2 1 0 0,-2 1-7 15,0 1-4-15,0 0-6 0,-4 2-7 16,2-3-4-16,-2 0-7 0,-2 1-10 0,-2-2-3 16,-1-1-7-16,-3 0-1 0,3-1-6 15,-4-1-1-15,1-3-2 0,12-1-3 0,-20-3-5 16,10-3-6-16,2-5-5 0,4-5-1 15,4-2-2-15,4-7-2 0,5-4 0 0,2 6-1 16,0 5 3-16,2 4-5 16,2 2 5-16,-2 5 8 0,1 5 9 0,-3 2 9 15,-11 0 9-15,29 13 8 0,-15-1-3 16,-1 1 4-16,-2 4-13 0,1-1-1 16,-5 1-7-16,2 0-2 0,2 1-4 0,-4-2-1 15,0 2-5-15,5-4-2 0,-2-1 1 16,-1-2-5-16,3-3-4 0,-3-3-9 0,4-1-18 15,4-4-29-15,0-4-27 0,4-1-23 16,12-9-11-16,-8-1 5 0,0-7 10 0,-2-2 3 16,-3-5 8-16,1-11 13 0,1-6 5 15,-8-4 3-15,2-5 4 0,-1-3 6 16,-6-2 2-16,1-4 7 0,-2 6 25 0,-5 2 0 16,1 12 4-16,-2 3 23 15,1 5 20-15,-3 9 10 0,0 5 16 0,-1 6 4 16,1 3-4-16,0 1-8 0,-2 4-4 15,2 8 24-15,0 0 28 0,0 0 9 0,-2 31-7 16,0 7-7-16,2 10-5 0,4 13-7 16,-1 5-9-16,2 4-7 0,1-1 2 0,-3 0-16 15,3-6-11-15,-2-5 2 0,-1-12-6 16,1-3-6-16,2-6-5 0,0-4-4 16,1-10-3-16,-1-4-10 0,2-5 3 0,1-4-24 15,4-5-22-15,-1-3-30 16,1-5-21-16,9-6-18 0,3-10-15 0,9-12-12 0,-6-9 3 15,5-7-1-15,-3-7 9 16,8-21 11-16,-6-3 12 0,1-7 6 0,-3-2 10 16,-3 1 5-16,-6 23 11 0,-6 8 6 15,1 7 19-15,-9 17 23 0,1 8 5 0,-7 8 3 16,-1 7 45-16,0 8 44 0,0 0 21 16,-13 25 15-16,0 8 6 0,-2 13 7 0,-5 5 13 15,7 9-2-15,1 2 14 0,5 5-13 16,3-2-16-16,3-2-7 0,1-2-14 15,1-6-15-15,1-13-9 0,4 0-5 0,-4-6-13 16,2-1-16-16,-2-12-82 0,4-5-111 16,-3-1-112-16,-1-5-138 0,2-2-184 15,1-6-265-15,-3 2 60 0,5-3 88 16,-7-3-598-16,0 0-749 0</inkml:trace>
  <inkml:trace contextRef="#ctx0" brushRef="#br0" timeOffset="18380.59">18254 15548 3836 0,'-15'-1'40'0,"15"1"-8"0,-25 5 1 15,20 0 3-15,-5 3 47 16,4-1 37-16,0 4 7 0,3 2-1 0,3 2-7 15,1 1-12-15,3 3-3 0,3 1-15 16,6 0-4-16,1 2-6 0,4 0-10 0,-2-5-4 16,-2-5-5-16,3-1-6 0,1-3-7 15,3-3-9-15,-3-1 6 0,3-4-11 16,1-3-4-16,-4 2-3 0,2-4 7 0,-6-5-9 16,2 0-1-16,-5-4-1 0,1-1 6 15,-3-5 2-15,-5-3-5 0,2-11 2 0,-6 2-6 16,0 6 0-16,-6-11-2 15,1 4-6-15,-3 8-3 0,0 6-4 0,-1 3 1 16,-1 5-2-16,1 3-3 0,-3 4-2 16,5 4-51-16,7 0-88 0,-20 8-98 0,9 2-112 15,4 1-158-15,-1 1-192 0,4 0 62 16,4-1-444-16,2 0-552 0</inkml:trace>
  <inkml:trace contextRef="#ctx0" brushRef="#br0" timeOffset="18747.45">18596 15698 3014 0,'1'4'31'15,"3"2"23"-15,-4-6 40 0,6 7 50 16,-6-7 49-16,0 0 31 0,0 0 3 16,9 3-16-16,-9-3-23 0,0 0-19 15,0 0-15-15,32-9-14 0,-22 6-13 16,2-3 2-16,-1-3 0 0,1 1-13 0,-1-5-4 16,1-3 5-16,-3-2 2 0,-2-3-12 15,4-10 17-15,0 2 5 0,-8 2 33 0,1 4 5 16,0 1 0-16,-4 2-9 0,-2 2 0 15,2 2-8-15,-2-1-9 0,0 5-4 0,0 1-4 16,2 1 4-16,2 0 9 0,-2 1 8 16,4 0-3-16,0 0-9 0,3 1-106 15,7-1-36-15,1 4 0 0,2 2 0 0,4 1 0 16,0 4 0-16,2 4 0 16,0 0 0-16,6 7 0 0,-5 5 0 0,-3 2 0 15,-2 2 0-15,-4 2 0 0,-5-1 0 16,-1-2 0-16,-1-3 0 0,-5 5 0 0,2-4 0 15,-1 1 0-15,-4-1 0 0,2-2 0 16,-2-2 0-16,-2-1 0 0,0 0 0 0,-2-2-173 16,1 1-585-16,0-4-208 0,-3 1 79 15,4 0 109-15,-1-4-796 0,3-6-1017 16</inkml:trace>
  <inkml:trace contextRef="#ctx0" brushRef="#br0" timeOffset="19147.18">19240 15693 4307 0,'0'0'-54'0,"0"0"41"16,0 0 53-16,0 0 58 0,0 0 45 16,0 0 41-16,0 0 28 0,0 0 20 15,0 0-13-15,0 0-1 0,0 0-11 0,0 0-15 16,0 0-6-16,5-7-27 0,-5 7-13 16,0 0-17-16,18-6-10 0,-13 5-9 0,-5 1-11 15,15-8-12-15,-10 3-10 0,4-3-9 16,-4 0-8-16,-3-2-9 0,2-3 0 0,-4-6-10 15,0-1-2-15,-4-14-4 16,1-2-3-16,-1-2-3 0,-5 2-3 0,6 1-1 0,-5 3 2 16,3 9-2-16,1 1-1 15,2 7 1-15,-1 3-8 0,0 5-1 0,-3 0-4 16,6 7 2-16,-9-1-1 0,9 1-1 16,0 0 2-16,0 0 7 0,0 0 11 15,7 29 5-15,9-16-1 0,9 9-8 0,1-5 2 16,1 7-2-16,0-4-3 0,-2 2-7 15,-1-1 2-15,0-1 3 0,-10-3-9 0,0-1-7 16,-1-3 4-16,-4 3 1 0,2-4-22 16,-6 1-74-16,2-4-98 0,1 1-92 0,-3-3-110 15,2 1-113-15,-2-2-105 0,-1-3-156 16,-4-3-21-16,9 4 70 0,-9-4-589 16,0 0-756-16</inkml:trace>
  <inkml:trace contextRef="#ctx0" brushRef="#br0" timeOffset="19431.34">19629 15468 3337 0,'0'-19'-44'0,"0"5"38"15,0 1 48-15,0 3 40 0,1 0 48 16,-1 3 52-16,0 7 21 0,0-12 20 0,2 6 4 16,2-1 9-16,-4 7-29 0,7-7-12 15,-7 7-10-15,11 0-17 0,-11 0-15 16,0 0-16-16,22 8-11 0,-19-4-16 0,6 1-11 16,-4 2-11-16,1-1-8 15,-6-6-5-15,5 9-10 0,-5-9 0 0,4 7-13 16,-4-7 6-16,0 0-15 0,0 0-1 0,0 0-7 15,-19 3-4-15,19-3 1 0,0 0-8 16,0 0-1-16,-15-12 2 0,15 12-9 16,-8-7 1-16,8 7-7 0,-1-7-3 0,1 7-2 15,0 0 0-15,0 0 1 0,0 0-5 16,-11 16 4-16,16-6-34 0,1 2-32 16,-1 1-47-16,4 3-58 0,5-3-77 0,8 4-83 15,9-3-92-15,2-6-122 0,3-2-190 16,8-6 62-16,0 0 74 0,5-6-399 0,12 0-469 15</inkml:trace>
  <inkml:trace contextRef="#ctx0" brushRef="#br0" timeOffset="19764.25">20457 15363 2749 0,'9'-12'105'0,"-1"3"53"0,-4 1 20 0,-2 3 12 16,-2 5 18-16,0 0 8 0,0 0 38 16,0 0 44-16,0 0-24 0,-34 31-18 15,9-8-24-15,-3 10-22 0,-1 0-16 0,2 2-18 16,0 2-23-16,11-6-17 0,-7 5-8 15,3-7-19-15,4-2-9 0,0-2-14 0,3-5-32 16,1-7-54-16,3 1-36 0,-1-3-23 16,4-4-34-16,0-3-43 0,6-4-34 0,-5-1-24 15,5 1-4-15,-2-13-11 0,4-3 1 16,3-5 3-16,9-8 27 0,1-2 17 16,4 0 20-16,-2 2 21 0,1 5 43 15,-5 7 45-15,-3 3 31 0,-3 2 26 16,0 7 46-16,1 4 27 0,-8 1 16 0,12 0-3 15,-12 0-4-15,13 10-10 0,-5-5-10 16,1 5-9-16,-3-1-8 0,-1-1-7 0,3 4-8 16,-2-3-6-16,0-1-47 0,-1 3-81 15,-3-4-94-15,4 1-96 0,-4-1-93 16,-2 0-149-16,-6 0-125 0,-1 1 60 0,-11 4-331 16,-11 6-389-16</inkml:trace>
  <inkml:trace contextRef="#ctx0" brushRef="#br0" timeOffset="20013.38">17886 15925 2784 0,'-65'-19'114'0,"6"8"20"16,-2 0 38-16,2 3 32 0,14 1 41 16,6 3 46-16,10-2 44 0,9 0 55 0,8 1-32 15,17-2-38-15,22-4-36 0,45-3-20 16,55 0-31-16,35 2-27 0,72-2-20 0,12 8-16 15,8 2-19-15,-4 8-12 0,-5 1-17 16,-13 3-31-16,-62 3-67 0,-14-1-87 0,-11-3-105 16,-28 0-114-16,-40-2-112 0,-11-2-47 15,-22 2-4-15,-16-3-31 0,-8 1-53 16,-8-3-110-16,-4 0 12 0,-8 0-446 16,0 0-543-16</inkml:trace>
  <inkml:trace contextRef="#ctx0" brushRef="#br0" timeOffset="25712.35">22919 14800 766 0,'20'-13'265'0,"-20"13"-66"16,5-7-35-16,-5 7-25 0,4-3-8 16,-4 3-2-16,0 0-2 0,5-7-6 15,-5 7 3-15,0 0 0 0,4-4-7 0,-4 4-4 16,0 0-10-16,0 0 2 0,0 0-6 16,6-5-11-16,-6 5 20 0,0 0-8 0,0 0-8 15,0 0-12-15,0 0-9 0,0 0 2 16,4-7 12-16,-4 7 0 0,0 0 8 0,0 0-4 15,0 0 4-15,0 0-10 16,0 0-6-16,0 0-7 0,4-8-3 0,-4 8-7 16,0 0-4-16,0 0 2 0,0 0-5 15,0 0 2-15,0 0-8 0,0 0-4 0,0 0-9 16,0 0-2-16,0 0-4 0,0 0-3 16,0 0 2-16,-19 33-3 0,13-10-1 15,0 10 47-15,1 2 0 0,-2 4-3 0,7 0 19 16,-1 1-6-16,2 2-4 15,-1-1-9-15,2 0-8 0,0-4-3 0,3-3-5 0,-3-6-6 16,-2-9-4-16,1-1 20 0,-1-1 8 16,2 0-1-16,0-5 1 0,0-1 10 0,0-3 3 15,-2 2-2-15,2-4 0 16,-2 1 0-16,3-2-6 0,-3-5-8 0,0 9-6 0,0-9-8 16,0 0-5-16,2 4-3 15,-2-4-9-15,0 0-1 0,0 0-9 0,0 0-84 16,0 0-97-16,0 0-127 0,0 0-148 15,0 0-195-15,0 0-142 0,-5-22 85 16,1 19-546-16,4 3-690 0</inkml:trace>
  <inkml:trace contextRef="#ctx0" brushRef="#br0" timeOffset="26362.52">23319 14959 3115 0,'-2'-4'-178'0,"2"4"40"0,-3-12 41 0,1 5 19 0,-2 1 31 0,2 2 24 16,2 4 22-16,-3-13 8 0,1 11 17 16,2 2 5-16,-5-11-1 0,3 6 15 0,2 5 4 15,0 0 1-15,-3-8-1 0,3 8 9 16,0 0-7-16,-8-7 0 0,8 7-8 0,0 0-5 15,0 0 0-15,0 0 53 16,-30 13-1-16,15 1 18 0,-8 7 15 0,-2 5-1 16,-4 6-11-16,6-3 21 0,5 0-11 15,-4 0-7-15,9 4 13 0,1-4-11 0,7-3-9 16,1-4 15-16,4-4-3 0,4 2 0 16,1-1-4-16,7-2-6 0,7 5-9 15,2-3-6-15,6-4-10 0,2-1-7 0,-1-4-9 16,3-5-5-16,-7-1-4 0,3-2-4 15,-1-2-8-15,1-2-6 0,0-3-1 0,-2 0-4 16,0-1 0-16,3-5-5 0,-7 0-3 16,-4-1-5-16,-4-1-1 0,-1-5-1 0,-2 0-2 15,-5-4-3-15,-1-4-1 0,-4-3-2 16,-2 6-2-16,-4-12 5 0,1 3-7 0,-3 9-3 16,0 2 1-16,-1 4-4 0,-2-1 2 15,-1 5-3-15,-1 1 3 0,-1 1-5 16,1 4 3-16,1 4-4 0,-1-2 2 15,0 3-27-15,1 1-48 0,12 1-58 16,-23 1-86-16,14 3-94 0,-2-2-126 0,3 2-218 16,2 3-19-16,2-1 79 0,2 2-370 15,2-8-445-15</inkml:trace>
  <inkml:trace contextRef="#ctx0" brushRef="#br0" timeOffset="26745.2">23841 14829 2667 0,'-2'-6'-28'0,"2"6"7"0,-1-8 0 0,1 8 3 0,0 0 5 0,0 0 44 0,-12 18 20 16,5-4-3-16,1 7 35 0,-4 8-6 15,7-4-4-15,-1 8 39 0,2-4-9 16,4-2-5-16,3 4-7 0,5 2 25 0,4-4-5 15,0-4 6-15,4 0-9 0,5-4-10 16,4-4-3-16,3-2-13 0,6-4-5 0,0-4-8 16,2-6-6-16,-4-1-9 15,-3-1-1-15,6-5 28 0,-5-1-2 0,-1-6-2 16,-11 4 5-16,1-11 3 0,-3 8 4 16,-9-5-12-16,-2-2-4 0,-7-3-9 0,2-1-5 15,-7-10-3-15,-4-3-8 0,-9-7-5 16,-1 2-8-16,2 8-4 0,-4 4-2 0,-4 6-6 15,-1 7-3-15,-6 2-2 0,5 9-69 16,-4 5-70-16,-9 8-92 0,-11 6-86 16,-5 7-131-16,3 8-244 0,1 4 50 0,1 3 71 15,3 3-291-15,7 2-328 0</inkml:trace>
  <inkml:trace contextRef="#ctx0" brushRef="#br0" timeOffset="27194.98">23197 15744 2335 0,'4'-10'-7'0,"-2"1"35"0,0 2 23 16,-1 1 19-16,-1 6 25 15,5-12 21-15,-5 12 14 0,4-7 14 16,-4 7-19-16,0 0-14 0,0-10 7 0,0 10 2 16,0 0 22-16,0 0 32 0,-41 25 6 15,11-4 14-15,-14 9 17 0,-6 8 7 0,-20 12 1 16,-2 3-1-16,-5 1 2 0,4 2-5 15,-6-3-7-15,7 0-9 0,5-4-13 0,16-8-11 16,4-7-9-16,8 0-6 0,5-7-23 16,11-4-13-16,3-8-8 0,7-3-11 15,4-4-6-15,-1-1 0 0,2 0-4 16,3-2-1-16,-1-1-3 0,6-4-7 0,-5 5-7 16,5-5-18-16,0 0-31 0,0 0-58 15,0 0-94-15,-7-14-95 0,7 14-103 16,0-8-94-16,0 8-103 0,9-11-177 0,-8 6-104 15,-1 5 79-15,4-6-599 0,-4 6-778 16</inkml:trace>
  <inkml:trace contextRef="#ctx0" brushRef="#br0" timeOffset="27862.07">21682 16574 3343 0,'10'-8'-185'0,"-2"4"31"15,-5-2 39-15,5 2 28 0,-8 4 34 0,12-7 31 16,-5-1 18-16,-1 6 16 0,-6 2 17 16,11-10 9-16,-5 5 14 0,-6 5 23 15,11-7 15-15,-9 2 22 0,-2 5 15 0,9-6 11 16,-9 6-6-16,7-8-9 0,-7 8-13 16,2-10-4-16,-2 10-14 0,0 0-5 15,-10-13-13-15,0 7-5 0,-1 3-3 0,1 2-13 16,-3-1-3-16,13 2-8 0,-30 0-1 15,10 3-3-15,2 2-4 0,-3 2-7 0,-1 0 2 16,-1 2-3-16,7-1-1 16,0 2-7-16,-1-3 3 0,3 3-6 0,3-2-1 0,2 0 1 15,4 0 13-15,0 1 14 0,1-1 3 16,6 5 2-16,2-1 2 0,2 0-6 16,5 3 3-16,0 3-2 0,9 2-4 15,-3 1-5-15,4-1-3 0,-4 1 1 16,0-3 3-16,-5-5 13 0,-3 3 8 0,0-4 10 15,0-1 12-15,-4 1 11 0,1 2 12 16,-4-3 3-16,-2 1 5 0,-2 3 4 0,-6-1 3 16,-4 1-6-16,-1-1-4 0,-10 3-12 15,-2-2-1-15,0-1-15 0,-4-2-8 0,-3-4-7 16,5-3-4-16,2 1-10 0,0-5-7 16,4-1 3-16,-4-1-9 0,1-3-2 15,2 1-2-15,5-1-13 0,-2-1-6 16,6 2-3-16,0-1-37 0,2 1-62 15,-1 0-74-15,12 3-90 0,-15-7-87 0,13 7-88 16,2 0-108-16,0 0-248 0,0 0 61 16,17-12 74-16,2 10-407 0,6-3-527 0</inkml:trace>
  <inkml:trace contextRef="#ctx0" brushRef="#br0" timeOffset="28195.68">22075 16683 3004 0,'0'0'26'0,"-9"-10"13"0,1 7 14 0,8 3 39 16,-14-2 13-16,14 2 22 0,-16 7 7 15,4 0-4-15,1 3-5 0,-3 4 8 16,5-2-16-16,-1 6-7 0,7-4 9 0,-1 1 2 16,4-1 11-16,5-2 0 0,1 1-7 15,3-1-5-15,9-3-13 0,3 1-7 0,1-4-9 16,5-4-9-16,-2 2-8 0,0-6-8 15,-5 2-3-15,1-4-5 0,-1 0-5 0,-4 0-2 16,0-2 0-16,-5-1 2 0,-3 1 0 16,-4 0-9-16,-4-2-2 0,-2-2-4 15,-2-1-7-15,-4-1 1 0,-3-5-4 16,-6-3-2-16,-4-1-5 0,2-1-3 16,-2 1-4-16,-2 1-4 0,1 3-3 0,2 1-35 15,4 6-50-15,2 2-56 0,1-1-77 16,-1 4-98-16,3 0-119 0,3 3-245 0,2-2-27 15,6 4 81-15,0 0-394 0,-4-8-487 16</inkml:trace>
  <inkml:trace contextRef="#ctx0" brushRef="#br0" timeOffset="28595.11">23098 15727 2963 0,'-11'-5'20'0,"5"1"15"0,0 1 2 0,6 3 18 0,0 0 49 16,0 0 56-16,0 0 28 0,0 0 3 16,63 14 6-16,-7 1-4 0,8 0-18 15,30 9-13-15,5 2-17 0,4 3-12 0,-1 2-16 16,-2 0-8-16,-5-2-10 0,-5-2-8 16,-23-4-13-16,-5-2-6 0,-3 1-8 15,-9-3-7-15,-4-2-8 0,-14-3-5 0,-7-4-7 16,-9-2-6-16,0 1-24 0,-5-2-77 15,1-1-95-15,-4 0-110 0,-3 2-134 0,1-4-216 16,-4 2-43-16,-1-1 77 16,-1-5-365-16,0 14-434 0</inkml:trace>
  <inkml:trace contextRef="#ctx0" brushRef="#br0" timeOffset="28996.16">24488 16406 2597 0,'-10'-19'79'0,"1"5"19"0,-1 2 27 0,2 2 47 16,1 0 23-16,-3-1 26 0,5 5 17 15,-5-3-5-15,0 4-21 0,-1 0-17 0,-4 5-20 16,-6 0-5-16,-2 5 5 0,-11 3-2 16,-7 6-26-16,-4 5-8 0,1 3-12 15,2 4-12-15,4-1-13 0,11-1-7 16,8-1 4-16,8-3 16 0,5 0 1 15,6-4 15-15,4 2 2 0,5 3 3 0,13 2-10 16,4 0 0-16,10 2-12 0,0-1-6 16,-3-5-18-16,1-4-3 0,-2 1-14 0,1 1 6 15,-5-3-4-15,1-1 2 0,-10-3 3 16,-2-2 3-16,-7-2 13 0,-1 1 9 0,-3-3 14 16,-1 2 14-16,-5-6-26 0,-1 12-107 15,-5-3 0-15,-1-2 0 0,-6 0 0 0,-7 2 0 16,-3 0 0-16,-7 0 0 0,-4-1 0 15,-2 2 0-15,-2-5 0 0,-3 0 0 16,1-2 0-16,8-1 0 0,3-6 0 16,4 4 0-16,-1-1-270 0,5 1-404 15,4-2-247-15,1 1 25 0,7-1 90 0,9 2-767 16,-9-3-1014-16</inkml:trace>
  <inkml:trace contextRef="#ctx0" brushRef="#br0" timeOffset="29344.75">24583 16549 4002 0,'0'0'-179'0,"0"0"21"0,0 0 63 15,0 0 44-15,-23 27 19 0,12-12 40 16,-1 1 21-16,3 1 5 0,-1 0 1 0,0 1 33 16,7-2-4-16,1 1 15 15,2-3 17-15,3 3 6 0,4-4 2 0,2 0 2 16,8-1-5-16,4-4-5 0,4 0-11 15,2-6-8-15,3-2-11 0,12-5-3 16,0-4-7-16,0-1-4 0,-2-1-3 0,-4-2-5 16,-4-2-1-16,-3-2 6 0,-6 0 15 15,-8 0 7-15,-4-1-5 0,-1-2-3 16,-7-4-1-16,-4 0-8 0,-9-10-4 0,-1 0-6 16,-12-3-5-16,-6 5-6 0,-3 2-4 15,-8 6-5-15,3 9-3 0,-4 7-5 16,-4 4-6-16,-5 8-86 0,-9 4-88 15,1 11-121-15,-4 5-146 0,2 4-296 0,3 1 74 16,3 2 73-16,6 2-346 0,0 0-407 16</inkml:trace>
  <inkml:trace contextRef="#ctx0" brushRef="#br0" timeOffset="29944.63">21623 17433 2601 0,'-7'-10'1'0,"-1"3"9"15,-1 2 18-15,-1 0 21 0,10 5 20 16,-31 5 37-16,1 4 26 0,-6 8 21 15,-8 6 16-15,-2 8 15 0,-2 2 2 0,5 1 1 16,-1 0-4-16,2 1-9 0,4-2-16 16,2-2-10-16,9-6-5 0,2 0-12 0,2-2-11 15,5-3-10-15,-2 1-12 0,6-6-12 16,1-3-8-16,2-2-9 0,1 1-7 16,5-3-6-16,-5-1-10 0,5 2-19 0,-1-2-88 15,-4-1-108-15,6-2-108 0,4-4-114 16,-3 8-173-16,3-8-128 0,0 0 74 0,-6 9-332 15,6-9-428-15</inkml:trace>
  <inkml:trace contextRef="#ctx0" brushRef="#br0" timeOffset="30595.62">20611 18113 2836 0,'-17'-3'74'0,"6"3"83"15,11 0 74-15,-18-5 34 0,13 2 6 16,5 3 0-16,0 0 7 0,-2-14-17 0,2 14-16 16,12-12-21-16,-3 8-18 0,0 4-26 15,-9 0-13-15,27 4-1 0,-11 1-18 16,-5 4-4-16,2 3 6 0,-1 3-10 16,-7 0-1-16,-1 2 2 0,-4 4-4 15,-2 3 7-15,-1 1-16 0,-5 6-6 0,0 0 8 16,0-6-7-16,1-5-2 0,2-3-1 15,-1-3-1-15,1-4-10 0,2 1 6 0,1-3 5 16,0-1-111-16,2-7-9 0,0 9 0 16,0-9 0-16,0 0 0 0,9 3 0 15,-9-3 0-15,0 0 0 0,35-14 0 0,-14 6 0 16,9-6 0-16,4 0 0 0,11-6 0 16,-4-5 0-16,5 4 0 0,0-6-11 15,0 3-163-15,-5-1 14 0,-5-1 18 16,-7 6 15-16,-6 0 13 0,-3-1 17 0,-9 3 7 15,-6 3 7-15,-1 1 14 0,-4 2 12 16,-2 0 15-16,-2 4 7 0,-3-2 12 16,-2 8 7-16,9 2 4 0,-25 0-3 0,9 6 7 15,-2 5 5-15,-5 7 1 0,1 2 1 16,4 0 1-16,6 1-2 0,3-4 10 0,5 0-1 16,0 0 15-16,6 3 6 0,5-3 7 15,1 2 1-15,11 3-6 0,6-3 2 16,6-1 3-16,1-3-2 0,2-1 1 0,0 1-1 15,1-1-1-15,-3-2 10 0,-3-1 7 16,-6-1 12-16,-9-3 11 0,-2 0 12 0,-1-2 15 16,-5 0 20-16,2 0 12 0,-6 0 8 15,-2-5-17-15,0 12-122 0,-3-2 0 16,-10 1 0-16,2-1 0 0,-4 1 0 16,-2-2 0-16,-12 5 0 0,3-2 0 15,-7-1 0-15,-1-2 0 0,-3 1 0 0,3-3 0 16,3-4 0-16,8-3 0 0,1 0 0 15,-3-6-228-15,6 0-330 0,0-2-119 0,6-1-237 16,3-4 54-16,7 0 98 0,1-5-664 16,4-4-876-16</inkml:trace>
  <inkml:trace contextRef="#ctx0" brushRef="#br0" timeOffset="30844.47">21728 17394 4193 0,'-28'-11'57'0,"-5"1"63"0,5 4 60 0,5 1 54 0,1 2 16 0,9 2-15 0,2 1-28 15,1 4 41-15,8 3-6 0,4 5-12 16,10 5-19-16,10 8-18 0,23 6-20 16,8-2-14-16,7 0-15 0,19 5-12 15,-14-8-19-15,-3 1-18 0,1-3-48 0,-2 1-70 16,-2 0-44-16,-1-2-66 0,-7-1-94 15,-3-7-121-15,-13 1-74 0,-3 1-73 16,-3-7-143-16,-11 0-149 0,-4-1 84 0,-9-3-528 16,3 0-694-16</inkml:trace>
  <inkml:trace contextRef="#ctx0" brushRef="#br0" timeOffset="31164.2">22130 18006 3303 0,'-19'-4'55'0,"0"-1"24"15,0-2 47-15,4 2 60 0,3 1 49 16,5 0 27-16,-1-2-5 0,8 6-22 16,-10-9-19-16,10 9-13 0,0 0-6 15,20-6-8-15,-5 6-9 0,6 2-19 0,5 0-8 16,9 11-26-16,-1 1-6 0,1 1-14 16,-5 3-6-16,-4-1-5 0,-1 3-7 0,-2 6-5 15,-3-2 0-15,-7 1-8 0,-4-1-3 16,-4-3-6-16,-2 0-3 0,1-4-1 15,-2-1-4-15,-2-2-7 0,2 1-5 0,-1-5-8 16,1-1-1-16,0 1-3 0,2 0-2 16,0-1-6-16,-1 1-1 0,6 2-12 15,-4-1-20-15,2 2-86 0,3-1-82 16,0 5-90-16,-3-2-89 0,4 4-66 0,7 5-42 16,0-2-62-16,-6-3-91 0,1-5-100 15,-2-2 32-15,-4-4-426 0,0-1-577 16</inkml:trace>
  <inkml:trace contextRef="#ctx0" brushRef="#br0" timeOffset="31445.46">22573 18516 2825 0,'-2'-10'-86'0,"-3"-2"32"16,2-4 13-16,-1 1 23 0,-2 1 26 16,1-3 15-16,-3 2 2 0,2 0-4 0,0-1-1 15,3 2-6-15,-1 3 4 0,2-2-5 16,0 5-1-16,2 0-1 0,2-1-1 0,-2 9-1 16,0-13 2-16,0 13 12 0,0-9 21 15,0 9 31-15,2-10 25 16,-2 10 26-16,0-8 23 0,0 8 11 0,0 0 11 0,6-9 4 15,-6 9-5-15,0 0-8 16,11 0-11-16,-11 0-13 0,0 0-19 0,23 5-5 16,-16-1-14-16,-7-4-3 0,16 7-12 15,-11-3-10-15,3-1-4 0,-8-3-10 16,12 7-4-16,-8-5-8 0,-4-2-1 0,9 6-9 16,-9-6-2-16,3 7-11 0,-3-7-33 15,7 5-49-15,-7-5-86 0,0 0-90 16,0 0-93-16,0 9-136 0,0-9-236 0,0 0 57 15,0 0 75-15,0 0-224 16,0 0-276-16</inkml:trace>
  <inkml:trace contextRef="#ctx0" brushRef="#br0" timeOffset="31811.07">22784 18122 2235 0,'-10'-5'156'0,"1"0"-14"0,2 0 24 0,7 5 36 15,-14-5 45-15,14 5 41 0,-10-5 23 16,10 5 7-16,0 0 5 0,2-9-6 0,11 0 6 16,10 0-27-16,11 0-25 0,4 0-26 15,-8 4-26-15,-2 1-19 0,-7 4-12 16,4 4-7-16,-2 3 0 0,-6 5 2 16,-5 5-3-16,-7 5 2 0,-3 5 2 15,-13 14 1-15,-7 9 1 0,-8 1 3 0,-1 1-96 16,-4-4-93-16,4-3 0 0,5-4 0 15,8-14 0-15,3-5 0 0,8-4 0 0,1-3 0 16,4-5 0-16,5-2 0 0,6-8 0 16,6 0 0-16,6-4 0 0,13-8 0 15,0-1 0-15,6-10 0 0,4-1 0 0,0 0 0 16,2 0 0-16,-3-4 0 0,4 1 0 16,3-2 0-16,-1 0-701 0,4 0-309 15,4 0 83-15,3 1 112 0,17-5-796 16,3 2-1052-16</inkml:trace>
  <inkml:trace contextRef="#ctx0" brushRef="#br0" timeOffset="32160.95">24686 17111 4720 0,'0'-17'27'0,"0"10"33"0,-2-1 8 0,2 8 5 0,0 0 29 0,0 0 71 15,-22 19 48-15,4 10 1 0,-11 16-21 16,3 7-17-16,-3 4-11 0,4 2-16 0,-4 0-18 15,4 3-13-15,1-3-18 0,-1 0-6 16,2-1-15-16,-3 0-3 0,-1-3-16 16,5-5-10-16,-3-5-39 0,2-5-80 0,5-10-71 15,1-4-71-15,2-8-87 0,2-5-80 16,4-6-74-16,-3-2-70 0,4-5-78 0,8 1-55 16,-13-15-4-16,9 3-461 15,2-7-580-15</inkml:trace>
  <inkml:trace contextRef="#ctx0" brushRef="#br0" timeOffset="32311.49">24205 17757 2968 0,'9'-24'-23'0,"-4"7"59"15,1 3 31-15,-5 3 8 0,3 5 73 0,-4 6 82 16,10 0 55-16,-10 0 26 0,10 15 4 16,-3 5 7-16,2 9-17 0,0 3-24 15,-2 4-24-15,0 2-27 0,5 9-20 0,1 1-22 16,-2 4-18-16,7 0-21 0,-2 1-16 16,6-2-84-16,-5 2-118 0,2-2-138 0,-4 1-139 15,-2 3-149-15,-2-14-280 16,-4-4 34-16,0-7 80 0,3-5-500 0,-4-8-626 15</inkml:trace>
  <inkml:trace contextRef="#ctx0" brushRef="#br0" timeOffset="32763.31">24348 17131 3179 0,'-5'-11'150'0,"1"3"17"0,2 2-18 0,2 6-14 16,0 0 67-16,0 0 73 16,35 25 54-16,-9-2 25 0,14 7 3 0,3 5-5 15,9 1-21-15,11 11-21 0,2-1-33 16,2 2-26-16,1-1-22 0,3-6-25 15,-16-6-21-15,13 7-16 0,-14-9-18 0,0-2-23 16,-5 0-66-16,-5-4-62 0,-4-2-87 16,-12-3-82-16,-3-3-84 0,-2-2-94 0,-6 0-92 15,-3-2-78-15,-9-3-138 0,-3 4-141 16,-2-1 77-16,-3 0-617 0,-11 11-794 0</inkml:trace>
  <inkml:trace contextRef="#ctx0" brushRef="#br0" timeOffset="33061.44">24006 18231 3804 0,'-20'-12'229'16,"13"6"25"-16,-4-1 31 0,1 0 18 15,4 4-4-15,6 3-22 0,0 0-11 0,0 0 21 16,0 0-1-16,-13 19-15 0,13-3-23 15,2 7-27-15,0 2-15 0,2 12-24 0,-1 2-14 16,5-1-15-16,-1-2-22 16,1 0-12-16,5-3-5 0,7-2-26 0,-4-4-88 15,9-3 0-15,0-3 0 0,4-4 0 16,-1-5 0-16,8-5 0 0,-3-6 0 16,-5-2 0-16,14-4 0 0,-3-8 0 0,10-4-148 15,-1-8-211-15,2-4-71 0,-1-6-61 16,1-2-41-16,1-1-37 0,-2 2-6 0,3 3 54 15</inkml:trace>
  <inkml:trace contextRef="#ctx0" brushRef="#br0" timeOffset="33344.37">24852 18273 3894 0,'32'-19'-184'16,"-11"5"92"-16,-8 5 92 0,-2 1 88 16,-2 4 62-16,-5-4 43 0,-3 3 33 0,-1 5 28 15,0 0 27-15,-8-14 20 0,8 14 7 16,-13-7-3-16,8 6-10 0,5 1-15 16,-14-7-21-16,14 7-22 0,-8-4-19 15,8 4-23-15,0 0-21 0,0 0-15 16,0 0-16-16,0 0-13 0,0 0-13 0,23 23-11 15,-12-15-12-15,7 4-34 0,-1 1-60 16,8 2 0-16,-2 1 0 0,2 3 0 0,0-1 0 16,-1 1 0-16,-7-3 0 0,-2-3 0 15,-5-3 0-15,-1 1 0 0,1 1 0 0,-9-2 0 16,2 3 0-16,-6-1 0 0,-2 2 0 16,-6 1 0-16,0 1 0 0,-10 2 0 15,1-4 0-15,-7 2 0 0,0 0 0 0,5-7 0 16,-1 1 0-16,2-3 0 15,3-3-83-15,-2-2-511 0,4 0-251 0,3-4-82 16,-1-4 101-16,-2-3-846 0,5-1-1108 16</inkml:trace>
  <inkml:trace contextRef="#ctx0" brushRef="#br0" timeOffset="35295.37">2320 13336 4686 0,'3'-10'-169'0,"-3"1"43"16,0 4 9-16,0 5 11 0,0 0 16 0,0 0 41 15,0 0 68-15,0 0 33 16,0 34 16-16,-3-15 6 0,6 9 15 0,-3 9 2 15,0 5 16-15,4-3-7 0,-2 2-9 16,-1 1-11-16,3-3-3 0,-2-1-8 0,2 1-7 16,-3-3-7-16,1 2-4 0,0-2-7 15,2-2-3-15,-2-6-9 0,-1-4-6 0,4-4-84 16,-3-3-74-16,4-2-73 0,-1-1-69 16,2-3-79-16,4-7-138 0,0-4-138 15,8-4 61-15,8-9-298 0,5-5-351 16</inkml:trace>
  <inkml:trace contextRef="#ctx0" brushRef="#br0" timeOffset="35577.1">2802 13592 2466 0,'0'-12'23'0,"2"5"9"0,0 2-2 15,-2 5-4-15,0 0 1 0,0 0 63 0,0 0 15 16,0 0 27-16,-9 24 1 0,7-12 25 16,2 3-20-16,0 2 23 0,4 2 2 0,1 1 5 15,5 2-8-15,5 2 2 0,5-2-6 16,3-3-12-16,1-5-5 0,4-1-14 15,-1-4-12-15,-2-6-7 0,-4 1-25 0,0-6-8 16,0 2-7-16,-2-3 14 0,-4-3 1 16,-1-2-4-16,-3-2-9 0,-2-2 0 15,-2-2-10-15,-7-3-6 0,0-2-12 16,-10-14 1-16,-3 0-4 0,-3-1-8 0,-4-7 1 16,-3 2-10-16,-4 3-5 0,2 10-41 15,2 5-52-15,-3 3-50 0,-3 15-46 16,-8 6-40-16,-8 17-54 0,-5 7-66 0,-4 10-88 15,-8 15-215-15,-1 10 18 0,0 8 58 16,2 5-260-16,0 1-306 0</inkml:trace>
  <inkml:trace contextRef="#ctx0" brushRef="#br0" timeOffset="36226.55">3376 13447 2396 0,'0'0'2'0,"0"0"-1"16,-20 10 0-16,8 1 37 0,-5 12 47 0,1 1 14 16,4 1-10-16,-2 4 35 0,6-6 23 15,6-1 22-15,1-1-2 0,4-1 22 0,8 8 16 16,5-3 6-16,7-3 4 0,3-6-7 15,5-3-10-15,4-1-12 0,-1-7-12 16,-2-1-16-16,-1-4-8 0,8-4-18 0,1-1-9 16,1-4-16-16,-5-3-11 0,-2-4-7 15,-5-2-7-15,-6 3-8 0,-7-2-10 0,-5 1-8 16,-8-2-7-16,-5-1-4 0,-8-10-6 16,-5-2-5-16,-15-6-6 0,-4 6-6 15,-7-2-5-15,-2 4-32 0,-7 6-30 16,-5 6-24-16,-2 9-34 0,3 10-52 15,-10 7-56-15,-3 13-68 0,-17 16-69 0,0 9-107 16,-2 8-235-16,2 8 37 0,1 9 69 16,4 6-322-16,2 4-386 0</inkml:trace>
  <inkml:trace contextRef="#ctx0" brushRef="#br0" timeOffset="36510.26">2511 14432 2434 0,'8'-27'88'0,"-1"6"34"0,-3 4 27 15,-2 3 8-15,2 4 1 0,-4 3-12 0,0 7 6 16,0 0 18-16,0 0 33 0,0 0 19 16,-40 44-13-16,11-2-16 0,-3 4 16 15,-1 3-12-15,-1 4-18 0,0-1-20 0,-10 13-13 16,11-13-12-16,-1-1-18 0,4 0-11 15,1-1-9-15,0-3-9 0,3-1-5 0,0-5-16 16,1-3-8-16,5-9-8 0,4-1-79 16,-4-4-87-16,3-2-115 0,0 0-124 15,0-6-139-15,2-4-196 0,-1 1 9 16,0-2 56-16,-4-3-350 0,4 1-452 16</inkml:trace>
  <inkml:trace contextRef="#ctx0" brushRef="#br0" timeOffset="36943.03">1669 15312 2886 0,'0'0'75'16,"0"0"21"-16,0 0 31 0,-16 0 22 0,16 0 18 15,0 0-6-15,0 0-10 16,-9 5-3-16,9-5-11 0,-11 10-1 0,1 3-4 15,-1 1-12-15,0 2-10 0,-2 3-12 16,-3 7-1-16,2-3 2 0,5-2-8 16,1-4-8-16,1-1-12 0,2-3-7 0,4 0-5 15,1-1-3-15,1-1-1 0,1 0-4 16,7 2-3-16,-2-2-5 0,4-1-2 0,8 0-3 16,6 5-2-16,6-3-3 0,-1-1-3 15,1-1-3-15,-4-2-3 0,-7-2-2 16,1 2-1-16,-3-1-5 0,-3-1 0 15,-2 1-1-15,-2 0 7 0,-3 0 10 16,-1-1 11-16,-2 3 16 0,-3 1 8 0,-7 0-2 16,-2 2 1-16,-4 2-1 0,-11 7-6 15,-1-4-5-15,-3 2-8 0,-4-1 1 16,-5-2-7-16,-1-2-4 0,0-1-7 0,0-4-2 16,9-2-8-16,2-4-6 0,8-1-52 15,0 0-71-15,2-2-77 0,-1-2-86 0,7-2-90 16,-1-1-90-16,8 0-142 0,2-4-142 15,4 1 74-15,8-9-425 0,9-4-558 16</inkml:trace>
  <inkml:trace contextRef="#ctx0" brushRef="#br0" timeOffset="37242.8">2096 15393 2901 0,'5'-4'50'0,"-5"4"-5"15,0 0 3-15,0 0 3 0,0 0 33 0,-16 23 32 16,5-6 25-16,0 1 10 0,-4 8 6 15,2 0-15-15,2 1-11 0,2-5-13 0,4-3 11 16,1-2-3-16,2-3 2 0,4-1-2 16,4 1-2-16,-1-3-6 0,9-1-6 15,1-4-11-15,6-4-17 0,0 0-10 0,6-4-5 16,0 0-6-16,-5-4 0 16,-3 2-9-16,-4 2-1 0,-3-4 0 0,-3 1 2 0,-1 1-5 15,-8 4-8-15,2-12 0 16,-2 12-5-16,-15-15-10 0,-3 5-2 0,0-1-5 15,-11-5-1-15,-3-2-6 0,0-1-2 16,-9-5-46-16,5 0-72 0,-2 1-88 16,9 3-79-16,1 2-106 0,5-2-187 0,2-4-144 15,2 4 67-15,5 3-390 0,7 2-508 16</inkml:trace>
  <inkml:trace contextRef="#ctx0" brushRef="#br0" timeOffset="37460.5">2300 14779 2893 0,'0'-6'163'0,"0"6"25"0,0 0-14 15,-2-10-18-15,2 10 3 0,0 0 31 0,0 0 28 16,17 2 16-16,2-1-5 0,19 4-19 16,19 4-24-16,12-2-14 0,2 1-10 15,4 1-20-15,-3-1-25 0,-4 1-63 0,0 2-44 16,4 4-60-16,-4-4-117 0,-5 7-143 15,-6 3-156-15,-8 4-259 0,-9 8 71 0,-10 0 71 16,-12-2-336-16,-11 4-400 16</inkml:trace>
  <inkml:trace contextRef="#ctx0" brushRef="#br0" timeOffset="37826.26">3277 15234 2860 0,'-28'0'154'16,"1"2"5"-16,2 3 24 0,-7 2 35 16,-3 4 28-16,3 4 15 0,0 1 0 0,1 1-11 15,3 1-21-15,-1 3-7 0,4 2-16 16,3 1-18-16,4-2-10 0,5 4-15 0,1-4-6 16,9-3-12-16,3-1-6 15,3 0-9-15,5 2-11 0,7 4-8 0,7-2-9 16,2-1-12-16,6-3-9 0,5 0-9 15,1-3 0-15,-1-1-11 0,-1-1 0 16,-2 2-15-16,0-1-1 0,-9-4-8 0,-6-2-3 16,-5-1 5-16,-1 1 9 0,-1-2 15 15,-4 1 13-15,-2 0 10 0,-4-7-6 0,-8 15-5 16,0-5-4-16,-7 2-6 0,-2-1-6 16,-4 0-6-16,2 1-9 0,-1-5-7 0,0 2-10 15,4-4-50-15,0-1-107 16,2 0-139-16,-1-7-140 0,3 0-151 0,5-4-195 15,1-2-111-15,4 2 105 0,4-6-712 16,7-1-920-16</inkml:trace>
  <inkml:trace contextRef="#ctx0" brushRef="#br0" timeOffset="38109.44">3647 15445 4240 0,'12'-4'-55'16,"-5"1"24"-16,-3 2 31 0,-4 1 45 15,0 0 80-15,0 0 53 0,9 17 11 16,-7-5-10-16,0 2 55 0,-2 1-5 0,0 2-37 15,0-1-4-15,4-1-27 0,0 1-7 16,2-3-2-16,1-1 3 0,4-1-8 16,1-3-9-16,1 0-8 0,5-6-12 0,0-2-14 15,3-1-6-15,4-4-12 16,-2-3-8-16,-2 0-8 0,-4 0 1 0,-6-1 9 0,1 0-4 16,-8-1-6-16,-4 0-15 15,-5-5 1-15,-13-11-6 0,-5 4-5 0,-4-2-9 16,-9-5-5-16,-2 2-7 0,-3 5-6 15,2 8-5-15,1 5-24 0,-7 3-85 16,-7 9-91-16,-13 9-98 0,4 8-111 0,0 9-109 16,-10 11-165-16,1 7-171 0,2 5 95 15,-1 6-680-15,-4 0-876 0</inkml:trace>
  <inkml:trace contextRef="#ctx0" brushRef="#br0" timeOffset="38443.62">1699 16481 4262 0,'6'-7'85'0,"-1"6"-2"0,-5 1 4 15,0 0 27-15,0 0 68 0,0 0 23 16,-24 47 2-16,-4-11 9 0,-1 7 24 16,-1 1-19-16,-3-2-19 0,5 3-16 0,-1 2-19 15,4-1-18-15,2 1-13 0,2-2-26 16,2-2 0-16,7-7-7 0,1-2-17 0,2-1-12 16,3-9-43-16,-2-3-78 0,4-4-101 15,-3 0-118-15,3-3-113 0,-1-2-122 16,-4-4-210-16,0-1-69 0,0-4 81 0,-3-1-568 15,-1 1-727-15</inkml:trace>
  <inkml:trace contextRef="#ctx0" brushRef="#br0" timeOffset="39009.06">1122 17181 3777 0,'-6'-7'66'0,"5"-1"26"15,1 8 32-15,-4-14 50 0,4 5 31 0,0 3 4 16,0 6-15-16,5-14-19 0,-1 11-10 15,-4 3-10-15,15 0-14 0,-15 0 9 16,23 13-1-16,-7 1 5 0,-3 3-8 0,-4 0-8 16,1 3 3-16,-1 9 6 0,-3 4 24 15,-1 1-5-15,2-1-14 0,-5-9-10 16,1-4-15-16,-1-3-9 0,0-6-10 16,0-1-1-16,2 1-3 0,-3-5-8 15,1 0-11-15,-2-6-5 0,12 5-3 0,-12-5-17 16,21-5-18-16,-4-5-44 0,12-3-57 15,-1-5-68-15,10-9-67 0,4-4-67 16,2-3-59-16,5-3-44 0,-1-4-2 0,0 1 17 16,-4 1 35-16,-3-2 32 0,-6 4 31 15,-12 10 40-15,-4 0 64 0,-6 8 67 0,-5 2 81 16,-6 3 41-16,2 5 33 0,-4 1 19 16,-4 1 5-16,4 7-7 0,-16-2 14 15,16 2 10-15,-32 17 19 0,17-3 2 0,-8 5-1 16,2 3 18-16,6 0-7 15,5 0-9-15,6 2-7 0,2-7 13 0,4 5-12 16,6-1-9-16,4 6-6 0,2-2-11 16,8-2-8-16,-3-5-5 0,3 1-12 15,-2-5-7-15,-3-4-9 0,0-1 3 0,0 3-5 16,-6-4 0-16,2 1-3 0,-6-1 7 16,-2-1 18-16,1 0 6 0,-2 0 12 0,-1 1-12 15,-3 3-37-15,-5 1-54 0,-3 2 0 16,-3 1 0-16,-4 3 0 0,4-7 0 15,-5 5 0-15,-3 5 0 0,2-8 0 0,-1-1 0 16,2 0 0-16,0-3 0 0,1-1-88 16,-1-2-269-16,5-5-127 0,-6-4-143 0,0-6-244 15,-6-11 34-15,7-6 70 16,0-6-648-16,1-14-866 0</inkml:trace>
  <inkml:trace contextRef="#ctx0" brushRef="#br0" timeOffset="39259.01">1791 16068 4179 0,'-16'-14'49'0,"5"5"11"0,2 2 4 0,3 6 13 0,6 1 68 0,0 0 32 16,-2 22 27-16,10 7 27 0,7 6 23 15,11 8-29-15,5 2-11 0,11 4-13 16,15 7-19-16,4 0-15 0,8-7-13 15,-2-5-17-15,-12-7-13 0,13 7-13 16,2 1-14-16,-2-2-28 0,-17-9-65 0,-1-1-93 16,-11-1-88-16,-6-3-99 0,-10-1-88 15,-6-1-69-15,-9-4-136 0,-8-3-197 0,-2-4 71 16,-4 3 74-16,-4 1-445 0,-5 6-539 16</inkml:trace>
  <inkml:trace contextRef="#ctx0" brushRef="#br0" timeOffset="39826.31">2315 17096 3333 0,'-10'-9'183'0,"3"-1"6"15,2 2 41-15,-2 4 40 0,3-2 15 0,4 6-12 16,-2-11-26-16,2 11-18 0,10-10-6 16,5 8-20-16,0 2-10 0,6 2-30 0,4 5-4 15,8 5-13-15,-5 4-13 0,-1 5-8 16,-4 3 6-16,-6 3-5 0,-1 2 1 15,-7 4 2-15,-5 1 2 0,-4-3 10 0,-2-6-1 16,0 1-5-16,0-7-10 16,0-2-5-16,0-2-11 0,2-4 4 0,0-2-33 15,2-5-80-15,-2-4 0 0,9 6 0 16,-9-6 0-16,36-19 0 0,1-7 0 0,-1-3 0 16,0 0-169-16,4 0-138 0,6-1-24 15,-2-2-63-15,2 0-37 0,1 1-9 16,-3 4-3-16,-6 1 28 0,-9 6 48 0,-6 3 70 15,-5 5 81-15,-4 0 83 0,-6 3 67 16,-5 4 68-16,1-1 72 0,-4 6 30 0,0 0 13 16,0 0 28-16,0 0 10 0,0 0 14 15,0 0 20-15,-36 8 10 0,29 1 9 16,-1-1-3-16,2 4 13 0,2 0-10 0,0 5-14 16,4-6-11-16,6 7-9 0,2-1-20 15,2 1-13-15,6 5-13 0,5 0-15 16,4-2-8-16,2-1-10 0,4 1-8 15,-5-4-9-15,3-1-9 0,-12-3-3 0,-2-3-3 16,-2 2 11-16,-7-5 5 0,2 0 13 16,0 2 13-16,-3-3-89 0,-1 4-16 15,-2-3 0-15,-4 5 0 0,-4 2 0 0,-5 1 0 16,-8 6 0-16,-4-1 0 0,-2-1 0 16,3-4 0-16,-3 3 0 0,3-5 0 0,4-3 0 15,0-2 0-15,3-1 0 16,0-3 0-16,1-3-596 0,1-2-209 0,0-4-139 0,-3-7 104 15,-3-9-863-15,6-6-1136 16</inkml:trace>
  <inkml:trace contextRef="#ctx0" brushRef="#br0" timeOffset="40143.12">3693 16012 4718 0,'2'-9'-25'0,"0"1"9"16,-2 2-1-16,0 6 3 0,0 0 28 0,0 0 84 0,0 0 50 16,16 35 32-16,-7 0 23 0,2 13 12 0,-2 7-4 15,1 3-5-15,-1 5 9 0,-1 1-8 16,-3 0-3-16,4-1-20 0,-2-4-19 15,-3-1-18-15,1 0-11 0,1-3-15 0,-3-10-7 16,0 0-19-16,-1-4-5 0,2-2-24 16,-4-3-79-16,0-9-98 0,0-5-108 0,-2-4-104 15,2-3-113-15,0-3-117 16,0-5-175-16,-2-3-53 0,2-4 86 0,0 0-600 0,0 0-752 16</inkml:trace>
  <inkml:trace contextRef="#ctx0" brushRef="#br0" timeOffset="40359.21">3731 16322 3499 0,'-14'-31'40'16,"-3"0"51"-16,-2 6 45 0,4 1 68 0,3 4 62 16,5 6 36-16,-1 3 16 0,3 4-22 15,3-2-33-15,2 9-13 0,7-9-11 0,-7 9-13 16,36 6-23-16,4 8-14 0,12 7-15 16,5 8-22-16,1 4-14 15,8 14-10-15,-5 1-17 0,0 1-8 0,-15-7-16 16,-1 1-2-16,3-1-12 0,-6 3-12 0,-2-4-61 15,-1-3-80-15,-7 1-87 0,-2 1-67 16,-3-3-109-16,-3-2-141 0,-6-9-209 16,-7-5-133-16,-1-4 92 0,-6-1-651 0,-2-3-839 15</inkml:trace>
  <inkml:trace contextRef="#ctx0" brushRef="#br0" timeOffset="40725.87">3659 17302 4183 0,'-18'5'148'0,"4"-3"1"15,5 0-2-15,2 0 8 0,7-2 14 0,0 0 2 16,0 0-5-16,0 0-19 0,15-21-6 15,11 9-17-15,3 0-13 0,5 5-9 0,1 1-15 16,-7 4-11-16,-3 2-5 0,0 5-1 16,-2 3 5-16,4 8 4 0,-5 8 33 15,-4 6 25-15,-9 3 15 0,-3 4 20 0,-9 2 21 16,0-1 10-16,-3-2 3 16,-1-2-2-16,-1-3-10 0,0-8-19 0,4-3-103 15,1-5-72-15,3-1 0 0,-2-5 0 16,2 0 0-16,4-2 0 0,-1-1 0 0,-3-6 0 15,18 4 0-15,-18-4 0 0,25-8 0 16,-10-1-436-16,0-3-177 0,7-8-171 16,0-1-100-16,-1-3 93 0,0 0-802 0,-1-1-1033 15</inkml:trace>
  <inkml:trace contextRef="#ctx0" brushRef="#br0" timeOffset="41025.57">4272 17330 4522 0,'0'0'92'0,"0"0"38"16,-10-11 45-16,10 11 60 0,0 0 40 15,-7-3 0-15,7 3-20 0,0 0-27 16,0 0-20-16,0 0-22 0,0 0-12 0,0 0-6 16,0 0-9-16,12 28-15 0,-7-14 2 15,5 5-1-15,2 6-5 0,0 0-7 0,1 2-2 16,-2-3-3-16,-6-4 2 0,2-1-118 16,1 0-12-16,0 0 0 0,-2 1 0 15,-1-1 0-15,-1 0 0 0,0-3 0 0,-4 3 0 16,2-2 0-16,-6 9 0 0,-2 3 0 15,-1 5 0-15,0-2 0 0,-6 2 0 0,2-1 0 16,-2-2 0-16,-2 0 0 0,-1-4 0 16,3 0 0-16,3-7 0 0,4-5 0 15,1-5 0-15,1-1 0 0,2-2 0 16,2-4 0-16,0-3-452 0,0 0-230 0,0 0-186 16,0 0-11-16,23-23 96 0,-19 12-757 15,4-5-983-15</inkml:trace>
  <inkml:trace contextRef="#ctx0" brushRef="#br0" timeOffset="41659.56">4355 17208 3936 0,'-5'-13'-124'0,"-3"6"51"0,1 0 40 0,2 2 41 15,-4-1 43-15,9 6 37 0,-13-6 24 16,13 6 15-16,-14 0 15 0,14 0 24 0,-20 15 15 15,6 1 13-15,-2 9 12 0,-2 4 23 16,3 4 7-16,1 4-2 0,3 0 2 16,2 1-4-16,3-1-4 0,0 2-12 15,4-2-21-15,2-8-20 0,2 5-10 0,0-3-8 16,6 1-16-16,3 0-13 0,2-1-11 16,5-1-13-16,-2-1-12 0,4 0-5 0,1-3-12 15,2-2-8-15,-1 0-3 0,-2-2-32 16,-4-4-32-16,-2-5 0 0,-3-3 0 15,1 2 0-15,-6-3 0 0,-1 1 0 0,-1-2 0 16,-2 3 0-16,-2-3 0 0,-2 2 0 16,-3-4 0-16,-3 3 0 0,1-1 0 0,-3 0 0 15,-3 0 0-15,1-3 0 16,1-1 0-16,-2 0 0 0,1 0-148 0,2-2-319 16,-2-2-157-16,12 0-232 0,-18-7 3 0,12 0 87 15,-2-3-757-15,4 1-967 16</inkml:trace>
  <inkml:trace contextRef="#ctx0" brushRef="#br0" timeOffset="42225.26">4622 17100 4505 0,'2'-27'51'16,"7"2"13"-16,2-2 19 0,0 7 24 0,3 3 12 15,-1 3-5-15,-1 5-6 0,0 6 5 16,1 1 19-16,-13 2 13 0,31 17-3 16,-10 5 45-16,-3 6-7 0,-4 4 3 0,-3 3 1 15,-4 6 1-15,-1-2 2 0,-3 1-3 16,1-1-17-16,-2-2-16 0,2-2-11 16,0-8-10-16,0-8-7 0,0-1-12 0,-1-3-8 15,6-1-6-15,4-5-8 0,-1-3-10 16,6-6-51-16,4-5-28 0,10-5 0 0,11-13 0 15,0-10 0-15,-4-6 0 16,8-22-103-16,1-6-104 0,-4-4-28 0,-5-1 0 0,-2 1 11 16,-13 14 21-16,1 6 20 15,-5 2 21-15,-7 19 22 0,-3 1 34 0,-6 10 35 16,-3 3 33-16,-2 8 26 0,-3 3 35 16,4 5 40-16,0 0 45 0,-31 17 30 15,8 5 26-15,4 3 11 0,2 2 10 0,2 4 8 16,4 0-10-16,3-6-8 0,3-3-16 15,5-1-11-15,2 3-16 0,3-2-59 0,4 9-73 16,0-4 0-16,3 2 0 0,3-2 0 16,-1 2 0-16,-1 0 0 0,6-2 0 0,-6 1 0 15,-3-5 0-15,2 6 0 0,-7-4 0 16,1-2 0-16,-3-2 0 0,-3-1 0 16,-3 1 0-16,-1-1 0 0,-5 7 0 15,-1-6 0-15,0-3 0 0,-6 5 0 0,-4-3 0 16,-1-1 0-16,-4-4 0 0,5-5 0 15,-9 3 0-15,4-5 0 0,4-5 0 16,3-1-620-16,-6-2-388 0,3-2 118 0,-2-1-1039 16,-1-4-1351-16</inkml:trace>
  <inkml:trace contextRef="#ctx0" brushRef="#br0" timeOffset="43059.21">8674 15912 5468 0,'-17'-6'-187'0,"17"6"25"16,-38 23 35-16,0 2 30 0,-3 8 29 16,-4 2 30-16,1-1 36 0,-1 2 25 15,3 2 0-15,5-1 1 0,1 0-8 0,7-4 3 16,4 2-2-16,5-6-5 0,4-1 2 16,5-3-3-16,4-2-38 0,0-8-82 0,6-1-100 15,2-6-82-15,1-3-121 0,-2-5-229 16,0 0 51-16,27-17 63 0,-4-8-201 0,6-11-220 15</inkml:trace>
  <inkml:trace contextRef="#ctx0" brushRef="#br0" timeOffset="43241.79">8642 15865 2312 0,'22'-18'182'15,"-2"9"-9"-15,-3 4 30 0,4 3 42 16,3 4 30-16,12 3 21 0,5 7 12 0,4 4 1 16,3 2-16-16,3 6-23 15,3 5-25-15,1-4-25 0,4 0-25 0,-1 0-15 16,-7 4-23-16,0-5-20 0,-5-1-18 15,-4-2-53-15,-12-4-99 0,-3 2-110 0,-4-2-104 16,-6-2-117-16,-5 2-121 0,-5-5-241 16,-7 1 52-16,0 3 72 0,-7 3-388 15,-11 8-467-15</inkml:trace>
  <inkml:trace contextRef="#ctx0" brushRef="#br0" timeOffset="43541.99">7590 16794 2992 0,'0'-13'111'0,"2"5"13"0,-2 0-18 0,0 8-2 16,0 0 30-16,0 0 44 0,0 0 49 15,0 0 24-15,21 26 6 0,-14-3-10 16,4 12-34-16,0 0-23 0,-4 3-20 0,2 1-8 16,1-1-19-16,-4-1-12 15,3 1-19-15,-2-1-13 0,0-3-13 0,0 0-11 16,1-5-3-16,-5-3-64 0,1-5-96 16,-2-6-106-16,2 1-119 0,0-5-126 0,-2-4-198 15,-2-2-70-15,0-5 80 0,0 0-457 16,0 0-555-16</inkml:trace>
  <inkml:trace contextRef="#ctx0" brushRef="#br0" timeOffset="43825.18">7801 16901 2913 0,'4'-17'48'0,"3"2"31"0,-7 4 17 16,4 5 22-16,-1-1 26 0,3 2 33 0,-6 5 22 15,9-3 34-15,-9 3 27 16,0 0 25-16,23 21 22 0,-16-1 2 0,2 12 4 15,-2 2-7-15,-2 2-13 0,-3 3-11 16,-2-5-13-16,-2 3-19 0,4-7-19 0,0-7-8 16,2 0-9-16,1-1-1 0,3-2-13 15,2-4-13-15,3 1-145 0,4-7-42 0,2-2 0 16,2-2 0-16,6-5 0 0,-4-1 0 16,4-1 0-16,-3-5 0 0,1 2 0 15,-2-2 0-15,-2-1 0 0,-2 2 0 16,-4 2-435-16,0-1-185 0,-3 1-176 15,-3 0-87-15,-9 3 85 0,0 0-787 0,15 5-1025 16</inkml:trace>
  <inkml:trace contextRef="#ctx0" brushRef="#br0" timeOffset="44475.09">9301 16490 4664 0,'4'-9'50'0,"-2"2"-8"0,-2 7 16 0,0 0 49 16,0 0 59-16,26 21 66 0,-12-5 29 15,1 10 1-15,0 3-16 0,-2 4-16 0,-1 4-20 16,3 7-22-16,-3-6-24 0,-3-1-13 15,-1 2-16-15,-3-4-17 0,-1 0-15 16,-1-6-37-16,1-7-102 0,-4-1-106 0,1-1-106 16,-1-4-89-16,0-2-73 15</inkml:trace>
  <inkml:trace contextRef="#ctx0" brushRef="#br0" timeOffset="46425.11">9644 16601 1654 0,'-8'-6'131'0,"8"6"8"0,-13-8 11 0,10 4 9 0,-5 0 9 0,3-5 12 0,0 3 5 16,3-4 20-16,2-3 3 0,4-3-18 15,2 2-16-15,4-7-15 0,6-4-15 0,7 2-13 16,2 4-13-16,2 3-11 0,-2 6 4 16,-5 7-6-16,1 3 17 0,4 7 9 0,6 6 10 15,-1 9 19-15,-6 3 17 0,-6 5 5 16,-4 4 22-16,-9 5 5 0,-6 2 22 16,-7-2 3-16,-6 9 0 0,0-4 2 15,0-9-10-15,3-4-6 0,3-8-13 16,6-3 4-16,-4-7 5 0,6-1 8 0,6-3-16 15,0-1-208-15,10-4 0 0,4-2 0 16,10-6 0-16,16-1 0 0,9-5 0 0,2 2 0 16,2-6 0-16,-3 3 0 0,-13 5 0 15,-2-4 0-15,1 2 0 0,-5 3 0 0,-6 1 0 16,-8 0 0-16,-2 2 0 0,-2 0 0 16,-2-2-201-16,-4 2-385 0,-1-1-108 15,1 2-221-15,1-3 68 0,-3-1 93 0,-2 3-672 16,3-4-878-16</inkml:trace>
  <inkml:trace contextRef="#ctx0" brushRef="#br0" timeOffset="46957.89">12166 15482 3993 0,'3'-6'-31'0,"-3"6"-4"0,0 0 7 0,0 0 6 0,0 0 63 0,-21 36 55 0,3-5 38 0,-11 8 41 15,-1-1 24-15,-8 2 9 0,4 0 2 16,0-2-19-16,0 0-18 0,2 2-14 0,-1-3-15 16,3-2-15-16,7-8-10 0,1-2-17 15,10-7-13-15,0-3-9 0,2-5-2 0,3 0-49 16,1-5-51-16,5-3-74 0,1-2-93 16,0 0-77-16,0 0-50 0,12-31-18 0,2 3 7 15,8-11 26-15,2-6 35 16,2-5 27-16,-1 1 53 0,0 3 66 0,0 3 57 15,-6 14 46-15,-2 2 39 0,4 8 47 16,-6 4 33-16,0 8 34 0,4 5 49 16,-1 6 41-16,14 6 22 0,12 11 9 0,-3 5 14 15,6 1-21-15,1 4-9 0,2 0-23 16,4 0-20-16,1 1-15 0,-3-4-25 0,-3 2-12 16,-1-4-14-16,-6 1-26 0,-3-6-12 15,-10-2-12-15,-4-3-86 0,-6-6-93 0,-4 0-92 16,-3-1-107-16,-4-1-123 0,-7 3-132 15,-1-3-209-15,-7 4 63 0,-5 2 74 0,-6 7-458 16,-20 6-553-16</inkml:trace>
  <inkml:trace contextRef="#ctx0" brushRef="#br0" timeOffset="47360.47">11658 16344 3408 0,'0'-7'222'0,"0"7"-24"0,0-8-19 0,0 8-18 0,0 0 73 0,0 0 70 0,-21 25 16 0,1 1 1 0,-9 6-16 16,-1 6-15-16,-3-2-24 0,3 3-22 15,-1 0-26-15,1 0-20 0,3 1-20 16,0-3-16-16,6-6-17 0,6-2-16 15,0-4-13-15,5-2-12 0,3-3-12 0,2-5-8 16,4-1-9-16,1-2-4 0,1-3-9 16,2-1-9-16,5 0-3 0,-1-6-48 0,-7-2-2 15,25-2 0-15,-10-2 0 0,-1 0 0 16,-3-2 0-16,1 0 0 0,-3-5 0 0,0 1 0 16,-2-3 0-16,-2 4 0 15,-3-2 0-15,-2 2 0 0,-2 0 0 0,0 0 0 16,-2 1 0-16,-6 2-42 0,3-1-87 15,0 3-31-15,-4 1-33 0,2 2-44 16,9 1-56-16,-17 0-61 0,7 4-70 0,1-2-83 16,-1 3-163-16,6 1-110 0,4-6 73 15,-2 8-550-15,2-8-717 0</inkml:trace>
  <inkml:trace contextRef="#ctx0" brushRef="#br0" timeOffset="47791.88">12939 16131 3709 0,'5'-8'42'0,"-5"3"-8"0,0 5-6 0,7-5-1 0,-7 5 79 0,0 0 61 0,-16 35 44 0,0-2 15 0,-13 13 5 16,-2 6 11-16,1 1 12 0,-2-2 7 0,-2-1 6 15,9-2-8-15,0-2-16 0,3-3-18 16,9-8-11-16,5-4-9 0,4-8-9 16,3 0-6-16,1-8 0 0,3 1-6 0,4-3-11 15,2-3-19-15,2-2-12 0,7-3-131 16,-2-4-11-16,0-2 0 0,0 0 0 15,4-5 0-15,-4 0 0 0,-3 1 0 16,-4 0 0-16,-1-2 0 0,-2-1 0 0,-3-2 0 16,-1-3 0-16,-4 2 0 0,1-3 0 15,-7 0 0-15,0-3 0 0,-3 1 0 0,-5 1 0 16,-6-3 0-16,-1 7 0 0,1 5-83 16,-2-2-441-16,0 6-152 0,0 4-260 15,-2 2 75-15,-9 3 100 0,1 5-718 16,2 2-928-16</inkml:trace>
  <inkml:trace contextRef="#ctx0" brushRef="#br0" timeOffset="51591.05">11825 16194 3880 0,'-14'-20'-169'0,"-3"3"24"15,-6-2 16-15,-9-1 27 0,-2 3 24 0,-14-4 19 0,-2 4 16 16,-5 3 11-16,9 6 10 0,-6 8 12 15,-9 6 2-15,-2 5 5 0,1 9 17 0,-18 14 2 16,5 11 7-16,3 11 34 0,8 12-4 16,3 4 23-16,3 6-4 0,10 2 11 0,9 4 6 15,8-4-2-15,17-15 19 0,9-1 4 16,10-2 3-16,7-4-3 0,10 0 4 0,10-4-6 16,9-9-9-16,20 7-5 0,-7-19-10 15,5-4-10-15,8-5-2 0,-1-11-8 16,4-6-7-16,7-7-3 0,-1-7-11 0,1-8-3 15,10-11-5-15,-4-5-5 0,-6-9-2 16,-7-1-3-16,-7-8 4 0,-22 6-9 0,-9-8 3 16,-1-6-3-16,-13-6-4 0,-6-9 3 15,-12-4-3-15,-7-26-9 0,-11 1 2 16,-11 2-6-16,-7 3 5 0,-10 5-3 16,-8 11 3-16,-7 8-5 0,-9 14-4 0,2 14-3 15,7 15 3-15,-2 12-32 0,-1 10-56 16,-1 9-49-16,-1 10-82 0,5 10-101 15,0 7-210-15,7 4-121 0,-5 17 73 0,20-5-349 16,1 2-407-16</inkml:trace>
  <inkml:trace contextRef="#ctx0" brushRef="#br0" timeOffset="56039.48">10955 17549 2745 0,'0'0'40'0,"0"0"-5"0,0 0-2 0,0 0-3 0,0 0 40 0,0 0 29 0,0 0 43 15,-5 35 25-15,3-17 10 0,0 1 7 16,0 5 4-16,2-4-6 0,0 0-14 0,2 3-13 15,0 0-20-15,0 0-11 16,2-5-14-16,-3 3-9 0,1-6-11 0,2 1-10 16,0-1-9-16,-3-1-7 0,-1-4-10 15,0-1-24-15,2-1-59 0,0-2-79 16,-2-6-71-16,0 8-75 0,0-8-76 0,0 0-106 16,0 0-154-16,0 0-8 0,0-26 67 15,7 11-224-15,-5-7-245 0</inkml:trace>
  <inkml:trace contextRef="#ctx0" brushRef="#br0" timeOffset="56224.15">10853 17495 2299 0,'-14'-4'93'0,"7"3"1"0,7 1 8 16,-16-4 40-16,16 4 38 0,0 0 23 16,-9-2-4-16,9 2-6 0,0 0-6 15,0 0-11-15,0 0-11 0,0 0-14 0,0 0-16 16,30-8-13-16,-5 1-14 0,11-2-17 15,6 1-40-15,-2-1-93 0,2 1-102 0,2-3-129 16,-2 1-191-16,-4 2-181 0,-10 4 63 16,-5 2-282-16,-3 4-349 0</inkml:trace>
  <inkml:trace contextRef="#ctx0" brushRef="#br0" timeOffset="57356.46">10818 17952 2369 0,'-11'6'93'0,"3"-2"16"16,5 3 0-16,3-7 3 0,-11 4-2 0,11-4 15 15,0 0-6-15,0 0-16 0,0 0-12 16,0 0-5-16,0 0-8 0,0 0-16 16,41-21-58-16,-22 11-43 0,5-5-44 0,5-1-36 15,2 1-18-15,-1-3-15 0,1 1 6 16,-6 2 14-16,-4 3 13 0,-5 0 21 0,2 2 25 15,-3 3 44-15,-1 0 34 16,-7 0 33-16,0 4 25 0,3-2 20 0,-4 0 11 16,-6 5 10-16,13-4 27 0,-13 4 30 15,0 0 34-15,0 0 12 0,23 7-4 16,-17-2-3-16,-1 0-9 0,3 3-10 0,-2-2-9 16,1 2-11-16,-1-1-11 0,0 0-12 15,-1 0-4-15,2-2-13 0,-4 0-11 0,-3-5-9 16,9 11 1-16,-3-8 2 0,-6-3 3 15,10 5 5-15,-10-5-12 0,0 0-14 16,22-12-7-16,-8 3-6 0,1-2-5 0,4-3-8 16,-6 2-15-16,3 0 2 15,-3 3-3-15,-1 1-2 0,-3 1-5 0,-1 2-1 16,-1 0-6-16,-1 0-4 0,-6 5-2 16,12-5 5-16,-12 5 2 0,9-6 2 15,-9 6-6-15,12 0-3 0,-12 0-3 0,0 0 4 16,22 0-2-16,-22 0-5 0,19 2 4 15,-9-2 0-15,-10 0-9 0,19-2 1 0,-19 2 4 16,21-3-11-16,-10-1 14 0,3-2-13 16,-3-1 2-16,0-2-5 0,3 1 1 15,-3 0-1-15,0 1 0 0,0-1-1 16,-6 2-1-16,2-2 0 0,-1 4-4 0,-6 4-2 16,8-5-1-16,-8 5-1 0,10-4 4 15,-10 4-5-15,0 0 3 0,0 0 7 16,13 11-7-16,-13-11 2 0,6 10 7 0,-4-2-3 15,3-2-3-15,-5-6 3 0,8 11 2 16,-5-7 4-16,-3-4-5 0,9 10 13 16,-5-6-1-16,-4-4 1 0,0 0 0 0,11 4 14 15,-11-4-10-15,0 0-3 0,0 0-3 16,0 0 2-16,19-10 2 0,-12 4-10 0,-3 2 3 16,-4 4-7-16,11-9-3 0,-4 5-6 15,-7 4 3-15,7-4-5 0,-7 4-2 16,0 0-2-16,0 0 0 0,0 0 1 0,23 7 3 15,-17-3-1-15,-3 2 3 16,3-2 1-16,-1 2-6 0,1 0 3 0,-6-6-6 16,16 6-5-16,-9-4-9 0,-7-2-6 15,19 2-7-15,-19-2-4 0,25-10-7 0,-10 4-9 16,3-4-3-16,7-7 1 0,-5-3 3 16,-1 1 7-16,-4-4 6 0,3-5 6 15,-5-1-1-15,-3-2 9 0,-1 2 0 0,-2-1 7 16,-1 6 3-16,-1 7 5 0,-2 0 5 15,-1 8-1-15,0-2 1 0,0 2-3 0,0 5 2 16,-2 4-1-16,0 0 7 0,0 0 7 16,0 0-1-16,11 19 0 0,-6-7 1 15,2 1-1-15,-2 1 0 0,1 1-1 0,1-1 1 16,2-2 2-16,-2 1 5 16,0 0-1-16,-1-3-1 0,1-2 10 0,-2 1-2 0,2-2 2 15,-1-2-2-15,-1 2-2 16,-1-4 0-16,-4-3-5 0,12 7-2 0,-12-7-22 15,9 4-15-15,-9-4-12 0,11 3 1 16,-11-3-13-16,0 0-8 0,0 0 1 16,0 0 9-16,18-5 4 0,-18 5 7 0,6-9 4 15,-6 1 3-15,0 8 3 0,1-14 6 16,-1 7 6-16,0 7 3 0,2-10 2 0,-2 10 1 16,2-7 1-16,-2 7 2 15,0 0 1-15,0-8 0 0,0 8 1 0,0 0 9 16,0 0-9-16,0 0-2 0,0 0-57 15,0 0-97-15,0 0-100 0,0 0-110 16,14-2-184-16,-14 2-114 0,0 0 64 0,11 2-380 16,-11-2-466-16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16:01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17690 16790 3161 0,'0'0'309'0,"-2"-11"-73"0,2 11-85 0,2-10-30 0,-2 10-25 0,2-7 10 15,-2 7 13-15,9-3 12 0,-9 3 3 0,0 0 1 16,29 10-5-16,-15-2-9 0,1 3-8 15,0 3-10-15,-2 1-8 0,7 8-5 16,-6 1 6-16,2-1-4 0,-3 2 1 16,-2-3-5-16,-1-2-5 0,0 1 2 0,-1 8-3 15,3 0-6-15,-7-5-6 0,6 4-2 16,1-1 5-16,1-2-6 0,3 2-6 16,1-2-6-16,-2-1-7 0,0 2-4 0,3 0-9 15,-2-1-4-15,4 1 14 0,-4 0 2 16,-2 1 5-16,-3 0 32 0,1 1 2 0,-2-3-6 15,-7-8 6-15,3 5 3 0,-4-5 1 16,0 0-5-16,-1 0-3 0,-1-3-12 16,0-2-1-16,0 0-8 0,3-3-6 15,-3 0-6-15,0-2-4 0,0-7-1 16,0 14 2-16,0-14-3 0,-3 7-1 0,3-7-16 16,0 0 4-16,0 0-5 0,0 0-10 15,-27-29-27-15,13-2-35 0,-6-15-56 0,2-5-49 16,-1-9-21-16,-2-2-2 0,2-2 14 15,-1-3 14-15,6 1 21 0,0 4 7 0,1 3 13 16,4 10 14-16,2 11 9 0,3 4 10 16,4 5 10-16,0 7 10 0,0 3 20 15,0 1 24-15,0 5 14 0,0 0-1 0,2 3-4 16,0 8 6-16,-2 2 50 16,0 0 36-16,21 25 14 0,-7 8 14 0,-1 14 16 15,0 6 16-15,-1 7 12 0,-3 5 2 16,-3 2 1-16,-2 2-11 0,-3-2-11 0,-1-4-8 15,3-2-9-15,-3-15-11 0,2-3-100 16,-2-4-17-16,0-8 0 0,2-7 0 16,-2-6 0-16,-2-2 0 0,4-3 0 0,-2-1 0 15,-2-1 0-15,4-5 0 0,-2-6 0 16,0 8 0-16,0-8 0 0,0 0 0 0,2-25 0 16,-4 0 0-16,4-16 0 0,-2-7 0 15,2-14 0-15,1-2 0 0,1-4 0 0,3 3 0 16,2 2 0-16,-2 9 0 0,0 15 0 15,1 6 0-15,-3 12 0 0,-2 3 0 16,3 11 0-16,-4 5 0 0,-2 2 0 16,0 0 0-16,1 27 0 0,-2-2 0 15,-1 13 0-15,-2 0 0 0,2 4 0 0,-1 1 0 16,0 0 0-16,-3-1 0 0,2-3 0 16,3-3 0-16,-1-10 0 0,-2-1 0 0,4-6 0 15,-2-4 0-15,0-1 0 0,2-2 0 16,0-2 0-16,0-1 0 0,0-4 0 15,0-5 0-15,0 0 0 0,0 0 0 16,0 0 0-16,11-24 0 0,-5 2 0 0,4-12 0 16,1-4 0-16,0 4 0 0,1 2 0 0,-2 8 0 15,-5 7 0-15,3 3 0 16,-7 6 0-16,2 1 0 0,-3 7 0 0,0 0 0 16,0 0 0-16,0 0 0 0,-14 31 0 15,7-18 0-15,0 4 0 0,-4-1 0 0,4-1 0 16,0 3-139-16,-4-1-289 0,8-3-128 15,-5-3-135-15,5-1-215 0,-7-2 74 16,2-1 89-16,1-4-582 0,-4 1-782 0</inkml:trace>
  <inkml:trace contextRef="#ctx0" brushRef="#br0" timeOffset="800.64">3152 17556 3948 0,'-11'-7'109'0,"11"7"-7"0,0 0 2 0,0 0 12 0,-11 23 25 16,11-5 15-16,2 8 25 0,2 12 1 16,1 4 9-16,2 11 20 0,2-1-7 0,0 0-17 15,-2-13-18-15,0 0-23 0,1-3-11 16,-1-1-10-16,-1-2-10 0,0-6-8 15,-4-5-14-15,3 1-15 0,-1-6-7 0,-2-4-62 16,0-1-68-16,0-3-77 16,-2-2-96-16,0-7-94 0,0 0-96 0,0 0-83 15,0 0-131-15,-17-26-99 0,5-6 63 16,-3-11-402-16,-2-5-545 0</inkml:trace>
  <inkml:trace contextRef="#ctx0" brushRef="#br0" timeOffset="969.1">2900 17604 3167 0,'-19'-3'55'0,"0"1"46"15,4 2 39-15,1 3 38 0,3-1 26 16,0 1 15-16,-1-1-2 0,12-2-4 16,-13 6-3-16,13-6-5 0,0 0-3 15,0 0-13-15,0 0-15 0,18 10-21 16,2-12-2-16,6-2-27 0,12-8-11 0,10-3-47 16,5-4-77-16,-3-3-112 0,-2 0-131 15,-1 5-127-15,-11 4-160 0,-4 5-208 16,-5 7 57-16,-4 6-441 0,-9 7-600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1945 23 7233 0 0,'31'-13'2716'0'0,"-11"3"9926"0"0,-31 13-12334 0 0,-241 39 1212 0 0,127-23-1049 0 0,-182 50-1 0 0,220-37-373 0 0,0 5 0 0 0,-133 78 0 0 0,36-17 2 0 0,124-69-46 0 0,-19 10 62 0 0,-109 70-1 0 0,34-9-90 0 0,134-87-34 0 0,1 2-1 0 0,0 0 1 0 0,1 1 0 0 0,1 0 0 0 0,0 2 0 0 0,1 0 0 0 0,-16 24-1 0 0,20-22 10 0 0,1 1 0 0 0,1 1-1 0 0,1-1 1 0 0,1 2 0 0 0,1-1-1 0 0,-9 44 1 0 0,12-47-5 0 0,1 3-11 0 0,1 0-1 0 0,1 0 1 0 0,1 0 0 0 0,0-1-1 0 0,2 1 1 0 0,1 0 0 0 0,1 0-1 0 0,9 31 1 0 0,-2-25 12 0 0,0-1-1 0 0,2 0 1 0 0,2 0-1 0 0,0-2 1 0 0,1 1-1 0 0,28 30 1 0 0,-10-17 35 0 0,1-2 1 0 0,2-1-1 0 0,60 44 1 0 0,-93-76-29 0 0,24 18 52 0 0,2-1 0 0 0,0-2 0 0 0,1-1 0 0 0,1-1 1 0 0,0-2-1 0 0,66 22 0 0 0,-52-25 128 0 0,0-2 0 0 0,1-1 1 0 0,-1-3-1 0 0,86 0 0 0 0,-82-7-53 0 0,-1-3-1 0 0,0-2 0 0 0,89-22 1 0 0,134-59-14 0 0,-173 52-85 0 0,78-17 9 0 0,233-36 1 0 0,-159 38-29 0 0,14-1-10 0 0,-242 45 10 0 0,0 1 1 0 0,38-4 0 0 0,3 3-3 0 0,-13 3-34 0 0,91 5 1 0 0,-36 1 49 0 0,233 8-25 0 0,-274-9 23 0 0,86-8-1 0 0,-2-1-19 0 0,143 19-41 0 0,0-1 32 0 0,-266-11 13 0 0,479-14 80 0 0,-260 0-141 0 0,-155 20 6 0 0,190 15-4 0 0,129 6-146 0 0,-33-40 12 0 0,-186 3 116 0 0,607-54 33 0 0,-691 53 38 0 0,72-8 8 0 0,-2-8 0 0 0,180-51 0 0 0,-254 47-9 0 0,-1-5 0 0 0,143-72 0 0 0,-235 104 10 0 0,1-1 0 0 0,-1 0 0 0 0,-1-1 0 0 0,1 0 0 0 0,-1-1 0 0 0,0 0 1 0 0,0 0-1 0 0,-1 0 0 0 0,0-1 0 0 0,10-16 0 0 0,-13 18-1 0 0,-2 0-1 0 0,1 0 1 0 0,-1-1 0 0 0,0 1-1 0 0,0-1 1 0 0,0 1-1 0 0,-1-1 1 0 0,0 0 0 0 0,-1 0-1 0 0,0 0 1 0 0,0 1 0 0 0,0-1-1 0 0,-1 0 1 0 0,1 0 0 0 0,-2 0-1 0 0,1 1 1 0 0,-4-9 0 0 0,-5-20 34 0 0,-1 1 1 0 0,-2 0 0 0 0,-1 1-1 0 0,-1 1 1 0 0,-2 0 0 0 0,-28-38 0 0 0,14 31-9 0 0,-1 1 1 0 0,-3 1-1 0 0,0 2 0 0 0,-3 2 1 0 0,0 1-1 0 0,-2 2 1 0 0,-1 2-1 0 0,-2 2 1 0 0,-50-24-1 0 0,27 21-27 0 0,0 3 0 0 0,-2 3 0 0 0,-1 3 0 0 0,0 2 0 0 0,-127-14 0 0 0,-2 16-10 0 0,-209 9 1 0 0,-198 38-2 0 0,401-18 3 0 0,-123 18 21 0 0,-72 4 4 0 0,238-30-23 0 0,1-8-1 0 0,-1-6 0 0 0,-166-33 1 0 0,156 9 18 0 0,-5-3-13 0 0,-223-16-1 0 0,199 42-1116 0 0,-206 15 0 0 0,403-6 715 0 0,0 1 0 0 0,0 1 0 0 0,1-1-1 0 0,-1 0 1 0 0,0 1 0 0 0,0-1 0 0 0,1 1-1 0 0,-1 0 1 0 0,0 0 0 0 0,1 0 0 0 0,-1 0-1 0 0,1 0 1 0 0,-1 1 0 0 0,1-1 0 0 0,-1 1-1 0 0,1 0 1 0 0,-3 2 0 0 0,4-2-107 0 0,0 0-1 0 0,1 0 1 0 0,-1 1 0 0 0,1-1 0 0 0,-1 0 0 0 0,1 0-1 0 0,0 1 1 0 0,0-1 0 0 0,0 0 0 0 0,0 0 0 0 0,0 1-1 0 0,0-1 1 0 0,0 0 0 0 0,1 0 0 0 0,-1 1 0 0 0,1-1-1 0 0,0 0 1 0 0,0 0 0 0 0,0 0 0 0 0,0 0 0 0 0,2 4-1 0 0,12 24-5742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4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1732 275 11325 0 0,'-7'-12'176'0'0,"-1"-1"-1"0"0,-1 1 1 0 0,1 1 0 0 0,-2-1-1 0 0,1 1 1 0 0,-2 1-1 0 0,1 0 1 0 0,-2 1 0 0 0,1 0-1 0 0,-14-8 1 0 0,8 7 147 0 0,-1 2 0 0 0,0 0 1 0 0,0 1-1 0 0,0 1 0 0 0,-1 0 0 0 0,1 1 1 0 0,-26-2-1 0 0,-1 2-10 0 0,-1 3 0 0 0,1 1-1 0 0,-1 3 1 0 0,0 1 0 0 0,1 2 0 0 0,-65 17 0 0 0,36-3-63 0 0,1 4 1 0 0,1 3 0 0 0,-72 37-1 0 0,83-33-25 0 0,2 3 0 0 0,0 2 0 0 0,3 3 1 0 0,1 2-1 0 0,2 3 0 0 0,1 2 0 0 0,3 2 0 0 0,-43 54 0 0 0,72-75-53 0 0,2 1 0 0 0,0 1 0 0 0,3 1-1 0 0,0 0 1 0 0,2 1 0 0 0,0 1 0 0 0,3 0-1 0 0,0 0 1 0 0,2 1 0 0 0,-4 35 0 0 0,8-27 32 0 0,1 0 0 0 0,2 0 0 0 0,2 0 0 0 0,2 0 0 0 0,1 0 0 0 0,2-1 0 0 0,21 72 0 0 0,-14-70-46 0 0,2-1 0 0 0,1 0 0 0 0,3-2 0 0 0,1 0 0 0 0,1-1 0 0 0,2-1 0 0 0,37 42 0 0 0,-37-50-70 0 0,2-2-1 0 0,1-1 0 0 0,1-1 1 0 0,1-1-1 0 0,1-2 1 0 0,1 0-1 0 0,1-2 0 0 0,63 28 1 0 0,-39-27-17 0 0,0-2 0 0 0,1-2 0 0 0,1-3 0 0 0,0-3 0 0 0,1-2 0 0 0,-1-2 0 0 0,2-3 0 0 0,110-9 0 0 0,-100-1-70 0 0,-1-4 0 0 0,-1-2 0 0 0,0-3 0 0 0,-1-3 0 0 0,0-3 0 0 0,-2-3 0 0 0,77-41 0 0 0,-101 44-3 0 0,-2-1 1 0 0,-1-2-1 0 0,-1-2 1 0 0,50-46-1 0 0,-65 52 10 0 0,-2-1 0 0 0,0 0 0 0 0,-2-2 0 0 0,0 0 0 0 0,-2-1 0 0 0,0 0 0 0 0,-2-1 0 0 0,10-28 0 0 0,-9 11 14 0 0,-2 0 1 0 0,-2-1-1 0 0,-2 0 1 0 0,-2 0-1 0 0,-2-1 1 0 0,-2 1-1 0 0,-1-1 1 0 0,-3 0-1 0 0,-13-77 1 0 0,1 46-7 0 0,-3 2 0 0 0,-4 0 1 0 0,-3 1-1 0 0,-61-128 0 0 0,65 161-17 0 0,-2 1 0 0 0,-1 1-1 0 0,-2 1 1 0 0,-1 1 0 0 0,-2 1 0 0 0,-2 1-1 0 0,-1 2 1 0 0,-46-38 0 0 0,60 57-117 0 0,0 1 0 0 0,-1 0 0 0 0,0 2 0 0 0,0 0 0 0 0,-1 0 0 0 0,-1 2 0 0 0,1 1 0 0 0,-1 0 0 0 0,-1 1 0 0 0,1 2 0 0 0,-1 0 0 0 0,0 1 0 0 0,0 1 0 0 0,0 0 0 0 0,0 2 0 0 0,0 1 0 0 0,0 0 0 0 0,0 2 0 0 0,-33 8 0 0 0,17 0-559 0 0,1 2 0 0 0,1 2 0 0 0,0 1 0 0 0,1 1 0 0 0,0 3 0 0 0,2 0 0 0 0,-46 38 1 0 0,42-28-1414 0 0,2 1 1 0 0,1 2 0 0 0,2 1 0 0 0,1 2 0 0 0,-46 72-1 0 0,51-58-3383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5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124 484 12901 0 0,'-26'-7'903'0'0,"-31"-9"1053"0"0,54 15-1726 0 0,0 0 0 0 0,0 0-1 0 0,0 0 1 0 0,1-1 0 0 0,-1 1 0 0 0,0-1-1 0 0,1 0 1 0 0,0 0 0 0 0,-1 1 0 0 0,1-2-1 0 0,0 1 1 0 0,0 0 0 0 0,0 0 0 0 0,-3-5-1 0 0,5 6-164 0 0,0 0 0 0 0,-1 0 0 0 0,1 0 0 0 0,0 0-1 0 0,0-1 1 0 0,0 1 0 0 0,0 0 0 0 0,0 0 0 0 0,0 0-1 0 0,1-1 1 0 0,-1 1 0 0 0,0 0 0 0 0,1 0-1 0 0,-1 0 1 0 0,0 0 0 0 0,1 0 0 0 0,-1-1 0 0 0,1 1-1 0 0,0 0 1 0 0,-1 0 0 0 0,1 0 0 0 0,0 1 0 0 0,0-1-1 0 0,1-1 1 0 0,26-24 627 0 0,2 4-405 0 0,0 2 0 0 0,2 2 0 0 0,0 1 0 0 0,50-20-1 0 0,149-42 426 0 0,-227 77-700 0 0,156-46 318 0 0,3 7 0 0 0,1 7 0 0 0,2 7 0 0 0,0 7 0 0 0,1 8 0 0 0,331 18 0 0 0,-390 4-213 0 0,-1 4-1 0 0,171 45 0 0 0,-257-54-1217 0 0,0-8-5342 0 0,-20 1 5792 0 0,1 0-1 0 0,-1 0 1 0 0,0 0 0 0 0,0 0 0 0 0,1 0-1 0 0,-1 0 1 0 0,-1 0 0 0 0,1 0-1 0 0,0 0 1 0 0,0 0 0 0 0,-1-1 0 0 0,1 1-1 0 0,-1 0 1 0 0,0-1 0 0 0,0 1 0 0 0,0-3-1 0 0,3-12-5211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 12877 0 0,'-1'-1'139'0'0,"-1"1"-1"0"0,1 0 1 0 0,0-1-1 0 0,-1 1 1 0 0,1 0-1 0 0,-1 0 1 0 0,1 0-1 0 0,-1 0 1 0 0,1 0 0 0 0,-1 1-1 0 0,1-1 1 0 0,0 0-1 0 0,-1 1 1 0 0,1-1-1 0 0,-1 1 1 0 0,1-1-1 0 0,0 1 1 0 0,-1 0-1 0 0,1-1 1 0 0,0 1-1 0 0,0 0 1 0 0,0 0 0 0 0,0 0-1 0 0,0 0 1 0 0,0 0-1 0 0,0 0 1 0 0,0 0-1 0 0,0 1 1 0 0,0-1-1 0 0,0 0 1 0 0,1 0-1 0 0,-2 3 1 0 0,2 0 104 0 0,1-1 1 0 0,-1 1-1 0 0,1-1 0 0 0,0 1 0 0 0,0-1 1 0 0,0 1-1 0 0,0-1 0 0 0,1 0 1 0 0,-1 0-1 0 0,1 0 0 0 0,0 1 1 0 0,0-2-1 0 0,3 5 0 0 0,85 109 3036 0 0,19 27-1179 0 0,-86-107-1603 0 0,0 1-1 0 0,-3 1 1 0 0,26 67-1 0 0,-39-83-321 0 0,-1 0 0 0 0,0 0 0 0 0,-2 1 0 0 0,0-1-1 0 0,-2 1 1 0 0,-1 0 0 0 0,0 0 0 0 0,-5 38-1 0 0,1-41-196 0 0,-2 0 0 0 0,0 0-1 0 0,-1 0 1 0 0,0-1 0 0 0,-2 0-1 0 0,0-1 1 0 0,-2 1-1 0 0,0-2 1 0 0,-1 1 0 0 0,0-1-1 0 0,-1-1 1 0 0,-25 25 0 0 0,23-27-1443 0 0,-1-1 0 0 0,0 0 0 0 0,-18 10 1 0 0,19-14-2065 0 0,-1 0 0 0 0,-1-1 0 0 0,-27 9 0 0 0,33-13-4143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6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93 147 15097 0 0,'-51'-93'1919'0'0,"26"50"1687"0"0,16 33-1567 0 0,5 15 206 0 0,1 21-239 0 0,3-23-2325 0 0,0 45 1099 0 0,3 1 1 0 0,10 53-1 0 0,-1-2-30 0 0,-1 6-190 0 0,-2-41-460 0 0,-3 0 1 0 0,-3 0 0 0 0,-3 1-1 0 0,-9 76 1 0 0,4-104-1415 0 0,-3 19-2483 0 0,-5-23-3695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6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21 444 13793 0 0,'-7'-51'-550'0'0,"2"19"1148"0"0,1 0 0 0 0,1-1 0 0 0,2 1 0 0 0,4-50 1 0 0,-2 74-385 0 0,0 0 0 0 0,1-1 0 0 0,0 1 0 0 0,0 1 0 0 0,1-1 1 0 0,0 0-1 0 0,0 1 0 0 0,1-1 0 0 0,0 1 0 0 0,0 0 1 0 0,1 0-1 0 0,0 0 0 0 0,0 1 0 0 0,1 0 0 0 0,-1 0 1 0 0,1 0-1 0 0,1 1 0 0 0,-1 0 0 0 0,1 0 0 0 0,0 0 1 0 0,0 1-1 0 0,15-6 0 0 0,-9 4 25 0 0,1 2-1 0 0,0 0 1 0 0,0 1-1 0 0,0 0 1 0 0,0 1 0 0 0,0 1-1 0 0,1 0 1 0 0,17 1 0 0 0,-26 0-153 0 0,1 1 0 0 0,-1-1 0 0 0,0 1 1 0 0,0 0-1 0 0,0 0 0 0 0,0 1 0 0 0,0 0 1 0 0,-1 0-1 0 0,1 0 0 0 0,0 1 0 0 0,-1 0 1 0 0,0 0-1 0 0,1 0 0 0 0,-1 1 0 0 0,-1-1 1 0 0,1 1-1 0 0,0 0 0 0 0,-1 1 0 0 0,0-1 1 0 0,0 1-1 0 0,5 8 0 0 0,-7-8-31 0 0,0 0-1 0 0,-1-1 1 0 0,0 1 0 0 0,0 0-1 0 0,0 0 1 0 0,0 0-1 0 0,-1 0 1 0 0,0 0 0 0 0,0 0-1 0 0,0 0 1 0 0,-1 0 0 0 0,0 0-1 0 0,0 0 1 0 0,-3 8 0 0 0,-27 65 293 0 0,30-75-337 0 0,-26 47-49 0 0,-1-2 0 0 0,-2-2 0 0 0,-2 0 0 0 0,-49 52 0 0 0,79-95-185 0 0,0-1 0 0 0,-1 1 0 0 0,0-1 0 0 0,1 1 0 0 0,-1-1 0 0 0,0 0 0 0 0,0 0 1 0 0,0 0-1 0 0,-1 0 0 0 0,1 0 0 0 0,0-1 0 0 0,-1 0 0 0 0,1 0 0 0 0,-8 2 0 0 0,10-3 66 0 0,1 0 0 0 0,-1 0 0 0 0,0 0 0 0 0,0 0 0 0 0,0 0 0 0 0,0 0 0 0 0,0-1 0 0 0,0 1 0 0 0,0 0 0 0 0,1-1 0 0 0,-1 1 0 0 0,0 0 0 0 0,0-1 0 0 0,0 1-1 0 0,1-1 1 0 0,-1 1 0 0 0,0-1 0 0 0,0 0 0 0 0,1 1 0 0 0,-1-1 0 0 0,1 0 0 0 0,-1 1 0 0 0,0-2 0 0 0,0 0-159 0 0,0-1-1 0 0,0 1 1 0 0,0-1 0 0 0,0 1 0 0 0,1-1-1 0 0,-1 1 1 0 0,1-1 0 0 0,0 1-1 0 0,0-1 1 0 0,0 1 0 0 0,0-1 0 0 0,0-3-1 0 0,8-39-6738 0 0,6 22 997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11781 0 0,'3'1'129'0'0,"1"-1"0"0"0,-1 1 0 0 0,0 0 1 0 0,1 0-1 0 0,-1 0 0 0 0,0 0 0 0 0,0 1 0 0 0,1 0 0 0 0,-1-1 0 0 0,0 1 0 0 0,-1 0 1 0 0,1 0-1 0 0,0 1 0 0 0,-1-1 0 0 0,1 1 0 0 0,-1-1 0 0 0,1 1 0 0 0,-1 0 0 0 0,0 0 1 0 0,0-1-1 0 0,-1 2 0 0 0,2 2 0 0 0,7 12 754 0 0,-2 1 1 0 0,11 30-1 0 0,-14-33-668 0 0,9 24 142 0 0,50 154 1999 0 0,-56-160-4033 0 0,7 66 0 0 0,-16-65-2021 0 0,-3-14-2690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6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19 171 10929 0 0,'0'0'-1'0'0,"4"-78"1525"0"0,-4 69-838 0 0,-1 1 0 0 0,0-1 0 0 0,-1 1 0 0 0,1-1 0 0 0,-1 1 0 0 0,-7-16 0 0 0,2 7-1569 0 0,15 28-2655 0 0,12 27-3543 0 0,-13-23 3185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7817 0 0,'18'41'2680'0'0,"2"-2"-1"0"0,2 0 1 0 0,34 46 0 0 0,-18-28-1103 0 0,-22-34-936 0 0,0-2 0 0 0,1 0 0 0 0,1-1 0 0 0,1-1 0 0 0,1 0 0 0 0,1-2 0 0 0,0 0 0 0 0,34 19 0 0 0,-53-35-570 0 0,-1-1-1 0 0,1 1 0 0 0,0 0 1 0 0,0-1-1 0 0,0 1 0 0 0,0-1 1 0 0,0 0-1 0 0,0 0 0 0 0,0 0 1 0 0,-1 0-1 0 0,1 0 0 0 0,0 0 1 0 0,0 0-1 0 0,0-1 0 0 0,0 1 1 0 0,0 0-1 0 0,0-1 0 0 0,0 0 1 0 0,-1 1-1 0 0,1-1 0 0 0,0 0 1 0 0,0 0-1 0 0,1-2 0 0 0,1 1 26 0 0,0-1 0 0 0,0 0-1 0 0,-1 0 1 0 0,0 0 0 0 0,1 0-1 0 0,-1-1 1 0 0,0 1 0 0 0,4-8-1 0 0,5-16 110 0 0,-1 0-1 0 0,-1 0 0 0 0,-1 0 1 0 0,-2-1-1 0 0,7-46 1 0 0,-10 43-1021 0 0,2 0 0 0 0,2 1 1 0 0,1 0-1 0 0,20-49 1 0 0,-26 75 11 0 0,0 0 1 0 0,0 0-1 0 0,1 0 0 0 0,-1 0 1 0 0,1 1-1 0 0,0-1 1 0 0,0 1-1 0 0,0 0 1 0 0,0 0-1 0 0,1 1 0 0 0,-1-1 1 0 0,1 1-1 0 0,-1 0 1 0 0,1 0-1 0 0,9-2 0 0 0,-1 0-3225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11325 0 0,'4'-1'46'0'0,"0"0"0"0"0,1 0 0 0 0,-1 1 0 0 0,0 0 0 0 0,0 0 0 0 0,1 0 0 0 0,-1 0 0 0 0,0 1 0 0 0,1-1 0 0 0,-1 1 0 0 0,0 0 0 0 0,0 1 0 0 0,0-1 0 0 0,0 1 0 0 0,7 3 0 0 0,-6-1 307 0 0,-1 0-1 0 0,0 0 1 0 0,-1 1 0 0 0,1-1 0 0 0,-1 1 0 0 0,0-1 0 0 0,0 1 0 0 0,0 0 0 0 0,-1 0 0 0 0,1 1 0 0 0,2 8-1 0 0,7 20 1763 0 0,2 0 0 0 0,28 49 0 0 0,-36-74-1684 0 0,0 0 0 0 0,1 0 0 0 0,0 0 0 0 0,1-1-1 0 0,13 12 1 0 0,-18-17-284 0 0,1 0-1 0 0,0 0 1 0 0,0-1 0 0 0,0 0-1 0 0,0 1 1 0 0,1-1-1 0 0,-1-1 1 0 0,1 1-1 0 0,-1-1 1 0 0,1 1 0 0 0,0-1-1 0 0,-1-1 1 0 0,9 1-1 0 0,-7 0-69 0 0,-1-1 1 0 0,0-1-1 0 0,0 1 0 0 0,1-1 1 0 0,-1 0-1 0 0,0 0 0 0 0,0 0 1 0 0,0-1-1 0 0,0 0 0 0 0,-1 0 1 0 0,1 0-1 0 0,0 0 0 0 0,-1-1 1 0 0,1 0-1 0 0,-1 0 0 0 0,0 0 1 0 0,6-5-1 0 0,-8 4-47 0 0,0 1 1 0 0,1 0 0 0 0,-1-1-1 0 0,0 0 1 0 0,-1 1 0 0 0,1-1-1 0 0,0 0 1 0 0,-1 0 0 0 0,0 0-1 0 0,0 0 1 0 0,0 0-1 0 0,-1 0 1 0 0,0-1 0 0 0,1 1-1 0 0,-1 0 1 0 0,0 0 0 0 0,-1 0-1 0 0,1 0 1 0 0,-1 0-1 0 0,0 0 1 0 0,-2-8 0 0 0,-14-35 24 0 0,-1 0 1 0 0,-2 1 0 0 0,-46-77-1 0 0,64 121-153 0 0,1 0-1 0 0,0 0 0 0 0,-1 0 0 0 0,1 0 1 0 0,-1 0-1 0 0,0 0 0 0 0,0 0 0 0 0,0 0 0 0 0,0 0 1 0 0,0 1-1 0 0,0-1 0 0 0,0 1 0 0 0,0 0 1 0 0,0-1-1 0 0,-1 1 0 0 0,1 0 0 0 0,-1 0 1 0 0,1 1-1 0 0,-1-1 0 0 0,1 0 0 0 0,-1 1 1 0 0,1 0-1 0 0,-1-1 0 0 0,1 1 0 0 0,-4 0 0 0 0,-3 2-916 0 0,0 0-1 0 0,0 0 0 0 0,0 0 0 0 0,1 1 0 0 0,-15 7 0 0 0,-13 4-4912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13489 0 0,'12'-87'4199'0'0,"-8"53"3735"0"0,0 43-6662 0 0,12 27-208 0 0,-2 1 0 0 0,17 67 0 0 0,11 92 571 0 0,-35-160-1395 0 0,52 266-1035 0 0,-19-102-4232 0 0,-36-181 2807 0 0,-1 0 0 0 0,1 34 0 0 0,-4-47 882 0 0,0 0-1 0 0,0 0 0 0 0,-1 1 1 0 0,0-1-1 0 0,-1 0 1 0 0,1 0-1 0 0,-5 8 1 0 0,-3 4-5577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14 208 13241 0 0,'0'0'42'0'0,"-1"0"-1"0"0,1 0 1 0 0,-1 0 0 0 0,1 0-1 0 0,0 0 1 0 0,-1 0 0 0 0,1 0-1 0 0,-1 0 1 0 0,1 0-1 0 0,-1 0 1 0 0,1 0 0 0 0,-1 0-1 0 0,1 0 1 0 0,0-1-1 0 0,-1 1 1 0 0,1 0 0 0 0,-1 0-1 0 0,1 0 1 0 0,-1-1 0 0 0,1 1-1 0 0,0 0 1 0 0,-1 0-1 0 0,1-1 1 0 0,0 1 0 0 0,-1 0-1 0 0,1-1 1 0 0,0 1-1 0 0,0 0 1 0 0,-1-1 0 0 0,1 1-1 0 0,0-1 1 0 0,0 1 0 0 0,-1 0-1 0 0,1-1 1 0 0,0 1-1 0 0,0-1 1 0 0,0 1 0 0 0,0-1-1 0 0,0 1 1 0 0,0 0 0 0 0,0-1-1 0 0,0 1 1 0 0,0-1-1 0 0,0 1 1 0 0,0-1 0 0 0,17-13 2158 0 0,-11 11-2635 0 0,20-12 1401 0 0,44-19 0 0 0,3-1-861 0 0,-22 4-1219 0 0,4-2-2047 0 0,2 6-5153 0 0,-47 23 3801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8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18 342 10189 0 0,'-1'0'32'0'0,"-1"1"1"0"0,1-1-1 0 0,0 1 0 0 0,0 0 1 0 0,0-1-1 0 0,0 1 0 0 0,1 0 1 0 0,-1 0-1 0 0,0-1 0 0 0,0 1 1 0 0,0 0-1 0 0,0 0 0 0 0,1 0 1 0 0,-1 0-1 0 0,1 0 0 0 0,-1 0 1 0 0,0 0-1 0 0,1 0 0 0 0,0 0 1 0 0,-1 2-1 0 0,1-3-9 0 0,1 1 1 0 0,-1 0-1 0 0,0-1 0 0 0,1 1 1 0 0,-1-1-1 0 0,1 1 0 0 0,-1-1 0 0 0,1 0 1 0 0,-1 1-1 0 0,1-1 0 0 0,-1 1 1 0 0,1-1-1 0 0,0 0 0 0 0,-1 0 0 0 0,1 1 1 0 0,-1-1-1 0 0,1 0 0 0 0,0 0 1 0 0,-1 0-1 0 0,1 1 0 0 0,0-1 0 0 0,-1 0 1 0 0,1 0-1 0 0,0 0 0 0 0,47-1 497 0 0,2-10-237 0 0,-1-2 1 0 0,71-28-1 0 0,-27 8 462 0 0,-73 24 991 0 0,-27 9-1548 0 0,-72 1 1189 0 0,76-2-1025 0 0,-17-20 929 0 0,19 15-1215 0 0,1 1 0 0 0,0-1-1 0 0,0 0 1 0 0,1 1 0 0 0,-1-1 0 0 0,1 0-1 0 0,1 1 1 0 0,-1-1 0 0 0,1 1 0 0 0,0 0-1 0 0,4-10 1 0 0,39-55 339 0 0,-33 55-282 0 0,-2 0-1 0 0,15-29 1 0 0,-21 38-62 0 0,-4 6-49 0 0,0 0-1 0 0,1 0 1 0 0,-1-1-1 0 0,1 1 1 0 0,-1 0-1 0 0,0 0 1 0 0,0-1-1 0 0,1 1 1 0 0,-1 0-1 0 0,0-1 1 0 0,1 1-1 0 0,-1 0 0 0 0,0-1 1 0 0,0 1-1 0 0,0 0 1 0 0,1-1-1 0 0,-1 1 1 0 0,0-1-1 0 0,0 1 1 0 0,0 0-1 0 0,0-1 1 0 0,0 1-1 0 0,0-1 1 0 0,0 1-1 0 0,0 0 1 0 0,0-1-1 0 0,0 1 1 0 0,0-1-1 0 0,0 1 1 0 0,0 0-1 0 0,0-1 1 0 0,0 1-1 0 0,0-1 1 0 0,0 1-1 0 0,0 0 1 0 0,-1-1-1 0 0,1 0 1 0 0,-85 22 688 0 0,82-20-559 0 0,0-1-1440 0 0,-11 5 4480 0 0,7-2-6953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1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0 9121 0 0,'-121'9'1896'0'0,"120"-9"-1839"0"0,0 0 0 0 0,-1-1-1 0 0,1 1 1 0 0,-1 0 0 0 0,1 0 0 0 0,0 1 0 0 0,-1-1-1 0 0,1 0 1 0 0,-1 0 0 0 0,1 1 0 0 0,0-1 0 0 0,-1 1-1 0 0,1-1 1 0 0,0 1 0 0 0,0-1 0 0 0,-3 3 0 0 0,4-3-29 0 0,0 1 0 0 0,0-1 1 0 0,0 1-1 0 0,0-1 0 0 0,0 1 1 0 0,0-1-1 0 0,0 1 0 0 0,0-1 1 0 0,0 1-1 0 0,0-1 0 0 0,0 1 0 0 0,1-1 1 0 0,-1 1-1 0 0,0-1 0 0 0,0 1 1 0 0,1-1-1 0 0,-1 0 0 0 0,0 1 1 0 0,0-1-1 0 0,1 1 0 0 0,-1-1 1 0 0,0 0-1 0 0,1 1 0 0 0,-1-1 1 0 0,1 0-1 0 0,-1 1 0 0 0,0-1 1 0 0,2 0-1 0 0,38 22 643 0 0,-22-20-519 0 0,1 0-1 0 0,0-1 1 0 0,0-1 0 0 0,34-4 0 0 0,14 0 1337 0 0,-72 9-1237 0 0,-32 23 21 0 0,-1 0 0 0 0,-57 29-1 0 0,17-9 49 0 0,-125 76 1235 0 0,201-123-1410 0 0,12-1-699 0 0,121-14-3663 0 0,-29 2-3818 0 0,-73 9 3877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2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1132 19918 0 0,'8'-3'94'0'0,"11"-3"554"0"0,-1 0 0 0 0,1-2 0 0 0,-1-1 0 0 0,-1 0 0 0 0,0-1 0 0 0,0-1 0 0 0,-1 0 0 0 0,0-1 0 0 0,22-22 0 0 0,-12 3-434 0 0,-1 0-1 0 0,-2-2 0 0 0,-1 0 0 0 0,-2-1 0 0 0,-1-2 0 0 0,-2 0 0 0 0,-1 0 1 0 0,-2-2-1 0 0,14-58 0 0 0,-1-33 49 0 0,18-198 1 0 0,-40 281-181 0 0,4-61-89 0 0,-15 155-17 0 0,2 1 1 0 0,1-1-1 0 0,3 1 0 0 0,2-1 0 0 0,2 0 1 0 0,3 0-1 0 0,1 0 0 0 0,2-1 0 0 0,32 88 1 0 0,-26-94-1416 0 0,2-1 0 0 0,1-1 0 0 0,42 61 0 0 0,-40-72-2178 0 0,-14-19 163 0 0,1-2-3306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3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84 15393 0 0,'-1'-13'802'0'0,"0"0"1"0"0,0 0-1 0 0,-1 0 0 0 0,-5-16 0 0 0,6 27 630 0 0,1 9-1401 0 0,16 329-10806 0 0,-15-334 10727 0 0,6 63-3461 0 0,7-3-1170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4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49 514 10617 0 0,'-19'0'1509'0'0,"16"0"-788"0"0,-17-5 2420 0 0,19 5-3060 0 0,1 0-1 0 0,0 0 1 0 0,-1 0-1 0 0,1 0 1 0 0,0-1 0 0 0,-1 1-1 0 0,1 0 1 0 0,0 0-1 0 0,-1-1 1 0 0,1 1-1 0 0,0 0 1 0 0,0-1 0 0 0,-1 1-1 0 0,1 0 1 0 0,0 0-1 0 0,0-1 1 0 0,-1 1-1 0 0,1 0 1 0 0,0-1 0 0 0,0 1-1 0 0,0-1 1 0 0,0 1-1 0 0,0 0 1 0 0,0-1-1 0 0,0 1 1 0 0,0-1-1 0 0,-1 1 1 0 0,1 0 0 0 0,0-1-1 0 0,1 1 1 0 0,-1 0-1 0 0,0-1 1 0 0,0 1-1 0 0,0-1 1 0 0,0 1 0 0 0,0 0-1 0 0,0-1 1 0 0,0 1-1 0 0,1 0 1 0 0,-1-1-1 0 0,0 1 1 0 0,0 0 0 0 0,0-1-1 0 0,1 1 1 0 0,-1 0-1 0 0,0-1 1 0 0,0 1-1 0 0,1 0 1 0 0,-1 0-1 0 0,0-1 1 0 0,1 1 0 0 0,-1 0-1 0 0,0 0 1 0 0,1 0-1 0 0,0-1 1 0 0,44-35 723 0 0,3 1 1 0 0,1 3-1 0 0,1 1 1 0 0,96-42-1 0 0,-134 68-696 0 0,1 0-1 0 0,-1 1 0 0 0,1 1 1 0 0,0 0-1 0 0,0 0 0 0 0,0 1 1 0 0,0 1-1 0 0,0 0 1 0 0,0 1-1 0 0,23 2 0 0 0,-18 2 1 0 0,0 0-1 0 0,0 1 1 0 0,-1 0 0 0 0,1 2-1 0 0,-1 0 1 0 0,-1 1-1 0 0,17 10 1 0 0,-15-7 74 0 0,1 0 1 0 0,1-2-1 0 0,0 0 1 0 0,41 11-1 0 0,-51-18-120 0 0,0 0 0 0 0,0-1-1 0 0,1 0 1 0 0,-1-1 0 0 0,0 0 0 0 0,1-1-1 0 0,-1 0 1 0 0,0 0 0 0 0,0-1-1 0 0,0-1 1 0 0,0 0 0 0 0,14-5 0 0 0,7-7-320 0 0,0 0 0 0 0,-2-2 0 0 0,0-1 0 0 0,-1-1 0 0 0,0-2 0 0 0,-2-1 0 0 0,28-29 0 0 0,-30 26-1820 0 0,-2-1 0 0 0,-1-1 0 0 0,-1 0 0 0 0,17-32 0 0 0,-27 36-5418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17 273 13441 0 0,'-13'5'-285'0'0,"9"-3"1513"0"0,10-1 5569 0 0,64-13-5247 0 0,-1-2-1 0 0,97-35 0 0 0,143-66 36 0 0,-239 87-1588 0 0,39-10-1978 0 0,-72 26-3205 0 0,-2 0-6622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4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0 829 11845 0 0,'1'-11'213'0'0,"1"1"-1"0"0,-1-1 1 0 0,7-18-1 0 0,3-16 2013 0 0,5-16 3546 0 0,-16 63-5730 0 0,0 0 1 0 0,1 0-1 0 0,-1 0 1 0 0,1 0 0 0 0,-1 0-1 0 0,1 0 1 0 0,0 0 0 0 0,0 0-1 0 0,0 0 1 0 0,0 0 0 0 0,2 2-1 0 0,1 3 49 0 0,2 18 174 0 0,-2 0 0 0 0,0 1 1 0 0,-1-1-1 0 0,-2 1 0 0 0,-2 41 0 0 0,-16 123 1102 0 0,6-90-245 0 0,11-68 1661 0 0,9-60-1138 0 0,-2 5-1839 0 0,21-58 503 0 0,3 3 0 0 0,4 0 0 0 0,3 2 0 0 0,61-90 0 0 0,-98 164-301 0 0,0 0 0 0 0,1 0 1 0 0,-1 0-1 0 0,1 0 0 0 0,-1 0 0 0 0,1 1 1 0 0,0-1-1 0 0,0 0 0 0 0,-1 1 1 0 0,1 0-1 0 0,0-1 0 0 0,1 1 0 0 0,-1 0 1 0 0,0 0-1 0 0,0 0 0 0 0,0 0 1 0 0,1 0-1 0 0,-1 1 0 0 0,0-1 0 0 0,1 1 1 0 0,-1 0-1 0 0,0-1 0 0 0,1 1 0 0 0,-1 0 1 0 0,1 0-1 0 0,-1 1 0 0 0,0-1 1 0 0,1 0-1 0 0,-1 1 0 0 0,0-1 0 0 0,1 1 1 0 0,-1 0-1 0 0,0 0 0 0 0,0 0 0 0 0,0 0 1 0 0,4 3-1 0 0,6 4 19 0 0,0 0-1 0 0,0 1 1 0 0,-1 1-1 0 0,18 19 1 0 0,-22-22-14 0 0,-6-6-10 0 0,148 145 325 0 0,-119-119-100 0 0,1-2-1 0 0,1-2 1 0 0,44 26-1 0 0,-73-48-226 0 0,-1 1 0 0 0,1 0 0 0 0,0-1 0 0 0,0 0 0 0 0,0 0 0 0 0,0 0 0 0 0,0 0 0 0 0,0 0 0 0 0,0 0 0 0 0,0-1 0 0 0,0 1 0 0 0,0-1 0 0 0,0 0 0 0 0,0 0 0 0 0,0 0 0 0 0,0-1 0 0 0,1 1 0 0 0,-1-1 0 0 0,0 1 0 0 0,0-1 0 0 0,0 0 0 0 0,0 0 0 0 0,-1 0 0 0 0,4-2 0 0 0,3-1 0 0 0,2-3 0 0 0,-1 1 0 0 0,0-1 0 0 0,-1-1 0 0 0,1 0 0 0 0,-1 0 0 0 0,-1-1 0 0 0,0 0 0 0 0,0-1 0 0 0,0 0 0 0 0,11-21 0 0 0,26-52 0 0 0,-3-3 0 0 0,58-171 0 0 0,-39 92-11 0 0,-36 104-170 0 0,-10 28-1365 0 0,-1-1 0 0 0,-2-1 0 0 0,11-52-1 0 0,-24 52-2956 0 0,1 34 4139 0 0,0 0 0 0 0,0 0 1 0 0,-1 0-1 0 0,1 1 0 0 0,0-1 0 0 0,-1 0 0 0 0,1 0 0 0 0,-1 1 0 0 0,1-1 0 0 0,-1 0 0 0 0,0 1 0 0 0,1-1 0 0 0,-1 0 0 0 0,0 1 0 0 0,1-1 1 0 0,-1 1-1 0 0,0-1 0 0 0,1 1 0 0 0,-1-1 0 0 0,0 1 0 0 0,0 0 0 0 0,0-1 0 0 0,0 1 0 0 0,1 0 0 0 0,-1-1 0 0 0,0 1 0 0 0,0 0 0 0 0,0 0 0 0 0,0 0 1 0 0,-1 0-1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5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72 17378 0 0,'4'-15'403'0'0,"-3"9"-155"0"0,0 0 1 0 0,1-1 0 0 0,0 1 0 0 0,0 0-1 0 0,1 0 1 0 0,-1 0 0 0 0,6-7-1 0 0,-8 13 301 0 0,1 7 87 0 0,-1 60 512 0 0,-4 1 0 0 0,-19 114-1 0 0,5-57-382 0 0,-13 91 594 0 0,-68 240 0 0 0,-29-20-4096 0 0,121-417 1809 0 0,-9 33-643 0 0,15-23-4887 0 0,6-36 4753 0 0,21-32 138 0 0,4-7 145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5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9701 0 0,'39'-41'-170'0'0,"-10"7"647"0"0,3 2 0 0 0,0 1 0 0 0,44-32 1 0 0,-74 61-305 0 0,0 1 1 0 0,0-1-1 0 0,0 1 1 0 0,0-1-1 0 0,0 1 1 0 0,1 0-1 0 0,-1 0 1 0 0,0 0-1 0 0,1 0 1 0 0,-1 0-1 0 0,0 0 1 0 0,1 1-1 0 0,-1-1 1 0 0,1 1-1 0 0,-1-1 1 0 0,1 1-1 0 0,-1 0 1 0 0,1 0-1 0 0,-1 0 1 0 0,1 1-1 0 0,-1-1 0 0 0,1 1 1 0 0,-1-1-1 0 0,1 1 1 0 0,-1 0-1 0 0,0 0 1 0 0,1 0-1 0 0,-1 0 1 0 0,4 2-1 0 0,-3 1 163 0 0,-1-1 0 0 0,1 1 0 0 0,-1-1 0 0 0,1 1 0 0 0,-1 0 0 0 0,0 0-1 0 0,-1 0 1 0 0,1 0 0 0 0,-1 0 0 0 0,1 1 0 0 0,-1-1 0 0 0,0 0 0 0 0,-1 0-1 0 0,1 1 1 0 0,-1-1 0 0 0,0 9 0 0 0,-2 37 1830 0 0,0-20-540 0 0,2 1-1 0 0,3 32 1 0 0,-2-56-1401 0 0,0 0-1 0 0,0 0 1 0 0,0 0 0 0 0,1 0-1 0 0,1-1 1 0 0,-1 1 0 0 0,1 0-1 0 0,0-1 1 0 0,0 1 0 0 0,1-1-1 0 0,0 0 1 0 0,0-1 0 0 0,0 1-1 0 0,7 6 1 0 0,-7-9-221 0 0,1 0 0 0 0,0 0 1 0 0,0 0-1 0 0,0-1 0 0 0,0 0 0 0 0,0 0 1 0 0,0 0-1 0 0,0-1 0 0 0,1 0 0 0 0,-1 0 0 0 0,1 0 1 0 0,-1-1-1 0 0,1 1 0 0 0,-1-1 0 0 0,0-1 0 0 0,1 1 1 0 0,-1-1-1 0 0,1 0 0 0 0,-1 0 0 0 0,0 0 1 0 0,1-1-1 0 0,7-3 0 0 0,13-6-719 0 0,0 0 0 0 0,48-31 1 0 0,-65 37 181 0 0,57-40-4837 0 0,-24 12-3841 0 0,-31 24 5149 0 0,2-3-5626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2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7993 328 16309 0 0,'-85'-49'-417'0'0,"-3"3"-1"0"0,-2 5 0 0 0,-1 3 0 0 0,-3 5 0 0 0,0 3 0 0 0,-2 5 0 0 0,0 3 0 0 0,-165-13 0 0 0,109 27 128 0 0,-191 13 0 0 0,-145 46 40 0 0,128 8 227 0 0,-483 145 0 0 0,-321 209 426 0 0,712-215 93 0 0,8 19 1 0 0,10 20-1 0 0,-457 333 1 0 0,692-425 224 0 0,-299 286 0 0 0,400-332-336 0 0,4 4 0 0 0,4 5 0 0 0,5 3 0 0 0,-94 163 0 0 0,150-221-152 0 0,1 2 0 0 0,3 0 0 0 0,3 2 0 0 0,2 1 0 0 0,2 0 0 0 0,-12 79-1 0 0,25-104-94 0 0,1 1 0 0 0,2 0 0 0 0,2 0 0 0 0,1 0 0 0 0,1 0 0 0 0,2 0 0 0 0,2-1 0 0 0,1 0 0 0 0,1 0 0 0 0,2 0-1 0 0,1-1 1 0 0,21 43 0 0 0,-8-35 8 0 0,1 0-1 0 0,2-2 0 0 0,2 0 1 0 0,1-2-1 0 0,2-2 0 0 0,2-1 1 0 0,0-1-1 0 0,41 28 0 0 0,-2-8 57 0 0,1-4-1 0 0,3-2 1 0 0,2-5-1 0 0,1-2 0 0 0,149 48 1 0 0,-54-35 208 0 0,328 52 1 0 0,-166-62 63 0 0,527-1 1 0 0,345-99-206 0 0,40-110-1179 0 0,-945 104 240 0 0,-2-14 0 0 0,301-120 0 0 0,-454 138 265 0 0,-4-5 0 0 0,-2-8-1 0 0,-4-5 1 0 0,-3-6-1 0 0,217-178 1 0 0,-273 192 238 0 0,-3-3-1 0 0,-3-4 1 0 0,-4-2 0 0 0,-3-4 0 0 0,-4-2 0 0 0,-4-3 0 0 0,-4-3-1 0 0,-3-2 1 0 0,59-152 0 0 0,-85 173 135 0 0,-3-2 0 0 0,-3-1 1 0 0,-4 0-1 0 0,-3-1 0 0 0,-3-1 0 0 0,-4 1 1 0 0,-3-2-1 0 0,-3 1 0 0 0,-4 0 0 0 0,-3 0 1 0 0,-3 1-1 0 0,-4 0 0 0 0,-25-80 0 0 0,21 103 20 0 0,-2 1 0 0 0,-3 0 0 0 0,-1 2-1 0 0,-3 1 1 0 0,-2 1 0 0 0,-2 1 0 0 0,-2 2 0 0 0,-2 1-1 0 0,-2 2 1 0 0,-52-47 0 0 0,35 42-5 0 0,-3 3 0 0 0,-2 1 0 0 0,-2 4 0 0 0,-1 2 1 0 0,-2 3-1 0 0,-1 3 0 0 0,-105-35 0 0 0,65 34-5 0 0,-1 5 0 0 0,-165-20-1 0 0,-224 17-77 0 0,211 35-266 0 0,1 13 0 0 0,-290 56 0 0 0,362-32-693 0 0,2 8 1 0 0,1 10-1 0 0,-257 111 0 0 0,260-80-2427 0 0,-302 185 0 0 0,350-176 145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6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17 112 7485 0 0,'-5'-5'1593'0'0,"1"9"1751"0"0,2 1-3132 0 0,1 1-1 0 0,0-1 0 0 0,0 1 0 0 0,0 0 0 0 0,0-1 1 0 0,1 1-1 0 0,0 0 0 0 0,0-1 0 0 0,0 1 0 0 0,1 0 1 0 0,0-1-1 0 0,0 1 0 0 0,1-1 0 0 0,-1 1 1 0 0,1-1-1 0 0,0 0 0 0 0,1 0 0 0 0,5 10 0 0 0,-5-9-19 0 0,0 0 0 0 0,1-1 0 0 0,0 1 0 0 0,0-1 0 0 0,0 0 0 0 0,1 0 0 0 0,-1 0 0 0 0,1-1 0 0 0,0 1-1 0 0,1-1 1 0 0,-1-1 0 0 0,1 1 0 0 0,-1-1 0 0 0,1 0 0 0 0,0 0 0 0 0,1 0 0 0 0,6 1 0 0 0,-2-2-29 0 0,-1-1 1 0 0,1-1-1 0 0,0 0 0 0 0,0 0 1 0 0,-1-1-1 0 0,1 0 0 0 0,12-4 1 0 0,75-24 487 0 0,-91 27-608 0 0,143-56 968 0 0,167-90-1 0 0,-279 130-823 0 0,69-26 637 0 0,-104 43-653 0 0,5 6-119 0 0,-8-5-73 0 0,0 0 1 0 0,1 0-1 0 0,-1 0 1 0 0,1 0 0 0 0,-1 0-1 0 0,1 0 1 0 0,-1 0-1 0 0,0 1 1 0 0,1-1-1 0 0,-1 0 1 0 0,1 0 0 0 0,-1 0-1 0 0,0 0 1 0 0,1 1-1 0 0,-1-1 1 0 0,0 0 0 0 0,1 1-1 0 0,-1-1 1 0 0,0 0-1 0 0,1 0 1 0 0,-1 1 0 0 0,0-1-1 0 0,0 0 1 0 0,1 1-1 0 0,-1-1 1 0 0,0 1 0 0 0,0-1-1 0 0,0 0 1 0 0,0 1-1 0 0,1-1 1 0 0,-1 1 0 0 0,0-1-1 0 0,0 0 1 0 0,0 1-1 0 0,0 0 1 0 0,-2 4-694 0 0,0 0-1 0 0,0 0 1 0 0,-1 0 0 0 0,0 0-1 0 0,1 0 1 0 0,-2-1 0 0 0,-4 7-1 0 0,-36 27-10721 0 0,29-29 6032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 11221 0 0,'-28'-8'5883'0'0,"34"11"-5003"0"0,41 17 108 0 0,0 3 0 0 0,-2 1 1 0 0,-1 2-1 0 0,-1 3 0 0 0,46 39 0 0 0,-82-62-865 0 0,-1 0 0 0 0,0 0 0 0 0,-1 1 0 0 0,1 0 0 0 0,-1 0-1 0 0,-1 0 1 0 0,1 1 0 0 0,-1 0 0 0 0,-1 0 0 0 0,1 0 0 0 0,-1 0 0 0 0,-1 0 0 0 0,0 1 0 0 0,0-1 0 0 0,0 1 0 0 0,-1 0 0 0 0,0-1 0 0 0,-1 1 0 0 0,0 0-1 0 0,-1 11 1 0 0,-3-3-30 0 0,0 1-1 0 0,0-1 0 0 0,-2 0 1 0 0,0 0-1 0 0,-1-1 0 0 0,-1 0 1 0 0,0 0-1 0 0,-19 26 0 0 0,14-23-862 0 0,-1 0 0 0 0,0-1 0 0 0,-2 0 0 0 0,-26 23 0 0 0,2-12-4839 0 0,-6-4-4479 0 0,35-21 4166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12509 0 0,'-6'4'207'0'0,"-1"0"1"0"0,2 0-1 0 0,-1 1 0 0 0,0-1 0 0 0,1 1 1 0 0,0 0-1 0 0,0 1 0 0 0,0-1 0 0 0,1 1 0 0 0,0 0 1 0 0,0 0-1 0 0,0 0 0 0 0,1 1 0 0 0,-5 12 1 0 0,4-8 294 0 0,0 1 1 0 0,0 0-1 0 0,1 0 0 0 0,1 0 1 0 0,0 0-1 0 0,0 1 1 0 0,1 23-1 0 0,2-31-403 0 0,-1-1 0 0 0,1 0 0 0 0,0 0 0 0 0,0 0 0 0 0,0 0 0 0 0,1 0 0 0 0,-1 0 0 0 0,1 0 0 0 0,0 0 0 0 0,0-1 0 0 0,0 1 0 0 0,1 0 0 0 0,-1-1-1 0 0,1 0 1 0 0,0 0 0 0 0,0 0 0 0 0,0 0 0 0 0,0 0 0 0 0,1-1 0 0 0,-1 1 0 0 0,1-1 0 0 0,-1 0 0 0 0,1 0 0 0 0,0 0 0 0 0,0 0 0 0 0,0-1 0 0 0,0 0 0 0 0,0 1 0 0 0,0-2 0 0 0,0 1 0 0 0,6 0 0 0 0,8 1 82 0 0,1 0 0 0 0,0-2 0 0 0,0 0 0 0 0,0-1 1 0 0,29-6-1 0 0,-7-1-329 0 0,-1-2 0 0 0,-1-1 0 0 0,0-3 0 0 0,0 0 0 0 0,41-24-1 0 0,-49 21-1291 0 0,-2-1 0 0 0,0-1 0 0 0,43-38 0 0 0,-38 20-2411 0 0,-20 8-1773 0 0,-12 11-287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7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11793 0 0,'0'0'265'0'0,"3"5"53"0"0,4 1-28 0 0,0 1-1 0 0,0-1 0 0 0,0 0 0 0 0,1-1 1 0 0,0 1-1 0 0,16 7 0 0 0,37 26 1297 0 0,-48-28-1267 0 0,0 1-1 0 0,-2 0 0 0 0,1 1 0 0 0,-1 0 0 0 0,-1 1 0 0 0,-1 0 0 0 0,0 0 1 0 0,0 1-1 0 0,11 32 0 0 0,-13-26-10 0 0,0 1 1 0 0,-2 0-1 0 0,-1 0 0 0 0,-1 0 1 0 0,-1 1-1 0 0,-1-1 1 0 0,-1 26-1 0 0,-1-15-294 0 0,-10 56 0 0 0,-6-32-2412 0 0,13-48 1070 0 0,-1-1 0 0 0,1 1 0 0 0,-2 0 0 0 0,-6 8 0 0 0,-6-6-4707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9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55 208 10837 0 0,'-54'39'2882'0'0,"53"-38"-1826"0"0,8 1-577 0 0,11 1-270 0 0,0 0 0 0 0,1-1-1 0 0,-1-1 1 0 0,0-1 0 0 0,1-1-1 0 0,33-5 1 0 0,116-28 226 0 0,114-53-3142 0 0,-6-23-6245 0 0,-227 89 5317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3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10 9561 0 0,'-10'-9'3544'0'0,"10"9"-3460"0"0,0 0-1 0 0,0 0 0 0 0,0 0 0 0 0,0 1 1 0 0,0-1-1 0 0,0 0 0 0 0,0 0 0 0 0,0 0 1 0 0,0 0-1 0 0,0 1 0 0 0,-1-1 1 0 0,1 0-1 0 0,0 0 0 0 0,0 0 0 0 0,0 0 1 0 0,0 0-1 0 0,0 0 0 0 0,0 1 0 0 0,0-1 1 0 0,-1 0-1 0 0,1 0 0 0 0,0 0 0 0 0,0 0 1 0 0,0 0-1 0 0,0 0 0 0 0,-1 0 0 0 0,1 0 1 0 0,0 0-1 0 0,0 0 0 0 0,0 0 1 0 0,0 1-1 0 0,-1-1 0 0 0,1 0 0 0 0,0 0 1 0 0,0 0-1 0 0,0 0 0 0 0,0 0 0 0 0,-1 0 1 0 0,1-1-1 0 0,0 1 0 0 0,0 0 0 0 0,0 0 1 0 0,0 0-1 0 0,0 0 0 0 0,-1 0 0 0 0,1 0 1 0 0,0 0-1 0 0,0 0 0 0 0,0 0 1 0 0,0 0-1 0 0,-1 0 0 0 0,1-1 0 0 0,0 1 1 0 0,0 0-1 0 0,0 0 0 0 0,0 0 0 0 0,0 0 1 0 0,0 0-1 0 0,0 0 0 0 0,0-1 0 0 0,-1 1 1 0 0,3 6 70 0 0,3 12 182 0 0,0 0 1 0 0,-1 1-1 0 0,-2-1 0 0 0,1 1 1 0 0,-2-1-1 0 0,-1 1 0 0 0,0 0 1 0 0,-1-1-1 0 0,-7 36 0 0 0,-71 197-416 0 0,39-144-8225 0 0,23-62 1054 0 0,14-36 2958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4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320 617 8581 0 0,'-23'3'-1154'0'0,"247"48"1147"0"0,31-5 228 0 0,2-11 1 0 0,338 2-1 0 0,343-45 48 0 0,-900 5-270 0 0,176-14 63 0 0,224 11 1 0 0,-85 10-42 0 0,-66-2 0 0 0,-116-5-2 0 0,175-24-1 0 0,-303 23-17 0 0,70-11-2 0 0,-56 6 18 0 0,74-2 1 0 0,-115 10-7 0 0,0-1 1 0 0,0-1 0 0 0,0 0-1 0 0,30-11 1 0 0,-15 5-7 0 0,339-91-1 0 0,-316 84 8 0 0,110-26 28 0 0,-3 4-31 0 0,-113 24-3 0 0,90-17-6 0 0,197-19 0 0 0,-103 18 0 0 0,-184 24 0 0 0,-2 0-1 0 0,89-4 0 0 0,-79 1 31 0 0,-42 9-25 0 0,54-20 12 0 0,-9 5-19 0 0,1 2 0 0 0,0 3 0 0 0,91-7 0 0 0,-43 5 6 0 0,638-45-14 0 0,-255 29 22 0 0,559 5 17 0 0,-459 24-28 0 0,540-28 24 0 0,-542 5-12 0 0,243-4-27 0 0,-816 28 12 0 0,0 0-1 0 0,0 1 1 0 0,0 1-1 0 0,0 1 1 0 0,0 0-1 0 0,27 10 1 0 0,-35-10 1 0 0,-1 1 0 0 0,1 0 1 0 0,-1 0-1 0 0,0 1 0 0 0,0-1 1 0 0,-1 2-1 0 0,1-1 0 0 0,-1 1 1 0 0,0 0-1 0 0,-1 0 0 0 0,1 1 0 0 0,-1-1 1 0 0,-1 1-1 0 0,5 8 0 0 0,6 16 20 0 0,-1 0 0 0 0,-2 0 0 0 0,-1 1-1 0 0,11 49 1 0 0,13 137 175 0 0,-19-66 93 0 0,-6 1 0 0 0,-7 0-1 0 0,-7 0 1 0 0,-33 219-1 0 0,14-141 340 0 0,21-200-419 0 0,0 1 26 0 0,2 0-1 0 0,2 0 1 0 0,0 0-1 0 0,2 0 1 0 0,11 39 0 0 0,-15-16 141 0 0,0-53-325 0 0,-9 7 97 0 0,-16 1-106 0 0,0 1 1 0 0,1 1-1 0 0,-40 26 0 0 0,9-4-42 0 0,44-27 32 0 0,0 1-1 0 0,1 0 0 0 0,0 1 1 0 0,1 0-1 0 0,0 0 1 0 0,0 1-1 0 0,1 1 1 0 0,0-1-1 0 0,1 1 0 0 0,0 0 1 0 0,1 1-1 0 0,0 0 1 0 0,-8 23-1 0 0,3-3 172 0 0,2 1-1 0 0,1 1 0 0 0,2-1 1 0 0,-3 36-1 0 0,-8 230 3830 0 0,17-297-3987 0 0,0 0 1 0 0,0 0-1 0 0,0 0 0 0 0,-1 0 0 0 0,1 0 1 0 0,-1 0-1 0 0,0 0 0 0 0,1 0 0 0 0,-1-1 1 0 0,0 1-1 0 0,0 0 0 0 0,0 0 1 0 0,0-1-1 0 0,-1 1 0 0 0,1 0 0 0 0,0-1 1 0 0,-1 1-1 0 0,1-1 0 0 0,-1 0 0 0 0,1 1 1 0 0,-1-1-1 0 0,0 0 0 0 0,0 0 0 0 0,1 0 1 0 0,-1 0-1 0 0,0 0 0 0 0,0-1 1 0 0,0 1-1 0 0,0 0 0 0 0,0-1 0 0 0,0 0 1 0 0,0 1-1 0 0,-3-1 0 0 0,-10 2-41 0 0,0-2 0 0 0,0 1 0 0 0,-26-4 0 0 0,16 1 83 0 0,-622-46 69 0 0,117 7-138 0 0,383 36-19 0 0,-243 23-1 0 0,113 1 3 0 0,38-5-9 0 0,0 8 16 0 0,-510 40-4 0 0,-2-34-54 0 0,-18-10 4 0 0,697-16 48 0 0,-58 2-3 0 0,-296 17-9 0 0,126 1 22 0 0,-51 6-10 0 0,-105 14-5 0 0,128-13 27 0 0,-302 23-44 0 0,190-17 24 0 0,189-14-13 0 0,-729 84-62 0 0,850-90 90 0 0,-134-2 0 0 0,-26 1-17 0 0,-60-1-3 0 0,146-10 10 0 0,-641 55-45 0 0,633-31 18 0 0,-149 12-6 0 0,328-37-11 0 0,-159 2 455 0 0,136-12-126 0 0,52 8-265 0 0,-56-6 103 0 0,47 5-104 0 0,5 0-13 0 0,0 1 0 0 0,-1-2 0 0 0,1 1 0 0 0,0-1-1 0 0,-11-4 1 0 0,15 4-11 0 0,1-1 1 0 0,-1 1-1 0 0,1-1 0 0 0,-1 1 0 0 0,1-1 0 0 0,0 0 1 0 0,0 0-1 0 0,1-1 0 0 0,-1 1 0 0 0,0 0 0 0 0,1-1 0 0 0,-4-7 1 0 0,-5-11 4 0 0,1 0 1 0 0,1-1-1 0 0,1-1 1 0 0,1 1 0 0 0,1-1-1 0 0,-5-42 1 0 0,0-152-25 0 0,11 174 14 0 0,5-123-27 0 0,38-240 1 0 0,-19 231 8 0 0,1-192 0 0 0,-24 323 21 0 0,-3 1 1 0 0,-2-1 0 0 0,-2 1-1 0 0,-17-69 1 0 0,20 104-93 0 0,-1-1-1 0 0,0 1 1 0 0,0 0 0 0 0,-1 0 0 0 0,-9-13 0 0 0,13 21 6 0 0,0 0 0 0 0,0 0 0 0 0,-1 0 0 0 0,1 0 1 0 0,0 1-1 0 0,0-1 0 0 0,-1 0 0 0 0,1 1 1 0 0,-1-1-1 0 0,1 1 0 0 0,0-1 0 0 0,-1 1 0 0 0,1 0 1 0 0,-1 0-1 0 0,1-1 0 0 0,-1 1 0 0 0,1 0 1 0 0,-1 0-1 0 0,1 1 0 0 0,-1-1 0 0 0,1 0 0 0 0,-1 0 1 0 0,1 1-1 0 0,-2 0 0 0 0,-35 14-2370 0 0,30-9 1320 0 0,0 0 1 0 0,0 1-1 0 0,1 0 0 0 0,1 0 0 0 0,-1 1 1 0 0,1-1-1 0 0,0 1 0 0 0,-5 10 1 0 0,-6 11-2938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4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42 8901 0 0,'-251'0'1201'0'0,"89"0"2900"0"0,156 0-2221 0 0,20-2-1347 0 0,469-35 1540 0 0,17 35-1057 0 0,-293 3-435 0 0,-167 1-416 0 0,-36-2-95 0 0,-4 1-66 0 0,0-1-1 0 0,0 1 1 0 0,1-1 0 0 0,-1 0-1 0 0,0 1 1 0 0,0-1-1 0 0,0 0 1 0 0,0 1 0 0 0,1-1-1 0 0,-1 1 1 0 0,0-1-1 0 0,0 1 1 0 0,0-1 0 0 0,0 0-1 0 0,0 1 1 0 0,0-1-1 0 0,0 1 1 0 0,0-1 0 0 0,0 0-1 0 0,0 1 1 0 0,-1-1-1 0 0,1 1 1 0 0,0-1 0 0 0,0 0-1 0 0,0 1 1 0 0,0-1 0 0 0,-1 1-1 0 0,1-1 1 0 0,0 0-1 0 0,0 1 1 0 0,-1-1 0 0 0,1 0-1 0 0,0 1 1 0 0,-1-1-1 0 0,1 0 1 0 0,0 0 0 0 0,-1 1-1 0 0,1-1 1 0 0,0 0-1 0 0,-1 0 1 0 0,1 1 0 0 0,0-1-1 0 0,-1 0 1 0 0,1 0-1 0 0,-1 0 1 0 0,1 0 0 0 0,0 0-1 0 0,-1 0 1 0 0,1 0-1 0 0,-1 0 1 0 0,0 0 0 0 0,-207 26 1758 0 0,-347-1 1 0 0,538-29-1429 0 0,24-4-596 0 0,19-6-444 0 0,-26 14 713 0 0,13-5-1012 0 0,-1 1 0 0 0,1 0 0 0 0,0 1 1 0 0,0 1-1 0 0,1 0 0 0 0,19 0 0 0 0,8-2-2051 0 0,39-2-3418 0 0,-43 6 1287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8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44 14589 0 0,'-6'-5'601'0'0,"-1"-2"404"0"0,1 1 0 0 0,-1 1 0 0 0,-1-1 0 0 0,-14-7 0 0 0,20 12-377 0 0,0 5 68 0 0,-2 4-425 0 0,1 1 0 0 0,0 0-1 0 0,0 0 1 0 0,1 0 0 0 0,0 0 0 0 0,1 1 0 0 0,-1-1 0 0 0,2 1 0 0 0,0-1 0 0 0,1 13 0 0 0,16 105 1062 0 0,-12-95-913 0 0,31 158 1143 0 0,-12-76 48 0 0,14 188 1 0 0,-37-273-1572 0 0,-1 0 0 0 0,-2 0 0 0 0,0 0 0 0 0,-2-1 0 0 0,-14 52 0 0 0,16-75-1866 0 0,-2 1 4033 0 0,2-3-2812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8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0 288 17170 0 0,'5'-3'7656'0'0,"8"-5"-3511"0"0,91-50-1398 0 0,37-13-1820 0 0,-4-3-3865 0 0,-52 28-2362 0 0,-56 32 468 0 0,-1 1-4005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177 152 15369 0 0,'-28'-21'673'0'0,"2"-2"-1"0"0,-27-28 0 0 0,-2-2 4646 0 0,45 49-253 0 0,6 14-3648 0 0,4 16-1443 0 0,1-25 520 0 0,30 231 2763 0 0,0-15-3401 0 0,-25-160 144 0 0,49 369 0 0 0,-53-416 153 0 0,10 39-2131 0 0,-2-27-2278 0 0,3-11-3510 0 0,-7-13 978 0 0,15-10-3488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8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19794 0 0,'0'-3'195'0'0,"1"0"1"0"0,-1 0-1 0 0,1 0 0 0 0,0 0 1 0 0,0 0-1 0 0,0 1 1 0 0,1-1-1 0 0,-1 0 0 0 0,0 1 1 0 0,1-1-1 0 0,0 0 1 0 0,0 1-1 0 0,0 0 0 0 0,0 0 1 0 0,0-1-1 0 0,0 1 1 0 0,0 0-1 0 0,1 1 1 0 0,-1-1-1 0 0,1 0 0 0 0,-1 1 1 0 0,1-1-1 0 0,0 1 1 0 0,-1 0-1 0 0,1 0 0 0 0,0 0 1 0 0,0 0-1 0 0,0 0 1 0 0,0 1-1 0 0,6-1 0 0 0,-4 1 33 0 0,0 0-1 0 0,0 1 0 0 0,-1-1 0 0 0,1 1 0 0 0,0 0 1 0 0,0 1-1 0 0,0-1 0 0 0,0 1 0 0 0,-1 0 0 0 0,1 0 1 0 0,-1 0-1 0 0,0 1 0 0 0,1 0 0 0 0,-1 0 0 0 0,0 0 1 0 0,0 0-1 0 0,-1 0 0 0 0,6 6 0 0 0,0 3-44 0 0,0 0-1 0 0,-1 0 1 0 0,0 1-1 0 0,-1 0 1 0 0,0 0-1 0 0,-1 0 1 0 0,-1 1-1 0 0,0 0 1 0 0,-1 0-1 0 0,0 1 1 0 0,-1-1-1 0 0,-1 1 1 0 0,0 0-1 0 0,-1 25 1 0 0,-4 6-257 0 0,-2 0 1 0 0,-2 0-1 0 0,-17 59 0 0 0,10-43 230 0 0,7-33-156 0 0,-11 62 0 0 0,17-85 0 0 0,1-1 0 0 0,-1 0 0 0 0,1 0 0 0 0,0 1 0 0 0,1-1 0 0 0,-1 0 0 0 0,1 1 0 0 0,0-1 0 0 0,1 0 0 0 0,-1 0 0 0 0,1 0 0 0 0,0 0 0 0 0,4 8 0 0 0,-3-11 0 0 0,-1 0 0 0 0,1 0 0 0 0,-1-1 0 0 0,1 1 0 0 0,0 0 0 0 0,0-1 0 0 0,0 0 0 0 0,0 0 0 0 0,0 0 0 0 0,0 0 0 0 0,0 0 0 0 0,0 0 0 0 0,0-1 0 0 0,4 1 0 0 0,3-3 0 0 0,-1 0 0 0 0,0 0 0 0 0,1-1 0 0 0,-1 0 0 0 0,0-1 0 0 0,0 0 0 0 0,-1 0 0 0 0,9-6 0 0 0,21-10 0 0 0,111-38-368 0 0,84-10-5822 0 0,-54 17 105 0 0,-43 8-1150 0 0,-13 4-3798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9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160 280 19630 0 0,'-81'3'1648'0'0,"67"-2"85"0"0,0 1 1 0 0,0 0-1 0 0,-23 7 3763 0 0,58-10-5347 0 0,0-1 0 0 0,0-1 0 0 0,-1-1 0 0 0,1-1 0 0 0,37-15 0 0 0,94-48-548 0 0,-136 61 332 0 0,34-17-1783 0 0,101-54-4928 0 0,-130 65 2809 0 0,0-1 0 0 0,25-23 0 0 0,-25 17-6042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14 16454 0 0,'-91'-14'1494'0'0,"90"14"-1381"0"0,0 0 0 0 0,-1 0 0 0 0,1 1-1 0 0,0-1 1 0 0,0 0 0 0 0,-1 0 0 0 0,1 1-1 0 0,0-1 1 0 0,0 1 0 0 0,-1-1 0 0 0,1 1-1 0 0,0 0 1 0 0,0-1 0 0 0,0 1 0 0 0,0 0-1 0 0,0 0 1 0 0,0 0 0 0 0,0-1 0 0 0,0 1-1 0 0,0 0 1 0 0,1 0 0 0 0,-1 1 0 0 0,0-1-1 0 0,0 0 1 0 0,0 2 0 0 0,-11 30 1825 0 0,11-29-1625 0 0,-6 32 1234 0 0,2 1 0 0 0,1 0 1 0 0,2 73-1 0 0,2-40-248 0 0,16 585 849 0 0,-14-630-2343 0 0,-1-4-96 0 0,0 0 0 0 0,2 0 0 0 0,0 0 0 0 0,1-1 1 0 0,1 1-1 0 0,11 25 0 0 0,-15-45-155 0 0,0 0-1 0 0,0 0 1 0 0,0 0 0 0 0,0 0 0 0 0,0 0-1 0 0,0-1 1 0 0,0 1 0 0 0,0 0-1 0 0,1 0 1 0 0,-1-1 0 0 0,0 1-1 0 0,1-1 1 0 0,-1 1 0 0 0,0-1-1 0 0,1 0 1 0 0,-1 1 0 0 0,0-1-1 0 0,1 0 1 0 0,-1 0 0 0 0,1 0-1 0 0,-1 0 1 0 0,1 0 0 0 0,-1 0-1 0 0,0-1 1 0 0,1 1 0 0 0,-1 0-1 0 0,0-1 1 0 0,1 1 0 0 0,-1-1-1 0 0,0 1 1 0 0,1-1 0 0 0,-1 0 0 0 0,0 1-1 0 0,0-1 1 0 0,0 0 0 0 0,0 0-1 0 0,2-1 1 0 0,1 0-281 0 0,26-15-10266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9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41 19066 0 0,'-4'-12'-41'0'0,"3"11"138"0"0,1 1 0 0 0,-1-1 0 0 0,1 0 0 0 0,0 0 1 0 0,-1 1-1 0 0,1-1 0 0 0,0 0 0 0 0,-1 0 0 0 0,1 1 0 0 0,0-1 0 0 0,0 0 0 0 0,0 0 0 0 0,0 0 0 0 0,0 1 0 0 0,0-1 1 0 0,0 0-1 0 0,0 0 0 0 0,0 0 0 0 0,0 1 0 0 0,0-1 0 0 0,1 0 0 0 0,-1 0 0 0 0,0 1 0 0 0,0-1 0 0 0,1 0 0 0 0,-1 0 1 0 0,1 1-1 0 0,-1-1 0 0 0,0 0 0 0 0,1 1 0 0 0,-1-1 0 0 0,1 1 0 0 0,0-1 0 0 0,-1 0 0 0 0,1 1 0 0 0,1-1 0 0 0,0-1 337 0 0,4 5-42 0 0,2 2-300 0 0,-1 0 1 0 0,1 1-1 0 0,-1 0 0 0 0,0 0 1 0 0,0 0-1 0 0,0 1 0 0 0,-1 0 1 0 0,0 0-1 0 0,-1 1 0 0 0,1 0 1 0 0,-2 0-1 0 0,1 0 1 0 0,-1 0-1 0 0,0 1 0 0 0,-1 0 1 0 0,0-1-1 0 0,0 1 0 0 0,-1 1 1 0 0,0-1-1 0 0,1 10 0 0 0,2 28 231 0 0,-1 1 0 0 0,-6 87 0 0 0,0-58 332 0 0,2-34 79 0 0,1-1 0 0 0,2 1 0 0 0,2 0 1 0 0,2-1-1 0 0,15 50 0 0 0,-13-64-115 0 0,-1-5-459 0 0,-1-1-1 0 0,-1 1 0 0 0,-1 1 0 0 0,4 41 1 0 0,-9-61-162 0 0,1 0 0 0 0,-1 1 0 0 0,0-1 1 0 0,-1 0-1 0 0,1 0 0 0 0,-1 1 0 0 0,0-1 1 0 0,0 0-1 0 0,0 0 0 0 0,0 0 0 0 0,-1 0 1 0 0,0 0-1 0 0,0 0 0 0 0,0-1 0 0 0,0 1 1 0 0,0-1-1 0 0,-1 1 0 0 0,0-1 0 0 0,1 0 1 0 0,-1 0-1 0 0,0 0 0 0 0,-1 0 0 0 0,1 0 1 0 0,0-1-1 0 0,-1 1 0 0 0,0-1 0 0 0,1 0 1 0 0,-1 0-1 0 0,0-1 0 0 0,0 1 0 0 0,0-1 0 0 0,0 0 1 0 0,-6 1-1 0 0,5 1 2 0 0,-4 0 0 0 0,-22-8 0 0 0,26 4-264 0 0,-1-1 0 0 0,1 0 0 0 0,0 0 0 0 0,0 0 0 0 0,1-1 0 0 0,-1 0 0 0 0,0 0 0 0 0,1 0 0 0 0,0 0 0 0 0,0-1 0 0 0,0 1 0 0 0,0-1 0 0 0,0 0 0 0 0,1-1 0 0 0,-5-6-1 0 0,3 3-1456 0 0,1 0 0 0 0,0 0 0 0 0,0-1-1 0 0,1 1 1 0 0,0-1 0 0 0,0 0 0 0 0,1 0-1 0 0,-2-18 1 0 0,3-5-9474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7:5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0 271 20334 0 0,'3'1'628'0'0,"0"0"0"0"0,0 0 1 0 0,0 0-1 0 0,1 0 0 0 0,-1 0 0 0 0,0-1 1 0 0,0 0-1 0 0,1 1 0 0 0,-1-1 0 0 0,0 0 1 0 0,0-1-1 0 0,1 1 0 0 0,-1-1 0 0 0,5 0 0 0 0,48-17 2219 0 0,-52 16-2835 0 0,63-25-205 0 0,91-52 0 0 0,-17-9-8267 0 0,-105 59 3703 0 0,-15 7-3316 0 0,-13 12-1011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75 17694 0 0,'-29'-45'1551'0'0,"6"15"10232"0"0,24 41-10635 0 0,38 225-499 0 0,8 84-707 0 0,-46-299-192 0 0,6 149 639 0 0,-15-57-5559 0 0,5-88 1998 0 0,-3 15-2080 0 0,2-15-2884 0 0,4-13-1184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27 190 15489 0 0,'0'-3'-95'0'0,"0"1"0"0"0,0-1 0 0 0,0 1 0 0 0,-1-1 0 0 0,1 1 0 0 0,-1-1-1 0 0,1 1 1 0 0,-1-1 0 0 0,0 1 0 0 0,0 0 0 0 0,0-1 0 0 0,0 1 0 0 0,-1 0-1 0 0,-1-3 1 0 0,-11-24-569 0 0,14 25 464 0 0,0 1 1 0 0,0 0-1 0 0,0 0 1 0 0,1-1-1 0 0,-1 1 1 0 0,1 0-1 0 0,0 0 1 0 0,0-1-1 0 0,0 1 1 0 0,0 0-1 0 0,1 0 1 0 0,-1 0-1 0 0,1 0 1 0 0,0 1-1 0 0,0-1 1 0 0,0 0-1 0 0,0 1 1 0 0,3-3-1 0 0,9-15 1205 0 0,-13 18-543 0 0,3-22 1650 0 0,0 9-78 0 0,-4 15-1979 0 0,0 1 0 0 0,0-1 1 0 0,0 0-1 0 0,0 0 0 0 0,0 0 1 0 0,0 0-1 0 0,0 0 0 0 0,0 0 1 0 0,0 0-1 0 0,0 0 0 0 0,0 0 1 0 0,0 0-1 0 0,1 0 0 0 0,-1 0 1 0 0,0 1-1 0 0,0-1 0 0 0,0 0 1 0 0,0 0-1 0 0,0 0 0 0 0,0 0 1 0 0,0 0-1 0 0,0 0 0 0 0,0 0 1 0 0,1 0-1 0 0,-1 0 0 0 0,0 0 1 0 0,0 0-1 0 0,0 0 0 0 0,0 0 1 0 0,0 0-1 0 0,0 0 0 0 0,0 0 1 0 0,0 0-1 0 0,0 0 0 0 0,1 0 1 0 0,-1 0-1 0 0,0 0 0 0 0,0 0 1 0 0,0 0-1 0 0,0 0 0 0 0,0-1 1 0 0,0 1-1 0 0,0 0 0 0 0,0 0 1 0 0,0 0-1 0 0,0 0 0 0 0,0 0 1 0 0,1 0-1 0 0,-1 0 0 0 0,0 0 1 0 0,0 0-1 0 0,0 0 0 0 0,0 0 1 0 0,0 0-1 0 0,0-1 0 0 0,0 1 1 0 0,0 0-1 0 0,0 0 0 0 0,0 0 1 0 0,0 0-1 0 0,0 0 0 0 0,0 0 1 0 0,0 0-1 0 0,0 0 0 0 0,0-1 1 0 0,15 45 369 0 0,-2 1 0 0 0,-2 0 0 0 0,8 65 0 0 0,4 20 207 0 0,-20-119-548 0 0,6 37 471 0 0,2-2 0 0 0,2 1 1 0 0,2-2-1 0 0,2 0 0 0 0,26 49 0 0 0,-42-92-458 0 0,0 0 0 0 0,0 0 0 0 0,0 0 1 0 0,0 0-1 0 0,1 0 0 0 0,-1 0 0 0 0,1-1 0 0 0,-1 1 1 0 0,1-1-1 0 0,0 1 0 0 0,-1-1 0 0 0,1 0 0 0 0,0 1 0 0 0,0-1 1 0 0,0 0-1 0 0,0 0 0 0 0,0 0 0 0 0,0-1 0 0 0,0 1 1 0 0,0 0-1 0 0,1-1 0 0 0,-1 0 0 0 0,0 1 0 0 0,0-1 0 0 0,3 0 1 0 0,0-1 6 0 0,-1 0 1 0 0,1 0-1 0 0,-1-1 0 0 0,1 1 1 0 0,-1-1-1 0 0,0 0 1 0 0,0 0-1 0 0,0-1 1 0 0,0 1-1 0 0,5-4 1 0 0,7-9-50 0 0,0-1 1 0 0,-1-1 0 0 0,0 0 0 0 0,-2 0-1 0 0,0-2 1 0 0,-1 1 0 0 0,0-2 0 0 0,-2 1-1 0 0,10-26 1 0 0,4-17 123 0 0,27-108 0 0 0,-35 113-112 0 0,-16 58-57 0 0,0-1 1 0 0,0 0 0 0 0,0 0 0 0 0,0 0-1 0 0,0 0 1 0 0,0 1 0 0 0,0-1 0 0 0,0 0-1 0 0,1 0 1 0 0,-1 0 0 0 0,0 0 0 0 0,0 0 0 0 0,0 1-1 0 0,0-1 1 0 0,0 0 0 0 0,1 0 0 0 0,-1 0-1 0 0,0 0 1 0 0,0 0 0 0 0,0 0 0 0 0,0 0-1 0 0,1 0 1 0 0,-1 0 0 0 0,0 0 0 0 0,0 0-1 0 0,0 0 1 0 0,1 0 0 0 0,-1 0 0 0 0,0 0-1 0 0,0 0 1 0 0,0 0 0 0 0,1 0 0 0 0,-1 0-1 0 0,0 0 1 0 0,0 0 0 0 0,0 0 0 0 0,0 0-1 0 0,1 0 1 0 0,-1 0 0 0 0,0 0 0 0 0,0 0-1 0 0,0 0 1 0 0,0 0 0 0 0,1-1 0 0 0,-1 1 0 0 0,0 0-1 0 0,0 0 1 0 0,0 0 0 0 0,0 0 0 0 0,0 0-1 0 0,1-1 1 0 0,-1 1 0 0 0,0 0 0 0 0,0 0-1 0 0,0 0 1 0 0,0 0 0 0 0,0-1 0 0 0,0 1-1 0 0,12 57 178 0 0,1 6 396 0 0,31 90 0 0 0,-37-134-772 0 0,1 0-1 0 0,1 0 1 0 0,0-1 0 0 0,1-1 0 0 0,1 1-1 0 0,1-2 1 0 0,0 0 0 0 0,2 0-1 0 0,15 15 1 0 0,-9-11-2317 0 0,14 12-4268 0 0,-3-21-3363 0 0,-13-11 2022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52 179 14785 0 0,'-13'4'797'0'0,"-17"8"1896"0"0,21 1 5076 0 0,20-16-6839 0 0,160-55-1351 0 0,48-21-7546 0 0,-73 29-1540 0 0,-91 32 2284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1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14785 0 0,'24'20'3702'0'0,"27"35"-2386"0"0,8 32 1056 0 0,-5 3 1 0 0,-4 2-1 0 0,77 196 0 0 0,-81-169-1214 0 0,-4 2 1 0 0,27 134-1 0 0,-49-174-1500 0 0,-3-30-4003 0 0,-16-49 3823 0 0,0-1-1 0 0,0 1 1 0 0,1-1-1 0 0,-1 1 1 0 0,0-1 0 0 0,0 0-1 0 0,1 1 1 0 0,-1-1-1 0 0,1 0 1 0 0,-1 0 0 0 0,1 0-1 0 0,-1 0 1 0 0,1 0 0 0 0,0-1-1 0 0,-1 1 1 0 0,1 0-1 0 0,0-1 1 0 0,0 1 0 0 0,-1-1-1 0 0,1 0 1 0 0,0 1 0 0 0,0-1-1 0 0,0 0 1 0 0,0 0-1 0 0,-1 0 1 0 0,1 0 0 0 0,0-1-1 0 0,0 1 1 0 0,0 0-1 0 0,-1-1 1 0 0,1 1 0 0 0,0-1-1 0 0,2-1 1 0 0,23-11-7941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2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58 15313 0 0,'-3'-47'3191'0'0,"2"46"-2988"0"0,-1 0 0 0 0,1 0 0 0 0,-1 0-1 0 0,1 0 1 0 0,-1 0 0 0 0,0 0 0 0 0,0 0-1 0 0,1 1 1 0 0,-1-1 0 0 0,0 1 0 0 0,0-1-1 0 0,0 1 1 0 0,1 0 0 0 0,-1-1 0 0 0,0 1-1 0 0,0 0 1 0 0,0 0 0 0 0,0 1 0 0 0,0-1-1 0 0,1 0 1 0 0,-4 1 0 0 0,-9 5 120 0 0,1 1 0 0 0,0-1-1 0 0,0 2 1 0 0,1 0 0 0 0,0 0 0 0 0,0 1 0 0 0,1 1 0 0 0,1 0 0 0 0,-1 0 0 0 0,1 1 0 0 0,1 1-1 0 0,-13 20 1 0 0,15-22-216 0 0,0 0-1 0 0,1 0 1 0 0,1 1-1 0 0,0 0 1 0 0,0 0-1 0 0,1 0 1 0 0,1 1-1 0 0,0-1 1 0 0,0 1-1 0 0,1 0 1 0 0,0 0-1 0 0,1 0 1 0 0,1 0-1 0 0,0 0 1 0 0,1 0-1 0 0,2 16 1 0 0,0-19-71 0 0,-1 0 0 0 0,2-1 1 0 0,-1 1-1 0 0,1-1 0 0 0,1 0 0 0 0,0 0 1 0 0,0 0-1 0 0,0-1 0 0 0,8 9 0 0 0,6 4 410 0 0,38 29 0 0 0,-42-37-22 0 0,-1 0-1 0 0,0 1 0 0 0,-1 0 0 0 0,0 1 1 0 0,18 25-1 0 0,-29-35-423 0 0,0 0 0 0 0,-1 1 0 0 0,0-1 0 0 0,1 0 0 0 0,-1 0 0 0 0,-1 1 0 0 0,1-1 0 0 0,-1 0 0 0 0,0 1 0 0 0,0-1 0 0 0,0 1 0 0 0,0-1 0 0 0,-1 1 0 0 0,1-1 0 0 0,-1 0 0 0 0,-1 0 0 0 0,1 1 0 0 0,0-1 0 0 0,-1 0 0 0 0,0 0 0 0 0,0 0 0 0 0,0 0 0 0 0,-1-1 0 0 0,-3 6 0 0 0,-1 1 0 0 0,0 0 0 0 0,-1-1 0 0 0,0-1 0 0 0,-1 1 0 0 0,0-1 0 0 0,0 0 0 0 0,-19 11 0 0 0,-98 44-1912 0 0,58-30-4819 0 0,1 3-4978 0 0,27-10 1150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16 210 19138 0 0,'-16'6'8311'0'0,"118"-28"-6433"0"0,107-38-1 0 0,4-14-5646 0 0,-93 32-2922 0 0,-63 27-3017 0 0,-39 12 528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17798 0 0,'-24'22'3017'0'0,"13"-9"1801"0"0,26 9-2214 0 0,-12-20-2433 0 0,-1 0-1 0 0,0 0 1 0 0,0-1-1 0 0,1 1 1 0 0,-1-1 0 0 0,1 0-1 0 0,-1 0 1 0 0,1 0-1 0 0,0 0 1 0 0,0 0-1 0 0,-1 0 1 0 0,1-1 0 0 0,0 1-1 0 0,0-1 1 0 0,4 0-1 0 0,47-3 84 0 0,-36 1-470 0 0,121-14-3500 0 0,-14 1-2005 0 0,-90 13 159 0 0,54 2 1 0 0,-47 5-3027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2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15337 0 0,'0'1'364'0'0,"0"0"0"0"0,0 0 0 0 0,0 1 0 0 0,0-1 0 0 0,0 0 0 0 0,0 1 0 0 0,0-1 0 0 0,1 0 0 0 0,-1 0 0 0 0,0 1 0 0 0,1-1 0 0 0,-1 0 0 0 0,1 0 0 0 0,-1 1 0 0 0,1-1 0 0 0,0 0 0 0 0,-1 0 0 0 0,1 0 0 0 0,0 0 0 0 0,0 0 0 0 0,0 0 0 0 0,0 0 0 0 0,0-1 0 0 0,0 1 0 0 0,1 1 0 0 0,0-1 1189 0 0,4-2-140 0 0,15-3-532 0 0,0-2 1 0 0,-1-1 0 0 0,36-15 0 0 0,67-41-3921 0 0,-82 42 551 0 0,19-12-3486 0 0,-21 8-3183 0 0,-20 12 377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3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16638 0 0,'0'0'7660'0'0,"16"-2"-6283"0"0,91-15 1148 0 0,141-40 0 0 0,-65 3-4545 0 0,0-4-7308 0 0,-79 24-767 0 0,-78 26 2669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3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14917 0 0,'0'0'1356'0'0,"45"-23"-1684"0"0,-26 12-364 0 0,0-1-536 0 0,13-2-852 0 0,0 0-16 0 0,22-4 180 0 0,-2 4-785 0 0,-4 2-675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3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53 8077 0 0,'0'0'14201'0'0,"0"-2"-14385"0"0,-1 0 0 0 0,1 0 0 0 0,0 0 0 0 0,-1-1 1 0 0,1 1-1 0 0,0 0 0 0 0,1 0 0 0 0,-1 0 0 0 0,0-1 0 0 0,2-3 0 0 0,29-18-11966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4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12 116 13869 0 0,'-1'-1'255'0'0,"0"0"-1"0"0,0 0 1 0 0,0-1 0 0 0,0 1-1 0 0,0 0 1 0 0,0 0-1 0 0,0 0 1 0 0,1-1 0 0 0,-1 1-1 0 0,1 0 1 0 0,-1-1-1 0 0,1 1 1 0 0,-1 0 0 0 0,1-1-1 0 0,-1 1 1 0 0,1-1-1 0 0,0 1 1 0 0,0-1 0 0 0,0 1-1 0 0,0-1 1 0 0,0-1-1 0 0,2 1 47 0 0,-1 0 0 0 0,0 1-1 0 0,1-1 1 0 0,-1 0 0 0 0,1 1-1 0 0,-1 0 1 0 0,1-1-1 0 0,0 1 1 0 0,0 0 0 0 0,-1 0-1 0 0,1 0 1 0 0,0 0 0 0 0,0 0-1 0 0,0 0 1 0 0,0 0-1 0 0,0 1 1 0 0,0-1 0 0 0,3 0-1 0 0,15-3 789 0 0,1 0-1 0 0,0 2 1 0 0,33-1-1 0 0,-50 3-769 0 0,26 0 931 0 0,-24 0-1129 0 0,1-1 0 0 0,0 0 1 0 0,-1-1-1 0 0,1 0 0 0 0,-1 0 1 0 0,1 0-1 0 0,-1-1 0 0 0,10-5 0 0 0,37-13 450 0 0,-32 17-571 0 0,29 1 0 0 0,-32 9 0 0 0,-2 0 0 0 0,4 1 0 0 0,-1 1 0 0 0,0 0 0 0 0,0 2 0 0 0,-1 0 0 0 0,31 24 0 0 0,-24-17 0 0 0,14 1 0 0 0,-24-13 0 0 0,12-5 0 0 0,13-10-1123 0 0,-14 2-4094 0 0,0 4-9645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52 141 18594 0 0,'-4'-2'142'0'0,"1"1"0"0"0,0 0-1 0 0,0-1 1 0 0,1 0 0 0 0,-1 0 0 0 0,0 0 0 0 0,0 0 0 0 0,1 0 0 0 0,-1 0 0 0 0,1 0 0 0 0,0-1 0 0 0,0 0 0 0 0,0 1-1 0 0,0-1 1 0 0,0 0 0 0 0,0 0 0 0 0,1 0 0 0 0,0 0 0 0 0,-1 0 0 0 0,1 0 0 0 0,0 0 0 0 0,0-1 0 0 0,1 1 0 0 0,-1 0 0 0 0,1-1-1 0 0,-1-3 1 0 0,1 5 314 0 0,5 2-16 0 0,1 1-323 0 0,1 1-1 0 0,0 0 0 0 0,-1 0 0 0 0,0 1 1 0 0,0 0-1 0 0,1 0 0 0 0,-1 0 0 0 0,-1 1 1 0 0,1 0-1 0 0,-1 0 0 0 0,1 1 0 0 0,-1-1 1 0 0,0 1-1 0 0,-1 0 0 0 0,1 0 1 0 0,4 8-1 0 0,14 17 305 0 0,29 49 1 0 0,-45-66-218 0 0,-1-1 1 0 0,0 2-1 0 0,-1-1 1 0 0,0 0-1 0 0,-1 1 0 0 0,-1 0 1 0 0,0 0-1 0 0,0 0 1 0 0,-1 15-1 0 0,-1 12 1330 0 0,-9 72 0 0 0,5-80-745 0 0,3-33-780 0 0,1 0 1 0 0,-1 0-1 0 0,0 0 1 0 0,0-1 0 0 0,0 1-1 0 0,0 0 1 0 0,1 0 0 0 0,-1 0-1 0 0,0 0 1 0 0,0 0 0 0 0,0 0-1 0 0,1 0 1 0 0,-1 0-1 0 0,0 0 1 0 0,0 0 0 0 0,0 0-1 0 0,1 0 1 0 0,-1 0 0 0 0,0 0-1 0 0,0 0 1 0 0,0 0-1 0 0,1 0 1 0 0,-1 0 0 0 0,0 0-1 0 0,0 0 1 0 0,0 0 0 0 0,1 0-1 0 0,-1 0 1 0 0,0 1-1 0 0,0-1 1 0 0,0 0 0 0 0,0 0-1 0 0,1 0 1 0 0,-1 0 0 0 0,0 0-1 0 0,0 0 1 0 0,0 1-1 0 0,0-1 1 0 0,0 0 0 0 0,0 0-1 0 0,0 0 1 0 0,1 1 0 0 0,-1-1-1 0 0,0 0 1 0 0,0 0 0 0 0,0 0-1 0 0,0 0 1 0 0,0 1-1 0 0,0-1 1 0 0,0 0 0 0 0,0 0-1 0 0,0 0 1 0 0,0 1 0 0 0,0-1-1 0 0,0 0 1 0 0,0 0-1 0 0,0 0 1 0 0,0 1 0 0 0,0-1-1 0 0,0 0 1 0 0,0 0 0 0 0,0 0-1 0 0,-1 1 1 0 0,1-1-1 0 0,0 0 1 0 0,0 0 0 0 0,0 0-1 0 0,0 0 1 0 0,-1 1 0 0 0,19-20 101 0 0,21-38-171 0 0,27-54 60 0 0,56-83 0 0 0,-99 162 0 0 0,1 1 0 0 0,1 1 0 0 0,53-47 0 0 0,-74 73 0 0 0,0 1 0 0 0,0 0 0 0 0,0-1 0 0 0,1 2 0 0 0,-1-1 0 0 0,1 0 0 0 0,0 1 0 0 0,0 0 0 0 0,-1 0 0 0 0,1 0 0 0 0,1 1 0 0 0,-1 0 0 0 0,0 0 0 0 0,0 0 0 0 0,0 0 0 0 0,8 1 0 0 0,-7 1 0 0 0,-1 0 0 0 0,0 0 0 0 0,1 1 0 0 0,-1 0 0 0 0,0 0 0 0 0,0 0 0 0 0,-1 1 0 0 0,1 0 0 0 0,0-1 0 0 0,-1 2 0 0 0,0-1 0 0 0,1 0 0 0 0,-1 1 0 0 0,-1 0 0 0 0,1 0 0 0 0,3 5 0 0 0,13 16 0 0 0,-2 1 0 0 0,-1 1 0 0 0,-1 0 0 0 0,17 40 0 0 0,42 127 0 0 0,-48-121 0 0 0,-16-44-96 0 0,11 31-2386 0 0,-17-22-7730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64 16261 0 0,'-3'-8'183'0'0,"-13"-27"64"0"0,15 34-117 0 0,0-1 1 0 0,1 1-1 0 0,-1 0 1 0 0,0-1-1 0 0,0 1 1 0 0,0 0 0 0 0,0 0-1 0 0,0 0 1 0 0,0 0-1 0 0,0 0 1 0 0,-1 0-1 0 0,1 0 1 0 0,0 0-1 0 0,0 0 1 0 0,-1 0 0 0 0,1 1-1 0 0,-1-1 1 0 0,1 0-1 0 0,-3 0 1 0 0,-2 6 1025 0 0,1-2-892 0 0,1 1 1 0 0,-1 0-1 0 0,1 0 1 0 0,0 1-1 0 0,0-1 0 0 0,1 1 1 0 0,-1 0-1 0 0,1 0 1 0 0,0 0-1 0 0,0 0 1 0 0,1 1-1 0 0,0-1 0 0 0,0 1 1 0 0,-3 10-1 0 0,-5 34 843 0 0,2 0-1 0 0,2 1 1 0 0,2 0-1 0 0,4 51 1 0 0,23 206 1268 0 0,-21-282-2353 0 0,29 233 395 0 0,-1-90-3567 0 0,-11-109-858 0 0,-2-34-772 0 0,7-10-5601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2 199 15069 0 0,'0'-25'137'0'0,"-1"12"418"0"0,0 1-1 0 0,1-1 1 0 0,1 1 0 0 0,0-1 0 0 0,1 1 0 0 0,0 0 0 0 0,1 0 0 0 0,5-18 0 0 0,4 22 1382 0 0,-4 12 2248 0 0,-1 3-3798 0 0,0 2 0 0 0,0-1 0 0 0,-1 1-1 0 0,0 0 1 0 0,-1 0 0 0 0,0 1-1 0 0,0 0 1 0 0,-1 0 0 0 0,5 15 0 0 0,0 14 895 0 0,7 52 1 0 0,0-2-1271 0 0,-16-84-12 0 0,2 18 0 0 0,-2-23 0 0 0,0 0 0 0 0,0 0 0 0 0,0 0 0 0 0,0 0 0 0 0,0 1 0 0 0,0-1 0 0 0,0 0 0 0 0,0 0 0 0 0,0 0 0 0 0,0 0 0 0 0,0 1 0 0 0,0-1 0 0 0,0 0 0 0 0,0 0 0 0 0,1 0 0 0 0,-1 0 0 0 0,0 1 0 0 0,0-1 0 0 0,0 0 0 0 0,0 0 0 0 0,0 0 0 0 0,0 0 0 0 0,0 0 0 0 0,1 0 0 0 0,-1 0 0 0 0,0 1 0 0 0,0-1 0 0 0,0 0 0 0 0,0 0 0 0 0,0 0 0 0 0,1 0 0 0 0,-1 0 0 0 0,0 0 0 0 0,0 0 0 0 0,0 0 0 0 0,0 0 0 0 0,1 0 0 0 0,-1 0 0 0 0,0 0 0 0 0,0 0 0 0 0,0 0 0 0 0,0 0 0 0 0,1 0 0 0 0,-1 0 0 0 0,0 0 0 0 0,0 0 0 0 0,0 0 0 0 0,0 0 0 0 0,0 0 0 0 0,1 0 0 0 0,-1 0 0 0 0,0 0 0 0 0,0 0 0 0 0,0-1 0 0 0,0 1 0 0 0,0 0 0 0 0,1 0 0 0 0,-1 0 0 0 0,0 0 0 0 0,0 0 0 0 0,10-13 0 0 0,-2-1 0 0 0,1 1 0 0 0,-1-1 0 0 0,10-27 0 0 0,9-16 0 0 0,-10 27 0 0 0,2 2 0 0 0,35-43 0 0 0,-42 57 0 0 0,1 0 0 0 0,1 1 0 0 0,0 0 0 0 0,0 1 0 0 0,1 1 0 0 0,23-13 0 0 0,-1 12 0 0 0,-34 12 0 0 0,-1-1 0 0 0,0 1 0 0 0,1-1 0 0 0,-1 1 0 0 0,0 0 0 0 0,1 0 0 0 0,-1 0 0 0 0,1 0 0 0 0,-1 1 0 0 0,0-1 0 0 0,1 0 0 0 0,-1 1 0 0 0,0 0 0 0 0,0 0 0 0 0,1-1 0 0 0,-1 1 0 0 0,0 1 0 0 0,0-1 0 0 0,0 0 0 0 0,0 0 0 0 0,0 1 0 0 0,0-1 0 0 0,2 3 0 0 0,1 1 0 0 0,3 2 20 0 0,-1 1-1 0 0,-1-1 1 0 0,1 1-1 0 0,-1 1 1 0 0,0-1-1 0 0,-1 1 1 0 0,8 16 0 0 0,-8-15-432 0 0,0 0 1 0 0,0 0 0 0 0,1-1 0 0 0,0 0 0 0 0,1 0-1 0 0,0-1 1 0 0,11 11 0 0 0,-4-10-1274 0 0,0 0-1 0 0,0-1 1 0 0,1 0 0 0 0,0-1-1 0 0,1-1 1 0 0,-1 0 0 0 0,25 5 0 0 0,5 2-4538 0 0,-10-1-1850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23 277 16390 0 0,'-19'-6'1544'0'0,"16"3"2717"0"0,26-1 3307 0 0,-5 3-9143 0 0,42-8 1970 0 0,0-3-1 0 0,0-2 1 0 0,57-22 0 0 0,-46 9-5032 0 0,131-71 0 0 0,-156 68 331 0 0,-21 8-2433 0 0,-14 8-853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32 13793 0 0,'-18'-9'11'0'0,"-41"-14"3625"0"0,56 29-2558 0 0,-4 12-260 0 0,2 1 1 0 0,0-1 0 0 0,0 1 0 0 0,2 0 0 0 0,1 0-1 0 0,0 1 1 0 0,2 30 0 0 0,-2-10-211 0 0,12 339 3750 0 0,-1-227-3682 0 0,1-65-2856 0 0,8-36-4221 0 0,-17-49 5171 0 0,6 7-205 0 0,-2-8-2035 0 0,1-4-3731 0 0,26-13 264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7 187 13677 0 0,'6'-34'956'0'0,"12"-64"83"0"0,-15 68 2437 0 0,-1 5 3315 0 0,-8 271-2085 0 0,0-74-6029 0 0,1-66-3023 0 0,-8 19-6472 0 0,11-105 6810 0 0,-1 2-4286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6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14781 0 0,'0'0'787'0'0,"3"8"70"0"0,19 56 1950 0 0,73 234 5987 0 0,-83-241-7639 0 0,-2 1 1 0 0,-2 0-1 0 0,-1 62 1 0 0,-7-63-1136 0 0,-3 0 0 0 0,-2-1-1 0 0,-3 0 1 0 0,-2 0 0 0 0,-32 99 0 0 0,35-136-189 0 0,-1 0 0 0 0,-1 0 1 0 0,-14 24-1 0 0,11-25-1402 0 0,-1-1 0 0 0,-28 31 0 0 0,18-26-1714 0 0,-1-1-1 0 0,-1-2 1 0 0,-1 0-1 0 0,-51 27 1 0 0,23-17-5811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92 118 19034 0 0,'-18'7'686'0'0,"13"-6"-393"0"0,-1 0 0 0 0,1 1-1 0 0,0-1 1 0 0,0 2 0 0 0,0-1 0 0 0,0 0-1 0 0,1 1 1 0 0,-1 0 0 0 0,0 0-1 0 0,1 0 1 0 0,0 1 0 0 0,0-1-1 0 0,-6 8 1 0 0,10-11-202 0 0,-1 1 0 0 0,1 0 0 0 0,0 0 1 0 0,0 0-1 0 0,0-1 0 0 0,0 1 0 0 0,0 0 0 0 0,-1 0 0 0 0,2 0 0 0 0,-1 0 0 0 0,0-1 0 0 0,0 1 0 0 0,0 0 0 0 0,0 0 0 0 0,0 0 1 0 0,1-1-1 0 0,-1 1 0 0 0,0 0 0 0 0,1 0 0 0 0,-1-1 0 0 0,0 1 0 0 0,1 0 0 0 0,-1-1 0 0 0,1 1 0 0 0,-1 0 0 0 0,1-1 0 0 0,0 1 1 0 0,-1-1-1 0 0,1 1 0 0 0,-1-1 0 0 0,1 1 0 0 0,0-1 0 0 0,-1 1 0 0 0,1-1 0 0 0,0 0 0 0 0,0 1 0 0 0,0-1 0 0 0,0 0 0 0 0,37 12 1743 0 0,-36-11-1703 0 0,45 7 483 0 0,0-2 1 0 0,0-1-1 0 0,1-3 0 0 0,-1-2 0 0 0,57-7 0 0 0,239-45-867 0 0,-62-11 177 0 0,-95 15-3472 0 0,-22 5-5850 0 0,-119 34 2311 0 0,-11 5-3715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5 174 21126 0 0,'0'0'56'0'0,"0"0"-1"0"0,-1 0 1 0 0,1 0 0 0 0,0 0 0 0 0,0 0-1 0 0,0 0 1 0 0,-1 0 0 0 0,1 0 0 0 0,0 0-1 0 0,0 0 1 0 0,0 0 0 0 0,-1 0-1 0 0,1 0 1 0 0,0-1 0 0 0,0 1 0 0 0,0 0-1 0 0,0 0 1 0 0,-1 0 0 0 0,1 0 0 0 0,0 0-1 0 0,0-1 1 0 0,0 1 0 0 0,0 0 0 0 0,0 0-1 0 0,0 0 1 0 0,-1-1 0 0 0,1 1 0 0 0,0 0-1 0 0,0 0 1 0 0,0 0 0 0 0,0-1-1 0 0,0 1 1 0 0,0 0 0 0 0,0 0 0 0 0,0 0-1 0 0,0-1 1 0 0,0 1 0 0 0,0 0 0 0 0,0 0-1 0 0,0-1 1 0 0,0 1 0 0 0,0 0 0 0 0,0 0-1 0 0,9-12 583 0 0,16-10-338 0 0,-24 21-234 0 0,16-11 305 0 0,0 1 1 0 0,1 1-1 0 0,0 0 1 0 0,1 2-1 0 0,26-10 1 0 0,100-22 1477 0 0,-141 39-1782 0 0,25-6 317 0 0,1 2 1 0 0,-1 0 0 0 0,1 2 0 0 0,0 1 0 0 0,0 2-1 0 0,0 0 1 0 0,0 2 0 0 0,32 7 0 0 0,-52-7-362 0 0,1 0 0 0 0,0 1 0 0 0,0 1 0 0 0,-1 0 0 0 0,0 0 0 0 0,0 1 0 0 0,0 0 1 0 0,0 1-1 0 0,-1 0 0 0 0,0 1 0 0 0,0 0 0 0 0,-1 0 0 0 0,0 0 0 0 0,0 1 0 0 0,0 1 0 0 0,-1-1 0 0 0,-1 1 0 0 0,0 1 1 0 0,0-1-1 0 0,0 1 0 0 0,-1 0 0 0 0,-1 0 0 0 0,1 0 0 0 0,3 17 0 0 0,-3-3-23 0 0,-1-1 0 0 0,0 1 0 0 0,-2 0 0 0 0,-1 0 0 0 0,-2 26 0 0 0,-19 120 0 0 0,1-13 0 0 0,22-122 0 0 0,-2-34 0 0 0,-1 0 0 0 0,0 0 0 0 0,1 1 0 0 0,-1-1 0 0 0,1 0 0 0 0,-1 0 0 0 0,1 0 0 0 0,-1 0 0 0 0,1 0 0 0 0,0 0 0 0 0,0 0 0 0 0,-1 0 0 0 0,1 0 0 0 0,0 0 0 0 0,0-1 0 0 0,0 1 0 0 0,0 0 0 0 0,0 0 0 0 0,0-1 0 0 0,0 1 0 0 0,0-1 0 0 0,0 1 0 0 0,1-1 0 0 0,-1 1 0 0 0,2-1 0 0 0,18-3 0 0 0,13-11 91 0 0,-1-1 0 0 0,0-1 0 0 0,-1-2 0 0 0,52-38 0 0 0,-23 16-2341 0 0,0 3-3629 0 0,-33 23-3189 0 0,3 7-5101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7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1507 676 24370 0 0,'-79'11'-770'0'0,"0"3"1"0"0,0 4-1 0 0,2 3 0 0 0,1 4 0 0 0,-82 38 0 0 0,106-38 567 0 0,1 3-1 0 0,1 2 1 0 0,1 3 0 0 0,2 1-1 0 0,1 2 1 0 0,2 3 0 0 0,-68 75-1 0 0,62-53 239 0 0,2 2 1 0 0,3 2-1 0 0,3 1 0 0 0,3 3 0 0 0,3 1 0 0 0,3 2 1 0 0,-27 87-1 0 0,32-72 155 0 0,4 1 1 0 0,3 1 0 0 0,5 1-1 0 0,4 0 1 0 0,3 1 0 0 0,5 1-1 0 0,4-1 1 0 0,15 134 0 0 0,-4-157-48 0 0,3 0 0 0 0,3 0 0 0 0,2-2 0 0 0,4 0 0 0 0,2-1 0 0 0,3-2 0 0 0,3-1 0 0 0,3-1 1 0 0,56 77-1 0 0,-58-96-47 0 0,1-2 0 0 0,3-2 0 0 0,1-1 0 0 0,1-1 0 0 0,2-3 0 0 0,1-1 0 0 0,55 32 0 0 0,-39-31-27 0 0,1-3-1 0 0,2-2 1 0 0,0-2 0 0 0,2-4 0 0 0,1-2 0 0 0,1-3 0 0 0,65 10 0 0 0,-31-14-191 0 0,0-4 1 0 0,1-4-1 0 0,188-15 0 0 0,-130-9-231 0 0,-2-7-1 0 0,-1-6 0 0 0,190-67 0 0 0,-155 30 28 0 0,-4-7-1 0 0,183-106 1 0 0,-294 141 167 0 0,-1-3 1 0 0,-3-4-1 0 0,-2-3 0 0 0,-2-2 0 0 0,-3-4 1 0 0,-2-2-1 0 0,-2-2 0 0 0,65-91 1 0 0,-92 106 84 0 0,-1-2 0 0 0,-3-2 1 0 0,-2 0-1 0 0,-2-2 0 0 0,-2 0 1 0 0,-3-2-1 0 0,-2 0 0 0 0,-3-1 1 0 0,-1 0-1 0 0,-4-1 1 0 0,-1-1-1 0 0,-3 1 0 0 0,-3-65 1 0 0,-8 49 61 0 0,-2 0-1 0 0,-3 1 1 0 0,-3 0 0 0 0,-38-108 0 0 0,14 73 9 0 0,-5 2 0 0 0,-67-117 0 0 0,51 121 40 0 0,-5 3 0 0 0,-3 2-1 0 0,-4 3 1 0 0,-5 4 0 0 0,-3 3 0 0 0,-4 3 0 0 0,-3 4 0 0 0,-3 4 0 0 0,-4 4 0 0 0,-3 4 0 0 0,-114-58 0 0 0,152 94 12 0 0,-1 3-1 0 0,-1 3 1 0 0,-1 2 0 0 0,-1 3-1 0 0,0 2 1 0 0,-2 4 0 0 0,0 2-1 0 0,0 3 1 0 0,-1 2 0 0 0,1 4-1 0 0,-1 2 1 0 0,0 4 0 0 0,0 2-1 0 0,1 2 1 0 0,1 4 0 0 0,-84 26-1 0 0,40-1-44 0 0,2 4-1 0 0,2 5 1 0 0,2 5-1 0 0,2 3 1 0 0,2 6-1 0 0,3 3 1 0 0,-111 98-1 0 0,101-69-447 0 0,4 5 0 0 0,3 4 0 0 0,6 4 0 0 0,4 4 0 0 0,-113 185-1 0 0,166-234-376 0 0,2 1-1 0 0,3 1 0 0 0,-25 77 0 0 0,41-97-260 0 0,2 1 0 0 0,2 0 0 0 0,2 0-1 0 0,2 1 1 0 0,1 78 0 0 0,13 0-3377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14 741 12445 0 0,'-13'3'6924'0'0,"12"-6"-2698"0"0,25-19-1479 0 0,53-36-3368 0 0,-70 53 1390 0 0,147-116-963 0 0,156-160-1 0 0,-286 259-124 0 0,26-26-675 0 0,-13 10-1871 0 0,2 2 0 0 0,86-60 0 0 0,-96 83-277 0 0,-17 13-1355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08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67 890 14561 0 0,'-13'12'498'0'0,"7"-9"-227"0"0,1 1 0 0 0,0 1 1 0 0,0-1-1 0 0,1 1 0 0 0,-1 0 1 0 0,1 0-1 0 0,0 0 1 0 0,0 0-1 0 0,1 1 0 0 0,-4 6 1 0 0,5-7 97 0 0,3-4-274 0 0,-1-1 1 0 0,1 0-1 0 0,-1 1 0 0 0,1-1 1 0 0,-1 0-1 0 0,1 0 0 0 0,-1 1 1 0 0,1-1-1 0 0,-1 0 0 0 0,1 0 1 0 0,0 0-1 0 0,-1 0 1 0 0,1 1-1 0 0,-1-1 0 0 0,1 0 1 0 0,0 0-1 0 0,-1 0 0 0 0,1-1 1 0 0,-1 1-1 0 0,1 0 0 0 0,0 0 1 0 0,-1 0-1 0 0,1 0 0 0 0,-1 0 1 0 0,1-1-1 0 0,-1 1 0 0 0,1 0 1 0 0,-1 0-1 0 0,2-1 0 0 0,44-15 436 0 0,-1-1-1 0 0,-1-2 1 0 0,0-3-1 0 0,-1-1 0 0 0,-2-2 1 0 0,41-31-1 0 0,232-200-186 0 0,-16-21-4117 0 0,-108 87-4292 0 0,-150 150 3278 0 0,-7 15-2062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29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38 21998 0 0,'-4'-5'983'0'0,"-1"0"-1"0"0,0 0 1 0 0,0 0-1 0 0,0 0 1 0 0,-12-7 3200 0 0,15 20-3315 0 0,-3 32-715 0 0,3 1 0 0 0,0 0 0 0 0,3 0 0 0 0,6 42 0 0 0,-1 8-113 0 0,-4-35-40 0 0,6 217 0 0 0,-10-208 0 0 0,-2 0 0 0 0,-16 74 0 0 0,19-126-15 0 0,1-10 7 0 0,0 0 1 0 0,-1-1-1 0 0,1 1 1 0 0,0-1-1 0 0,-1 1 1 0 0,0-1-1 0 0,1 1 1 0 0,-1-1-1 0 0,0 1 0 0 0,0-1 1 0 0,-1 0-1 0 0,1 1 1 0 0,0-1-1 0 0,-1 0 1 0 0,1 0-1 0 0,-1 0 1 0 0,0 0-1 0 0,1 0 0 0 0,-1 0 1 0 0,0-1-1 0 0,0 1 1 0 0,-3 1-1 0 0,3-4-191 0 0,0-1-1 0 0,0 1 1 0 0,0-1-1 0 0,1 1 0 0 0,-1-1 1 0 0,1 0-1 0 0,-1 1 1 0 0,1-1-1 0 0,0 0 1 0 0,-2-4-1 0 0,-3-9-465 0 0,0-1 79 0 0,2 1-1 0 0,0-1 0 0 0,0 0 0 0 0,2 0 0 0 0,0-1 0 0 0,0 1 0 0 0,2-27 0 0 0,-2-18-342 0 0,-19-498-676 0 0,20 554 1783 0 0,2 1-1 0 0,-1-1 1 0 0,0 1 0 0 0,1-1 0 0 0,0 1 0 0 0,0-1-1 0 0,2-4 1 0 0,-3 8-102 0 0,1 0 0 0 0,-1 0 0 0 0,1 0 0 0 0,-1 0 0 0 0,1 1 0 0 0,0-1 0 0 0,0 0-1 0 0,-1 0 1 0 0,1 1 0 0 0,0-1 0 0 0,0 1 0 0 0,-1-1 0 0 0,1 0 0 0 0,0 1 0 0 0,0 0 0 0 0,0-1 0 0 0,0 1 0 0 0,0-1-1 0 0,0 1 1 0 0,0 0 0 0 0,0 0 0 0 0,0 0 0 0 0,0-1 0 0 0,0 1 0 0 0,0 0 0 0 0,0 0 0 0 0,0 1 0 0 0,0-1 0 0 0,0 0-1 0 0,0 0 1 0 0,0 0 0 0 0,0 1 0 0 0,0-1 0 0 0,0 0 0 0 0,0 1 0 0 0,0-1 0 0 0,0 1 0 0 0,-1-1 0 0 0,1 1 0 0 0,0-1-1 0 0,0 1 1 0 0,0 0 0 0 0,0 0 0 0 0,149 104 2580 0 0,-108-72-2051 0 0,2-2 0 0 0,2-1 0 0 0,81 38-1 0 0,-116-63-517 0 0,1-1-28 0 0,0 2 0 0 0,0 0 0 0 0,-1 0 0 0 0,0 1 0 0 0,11 9 0 0 0,-21-16-59 0 0,-1 0 0 0 0,1 1 0 0 0,-1-1 0 0 0,0 0 0 0 0,1 1 0 0 0,-1-1 0 0 0,0 0 0 0 0,0 1 0 0 0,1-1 0 0 0,-1 1 0 0 0,0-1 0 0 0,0 0 0 0 0,0 1 0 0 0,1-1 0 0 0,-1 1 0 0 0,0-1 0 0 0,0 1 0 0 0,0-1 0 0 0,0 1 0 0 0,0-1 0 0 0,0 1 0 0 0,0-1 0 0 0,0 1 0 0 0,0-1 0 0 0,0 0 0 0 0,0 1 0 0 0,0-1 0 0 0,0 1 0 0 0,0-1 0 0 0,-1 1 0 0 0,1-1 0 0 0,0 1 0 0 0,0-1 0 0 0,-1 0 0 0 0,1 1 0 0 0,0-1 0 0 0,0 1 0 0 0,-1-1 0 0 0,1 0 0 0 0,0 1 0 0 0,-1-1 0 0 0,1 0 0 0 0,0 1 0 0 0,-1-1 0 0 0,1 0 0 0 0,-1 0 0 0 0,1 1 0 0 0,-1-1 0 0 0,1 0 0 0 0,-1 0 0 0 0,-21 11 0 0 0,21-11 0 0 0,-50 17 0 0 0,33-12 0 0 0,1 1 0 0 0,0 1 0 0 0,0 0 0 0 0,-31 19 0 0 0,39-20-305 0 0,7-4-1281 0 0,8-8-2937 0 0,33-29 899 0 0,137-128-9653 0 0,-122 110 5681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0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12 148 13181 0 0,'18'-25'950'0'0,"27"-45"0"0"0,-18 25 3377 0 0,-21 37 1004 0 0,-7 12-2226 0 0,-12 27-1251 0 0,-15 39-574 0 0,24-56-1077 0 0,1 0 0 0 0,0 1 1 0 0,1-1-1 0 0,0 0 0 0 0,1 1 0 0 0,1 0 0 0 0,0-1 0 0 0,4 26 0 0 0,-2-29-206 0 0,1 0 0 0 0,1-1 0 0 0,0 1-1 0 0,1-1 1 0 0,-1 0 0 0 0,2 0-1 0 0,0 0 1 0 0,0 0 0 0 0,0-1 0 0 0,1 0-1 0 0,15 13 1 0 0,-15-15 3 0 0,-1 0 0 0 0,1 0 0 0 0,-1 0 0 0 0,0 1 0 0 0,-1 0 0 0 0,0 0 0 0 0,0 1 0 0 0,-1-1 0 0 0,5 15 0 0 0,-8-19 0 0 0,0 0 0 0 0,-1 0 0 0 0,1 0 0 0 0,-1 0 0 0 0,0 1 0 0 0,0-1 0 0 0,-1 0 0 0 0,1 0 0 0 0,-1 0 0 0 0,0 0 0 0 0,0 0 0 0 0,0 0 0 0 0,0 0 0 0 0,-1-1 0 0 0,0 1 0 0 0,1 0 0 0 0,-1-1 0 0 0,-1 1 0 0 0,1-1 0 0 0,-1 0 0 0 0,1 1 0 0 0,-1-1 0 0 0,0 0 0 0 0,-6 4 0 0 0,5-4 0 0 0,0-1 0 0 0,0 1 0 0 0,-1-1 0 0 0,1 0 0 0 0,-1-1 0 0 0,1 1 0 0 0,-1-1 0 0 0,1 0 0 0 0,-1 0 0 0 0,0 0 0 0 0,1-1 0 0 0,-1 1 0 0 0,0-1 0 0 0,-6-1 0 0 0,7 0-31 0 0,0-1 0 0 0,1 1 0 0 0,-1-1 0 0 0,1 0 0 0 0,-1 0 1 0 0,1 0-1 0 0,0-1 0 0 0,0 1 0 0 0,0-1 0 0 0,0 0 0 0 0,0 0 0 0 0,1 0 0 0 0,-1 0 0 0 0,-2-4 0 0 0,-12-23-2886 0 0,5 3-3803 0 0,10 14-1447 0 0,7-4-4476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67 21846 0 0,'-14'-39'620'0'0,"14"37"-292"0"0,-1 1-1 0 0,0-1 0 0 0,0 0 1 0 0,0 1-1 0 0,1-1 1 0 0,-1 1-1 0 0,0-1 1 0 0,-1 1-1 0 0,1-1 0 0 0,0 1 1 0 0,0 0-1 0 0,-1 0 1 0 0,1 0-1 0 0,-1 0 0 0 0,1 0 1 0 0,-1 0-1 0 0,1 0 1 0 0,-1 0-1 0 0,1 0 1 0 0,-4 0-1 0 0,-6 5 772 0 0,-18 9-905 0 0,0 2 0 0 0,1 0 0 0 0,1 2 0 0 0,1 2-1 0 0,0 0 1 0 0,1 1 0 0 0,1 2 0 0 0,1 0 0 0 0,1 2-1 0 0,1 0 1 0 0,-18 29 0 0 0,36-48-194 0 0,0 0 0 0 0,0 0 0 0 0,0 1 0 0 0,1 0 0 0 0,0-1 0 0 0,0 1 0 0 0,0 0 0 0 0,1 0 0 0 0,0 0 0 0 0,0 0 0 0 0,1 0 0 0 0,-1 0 0 0 0,1 0 0 0 0,1 0 0 0 0,-1 0 0 0 0,1 0 0 0 0,0 0 0 0 0,0 0 0 0 0,1 0 0 0 0,0 0 0 0 0,0 0 0 0 0,3 5 0 0 0,1 0 0 0 0,0 0 0 0 0,2-1 0 0 0,-1 0 0 0 0,1 0 0 0 0,1 0 0 0 0,-1-1 0 0 0,2-1 0 0 0,-1 1 0 0 0,20 11 0 0 0,36 18 0 0 0,-51-32 0 0 0,-1 1 0 0 0,0 0 0 0 0,-1 1 0 0 0,1 0 0 0 0,-2 1 0 0 0,1 0 0 0 0,-1 1 0 0 0,18 21 0 0 0,-27-27 0 0 0,-1-1 0 0 0,1 1 0 0 0,-1 0 0 0 0,0 0 0 0 0,0 0 0 0 0,-1 0 0 0 0,1 0 0 0 0,-1 0 0 0 0,0 0 0 0 0,0 0 0 0 0,0 0 0 0 0,-1 0 0 0 0,1-1 0 0 0,-1 1 0 0 0,0 0 0 0 0,0 0 0 0 0,0 0 0 0 0,-1 0 0 0 0,1-1 0 0 0,-1 1 0 0 0,0-1 0 0 0,0 1 0 0 0,0-1 0 0 0,-4 5 0 0 0,-2 4 0 0 0,-1 0 0 0 0,0-1 0 0 0,-1 0 0 0 0,0-1 0 0 0,-17 13 0 0 0,20-18 0 0 0,0 0 0 0 0,0 0 0 0 0,-1-1 0 0 0,0 0 0 0 0,0 0 0 0 0,0-1 0 0 0,0 0 0 0 0,-1-1 0 0 0,-12 3 0 0 0,-2-6 0 0 0,20 0 8 0 0,-1 0 1 0 0,1-1-1 0 0,0 1 1 0 0,0 0-1 0 0,0-1 1 0 0,1 0-1 0 0,-1 1 0 0 0,0-1 1 0 0,1 0-1 0 0,-1 0 1 0 0,1-1-1 0 0,0 1 1 0 0,-1 0-1 0 0,1-1 0 0 0,0 0 1 0 0,0 1-1 0 0,-2-6 1 0 0,0 0-185 0 0,1 0-1 0 0,1 1 1 0 0,-1-1 0 0 0,1-1 0 0 0,0 1 0 0 0,-1-16 0 0 0,2-5-1525 0 0,1 0 1 0 0,1-1-1 0 0,7-33 1 0 0,-2 27-4079 0 0,22-68 1 0 0,-6 43-5693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18786 0 0,'5'-6'217'0'0,"0"1"0"0"0,0 0 0 0 0,0 1 0 0 0,1-1 0 0 0,0 1 1 0 0,0 0-1 0 0,0 0 0 0 0,0 1 0 0 0,13-6 0 0 0,-17 9 1031 0 0,4 2 118 0 0,-1 0-1066 0 0,-1-1-1 0 0,1 2 1 0 0,-1-1-1 0 0,1 0 1 0 0,-1 1-1 0 0,0 0 1 0 0,0 0-1 0 0,0 0 1 0 0,-1 1-1 0 0,1-1 1 0 0,-1 1-1 0 0,1 0 1 0 0,-1 0-1 0 0,0 0 1 0 0,-1 0-1 0 0,1 0 1 0 0,-1 1-1 0 0,0-1 1 0 0,0 1-1 0 0,2 6 1 0 0,2 9 110 0 0,-1 0 1 0 0,-1 0-1 0 0,-1 0 1 0 0,0 0-1 0 0,-1 30 1 0 0,-5 28-3592 0 0,-4 0-3626 0 0,0 4-5405 0 0,7-58 3944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1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12 193 16882 0 0,'-11'-39'14852'0'0,"28"69"-14680"0"0,-1 1 0 0 0,-2 1 0 0 0,-1 0 1 0 0,-1 1-1 0 0,10 50 0 0 0,-12-51-172 0 0,-10-32 0 0 0,0 0 0 0 0,1 0 0 0 0,-1 1 0 0 0,0-1 0 0 0,0 0 0 0 0,1 0 0 0 0,-1 1 0 0 0,0-1 0 0 0,0 0 0 0 0,1 0 0 0 0,-1 0 0 0 0,0 0 0 0 0,1 1 0 0 0,-1-1 0 0 0,0 0 0 0 0,1 0 0 0 0,-1 0 0 0 0,0 0 0 0 0,1 0 0 0 0,-1 0 0 0 0,0 0 0 0 0,1 0 0 0 0,-1 0 0 0 0,0 0 0 0 0,1 0 0 0 0,-1 0 0 0 0,0 0 0 0 0,1 0 0 0 0,-1 0 0 0 0,0 0 0 0 0,0-1 0 0 0,1 1 0 0 0,-1 0 0 0 0,0 0 0 0 0,1 0 0 0 0,-1 0 0 0 0,0-1 0 0 0,0 1 0 0 0,1 0 0 0 0,-1 0 0 0 0,0-1 0 0 0,0 1 0 0 0,1 0 0 0 0,-1 0 0 0 0,0-1 0 0 0,0 1 0 0 0,0 0 0 0 0,0 0 0 0 0,1-1 0 0 0,10-11 0 0 0,-11 12 0 0 0,40-62 0 0 0,-37 54 0 0 0,1 1 0 0 0,0 0 0 0 0,0-1 0 0 0,1 2 0 0 0,-1-1 0 0 0,1 0 0 0 0,1 1 0 0 0,-1 0 0 0 0,1 1 0 0 0,0-1 0 0 0,1 1 0 0 0,-1 0 0 0 0,12-6 0 0 0,-2 10 0 0 0,-7 4 0 0 0,0 0 0 0 0,0 0 0 0 0,-1 1 0 0 0,1 1 0 0 0,-1 0 0 0 0,0 0 0 0 0,0 0 0 0 0,13 12 0 0 0,-10-7 0 0 0,1-2 0 0 0,0 1 0 0 0,19 8 0 0 0,-18-13 0 0 0,-11-4 0 0 0,0 1 0 0 0,0 0 0 0 0,0-1 0 0 0,0 0 0 0 0,1 0 0 0 0,-1 1 0 0 0,0-1 0 0 0,0 0 0 0 0,1-1 0 0 0,-1 1 0 0 0,0 0 0 0 0,0-1 0 0 0,0 1 0 0 0,1-1 0 0 0,-1 0 0 0 0,0 1 0 0 0,0-1 0 0 0,2-2 0 0 0,2 0 0 0 0,2-1 0 0 0,-1 1 0 0 0,1-1 0 0 0,-1-1 0 0 0,0 1 0 0 0,0-1 0 0 0,-1 0 0 0 0,1-1 0 0 0,-1 1 0 0 0,6-9 0 0 0,46-63 0 0 0,-40 51 0 0 0,27-32 0 0 0,-36 50 0 0 0,7 5 0 0 0,-11 5 0 0 0,-1 0 0 0 0,-1 1 0 0 0,1 0 0 0 0,0-1 0 0 0,-1 2 0 0 0,1-1 0 0 0,-1 0 0 0 0,0 1 0 0 0,0-1 0 0 0,0 1 0 0 0,-1 0 0 0 0,1 0 0 0 0,-1 0 0 0 0,0 0 0 0 0,0 0 0 0 0,1 5 0 0 0,0-2 0 0 0,1 0 0 0 0,0 0 0 0 0,0 0 0 0 0,1 0 0 0 0,-1-1 0 0 0,12 12 0 0 0,-12-16-152 0 0,-1 1 0 0 0,1-1 1 0 0,0 0-1 0 0,-1 0 0 0 0,1 0 0 0 0,0 0 0 0 0,0-1 0 0 0,0 0 1 0 0,1 0-1 0 0,-1 0 0 0 0,0 0 0 0 0,0 0 0 0 0,0-1 1 0 0,1 0-1 0 0,-1 0 0 0 0,6 0 0 0 0,-2-2-74 0 0,0 1 0 0 0,0-1 0 0 0,-1-1 0 0 0,1 1 0 0 0,-1-1 1 0 0,1-1-1 0 0,-1 1 0 0 0,9-7 0 0 0,0-1-65 0 0,0-1 0 0 0,-2-1 0 0 0,1 0 0 0 0,-1-1 0 0 0,-1-1 0 0 0,19-26 0 0 0,-8-1 421 0 0,-20 32 33 0 0,1 1-1 0 0,0 0 0 0 0,0 0 1 0 0,1 1-1 0 0,1 0 1 0 0,6-8-1 0 0,-12 15 347 0 0,-2 9-1230 0 0,0-1 156 0 0,0 0 0 0 0,-1 0 0 0 0,-1 0 0 0 0,1 0 0 0 0,-6 11 0 0 0,-6 16-4682 0 0,8-2-3965 0 0,6-18 1746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2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1093 15485 0 0,'-2'-1'218'0'0,"0"1"-1"0"0,0 0 0 0 0,0-1 0 0 0,1 1 0 0 0,-1 0 0 0 0,0 0 1 0 0,0 0-1 0 0,0 0 0 0 0,0 0 0 0 0,0 1 0 0 0,0-1 0 0 0,0 0 0 0 0,0 1 1 0 0,0-1-1 0 0,0 1 0 0 0,1 0 0 0 0,-1 0 0 0 0,0 0 0 0 0,0 0 1 0 0,1 0-1 0 0,-1 0 0 0 0,1 0 0 0 0,-1 1 0 0 0,1-1 0 0 0,-1 0 1 0 0,1 1-1 0 0,0-1 0 0 0,0 1 0 0 0,-1-1 0 0 0,1 1 0 0 0,1 0 1 0 0,-1 0-1 0 0,0-1 0 0 0,-1 4 0 0 0,0 4 740 0 0,1 0 0 0 0,-1 0 0 0 0,2 0 1 0 0,-1 0-1 0 0,1 0 0 0 0,2 10 0 0 0,-2 4-420 0 0,0-20-540 0 0,0-1 0 0 0,0 1-1 0 0,-1-1 1 0 0,1 1-1 0 0,-1-1 1 0 0,0 1-1 0 0,1-1 1 0 0,-1 1-1 0 0,0-1 1 0 0,-1 0-1 0 0,1 1 1 0 0,0-1-1 0 0,-1 0 1 0 0,1 0-1 0 0,-1 0 1 0 0,1 0-1 0 0,-1 0 1 0 0,0 0 0 0 0,0-1-1 0 0,0 1 1 0 0,0-1-1 0 0,0 1 1 0 0,-1-1-1 0 0,1 0 1 0 0,0 1-1 0 0,0-1 1 0 0,-1 0-1 0 0,1-1 1 0 0,-1 1-1 0 0,1 0 1 0 0,-5 0-1 0 0,1 0-173 0 0,-1 0-1 0 0,1-1 0 0 0,0 1 0 0 0,0-1 0 0 0,-1 0 1 0 0,1-1-1 0 0,0 0 0 0 0,0 0 0 0 0,-1 0 0 0 0,1 0 0 0 0,-6-4 1 0 0,10 5 150 0 0,1-1 1 0 0,-1 0-1 0 0,1 0 1 0 0,-1 1-1 0 0,1-1 1 0 0,-1-1-1 0 0,1 1 1 0 0,0 0-1 0 0,-1 0 1 0 0,1 0-1 0 0,0-1 1 0 0,0 1-1 0 0,0 0 1 0 0,0-1-1 0 0,0 1 1 0 0,0-1-1 0 0,0 0 1 0 0,1 1-1 0 0,-1-1 1 0 0,1 0-1 0 0,-1 1 1 0 0,0-4-1 0 0,1 1 44 0 0,0 1 0 0 0,0-1-1 0 0,0 0 1 0 0,1 0 0 0 0,0 0 0 0 0,-1 1-1 0 0,1-1 1 0 0,0 0 0 0 0,1 1-1 0 0,1-5 1 0 0,4-6 140 0 0,1 0 1 0 0,0 1-1 0 0,1 0 1 0 0,11-12-1 0 0,244-249 767 0 0,6-5-2275 0 0,-230 232 970 0 0,-3-2 0 0 0,-2-2-1 0 0,-3-1 1 0 0,-1-1 0 0 0,-3-2 0 0 0,39-110-1 0 0,-56 115 133 0 0,-11 48 237 0 0,0 1 0 0 0,1-1-1 0 0,-1 0 1 0 0,0 0 0 0 0,0 0 0 0 0,0 1 0 0 0,-1-1-1 0 0,1 0 1 0 0,0 0 0 0 0,-1 0 0 0 0,1 1-1 0 0,-1-1 1 0 0,0 0 0 0 0,1 1 0 0 0,-1-1 0 0 0,0 0-1 0 0,0 1 1 0 0,0-1 0 0 0,0 1 0 0 0,0 0 0 0 0,-3-3-1 0 0,-6 4-24 0 0,-10 7 57 0 0,0 0 0 0 0,1 1 0 0 0,0 1 1 0 0,0 1-1 0 0,1 1 0 0 0,1 0 0 0 0,0 2 0 0 0,0 0 0 0 0,-19 19 1 0 0,2 1 96 0 0,2 2 1 0 0,2 1-1 0 0,-31 46 1 0 0,54-72-55 0 0,1-1 0 0 0,0 1 0 0 0,1 0-1 0 0,0 1 1 0 0,1-1 0 0 0,0 1 0 0 0,1 0 0 0 0,0 0 0 0 0,0 0-1 0 0,-1 16 1 0 0,4-21-14 0 0,0 0-1 0 0,1 0 0 0 0,-1 0 0 0 0,1 0 0 0 0,0 0 0 0 0,1 0 1 0 0,-1 0-1 0 0,1-1 0 0 0,0 1 0 0 0,1 0 0 0 0,-1-1 0 0 0,1 0 1 0 0,0 0-1 0 0,0 0 0 0 0,1 0 0 0 0,0 0 0 0 0,-1 0 0 0 0,2-1 1 0 0,-1 0-1 0 0,8 6 0 0 0,24 17 802 0 0,58 30 0 0 0,-53-34 256 0 0,51 40 1 0 0,-68-45-938 0 0,-1 1 0 0 0,-1 1 0 0 0,-1 1 0 0 0,0 0 0 0 0,-2 2 0 0 0,-1 1 0 0 0,0 0 0 0 0,-2 1 0 0 0,19 39 0 0 0,-32-55-169 0 0,0 0 0 0 0,-1 1 0 0 0,0 0 0 0 0,-1 0 0 0 0,0 0 0 0 0,0-1 0 0 0,-1 1 0 0 0,0 0 0 0 0,-1 0 0 0 0,0 0 0 0 0,0 0 0 0 0,-1 0 0 0 0,-1-1 0 0 0,0 1 0 0 0,-6 15 0 0 0,0-6 0 0 0,0-1 0 0 0,-1 0 0 0 0,0-1 0 0 0,-2 0 0 0 0,0-1 0 0 0,-26 28 0 0 0,2-11 0 0 0,-1 0 0 0 0,-2-3 0 0 0,-1-1 0 0 0,-1-2 0 0 0,-1-2 0 0 0,-2-2 0 0 0,0-1 0 0 0,-1-3 0 0 0,-1-1 0 0 0,-1-3 0 0 0,0-1 0 0 0,-1-3 0 0 0,-88 10 0 0 0,125-21-308 0 0,0 0 0 0 0,0 0 0 0 0,0-1 0 0 0,1 0 0 0 0,-1-1 0 0 0,0 0 0 0 0,1-1 0 0 0,-16-5 0 0 0,-8-10-4751 0 0,3-5-3896 0 0,-1-9-5170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2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35 25758 0 0,'0'-1'16'0'0,"-1"1"0"0"0,1 0 0 0 0,0-1 0 0 0,0 1 0 0 0,-1 0 0 0 0,1 0 0 0 0,0-1 0 0 0,-1 1 0 0 0,1 0 0 0 0,0 0 0 0 0,-1-1 0 0 0,1 1 0 0 0,0 0 0 0 0,-1 0 0 0 0,1 0 0 0 0,0 0 0 0 0,-1 0 0 0 0,1-1 0 0 0,-1 1 0 0 0,1 0 0 0 0,0 0 0 0 0,-1 0 0 0 0,1 0 0 0 0,-1 0 0 0 0,1 0-1 0 0,0 0 1 0 0,-1 1 0 0 0,1-1 0 0 0,0 0 0 0 0,-1 0 0 0 0,1 0 0 0 0,-1 0 0 0 0,1 0 0 0 0,0 0 0 0 0,-1 1 0 0 0,1-1 0 0 0,0 0 0 0 0,-1 0 0 0 0,1 1 0 0 0,0-1 0 0 0,0 0 0 0 0,-1 1 0 0 0,-7 23 754 0 0,5 48 903 0 0,3-54-1035 0 0,-2 138 2256 0 0,6-83-2778 0 0,2-1-1 0 0,31 141 1 0 0,-33-201-116 0 0,-4-12 0 0 0,0 1 0 0 0,1-1 0 0 0,-1 0 0 0 0,0 1 0 0 0,0-1 0 0 0,0 0 0 0 0,0 1 0 0 0,0-1 0 0 0,0 0 0 0 0,1 0 0 0 0,-1 1 0 0 0,0-1 0 0 0,0 0 0 0 0,0 0 0 0 0,1 1 0 0 0,-1-1 0 0 0,0 0 0 0 0,0 0 0 0 0,1 0 0 0 0,-1 1 0 0 0,0-1 0 0 0,1 0 0 0 0,-1 0 0 0 0,0 0 0 0 0,0 0 0 0 0,1 0 0 0 0,-1 0 0 0 0,0 1 0 0 0,1-1 0 0 0,-1 0 0 0 0,0 0 0 0 0,1 0 0 0 0,-1 0 0 0 0,0 0 0 0 0,1 0 0 0 0,-1 0 0 0 0,0-1 0 0 0,1 1 0 0 0,-1 0 0 0 0,0 0 0 0 0,1 0 0 0 0,3-4 0 0 0,0 0 0 0 0,-1 0 0 0 0,0 0 0 0 0,1 0 0 0 0,-2-1 0 0 0,1 1 0 0 0,0-1 0 0 0,-1 0 0 0 0,0 0 0 0 0,3-9 0 0 0,20-71 0 0 0,-16 55 0 0 0,6-18 0 0 0,2 0 0 0 0,42-83 0 0 0,-54 121 0 0 0,-4 8 0 0 0,-1-1 0 0 0,1 1 0 0 0,0-1 0 0 0,0 1 0 0 0,0 0 0 0 0,1-1 0 0 0,-1 1 0 0 0,0 0 0 0 0,1 0 0 0 0,-1 0 0 0 0,1 0 0 0 0,0 0 0 0 0,0 0 0 0 0,0 0 0 0 0,0 0 0 0 0,0 1 0 0 0,0-1 0 0 0,0 1 0 0 0,0 0 0 0 0,1 0 0 0 0,-1-1 0 0 0,0 1 0 0 0,1 1 0 0 0,-1-1 0 0 0,1 0 0 0 0,-1 1 0 0 0,1-1 0 0 0,0 1 0 0 0,-1 0 0 0 0,1 0 0 0 0,-1 0 0 0 0,5 0 0 0 0,6 4 0 0 0,-1 1 0 0 0,1-1 0 0 0,-1 2 0 0 0,0 0 0 0 0,-1 1 0 0 0,0 0 0 0 0,0 0 0 0 0,16 15 0 0 0,-9-8 0 0 0,39 23 0 0 0,-42-37 0 0 0,-9-2 0 0 0,0-1 0 0 0,0 0 0 0 0,-1 0 0 0 0,1 0 0 0 0,-1-1 0 0 0,0 1 0 0 0,0-1 0 0 0,0 0 0 0 0,-1-1 0 0 0,1 1 0 0 0,-1-1 0 0 0,4-6 0 0 0,45-73 0 0 0,-28 39 0 0 0,66-89-541 0 0,-90 132 537 0 0,-1 0 0 0 0,1 1 0 0 0,0-1 0 0 0,0 1 0 0 0,0 0 1 0 0,0-1-1 0 0,0 1 0 0 0,1 0 0 0 0,-1 0 0 0 0,0-1 0 0 0,0 1 1 0 0,1 0-1 0 0,-1 0 0 0 0,1 0 0 0 0,-1 1 0 0 0,1-1 0 0 0,-1 0 1 0 0,1 1-1 0 0,0-1 0 0 0,-1 1 0 0 0,1-1 0 0 0,0 1 0 0 0,-1 0 1 0 0,1-1-1 0 0,0 1 0 0 0,-1 0 0 0 0,1 0 0 0 0,0 0 0 0 0,0 1 1 0 0,-1-1-1 0 0,1 0 0 0 0,0 1 0 0 0,-1-1 0 0 0,1 1 1 0 0,0-1-1 0 0,-1 1 0 0 0,1 0 0 0 0,-1 0 0 0 0,1-1 0 0 0,-1 1 1 0 0,1 0-1 0 0,1 2 0 0 0,5 5 42 0 0,-1 0 0 0 0,1 0 0 0 0,-2 1 0 0 0,1 0 0 0 0,7 14-1 0 0,-3-6-29 0 0,9 14-137 0 0,-5-7-493 0 0,30 37-1 0 0,-40-56-53 0 0,-1 0 0 0 0,1 0 1 0 0,0 0-1 0 0,1-1 0 0 0,-1 0 0 0 0,1 0 0 0 0,-1 0 0 0 0,1-1 0 0 0,0 0 0 0 0,1 0 0 0 0,-1 0 0 0 0,8 2 0 0 0,-10-5 98 0 0,0 0 0 0 0,0-1-1 0 0,0 1 1 0 0,0-1-1 0 0,-1 1 1 0 0,1-1-1 0 0,0 0 1 0 0,0-1 0 0 0,-1 1-1 0 0,1-1 1 0 0,-1 1-1 0 0,5-4 1 0 0,12-6-5179 0 0,-4 0-1246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3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0 370 12777 0 0,'0'0'992'0'0,"2"9"256"0"0,5-5 4392 0 0,0-3-5224 0 0,0 0 1 0 0,0 0 0 0 0,-1 0 0 0 0,1-1 0 0 0,0-1-1 0 0,0 1 1 0 0,-1-1 0 0 0,1 0 0 0 0,0 0 0 0 0,-1-1 0 0 0,12-4-1 0 0,-5 1-84 0 0,-1-1 0 0 0,1 0 0 0 0,-1-1 0 0 0,-1-1 0 0 0,17-13-1 0 0,-9 4-23 0 0,-1 0 0 0 0,0-1-1 0 0,-1-2 1 0 0,-1 1-1 0 0,-1-2 1 0 0,14-25 0 0 0,-25 38-134 0 0,0 1 0 0 0,0-1 1 0 0,-1 0-1 0 0,0 0 1 0 0,0 0-1 0 0,-1 0 0 0 0,0 0 1 0 0,-1-1-1 0 0,0 1 0 0 0,0 0 1 0 0,0-1-1 0 0,-1 1 1 0 0,-1-1-1 0 0,1 1 0 0 0,-1-1 1 0 0,-3-8-1 0 0,-3 6-174 0 0,-8 7 0 0 0,9 4 0 0 0,-1 1 0 0 0,0 1 0 0 0,1-1 0 0 0,-1 1 0 0 0,1 1 0 0 0,0-1 0 0 0,0 1 0 0 0,0 0 0 0 0,0 0 0 0 0,0 1 0 0 0,0-1 0 0 0,-9 10 0 0 0,-6 5 0 0 0,-33 38 0 0 0,42-42 0 0 0,1 0 0 0 0,1 0 0 0 0,0 2 0 0 0,1-1 0 0 0,1 1 0 0 0,1 0 0 0 0,0 1 0 0 0,1 0 0 0 0,0 0 0 0 0,2 0 0 0 0,0 1 0 0 0,-2 19 0 0 0,5-26 0 0 0,0 1 0 0 0,1-1 0 0 0,0 0 0 0 0,0 1 0 0 0,1-1 0 0 0,1 1 0 0 0,0-1 0 0 0,1 0 0 0 0,0 0 0 0 0,0 0 0 0 0,1 0 0 0 0,1-1 0 0 0,0 0 0 0 0,0 1 0 0 0,1-2 0 0 0,0 1 0 0 0,1-1 0 0 0,0 0 0 0 0,15 15 0 0 0,-15-19 7 0 0,1 0 0 0 0,-1 0 0 0 0,1-1 1 0 0,-1 0-1 0 0,1 0 0 0 0,0-1 0 0 0,1 0 0 0 0,-1 0 0 0 0,1-1 0 0 0,-1 0 1 0 0,1-1-1 0 0,-1 0 0 0 0,1 0 0 0 0,0-1 0 0 0,0 0 0 0 0,-1 0 0 0 0,1-1 0 0 0,0 0 1 0 0,16-5-1 0 0,4-2-542 0 0,-1-1 0 0 0,0-1 0 0 0,-1-1 0 0 0,40-22 0 0 0,-44 19-963 0 0,-2 0 1 0 0,1-1-1 0 0,-2-1 0 0 0,19-19 0 0 0,33-38-10310 0 0,-70 71 11458 0 0,15-16-8382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18 632 16177 0 0,'-1'1'240'0'0,"-1"1"-1"0"0,1-1 1 0 0,-1 0-1 0 0,1 1 0 0 0,0-1 1 0 0,0 1-1 0 0,0 0 1 0 0,0-1-1 0 0,0 1 0 0 0,0 0 1 0 0,0 0-1 0 0,0-1 0 0 0,1 1 1 0 0,-1 0-1 0 0,1 0 1 0 0,-1 0-1 0 0,1 0 0 0 0,0 0 1 0 0,0 0-1 0 0,0 0 1 0 0,0 0-1 0 0,0 0 0 0 0,0 0 1 0 0,0 0-1 0 0,1-1 0 0 0,-1 1 1 0 0,2 3-1 0 0,-1-3-3 0 0,0 0-1 0 0,1-1 1 0 0,-1 1 0 0 0,1-1-1 0 0,-1 1 1 0 0,1-1-1 0 0,0 0 1 0 0,-1 1-1 0 0,1-1 1 0 0,0 0 0 0 0,0 0-1 0 0,0 0 1 0 0,0 0-1 0 0,0 0 1 0 0,0-1-1 0 0,0 1 1 0 0,0-1 0 0 0,0 1-1 0 0,0-1 1 0 0,1 0-1 0 0,-1 0 1 0 0,0 0-1 0 0,0 0 1 0 0,0 0 0 0 0,0 0-1 0 0,0-1 1 0 0,1 1-1 0 0,-1-1 1 0 0,2 0-1 0 0,11-3 131 0 0,-1 0-1 0 0,0 0 1 0 0,-1-1-1 0 0,1-1 0 0 0,-1 0 1 0 0,16-11-1 0 0,-17 10-351 0 0,-1-2 0 0 0,0 1 0 0 0,0-1-1 0 0,-1-1 1 0 0,0 0 0 0 0,-1 0 0 0 0,0-1-1 0 0,-1 0 1 0 0,0 0 0 0 0,0-1 0 0 0,-1 0 0 0 0,-1-1-1 0 0,0 0 1 0 0,-1 0 0 0 0,0 0 0 0 0,-1 0-1 0 0,-1-1 1 0 0,4-26 0 0 0,-4 8-14 0 0,-2-1 0 0 0,-2 0 0 0 0,-5-37 0 0 0,5 56 0 0 0,-1 1 0 0 0,-1-1 0 0 0,-1 1 0 0 0,0-1 0 0 0,0 1 0 0 0,-1 0 0 0 0,-1 0 0 0 0,0 1 0 0 0,-1 0 0 0 0,-9-12 0 0 0,14 22 0 0 0,0 0 0 0 0,0-1 0 0 0,-1 1 0 0 0,1 0 0 0 0,-1 0 0 0 0,1 1 0 0 0,-1-1 0 0 0,0 0 0 0 0,-3-1 0 0 0,-13-2 0 0 0,-9 8 0 0 0,1 5 0 0 0,4 0 0 0 0,68-32-333 0 0,-24 12 165 0 0,0 1 0 0 0,0 1-1 0 0,0 1 1 0 0,27-7 0 0 0,-41 14 202 0 0,0 1 1 0 0,1 0-1 0 0,-1 0 1 0 0,0 1-1 0 0,0 0 0 0 0,1 0 1 0 0,-1 1-1 0 0,0-1 1 0 0,0 2-1 0 0,0-1 1 0 0,0 1-1 0 0,0 0 0 0 0,0 1 1 0 0,0-1-1 0 0,-1 1 1 0 0,1 1-1 0 0,-1-1 1 0 0,9 7-1 0 0,-5-1 18 0 0,0 1 0 0 0,0-1 0 0 0,-1 2 0 0 0,-1-1 0 0 0,0 1 0 0 0,0 0 0 0 0,-1 1 0 0 0,-1 0 0 0 0,7 16 0 0 0,0 4 1 0 0,12 47 1 0 0,9 27-1779 0 0,-1-44-3151 0 0,-30-58 4089 0 0,1 0-1 0 0,-1-1 0 0 0,1 1 1 0 0,0-1-1 0 0,0 0 1 0 0,0 0-1 0 0,1 0 1 0 0,-1 0-1 0 0,1-1 0 0 0,-1 0 1 0 0,1 0-1 0 0,0 0 1 0 0,0-1-1 0 0,0 1 1 0 0,0-1-1 0 0,0 0 0 0 0,0-1 1 0 0,0 1-1 0 0,0-1 1 0 0,8 0-1 0 0,17 0-7090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5 14553 0 0,'-10'-5'7525'0'0,"-2"9"-5546"0"0,-7 11-2467 0 0,18-13 1201 0 0,-3 3-307 0 0,0 1 1 0 0,0-1-1 0 0,1 1 1 0 0,0 0-1 0 0,0 1 1 0 0,1-1 0 0 0,-1 0-1 0 0,1 1 1 0 0,1-1-1 0 0,-1 1 1 0 0,1 0-1 0 0,0-1 1 0 0,1 1-1 0 0,-1 0 1 0 0,2 9 0 0 0,-2 4 496 0 0,0-14-805 0 0,1 1 0 0 0,-1-1 0 0 0,1 0 0 0 0,1 0 0 0 0,-1 0 0 0 0,1 0-1 0 0,0 1 1 0 0,0-1 0 0 0,1 0 0 0 0,4 10 0 0 0,-6-15-100 0 0,1-1 1 0 0,-1 1-1 0 0,0 0 1 0 0,1 0-1 0 0,-1-1 0 0 0,0 1 1 0 0,1 0-1 0 0,-1-1 1 0 0,1 1-1 0 0,-1-1 1 0 0,1 1-1 0 0,0-1 0 0 0,-1 1 1 0 0,1-1-1 0 0,0 1 1 0 0,-1-1-1 0 0,1 1 0 0 0,0-1 1 0 0,-1 0-1 0 0,1 1 1 0 0,0-1-1 0 0,0 0 1 0 0,-1 0-1 0 0,1 1 0 0 0,0-1 1 0 0,0 0-1 0 0,0 0 1 0 0,-1 0-1 0 0,1 0 0 0 0,0 0 1 0 0,0 0-1 0 0,0 0 1 0 0,-1-1-1 0 0,1 1 1 0 0,0 0-1 0 0,1-1 0 0 0,1 2-328 0 0,-1-1 255 0 0,0-1-1 0 0,0 0 1 0 0,1 1 0 0 0,-1-1 0 0 0,0 0 0 0 0,0 0 0 0 0,0 0 0 0 0,0 0 0 0 0,0 0-1 0 0,0-1 1 0 0,0 1 0 0 0,2-3 0 0 0,1 0-110 0 0,7-4-57 0 0,-2-1 1 0 0,1 0 0 0 0,-1 0-1 0 0,-1-1 1 0 0,1 0 0 0 0,-2-1-1 0 0,0 0 1 0 0,0-1 0 0 0,-1 1-1 0 0,8-19 1 0 0,15-19 683 0 0,-30 48-321 0 0,2-3-224 0 0,4 10 1499 0 0,1 6-1190 0 0,-1 1 1 0 0,0 0 0 0 0,-2-1-1 0 0,1 2 1 0 0,-1-1-1 0 0,-1 0 1 0 0,3 25-1 0 0,1 112 522 0 0,-4-64-758 0 0,31 299 30 0 0,-28-341 0 0 0,4 20 0 0 0,-3-1 0 0 0,-2 1 0 0 0,-3 1 0 0 0,-7 67 0 0 0,4-124 0 0 0,-1-1 0 0 0,1 0 0 0 0,-1 0 0 0 0,-1 1 0 0 0,1-1 0 0 0,-1-1 0 0 0,-1 1 0 0 0,1 0 0 0 0,-1-1 0 0 0,0 0 0 0 0,0 0 0 0 0,-9 9 0 0 0,11-12 0 0 0,-1-1 0 0 0,1 0 0 0 0,-1 1 0 0 0,0-1 0 0 0,0 0 0 0 0,0 0 0 0 0,0-1 0 0 0,0 1 0 0 0,-1-1 0 0 0,1 1 0 0 0,0-1 0 0 0,-1 0 0 0 0,1 0 0 0 0,-1-1 0 0 0,1 1 0 0 0,-1-1 0 0 0,0 1 0 0 0,1-1 0 0 0,-1 0 0 0 0,1-1 0 0 0,-1 1 0 0 0,1-1 0 0 0,-1 1 0 0 0,1-1 0 0 0,-1 0 0 0 0,1 0 0 0 0,-1-1 0 0 0,-3-1 0 0 0,-9-6 3 0 0,1-1 0 0 0,0 0 0 0 0,1-1 0 0 0,0 0 0 0 0,0-1 0 0 0,1-1 1 0 0,1 0-1 0 0,0-1 0 0 0,1-1 0 0 0,0 1 0 0 0,-10-21 0 0 0,9 15-54 0 0,2-1 0 0 0,0-1 1 0 0,1 0-1 0 0,1 0 0 0 0,0 0 0 0 0,2-1 0 0 0,1 0 1 0 0,-2-31-1 0 0,6 36-1219 0 0,1-1 1 0 0,1 0-1 0 0,0 0 1 0 0,2 1-1 0 0,4-19 1 0 0,-2 18-2257 0 0,1 1 1 0 0,12-27 0 0 0,11-5-8773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2 609 22630 0 0,'0'0'3758'0'0,"21"-11"21"0"0,31-48-2365 0 0,87-126 0 0 0,-126 164-1435 0 0,-1 0 1 0 0,0 0-1 0 0,-2-2 0 0 0,-1 1 0 0 0,0-1 1 0 0,-2 0-1 0 0,0-1 0 0 0,-2 0 0 0 0,-1 0 1 0 0,3-42-1 0 0,-7 63 21 0 0,0 0 0 0 0,0 0 0 0 0,0 1 0 0 0,0-1 0 0 0,0 0 0 0 0,-1 0 0 0 0,1 0 0 0 0,-1 0 0 0 0,0 0 0 0 0,1 1 0 0 0,-1-1 0 0 0,-1 0 0 0 0,1 1 0 0 0,0-1 0 0 0,-1 1 0 0 0,1-1 0 0 0,-1 1 0 0 0,0 0 0 0 0,-3-4 0 0 0,4 6-1 0 0,1-1 0 0 0,-1 1 0 0 0,0-1 0 0 0,0 1 0 0 0,0-1 0 0 0,1 1 0 0 0,-1 0 1 0 0,0 0-1 0 0,0-1 0 0 0,0 1 0 0 0,0 0 0 0 0,0 0 0 0 0,1 0 0 0 0,-1 0 0 0 0,0 0 0 0 0,0 0 0 0 0,0 0 0 0 0,0 0 0 0 0,-1 1 0 0 0,-8 2-31 0 0,-1 0 0 0 0,0 1 0 0 0,1 0 0 0 0,-1 1-1 0 0,1 0 1 0 0,1 0 0 0 0,-1 1 0 0 0,1 1 0 0 0,0 0-1 0 0,0 0 1 0 0,1 1 0 0 0,0-1 0 0 0,0 2 0 0 0,-11 15-1 0 0,2-1-32 0 0,2 0 0 0 0,0 0 0 0 0,2 1 0 0 0,0 1 0 0 0,-9 30 0 0 0,16-38 23 0 0,1 1-1 0 0,1 0 1 0 0,1 0 0 0 0,0 1-1 0 0,1-1 1 0 0,2 1 0 0 0,0-1 0 0 0,4 33-1 0 0,-3-41 33 0 0,0 0 0 0 0,1 0-1 0 0,0 0 1 0 0,1 0 0 0 0,0-1-1 0 0,1 0 1 0 0,0 1 0 0 0,1-1-1 0 0,-1 0 1 0 0,2-1 0 0 0,-1 1-1 0 0,1-1 1 0 0,0 0 0 0 0,1-1-1 0 0,0 0 1 0 0,0 0 0 0 0,14 10-1 0 0,-13-13 18 0 0,0 0-1 0 0,1 0 1 0 0,-1-1 0 0 0,1 0-1 0 0,0-1 1 0 0,0 0-1 0 0,0 0 1 0 0,0-1 0 0 0,0 0-1 0 0,0-1 1 0 0,0 0-1 0 0,0 0 1 0 0,0-1 0 0 0,0 0-1 0 0,0-1 1 0 0,10-2-1 0 0,-1-1-779 0 0,-1 0-1 0 0,30-14 0 0 0,22-21-6510 0 0,-20-3-4529 0 0,-30 26 3667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14573 0 0,'-7'4'4428'0'0,"-25"42"-2658"0"0,25-32-1101 0 0,-13 27 1805 0 0,-24 68 0 0 0,40-97-2109 0 0,1-1 1 0 0,0 0-1 0 0,1 1 1 0 0,0-1-1 0 0,1 1 1 0 0,0 0-1 0 0,1 0 1 0 0,0-1-1 0 0,1 1 1 0 0,0 0-1 0 0,5 17 0 0 0,-3-20-171 0 0,0-2-1 0 0,1 1 1 0 0,0 0-1 0 0,0-1 0 0 0,1 0 1 0 0,0 0-1 0 0,0 0 0 0 0,0 0 1 0 0,10 8-1 0 0,67 50-135 0 0,-7-4-56 0 0,-70-57-2 0 0,-1 1 0 0 0,0-1 0 0 0,0 1 0 0 0,0 0 0 0 0,-1 0 0 0 0,0 0 0 0 0,0 0 0 0 0,0 1 0 0 0,-1-1 0 0 0,1 1 0 0 0,-1 0 0 0 0,2 11 0 0 0,-4-13 0 0 0,1-1 0 0 0,-1 1 0 0 0,-1 0 0 0 0,1-1 0 0 0,0 1 0 0 0,-1 0 0 0 0,0-1 0 0 0,0 1 0 0 0,0 0 0 0 0,0-1 0 0 0,-1 0 0 0 0,1 1 0 0 0,-1-1 0 0 0,0 0 0 0 0,0 0 0 0 0,0 0 0 0 0,0 0 0 0 0,-1 0 0 0 0,1 0 0 0 0,-1-1 0 0 0,0 1 0 0 0,-5 4 0 0 0,4-5 0 0 0,0 1 1 0 0,0 0-1 0 0,0-1 0 0 0,-1 0 1 0 0,1 0-1 0 0,0 0 0 0 0,-1 0 1 0 0,0-1-1 0 0,1 0 0 0 0,-1 0 1 0 0,0 0-1 0 0,0 0 0 0 0,1-1 1 0 0,-1 0-1 0 0,0 0 0 0 0,0 0 1 0 0,0 0-1 0 0,1-1 0 0 0,-1 0 0 0 0,0 0 1 0 0,0 0-1 0 0,1-1 0 0 0,-1 1 1 0 0,1-1-1 0 0,0 0 0 0 0,-1 0 1 0 0,1-1-1 0 0,0 0 0 0 0,0 1 1 0 0,0-1-1 0 0,1 0 0 0 0,-1-1 1 0 0,1 1-1 0 0,0-1 0 0 0,-1 1 1 0 0,2-1-1 0 0,-5-7 0 0 0,5 7-474 0 0,0 0-1 0 0,0-1 0 0 0,0 1 0 0 0,1-1 0 0 0,0 1 1 0 0,0-1-1 0 0,0 0 0 0 0,0 1 0 0 0,1-1 0 0 0,-1 0 0 0 0,2 0 1 0 0,-1 1-1 0 0,0-1 0 0 0,1 0 0 0 0,0 1 0 0 0,1-7 1 0 0,18-33-8451 0 0,12-2-5002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5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56 127 23554 0 0,'0'20'1306'0'0,"0"-12"-1070"0"0,-1-2 616 0 0,1 0 0 0 0,0 0 1 0 0,0 0-1 0 0,1 0 1 0 0,0 0-1 0 0,0 0 0 0 0,0-1 1 0 0,3 7-1 0 0,2 4-852 0 0,4-4 0 0 0,0-2 0 0 0,8-8 0 0 0,9-14 0 0 0,-24 10 0 0 0,0 1 0 0 0,1-2 0 0 0,-1 1 0 0 0,-1 0 0 0 0,1-1 0 0 0,0 1 0 0 0,-1-1 0 0 0,1 0 0 0 0,-1 0 0 0 0,0 0 0 0 0,0 0 0 0 0,0 0 0 0 0,0 0 0 0 0,0-1 0 0 0,-1 1 0 0 0,1-1 0 0 0,-1 1 0 0 0,0-1 0 0 0,0 0 0 0 0,-1 1 0 0 0,1-1 0 0 0,-1 0 0 0 0,1 1 0 0 0,-1-1 0 0 0,-1 0 0 0 0,0-6 0 0 0,-2-7 0 0 0,-1 0 0 0 0,0 1 0 0 0,-1 0 0 0 0,-12-26 0 0 0,8 22 0 0 0,8 17 0 0 0,1 2 0 0 0,-1-1 0 0 0,1 1 0 0 0,-1 0 0 0 0,1 0 0 0 0,-1 0 0 0 0,0 0 0 0 0,1-1 0 0 0,-1 1 0 0 0,0 0 0 0 0,0 0 0 0 0,0 0 0 0 0,0 1 0 0 0,0-1 0 0 0,0 0 0 0 0,-1-1 0 0 0,-14-1 0 0 0,10 4-129 0 0,0 1-1 0 0,1 0 1 0 0,-1 0-1 0 0,0 0 1 0 0,1 0-1 0 0,-1 1 1 0 0,1 0 0 0 0,0 0-1 0 0,0 1 1 0 0,0 0-1 0 0,0-1 1 0 0,-4 6-1 0 0,5-5-677 0 0,1-1-1 0 0,0 1 1 0 0,0 0-1 0 0,0 0 1 0 0,0 0-1 0 0,1 0 1 0 0,-4 8-1 0 0,5-10 17 0 0,0 0-1 0 0,0 1 1 0 0,1-1-1 0 0,-1 0 1 0 0,1 1-1 0 0,0-1 1 0 0,0 0-1 0 0,0 1 1 0 0,0-1-1 0 0,0 0 1 0 0,0 1-1 0 0,0-1 0 0 0,1 0 1 0 0,-1 1-1 0 0,1-1 1 0 0,1 3-1 0 0,4 10-8520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4T03:18:3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1267 16293 0 0,'5'0'677'0'0,"1"1"0"0"0,-1-1 0 0 0,0 0-1 0 0,1-1 1 0 0,-1 1 0 0 0,0-1-1 0 0,1 0 1 0 0,-1-1 0 0 0,0 1-1 0 0,0-1 1 0 0,0 0 0 0 0,0 0-1 0 0,0-1 1 0 0,0 1 0 0 0,4-5-1 0 0,-1 2 371 0 0,0 0-1 0 0,-1-1 1 0 0,0 0-1 0 0,9-10 1 0 0,4-13-633 0 0,-15 16-414 0 0,0 0 0 0 0,0 0 0 0 0,-1 0 0 0 0,-1-1 0 0 0,-1 0 0 0 0,0 0 0 0 0,0 0 0 0 0,-1 0 0 0 0,-1 1 0 0 0,-1-1 0 0 0,0 0 0 0 0,-4-22 0 0 0,-6-13 0 0 0,-2 1 0 0 0,-20-52 0 0 0,27 84 0 0 0,-2-7 0 0 0,5 11 0 0 0,-1 1 0 0 0,0 0 0 0 0,0 0 0 0 0,-1 0 0 0 0,-1 1 0 0 0,0 0 0 0 0,0 0 0 0 0,-1 0 0 0 0,0 1 0 0 0,-17-17 0 0 0,30 33 0 0 0,-3-2 0 0 0,1 1 0 0 0,1-1 0 0 0,-1 0 0 0 0,1-1 0 0 0,-1 1 0 0 0,12 7 0 0 0,152 106 0 0 0,-146-102 0 0 0,-11-9 0 0 0,3-4-46 0 0,-11-4-137 0 0,0-1 1 0 0,0-1-1 0 0,0 1 1 0 0,0 0-1 0 0,-1-1 0 0 0,1 1 1 0 0,-1-1-1 0 0,1 0 0 0 0,-1 0 1 0 0,0 0-1 0 0,0 0 1 0 0,0 0-1 0 0,0 0 0 0 0,-1-1 1 0 0,0 1-1 0 0,1 0 1 0 0,-1-1-1 0 0,0 1 0 0 0,0-6 1 0 0,16-85-2921 0 0,-14 70 2846 0 0,29-169-1846 0 0,25-211 3662 0 0,-57 377 2803 0 0,1 38-3059 0 0,0 5-802 0 0,20 231 935 0 0,2-116-1436 0 0,7 0 0 0 0,5-3 0 0 0,97 235 0 0 0,-129-355-223 0 0,1-1 0 0 0,0 1 0 0 0,1 0 0 0 0,0-1 0 0 0,0 0 0 0 0,0 0 0 0 0,11 10 0 0 0,-15-16-840 0 0,1-1-768 0 0,-1 0 1801 0 0,-1 0-1 0 0,1-1 1 0 0,-1 1-1 0 0,1 0 0 0 0,-1 0 1 0 0,1-1-1 0 0,-1 1 0 0 0,0 0 1 0 0,1 0-1 0 0,-1-1 1 0 0,1 1-1 0 0,-1-1 0 0 0,1 1 1 0 0,-1 0-1 0 0,0-1 0 0 0,1 1 1 0 0,-1-1-1 0 0,0 1 1 0 0,0-1-1 0 0,1 1 0 0 0,-1-1 1 0 0,0 1-1 0 0,0-1 0 0 0,0 1 1 0 0,1-1-1 0 0,-1 1 1 0 0,0-1-1 0 0,0 1 0 0 0,0-1 1 0 0,0 1-1 0 0,0-1 0 0 0,0 1 1 0 0,0-2-1 0 0,-13-23-401 0 0,-25-15 467 0 0,20 25 249 0 0,-2 1 0 0 0,-22-14 0 0 0,34 24-7 0 0,1 0-1 0 0,-1 0 1 0 0,0 0 0 0 0,1 1 0 0 0,-2 1 0 0 0,1-1 0 0 0,0 1 0 0 0,0 0 0 0 0,-11 0 0 0 0,17 2 399 0 0,-1 1 134 0 0,2-1-782 0 0,1 0 0 0 0,-1 0 0 0 0,1 0 0 0 0,-1 0 1 0 0,1 0-1 0 0,-1 0 0 0 0,1 0 0 0 0,-1 0 0 0 0,1 0 0 0 0,-1 0 0 0 0,1 0 0 0 0,-1 0 0 0 0,1 1 1 0 0,-1-1-1 0 0,1 0 0 0 0,-1 0 0 0 0,1 1 0 0 0,-1-1 0 0 0,1 0 0 0 0,0 0 0 0 0,-1 1 0 0 0,1-1 1 0 0,-1 0-1 0 0,1 1 0 0 0,0-1 0 0 0,-1 1 0 0 0,1-1 0 0 0,0 1 0 0 0,0-1 0 0 0,-1 0 0 0 0,1 1 1 0 0,0 0-1 0 0,1 1-22 0 0,1-1 1 0 0,0 0 0 0 0,0 0 0 0 0,0 0 0 0 0,0 0-1 0 0,0 0 1 0 0,0-1 0 0 0,0 1 0 0 0,1 0-1 0 0,-1-1 1 0 0,3 1 0 0 0,2-2 8 0 0,0 1 0 0 0,0-1 0 0 0,0-1 0 0 0,-1 1 1 0 0,1-1-1 0 0,0 0 0 0 0,-1-1 0 0 0,12-6 0 0 0,55-34-4267 0 0,-44 25-2891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19:28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10129 5726 1699 0,'1'-6'272'0,"-1"-1"-19"0,0 1-7 15,0 6-20-15,0-12-4 0,0 4-23 16,0-1-17-16,0 9-16 0,0-12 4 0,0 7-16 16,0 5-10-16,-1-8-20 15,1 8-17-15,0 0-9 0,0 0 16 0,-2 29 7 16,-3 6 9-16,1 9 14 0,-1 18 9 15,-3 8-3-15,3 3 1 0,-1 5-4 0,-7 15-7 16,0-1 6-16,2-20-8 0,0-3-12 16,4-2 0-16,-3-8 0 0,1-4 9 0,1-11-3 15,4-7-9-15,-4-4-4 0,4-6-8 16,3-8-13-16,-3-2-7 0,4-5-10 16,-4 0-10-16,2 0-2 0,2-4-5 0,0 1-1 15,-1-2-11-15,1-7-14 0,-4 9-39 16,2-6-73-16,2-3-74 0,0 0-66 0,0 0-86 15,0 0-91-15,-23-10-92 0,17-1-141 16,-4-2-141-16,1-4 63 0,2-2-563 0,-1-3-725 16</inkml:trace>
  <inkml:trace contextRef="#ctx0" brushRef="#br0" timeOffset="3333.44">10285 5692 3409 0,'-2'-8'-51'0,"0"2"44"16,0 0 32-16,2 6 14 0,-2-11 11 16,2 11 14-16,-3-8 4 0,3 8 9 15,0 0-10-15,0-10-2 0,0 10-7 0,0 0-4 16,3-9-5-16,-3 9-6 0,0 0 4 16,8 0 9-16,-8 0 11 0,13 0 1 15,-13 0-5-15,26 5 6 0,-8-1 0 16,6 2-2-16,11-2 1 0,1 1-1 0,2 0-4 0,4 0-8 15,0 1-3-15,3-2-6 16,3 0-2-16,-1-1-7 0,14 1-1 0,3-1-7 16,-1 0 2-16,4-1 4 0,-5 2-5 15,5-4-1-15,-1 2 0 0,6-2 2 16,-6 0 2-16,2-2 1 0,3 0 5 0,-4-2 0 16,1 0 2-16,-5-2-2 0,0 1-7 15,-4-1-2-15,-9 0-1 0,-3 1-2 16,1 0-6-16,10-4 0 0,-6 1-4 0,-6-1-1 15,12 1-3-15,-6 0-3 0,-7 0-1 0,0 2-2 16,16-1 0-16,-15 1-2 16,-3 3 1-16,2 0 1 0,2-2-3 0,-5 3-1 15,-4 0-1-15,2 1 1 0,-5 1-2 16,-4 0-1-16,1 0 3 0,-1 0-2 0,6-2 2 16,-1 2-1-16,-7 0 0 0,13 0 2 15,-2 0-3-15,0-2-1 0,3 0-1 16,0 1 2-16,-2-1 1 0,8-2 3 0,-6 3-5 15,3-4 0-15,-1 3 1 0,3 0 2 16,1-3 0-16,12 0-3 0,0 0 2 0,0-1 0 16,-2 2 0-16,-9 0-3 0,0 2 1 15,1-1 1-15,-1 1 2 0,13 1 4 0,-11-1-5 16,1 0-2-16,0 2-5 16,-2 0-4-16,14 0 5 0,0-1 0 0,-12 1-2 0,10-2 2 15,2 0 2-15,0 0-1 16,-4 0-2-16,-1-2 2 0,-6 4 1 0,-2 0 0 15,-3-2 0-15,-3 0 1 0,-1 2 2 16,0-2-3-16,-11 4 0 0,-6-2 2 16,1 0-1-16,2 2-1 0,-3-2 0 0,3 2 2 15,8 1 0-15,6-2 0 0,-6 1 2 16,7 0-2-16,-2 0 2 0,3-2-3 0,3 2 1 16,15-1-1-16,-14-1 0 15,1 2 3-15,11 0-4 0,-16-1 4 0,5 2-1 0,-2 1-2 16,-5 0-1-16,-1 0-1 15,2 0 5-15,2 0-1 0,-5-1 0 0,5 0 2 0,1 1-3 16,5-2 0-16,-3-2 5 16,14 0-2-16,3 0-5 0,-3 0 4 0,0-2-4 15,-12 2 2-15,-3 0-2 0,1 0 0 16,-3 0 2-16,-2-2-3 0,-2 4 3 16,-5-2 0-16,-6 0-4 0,-6 2 4 0,-1-2 1 15,1 1-4-15,-4-1 3 0,2 0-5 16,4-1 8-16,1-1-1 0,12 0-2 0,3 0 2 15,21-1-5-15,-17 1 1 0,14-1 4 16,-14 1-1-16,1 2 1 0,-3 0-6 16,-2 2 6-16,-5-2-4 0,-1 3 2 15,-1 2 0-15,3 1-2 0,-5-1 0 0,2 1 2 16,-2 0 4-16,4-1-1 0,2-2-2 16,4 2 3-16,1-1 11 0,3-1 10 0,4-1 1 15,-2-1-1-15,11-2-6 0,-2-3 0 16,0 1-2-16,-4-2 1 0,4 0-4 15,-22 0-2-15,-6 3-3 0,-9 0 5 0,-3-1 4 16,-4 1 10-16,-4-1 9 0,1 3 0 16,-1-2-2-16,-2 0 4 0,-11 2-5 0,20-3-6 15,-11 1 8-15,-9 2-10 16,17-3-6-16,-6-1-3 0,1 3-7 0,1-3 5 16,1 2-4-16,-1-1-2 0,0 0 0 15,3 1-2-15,-3 0 0 0,-1 0-6 0,-12 2 3 16,16-3-2-16,-16 3 0 0,12-2-1 15,-12 2-2-15,11-1 2 0,-11 1 2 0,0 0-3 16,13-2-1-16,-13 2 4 0,0 0-1 16,0 0 7-16,16-3 2 0,-16 3 10 0,0 0 7 15,0 0 13-15,11-2 15 16,-11 2 7-16,0 0 8 0,0 0 13 0,14-2 1 16,-14 2-5-16,0 0-11 0,0 0-6 0,0 0-2 15,0 0-11-15,0 0-8 16,19 4 0-16,-15 1-5 0,4 3-4 0,1 0 0 15,-2 6-3-15,5 2 10 0,1 1 5 16,-1 0 5-16,5 6 3 0,0 2 18 0,-4-6 4 16,-2-1 4-16,3-1 0 0,-3-1-1 15,3-1-2-15,-3 3-1 0,0-3-5 0,1 1-17 16,-1-3-53-16,0 1 0 0,-2 2 0 16,-2 1 0-16,1-3 0 0,-2-1 0 0,3 6 0 15,-1-4 0-15,-3 5 0 0,4 0 0 16,-6 0 0-16,5 2 0 0,-5 3 0 0,3-4 0 15,-2 5 0-15,-3-1 0 16,2 0 0-16,-1 3 0 0,-2-2 0 0,2-1 0 16,0 3 0-16,-2-1 0 0,-2-1 0 15,0 2 0-15,2-3 0 0,-2 12 0 0,-1-8 0 16,2-2 0-16,-3 7 0 0,0 0 0 16,-1-1 0-16,-3 1 0 0,5-7 0 15,-4 4 0-15,3-3 0 0,-1-5 0 0,-3 6 0 16,1-2 0-16,1-6 0 0,2 1 0 15,-3-2 0-15,1 1 0 0,0-4 0 0,3-2 0 16,-4-1 0-16,4-1 0 0,-1-1 0 16,-2 1 0-16,5-3 0 0,-3 1 0 15,0-2 0-15,-1 2 0 0,4-2 0 16,-1 0 0-16,-2-4 0 0,2 5 0 0,0-4 0 0,2-6 0 16,0 13 0-16,0-13 0 15,-1 10 0-15,1-10 0 0,-4 7 0 0,4-7 0 16,0 7 0-16,0-7 0 0,0 0 0 15,-6 8 0-15,6-8 0 0,-2 7 0 0,2-7 0 16,0 0 0-16,0 0 0 0,-1 8 0 16,1-8 0-16,0 0 0 0,-5 6 0 0,5-6 0 15,0 0 0-15,-6 7 0 0,6-7 0 16,0 0 0-16,-9 5 0 0,9-5 0 16,-16 1 0-16,2-2 0 0,-6 0 0 0,-7-2 0 15,4-2 0-15,-18 0 0 0,1-2 0 16,0 0 0-16,0 0 0 0,6 2 0 15,-2-2 0-15,5 1 0 0,4 2 0 0,0 0 0 16,3 1 0-16,0-2 0 0,-13 0 0 16,8 0 0-16,-7-2 0 0,0-1 0 0,-6 3 0 15,0-4 0-15,-2 0 0 0,-11 1 0 16,-4-1 0-16,-2-1 0 0,-4 0 0 0,2 0 0 16,-1 3 0-16,1-1 0 0,0 1 0 15,2 0 0-15,4 0 0 0,7 3 0 0,5-2 0 16,-3 1 0-16,2 2 0 0,2-3 0 15,2 1 0-15,-2 2 0 0,4 2 0 16,1-3 0-16,-2 2 0 0,9 0 0 16,-8 1 0-16,2-3 0 0,6 3 0 0,1-1 0 15,3 0 0-15,-11 0 0 0,-1 0 0 16,0-3 0-16,1 4 0 0,2-4 0 0,-5 3 0 16,2-1 0-16,-2-1 0 0,0 1 0 15,2-1 0-15,0 1 0 0,0 1 0 16,-1 0 0-16,7 1 0 0,-4-1 0 0,2 0 0 15,8 2 0-15,-5-1 0 0,-4-1 0 16,-6 0 0-16,2 1 0 0,4 1 0 16,-3 0 0-16,4 0 0 0,-6-2 0 0,8 4 0 15,5-1 0-15,1-1 0 0,-15 2 0 16,9 0 0-16,5-1 0 0,1-1 0 16,-14 2 0-16,4 0 0 0,-4-1 0 0,2 3 0 0,-1-2 0 15,-2 1 0-15,0-1 0 16,0 1 0-16,-2-1 0 0,1 3 0 0,-2-3 0 15,5 1 0-15,-6 0 0 0,4 2 0 16,-1-4 0-16,0 2 0 0,5-1 0 0,-2 0 0 16,1 1 0-16,1-3 0 0,3 0 0 15,8 0 0-15,-12 2 0 0,6-1 0 0,3-1 0 16,-12 0 0-16,0-1 0 0,2 1 0 16,-2 0 0-16,2 0 0 0,-3-2 0 15,2 2 0-15,0-2 0 0,0 2 0 16,6 0 0-16,-4-1 0 0,-2-1 0 0,4 0 0 15,3 2 0-15,7 0 0 0,-3-2 0 16,-1 2 0-16,-8 0 0 0,-2-1 0 0,8 1 0 16,-8-1 0-16,6 1 0 0,-7 0 0 15,4 0 0-15,-3-3 0 0,3 1 0 0,0 2 0 16,5-1 0-16,-8-3 0 0,3 1 0 16,1 1 0-16,-1 1 0 0,4 1 0 0,9-2 0 15,-19 2 0-15,5 0 0 0,-1 2 0 16,-2-1 0-16,6 1 0 0,-7 1 0 0,2 2 0 15,0 1 0-15,1-1 0 0,2 0 0 16,-3 0 0-16,1 1 0 0,4 0 0 0,-1-1 0 16,0 0 0-16,7 0 0 15,3-3 0-15,-1 2 0 0,2-1 0 0,0 0 0 16,3-1 0-16,-3 0 0 0,6-2 0 16,-2 1 0-16,2-1 0 0,3 2 0 0,-4-2 0 15,1 0 0-15,3 0 0 0,0 0 0 16,0 0 0-16,2 0 0 0,-4-2 0 0,0 2 0 15,3-1 0-15,-5 1 0 0,2 0 0 16,-1-2 0-16,0 2 0 0,-3 0 0 0,-1-2 0 16,1 2 0-16,1 0 0 0,-2 0 0 15,2 0 0-15,-3 0 0 0,2 0 0 16,-3 0 0-16,4 0 0 0,-1 0 0 16,4 0 0-16,-1 0 0 0,2 0 0 0,2 0 0 15,-1 0 0-15,5 0 0 0,0 0 0 16,0 0 0-16,13 0 0 0,-23 0 0 0,11 0 0 15,12 0 0-15,-21 0 0 0,12 0 0 16,9 0 0-16,-21 2 0 0,8-2 0 16,-3 2 0-16,-1-1 0 0,-2 1 0 0,0 0 0 15,-2 0 0-15,0 0 0 0,-2-1 0 16,-2 2 0-16,3-3 0 0,-5 0 0 16,-2 0 0-16,3 0 0 0,-3 0 0 0,2 0 0 15,0 0 0-15,1-3 0 0,-5 2 0 0,2-1 0 16,2-2 0-16,-5 2 0 15,-6 1 0-15,1-3 0 0,6 4 0 0,3 0 0 16,-1-3 0-16,0 2 0 0,2 1 0 16,-3-2 0-16,3 2 0 0,1-2 0 0,3 2 0 15,-4-2 0-15,6 0 0 0,1 2 0 16,-1-3 0-16,-1 1 0 0,4 1 0 0,-2-1 0 16,5 0 0-16,0 2 0 0,-1-2 0 15,3 1 0-15,-2 1 0 0,2 0 0 0,-3 0 0 16,1 0 0-16,2 1 0 0,-1-1 0 15,3 0 0-15,-1 2 0 0,-1-2 0 16,13 0 0-16,-25 2 0 0,13 0 0 0,-8-1 0 16,1-1 0-16,0 5 0 0,-2-5 0 0,2 0 0 15,-4 2 0-15,-2 2 0 16,1-1 0-16,-1 0 0 0,-2 1 0 0,3-3 0 16,-1 5 0-16,-2-3 0 0,2 0 0 15,0 1 0-15,7 0 0 0,-2-2 0 0,5 0 0 16,-4-2 0-16,2 2 0 0,4 0 0 15,-3 0 0-15,3-2 0 0,4 1 0 0,9-1 0 16,-22 0 0-16,11 2 0 0,1-2 0 16,10 0 0-16,-15 2 0 0,3 0 0 0,3-2 0 15,9 0 0-15,-17 4 0 16,7-4 0-16,1 2 0 0,9-2 0 0,-17 4 0 0,6-2 0 16,3 2 0-16,8-4 0 15,-16 0 0-15,9 5 0 0,7-5 0 0,-7 1 0 16,7-1 0-16,0 0 0 0,-12 2 0 15,12-2 0-15,-10 2 0 0,10-2 0 0,0 0 0 16,0 0 0-16,0 0 0 0,0 0 0 16,0 0 0-16,-9 2 0 0,9-2 0 0,0 0 0 15,0 0 0-15,0 0 0 0,0 0 0 16,0 0 0-16,0 0 0 0,2-14 0 16,-2 14 0-16,4-14 0 0,-4 5 0 15,2 1 0-15,-2 0 0 0,-4 0-464 0,2 3-133 16,2 5-189-16,-8-7-98 0,-2 6 88 15,10 1-790-15,-21-6-1028 0</inkml:trace>
  <inkml:trace contextRef="#ctx0" brushRef="#br0" timeOffset="15996.97">18101 5463 3657 0,'0'0'103'0,"-11"4"-29"0,11-4-8 16,0 0 0-16,0 0 14 0,0 0 13 0,0 0 13 16,0 0 0-16,0 0-6 0,0 0-4 15,0 0-6-15,-5-14-12 0,5 14-2 0,0 0-6 16,11-17-5-16,-8 9-1 0,6-2-6 15,-4 1-2-15,3-1 3 0,-1-2-1 0,2 0-1 16,2-3-3-16,-4-2-6 0,9-11-9 16,-5 1-2-16,2-4-2 0,1-3-5 15,2-11-4-15,5-1 0 0,3-9-4 0,6-20-14 16,2-8 2-16,8-6 1 0,4-5-6 16,9-14-4-16,24-40-2 0,5 7 3 0,9 2-4 15,8 4-5-15,16 12 0 16,3 10 0-16,-25 30-3 0,6 8 1 0,4 5-1 15,-2 4 2-15,-4 10-5 0,-5 4 6 16,-10 6-4-16,-10 6 8 0,-16 8 1 0,-7 5 5 16,-7 3 1-16,-8 7 7 0,-1-3 6 15,-5 4 3-15,1-1-6 0,-1-2 3 0,-3 6-6 16,-2 1-2-16,-6 4-1 0,-2 2-6 16,-3 0 4-16,-3 0-6 0,0 4-2 0,-2-1 2 15,-7 3-2-15,9 0 1 0,-9 0-5 16,0 0-22-16,4 9-36 0,-8-1-47 15,0 1-57-15,-1 5-72 0,-3-2-73 16,-5 3-105-16,2 1-185 0,-3 0-47 16,1-3 83-16,-3-1-278 0,3-3-330 0</inkml:trace>
  <inkml:trace contextRef="#ctx0" brushRef="#br0" timeOffset="16297.34">20041 3026 2710 0,'-3'-7'189'0,"3"7"-10"15,-4-7-13-15,4 7-6 0,0-11-16 16,0 11-23-16,11-9 1 0,-1 6-4 16,7 1 4-16,4 2-9 0,17 2-6 0,5 8-4 15,7 3-4-15,0 3-8 0,-6 3-14 16,-14-4-8-16,1 7-9 0,-10 3 0 15,-4-2-5-15,-4 4-4 0,-5-1-4 0,-8-1-2 16,-2 0 1-16,-4 8-10 0,-5 1-4 16,-1-3-1-16,-2 2-5 0,-6-4-19 0,5 0-25 15,-4-3-26-15,-1-5-41 0,8-4-38 16,-1 0-55-16,1-4-63 0,-1-2-79 0,1-1-116 16,1-6-202-16,1 1 63 0,0-2-285 15,10-3-344-15</inkml:trace>
  <inkml:trace contextRef="#ctx0" brushRef="#br0" timeOffset="17113.25">21650 2844 2361 0,'16'-2'-9'0,"-9"2"24"0,-7 0 16 0,9-6 17 15,-9 6 25-15,12-6 25 0,-6 3 15 16,-6 3 17-16,11-9-5 0,-8 6 7 0,-3 3 2 16,11-10 12-16,-8 5 4 15,-3 5-4-15,6-12-6 0,-4 6-7 0,0 0-14 16,-2 1-10-16,0 5-9 0,-4-14-16 15,-2 9-8-15,1-2-11 0,-5 2-9 16,-5 0-3-16,-5 3-8 0,-3 4-5 0,-2 0-2 16,-20 6-4-16,4 0-2 0,-4 3-7 15,-2 4-1-15,10-3-1 0,5 2-8 0,3-2-3 16,7-2-5-16,6 1 2 0,5-2-1 16,4 3-5-16,0 0 4 0,7-3 1 15,5 3 14-15,4 4 6 0,14 5 3 0,1-2 5 16,9 1 5-16,-3 0 1 0,11 4-1 15,-11-6 2-15,1 2-3 0,-3-1 10 16,-3 1-6-16,-6-6 3 0,-5-1 6 16,-3-4-2-16,-4 4 7 0,2-2 12 0,-6-1 15 15,-1 2 21-15,-4-1 5 0,0 1 17 16,-4-1-4-16,-1 1-7 0,-3-2-9 0,-2 0-15 16,-1-3-5-16,0-1-9 0,0 2-4 15,-4-6-17-15,1 1-37 0,1-3-52 16,0-3-72-16,-5-1-80 0,4-4-110 0,-2-6-127 15,2-8-133-15,3-5-195 0,8 1 21 16,5 3 80-16,5-13-422 0,9 0-541 0</inkml:trace>
  <inkml:trace contextRef="#ctx0" brushRef="#br0" timeOffset="17745.97">22153 2271 3237 0,'0'-15'126'0,"4"3"22"0,-2 5 14 15,-2 0 6-15,0 7-11 0,2-6-23 0,-2 6-15 16,0 0 57-16,0 0 13 0,-8 43-9 16,3-5-14-16,-2 3 8 0,2 17-9 0,-1 4-12 15,3-1-19-15,1 0-11 0,-2-3-9 16,4 2-15-16,-2-2-9 0,2-10-8 0,0-5 1 16,0 0-34-16,0 0-26 15,0-7-22-15,-2-7-26 0,2-7-27 0,0-5-23 16,0-2-15-16,-1-3 0 0,-2 0-5 15,1-5-6-15,-2-2 6 0,4-5 4 16,0 0 12-16,-16-1 8 0,16 1 7 0,-25-17 9 16,1-2 3-16,3-3 5 0,1-6 5 15,-3 2 6-15,3 1 22 0,2 1 25 0,2 7 30 16,7 2 13-16,0 3 15 0,0 4 3 16,4-1 2-16,-1 3-6 0,1 1-4 15,1-2-6-15,4 7-4 0,0 0 7 0,8-11 14 16,-1 9-2-16,9-4 0 0,6 0-8 0,13-2-6 15,5-2-6-15,10-1-5 16,2 1-4-16,-7 1-5 0,-4 1-2 0,-3 3-4 16,-8 2-12-16,-6-1 2 0,-3 2-6 15,-5 4 2-15,0 0-1 0,-1 3-2 16,-1 2 6-16,-3 3 12 0,-4 2 7 0,2 0-2 16,-8 3-2-16,5 2 2 0,-4 0-6 15,0 0-4-15,-1 5-6 0,1-6 2 0,4 7-6 16,0-2 4-16,4-2-2 0,-3-1-3 15,2-1-2-15,5-3-3 0,1 2 4 0,2-6-3 16,-2 0 2-16,5-5 4 0,-3-1-6 16,2-1-2-16,-2-5 5 0,0 1 7 15,0-4 10-15,3-4 13 0,-5-1 15 16,-2-4 14-16,-2-1-2 0,1-4 7 0,-7-3-9 16,2-9-8-16,-6 2-10 0,-1 4-4 15,-3 0-10-15,-6-6-5 0,4 7-11 0,-4 7-16 16,-5 1-40-16,-3 3-47 0,-2 4-51 15,-2 4-56-15,2 3-66 0,0 2-85 16,-4 5-95-16,0 0-117 0,6 1-179 0,6-1-46 16,3-4 83-16,4 3-504 0,4-4-660 15</inkml:trace>
  <inkml:trace contextRef="#ctx0" brushRef="#br0" timeOffset="18079.15">22908 2825 3515 0,'0'0'43'0,"0"0"21"0,-2-8 18 0,2 8 19 0,0 0 9 15,0 0-1-15,0 0-2 0,0 0 2 16,0 0-2-16,0 0-5 0,0 0-11 0,0 0-7 16,-21 22-1-16,17-14-16 0,3 4-7 15,-1-2-5-15,2-1-9 0,-2 1-1 16,2 2-6-16,2-1 1 0,0-1-8 0,1 0-7 15,3 0-9-15,-1-3-16 16,3 1-5-16,2-1-1 0,-3-2-3 0,2-1 1 16,-9-4 2-16,16 3-9 0,-16-3 0 15,17 0-10-15,-17 0-16 0,23-7-4 0,-9 2-27 16,-3-4 5-16,4-2-24 0,-2-3-32 16,0-1-34-16,5 3-40 0,-5-2-65 0,-3 2-91 15,-1 3-152-15,1-2-73 0,-2 1 55 16,-3 2-167-16,1 2-185 0</inkml:trace>
  <inkml:trace contextRef="#ctx0" brushRef="#br0" timeOffset="18346.33">23498 2213 2225 0,'-5'-29'157'0,"-2"4"18"0,0 4 31 16,3 4 28-16,-1 2 39 0,-1 3 14 15,4-1-10-15,-1 5-33 0,-1 2-26 16,4 6-20-16,0 0 15 0,0 0-4 0,-27 28-18 16,13 5-10-16,0 15-14 0,0 6-10 15,1 4-14-15,2 5-13 0,1 0-12 0,0 0-10 16,5-1-12-16,-3-3-32 16,0-5-51-16,1-2-57 0,3-13-58 0,-2 0-70 15,1-3-66-15,-2-1-67 0,4-8-63 16,-3-5-75-16,4-5-103 0,1-2-124 0,1-6 60 15,0-2-338-15,1-1-426 0</inkml:trace>
  <inkml:trace contextRef="#ctx0" brushRef="#br0" timeOffset="18512.79">23405 2818 2474 0,'9'-15'65'16,"0"3"60"-16,-6-2 60 0,5 3 36 0,1-5 40 16,1 1 30-16,3-2 13 0,5-6 17 15,-2-2-25-15,4 1-16 0,-2 5-22 16,2-3-33-16,-8 5-29 0,4 0-22 0,-3 2-41 15,-1 1-73-15,-1 4-71 0,1 2-76 16,-2 1-79-16,-5 0-83 0,2 3-71 16,-3 1-69-16,-4 3-101 0,0 0-176 15,0 0 36-15,0 0-343 0,0 0-451 0</inkml:trace>
  <inkml:trace contextRef="#ctx0" brushRef="#br0" timeOffset="18679.32">23554 2652 2497 0,'-11'20'-8'0,"1"-3"56"15,0-2 54-15,5 4 53 0,-1-4 51 16,2 2 30-16,-2 0 19 0,2 2 18 15,3 0 3-15,-1-2-27 0,2-2-21 0,0-1-19 16,2 1-23-16,-1 2-16 0,5-5-15 16,0-1-18-16,0 1-20 0,1-1-49 15,3-1-57-15,-3-4-75 0,1 0-87 16,0-3-49-16,-1 1-66 0,-7-4-85 0,12 5-130 16,-6-3-185-16,-6-2 62 0,0 0-344 15,0 0-427-15</inkml:trace>
  <inkml:trace contextRef="#ctx0" brushRef="#br0" timeOffset="20396.81">21322 3319 2726 0,'-24'4'-57'0,"1"-1"15"0,7-1 11 0,7 0 34 15,1-2 24-15,8 0 20 0,0 0 16 16,36-7 15-16,20-2 18 0,14-3 19 0,37-5 10 15,23 2 1-15,6-5-7 0,17 1-7 16,4 2-13-16,-3 1-27 0,-7 0-41 16,-7-4-47-16,-8 0-40 0,-18 2-42 0,-12 3-59 15,-38 2-58-15,-8 1-79 0,-16 4-109 16,-15 1-114-16,-11 0-148 0,-6 0-159 0</inkml:trace>
  <inkml:trace contextRef="#ctx0" brushRef="#br0" timeOffset="20646.31">21711 3331 2022 0,'-44'11'77'0,"7"-3"0"15,0 1-3-15,8-4 14 0,9 1 16 0,4-4 23 16,5 0 21-16,3 2 44 0,8-4 28 16,0 0 1-16,29 6-5 0,14-6-15 0,31-3-22 15,14-2-14-15,38-4-19 0,11-1-17 16,12 2-11-16,4-3-22 0,-1-1-40 15,-1 0-49-15,-15-1-60 0,-9 0-53 16,-12 3-25-16,-7-4-42 0,-35 6-39 0,-5-4-19 16,-14 3-34-16,-15 1-1 0,-13 0-3 15,-6 3-24-15,-9-3-50 0,-5 2-78 16,-2 0-225-16,-6 0-144 0</inkml:trace>
  <inkml:trace contextRef="#ctx0" brushRef="#br0" timeOffset="23428.41">22593 3684 1899 0,'4'-4'66'0,"-2"-4"15"0,-2 8 22 16,2-12 19-16,-2 4 21 0,0 8 33 15,2-11 26-15,0 3 9 0,0 1 8 0,-2 7 8 16,0-12-8-16,0 12-8 0,0-10-16 15,0 10-15-15,2-7-17 0,-2 7-20 0,2-8-18 16,-2 8-15-16,0 0-15 0,0 0-9 16,0 0-5-16,0 0 8 0,-4 61 7 0,-6-8 1 15,-3 7 17-15,-5 11 23 0,-6 20-2 16,-2 7-8-16,-5-3-8 0,1 3-13 16,1-3-4-16,2-6-5 0,2-6 12 0,9-21-20 15,0-4-11-15,3-4-9 16,-3-6 4-16,9-12-16 0,-2-2 5 0,2-10-21 15,2-5 2-15,-3-1-8 0,4-7 7 16,1-1-21-16,-2 0-6 0,3-5-42 0,2-5-38 16,0 0-37-16,0 0-40 0,-9-17-45 15,7 0-33-15,2-12-44 0,4-12-54 0,1-15-38 16,4-4-22-16,-2-2-12 0,6 0 14 16,1 0 27-16,1 1 38 0,-1-2 35 15,-3 5 46-15,-2-1 56 0,1 0 37 16,-1 3 50-16,2 0 37 0,-2 2 39 0,-2 1 32 15,0 1 33-15,3 3 18 0,2-1 14 16,-3 13 18-16,-2-1 30 0,5 5 11 16,-1 4 13-16,-5 7 7 0,2 6 1 0,-2 2-21 15,-2 2-16-15,1 5-10 0,2 4 7 16,-7 3 25-16,24 17 24 0,-5 7 15 0,8 16-3 16,-1 4 8-16,2 9-2 0,7 23-2 15,1-2 8-15,-1 3-5 0,-1 4-4 16,-2-9-16-16,-3-9-18 0,3 11-14 0,-3-12-11 15,-1-6-18-15,-3-1-11 0,0-4-8 16,-3-8-9-16,-6-10-13 0,-1-4 1 16,-1-3-9-16,-1-7-8 0,-8-6-2 0,2-3 3 15,-4-1-2-15,1-2-9 0,-4-7-8 16,0 0-10-16,0 0-15 0,17-22-21 0,-11-1-8 16,9-20-21-16,1-9-14 0,2-14-28 15,9-23-16-15,-2-6-8 0,5-6 0 16,-1-1 0-16,0 2 9 0,-3 7 11 0,-1 9 9 15,-6 23 4-15,-3 4 11 0,-3 9 7 16,0 12 21-16,-5 4 11 0,-3 7 16 16,3 7 12-16,-5 2 8 0,1 3 1 0,3 2-6 15,-6 1-12-15,3 2-1 0,0 8 5 16,-4 0 16-16,11 20 20 0,-5 13 12 16,2 10 2-16,-3 15 13 0,-1 9 14 0,-8 3-18 15,4 6 7-15,2 6-6 0,2-2 0 16,0 3-8-16,6 12 0 0,1-18-9 0,0-4-2 15,1-6-6-15,-1-6 0 0,-2-8-6 16,1-12-2-16,-4-7-4 0,-1-7 0 0,1-7-4 16,-4-4-1-16,0-6 2 15,-1 0 8-15,4-5-19 0,-5-5-15 0,0 0-14 16,20-15-19-16,0-14-7 0,3-16-19 16,6-10-12-16,10-19-5 0,9-11-15 15,1-5-12-15,7-9-8 0,3 2-1 0,2 7 9 16,2 8 11-16,-2 9 8 0,-10 10 7 15,-7 17 7-15,-4 9 8 0,-5 4 13 0,-10 12 15 16,-3-1 13-16,-6 9 13 0,-4 0 5 16,-1 7 4-16,0 0 19 0,-2 6 7 0,5 7 24 15,-1 7 13-15,1 15 12 0,2 15 24 16,-5 9 24-16,-1 3 3 0,-2 9-12 0,-4 2-6 16,-3 4-11-16,-1 5-6 0,0-4-7 15,2 0-7-15,2-1-11 0,0-4-5 16,-3-4-11-16,8-8-14 0,-6-12-25 0,5-4-11 15,-1-6-10-15,0-8-13 0,-4-4-12 16,3-5-10-16,-1-6-4 0,3-6 3 16,-3-4 3-16,-5 0 4 0,37-26 3 15,-6-7 1-15,1-9-11 0,4-7 2 0,16-26-4 16,2-6-9-16,6-7-14 0,5-6-3 16,4 2 3-16,-1-4 10 0,0 8-1 0,3 9 10 15,-10 13 2-15,-14 26 2 0,-4 5 12 16,-5 3 9-16,-13 13 2 0,-7 7 12 0,0 7 25 15,-7 9 35-15,1 4 21 0,-5 11 30 16,3 12 5-16,-7 7 7 0,1 5 20 0,-4 18 15 16,0 6 15-16,0 3 0 15,0-2-15-15,5 1-16 0,-2-1-7 0,5-4-14 16,-1 0-9-16,3-8-10 0,-1-6-10 16,3-11-49-16,-5-4-28 0,5-6 0 0,-7-7 0 15,3-7 0-15,0-4 0 0,1-3 0 16,3-8 0-16,1-6 0 0,8-5-52 0,5-11-23 15,11-11-4-15,0-8-8 0,-1-6-1 16,11-23-7-16,-1-5 8 0,4-4 2 16,-3 2 7-16,5-1 4 0,-4 7 8 0,-9 23 9 15,-6 6 7-15,-7 7 13 0,-7 11 5 16,-3 7 5-16,-3 6 18 0,-6 8 16 0,1 5 30 16,-8-2 28-16,8 21 2 0,-8-3 3 15,0 10-4-15,-8 9 4 0,0 16 12 16,-3-3-8-16,0 1-3 0,-1-2-5 15,1 1-2-15,3-11-9 0,6-3-5 0,-4-4-9 16,2-4-7-16,2-7-2 0,2-2-7 16,0-5-11-16,-1-2-14 0,2-3-15 0,5-1-21 15,2-2-20-15,2-6-20 0,-10 0-23 16,30-12-10-16,-5-5-3 0,2-6-8 0,9-10 7 16,2-4 14-16,1-2 8 0,8-5 5 15,15-8 8-15,3 6 8 0,-11 17 1 0,-3 6 9 16,-2 4 3-16,-13 11 2 0,-7 6 13 15,-10 4 9-15,-1 4 23 0,-11 9 16 16,1 5 7-16,-8 1 6 0,-4 14 0 16,-5 2 2-16,-7 9 3 0,3-9-1 0,1-2 0 15,1-4-7-15,2-2 0 0,2-6-4 16,4-5 0-16,-1-3 0 0,2-3-1 16,0-1 0-16,4-4 1 0,2-3-3 0,1-1-5 15,-5-3-23-15,23 0-9 0,-5-6-9 16,11-7 9-16,1-9-11 0,8-9 4 15,4-9 4-15,2 2 3 0,13-19 5 0,2 5-1 16,1-5-1-16,-15 15 5 0,5 3 1 0,-1 8 9 16,-5 8 7-16,-10 5 7 0,-3 8-6 15,-8 7 21-15,-9 6 30 0,-1 4 19 0,-8 6 11 16,-1 3 10-16,-2 9-3 16,-2 0-8-16,-4 13-1 0,4-4-8 0,-2-3-9 15,2-4 0-15,-2-3-7 0,4 2-3 16,0-2-6-16,0-4-8 0,1-2-1 0,3-3 2 15,1-1-4-15,5-6-2 0,-1 1-4 16,7-5-3-16,-1-4-5 0,9-4-7 0,9-5-2 16,13-6-4-16,2-9 5 0,-1-2-3 15,0-4 1-15,9-3-1 0,-8 2 8 16,0 4-2-16,-2 6 11 0,-13 5 5 0,-1 5 1 16,-11 1 1-16,-5 7 21 15,-4 3 27-15,-5 3 8 0,1 5 14 0,-7 1-82 0,4 3-20 16,-5 1 0-16,0 0 0 15,-2 2 0-15,0 2 0 0,0-3 0 0,1 1 0 16,-1-2 0-16,0 1 0 0,0-6 0 16,0 1 0-16,0 0 0 0,0 0 0 0,0-3 0 15,0-6 0-15,0 10-285 0,0-10-68 16,0 0-86-16,-3 4-89 0,3-4-122 0,0 0-180 16,-23-9 67-16,1 4 79 0,2-1-561 15,-19-3-705-15</inkml:trace>
  <inkml:trace contextRef="#ctx0" brushRef="#br0" timeOffset="24245.08">25722 2431 3749 0,'0'0'118'0,"2"-7"-3"0,-2 7-10 15,0 0-2-15,-2-8 14 0,2 8 29 16,0 0 25-16,0 0 23 0,0 0 8 16,2-10 3-16,-2 10-10 0,0 0-18 0,0 0-2 15,5-4 3-15,-5 4-8 0,0 0-16 16,0 0-6-16,0 0-14 0,3-7-18 16,-3 7-10-16,0 0-6 0,0 0-7 0,0 0-7 15,10-6-17-15,-10 6 1 0,0 0-10 16,0 0-4-16,0 0-12 0,0 0 2 0,9-2-6 15,-9 2-4-15,0 0-5 0,0 0-6 16,0 0 2-16,0 0-3 0,0 0-6 0,0 0-1 16,0 0-5-16,0 0-3 0,0 0 2 15,0 0-7-15,0 0 0 0,0 0-1 16,0 0-9-16,0 0-11 0,0 0 3 16,0 0-15-16,0 0-10 0,0 0-15 15,0 0-15-15,0 0-19 0,0 0-23 0,0 0-35 16,0 0-49-16,0 0-65 0,0 0-77 15,0 0-81-15,-19-6-104 0,19 6-152 0,-23 4-65 16,6-2 67-16,-4 0-441 0,-2 3-583 16</inkml:trace>
  <inkml:trace contextRef="#ctx0" brushRef="#br0" timeOffset="24977.83">26496 2992 3559 0,'0'0'273'0,"0"0"-26"0,0 0-22 15,0 0-12-15,-25-11 5 0,18 10 8 0,7 1 22 16,-12-5 5-16,6 2-19 0,6 3-23 16,-11-6-26-16,11 6-18 0,-3-3-19 0,3 3-58 15,0 0-79-15,-6-4-93 16,6 4-109-16,0 0-128 0,0 0-174 0,0 0-235 0,15-7 3 15,-15 7 68-15,0 0-470 16,0 0-595-16</inkml:trace>
  <inkml:trace contextRef="#ctx0" brushRef="#br0" timeOffset="100196.99">6745 13880 1827 0,'-25'5'563'15,"1"-2"-164"-15,0-1-82 0,2 0-38 16,-1-2-6-16,3-2-4 0,-3 4-12 0,1-4-16 15,4 2 11-15,-3-2 2 0,0 2 15 16,2-1-2-16,2-1-10 0,1 2-1 0,3-2-17 16,2 1-17-16,11 1-6 15,-20 0-28-15,20 0-14 0,-14-2-12 0,14 2-18 16,0 0-14-16,-12-2-13 0,12 2-15 16,0 0-4-16,0 0-8 0,44 4-11 0,-2-1-3 15,18 0-8-15,9 3-6 0,9 2-18 16,29 1-44-16,3 1 0 0,5-2 0 0,5 2 0 15,9-1 0-15,1 1 0 0,2 3 0 16,6-5 0-16,-4 4 0 0,1-2 0 0,-5 1 0 16,-5-2 0-16,0 3 0 0,-8-3 0 15,-2-4 0-15,-8 3 0 0,-21-4 0 16,-3 1 0-16,1-4 0 0,-2-1 0 16,-4 0 0-16,1 0 0 0,-6-1 0 0,0-4 0 15,1 3 0-15,-2-4 0 0,1 2 0 0,-1 0 0 16,0-1 0-16,-4 1 0 15,-2 0 0-15,-3 2 0 0,-2 0 0 0,-9 0 0 16,-2 4 0-16,1-2 0 0,0 2 0 16,1 0 0-16,9 1 0 0,2-2 0 0,2 3 0 15,-1 1 0-15,7-2 0 0,3 1 0 16,0-1 0-16,10 3 0 0,6-3 0 0,1-1 0 16,22-1 0-16,-1 3 0 0,-19-2 0 15,24-1 0-15,-28-1 0 0,-1-1 0 0,3 2 0 16,-3 1 0-16,-2-2 0 0,-2 0 0 15,-4-2 0-15,-4 2 0 0,-4 2 0 0,-5-4 0 16,-1 2 0-16,-14 2 0 16,-2 0 0-16,-3-2 0 0,-2 0 0 0,-8 3 0 15,-6-3 0-15,-8 0 0 0,-5 0 0 16,0 1 0-16,-5-1 0 0,-1 2 0 0,-12-2 0 16,18 0 0-16,-18 0 0 0,16 0 0 15,-16 0 0-15,0 0 0 0,20 0 0 0,-20 0 0 16,0 0 0-16,12 0 0 0,-12 0 0 15,0 0 0-15,0 0 0 0,13 2 0 16,-13-2 0-16,0 0 0 0,0 0 0 0,9 5 0 16,-9-5 0-16,0 0 0 0,0 0 0 15,0 0 0-15,-2 9 0 0,2-9 0 16,0 0 0-16,0 0 0 0,-10 7 0 16,10-7 0-16,-8 6-187 0,8-6-391 0,-13 4-140 15,5-2-159-15,8-2 38 0,-17 1 98 16,5 1-705-16,12-2-895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21:31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5863 5908 1787 0,'-4'-10'558'0,"1"1"-101"0,-1 5-80 15,2-3-91-15,2 7-74 0,0 0-49 16,-3-9-34-16,3 9-21 0,0 0 23 0,0 0-6 15,3 29-4-15,-1-11-14 0,0 7-8 16,3 16 15-16,1 1-9 0,-2-1-5 16,-1 2-16-16,4-1-3 0,-5 1-7 0,-2-2-7 15,3-3-8-15,-3-6-4 0,0 5-6 16,-3-8-3-16,1-7-17 0,0-3-38 16,0-2-44-16,-1-5-56 0,2-2-68 15,-1-1-76-15,0-6-78 0,2-3-77 0,0 0-94 16,0 0-92-16,0 0 22 0,-8-22-284 15,7 5-339-15</inkml:trace>
  <inkml:trace contextRef="#ctx0" brushRef="#br0" timeOffset="250.64">5810 5902 2345 0,'-4'-23'23'0,"4"6"43"16,0 4 36-16,0 1 19 16,0 0 1-16,4 5-3 0,0-2-13 0,5 2-7 0,3 1-15 15,1 4-3-15,6 0-4 16,2 4-16-16,6 0-7 0,7 8 5 0,-2 2-6 15,-1 1-3-15,-4 3-3 0,-8-3-7 16,-4-1 33-16,-6 4 15 0,-1-2 33 16,-6 0 17-16,0-3 6 0,-4 5-2 0,-3 1-9 15,-4-3-8-15,-4 1-10 0,1 0-16 16,1 2-6-16,-3-6-10 0,0-1-14 0,5-4-39 16,-4-4-58-16,2-2-79 0,11 0-90 15,-25-14-95-15,14 6-109 0,4-1-145 0,0-1-57 16,6 2 46-16,-1-1-270 0,2 1-313 15</inkml:trace>
  <inkml:trace contextRef="#ctx0" brushRef="#br0" timeOffset="683.62">6261 6096 2272 0,'4'12'25'0,"3"-2"41"0,-6-3 29 0,3-3 28 15,-4-4 28-15,4 9 22 0,-4-9 21 16,2 7 21-16,-2-7 9 0,0 0 4 0,5 5 4 15,-5-5 6-15,0 0-40 0,0 0-16 16,0 0-20-16,16-19-14 0,-11 9-7 16,-5 0-11-16,2-5-7 0,-2 3-8 15,0-5-7-15,-3-4-9 0,-3-1-11 16,-1 1-9-16,2 0-6 0,-2 5-13 0,-1-1-2 16,0 2-8-16,0 3-9 0,3 2 0 15,-1 1-7-15,1 2-5 0,-2 2 2 0,7 5-16 16,-7-5 7-16,7 5-4 0,0 0 3 15,-6-5-9-15,6 5-6 0,0 0-1 0,0 0 4 16,13-17-2-16,-1 7 0 0,5 1-4 16,2-1 2-16,1 0 2 0,-4 1-2 15,2 2-3-15,-3 2 1 0,1 1 1 0,-5 3 0 16,1 1 4-16,-12 0 11 0,22 7 4 16,-7 0-5-16,-5 3 14 0,4 2-3 15,-1 5 14-15,-2 0-18 0,-3 0-1 0,-1 2 0 16,3 1 10-16,-5 1 5 0,3-1-4 15,0 2-11-15,-5-3 1 0,3 0-46 16,-6-1-51-16,4-3-55 0,-1 1-68 0,-3-4-82 16,2 0-86-16,3-3-96 0,-3-3-110 15,1 0-125-15,-3-6 39 0,10 0-485 0,-10 0-607 16</inkml:trace>
  <inkml:trace contextRef="#ctx0" brushRef="#br0" timeOffset="883.57">6722 5666 3206 0,'3'-20'67'15,"1"3"55"-15,-4 5 26 0,0 2 11 0,0 3 0 0,2 2-15 16,-2 5-15-16,3-7-14 0,-3 7 12 16,0 0 8-16,0 0-12 0,15 26-7 15,-8-11-13-15,0 5-4 0,-1 1-11 16,-1 1-7-16,-1 1-8 0,1 0-10 0,2-2-4 16,-4-1-2-16,1 1-13 0,0-3-12 15,0-3-40-15,-3-3-49 0,1 0-58 16,-2-3-67-16,2-1-49 0,0-3-49 0,-2-5-45 15,5 4-23-15,-5-4-12 0,0 0 6 16</inkml:trace>
  <inkml:trace contextRef="#ctx0" brushRef="#br0" timeOffset="1016.88">6820 5842 2611 0,'-2'-19'-179'0,"2"-8"91"16,-1 2 76-16,-4-16 64 15,3-2 55-15,-2-12 38 0,3 12 29 0,-3 3 19 16,2 0-1-16,-2 13 7 0,2 4-11 16,2 6-13-16,-3 3-25 0,1 2-19 0,0 3-17 15,2 1-10-15,-5 4-16 0,5 4-57 16,0 0-77-16,0 0-107 0,0 0-110 15,0 0-146-15,12 18-173 0,-4-7 35 0,-1 3-261 16,5 1-295-16</inkml:trace>
  <inkml:trace contextRef="#ctx0" brushRef="#br0" timeOffset="1233.3">7133 5482 2525 0,'-6'-12'199'0,"4"9"5"0,2 3 4 0,0 0-3 15,-8-4-3-15,8 4-3 0,0 0-8 16,-9 19-15-16,3-5-13 0,2 1-17 0,-1 2-15 16,3 2-9-16,-3 1-14 0,5 1-10 15,3-2-10-15,-3 1-11 0,4 2-14 0,1-1-73 16,-3-4-80-16,2-1-117 0,1-1-116 16,1 1-171-16,-1-4-144 0,0 1 47 15,3-1-345-15,-3-4-416 0</inkml:trace>
  <inkml:trace contextRef="#ctx0" brushRef="#br0" timeOffset="1566.92">7479 5453 2556 0,'0'0'6'0,"2"-4"17"0,-2 4 0 0,0 0 6 16,0 0 39-16,0 0 21 0,0 0 11 15,0 0 7-15,0 0 10 0,0 0 15 16,27 10 9-16,-27-10-5 0,10 4-1 0,-10-4 11 15,0 0 8-15,16 0-2 0,-16 0-3 16,0 0 3-16,14-8 3 0,-10 3 5 0,-4 5 2 16,5-12 4-16,-8 6 9 0,3 6-2 15,-8-14-4-15,0 9-8 0,-3 1-15 16,-2 4-14-16,13 0-6 0,-39 9-18 16,11 3-11-16,-3 6-19 0,4 1 3 0,5 2-20 15,1 5-5-15,3 0 2 0,5 0-12 16,4-6-10-16,6 1-8 0,0-6 7 15,6 0-3-15,-2-1-24 0,1-2-45 0,6 3-50 16,-1-4-54-16,2-1-60 0,0-2-102 16,0 3-103-16,-2-5-125 0,2 0-182 0,-4 2 24 15,-1 0 71-15,-2-1-449 0,-2 1-540 16</inkml:trace>
  <inkml:trace contextRef="#ctx0" brushRef="#br0" timeOffset="1883.65">5237 6791 3271 0,'-37'14'149'0,"8"1"12"0,7-7-5 16,6-4-3-16,5 1-4 0,8 1-10 16,3-6 14-16,0 0 15 0,37 3-17 15,28-13-9-15,34-11-15 0,28-4-10 0,13-9-15 16,48-16-11-16,7-2-9 0,-10 2-8 0,-43 12-16 15,-4 1-9-15,2 1-4 16,-17 2-4-16,-13 6-2 0,-16 3-6 0,-30 8-2 16,-12 3 4-16,-18 2 21 0,-5 2 15 15,-8 1 3-15,-6 1-4 0,-3 2-9 16,-5 0-7-16,1 3-10 0,-5-3-7 0,2 0-1 16,-3 1-26-16,-2 5-58 0,3-7-75 15,-3 7-107-15,0 0-119 0,0 0-146 0,0 0-235 16,0 0 50-16,0 0 86 0,0 0-420 15,-30 10-488-15</inkml:trace>
  <inkml:trace contextRef="#ctx0" brushRef="#br0" timeOffset="2983.38">12835 8753 2747 0,'0'0'151'0,"1"-7"22"0,-1 7-6 15,0 0-17-15,0 0-16 0,0 0 26 16,0 0 27-16,0 27 9 0,0-9-1 0,-3 5-3 16,-1 0-7-16,2 3-10 0,-3 9-17 15,2-1-12-15,1-5-8 0,-2-5-20 0,2-2-16 16,2-3-2-16,-1-2-9 0,-1-2-12 16,2-3-10-16,-4 0-5 0,2 0-3 0,0-5-9 15,2 0-3-15,0-1-3 16,0-6-8-16,0 0-8 0,0 0-6 0,0 0-4 0,0 0-5 15,-12-20-4-15,12 7 0 0,0-6-2 16,0-2-2-16,0-3 2 0,2 0-5 16,2 0 4-16,1 4 14 0,-4 3 14 15,1 0 14-15,0 5 7 0,2 1-5 0,-1 3-4 16,-1 0-11-16,4 4 4 0,-6 4-8 16,14-4 2-16,-14 4-3 0,0 0-6 15,28 16 2-15,-17-6 1 0,0 2-11 16,1 1-2-16,0 4 6 0,-5 3-6 0,-1-2 1 15,-2 3 19-15,-2-2 8 0,-2-2 13 0,-4 2 2 16,1 1-4-16,-4 1-2 0,2-4-7 16,-5-3-2-16,3 0-8 0,-1-3 3 15,-2-1-4-15,1-2-6 0,-1-4-29 16,3 1-62-16,-3-5-77 0,10 0-80 0,-17-5-108 0,9-1-103 16,1-6-109-16,5-2-156 15,2 1-32-15,2-5 61 0,4 3-564 0,-1-4-691 16</inkml:trace>
  <inkml:trace contextRef="#ctx0" brushRef="#br0" timeOffset="3317.83">13095 8918 3281 0,'12'0'11'0,"-12"0"26"0,11 3 37 0,-5 1 44 16,-5 1 24-16,-1-5 14 0,5 12 12 0,-1-4 13 16,-2-1-2-16,-2 3 1 15,-2 1 2-15,0 1-12 0,0 0-1 0,-3 0-18 16,4 0-14-16,-5 0-15 0,2 0-13 15,1 0-7-15,-5-4-12 0,5 3-6 0,-4-5-13 16,3 0-5-16,4-6-5 0,-7 6-10 16,7-6-9-16,0 0-5 0,0 0-4 0,-4-26-9 15,6 11-1-15,6-5-3 0,1-8 0 16,1 8-1-16,-1 3-2 0,0 3-3 0,-2-1-3 16,0 6-1-16,3 2 0 0,-5 4-3 15,4 1-1-15,-2 0 4 0,-7 2-5 16,16 6 1-16,-5-1-3 0,-4 1 3 0,2 5 1 15,1-1-4-15,2 2-2 0,-3-2-3 16,-1 2-13-16,-1 0-36 0,1 0-42 16,-3 0-36-16,3-5-71 0,-2 1-70 0,2-1-60 15,-5-2-79-15,7-1-110 0,-2-2-125 16,-8-2 35-16,29-6-464 0,3-7-545 16</inkml:trace>
  <inkml:trace contextRef="#ctx0" brushRef="#br0" timeOffset="3532.3">13745 8816 2963 0,'11'-10'99'0,"-5"1"84"15,2 3 40-15,-4 0 23 16,0 3 14-16,-4 3 4 0,0 0-19 0,0 0 18 16,0 0 26-16,0 0 8 0,3 17-20 15,-3-6-23-15,-1 3-30 0,-1 2-22 0,-2 1-19 0,0 4-32 16,1 2-15-16,-4-1-14 16,3-1-10-16,1 1-12 0,-1-5-16 0,2 0-12 15,-1-3-65-15,1-2-70 0,-2 0-66 16,-1-2-66-16,2-2-86 0,-1 0-69 0,-2-4-60 15,1-2-54-15,5-2-75 0,0 0-60 16,-25-6-26-16,18-2-600 0,-4-4-687 0</inkml:trace>
  <inkml:trace contextRef="#ctx0" brushRef="#br0" timeOffset="3666.77">13623 8907 3366 0,'-1'-13'40'0,"-1"3"64"16,0 2 27-16,2 4 11 0,0 4 22 0,0 0 30 16,0 0 13-16,0 0 4 0,0 0-12 15,0 0-14-15,0 0-20 0,20 20-19 0,-11-13-12 16,-4 1-19-16,4 4-9 15,-1-4-69-15,2 0-84 0,-3 1-107 0,1-3-121 16,-1 1-116-16,1-3-143 0,-4 1-97 16,0 0 31-16,-4-5-425 0,3 3-500 0</inkml:trace>
  <inkml:trace contextRef="#ctx0" brushRef="#br0" timeOffset="5500.92">9189 5554 2552 0,'-4'5'-140'16,"4"-5"40"-16,0 0 37 0,-3 7 39 15,3-7 22-15,0 0 10 0,0 7 13 0,0-7 15 16,0 0 15-16,0 0 17 0,0 6 12 15,0-6 12-15,0 0 10 0,0 0-4 16,0 0-3-16,0 0-6 0,0 0-6 0,0 0-2 16,0 0 9-16,0 0-3 0,0 0 11 15,0 0 7-15,0 0-1 0,0 0 2 0,0 0-3 16,0 0-4-16,0 0-10 16,0 0-9-16,-7 5-5 0,7-5-10 0,0 0-10 15,-9 5-2-15,9-5-2 0,-13 9-8 16,6-4-3-16,0 4-7 0,2-3 0 0,-1 5-5 15,2-3 0-15,3 4-8 0,-2-5 1 16,1 3 4-16,4-1-2 0,1 0 3 0,-2 2-4 16,3-2 3-16,0 0-5 15,1-1 3-15,3 1 3 0,-3-1 6 0,4-4 19 16,-6 2 13-16,-3-6 6 0,13 5 4 0,-13-5-1 16,12 0-5-16,-12 0 1 0,0 0-11 15,19-9-5-15,-16 3 18 0,2 0-6 16,-1-2-3-16,-2 2 4 0,-2 6-1 15,0-15 2-15,-4 7-6 0,2 0-2 0,-3-1-9 16,2 3-3-16,-5-3-5 0,3 4-4 16,-3 0-6-16,8 5-1 0,-14-4-6 0,14 4 2 15,-12-3-6-15,12 3 2 0,0 0 0 16,-20 7-3-16,20-7-6 0,-5 8 0 16,5-8 0-16,-4 11-2 0,4-11 2 0,2 8-2 15,-2-8-1-15,5 11 1 0,-1-7-1 16,-4-4-1-16,9 8 2 0,-9-8 4 0,10 1 2 15,-10-1-1-15,0 0-5 0,0 0 3 16,0 0 13-16,22-7-6 0,-17 2 4 0,-5 5 8 16,2-10 0-16,-2 10-4 0,-2-14 4 15,0 6-9-15,2 8-6 0,-6-11 3 16,2 3-13-16,4 8 1 0,-9-7-1 0,9 7-6 16,-11-2-1-16,11 2-13 15,0 0-65-15,-23 9-67 0,15-4-87 0,0 2-114 16,2-2-123-16,3 0-184 0,-3 0-90 15,4 1 68-15,2-6-523 0,2 10-659 0</inkml:trace>
  <inkml:trace contextRef="#ctx0" brushRef="#br0" timeOffset="6766.55">11786 6545 3137 0,'0'6'-30'0,"0"-6"41"0,0 10 36 16,0-10 30-16,0 4 30 0,0-4 24 0,0 0 27 16,0 0 13-16,-2 7 9 0,2-7 1 15,0 0 1-15,0 0-3 0,0 0-5 16,0 0-13-16,0 0-10 0,0 0-17 16,0 0-12-16,0 0-12 0,0 0-10 0,0 0-12 15,0 0-9-15,0 0-7 0,0 0-3 16,0 0-3-16,12-19-3 0,-12 19-11 0,0 0-2 15,0 0-7-15,-5-8 0 0,5 8-9 16,0 0 0-16,-9-4-5 0,9 4-3 0,0 0-2 16,0 0-2-16,-23 8-4 0,16-2 4 15,-1-2-4-15,1 2 0 0,0 1-3 16,0-1 1-16,3 2 1 0,3-2-5 16,-3 1 8-16,2 1 1 0,0-2 13 15,2 1 2-15,2 0 10 0,0-2 3 0,0 1 4 16,-2-6 5-16,7 10-1 0,-1-8 2 15,-6-2 3-15,14 4 1 0,-14-4 14 0,0 0 7 16,14-1 5-16,-14 1 4 0,14-5 0 16,-8 1 7-16,-6 4 9 0,3-8-4 0,-3 8-9 15,2-9-2-15,0 3-5 0,-2 6-7 16,-2-6-11-16,2 6-33 0,0 0-38 0,-2-11 0 16,2 11 0-16,-5-3 0 0,5 3 0 15,0 0 0-15,-14-2 0 0,14 2-225 16,0 0-144-16,-13 5-152 0,13-5-178 0,0 0-175 15,-11 5 78-15,11-5 97 0,0 0-664 16,-10 6-818-16</inkml:trace>
  <inkml:trace contextRef="#ctx0" brushRef="#br0" timeOffset="23912.66">15338 7817 1587 0,'0'0'133'0,"0"0"38"0,12 2 41 0,-12-2 23 0,0 0 23 0,0 0 12 0,0 0 13 16,11 0 16-16,-11 0 3 0,0 0 4 0,0 0-8 16,0 0-11-16,0 0-13 0,0 0-11 15,0 0-25-15,11-4 4 0,-11 4-12 0,0 0-13 16,10-1-12-16,-10 1-22 0,0 0-17 16,12-4-15-16,-12 4-13 0,0 0-16 0,9-2-8 15,-9 2-5-15,0 0-2 0,0 0-9 16,0 0-11-16,0 0-7 0,10-1-10 0,-10 1-7 15,0 0-4-15,0 0-12 16,0 0-4-16,0 0-5 0,-25 14-3 0,25-14-2 16,-14 8-8-16,10-5-4 0,4-3-5 15,-9 6-1-15,9-6 1 0,-3 5-2 0,3-5 4 16,0 0-5-16,-8 5-13 0,8-5 0 16,0 0 0-16,0 0 0 0,0 0 0 0,0 0 0 15,0 0 0-15,0 0 0 0,0 0 0 16,0 0 0-16,0 0 0 0,0 0 0 15,27-16 0-15,-27 16 0 0,5-7 0 0,-5 7 0 16,0-8 0-16,0 8 0 0,0-9 0 16,0 9 0-16,0 0 0 0,-1-12 0 15,1 12 0-15,0 0 0 0,-7-8 0 0,7 8 0 16,0 0 0-16,-2-7 0 0,2 7 0 16,0 0 0-16,0 0 0 0,0 0 0 0,-2-7 0 15,2 7 0-15,0 0 0 0,0 0 0 16,0 0 0-16,0 0 0 0,-14 1-104 0,14-1-467 15,0 0-117-15,-20 4-227 0,13-2 83 16,7-2 82-16,-16 0-723 0,16 0-921 0</inkml:trace>
  <inkml:trace contextRef="#ctx0" brushRef="#br0" timeOffset="28161.29">15100 7833 3855 0,'-15'3'-135'0,"6"-3"40"0,-5-3 32 0,14 3 28 0,-20 0 22 0,9 0 33 15,11 0 35-15,-16-1 18 0,16 1 15 0,-16 0 4 16,16 0-3-16,-13-1-4 0,13 1-7 15,0 0 0-15,0 0-11 0,-12 0-5 0,12 0-5 16,0 0-7-16,0 0-4 0,0 0-6 16,50 0-4-16,-19 0-3 0,17 0 0 0,2 1-6 15,13-1-1-15,4 1-5 0,-2-1-2 16,-10 0-1-16,-3-1-1 0,-3 2-7 0,-3-2 0 16,-14 2 3-16,-3-2-5 0,-6 1 2 15,-7 0 1-15,-2 0 3 0,-1 0 5 16,-1 0-3-16,-12 0 9 0,19-1 6 0,-19 1-7 15,8-2 1-15,-8 2-2 0,0 0-4 16,0 0 0-16,0 0-4 0,-34-9 0 16,13 8-3-16,-4 1 0 0,-19-4 1 15,2 3-1-15,-5-1-4 0,0 0 0 0,-2 4 0 16,1-2 6-16,5-2 6 0,-1 2-3 16,2 0 3-16,10 0 2 0,3 2-2 0,0 0 1 15,8-1-4-15,2-1 2 0,2 0 4 16,1 0-2-16,4 0 1 0,0 2-3 0,12-2-4 15,-15 0 2-15,15 0 1 16,-9 2-4-16,9-2 4 0,0 0-3 0,0 0 1 16,0 0-2-16,47 1-2 0,-19-1-2 15,18-1 0-15,3-1-2 0,-1 0 0 0,1-3 0 16,-4 3 2-16,-4 1-4 0,-6-2-1 16,-9 3 0-16,-4 0-3 0,-3-1 6 0,-4 0-2 15,-1 1-2-15,-7 0-1 0,-7 0-5 16,0 0 4-16,0 0 0 0,0 0-1 0,0 0-1 15,0 0 2-15,-43-6 0 0,14 6 1 16,-14 2-3-16,0-4 1 0,-1 2 2 16,-3 0-3-16,-2 0 3 0,4 2-1 0,1-2 2 15,2 2-2-15,8-2-1 0,7 2-1 16,4-1 0-16,2-1 0 0,6 1-1 16,1 2-4-16,3-3 2 0,0 0-2 0,11 0 0 15,0 0 1-15,-8 3 2 0,8-3 2 16,0 0 1-16,41 2-2 0,-11-2-1 15,17 0 4-15,5-2-3 0,11 2 3 0,-1-2-2 16,-13 1 0-16,-6 1-2 0,-9-3 3 16,-5 3-2-16,-10-1 5 0,0 1 2 0,-5-1-2 15,-3 1 0-15,-11 0-1 0,0 0 2 16,0 0 0-16,0 0-4 0,0 0 4 16,0 0 1-16,-42 0 0 0,24 1-2 0,-2 0-1 15,3 2 0-15,0-3-4 0,3 0 3 0,5 1-4 16,-3-1-10-16,12 0-27 0,-17 2-37 15,17-2-47-15,-9 0-73 0,9 0-79 16,0 0-92-16,0 0-113 0,0 0-161 16,0 0 52-16,0 0-381 0,26-10-447 0</inkml:trace>
  <inkml:trace contextRef="#ctx0" brushRef="#br0" timeOffset="29477.82">16905 5608 2430 0,'-7'2'-80'0,"7"-2"41"0,-12 2 20 0,12-2 19 0,-10 2 25 15,10-2 25-15,0 0 21 0,0 0 8 0,-11 2 10 16,11-2 12-16,0 0-4 0,0 0-6 15,0 0-9-15,0 0-3 0,0 0-9 16,0 0-7-16,0 0-8 0,36-6-4 16,-15 4-4-16,2 1-5 0,0 1 2 15,0 0-14-15,-1 0-9 0,-1 0 7 0,-3 0-12 16,-3 0 8-16,0 1-8 0,-4-1 1 16,-11 0-2-16,16 0 0 0,-16 0 1 0,0 0 7 15,0 0-9-15,0 0-7 0,0 0 6 16,-28 9-3-16,14-8-5 0,1 1-2 0,-5 2 7 15,3-3-2-15,3 1-4 0,-1 0-2 16,4 0 2-16,-1-1 2 0,10-1-1 16,-15 2-1-16,15-2-5 0,-12 2 5 0,12-2-6 15,-7 1-10-15,7-1-8 0,0 0-25 16,0 0-17-16,0 0-32 0,0 0-35 0,0 0-47 16,0 0-63-16,0 0-80 15,0 0-151-15,0 0-13 0,0 0-94 0,0 0-78 16</inkml:trace>
  <inkml:trace contextRef="#ctx0" brushRef="#br0" timeOffset="33110.51">17900 6019 1766 0,'-18'-2'87'0,"5"0"14"0,1 0 6 0,3 0 14 0,9 2 22 0,-11-2 28 0,11 2 22 15,0 0 9-15,-12-2-13 0,12 2-9 16,0 0-18-16,0 0-18 0,0 0-9 16,25-6-7-16,-6 2-7 0,5 2-13 0,3 2-14 15,2 0-6-15,0-3-9 0,-1 3-7 16,-5 0-8-16,-3-1-7 0,-4 1-7 16,0-2-5-16,-5 2-3 0,-11 0-8 0,16 2 0 15,-16-2-1-15,0 0-5 0,0 0-3 16,0 0 0-16,0 0-2 0,-46 4-1 15,28-4-6-15,3 0 3 0,1 0-1 0,2 0-4 16,0 0-2-16,12 0 0 0,-19 0-1 16,19 0 2-16,-13 0-3 0,13 0-3 0,0 0-1 15,-12 2 0-15,12-2-4 0,0 0-22 16,0 0-40-16,0 0-56 0,0 0-65 0,0 0-63 16,0 0-70-16,0 0-74 0,32 6-140 15,-32-6-47-15,9 4 57 0,-9-4-188 16,0 8-199-16</inkml:trace>
  <inkml:trace contextRef="#ctx0" brushRef="#br0" timeOffset="35812.67">15399 8032 2094 0,'0'0'62'0,"0"0"7"0,0 0 0 0,4-6-2 0,-4 6-2 0,0 0 4 0,0 0 9 0,0 0 1 16,0 0-5-16,-11-8-2 0,11 8 0 0,0 0-2 15,-8-5 10-15,8 5 10 16,0 0 0-16,-10-7 3 0,10 7 2 0,-9-7 5 16,2 1-2-16,-3 2-2 0,0-3-2 15,-3-1 9-15,-3 2-6 0,4-1-4 0,-8-2-3 16,2 2-3-16,-4-1-4 0,1 3-1 15,1-2-4-15,-1 0-5 0,-2 3-3 0,-1 0 3 16,0-2-3-16,-1 5-4 0,4 0-2 16,-4-2 0-16,5 1 5 0,-3 2 0 0,-2 2-3 15,4 1-1-15,0-2 1 0,0 0 0 16,0 6-3-16,1-2 5 0,-2 4 1 16,-5 5-1-16,1 4 6 0,1 2 3 15,0 2-2-15,3-1-3 0,-1 6-2 0,-1 1-3 16,6 1 10-16,0 5 2 0,-5 3-5 15,9-4-2-15,-2 2-4 0,5 0-7 0,3 2-3 16,-2 4-2-16,6-4 4 0,4 3-8 16,0-1-4-16,6 0 5 0,2-1-15 0,3-1 8 15,2-3-10-15,5-2 2 0,1-1-8 16,5-6-3-16,10 5 1 0,-7-8-4 0,8-3-1 16,-2-1 3-16,3-7 0 15,-2-1 2-15,2-2-1 0,4-3 5 0,-7-5 1 16,9-3-12-16,-5-1 13 0,3-4-15 15,4 0 14-15,-4-3-1 0,1-1-5 0,-3-5 0 16,3-1-3-16,-7-1-3 0,-3 0 11 16,-1-3-6-16,3-7 2 0,-6 6 11 0,-6-4 13 15,-2-2 9-15,-2-4 5 0,-8-1 4 16,-1-6 5-16,-4-2-7 0,-6-3-5 16,-5-11-8-16,-7-2-30 0,-1-1-25 0,-4 4 0 15,-2 5 0-15,0 5 0 0,-6 2 0 16,1 7 0-16,-5 2 0 0,4 10 0 0,-1 6 0 15,-6 0 0-15,-2 8-127 16,0 2-62-16,2 4-39 0,7 4-47 0,-5 2-56 16,-6 1-64-16,10 3-67 0,3-2-100 15,4 1-187-15,4 1 22 0,6-3 68 0,2 1-527 16,9-4-651-16</inkml:trace>
  <inkml:trace contextRef="#ctx0" brushRef="#br0" timeOffset="37276.26">18624 4925 2978 0,'-12'0'-166'0,"12"0"37"0,0 0 31 0,0 0 17 0,-9-2 22 16,9 2 17-16,0 0 13 0,-14 0 18 15,14 0 7-15,-13 2 16 0,4 3 8 0,-5 0 17 16,-2 5 11-16,-2 2 14 0,-7 5 6 15,-2 2 13-15,3 6 4 0,-6 8 5 0,-1 3 1 16,3-2 3-16,-1 4 10 0,2-1 4 16,8-4-12-16,2 0-7 0,3 0-3 15,3-3-6-15,7-2-1 0,3-3-2 0,2 0-5 16,11 8-7-16,-1-4-6 16,6 0 1-16,4-2-10 0,6-3 0 0,4-3-6 15,1-3-2-15,2-2-5 0,6-2 1 16,3-4-11-16,-2-3 0 0,2-2 5 0,-2-2 0 15,-9-3 12-15,-3-3 12 0,-5-4 15 16,8-5 22-16,-1-5 15 0,-4-5 3 0,-8-7-3 16,-1-6-2-16,-4-9-9 0,-3-5-8 15,-4 8-7-15,-3 0-8 0,-2-2 0 0,-4 4 0 16,-4 1-6-16,-2 3-12 0,-3 4-8 16,-5 3-5-16,-1 2-3 0,-4 7-11 15,0 7-2-15,6 4-8 0,-6 1-41 0,-1 3-51 16,0 4-55-16,3 0-78 0,1 4-81 15,-5 1-98-15,3-2-135 0,3 4-175 16,5-1 70-16,1-5-388 0,2 6-487 16</inkml:trace>
  <inkml:trace contextRef="#ctx0" brushRef="#br0" timeOffset="38892.89">15117 7775 2660 0,'2'9'-12'0,"-2"-9"42"0,2 6 30 0,-2-6 26 0,0 0 20 0,6 3 16 15,-6-3-2-15,0 0 10 0,0 0 4 0,0 0-7 16,13-12-9-16,-9 6 0 0,4 0-12 0,-3-2 3 16,3-1-8-16,0-3 0 0,-1 0-5 15,4-3-4-15,1-3-6 0,5-7-3 16,0-5-5-16,1 0-5 0,2-8 0 0,2-5-7 16,3-2-8-16,-3-1-5 0,3-9-5 15,0-3-3-15,9-19-7 0,-2 0-5 16,4-3-6-16,1-2-1 0,5 0-4 0,-1 0-1 15,5 3-6-15,0 0 0 0,2 5-2 16,0 6-2-16,-3 1-4 0,1 5 2 0,-8 16-3 16,2 1-4-16,1-2 2 0,-2 5-3 15,5-1-1-15,-4 2 3 0,6 2-2 16,-2-1 2-16,-1 3-6 0,5 4 3 0,-4 0-1 16,-1 2-2-16,2 4-2 0,-2 3 4 15,1 2-3-15,0-1 2 0,-2 5 1 16,3-1 0-16,4 3-2 0,-1 1 0 15,2-1-1-15,0 3 0 0,3-1 4 0,-1 2-2 16,-1-1 0-16,-2-2 3 0,-1 1-4 16,-10 2 1-16,-2 0 1 0,-2 3-1 0,2-2 1 15,-11 4 1-15,-3-2-3 0,-1 5 3 16,0-2-2-16,1 1 0 0,1 2 3 0,4-1 1 16,0 1-6-16,13-2 4 0,-1 0-1 15,10 1-2-15,8-2 2 0,4 0 2 0,3 1-1 16,1 2-1-16,2-2-1 0,-6 1 5 15,-13 1-5-15,-5-2 2 0,0 1 0 16,-15 1 1-16,-3 1 2 0,-6-2 11 16,-2 3 11-16,-4-2 8 0,-1 3 6 0,-3-2 1 15,2 2 0-15,-11 0-4 0,16-4-6 16,-8 4-5-16,-8 0-1 0,11-2-1 0,-11 2-9 16,0 0-2-16,15-1-15 0,-15 1-28 15,0 0-37-15,0 0-45 0,6 3-60 0,-6-3-72 16,0 0-81-16,0 0-102 0,-21 9-186 15,21-9 0-15,-21 0 64 0,11 0-286 16,10 0-321-16</inkml:trace>
  <inkml:trace contextRef="#ctx0" brushRef="#br0" timeOffset="39511.65">17898 5618 2318 0,'-17'-4'-1'0,"5"-2"18"0,4 0 16 0,1-1 19 0,-1-2 21 0,-3-3 16 0,1-2 16 0,-1-1 7 0,4-2 3 15,-4-2 2-15,4 0-9 0,2-1-11 16,-1-2-3-16,4-2-3 0,4-1-9 16,2 0-8-16,1-12-6 0,4-2-2 0,7-7-16 15,4 0-5-15,5 1-2 0,0 2-11 16,10 2 2-16,-1 1-7 0,6 3-2 0,8 1-5 15,1 2-4-15,11 3-4 0,2 2-1 16,19-3 3-16,6 5-4 0,2 3 7 16,4 5-18-16,-12 5 9 0,21 1-1 0,7 1 6 15,2 5-12-15,-16 7 7 0,22 3 8 16,-2 6-1-16,2 3 4 0,-3 5 5 16,1 3-3-16,-1 4 9 0,2 3 5 0,2 4 7 15,-3-2 0-15,-6 0-1 0,-10-2 0 16,-6-2 8-16,-25-4 8 0,-7-2 8 15,-4-5 3-15,-19-2 7 0,-2-4 9 0,-13-1 14 16,-1-2 5-16,-8 0 3 0,-1-3-2 16,-2 2 3-16,-1-4-3 0,-10 0-1 15,15 5-5-15,-8-4-2 0,-7-1 9 16,14 4-15-16,-14-4-5 0,0 0-9 0,13 3-10 16,-13-3-15-16,0 0-42 0,0 0-64 15,8 2-86-15,-8-2-107 0,0 0-123 0,0 0-145 16,0 0-222-16,-29 5 67 0,17-2 70 15,0-3-381-15,12 0-458 0</inkml:trace>
  <inkml:trace contextRef="#ctx0" brushRef="#br0" timeOffset="39978.12">20766 4925 2646 0,'0'-9'-65'0,"2"2"27"0,-2 0 28 0,0 7 21 0,1-12 26 0,1 6 24 0,0 2 24 15,-2 4 6-15,4-10 4 0,-4 5 16 16,0 5 4-16,3-10-10 0,-3 10 10 0,1-6-12 16,-1 6 0-16,0-8-15 0,0 8-8 15,0 0-19-15,2-3-10 0,-2 3-1 16,0 0-2-16,0 0-4 0,0 0-1 16,-10 17 13-16,6-2 13 0,-1-1 3 0,-1 8 16 15,1-3 4-15,-5 16-13 0,0 0 3 16,3-1-7-16,0 0-7 0,-2 0-1 0,2-3-16 15,1-5-3-15,1-3 7 16,1-4-6-16,-1-2-7 0,2-5-2 0,-1 3-4 16,2-3-5-16,-1-2-3 0,1-1 1 15,0-1-13-15,-2-1-19 0,4-2-34 0,0-5-61 16,-2 7-94-16,2-7-71 0,0 0-69 16,0 0-53-16,0 0-81 0,0 0-89 0,2-29-2 15,6 14-231-15,-3-2-275 0</inkml:trace>
  <inkml:trace contextRef="#ctx0" brushRef="#br0" timeOffset="41942.51">20737 5126 2110 0,'4'-5'-3'0,"-1"2"38"16,-3 3 28-16,2-6 32 0,-2 6 31 16,0 0 48-16,9-3 30 0,-9 3 24 15,0 0 9-15,0 0 4 0,14-2-5 0,-14 2-9 16,20-4-16-16,-7 2-12 0,1 0-19 0,0 2-20 16,6-4-14-16,-4 4-17 15,2-4-12-15,0 0-12 0,-2 0-9 0,2 1-7 16,-2-2-11-16,4-4-7 0,-4 1-4 15,2-1-11-15,0-1-5 0,-6 3-9 0,-1-1 1 16,0 2-5-16,-2 1-7 0,-2 0-5 16,2 0-6-16,-9 5-4 0,9-1-1 0,-9 1-3 15,0 0-1-15,4 10 1 0,-4-2 2 16,0 6 4-16,0 3 4 0,-2 0-1 0,0 4-2 16,2 2 3-16,0 1-4 0,-2-5-4 15,2 4 1-15,-2-5-3 0,4 2 0 16,-2-3-3-16,0-2 3 0,0-1-10 0,2-2-21 15,-2-3-19-15,0 1-29 16,2-3-19-16,0 0-25 0,1-2-36 0,3-2-35 16,-6-3-4-16,17 0-4 0,-17 0 20 15,25-7 9-15,-12 1 10 0,7-5 19 0,-4 3 15 16,-2-1 30-16,-3 2 40 0,-2 2 33 16,3 0 30-16,-4 0 18 0,-3 1 11 0,1-1 12 15,0 2 7-15,-6 3 4 0,0 0 14 16,11-3 14-16,-11 3 2 0,0 0-9 0,0 0-2 15,10 8-10-15,-10-8-6 0,8 7-5 16,-4-5-8-16,-1 4-3 0,3-2-2 16,-1-1-8-16,5 3 0 0,-4-3-7 15,5-1 1-15,0-1-10 0,1 1-1 16,3-2-1-16,-1-3-6 0,1-1 3 0,1-1-2 16,-2 0 0-16,0 0-9 0,1 0 1 15,-6-1 3-15,1 1 3 0,0 4 8 0,-3-4 0 16,-1 3 1-16,-6 2-3 0,10-4-9 15,-10 4 2-15,0 0 2 0,11 7 3 0,-11-7 6 16,3 12 3-16,-1-2-3 0,3 1-1 16,-3 2-1-16,0-1-2 0,1 4-1 15,-1-1-2-15,4 1-3 0,-3-3-1 0,-1-1-1 16,2-2 0-16,-2-1-4 0,1-1 5 0,-2 0-1 16,1-2 30-16,-2-6 35 0,4 5 14 15,-4-5-15-15,0 0-4 0,0 0-1 16,0 0-8-16,0 0-7 0,0 0-8 15,0 0-4-15,-7-22-2 0,0 17-8 16,0 0 1-16,-4-2-15 0,-3 0-6 0,-3 2-7 16,-4-2 3-16,1 4 0 0,4-1-9 15,-4 3-3-15,9-1 4 0,11 2-15 0,-21 2-4 16,16-1-5-16,-1 4-9 0,6-5-19 16,0 0-13-16,17 12-21 0,-2-6-25 0,10-3-19 15,13 2-15-15,-4-5-11 0,10-2-1 16,-2-4 4-16,12-6 11 0,-3-5 7 0,0-4 16 15,-1-6 12-15,-4-8 10 0,0-6 8 16,-7-5 4-16,1-3 6 0,5-17 6 16,-15 11 8-16,-1-3 4 0,-7-1 5 15,-5 5 7-15,-6 2 11 0,-2 11 9 0,-7 7 6 16,-2 8 10-16,-7 6 11 0,3 3 1 16,-5 6-7-16,2 5 7 0,-5 4 5 15,-1 4 13-15,-7 9 7 0,0 10 6 0,-1 5 7 16,-4 11 4-16,4 3-1 0,2 3 2 15,5 1-2-15,3 5-7 0,6 3-2 0,3-7 1 16,2-2-8-16,5-1 4 16,5 0-8-16,0-7 1 0,3 0-1 0,-2-4-3 15,-1-10-4-15,-3-4 6 0,1-3-2 16,-1-4-6-16,3-4 0 0,1 0-2 0,2-5 1 0,-2-1-2 16,1-3-3-16,2-4-1 15,3-3-2-15,1 0-1 0,-6-2 6 0,2 3 16 16,-4 1 19-16,-1 0 10 0,-3 4-1 15,2 0-6-15,-8 4-10 0,5-4-2 0,-5 4 19 16,0 0 10-16,0 0 2 0,0 0-6 16,6 18-6-16,-4-11-5 0,-2 3 2 15,1-2-4-15,6 3 1 0,-2-1-11 0,5 0-1 16,1 1 0-16,3-5-3 0,0 3-5 16,2-4 3-16,5-2-11 0,-2-1 4 15,4-2-8-15,-2-2-6 0,3-1 9 16,-1-2-9-16,2 0-4 0,-3-2 3 0,-6 2 4 15,0-2-3-15,-1 3 1 0,-5-1-4 16,-1 4 2-16,-9 1-13 0,15-5-7 0,-15 5-3 16,14-2-3-16,-14 2 8 0,0 0 2 15,14 3-1-15,-14-3 2 0,14 9 1 0,-4-4-6 16,-1 0 17-16,7-1-6 0,-2 2-8 16,6-2 22-16,-1-1-14 0,1-3 1 0,3 0-12 15,2-2-9-15,-1-3 0 16,10-3 14-16,-6-3-4 0,1-2 2 0,0-4-4 0,-3 0 10 15,-2-6-2-15,1 0 1 16,-5-2-3-16,-4-3-5 0,2 3 2 0,-5 4-3 16,-5 1 14-16,0 3 18 0,-3 3-3 15,1 2 4-15,-3 3-7 0,-1 2-4 16,-2 7 0-16,0 0-6 0,0 0-7 0,0 0 12 16,0 0-4-16,0 0-6 0,-26 24 5 15,22-12 0-15,4 6-5 0,-2-1 7 0,6 1-6 16,2 0 5-16,1-1-14 0,6-2-8 15,-1-1-7-15,-1-6-8 0,3 1-8 0,3-5-15 16,1-2-13-16,2-4-3 16,10-8-4-16,4-5-1 0,0-5-2 0,2-9-10 15,0-4 2-15,0-3 1 0,0-6 4 16,1-5 2-16,-5-6 4 0,1 1 9 0,-7 0 5 16,-5 3 7-16,-6 5 26 0,-5 13 13 15,-9 9 12-15,-1 7 5 0,-7 4 13 0,-5 5 19 16,-3 6 12-16,-6 8 8 0,-8 7 4 15,5 8-4-15,-6 9 8 0,3 6-9 0,4 3-5 16,5 5-3-16,7 4-3 0,10-5-3 16,1 1-5-16,9 9-6 0,3-1 3 0,3-4-10 15,2 0-31-15,0-5-19 0,-3-14-26 16,-2-1-31-16,0-2-25 0,-2-8-29 0,-5-3-23 16,3-5-25-16,-5-1-7 0,4-3 0 15,-5-1-14-15,-2-7-6 0,0 0 11 16,0 0 21-16,-22-2 15 0,-1-5 18 15,-11-5 14-15,-11-6 19 0,-7-3 32 16,-1 6 51-16,-5-4 49 0,9 4 55 0,11 4 41 16,3-2 25-16,10 7 6 0,9 1-13 15,2 2-13-15,5 1-12 0,1 2-3 0,8 0-11 16,0 0-8-16,0 0-5 0,0 0-7 16,47 10-11-16,-10-4-27 0,9 0-58 0,11 5-62 15,4-3-63-15,2 1-70 0,1-1-61 16,3 1-39-16,-2-2-28 0,-2 1-31 0,-5 1-16 15,-2-1 23-15,-12 1 57 16,0-2 44-16,-6-2 34 0,-1 3 43 0,-11-4 44 0,-5 0 40 16,-7-3 57-16,-2 2 43 15,-4-1 60-15,-5 0 64 0,-3-2 57 0,0 0 31 16,0 0 32-16,-47-2 27 0,-14-4 18 16,-15-2 7-16,-29 0 7 0,-15-4-6 0,-11 2-9 15,-8-2-15-15,-14 0-10 0,-10-4-9 16,-7-1-21-16,-57-8-19 0,14-1-15 15,45 9-23-15,-48-8-19 0,59 12-15 0,2-1-19 16,10-2-49-16,11 9-69 0,19-1-76 16,31 4-79-16,5 0-105 0,16 2-126 0,16 4-138 15,8-1-209-15,14 3-3 0,1-1 87 16,9 1-478-16,4 0-594 0</inkml:trace>
  <inkml:trace contextRef="#ctx0" brushRef="#br0" timeOffset="84799.81">25997 5002 2071 0,'0'0'332'0,"4"-9"-86"0,-4 9-25 0,0 0-12 0,4-9 0 0,-4 9-1 0,0-9 5 0,0 9-17 15,0 0 6-15,0-9 6 0,0 9 6 16,2-9 2-16,-2 9-2 0,0 0-5 16,-2-11 20-16,2 11-2 0,-2-8 0 0,2 8-12 15,0 0-11-15,-5-8-10 0,5 8-19 16,0 0-17-16,-7-7-22 0,7 7-16 15,0 0-16-15,0 0-11 0,-36 15-9 16,18-3-8-16,-4 12-6 0,-5 9-11 0,1 2-2 16,1 6-7-16,2 0-3 0,0 2-5 15,8 1-4-15,6-7-1 0,-2 1-8 0,8-2-2 16,4 0-5-16,6 1 1 0,0-6-5 16,3-2-2-16,2 0 1 0,1-2-5 0,-1-9-3 15,-1-2-3-15,0-4-5 0,-2 0-2 16,-1-3-7-16,3 1-20 0,-1-7-30 0,0 2-45 15,-3-3-53-15,2 0-51 16,-9-2-72-16,0 0-102 0,20-4-125 0,-17-1-169 16,3 0-132-16,-2-2 79 0,-2 2-651 15,2-3-831-15</inkml:trace>
  <inkml:trace contextRef="#ctx0" brushRef="#br0" timeOffset="85233.32">26393 4722 4185 0,'-4'-14'177'15,"0"4"15"-15,4 3 17 0,0 2-2 16,0 5 22-16,0 0 53 0,0 0 21 0,-12 27 2 16,1 3-25-16,6 7-15 0,-3 7-18 15,-3 6-13-15,5 7-23 0,-1 1-14 0,-1 2-24 16,4-2-15-16,-1-4-17 0,-2-7-12 15,4-5-62-15,-1-1-67 0,0-3 0 0,2-11 0 16,1-3 0-16,-1-5 0 16,0-4 0-16,0-1 0 0,0-4 0 0,2-4 0 15,0-6 0-15,0 0 0 0,0 0 0 16,0 0 0-16,34-28 0 0,-15 3 0 0,6-3 0 16,3-4 0-16,-4 8 0 0,-1 1 0 15,-3 3 0-15,-4 6 0 0,-5 6 0 0,1 3 0 16,-1 1 0-16,-11 4 0 0,19 5 0 15,-8 2 0-15,0 2 0 0,0 3 0 16,0 3 0-16,-4 2 0 0,1 0 0 0,0 2 0 16,-3-2 0-16,-1-2 0 0,0 1 0 15,-1-3 0-15,-1 1 0 0,3-3 0 0,-1 1-57 16,-3-2-227-16,1-2-84 0,2 1-99 16,0-1-88-16,-2-5-93 0,-2-3-151 0,7 3 52 15,-7-3-704-15,14-10-900 0</inkml:trace>
  <inkml:trace contextRef="#ctx0" brushRef="#br0" timeOffset="85518.89">26877 5213 3673 0,'0'0'-62'0,"0"0"84"15,0 0 62-15,0 0 44 0,0 20 29 16,0-8 21-16,-2 2 16 0,0 1 2 0,2 4-8 16,2 0-19-16,0 0-13 0,3 1-17 15,-4 1-13-15,7-1-16 0,-3-3-10 0,6 0-9 16,0-5-7-16,-2-1-8 0,4-3-4 15,-1 0-11-15,1-6-4 0,1-2-7 0,-1 0-3 16,0-4-2-16,0-4 10 16,3 1 6-16,-7-3 19 0,2-2 21 0,-5-3 5 0,0-4 12 15,-2 1-11-15,-2-7-12 16,-4 1-8-16,-5-8-17 0,-2 8-3 0,4 5-17 16,-4 2-9-16,-3 5-44 0,-1 4-55 15,-3 8-40-15,-1 0-50 0,0 8-62 0,-12 4-83 16,0 5-110-16,5 2-145 0,1 0-219 15,4 5 59-15,4-7 73 0,7 2-490 16,4-1-594-16</inkml:trace>
  <inkml:trace contextRef="#ctx0" brushRef="#br0" timeOffset="85900.34">27759 5121 3006 0,'-5'-14'85'0,"-3"2"70"16,3 0 30-16,-1 4 22 0,-2 5 12 16,8 3 5-16,-17-2 2 0,17 2-8 0,-32 19-11 15,3 1-15-15,-1 9-17 0,-1 0-15 16,3 4-11-16,5-4-21 0,10-1-2 0,-3 1-20 16,9-5-11-16,3-3-4 0,4-4-16 15,2 1-4-15,3-4-5 0,3-2-7 0,6 3-3 16,-2-8 8-16,4 0 16 0,3-2 15 15,0-3 22-15,0 0 15 0,4-4 18 16,-2 0 2-16,2-3 17 0,0 2 13 16,-6-2 8-16,-2-1 1 0,-2-4-9 0,0 2-15 15,-3-3-128-15,1-1-39 0,-5-8 0 16,1 5 0-16,-6-4 0 0,-1-2 0 0,-1-1 0 16,-4-1 0-16,-3 2 0 0,1 5 0 15,-2 6 0-15,-3 1 0 0,-3 3-151 0,1 6-159 16,-2 2-74-16,-2 6-91 0,0 0-92 15,-2 3-143-15,-1 7-92 0,4-3 83 16,7 1-666-16,5-2-839 0</inkml:trace>
  <inkml:trace contextRef="#ctx0" brushRef="#br0" timeOffset="86250.07">28471 5048 3615 0,'-2'-19'60'0,"-6"3"60"0,4 5 41 16,-2 2 35-16,-1 2 22 0,-1 4 16 16,-4 1 6-16,12 2 3 0,-30 3 1 0,11 4-14 15,-9 9-8-15,1 2-20 0,-2 5-18 16,-1 7-15-16,1 3-20 0,10-3-17 16,4-4-13-16,6-3-16 0,7-2-8 15,2-3-17-15,4-1-8 0,3 1-11 0,4-1-6 16,3-2 2-16,3 6 14 0,2-1 31 15,0 1 47-15,0-5 37 0,-7-3 10 0,-1-3 24 16,-4 2-190-16,4-1-28 0,-6-3 0 16,-1 2 0-16,-4 0 0 0,0-1 0 0,-6 4 0 15,-2-1 0-15,-5 2 0 0,-5-2 0 16,2-1 0-16,-4-2 0 0,-3-2 0 0,3-2 0 16,1-3 0-16,-1-4 0 0,0-5 0 15,0-5 0-15,-3-13 0 0,10-4-61 0,6-12-826 16,3-3-90-16,10-11 104 0,7 4-961 15,12 4-1261-15</inkml:trace>
  <inkml:trace contextRef="#ctx0" brushRef="#br0" timeOffset="86633.94">28901 5188 4706 0,'6'0'-11'15,"-6"0"101"-15,12 6 94 0,-12-6 100 16,7 5 45-16,-7-5 38 0,9 7 5 0,-1-4 3 15,-8-3-12-15,17 7-14 0,-6-4-33 16,1 1-28-16,3-2-109 0,1-2-179 0,-1 0 0 16,-15 0 0-16,30-4 0 15,-12 2 0-15,-4-4 0 0,-2 2 0 0,0-1 0 16,-5-3 0-16,-1-4 0 0,-2-1 0 16,-8 1 0-16,0 3 0 0,-5 0 0 0,-6 2 0 15,-8 3 0-15,-6 4 0 0,-11 8 0 16,-8 8 0-16,3 3 0 0,-3 2 0 15,8 6 0-15,1 4 0 0,9 0 0 0,3 3 0 16,9-5 0-16,4 3 0 0,5-1 0 16,3-2 0-16,8-8 0 0,2 4 0 0,3-3 0 15,9 5 0-15,2-6 0 0,3 1 0 16,6-5 0-16,-2-7 0 0,-4-1 0 0,0-3 0 16,2 0 0-16,-6-3 0 0,-4-1 0 15,-2 0 0-15,1-4 0 0,-12 2 0 0,15 0-238 16,-15 0-348-16,10-4-157 15,-10 4-157-15,0 0 81 0,0 0-849 0,0 0-1105 16</inkml:trace>
  <inkml:trace contextRef="#ctx0" brushRef="#br0" timeOffset="87249.67">26210 6510 4841 0,'3'-17'113'0,"-1"5"27"0,-1 2 3 0,-1 3-15 0,0 0-4 0,0 7 43 0,0 0 48 15,0 0 26-15,4 31-1 0,-4-5-6 0,2 13-22 16,0 4-20-16,-4 3-17 0,2 11-20 16,0-7-13-16,-4 6-19 0,2-12-50 15,-1 11-37-15,-2-11-50 0,0-7-54 0,-1 1-51 16,2-4-48-16,-1-8-47 0,3-6-52 16,-3-6-44-16,3-3-56 0,1-5-40 0,1-6-43 15,0 0-37-15,0 0-45 0,1-28-30 16,8-4-24-16,-2-7-487 0,4-11-544 0</inkml:trace>
  <inkml:trace contextRef="#ctx0" brushRef="#br0" timeOffset="87450.09">26252 6696 2761 0,'6'-60'-16'0,"1"12"67"0,-3 9 66 0,1 5 64 16,-3 7 49-16,-1 5 36 0,1 6 18 15,0 3-1-15,-2 1-15 0,2 1-18 0,0 3-18 16,1 1-9-16,-3 7-24 0,10-4-18 16,-10 4-16-16,0 0-11 0,23 9-22 0,-14-2-9 15,-1 3-16-15,2 2 4 0,-5 2-19 16,1 0-2-16,-4 1-14 0,-1 0-1 0,-4 4-12 15,-1 2 0-15,-7 9-11 0,-5-3-4 16,0 0-40-16,-2-2-52 0,0 0-65 0,-2-3-78 16,3-9-94-16,6 0-92 0,-1-6-93 15,2-4-102-15,5-5-141 0,5 2 48 16,0 0-520-16,-2-17-645 0</inkml:trace>
  <inkml:trace contextRef="#ctx0" brushRef="#br0" timeOffset="87754.52">26471 6524 3048 0,'0'0'33'0,"0"0"92"0,8 13 64 16,-8-1 50-16,-2-2 32 0,-2 3 12 16,2 5-2-16,2-1-4 0,-1 3-16 0,-1 3-21 15,4-6-23-15,1 5-14 0,1-5-29 16,0 0-17-16,-1-3-13 0,6-1-8 0,0-2-11 16,0-3-15-16,5 0-18 15,-3-6-23-15,-2-2-13 0,-9 0-11 0,23-5-11 0,-7 0-8 16,-3-3-4-16,-4-3-5 0,5-2 1 15,-5-3-2-15,0-3 0 0,-6 4-4 16,1-1 0-16,-2 3 1 0,-2-1 3 16,-4 1 9-16,1-1-10 0,-4 1 5 0,0 4-7 15,-3 2-9-15,0 1 8 0,1 4-2 16,9 2-10-16,-27 4-2 0,12 2-26 0,-2 3-37 16,0 3-48-16,-4 8-67 0,2-1-85 15,6-4-95-15,2-1-62 0,2-4-76 16,6-2-118-16,1 1-79 0,4-2 66 0,1-2-461 15,3-2-559-15</inkml:trace>
  <inkml:trace contextRef="#ctx0" brushRef="#br0" timeOffset="88016.69">26735 6588 3068 0,'-2'-10'75'0,"2"10"47"0,-2-8 26 16,2 8 28-16,0 0 32 0,0 0 15 16,0 0 12-16,0 0 0 0,0 0-1 0,29 22-9 15,-22-7-25-15,2-1-7 16,0 3-21-16,2 3-22 0,0 7-11 0,-2-4-1 16,-2-4-22-16,-4-3-21 0,3 0-25 15,-3-1-45-15,-1-1-53 0,4 0-59 0,-4-2-71 16,1-2-90-16,0-2-101 0,-1-4-113 15,2-1-150-15,-4-3-59 0,0 0 60 0,0 0-417 16,0 0-501-16</inkml:trace>
  <inkml:trace contextRef="#ctx0" brushRef="#br0" timeOffset="88184.66">26895 6437 3034 0,'-6'-16'182'0,"0"4"66"0,2 2 47 15,-2 3 39-15,4 2 33 16,2 5 0-16,-5-10-28 0,5 10-30 0,-4-10-39 15,4 10-30-15,-2-6-39 0,2 6-80 16,0 0-80-16,0-5-92 0,0 5-106 0,0 0-139 16,22 2-167-16,-22-2-229 0,25 7-20 15,-11-1 81-15,3 5-507 0,1 1-606 0</inkml:trace>
  <inkml:trace contextRef="#ctx0" brushRef="#br0" timeOffset="88600.53">27112 6779 3553 0,'0'0'247'0,"-6"6"32"0,6-6 29 0,0 0 47 16,0 0 4-16,-4 6-9 0,4-6-26 15,0 0-26-15,0 0-29 0,0 0-28 16,0 0-23-16,35-6-15 0,-26 0-29 0,-1 1-25 16,1-2-24-16,1-1-11 0,-3-4-12 15,1 0-10-15,0-3-9 0,-5-1-11 0,1-3-5 16,-2 1-9-16,2-1-4 15,-4 0-3-15,0 1-8 0,-2 2-40 0,0 1-3 0,0 3 0 16,-2 1 0-16,1 3 0 16,1 0 0-16,-4 3 0 0,6 5 0 0,-12-7 0 15,12 7-6-15,0 0-30 0,0 0 6 16,0 0 3-16,0 0-1 0,16-7 3 0,1 5 1 16,4 2 17-16,2 0 5 0,4 0 4 15,0 2 36-15,-2 2 31 0,11 4 7 0,-6 4-76 16,-2 1 0-16,-1 2 0 0,-8 1 0 15,-3-3 0-15,-3 1 0 0,-2 1 0 0,1 2 0 16,-5-1 0-16,0 3 0 0,-1-6 0 16,0 3 0-16,-4-4 0 0,2-2 0 0,-2 0 0 15,2 1 0-15,-3-5 0 0,3 1 0 16,-2 1 0-16,-2-4-304 0,0-4-688 16,4 7 63-16,-4-7 96 0,8 3-913 15,-1-1-1177-15</inkml:trace>
  <inkml:trace contextRef="#ctx0" brushRef="#br0" timeOffset="88916.75">28207 6543 4508 0,'0'0'25'0,"0"-11"79"0,0 11 48 0,0 0 33 0,-2-8 36 0,2 8 54 0,0 0 24 0,0 0 5 0,0 0-10 15,0 0-22-15,0 0-21 16,2 35-24-16,4-24-28 0,-1 1-16 0,2 2-22 0,2 3-15 15,-2-5-19-15,7 1-14 16,-3-2-26-16,3-2-29 0,3-2-58 0,-1-2 0 16,-2-2 0-16,0-1 0 0,1 0 0 15,-15-2 0-15,21-4 0 0,-10 1 0 0,0-2 0 16,-4-4 0-16,-2 1 0 0,1-6 0 16,-2-1 0-16,-4-1 0 0,-2-3 0 15,0 0 0-15,-2-3 0 0,-1-1 0 0,-3 3 0 16,2-1 0-16,-5 4 0 15,2 0 0-15,-3 0 0 0,2 7-214 0,-1 3-111 0,1 4-98 16,3-1-112-16,-1 2-173 16,8 2-126-16,0 0 88 0,0 0-753 0,0 0-944 0</inkml:trace>
  <inkml:trace contextRef="#ctx0" brushRef="#br0" timeOffset="89232.71">28848 6400 4656 0,'0'0'347'0,"0"0"54"15,1-8 40-15,-1 8 35 0,0 0 14 16,0 0 9-16,0 0-17 0,0 0-83 0,0 21-399 16,0-11 0-16,0 2 0 0,0 2 0 15,0-1 0-15,0 3 0 0,0-3 0 0,0 1 0 16,0 1 0-16,-1-4 0 0,1 1 0 16,0-2 0-16,0-2 0 0,0-1 0 15,0-7 0-15,-2 10 0 0,2-10 0 16,0 0 0-16,0 0 0 0,0 0 0 0,0 0 0 15,-13-25 0-15,11 9 0 0,2-4 0 16,2-6 0-16,1-13 0 0,7-13 0 0,0 0 0 16,1 1 0-16,2 5 0 0,-1 11 0 15,-1 4 0-15,3 2 0 0,-3 2 0 0,0 7 0 16,1 5 0-16,-1 0-57 0,-2 6-448 16,3 2-65-16,-4 0-76 0,-1 4-108 0,1 3-56 15,-8 0 83-15,19 6-675 0,-10 2-854 16</inkml:trace>
  <inkml:trace contextRef="#ctx0" brushRef="#br0" timeOffset="89349.47">28947 6358 3671 0,'-14'21'-94'0,"2"-4"52"0,1-4 38 15,4-2 24-15,0-2 16 0,1-1 6 16,2-2-1-16,0 0-2 0,4-6-56 0,0 0-79 16,0 0-114-16,0 0-188 0,28-7-139 15,-1-7 51-15,5-1-183 0,7-11-163 0</inkml:trace>
  <inkml:trace contextRef="#ctx0" brushRef="#br0" timeOffset="89749.76">30124 5663 2351 0,'-9'-9'416'0,"-2"4"27"0,1-1 34 0,1 6 13 16,9 0 13-16,-25 10 1 0,4 7-12 0,0 8-18 15,-4 12-13-15,2 4-24 16,1 9-39-16,-1 3-38 0,1 5-27 0,3 0-281 15,4 0-52-15,0-4 0 0,2-1 0 16,3-14 0-16,5-1 0 0,0-4 0 0,3-7 0 16,-1-7 0-16,3-5 0 0,-2-1 0 15,2-4 0-15,2-1 0 0,0-6 0 0,-2-3 0 16,8 4 0-16,-8-4 0 16,0 0 0-16,13-14 0 0,-11 6 0 0,0-4 0 0,-4-3 0 15,-2 1 0-15,-2-2 0 16,-2-1 0-16,-7 3 0 0,2 3 0 0,-2 5 0 15,-7 6 0-15,6 2 0 0,-9 2 0 16,-6 8 0-16,3 5 0 0,3 4 0 0,2 1 0 16,4 1 0-16,4 3 0 0,3-5 0 15,3-3 0-15,6 0 0 0,0-5 0 0,6 1 0 16,0-2 0-16,6-2 0 0,3 0 0 16,3-5 0-16,4-1 0 0,4-1 0 0,0-5-407 15,15 1-205-15,0-6-161 0,0 0-108 16,11-7 80-16,1 1-803 0,-8 1-1045 0</inkml:trace>
  <inkml:trace contextRef="#ctx0" brushRef="#br0" timeOffset="90065.48">30212 6259 4196 0,'0'0'54'0,"2"-8"104"0,-2 8 86 16,0 0 96-16,0 0 47 0,0 0 55 0,0 0 31 16,0 0 7-16,-27 17-28 0,22-10-33 15,1-2-16-15,-2 3-260 0,1-1-143 0,-4 5 0 16,4-6 0-16,-1 2 0 0,1 1 0 15,-3-1 0-15,3 2 0 0,-3-4 0 0,-2 3 0 16,3-5 0-16,-1 4 0 0,-2-4 0 16,1 1 0-16,9-5 0 0,-16 1 0 0,16-1 0 15,-11-8 0-15,8 1 0 0,3-3 0 16,3-8 0-16,5 0 0 0,8-7 0 16,4 4 0-16,3 2 0 0,-6 6 0 15,2 4 0-15,-5 3 0 0,-1 4 0 0,1 4 0 16,-1 1 0-16,0 2 0 0,-2 2 0 15,2 2 0-15,-1-1 0 0,-1 1 0 0,3 1 0 16,1 0 0-16,1 1 0 0,0-1-232 16,6-2-344-16,1-1-109 0,11 3-125 15,9 0-27-15,17-2 83 0,2 1-707 0,5-7-911 16</inkml:trace>
  <inkml:trace contextRef="#ctx0" brushRef="#br0" timeOffset="90282.62">31070 5893 3841 0,'-14'-33'109'16,"3"4"124"-16,-1 2 45 0,-1 2 51 0,1 3 30 16,5 7 34-16,1 1 8 0,-1 3-18 15,3 1-22-15,1 4-39 0,3 6-35 0,-9-4-8 16,9 4-8-16,-9 24-10 0,4-1-177 16,-6 15-84-16,6 11 0 0,-4 9 0 0,-1 4 0 15,5 2 0-15,-3 0 0 0,0-1 0 16,1-2 0-16,-5-1 0 0,4-2 0 15,-1-2-186-15,-3-4-298 0,3-12-82 16,-2-2-110-16,1-4-144 0,0-10 40 0,7-5 69 16,-1-5-639-16,0-5-804 0</inkml:trace>
  <inkml:trace contextRef="#ctx0" brushRef="#br0" timeOffset="90449.32">30843 6384 3564 0,'2'-28'118'15,"-2"8"86"-15,0 5 68 0,-2 1 65 0,2 2 35 16,0 5 34-16,0-1 10 0,0 8-3 15,-2-12-33-15,2 12-29 0,0 0-34 0,2-7-33 16,-2 7-29-16,0 0-65 0,11 2-100 16,-11-2-149-16,21 3-151 0,-3-3-143 15,7 0-158-15,15 0-202 0,-3-3-142 0,5 0 74 16,-9 2-745-16,-7 2-971 0</inkml:trace>
  <inkml:trace contextRef="#ctx0" brushRef="#br0" timeOffset="90798.98">31234 6309 4232 0,'-9'4'49'16,"9"-4"74"-16,0 0 52 0,-5 8 53 15,5-8 41-15,0 0 14 0,0 0 4 0,21 9-15 16,-7-7-26-16,-1-2-23 0,-13 0-26 16,32-4-19-16,-12 0-24 0,0-1-43 0,9-7-45 15,-1 0-36-15,-1-3-16 0,-4 5-4 16,-3-1-7-16,-6-2 3 0,-3-1-1 15,-2 2-1-15,-4 0-6 0,-5 4-3 16,-3-1 1-16,-8 4 2 0,-3 4 3 0,-9 4 19 16,-13 4 12-16,0 8 19 0,-11 12 28 15,2 2 15-15,3 2 14 0,4 4 13 0,5-1 11 16,7 2 15-16,7-7 12 0,2 1-64 16,6-1-95-16,4-7 0 0,3-3 0 0,6-5 0 15,0-2 0-15,5-3 0 0,2-3 0 16,5 0 0-16,4-6 0 0,2 2 0 15,0-4 0-15,1-1 0 0,-3 0 0 0,-4-1 0 16,4 1 0-16,-7 1-468 0,-5 0-224 16,-6 2-244-16,0 0 81 0,0 0 92 15,0 0-760-15,0 0-967 0</inkml:trace>
  <inkml:trace contextRef="#ctx0" brushRef="#br0" timeOffset="91666.12">26570 7989 4664 0,'-5'10'206'0,"1"-2"31"0,-2 3 27 0,6 0 50 0,0 0 20 0,-1-4 5 16,1 1 3-16,0-8-6 0,0 14-11 0,1-5-16 15,5-4-25-15,-2 0-47 0,-4-5-237 16,17 7 0-16,-6-6 0 0,-11-1 0 0,23-3 0 16,-10-2 0-16,3-2 0 0,-3-1 0 15,1-4 0-15,-3 3 0 0,-4-3 0 16,2 0 0-16,-7 2 0 0,-2-2 0 0,-5 1 0 16,-2 2 0-16,-5 1 0 0,-5 4 0 15,-2 2 0-15,-9 4 0 0,-13 6 0 16,-6 7 0-16,1 6 0 0,2 5 0 0,7 1 0 15,0 2 0-15,6 3 0 0,2 3 0 16,16-6 0-16,1 0 0 0,3 0 0 0,7-1 0 16,2-7 0-16,6 2 0 0,2-4 0 15,9 5 0-15,6-5 0 0,-4-5 0 16,4-6 0-16,0-3 0 0,3-1 0 0,-1-2 0 16,4-2 0-16,-9 0 0 0,3 0 0 15,-1-2 0-15,-8 2 0 0,2 0 0 16,-1-2 0-16,-5 2 0 0,-10 0 0 0,20-2 0 15,-11 1 0-15,2-1 0 0,-2-3-103 16,1 0-474-16,-1-1-105 0,1 0-184 0,4-3 35 16,-1 1 83-16,-1 0-743 0,-5 4-938 15</inkml:trace>
  <inkml:trace contextRef="#ctx0" brushRef="#br0" timeOffset="92082.87">26810 8254 4399 0,'0'-15'175'0,"0"2"36"0,0 5 31 0,6 0 29 0,-1-1 25 16,2 4 7-16,2-1-5 0,0 2-8 16,4 0-19-16,-1 3-25 0,-12 1-23 0,29 1-10 15,-13 3-15-15,-3 0-19 0,2 2-16 16,-2 1-16-16,-2 0-81 0,1 1-66 0,0 2 0 15,-5-3 0-15,-1 3 0 0,0-1 0 16,-2-1 0-16,-3 0 0 0,-1-2 0 0,2 1 0 16,-2-7 0-16,8 10 0 0,-8-10 0 15,3 6 0-15,-3-6 0 0,0 0 0 16,0 0 0-16,0 0 0 0,22-25 0 16,-13 12 0-16,3-3 0 0,1 3 0 0,-1-1 0 15,-1 2 0-15,0 5 0 0,-3 0 0 16,3 2 0-16,-3 4 0 0,-8 1 0 0,17 0 0 15,-17 0 0-15,13 8 0 0,-2-3 0 16,-4 2 0-16,-2 2 0 0,1-1 0 0,-1 1 0 16,2-2 0-16,-1 1 0 15,-1-1 0-15,1 0 0 0,-3 0 0 0,3-1-394 16,0-4-245-16,2 2-139 0,-8-4-105 16,14 0 91-16,-14 0-808 0,18-6-1041 0</inkml:trace>
  <inkml:trace contextRef="#ctx0" brushRef="#br0" timeOffset="92298.77">27531 7611 4544 0,'-5'-14'301'15,"1"2"0"-15,-1 4 16 0,1 3 11 16,4 5 13-16,0 0 0 0,0 0-10 0,0 0-33 16,2 42-34-16,5-11-28 0,-2 5-23 15,1 5-22-15,-1 15-18 0,-1-1-161 0,0 4-12 16,0-2 0-16,-2 3 0 0,0-5 0 15,0-11-15-15,0-1-236 0,0-2-54 16,-2-1-88-16,0-10-96 0,-2-6-110 0,2-7-136 16,0-2-37-16,-2-5 78 0,2-3-645 15,2-4-796-15</inkml:trace>
  <inkml:trace contextRef="#ctx0" brushRef="#br0" timeOffset="92448.92">27531 8127 3648 0,'-7'-10'116'0,"0"3"74"16,3 4 54-16,4 3 45 0,-9-9 18 15,9 9 19-15,0 0-6 0,-7-5-25 0,7 5-28 16,0 0-30-16,0 0-23 0,0 0-67 16,0 0-104-16,0 0-116 0,30 5-141 0,-17-8-149 15,3-2-182-15,2 1-220 0,4-1 60 16,-7 2 75-16,2 0-509 0,-1 7-606 0</inkml:trace>
  <inkml:trace contextRef="#ctx0" brushRef="#br0" timeOffset="92898.7">27924 8482 3564 0,'-8'4'255'0,"8"-4"15"0,0 0 0 0,-10 5 9 16,10-5 23-16,0 0-6 0,0 0-10 16,0 0-31-16,0 0-23 0,21-16-33 0,-10 8-46 15,7-3-46-15,-5-2-31 16,3-1-35-16,-3 0-20 0,0-1-12 0,-1-4 0 15,0 2 1-15,-1-9-2 0,-6 3-4 16,1 5 4-16,-3-1 5 0,-3 1 8 0,-1 1 13 16,-1-3 9-16,-2 3 9 0,-3-2 15 15,-3 4 2-15,0-1 8 0,-1 1-5 0,-3 1-5 16,3 4 3-16,0 1-6 0,-1 3-4 16,1-1-10-16,2 2-2 0,0 0-8 0,2 1-10 15,7 4-5-15,-7-7-4 0,7 7-1 16,0 0 0-16,0 0-1 0,23-13-4 0,-7 10-6 15,8-2-6-15,0 2-13 0,12-3 1 16,-1-2 3-16,-9 4-4 0,-1 1 8 16,-6 3 31-16,-2 3 37 0,1-3 46 15,-3 3 37-15,-2 2 16 0,-1 4-121 0,-5-1-44 16,0 2 0-16,-3 1 0 0,1 1 0 16,-1 0 0-16,-4 0 0 0,0-1 0 0,0 3 0 15,-2 0 0-15,0 1 0 0,-3 2 0 16,3-3 0-16,2 1-43 0,0-3-494 0,0 1-108 15,0-5-130-15,2 1-76 0,1-3 85 16,1-4-790-16,-4-2-998 0</inkml:trace>
  <inkml:trace contextRef="#ctx0" brushRef="#br0" timeOffset="93115.58">28654 7788 4068 0,'1'-6'17'0,"-1"6"84"0,0 0 67 0,0 0 55 0,-1 33 84 0,-3-10 52 15,-6 16 18-15,-9 16-22 0,-2 4-20 0,0 7-20 16,-7 16-21-16,-1-1-28 0,10-15-25 16,-2 2-26-16,0-7-29 0,4-4-29 0,-3-3-43 15,7-8-59-15,2-11-81 0,1-2-72 16,3-12-85-16,1-1-69 0,3-6-88 0,1-6-85 16,0 1-62-16,-3-7-73 15,5-2-105-15,0 0-84 0,0 0 69 0,0-28-574 16,0 7-716-16</inkml:trace>
  <inkml:trace contextRef="#ctx0" brushRef="#br0" timeOffset="93265.81">28375 8026 3513 0,'0'-11'83'0,"-1"2"62"0,-1 3 45 16,2 6 43-16,0 0 18 0,0 0 9 0,0 0-6 16,0 0-28-16,0 0-18 0,0 0-25 15,0 0-38-15,0 0-69 0,11 24-80 16,-6-16-99-16,3-2-130 0,2-2-143 15,-1 1-205-15,5-2-101 0,-3-1 61 0,2-1-456 16,3 1-549-16</inkml:trace>
  <inkml:trace contextRef="#ctx0" brushRef="#br0" timeOffset="93732.55">29503 8400 3474 0,'-19'-7'304'0,"19"7"9"0,-9-8 0 16,7 2-6-16,2 6-3 0,6-18-19 15,1 7-27-15,5-4-29 0,6-9-26 16,7-4-49-16,6-10-63 0,1-4-50 16,2-5-43-16,-1-1-31 0,7-20-27 0,2 0-14 15,-6-8-2-15,3 4 5 0,-13 13 8 16,-1 0 5-16,-2 5 5 0,-6 6 8 0,-4 14 5 15,-4 7 11-15,0 4 6 0,-6 7 3 16,-1 7 3-16,-2 2 0 0,-3 3 3 0,3 4 7 16,0 0 15-16,-24 16 8 0,15-3 9 15,-1 5 7-15,1 1 8 0,1 5 22 0,7-1 30 16,1 3 35-16,5 11 45 0,2-4 26 16,13 9 13-16,2 1 13 0,1-2 8 0,2 1 17 15,4 3 21-15,-6 0 14 0,0-5-3 16,-10-5-187-16,-4-3-94 0,-7-4 0 15,-4-2 0-15,-7 6 0 0,-4-3 0 16,-5 1 0-16,-3-2 0 0,-4-5 0 0,1-1 0 16,-3-5 0-16,1-1 0 0,-1-2 0 15,2-7 0-15,2-2 0 0,1-5 0 0,0-3 0 16,1-1 0-16,-8-9 0 0,3-3 0 16,5-11 0-16,6-5 0 0,4-5-537 0,7-6-261 15,4-3-120-15,5-7 89 0,3 12-909 16,6 7-1169-16</inkml:trace>
  <inkml:trace contextRef="#ctx0" brushRef="#br0" timeOffset="94099.07">30425 8007 5189 0,'0'0'147'0,"0"0"68"0,0 0 67 0,4 6 61 0,-4-6 35 0,0 0 8 0,9 7-6 0,-9-7-37 0,9 2-21 0,-9-2-116 16,17 2-206-16,-17-2 0 0,22-2 0 16,-10 0 0-16,3-3 0 0,-1 1 0 0,1-4 0 15,-1 4 0-15,-1-4 0 16,-6 3 0-16,1-7 0 0,0 0 0 0,-5 2 0 16,-3-2 0-16,-1 3 0 0,-3-3 0 15,-6 3 0-15,-1 2 0 0,-7 3 0 0,3 2 0 16,-4 4 0-16,-3 5 0 0,-7 5 0 15,2 3-8-15,4 3-24 0,6-3 0 0,4 1 3 16,4-1 6-16,0-1 6 0,7-1 7 16,0-1 1-16,6 1 11 0,3-5-16 0,2 0 4 15,2 0-26-15,3-3-36 16,2-4-62-16,4 3-70 0,-1-4-89 0,3 0-119 16,3-4-124-16,11-1-153 0,3-4-119 15,1 2 84-15,-2 1-671 0,-2-4-847 0</inkml:trace>
  <inkml:trace contextRef="#ctx0" brushRef="#br0" timeOffset="94431.76">31008 7863 4223 0,'0'0'185'0,"0"0"50"15,0 0 65-15,-61 27 24 0,34-6 34 16,-7 7 11-16,-2 3 2 0,0 2-10 0,0-4-35 16,4 4-31-16,2-2-29 0,5-6-32 15,2-7-19-15,2 3-86 0,5-9-129 16,5-2 0-16,3-2 0 0,1-2 0 15,1-3 0-15,6-3-48 0,0 0-158 0,0 0-27 16,-15-14-22-16,15 4-19 0,4-5 1 16,3-7 3-16,3-8 12 0,2 0 27 0,1-1 29 15,2-1 48-15,0 7 41 0,-2 7 41 16,-5 2 50-16,2 5 48 0,-3 3 55 16,1 3 54-16,-2 4 45 0,-6 1 21 0,0 0 16 15,20 9-1-15,-11-2-12 0,-2 3-22 16,0 5-20-16,2 2-17 0,4 1-27 15,-4-1-46-15,3-1-53 0,-3-3-59 0,0-2-67 16,5 3-62-16,-3-4-65 0,0-3-85 16,3-2-79-16,-1-2-63 0,-1-3-61 0,-3 0-54 15,-9 0-30-15,22-5-44 0,-13 2-526 16,0-4-640-16</inkml:trace>
  <inkml:trace contextRef="#ctx0" brushRef="#br0" timeOffset="94601.17">31024 7978 3136 0,'8'-21'16'0,"0"3"94"0,-3 0 60 16,5 0 56-16,-1 0 45 0,-3 5 32 0,0-1 35 15,-1 2 10-15,-1 4-9 0,2 1-2 16,-6 7-8-16,10-4-14 0,-10 4-26 0,0 0-34 16,9 17-19-16,-9-3-29 15,-2 5-53-15,-1 6-63 0,-6 5-103 0,-2 4-91 0,0 3-74 16,1-5-89-16,-1-2-90 0,0 0-80 16,-1-10-81-16,2-2-104 0,3-3-105 15,2-5 64-15,2-3-560 0,3-4-686 16</inkml:trace>
  <inkml:trace contextRef="#ctx0" brushRef="#br0" timeOffset="94915.2">31426 7386 3243 0,'4'-15'-55'16,"-2"5"39"-16,-2 3 31 0,2 0 20 15,0 0 11-15,-2 7 19 0,4-8 6 0,-4 8 11 16,4-9-4-16,-1 4 6 0,3-2-4 15,-1 2 0-15,2 1 1 0,0-2 8 0,1-1 12 16,-1 1 13-16,-2 2 16 16,-5 4 6-16,0 0 17 0,22 12 17 0,-15 1 24 15,-2 10 24-15,-1 12 26 0,-6 10 9 16,-9 13 3-16,-1 4-4 0,-6 1-16 0,0 3-23 16,-4-4-23-16,3-2-25 0,-1-2-38 15,0-4-37-15,4-1-76 0,2-7-78 16,4-13-68-16,2-2-59 0,4-5-63 0,1-7-65 15,-1-3-65-15,2-6-55 0,-2-3-53 16,4-5-44-16,0-2-19 0,0 0 21 16,0 0-600-16,0 0-602 0</inkml:trace>
  <inkml:trace contextRef="#ctx0" brushRef="#br0" timeOffset="95048.49">31323 8093 2959 0,'0'-15'6'0,"-3"-2"99"0,-1 3 69 0,2-1 45 16,-1 7 47-16,3-1 34 16,-1 3 41-16,1 6 19 0,-2-14 4 0,2 14-4 0,0-9-11 15,0 9-20-15,0 0-31 16,6-4-29-16,-6 4-28 0,0 0-26 0,13-2-40 15,-13 2-57-15,0 0-74 0,0 0-98 16,16 0-108-16,-16 0-105 0,0 0-122 0,9 6-145 16,-9-6-196-16,0 9-42 15,-4-1 67-15,-8 4-614 0,-6 11-777 0</inkml:trace>
  <inkml:trace contextRef="#ctx0" brushRef="#br0" timeOffset="95364.85">28013 9314 3885 0,'6'-24'354'0,"-1"7"-25"0,-1 3 0 15,0 2 1-15,-1 3 0 0,0 6 10 16,-3 3-2-16,0 0-9 0,11 14-25 0,-3 5-27 15,2 11-25-15,-1 7-27 16,0 1-24-16,7 9-20 0,-3 0-29 0,1-10-117 16,1 8-35-16,-4-11 0 0,3-3 0 15,-1-4-28-15,0 0-170 0,-3-10-63 0,-3-3-67 16,1-2-62-16,-2-3-44 0,-2-3-38 16,1-1-28-16,-3-4-12 0,-2-1-14 0,0 0 0 15,0 0 21-15,0 0-689 0,-13-23-659 16</inkml:trace>
  <inkml:trace contextRef="#ctx0" brushRef="#br0" timeOffset="95732.96">28132 9631 3115 0,'-36'-25'-63'15,"-7"-2"59"-15,1 2 51 0,5 3 55 16,1 5 67-16,6 3 57 0,1-1 49 0,9 7 32 16,2-1 24-16,7 5 12 0,-1 0 4 15,12 4-3-15,-7 0-8 0,7 0-14 16,0 0-20-16,0 0-24 0,0 0-25 16,61-4-25-16,-19-2-24 0,19-5-20 0,2-1-26 15,7-6-44-15,3 1-50 0,1-3-73 16,-5 3-68-16,-5 0-48 0,-3 2-39 0,-7 3-17 15,-16 7-7-15,-10 3 14 0,-4 4 20 16,-10 3 20-16,-2 4 31 0,-4 5 45 0,-6-1 47 16,-1 7 48-16,-4-1 53 0,-3 2 42 15,4 2 35-15,-1-1 13 0,3-1 14 0,0-3 6 16,2 5-4-16,5-5-5 0,2-1-8 16,3-3-166-16,5-3-17 0,4-7 0 15,4 0 0-15,4-6 0 0,8-4 0 16,5-8 0-16,2-3 0 0,-8 0 0 0,4-7 0 15,-11 3 0-15,-4-1 0 0,-6-2 0 16,-4-1 0-16,-8 3 0 0,-2 1 0 0,-8 3 0 16,-6-13 0-16,-2-2 0 0,-10 6 0 15,-3 1 0-15,-13-1 0 0,-9 5-93 0,-4 7-149 16,2 13-76-16,-2 0-98 0,-11 6-91 16,2 5-118-16,5 2-190 0,12-1 71 15,2-2 79-15,4 3-616 0,9-4-740 0</inkml:trace>
  <inkml:trace contextRef="#ctx0" brushRef="#br0" timeOffset="96730.76">30296 9356 3389 0,'0'0'94'0,"0"8"61"0,0-8 29 0,-4 11 26 0,3 1 21 0,-3 4 17 16,2-1 19-16,-2 3 8 0,0 3 8 15,0 0-13-15,0 2-21 0,1-1-27 0,-1-1-20 16,0-4-21-16,-1 3-18 0,0-4-9 16,0 1-25-16,-1-4-30 0,2-1-26 15,1 0-30-15,-1-3-34 0,2-4-28 16,-2-2-21-16,4-3-7 0,0 0-6 0,0 0-2 15,0 0-3-15,0-27 3 0,8 7 7 16,3-9 3-16,1-1 8 0,3 5 0 0,-6 3 3 16,1 5 13-16,-4 5 14 0,1-2 10 15,-1 5 16-15,-1 3 12 0,0 2 18 0,-5 4 14 16,13-2 3-16,-13 2-9 0,15 6-5 16,-7 0-2-16,1 3-7 0,0-1-8 0,0 1 1 15,0 0-9-15,-2-3 6 0,0 1-10 16,2 0-3-16,-4-4 2 0,-5-3-6 15,13 6-8-15,-13-6-11 0,16 0-19 16,-16 0-11-16,17-9-17 0,-5 2 1 0,1-3 2 16,-1-5 1-16,2 3 2 0,2-1 5 15,-3-1-1-15,-4 5 13 0,1-1 1 16,0-2 14-16,-5 6 4 0,1 1 9 0,-6 5 4 16,12-4 5-16,-12 4-1 0,0 0-3 15,0 0 6-15,11 10-11 0,-11-10-15 0,5 13-16 16,2-6-21-16,-2 0-13 0,1 0-5 15,-1 1-5-15,7-4-1 0,-6 2-3 0,0 0 6 16,-1-3 3-16,1-1 1 0,-6-2 3 16,0 0 4-16,15 0 1 0,-15 0 0 0,11-5 6 15,-3-1 4-15,-2 0 4 16,4 0 5-16,-1-2 10 0,-2 5 7 0,-2-3 24 16,0 0 21-16,1 2 15 0,-2-2 13 15,-4 6 4-15,7-7 7 0,-7 7 12 0,0 0 6 16,0 0 15-16,0 0-5 0,0 0-1 15,0 0-12-15,10 17-12 0,-10-17-5 0,0 10-1 16,0-10-8-16,0 7-3 0,0-7-6 16,0 10-3-16,0-10-9 0,0 0-13 0,-2 10-11 15,2-10-15-15,0 0-14 0,-3 4-12 16,3-4-21-16,0 0-5 0,0 0-1 0,0 0 2 16,0 0 7-16,0 0 3 15,0 0 7-15,0 0 9 0,0 0 15 0,7-20 20 0,-7 20 20 16,0 0 32-16,6-6 24 15,-6 6 40-15,0 0 24 0,0 0 19 0,11-3 13 16,-11 3-2-16,0 0-6 0,17 0-13 16,-17 0-21-16,19 0-14 0,-9 0-26 0,3 0-42 15,-13 0-53-15,27 0-69 0,-12-2-70 16,2 4-71-16,-3-2-72 0,-1 0-94 16,0 0-99-16,-3 3-103 0,-10-3-161 0,15 0 8 15,-7 2 89-15,-8-2-553 0,0 0-665 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24:23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15445 10940 1705 0,'8'-6'357'0,"-5"0"-71"0,-1 6-43 0,-2 0-13 0,4-7 5 0,-4 7-8 16,0 0-11-16,5-6-20 0,-5 6 8 15,0 0 3-15,0 0 4 0,0-6-6 0,0 6-11 16,0 0 5-16,0 0-9 0,0 0-10 15,0 0 0-15,0 0-16 0,0 0-7 16,0-12 3-16,0 12-15 0,0 0 1 16,0 0-8-16,0 0-22 0,0 0-13 0,-22 0-13 15,22 0-23-15,-23 4-1 0,10 0-12 16,-8 2-5-16,3 2-8 0,-2-1 6 0,-8 5-26 16,1 2 10-16,0 1 2 0,2 0-2 15,0-1-7-15,1 3-7 0,6-1 1 0,1-3-1 16,2-1-4-16,-1 2 0 0,3-2-4 15,1 1-1-15,0 1-3 0,0 1-12 16,2 2 11-16,1-3 1 0,2 4 9 0,-1 1-12 16,2 0-3-16,-2 1 1 0,1-1 11 15,2 2-11-15,-1 2 2 0,-1-2-4 16,4 3 0-16,-3-1 4 0,1 7 2 16,-5 2-3-16,4-7-1 0,0-3 3 0,3 1-4 15,-3 0 7-15,3 0-7 0,-3 1 1 16,-1-2-2-16,4-1-12 0,-1 1 20 0,0-3-2 15,4-1-5-15,-1-1 8 0,-1 3-9 16,2-3 9-16,0 2-5 0,-2-1-9 0,2 0-4 16,2-1 12-16,0 2-6 0,-1-2 2 15,-1 1 4-15,4 1 5 0,0 0-7 0,-1 4 3 16,-1-6 4-16,0 2-3 16,3 4-2-16,-1-2 0 0,-3-1 6 0,3 1-3 15,-2 0-8-15,2 0 3 0,-3 1 2 16,1 0 6-16,2 2-6 0,0 0 6 0,-2 0-1 15,0 0-14-15,2 1 18 0,2-2-6 16,-5 1 9-16,7 7 1 0,-5-5-6 0,1-4 6 16,3-1-1-16,-5-3-5 0,1 3-4 15,3 0 3-15,-3-1-2 0,-1-1-2 0,4-2 0 16,-3 1 4-16,-2-2-6 0,1 1-9 16,2 0 13-16,2 1-2 0,-3-1-10 0,1-1 11 15,0 1 0-15,1 2 2 0,3-1-7 16,-2 3-9-16,1-2 17 0,5 0-3 0,-4-1 0 15,1 1-1-15,7 7-4 16,-3-7-3-16,4 4 1 0,-2-6 4 0,-3-1-2 16,6 6 4-16,4-5-1 0,-6 4-4 15,4-3 2-15,-4-6 0 0,-2 1 2 0,2 0 2 16,2-2 2-16,-2 0-7 0,3-1 4 16,-2 1 3-16,0-5-9 0,-1-1 8 0,0 2-1 15,2-4-4-15,-1-1 8 0,2 0-4 16,0-2 7-16,2-2-8 0,2-3 7 0,1 0-5 15,0-4 6-15,-3 1 0 0,-1-1-5 16,7-5 5-16,-6 3-3 0,-2 0-5 16,-2 1 9-16,1-2 3 0,-2 0-1 0,-2 2 5 15,-1 0 4-15,-2 1 1 0,5-5-3 16,-3 1-1-16,1-3 3 0,1 1-8 16,-3-1 1-16,0 1 1 0,2-1-2 0,1-5-3 15,1-1 3-15,-7 5-7 0,2-2 2 16,1 2 0-16,1-8 1 0,-2 4-2 15,-1 2 5-15,0 0-9 0,-3 0 4 0,1 1 4 16,0-5 9-16,-3 2-1 0,1-1 4 16,-3-2-1-16,4-8-5 0,-1 4-1 0,-5 3-2 15,5-8 2-15,-2 4-2 16,-1-5-3-16,1 7 3 0,0 0-5 0,0-6-4 16,0 5 17-16,-2 4 4 0,0-4-14 15,0 3-14-15,-2-1 0 0,0-1 0 0,-6-11 0 16,2 0 0-16,-4-5 0 0,-5-8 0 15,-1-6 0-15,-4-5 0 0,-7-19 0 0,-8-1 0 16,-1-2 0-16,-2-1 0 0,-3 0 0 16,3 8 0-16,8 21 0 0,-1 5 0 0,2 5 0 15,-1 9 0-15,4 11 0 0,-3 1 0 16,-2 4 0-16,-1 8 0 0,-3 2 0 0,5 8 0 16,-3-1 0-16,-7 9 0 0,1 2 0 15,5 3-255-15,0 1-231 0,-1 3-104 0,5 1-156 16,-1 0-121-16,2 2 97 15,5 0-753-15,1 1-967 0</inkml:trace>
  <inkml:trace contextRef="#ctx0" brushRef="#br0" timeOffset="2167.4">19596 11022 3949 0,'0'0'-152'0,"0"0"48"0,0-9 42 0,0 9 44 16,0 0 46-16,0 0 48 0,-3-7 35 15,3 7 18-15,0 0 19 0,-3-7 8 0,3 7-3 16,0 0 3-16,-8-6-1 0,8 6-4 15,-3-6-11-15,3 6-7 0,-10-3-10 16,7 0-3-16,3 3-6 0,-12-7-3 0,4 2-4 16,3 3-8-16,5 2-12 0,-18-5 0 15,7 1-12-15,1 1-3 0,-3 0 11 16,0-1-4-16,-5 0-8 0,4 0-2 0,-4 3-1 16,-1-2-3-16,0 1-15 0,2 0 3 15,-5 0-9-15,2 0-6 0,3 2 1 0,-2 0-9 16,2 0 0-16,-5 0-1 0,8 2 3 15,-6-2-12-15,4 4 4 0,0-4-13 0,-4 4 5 16,7-3-5-16,-4 0-11 16,0 5 18-16,3-2-11 0,0-1-1 0,1 2 11 15,-1-1-12-15,-1 2 2 0,1 0-5 16,1 2-3-16,-1 2 2 0,3-3-3 0,-4 5 5 16,2 0-2-16,0 0-1 0,-1 3 1 15,3-1-2-15,1-2 5 0,0-1-4 0,-1 6-6 16,5-3 2-16,-3 3-1 0,1-1 10 15,5 1-3-15,-5 3-5 0,3 1 3 0,2-2-1 16,-3 3-2-16,4 0 5 0,1 2-1 16,-1 1 6-16,0-2 6 0,0 0-6 0,2 0-2 15,2 1 7-15,-2-3 3 0,0 3-3 16,2 0 3-16,0 0 1 0,-1-2 9 16,-1 2-2-16,2-2-3 0,0 1-4 15,2-4 2-15,-4-1 2 0,3 5 2 0,-3-5-4 0,0 2 4 16,2-2 0-16,1 0-6 15,-3 1 3-15,2-2-5 0,2 0 1 0,-4-2 0 16,3 2-3-16,-3 0 5 0,2 0 1 16,2-1-2-16,-2 1 3 0,1-1 5 0,-1 0 3 15,0 3 12-15,5 2 4 0,-4-4-1 16,-1 1-1-16,2-1-8 0,0 1-4 0,-3-2 1 16,3 3-3-16,2-4-1 0,-3 2-1 15,2 1-4-15,-1-3 2 0,-1 0-5 16,1-1 1-16,2 2-4 0,-3-1 1 0,4 0 3 15,-4 2 5-15,5 4 11 0,-4-4 0 16,1 3-2-16,1-3-17 0,-3 1-16 16,4 3 0-16,-2-2 0 0,1 1 0 0,-2 2 0 15,-1-4 0-15,4 0 0 0,-2 3 0 16,1-2 0-16,-1 1 0 0,3-1 0 16,0 0 0-16,-1-1 0 0,3 1 0 0,-5-1 0 15,5-1 0-15,-2 2 0 0,-1-3 0 16,2 4 0-16,2-3 0 0,-6-1 0 0,4-1 0 15,0-1 0-15,-4-1 0 0,4 1 0 16,-1 0 0-16,0-2 0 0,1 0 0 0,-1-1 0 16,1 1 0-16,1 0 0 0,-1-3 0 15,1 0 0-15,2 0 0 0,-1-1 0 16,3 0 0-16,-3-1 0 0,2 1 0 16,-1-3 0-16,-1 2 0 0,1-2 0 0,-1-3 0 15,0 2 0-15,3 0 0 0,-3-2 0 16,0 0 0-16,3 1 0 0,1-2 0 0,-2 1 0 15,2-2 0-15,1 0 0 0,1 0 0 16,0-2 0-16,1 2 0 0,-2-1 0 0,2-2 0 16,-2-1 0-16,0 0 0 0,-3 0 0 15,1 2 0-15,-3-1 0 0,0-1 0 0,5 0 0 16,-7 0 0-16,7-2 0 16,-5 0 0-16,-2 1 0 0,3-1 0 0,1-2 0 0,-1 0 0 15,-1-2 0-15,2 1 0 16,-1-5 0-16,-1 4 0 0,0-3 0 0,1 3 0 15,-1-3 0-15,0 1 0 0,-2 2 0 16,-4-2 0-16,6 0 0 0,-2 0 0 0,-2 0 0 16,2 0 0-16,-3-1 0 0,0 1 0 15,4-2 0-15,-5-1 0 0,4-2 0 0,0 3 0 16,-4-5 0-16,4 0 0 0,2-1 0 16,-4-1 0-16,2-6 0 0,-1 0 0 0,-2 5 0 15,2 0 0-15,-5-2 0 0,3 0 0 16,-3-10 0-16,-3 5 0 0,2-10 0 0,-4 0 0 15,1 1 0-15,-3-3 0 0,-2-3 0 16,3 1 0-16,-6-11 0 0,2 1 0 0,0-1 0 16,-3-4 0-16,0-2 0 15,5 2 0-15,-5 3 0 0,3 1 0 0,-5 3 0 16,-1 0 0-16,-1 8 0 0,3 5 0 16,-5 1 0-16,3 4 0 0,-1 0 0 0,0 6 0 15,1 0 0-15,1 9 0 0,1 1 0 16,2 2 0-16,-2 2 0 0,0 3 0 0,2 0 0 15,1 2 0-15,-1 2 0 0,-3 1 0 16,2 2 0-16,-1 3-49 0,11 0-612 0,-23 3-166 16,14-2-78-16,-5 1 89 0,1 2-862 15,-3 3-1113-15</inkml:trace>
  <inkml:trace contextRef="#ctx0" brushRef="#br0" timeOffset="6665.45">15550 12833 4125 0,'0'0'-286'0,"3"-6"50"0,-3 6 50 0,0 0 43 0,0 0 32 16,0 0 35-16,9-5 31 0,-9 5 29 0,0 0 22 15,0 0 22-15,0 0 9 0,3-4 14 16,-3 4 11-16,0 0 3 0,2-6 0 16,-2 6 1-16,0 0 8 0,0 0 0 0,2-11-5 15,-2 11-7-15,0 0-2 0,0 0-11 16,0 0 1-16,0-9-19 0,0 9 5 0,0 0-10 15,0 0-5-15,0 0 0 0,0 0-2 16,0 0-3-16,0 0 2 0,0 0 7 0,-2 33-4 16,0-17 17-16,1 1 11 15,-5 5 4-15,1 1 4 0,0 11 0 0,-1-3 5 16,-1 1 6-16,1-7 5 0,-4 5-7 16,7-6 11-16,-5-3 7 0,4-3-5 0,1-3-9 15,-4-1-1-15,5-2-3 0,-1-1-6 16,-1-1-1-16,2-1 0 0,0-2 5 15,0 0 3-15,1-1-3 0,1-6-1 0,-2 9-3 16,-2-4-3-16,4-5 1 0,-2 7-5 16,2-7-2-16,0 7-5 0,0-7-4 0,0 0-6 15,0 0-3-15,0 9-2 0,0-9-6 16,0 0-5-16,11 0 0 0,-11 0-1 0,13 0-3 16,-13 0-1-16,23-2-3 15,-9 2-2-15,5-4-1 0,4 4 0 0,2-3-1 16,14 0 2-16,1-1-5 0,5 1-3 15,-4-1 5-15,3 1-6 0,-2 1 6 0,1-3-3 16,-6 3-2-16,-2 0 4 0,-7 1-5 16,3 1 2-16,-3-3 0 0,-1 3-3 0,4 0 3 15,-5 0 3-15,0 0-6 0,1 3-1 16,2-6 3-16,-3 6 1 0,1-3 0 16,0 0 2-16,4 0-7 0,-3 1 2 0,3-1 1 15,-3 4 3-15,1-4-4 0,0 4-1 16,-1-3 1-16,-2 3 1 0,1-3 2 0,-2 1-4 15,2 2 3-15,-6-3 2 16,-1-1 0-16,1 2-4 0,-3 0 6 0,2-2-9 16,2 0 4-16,1-2 1 0,4 2 0 15,-1-2 2-15,12-1-3 0,4-1 2 0,-2 3-1 16,0-1-2-16,4 2 1 0,-4 0-2 16,4 0 6-16,-5 2-8 0,2 1 1 0,-1 1-1 15,-10-3 4-15,1 1-2 0,-6 0 2 16,0 3-5-16,-7-4-2 0,1-1 4 0,-2 2 2 15,-3 0 1-15,-1 0-2 0,-1-1 2 16,-12-1 0-16,20 2 1 0,-10-2 6 16,-10 0-7-16,22 2 2 0,-11-2-3 15,-11 0-1-15,23-2 2 0,-10 2 3 0,1 0-3 16,6-2 1-16,1 4 5 0,2-2-8 16,8 2 0-16,-4 0-2 0,10 1 2 15,-2-1-1-15,-9 1 3 0,3-1-2 0,0 1 2 16,-4-1 0-16,2 1-2 0,0-1 2 15,-2 0-1-15,2-1-4 0,-2 1 5 0,-5-2 5 16,1 2-5-16,-1-2 4 0,-4 0-2 16,-2 0-2-16,1 0 2 0,1 0-3 0,-3-2 3 15,2 0-2-15,4 2 3 0,-2-1-7 16,7-1 2-16,-2 0 2 0,-1 2-2 16,2 0-1-16,-2 0 2 0,1 0-5 15,0 0 5-15,-5 2-1 0,4-2-4 0,-8 2 1 16,2-1 1-16,-1-1 3 0,3 2-1 15,-3 0 2-15,-2-2-1 0,0 2 2 0,-2-2 0 16,-10 0-3-16,18 1 2 0,-18-1-3 16,18 2 4-16,-18-2-4 0,15 0 4 15,-15 0-2-15,15 2-1 0,-15-2 2 16,22 1 0-16,-10-1-2 0,4 2 4 0,4 0-6 16,0 0 3-16,5 1 1 0,-7-2-2 0,4 3 3 15,-5-2-3-15,3 1 4 0,-4-1-4 16,-1 0 1-16,-1-1 5 0,-1 1-5 15,1 0 2-15,-5-2-1 0,-9 0 1 16,16 1-2-16,-5 1 3 0,-11-2-1 0,14 0 0 16,-14 0-4-16,14 2 1 0,-6-2 3 15,-8 0-1-15,11 2-1 0,-11-2 2 0,14 0-1 16,-14 0 3-16,16 2-7 0,-4-1 3 16,1 2 0-16,3-3-2 0,0 2 0 0,2 1 2 15,-1-1-1-15,-2 0-2 0,0 1 0 16,1-1 2-16,-3 1 2 0,2-1-2 15,-2 0 0-15,3 0 2 0,-3 0 1 16,-1-2-2-16,-1 1 0 0,-2 2 1 0,-9-3 3 16,20 0-1-16,-15 0-1 0,-5 0 0 15,16 2 0-15,-16-2-4 0,11 0 4 16,-11 0-3-16,11 2-2 0,-11-2 8 0,0 0-8 16,18 0 2-16,-18 0 0 0,9 0 1 15,-9 0-4-15,12 2 4 0,-12-2-3 0,0 0 4 16,15 0-3-16,-15 0 2 0,0 0 8 15,11 1-8-15,-11-1 2 0,0 0-1 0,12 0-8 16,-12 0 6-16,0 0 3 0,11 2-4 16,-11-2 3-16,0 0 0 0,12 0-7 15,-12 0 7-15,0 0 6 0,13 2-12 16,-13-2 7-16,0 0-1 0,0 0-1 0,14 0 0 16,-14 0 2-16,0 0 9 0,0 0-10 15,0 0 3-15,11 2-4 0,-11-2 5 0,0 0-2 16,0 0 2-16,0 0 0 0,0 0-3 15,0 0 10-15,0 0-7 0,0 0 1 16,7-4-1-16,-7 4-2 0,4-5-2 0,-4 5 0 16,4-10 0-16,-3 4 1 0,-1-4 1 15,0 3-2-15,2-6 1 0,1-1-4 0,1 0 2 16,-4-3 1-16,2 0-1 0,-2 0 3 16,0-2-2-16,2 2-2 0,-2 0-3 0,1-3 4 15,-1 3 1-15,2 0-2 0,-2 1 1 16,4 0-1-16,-2 1 1 0,-2 3 1 0,2-1 0 15,-1 1-3-15,-1 0 3 16,2 4-2-16,-2-2 3 0,2 3-4 0,-2-2 0 16,0 9 3-16,5-12-4 0,-5 6 3 15,0 6-2-15,2-11-1 0,-2 11 10 0,0-7-8 16,0 7 0-16,0-6 0 0,0 6 0 16,1-7 1-16,-1 7 1 0,0 0-3 0,0-7-4 15,0 7 3-15,0 0-4 0,0 0 3 16,0-7-8-16,0 7-23 0,0 0-37 15,0 0-55-15,-10-5-85 0,10 5-98 0,0 0-106 16,-13 0-156-16,13 0-144 0,-15 0 80 16,15 0-450-16,-17-2-558 0</inkml:trace>
  <inkml:trace contextRef="#ctx0" brushRef="#br0" timeOffset="70553.06">29466 4668 1710 0,'0'0'853'0,"0"0"-291"0,-25-6-181 0,19-1-71 0,-2 2-17 0,4-3-11 0,0-1-38 0,1-1-20 16,1 0 12-16,0 0 7 0,2 0-4 15,2 1-25-15,2-3-14 0,-3 5-21 0,7-3-15 16,0 2-18-16,0 3-12 0,1-1-11 16,3 4-15-16,1 0-4 0,-13 2-16 0,28 3-7 15,-10 3-5-15,-1 0-2 0,0 2-11 16,0 4-7-16,-3 3-3 0,-2-1-5 16,1 3-3-16,-4 0-1 0,-6-2 3 15,5 2-3-15,-6-2 0 0,1 3-2 16,-3-3-1-16,0-1-3 0,4-2-4 0,-4-2 12 15,5-2 34-15,-3-2 34 0,-2-6-30 16,0 0-84-16,0 0 0 0,22-17 0 0,-3-6 0 16,1-4 0-16,-2 0 0 0,5-1 0 15,-2 3 0-15,-2 8 0 0,-2-1 0 0,-4 7 0 16,3 3 0-16,-3 4 0 0,1 2 0 16,-3 2 0-16,3 2 0 0,0 0 0 15,-2 6 0-15,1-2 0 0,-1 5 0 0,0-3 0 16,-3 2 0-16,0 1 0 0,-2-3 0 15,0 1 0-15,-2-1 0 0,1 1-26 16,-4 0-374-16,1-1-89 0,-3-2-73 16,0 1-92-16,0-7-84 0,0 9-34 0,0-9 61 15,0 0-595-15,0 0-763 0</inkml:trace>
  <inkml:trace contextRef="#ctx0" brushRef="#br0" timeOffset="70803.37">30085 4389 3464 0,'12'-59'-50'15,"4"0"42"-15,5 2 44 0,0 5 50 0,0 3 41 16,4 7 35-16,2 7 22 0,-4 12 1 15,1 3 2-15,-3 11-4 0,-1 1-2 16,-4 8-1-16,5 8 13 0,4 3 18 0,-3 10 22 16,0 5 16-16,-5 3 18 15,-6 6 17-15,-3 1 16 0,-6 2 7 0,-2-7 10 0,-2 5 6 16,-4-9 5-16,3-2-66 16,-1-3-262-16,4-5 0 0,0-3 0 0,2-2 0 15,1-5 0-15,7 3 0 0,2-7 0 16,9-3 0-16,1 0 0 0,17-7 0 0,1-3 0 15,1 2 0-15,0-5 0 0,-5 1 0 16,2 1 0-16,-4-3 0 0,2 4 0 0,-4 1 0 16,2 1 0-16,-5 4-736 0,-8 4-249 15,-7 2 87-15,-3 2-997 0,-1 5-1318 16</inkml:trace>
  <inkml:trace contextRef="#ctx0" brushRef="#br0" timeOffset="71552.44">29145 5922 5615 0,'0'0'84'0,"-6"-12"21"0,6 4 55 0,0-5 65 0,2-2 50 0,6-5 22 16,2 1 7-16,5-8-5 0,0 3-23 0,0-1-15 15,5 4-26-15,-6 4-180 0,4 5-55 16,-2 4 0-16,2 2 0 0,2 3 0 16,-2 6 0-16,5 1 0 0,-2 4 0 0,5 11 0 15,-1 3 0-15,-4 1 0 0,-3 5 0 16,-3 1 0-16,-6 2 0 0,1-1 0 0,-8 1 0 16,2-8 0-16,-4 2 0 15,0 2 0-15,-4-3 0 0,4-7 0 0,-2 0 0 16,2-5 0-16,-2-2 0 0,2-3 0 15,0-7 0-15,0 0 0 0,0 0 0 0,0 0 0 16,26-34 0-16,-6 7 0 0,1-2 0 16,7-5 0-16,-4 7 0 0,-2 4 0 0,3 1 0 15,-2 5 0-15,4 2 0 0,-7 4 0 16,-1 6 0-16,1 2 0 0,-6 3 0 0,6 2 0 16,-4 4 0-16,4 1 0 0,-3 5 0 15,-2-2 0-15,1 4 0 0,-3 2 0 0,-2-1 0 16,1-1 0-16,-3 1 0 0,-1-1 0 15,-5-2 0-15,4 2 0 0,-4-1 0 16,-1-1 0-16,-2-2-461 0,0 1-411 0,-2-1-43 16,2 1 86-16,0-3-910 0,-1 1-1172 0</inkml:trace>
  <inkml:trace contextRef="#ctx0" brushRef="#br0" timeOffset="71819.41">30348 5399 4939 0,'-6'-8'285'0,"6"4"2"0,0 4 17 0,0 0 7 0,0 0 44 0,0 0 37 16,-6 27 24-16,6-7-23 0,2 17-28 0,0 5-221 16,-2-1-144-16,2 5 0 0,-2 0 0 15,0 3 0-15,0-2 0 0,0-1 0 16,0 1 0-16,0-3 0 0,0-1 0 0,0-4 0 15,0-3 0-15,0-9 0 0,0-7 0 16,-2-3 0-16,2-5 0 0,0-1 0 0,0-4 0 16,2-2 0-16,-2-5-168 15,8 0-690-15,-8 0-76 0,14-9 81 0,2-3-976 16,4-9-1256-16</inkml:trace>
  <inkml:trace contextRef="#ctx0" brushRef="#br0" timeOffset="72119.45">30626 5685 5125 0,'-2'-5'52'0,"2"5"32"0,0 0 38 16,0 0 48-16,0 0 61 0,-23 19 33 16,17-7 9-16,-1 3-12 0,3 5-14 0,0 1-29 15,2 2-23-15,2 1-20 0,0 0-15 16,4 0-16-16,-2 0-14 0,8-2-15 0,-3-1-9 16,9 3-14-16,2-2-65 0,0-9-27 15,-3-9 0-15,0 1 0 0,0-5 0 0,3-2 0 16,-2-1 0-16,2-3 0 0,-1-2 0 15,2-4 0-15,2-8 0 0,-4-2 0 16,0-6 0-16,-4-1 0 0,-1-5 0 0,-3-3 0 16,1 6 0-16,-6 4 0 0,-2 6 0 15,0 3 0-15,-2 4 0 0,-7 3 0 16,4 3 0-16,-5 2 0 0,-1 2 0 0,-3 6 0 16,12-2 0-16,-30 8-186 0,13 1-80 15,-2 1-98-15,-5 8-122 0,4-1-152 0,4 1-193 16,4-3 47-16,-2-1 96 0,6-2-655 15,6-3-798-15</inkml:trace>
  <inkml:trace contextRef="#ctx0" brushRef="#br0" timeOffset="72668.34">31157 5699 3789 0,'0'0'84'16,"0"0"40"-16,0 0 53 0,0 0 32 0,0 0 32 15,-4 21 20-15,4-21-1 0,-3 14-21 16,3-7-22-16,0-7-27 0,2 12-11 16,-1-2-21-16,1-3-15 0,5-2-13 0,-3-1-12 15,-4-4-19-15,16 6-36 0,-4-5-47 16,-12-1-41-16,29-7-33 0,-13 3-25 0,0-4 5 16,1 0 9-16,-3-1 9 15,-1-3 7-15,-4-2 9 0,-1 1 27 0,-2-3 19 16,-5-1 26-16,1-1 18 0,-4-1-1 15,1 2-7-15,-5-5-7 0,0 6-1 0,0 1-12 16,-1 3-5-16,-3 3-6 0,-2 4-25 16,-1 2-41-16,13 3-51 0,-26 5-62 15,10 2-40-15,-1 3-46 0,2 2-18 0,4-2 0 16,3 0 23-16,5-3 27 0,1 0 28 16,2 0 35-16,0-7 50 0,7 10 42 0,0-5 38 15,1 2 26-15,2 0 39 0,-1 1 27 16,4 6 37-16,-1 3 37 0,-1 1 37 0,-2 9 27 15,3 2 32-15,-6 6 48 16,1 0 38-16,-1 3 13 0,0 0-4 0,0 6-7 16,0-4-7-16,-1 1-14 0,-1 0-11 15,-2 1-32-15,-1 1-23 0,-1-3-12 0,0 1-119 16,0-4-99-16,-3 0 0 0,-5-4 0 16,1-2 0-16,-5-4 0 0,3-4 0 15,-2-6 0-15,-3-3 0 0,3-1 0 0,-2-3 0 16,-1-3 0-16,1-5 0 0,-3-2 0 15,0-5 0-15,-2-7 0 0,-7-10-315 0,5-6-198 16,0-20-96-16,5-10-156 16,2-6-64-16,4-1 67 0,7-1-734 0,2 3-942 0</inkml:trace>
  <inkml:trace contextRef="#ctx0" brushRef="#br0" timeOffset="73052.19">31675 5618 4252 0,'0'0'276'0,"12"-1"33"0,-12 1 50 0,0 0 39 0,0 0 16 0,4 14-4 0,-4-14-23 0,0 10-31 0,2-2-29 0,-2-1-38 16,2 3-19-16,0-4-126 16,1 4-144-16,1-1 0 0,1-1 0 0,-2 0 0 15,3 0 0-15,-1-2 0 0,-1-1 0 16,-4-5 0-16,6 10 0 0,-3-8 0 0,-3-2 0 15,0 0 0-15,23-18 0 0,-7 5 0 16,9-9 0-16,-1-2 0 0,5 2 0 0,-2 1 0 16,-1 5 0-16,1 0 0 0,-6 6 0 15,-2 3 0-15,-3 4 0 0,-3 3 0 16,0 1 0-16,0 1 0 0,3 3 0 0,-5 0 0 16,2 0 0-16,-1-1 0 0,-1 3 0 15,3 0 0-15,-3-2 0 0,0-2 0 16,1-1 0-16,1 0 0 0,1-4 0 15,-1 0 0-15,3-3 0 0,-2-2 0 0,6-3 0 16,-5 0 0-16,2-2 0 0,-4 0-443 0,-3 5-271 16,-2-2-213-16,-5 4 60 0,-3 5 92 0,0 0-744 15,0 0-963-15</inkml:trace>
  <inkml:trace contextRef="#ctx0" brushRef="#br0" timeOffset="73984.87">30220 7438 4425 0,'-2'-6'-11'0,"2"6"7"0,-6-6 5 0,6 6-2 0,0 0 28 0,0 0 33 0,-20 9 27 0,8 5 20 15,-5 15 8-15,0 4-5 0,-3 10 9 0,0 2-3 16,0 3 17-16,9 0-15 0,4-7-11 16,0 2-11-16,6-2-8 0,4-3-9 0,8 0-3 15,0-3-18-15,8-4-9 0,3-3 0 16,5-5-3-16,3-4-4 0,1-4-8 16,3-5 1-16,-3-6-4 0,-5-7-3 15,11-3 3-15,-1-6-8 0,-1-2 3 0,2-9 12 16,-8 2 21-16,0-4 36 0,-8-1 17 15,-3-6 16-15,-6 0 4 0,0-6 0 16,-7-3-10-16,-5-3-8 0,-5-14-12 0,-3 3-10 16,-8-4-13-16,-4 2-7 0,-3 6-9 15,0 2-10-15,-4 11-6 0,-2 4-11 0,4 14-10 16,7 5-18-16,-3 10-60 0,2 4-67 16,-2 3-73-16,-11 10-86 0,-6 12-120 0,1 7-144 15,5 7-232-15,1-1-7 0,11 3 81 16,4-6-652-16,9 2-806 0</inkml:trace>
  <inkml:trace contextRef="#ctx0" brushRef="#br0" timeOffset="74268.47">30942 7316 4213 0,'-29'-19'229'0,"2"5"-3"0,3 6 7 16,3 5 42-16,4 5 24 0,-5 3 11 16,-5 10 11-16,4 7-4 0,3 7-14 0,4 4-22 15,4 6-24-15,6 13-19 0,6-6-25 16,8 9-22-16,9-2-21 0,2 1-55 16,2-3-115-16,0-4 0 0,2-2 0 0,0-2 0 15,-4-12 0-15,0-4-261 0,-2-1-142 16,2-3-109-16,-3-11-110 0,0-5-138 15,2-5-26-15,-5-2 61 0,4-5-677 0,4-3-854 16</inkml:trace>
  <inkml:trace contextRef="#ctx0" brushRef="#br0" timeOffset="74584.45">31250 7548 3942 0,'5'-24'102'0,"-3"8"66"0,0 4 48 16,-2 4 31-16,0 1 12 0,0 7 0 15,2-8 1-15,-2 8 11 0,0 0 29 0,0 0 6 16,0 0-25-16,0 0-23 0,9 25-25 15,-5-15-26-15,3 2-18 0,-1 0-20 0,2 1-15 16,-1-2-15-16,1 0-15 0,0-3-17 16,-3 0-107-16,1 1 0 0,0-2 0 0,-3-2 0 15,2 1 0-15,-5-6 0 0,9 4 0 16,-9-4 0-16,0 0 0 0,0 0 0 16,29-15 0-16,-18 6 0 0,3-2 0 15,-1 0 0-15,0 3 0 0,-1 1 0 0,-1 2 0 16,3 2 0-16,-3 1 0 0,1 2 0 0,-12 0 0 15,27 5 0-15,-13 1 0 16,-1 0 0-16,1 1 0 0,1 0 0 0,-1 1 0 16,-3-1 0-16,2-2 0 0,-1 0 0 15,-1-1 0-15,3-3 0 0,-3-1-139 0,3-2-384 16,2-4-117-16,2-3-136 0,-2-3-68 16,0 0 72-16,2-8-757 0,-4-2-975 0</inkml:trace>
  <inkml:trace contextRef="#ctx0" brushRef="#br0" timeOffset="74784.95">31906 7071 4354 0,'4'-14'103'0,"-2"2"38"0,0 4 18 16,0 4 56-16,-2 4 75 0,0 0 52 0,0 0 35 15,17 28 25-15,-8 1 16 0,3 5-7 16,-2 5-37-16,-3 5-37 0,-3 2-69 16,-2 9-268-16,-1-9 0 0,-4 7 0 15,1-8 0-15,0-2 0 0,-2-2 0 0,1-3 0 16,-5-4 0-16,-2 1 0 0,3-4 0 15,-2-2 0-15,-4-8-337 0,2 7-491 0,-3-5-119 16,-4 4 92-16,-3-4-922 0,1-2-1206 16</inkml:trace>
  <inkml:trace contextRef="#ctx0" brushRef="#br0" timeOffset="75052.14">30163 8789 5435 0,'-52'5'226'16,"15"0"3"-16,1 0 9 0,9 1 23 16,5-2 24-16,7-2 13 0,4 0 16 0,11-2 40 15,0 0-15-15,46-2-127 0,31-4-212 16,51-7 0-16,26-9 0 0,70-7 0 0,9-3 0 16,6-1 0-16,-4 4 0 0,3 2 0 15,2 5 0-15,-10 5 0 0,-54 9 0 0,-8 4 0 16,-16-4 0-16,-21 6 0 0,-41 2 0 15,-16 2 0-15,-28 2 0 0,-10 2 0 0,-15 2 0 16,-10-3 0-16,-9 1-252 0,-4 2-333 16,-9-2-125-16,-8 3-190 0,-12 3 75 15,-5-2 82-15,-5-1-677 0,-15 3-872 16</inkml:trace>
  <inkml:trace contextRef="#ctx0" brushRef="#br0" timeOffset="75451.35">30004 9348 4261 0,'-22'3'105'16,"4"2"-6"-16,4-1 9 0,2-2 26 15,4 0 29-15,8-2 48 0,0 0 43 16,0 0 20-16,88-8 17 0,13-7-2 0,24-2-10 16,24-5-20-16,61-11-26 0,5 2-28 15,-1 2-20-15,-3 4-22 0,-45 6-14 16,3 3-19-16,0 4-12 0,-10 1-15 15,-8-1-10-15,-20 0-15 0,-20 7-71 0,-34 1-7 16,-16-2-25-16,-20 1-70 0,-10 4-31 16,-10-1-34-16,-6 0-42 0,-8 2-47 0,-7 0-62 15,0 0-65-15,0 0-82 0,0 0-114 16,-52-7-168-16,11 5-5 0,-8-1 78 0,-14 6-512 16,-3-3-643-16</inkml:trace>
  <inkml:trace contextRef="#ctx0" brushRef="#br0" timeOffset="139906.57">10687 11436 2607 0,'0'0'96'0,"0"0"-48"0,0 0-9 0,0 0 28 0,0 0 23 0,0 0 11 0,0 0 6 16,-6-20 2-16,6 14 3 0,-2-1 5 0,0 0-4 15,1 0-10-15,-1-1-4 0,-5 0-5 16,5-1 1-16,0-1-5 0,-3 0-5 16,1 1 6-16,-1 1-5 0,-1-1-3 0,0-1-6 15,-4 0-6-15,-1 1-9 0,-1-1-5 16,-1-2-3-16,-2 2 8 0,-2-1-4 16,-1 1 1-16,-6-4-3 0,0-1 0 15,0 5-4-15,3 1-5 0,-2 1 0 0,5-1-4 16,-4 2 1-16,-1 0-3 0,9 1-2 15,-6 3 0-15,2-2-7 0,-2 1-2 0,4 4 0 16,0-3-3-16,-4 0-4 0,4 3-1 16,-2 0 0-16,4 0-3 0,-4 2-3 0,1-4-1 15,2 5-4-15,-5 0-2 0,0 6 9 16,-1-2 12-16,-8 6-4 0,2-1-1 0,7 1-4 16,-5 3-4-16,0 1 0 15,0 1-3-15,0 0 1 0,2 2 1 0,1-1-4 16,1 1 0-16,-2-1-1 0,4-3 1 15,1 4 0-15,-1 3 0 0,2 0 5 0,0 0 3 16,0 1-2-16,2 0 8 0,-2 2-3 16,-1-2 0-16,4 0-4 0,-2 3 2 0,3 0-3 15,-1-4 1-15,3 0-5 0,-3 3 3 16,5-5-3-16,3-1 0 0,-3 0-1 16,3 1-1-16,-4-2-2 0,5 4 13 0,-1-2 4 15,1-1-5-15,-2 2 4 0,4 2 1 16,-3-1 15-16,2 10 3 0,-1-6-1 0,-1-4-6 15,5 1-1-15,-4 1-3 16,1 8 3-16,0 1-5 0,1-7 2 0,-1-1-12 16,0 9-1-16,4-8 0 0,-1 0 0 15,-1-2-1-15,2 4 7 0,2 8-1 0,-2-1 11 16,1-2 0-16,3 0-6 0,2 1-3 16,-1-3-1-16,4 2 1 0,0-1-3 0,2 2-3 15,3-4-2-15,0 1-7 0,6-1 8 16,-2-2-4-16,5 0-4 0,6 5-3 0,3-5 4 15,-7-6-6-15,6-2 6 0,-1-4-3 16,4 0 3-16,1-3 1 0,-1-2-5 0,0-4-2 16,1-1 2-16,1 0-5 15,-5-5 4-15,-5-1-1 0,3-2-1 0,9-1-3 16,0-5 8-16,0 0 5 0,2 1 0 16,-4-5 9-16,2-3-3 0,-2 1 3 0,-2-3 6 15,3-1-1-15,-4-1-2 0,7-7 2 16,-4-2-3-16,-2-4 0 0,-2-2-4 0,3-3 8 15,-4-5 4-15,-3-5-2 0,-4-3-4 16,3-6 2-16,-2-6-5 0,-2-2 0 16,0-24-7-16,-6-2-12 0,-1-4-2 0,-11 13-1 15,-3 0 0-15,-2-23-2 0,-7 6-2 16,-5 19-4-16,0 9-1 0,-12-14 2 0,0 21-8 16,-2 8-7-16,-5 7-14 15,-5 2-20-15,-4 8-21 0,-1 6-20 0,-4 7-18 0,9 9-30 16,-3 7-31-16,-4 7-31 15,4 6-39-15,-6 5-54 0,-4 11-63 0,1 8-67 16,3 3-104-16,1 7-192 0,2 0 28 16,4 2 94-16,4-2-468 0,2 1-538 0</inkml:trace>
  <inkml:trace contextRef="#ctx0" brushRef="#br0" timeOffset="141688.82">23886 11672 1718 0,'0'-5'85'15,"0"5"-20"-15,1-11-7 0,-1 5 11 0,2-2 8 0,-2 1 7 0,4-1-1 0,-4-1-2 16,0 0 2-16,2 0 1 0,-4-5-2 15,2 1-7-15,-2 2-5 0,0-3-1 0,0-3 0 16,-1 1-1-16,-3-5-6 0,0 3 2 16,-4-1-5-16,1 1 7 0,-5-5-15 0,-2 0 1 15,-6 1 2-15,-2 3-8 0,-3 2 2 16,-2-3-5-16,-1 5 0 0,-5-1 4 16,3 0 4-16,-2 3-3 0,0-2 5 15,1 6 3-15,-1-3 5 0,2 3-2 0,0 0 5 16,3 2-3-16,6 3 1 0,-2 0-2 15,0 0-3-15,3 4-7 0,-9 3 1 16,5-2 0-16,-15 5 0 0,3 3-3 0,-2 1 1 16,4 2-5-16,-1 3 1 0,5 0-6 15,-10 5 0-15,8 0 2 0,-4 5-1 0,-1 1 4 16,2 3-1-16,2 1 1 0,-1 2 12 16,4 1 3-16,0-1-2 0,-1 3 1 15,0 1 1-15,3-1-3 0,-3 3 2 16,3 1 2-16,-1 0 3 0,6 3 8 0,-4 3 8 15,2-1-2-15,2 3-5 0,0-3-7 16,6 3-5-16,0-1-3 0,2 0 4 0,4 2 2 16,4-8-4-16,2 1-3 0,3 3-1 15,4 1-8-15,0 1-1 0,8 7-2 0,2-2-2 16,5-1 0-16,2-4-9 0,8 0-1 16,8-2-2-16,3-3-6 0,1-3 0 0,8-2-1 15,-2-5-6-15,3-2 3 0,2-6 1 16,-2-1-5-16,-1-7 3 0,3-1-1 15,-8-7 15-15,-1-1 11 0,8-2-4 16,-2-4 11-16,1-2 0 0,11-6 4 0,3-3-5 16,1 3 2-16,1-7 1 0,-1-3-5 15,6-5 7-15,-3-3-4 0,11-9 9 0,-3-8 3 16,-3-8-2-16,-5-7-2 0,-4-6-7 16,-9-6-2-16,-1-6-7 0,-5-6-4 15,-9-6-19-15,-9-1-1 0,-9-1-10 0,-13 17 2 16,-6 4-2-16,-13 1-5 0,-12 7-3 15,-17-6-11-15,2 23-39 0,-15 5-41 0,-5 12-39 16,-3 8-48-16,-8 11-64 0,0 4-91 16,-1 8-97-16,0 0-98 0,1 3-166 15,-2 4-53-15,10 0 59 0,1-2-550 16,10 3-700-16</inkml:trace>
  <inkml:trace contextRef="#ctx0" brushRef="#br0" timeOffset="146970.54">10256 12862 1860 0,'0'0'191'0,"0"0"-60"0,0 0-10 0,0 0 0 0,-18 31 14 16,0-9 13-16,0 3 2 0,-1 4-4 0,2 2 8 0,0 0-6 0,0 1-7 0,3 1-6 0,3 0-9 0,4 0-6 15,1-2-5-15,0-6-1 0,2-4-2 16,2-2-9-16,2-2-8 0,-1-4-4 0,1 1-11 15,1 0-5-15,-2-4-3 16,1 0-4-16,0 0-5 0,1-1 1 0,-2-2-3 0,1 0 3 16,0-7-5-16,0 10-4 15,0-5-4-15,0-5-7 0,1 11-4 0,1-7 4 16,2 1-3-16,2 1 0 0,0 0-8 16,3 0 1-16,7 2-5 0,-1-3-1 0,4 3-3 15,1 0-1-15,15 0-2 0,2 1-3 16,0-1-3-16,7 0-3 0,-2 1-2 0,0-4 5 15,2 2-5-15,1-3 0 0,13 4 0 16,1-2 11-16,6 0 14 0,-3-1 7 16,1-2 3-16,2 2-4 0,0 0-7 0,-2 0-1 15,-2-1 3-15,2 1-11 0,-7 0 0 16,-8-2-4-16,1 3-4 0,-6-1-1 0,3 0-3 16,-6 0 0-16,0 1-8 15,-4-2-3-15,1 3-2 0,-12-3-1 0,12 2 2 16,-1 0 0-16,2 0-4 0,2 0 7 15,4-1-7-15,0 3 5 0,2-1-6 0,-3 0 6 16,5 1 1-16,6 1 2 0,-11-1-8 16,4 0 4-16,-6 1 0 0,13 3-2 0,-13-4 0 15,11 5 0-15,-1-3-3 0,-9 0 3 16,4-2 0-16,-2-1 1 0,-1 1 4 0,5 0-7 16,-2-2 5-16,0 1-7 0,-1 0 2 15,1-2 4-15,-2 2-3 0,-3 0 5 16,-4-4-7-16,-1 4 1 0,-3-4 1 0,-6 1 4 15,-3 1-5-15,11 2 4 0,-7-2-1 16,-3 0 0-16,0 0 1 0,1 0 2 16,9 2-4-16,-1 2-1 0,1-1-1 15,1-2 4-15,0 2-5 0,1-1 3 0,6 1 1 16,-3 4-2-16,11-1 0 0,1 3 2 16,-3-3 0-16,1 1 10 0,-7-1-13 0,0-1 0 15,0 1 2-15,-1-2-2 0,-1 1 4 16,-2-3-5-16,3 3 4 0,-1 0-1 0,-4-1 1 15,5-5-2-15,-3 4-1 0,0-3 1 16,1 3-1-16,-1-2 1 0,-1-2 1 16,2 2 0-16,-4-1 1 0,1 0 1 15,0 2-1-15,1 0-1 0,2-1-1 0,4 1-1 16,12 2 0-16,-4 1 7 0,6 2-7 16,-1-2 2-16,4 1-2 0,-2 0-3 0,4 1 2 15,3 2-3-15,-3 1-6 0,8-1 0 16,-4 1 4-16,3-2-3 0,0 3 3 15,-4-3 2-15,-3 0 1 0,3 0-2 0,1-1-3 16,1-2 0-16,2 2-2 0,-4-1-5 16,2 2-6-16,-3-1 6 0,3 4-3 0,-4-5 0 15,1 3-2-15,-2 0 1 0,-1 0-4 16,-1 0 0-16,-1-1 3 0,2 1 1 0,1 0-7 16,-2-1-4-16,2 0 7 15,2-1 1-15,-3 2-5 0,3-1 3 0,1-3 1 16,0 0 0-16,-3 3-1 0,2-5 5 15,-2 2-5-15,-2 1 1 0,1 0 1 0,1 2-1 16,4-2 4-16,-2 0 3 0,0-1-2 16,2 2 1-16,-3 2 4 0,1-2 2 15,3-2 0-15,0 2 1 0,0-4 5 0,0 4-1 16,-3-3-4-16,2-1 2 16,-5-4-4-16,2 2-4 0,-1 0 1 0,-14 0-3 0,12-2 0 15,0-1-6-15,-9 1 1 16,-2 2 4-16,7 1-5 0,-8-4 3 0,8 6-8 15,-9-6 4-15,8 6 0 0,3-3 7 16,-10 0-4-16,0-1 4 0,0-2 1 0,1 0-1 16,0-1 2-16,11 2 3 0,-8-3-3 15,6 3 8-15,-7-3-5 0,-1 1 0 0,0 0 5 16,5-2 1-16,-6 2 2 0,-2-2 1 16,1 1-1-16,-4-1 6 0,1 0-3 15,-3 0 3-15,5 0 1 0,1-1 1 0,-1 2-1 16,13 5-5-16,4-5 5 0,-2 3-3 15,4-1 4-15,-4 1-3 0,2 0-2 0,0 2 0 16,-16-4-4-16,0 1-10 0,-1-1 4 16,0-2-3-16,-2-2 7 0,-5-1 2 0,4-1-6 15,-6-1 13-15,1-2-6 0,3-1 3 16,-2-3 0-16,11-1-3 0,-1 0-2 0,-9 1 8 16,3 3-7-16,-2-1 8 15,0 5-11-15,2-4-5 0,-7 6 3 0,-8 0-8 16,-1 0 4-16,-4 0 3 0,-5 0 1 15,1 2 4-15,-1-1-3 0,-6 1 5 0,0 0 2 16,1-3-1-16,-1 3 4 0,-1-3 6 16,0 2-4-16,1-2 0 0,0-1 2 0,4 0 0 15,3-2 3-15,0-2-2 16,11-3 0-16,-2-1 0 0,3-2 4 0,2 1 0 16,-5-3-4-16,5 3 1 0,1-5 5 15,-4 3 10-15,8-8 8 0,2 1 6 16,0-3 11-16,-3-6 9 0,2 2 8 0,2-8 7 15,-3-1-4-15,6-4 1 0,-2 1 8 16,2-4-9-16,9-9-3 0,-13 13 13 0,-2 4 9 16,-1-1 1-16,-7 4 0 0,-2 3 1 15,-5 7-3-15,-3 2-11 0,2-1 2 0,-3 2-10 16,-5 7 3-16,-2-1-6 0,3 1-1 16,-3-2-11-16,1 3 1 0,-2-2-3 0,0 1-3 15,1 2-2-15,-1-5-6 16,0 2 0-16,-3 1-9 0,3 1 1 0,-3 1 1 15,0 2-9-15,-3-1 4 0,0 3 6 16,0-1 0-16,-3 2 8 0,-1 2 2 0,3-2 5 16,-3 2 15-16,-3 5 6 0,8-10-3 15,-3 3-3-15,-2 2-7 0,3 0-4 16,-6 5-5-16,9-10 6 0,-5 5-12 16,-4 5-1-16,5-12-4 0,0 8-1 0,-5 4 2 15,5-8-6-15,-5 8-8 0,4-8-2 0,0 3-3 16,-4 5 1-16,3-8-1 0,-3 8 3 15,4-10-7-15,-4 10-1 0,4-6 0 0,-4 6-6 16,5-6 3-16,-5 6 5 16,0 0-11-16,0 0 2 0,3-9-1 0,-3 9 7 15,0 0-1-15,0 0-7 0,4-8 1 16,-4 8 4-16,0 0-1 0,0 0 18 0,0 0 14 16,4-4 7-16,-4 4 6 0,0 0-5 15,7-8-7-15,-7 8-1 0,5-9-5 0,2 3-6 16,-1 1-1-16,-1-4 0 0,2 1-3 15,5-1-4-15,-2-4-2 0,4-1 2 16,6-6-5-16,-1-3-1 0,2 1-1 0,0-2 1 16,-2 0 0-16,0 1-1 0,0 2-1 15,-6 4-2-15,-1 3 0 0,-3 4-3 0,-1-3 7 16,-1 1-2-16,0 4 3 16,-2 1-1-16,1-2-2 0,-3 4 7 0,3-2 0 15,0 2 3-15,-4-2-3 0,-2 7 0 16,8-10 0-16,-7 5 8 0,-1 5 2 0,6-7 2 15,-6 7-15-15,5-7-13 0,-5 7 0 16,4-6 0-16,-4 6 0 0,0 0 0 0,7-6 0 16,-7 6 0-16,0 0 0 0,0 0 0 15,3-8 0-15,-3 8 0 0,0 0-6 0,0 0-198 16,0 0-94-16,6-4-133 0,-6 4-152 16,0 0-259-16,0 0 6 0,0 0 87 15,0 0-694-15,-2-10-892 0</inkml:trace>
  <inkml:trace contextRef="#ctx0" brushRef="#br0" timeOffset="153236.65">27459 10699 954 0,'15'-22'373'0,"2"-2"-127"0,-2 1-42 0,-1 4-20 0,-3 5-20 0,0-3-5 0,-1 7 6 16,-2 0-28-16,-5 3-7 0,3 5-8 16,-6 2 44-16,0 0 20 0,-20 17-13 0,-3 6-12 15,-13 9 12-15,-5 0-11 0,3 5-11 16,-4-1 1-16,5 4-10 0,5-3-13 0,3 0-1 16,4-1-6-16,7-5-16 0,0-4-7 15,4-1-12-15,5-4-7 0,-2-5-6 0,6-3-5 16,1-2 4-16,0-2 7 0,4-1 0 15,0-4-4-15,0-5-9 0,11 10-6 16,2-10-6-16,-1 0-7 0,13-5-4 16,8-9-5-16,10-5-1 0,1-5-3 0,0-1-6 15,-3 1-2-15,-14 2-4 0,0 4-2 16,-8 5 0-16,-6 2-4 0,-1 5-9 0,-6-2-4 16,-6 4 5-16,0 4 0 0,0 0 0 15,-31-3-2-15,10 6 1 0,-4 0-3 0,-1 0 0 16,1 3-1-16,0 0 0 0,2 1 0 15,0-1 0-15,3 2 1 0,2-4-6 0,4 0 5 16,-2 0 2-16,3-1 0 0,1 1 1 16,1-2-3-16,2 0 1 0,9-2 2 15,-16 6-2-15,16-6-5 0,-15 0-16 16,7 0-36-16,8 0-59 0,-19-2-73 16,10-2-80-16,-1 2-82 0,1-2-112 0,5-1-228 15,0 0 22-15,3-2 85 0,1 7-373 16,5-13-432-16</inkml:trace>
  <inkml:trace contextRef="#ctx0" brushRef="#br0" timeOffset="153569.85">27504 10570 2749 0,'9'-19'-14'0,"-2"4"27"0,0 1 33 0,-1 4 26 0,-1 0 31 0,-1 3 33 16,0-1-8-16,0 2-15 0,-4 6-7 0,0 0 16 16</inkml:trace>
  <inkml:trace contextRef="#ctx0" brushRef="#br0" timeOffset="158202.51">29482 10056 1302 0,'8'-10'233'0,"-2"0"-94"0,-2 2-41 0,-1 2-36 0,-3 2-16 0,0 4-14 0,4-4-9 16,-4 4 23-16,0 0 39 0,0 0 10 0,-21 29 15 16,2-3 10-16,-5 13 23 0,-9 0 1 15,-1 9 12-15,-12 13-8 0,-1 3-4 0,-3 2-19 16,0-3-7-16,1-2-9 0,10-16-13 16,3-1-5-16,2-3 15 0,2-2-3 15,1-3-13-15,8-9-9 0,3-2-5 0,-2-3-12 16,10-6-3-16,-1-2-7 0,6-2-2 15,0-4-8-15,-2 0 1 0,6-2-1 0,-1-2-11 16,4-4-3-16,0 0-2 0,0 0-5 16,0 0-7-16,23-26-35 0,-2 0-60 0,10-11-80 15,5-6-78-15,9-21-102 0,7 0-146 16,0 2-83-16,-3 2 55 0,-11 17-241 16,-3 1-244-16</inkml:trace>
  <inkml:trace contextRef="#ctx0" brushRef="#br0" timeOffset="158451.48">29602 10018 2314 0,'8'-3'96'0,"-8"3"-9"0,8-6-12 16,-8 6-5-16,0 0-7 16,7 15 57-16,-7 1 30 0,4 7 11 0,-4 4 8 15,-2 15-10-15,4 2 3 0,-6 13-12 16,6 4-19-16,4 0-10 0,-3-1-16 0,1 0-5 15,1-4-10-15,-5-13-9 0,2 2-16 16,-2-6-1-16,0-3-4 0,-2 2-12 0,2-12-47 16,-7-4-58-16,4-2-81 0,-1-4-68 15,-2-1-70-15,3-3-109 0,-1-4-195 0,0-4 34 16,4-4 63-16,-6 4-188 0,6-4-165 16</inkml:trace>
  <inkml:trace contextRef="#ctx0" brushRef="#br0" timeOffset="158635.35">29127 10591 2224 0,'-24'-11'248'15,"5"3"7"-15,8 4 13 0,-1-2 12 16,5 0 4-16,-1 3-13 0,5 1-21 0,3 2-32 16,0 0-23-16,11-12-19 0,4 12-20 15,7 0-19-15,21 3-77 0,2 0-110 0,5 1-161 16,13-2-215-16,2 2-236 0,-3-4 50 15,5 0 85-15,-1 0-335 0,-4-4-346 16</inkml:trace>
  <inkml:trace contextRef="#ctx0" brushRef="#br0" timeOffset="158919.78">30220 10057 2447 0,'0'-19'136'0,"0"1"24"16,0 5 11-16,0 3-13 0,0 2-12 0,0 8 8 15,-4-4 58-15,4 4 44 0,-15 26 38 16,-3 3 13-16,-2 20 2 0,-9 6 2 0,-9 20-15 16,0 3-10-16,-2 0-25 0,0-1-19 15,3-2-23-15,11-12-23 0,3-5-15 16,2-2-17-16,4-2-14 0,2-5-15 0,4-1-11 16,2-10-12-16,8-3-14 0,-1-6-7 15,2-5-9-15,2-6-5 0,3-2-8 0,3-2-12 16,2-3-9-16,3 1-12 15,2-8-68-15,8-4-82 0,2-2-66 0,15-5-78 16,7-10-89-16,3 0-105 0,-2-3-121 16,-3-1-210-16,0-3 13 0,-6-2 82 0,-4-2-600 15,-5-2-748-15</inkml:trace>
  <inkml:trace contextRef="#ctx0" brushRef="#br0" timeOffset="159119.87">30199 9987 3808 0,'-7'-17'42'16,"-2"5"27"-16,6 1 17 0,3 3-3 15,0-2 10-15,3 2-7 0,9-3-9 0,3 5-8 16,6 0-5-16,10 3-6 0,11 1-11 16,7 6-5-16,12 3-53 0,2 3-110 0,0 2-129 15,-8 1-178-15,1 4-188 0,-11-3 46 16,-2 9-324-16,-13-5-376 0</inkml:trace>
  <inkml:trace contextRef="#ctx0" brushRef="#br0" timeOffset="159802.81">30681 10156 2413 0,'6'-10'53'0,"-1"4"31"0,-1 1 18 0,0 2 9 16,-4 3 10-16,2-7-1 0,-2 7-4 16,0 0-14-16,0 0 61 0,0 0 38 0,-6 19 18 15,-3-1-1-15,-10 10-1 0,-4 11-3 16,-5 4-7-16,1 2-18 0,-2 1-4 0,3-1-31 16,1-1-11-16,1-1-9 0,10-9-18 15,0-1-9-15,1-4-12 0,6-3-6 0,3-7-18 16,-1-3 2-16,3-3-10 0,4 1-1 15,0-4-9-15,6 0-4 0,2 1 0 16,2-4-10-16,10-1-9 0,-3-1-2 16,1-5-1-16,7 0-7 0,2-3 0 0,8-1-2 15,-3-2 2-15,-5-1-7 0,-5 2 3 16,-1 0-4-16,-6 1-1 0,0 2 2 0,-5-3-3 16,1 4-1-16,-2-1-5 0,-3 0 4 15,2 1-7-15,-10 1 0 0,12-4 1 0,-12 4-1 16,13 0 3-16,-13 0 1 0,9-2-4 15,-9 2 2-15,0 0 0 0,14-1-3 16,-14 1 4-16,0 0 1 0,0 0-1 16,11-2 0-16,-11 2 3 0,0 0 1 0,11-4-8 15,-11 4 6-15,12-7-2 0,-7 3-1 16,5-3-2-16,0-4-2 0,5-2 3 0,4-8-2 16,-1 1 1-16,4-1-1 0,-1 0 2 15,-1 0-2-15,0 1 3 0,-1 5 7 0,-4 1-12 16,-1 0 4-16,-3 4-7 0,-2 0 6 15,-1 1 8-15,0 2-2 0,-3 2 1 16,1 0 0-16,-3 0-4 0,-3 5-2 0,9-4-1 16,-9 4 5-16,0 0 12 0,-14 19 8 15,3-3 6-15,-9 9 9 0,4 6 14 16,-11 7-5-16,-2-1 0 0,1 3 0 0,-1 0 3 16,0-1-9-16,1 2-5 0,5-4-4 15,-2-2-5-15,4-4-1 0,4-2 0 16,0-3-3-16,2 0-4 0,2-6-6 0,2-4-2 15,0-1 0-15,6-5-9 0,-4 1-1 16,4-3-38-16,-1-1-58 0,5 0-74 0,-1-4-111 16,2-3-119-16,0 0-137 0,0 0-181 15,13-17-45-15,1 2 69 0,9-11-581 0,9-8-731 16</inkml:trace>
  <inkml:trace contextRef="#ctx0" brushRef="#br0" timeOffset="160117.95">31430 10183 3688 0,'-2'-8'50'0,"0"-3"-5"0,2 4 1 0,0 7-13 0,0 0 11 0,-2-8 2 0,2 8 9 0,0 0 24 16,0 0 27-16,0 0 12 0,16 22 4 16,-5-7-5-16,8 9-10 0,3 5-12 15,7 8-9-15,-4 4-7 0,-4-1 7 16,-10-1 18-16,-2 2 13 0,-9 2 32 0,-10 6 21 15,-3 2 19-15,-12 1 21 0,-6-5 6 16,-3 1 8-16,-6-2 2 0,-2-1-9 16,-2-1-15-16,2 3-20 0,2-6-16 0,0 2-15 15,3-4-17-15,1-3-13 0,2-2-11 16,2-3-14-16,7-9-12 0,0 1-20 0,3-4-68 16,-3-5-104-16,6-2-129 0,4-2-138 15,1-4-159-15,3-2-198 0,-2-1-128 0,1-1 91 16,-1 1-767-16,1 3-979 0</inkml:trace>
  <inkml:trace contextRef="#ctx0" brushRef="#br0" timeOffset="160934.53">28396 12330 4350 0,'3'-8'12'16,"-2"3"-4"-16,-1 5-4 0,0 0 0 0,0 0 28 0,-25 18 38 0,1 8 16 0,-11 11 15 16,-4 5 4-16,-4 3 5 0,2-1-2 0,-2-1 3 15,5 0-8-15,4-3-10 0,2 0-6 16,5-4-9-16,6-7-10 0,4-2-8 0,3-8 0 15,5-1-8-15,2-7-6 0,1 1-3 16,-1-4-6-16,6-1 7 0,1-3-1 16,0-4-4-16,0 0-4 0,0 0-7 15,44-29-3-15,-10-2-6 0,6-6-1 0,6-8-5 16,11-15-2-16,3-1-2 0,0-5-5 16,3 6 6-16,-4 5-4 0,-17 18 2 15,-6 6 0-15,-11 9-2 0,-6 5-6 0,-6 7-1 16,-2 1-1-16,1 6 5 0,-2 3-4 15,-1 10 1-15,5 4 2 0,0 11 3 0,8 15-7 16,3 2 0-16,2 3 2 0,3 2-3 16,0-1 5-16,5-3-13 0,-1 1-56 0,-6-6-40 15,-3-11-19-15,-8-1-4 0,-9-6 17 16,-4-5 10-16,-8-1 12 0,-4-5 15 16,-9 3 30-16,-6-4 30 0,-13-1 22 15,-8-2 5-15,-12 0 9 0,4-3 0 0,-2-2-2 16,-9-2 2-16,15 1-4 0,7-3-1 15,8 3-2-15,7-3-4 0,6 3 1 0,4-2-2 16,2-2-24-16,5-3-62 0,5 0-77 16,6-3-113-16,5-3-129 0,14-13-221 0,12-5-17 15,6-1 70-15,6-3-355 0,4-3-399 16</inkml:trace>
  <inkml:trace contextRef="#ctx0" brushRef="#br0" timeOffset="161220.42">29441 12181 2912 0,'7'-4'188'0,"-3"3"-16"0,-4 1-11 0,2 15 57 0,-8 0 42 0,-5 18 22 0,-8 15 25 0,-5 5 3 0,-2 5-10 0,-10 15-10 0,1-1-27 16,7-16-23-16,-3 2-21 0,3-3-22 0,-1-2-19 15,0 0 3-15,5-7-7 0,1 1-8 16,9-12-7-16,3-3-3 0,6-8-3 15,3-3-7-15,2-6-6 0,6-1-9 16,3-3-16-16,6 1-9 0,6-6-39 0,4-3-67 16,3 2 0-16,1-5 0 0,1 0 0 15,1 0 0-15,-1 0 0 0,-3 0-260 16,2 2-93-16,-4 0-105 0,-2-4-107 0,-5 2-134 16,2-2-112-16,-5 2 57 0,-3-2-705 15,-5-1-909-15</inkml:trace>
  <inkml:trace contextRef="#ctx0" brushRef="#br0" timeOffset="161419.97">29319 12162 4378 0,'-8'-19'81'15,"7"7"2"-15,2-2-14 0,9 6 3 0,2-1-9 16,8-1-7-16,14 0-6 0,8 3-7 15,2 5-2-15,-1 2-6 0,5 5-4 16,10 7-43-16,-17-2-93 0,7 9-112 0,-4 4-127 16,-12-5-212-16,-5 5-71 0,-4 1 57 15,-4 1-305-15,-2 1-357 0</inkml:trace>
  <inkml:trace contextRef="#ctx0" brushRef="#br0" timeOffset="161667.42">29936 12385 2769 0,'5'-14'224'0,"-3"4"13"0,3 3-3 15,-3 1-16-15,-2 6-19 0,0 0 17 16,0 0 52-16,0 0 47 0,2 28 5 0,-9 5-23 16,-4 4-33-16,-6 9-22 0,-2 5-21 15,0-3-22-15,-4 0-20 0,-2 0-34 0,2-4-22 16,-2 0-10-16,9-1-20 0,-4 1-15 15,6-13-57-15,3-4-80 0,4-3-89 0,3-7-99 16,1-5-103-16,1-2-113 0,4-5-146 16,1 0-118-16,5-1 40 0,-8-4-566 15,32-10-715-15</inkml:trace>
  <inkml:trace contextRef="#ctx0" brushRef="#br0" timeOffset="162018.1">30197 12695 3499 0,'0'0'64'0,"0"0"15"15,0 0 14-15,0 0 43 0,-14-7 34 16,14 7 12-16,0 0 5 0,0 0-6 0,-25 14-8 16,22-9-9-16,-5 2-16 15,5 3-16-15,-1-1-14 0,2 1-12 0,2 1-9 0,2-2-10 16,0 3-9-16,3 0-7 16,3-3-12-16,0 1-29 0,3-2-28 0,0-4-18 15,5 0-1-15,-1-2 1 0,2-2 6 16,3-3-1-16,10-8 4 0,3-3-1 15,-1-5 8-15,9-8 23 0,-1-2 24 0,3 1 17 16,-13 10 29-16,-5 0 17 0,-8 7-14 16,-2 2-7-16,-5 4-8 0,-3 3 6 0,-7 2 27 15,0 0 13-15,-4 19 1 0,-5-2-17 16,-12 9-8-16,-8 10-12 0,-1 1-7 0,-3 2-12 16,3 0-6-16,1 2-4 0,1 0-34 15,1-5-4-15,7-5-32 0,-2-6-75 0,5 1-71 16,6-6-75-16,1-4-94 0,2-4-106 15,3-2-115-15,3-3-199 0,2-1 1 16,0-6 73-16,12 4-537 0,-12-4-671 16</inkml:trace>
  <inkml:trace contextRef="#ctx0" brushRef="#br0" timeOffset="162318.34">30885 12556 3613 0,'1'-9'100'0,"4"1"11"16,-3 2 7-16,-2 2 21 0,0 4 30 0,0 0 22 15,0 0 19-15,0 0 28 0,0 0 3 16,0 0-4-16,17 14-13 0,-5-6-8 16,1 5-18-16,10 5-18 0,0 1-17 0,1 2-15 15,-1 1-16-15,-2 2 5 16,-4 1 8-16,-5 6 6 0,-7 2 5 0,-7-1 12 0,-3 8 9 16,-9 7 15-16,-6 0 7 15,-5-1 2-15,-6 1-164 0,-3-1-37 0,0 0 0 16,1-3 0-16,-5 0 0 0,0-3 0 15,2 2 0-15,0-7 0 0,-1-3 0 0,3-3 0 16,5-6 0-16,0-8 0 0,5 5 0 16,-4-7 0-16,5-3-495 0,3-4-325 0,0 1-110 15,1 1 90-15,-5-2-897 0,-1 8-1168 16</inkml:trace>
  <inkml:trace contextRef="#ctx0" brushRef="#br0" timeOffset="162634.4">28648 13534 5140 0,'-43'-9'37'15,"15"6"-3"-15,6-2-3 0,4 1 28 16,7 4 39-16,11 0 28 0,-2 7 1 15,21 2-10-15,32 9-14 0,41 8-11 0,22 5-12 16,18-2-12-16,11 0-4 0,2-7-12 0,-1-2-48 16,-12-8-35-16,-10 2-34 15,-29-14-9-15,-3 3 5 0,-14-6 4 0,-10 1 11 16,-16-4 5-16,-8 0 4 0,-7 0 5 16,-9 0 0-16,-7 1 2 0,-8-1-1 0,-3 0-13 15,-6-2-31-15,-5 0-48 0,-8-3-65 16,-3 1-71-16,-15-2-92 0,-7-3-139 15,-14-3-144-15,-5 5 45 0,-8-1-355 0,-5 2-430 16</inkml:trace>
  <inkml:trace contextRef="#ctx0" brushRef="#br0" timeOffset="162900.69">28060 13455 2604 0,'-34'2'209'0,"7"-4"42"16,11 2-16-16,8-2 6 0,8 2 17 0,0 0 23 15,57 4 18-15,16 5 13 0,41 11-18 16,25 5-20-16,63 11-17 0,6 5-26 0,-3 2-26 16,-2-2-19-16,-53-9-20 0,-9-2-15 15,-11-2-17-15,-14-4-13 0,-13-5-11 0,-32-4-20 16,-10-5-29-16,-18-1-35 0,-3-4-20 16,-11 0-26-16,-6-2-16 0,-9-1-34 0,0-2-28 15,-4 0-36-15,-10 0-43 0,0 0-54 16,1-5-80-16,-1 5-71 0,-22-10-108 0,-1 1-198 15,-11-1-8-15,-5 1 80 16,-1-1-423-16,-1-2-511 0</inkml:trace>
  <inkml:trace contextRef="#ctx0" brushRef="#br0" timeOffset="166666.82">29168 10997 2068 0,'0'0'53'0,"0"-8"-30"0,0 8-6 0,-5-7-6 0,5 7 1 0,-18 2 13 0,5 6 19 0,-16 10 19 0,-7 12 25 15,-2 10 16-15,-15 16 5 0,-1 6 9 16,-1 9 0-16,-2 4 4 0,-1 3-2 0,3-3-4 16,6-1-6-16,1-1 8 0,6-7-8 15,10-11-1-15,2-5 0 0,1 0-6 0,4-5-6 16,2-5-10-16,4-10-8 0,4-5-4 16,4-5-12-16,0-5 13 0,6-4 7 15,-2-3 9-15,1 1 4 0,2-4 1 16,4-5-14-16,0 0-4 0,0 0-13 0,0 0-2 15,17-31-12-15,8 5-5 0,7-10-9 16,13-7-24-16,11-17-34 0,10-5-29 0,4-7-17 16,4-4-25-16,6-6-1 0,4 0 4 15,-3-2 8-15,2 0 13 0,-5 5 7 16,-8 11 8-16,-7 5 0 0,-23 21 7 0,-3 6 11 16,-13 13 0-16,-3-1 1 0,-10 9 7 15,-6 7 0-15,-7 3 11 0,2 5 26 0,0 0 13 16,-71 37 13-16,17-1 18 15,-20 18 15-15,-8 7 6 0,-4 10 8 0,-5 5-2 16,2 5-4-16,-5-5-5 0,7-2-7 16,7-9 15-16,9-5 5 0,10-6-7 0,13-11-5 15,12-8 0-15,4-5-4 0,9-9-5 16,3-4-7-16,9-5 5 0,0 0 3 0,3-3-2 16,1-4-4-16,3-2 3 0,4-3-7 15,0 0-9-15,0 0-7 0,23-15 0 0,2-4-7 16,13-10-7-16,3-7 0 15,20-18-18-15,8-9-22 0,2-7-26 0,6-6-19 16,8-4-21-16,6-8-7 0,0 3 11 0,-1 2 9 16,-4 10 5-16,-10 7 6 0,-12 13 5 15,-23 21 7-15,-7 3 5 0,-11 7-1 16,-8 13 0-16,-9 1 13 0,-6 11 0 16,0-3 10-16,-35 24 10 0,-6 7 10 0,-26 22 17 15,-6 5 3-15,-4 9 14 0,-9 3 2 16,0 5-7-16,4-3 1 0,4-4 0 0,8-3-4 15,9-5 21-15,4-8-7 0,18-11-2 16,3-4-5-16,5-5-5 0,8-8-3 0,5-4-3 16,2-5-2-16,5-3-3 0,4-2 3 15,-4-3-1-15,10-4-7 0,1-3 1 0,0 0-5 16,0 0-2-16,0 0 1 0,46-20-5 16,-8-5 0-16,8-6-26 0,17-20-24 15,5-3-28-15,8-8-17 0,6-5-14 16,4-3 12-16,4 0 11 0,-4 2 3 0,-13 5 11 15,-6 14 5-15,-25 12 5 0,-6 12 4 16,-12 7 2-16,-12 11 9 0,-8 11 6 16,-4-4 12-16,-22 29 24 0,-13 6 19 0,-10 9 14 15,-22 16 17-15,-4 7 14 0,-7 4 1 16,0-2-2-16,2-1-8 0,-2 0 3 0,6-6-8 16,5-6-2-16,10-4-8 0,16-15-1 15,11-4-3-15,3-9-6 0,5-3 1 0,8-6-3 16,1-2-7-16,4-5 1 0,0-2-1 15,7-2-2-15,2-4-5 0,0 0-3 16,0 0 2-16,48-26-2 0,-10 2-3 16,9-10-1-16,0-4-4 0,14-18-2 0,1-6 1 15,-1 3 0-15,-13 17-1 0,-10 4-2 16,-4 7-5-16,-10 12-1 0,-13 7 3 0,-11 11-1 16,0 1-1-16,0 0 7 0,-58 34-2 15,17-5 0-15,-11 5 0 0,-1 2 3 16,2 1 1-16,-1 1-2 0,7-1-3 0,0-3 1 15,6-1-4-15,6-6-51 0,8-6-56 16,12-6-71-16,1-1-89 0,9-4-87 0,3-2-135 16,2-4-149-16,-2-4 32 0,12 2-416 15,-12-2-500-15</inkml:trace>
  <inkml:trace contextRef="#ctx0" brushRef="#br0" timeOffset="170266.56">28976 10758 2943 0,'-19'-14'-51'0,"-1"2"12"0,5 2 24 0,1-2 21 0,0 1 18 0,-2-1 21 0,5 4 11 0,0-2 12 15,1 4-6-15,2 1-2 0,1 2-6 0,1-2-8 16,0 3-2-16,6 2-2 0,0 0-7 16,0 0 0-16,-7 13-2 0,8 0-2 15,10 2-2-15,3 11-2 0,9-1-1 0,13 10-5 16,6 0-3-16,6 2-4 0,6 1 2 16,10 13-1-16,3-1 0 0,-3-3-3 0,5 1 1 15,2-1-2-15,1-1 0 0,3-3-1 16,-1-2-6-16,3 1 4 0,0-7-1 15,0-1-3-15,-13-10 0 0,1 1-5 16,-2-7-1-16,0 1 6 0,0-2-1 0,-4-1-2 16,-2-2 3-16,-2-1-4 0,-2-2-4 15,-1 2 2-15,-13-2 3 0,4-3 0 0,-1 3-2 16,-4-1-1-16,4 3 0 0,-4-4-3 16,4 3 9-16,5 2-2 0,-5-4-2 0,8 4-1 15,-9-3 0-15,9 0 2 0,-5-3 0 16,-6 1-1-16,3-3-9 0,-1 1 14 15,-3-5-4-15,-1 3 24 0,-8-3-2 0,-2-2 0 16,-4 2 5-16,-1-4-2 0,-1 4-6 16,1-4 4-16,1 2-10 0,-3-2 4 0,5 0-2 15,0-1 16-15,-2-1-5 16,4-4 1-16,-3 4-7 0,6-6 6 0,1-2-10 16,-3-3 9-16,3 0-10 0,-1-1 4 15,-3-4 0-15,4-1-9 0,-5 1 5 0,3-2 0 16,-6-2-16-16,2 0 5 0,-3-1 3 15,1-1 3-15,-1 1-2 0,-2-2-3 0,-1-2 0 16,-1-4-9-16,2-6 8 0,-2 6-5 16,-2-11 11-16,2-1-3 0,-5 7-3 0,-1-8-5 15,-1 8 3-15,-4 0-8 0,4 1 7 16,-6-2-2-16,-1-1 0 0,1 1 1 16,-3 0 4-16,0 0-4 0,0-2 4 15,-2 3-5-15,3-4 2 0,-3 2 1 0,0-2-12 16,-3 1-9-16,1 3 20 0,2-2-10 15,-4 1 11-15,1 1-3 0,-3 2 1 0,-3-3 7 16,1 4-8-16,-3 0 0 0,-2 3-3 16,-3-1-2-16,-1 4 9 0,0-3-7 0,-10-4 1 15,-2-1 3-15,1 2 1 0,-5 0-4 16,1 1 6-16,0 2-2 0,-3-4-5 16,5 5 7-16,-4 0-1 0,1 2-3 0,-4-2-1 15,1 2 2-15,-1 1 0 0,-7 2-1 16,0 1 0-16,-5 1 2 0,-3 0-4 0,0 0-3 15,-1 2 4-15,0-1 4 0,0 0-2 16,-1 0 3-16,0 0 3 0,-3-1-5 16,-1 2 3-16,-1 0-3 0,-5-2 4 15,-3 2-3-15,-3 1 0 0,-2 1-2 0,-21-1 1 16,18 11-2-16,-3 0 6 0,2 3-1 16,2 2-1-16,-5 10-4 0,1 7 5 0,-17 12-5 15,0 10 9-15,1 9 0 0,3 10-6 16,1 11 5-16,1 4 1 0,-1 9-4 0,4 12 5 15,3 4 4-15,2 3-1 0,11 7-3 16,5 3-7-16,8 1 8 0,6-4 3 16,9-6 1-16,9-3 4 0,12-4-1 0,8-20 1 15,5-2 2-15,10 0 3 0,7-5-1 16,7-5 8-16,7-3-3 0,4-5-4 16,7-8 1-16,4-4-3 0,2-5-4 15,4-5-4-15,-2-5-2 0,-10-6-4 0,-2-1-8 16,-7-4-74-16,-1-4-103 0,-9-1-111 15,-4-2-114-15,-4-1-211 0,-4-2 33 0,-1-2 77 16,0 0-232-16,0 0-227 0</inkml:trace>
  <inkml:trace contextRef="#ctx0" brushRef="#br0" timeOffset="175400.5">9353 11214 3108 0,'-6'8'-9'0,"0"4"21"0,1 0 7 0,2 2-15 0,1-2 9 16,4 2 19-16,3 0 24 0,2 3 26 0,6-2 1 15,10 7 0-15,8-5 1 0,10 2-9 16,11-5-11-16,5-6-4 0,10-4-4 0,4-4-3 16,-1-6-2-16,0-1-10 0,-1-6-2 15,-7-1-4-15,-6-2-6 0,-4-2 1 0,-11-2-3 16,-8 4-8-16,-7-1 2 0,-8 7-3 16,-3-1-1-16,-5 5-6 0,-3-1-1 0,-1 0-8 15,-3 2 1-15,1 1-3 16,-2-1-8-16,-2 5-40 0,7-6-51 0,-7 6-56 15,0 0-70-15,0 0-96 0,3-6-173 16,-3 6-31-16,0 0 48 0,11 0-161 16,-11 0-136-16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36:26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4341 6855 1772 0,'-2'-9'101'0,"2"9"22"0,0 0 13 0,-4-7 13 0,4 7 20 0,0-7 31 0,0 7 22 0,-4-4 14 15,4 4 9-15,0 0 2 0,0 0 1 16,-6-11-16-16,6 11-7 0,0 0-10 16,-4-7-11-16,4 7-9 0,0 0-7 15,0 0-19-15,-3-5-7 0,3 5-13 0,0 0-4 16,0 0-12-16,0 0-13 0,0 0-8 16,0 0-7-16,0 0-1 0,0 0-3 15,0 0 12-15,0 0 6 0,0 0 11 0,30 3 12 16,-16 4-11-16,3 6-9 0,7 2-13 15,3 5-6-15,2 1-12 0,5 8-8 0,0 2-11 16,0 2-7-16,1 3-4 0,-5 0-4 16,1 1-8-16,-6 1-2 0,-1-1-5 0,-6-8-4 15,-1 0-7-15,-2-4 0 0,-2-1-2 16,-2-3-3-16,-2-6 15 0,-2-1 7 0,0-4-44 16,-3 1-4-16,3-5 0 0,-4 1 0 15,1 1 0-15,0-4 0 0,-1 0 0 16,-3-4 0-16,6 6 0 0,-6-6 0 15,0 0 0-15,0 0 0 0,0 0 0 0,0 0-8 16,0 0-259-16,0 0-65 0,0 0-79 16,12-13-82-16,-12 13-97 0,0 0-160 15,0 0-10-15,-16-9 59 0,16 9-618 0,-13-5-777 16</inkml:trace>
  <inkml:trace contextRef="#ctx0" brushRef="#br0" timeOffset="334.61">4379 7138 3832 0,'-15'-2'-8'0,"1"-2"28"0,1 4 40 0,6-3 24 0,7 3 36 0,-16-1 29 0,10-3 22 15,6 4 4-15,0 0-12 0,-14-4-13 0,14 4-17 16,0 0-11-16,0 0-5 16,0 0-11-16,0 0-14 0,0 0-7 0,0 0-10 15,34-8-9-15,-16 6-7 0,7 0-8 16,-2 1-18-16,4 1-20 0,-3-1-22 16,-3 2-17-16,-1 0-22 0,-4-1-17 0,0 2-11 15,-3 2-10-15,-1-1-21 0,-3 0-22 16,0-1-39-16,-5 2-45 0,4-1-45 0,-8-3-61 15,8 5-72-15,-3-1-126 0,-3 1-57 16,-2-5 42-16,4 9-267 0,-2-6-288 0</inkml:trace>
  <inkml:trace contextRef="#ctx0" brushRef="#br0" timeOffset="949.37">4306 6900 2118 0,'4'-8'52'0,"-2"4"32"0,-2-4 10 0,0 8 4 0,0-8 10 0,0 8 14 0,-2-9 13 0,2 9 7 16,-2-6-7-16,2 6-5 16,-2-8-11-16,2 8-15 0,0 0-20 0,0 0 7 15,0 0 3-15,-21 21-7 0,12-3 17 16,-9 9 13-16,-4 11 13 0,-3 6 10 0,2-1 5 15,-2 0 7-15,4-4 2 0,-1 0 11 16,-1-2 7-16,5-6 5 0,3-4 1 16,-2-1-2-16,6-5 0 0,0-6-10 0,2-1-11 15,2-4-10-15,1 0-8 0,-1-1-11 16,2-2-13-16,0-1-13 0,1-1-3 16,4-5-7-16,-3 10-9 0,3-10-10 15,-6 4-45-15,6-4-55 0,0 0-42 0,-6 4-53 16,6-4-60-16,0 0-74 0,0 0-90 15,0 0-107-15,0 0-158 0,0 0-132 0,0 0 70 16,0 0-545-16,0 0-684 0</inkml:trace>
  <inkml:trace contextRef="#ctx0" brushRef="#br0" timeOffset="1732.55">4905 6852 3417 0,'0'-7'-1'0,"-2"-1"17"0,-1 0 14 0,3 8 27 0,0-14 26 0,-3 7 24 16,3 2 20-16,-2-1 9 0,2 6 4 16,0-11-2-16,0 11-13 0,-2-9-13 0,2 9-3 15,-2-6-6-15,2 6-1 16,0 0-5-16,0 0 4 0,-2-10 4 0,2 10 3 0,0 0 2 16,0 0 3-16,0 0 2 15,0 0 9-15,2-9 1 0,-2 9 5 0,0 0-2 0,0 0-10 16,0 0 0-16,0 0 7 15,0 0-5-15,0 0 4 0,0 0-26 0,12 26-5 16,-10-18 2-16,6 6 17 0,-5 1 4 16,3 6-2-16,1 11-5 0,1 3-2 0,-4 6-1 15,-2 0-8-15,2 2-11 0,-1 3-4 16,-3-3-6-16,0 1-10 0,2-1-7 16,-2-3-1-16,2-2-11 0,0-2-48 0,-2-7 0 15,2-5 0-15,0-2 0 0,-1-3 0 16,-1 1 0-16,3-7 0 0,-1 0 0 15,0 0 0-15,0-2 0 0,2 2 0 16,-1-4 0-16,1 2 0 0,1-2 0 0,1-1 0 16,2 1 0-16,0-2 0 0,-1-1 0 15,3 1 0-15,-1 0 0 0,1-3 0 0,-3 3 0 16,3-4 0-16,-1 0 0 0,-9-3 0 16,13 5 0-16,-6-3 0 0,-2 2 0 0,-5-4 0 15,0 0 0-15,13 6 0 0,-13-6 0 16,9 2 0-16,-9-2 0 0,0 0 0 15,7 2-7-15,-7-2-256 0,0 0-54 0,0 0-80 16,0 0-90-16,0 0-109 16,0 0-184-16,0 0 12 0,0-14 80 0,0 14-634 15,-4-10-780-15</inkml:trace>
  <inkml:trace contextRef="#ctx0" brushRef="#br0" timeOffset="2332.29">4945 6750 3440 0,'0'0'-68'0,"-14"-1"44"0,14 1 31 0,0 0 32 0,0 0 28 0,0 0 20 0,-13-4 14 0,13 4 14 16,0 0-1-16,0 0-6 0,0 0-10 16,0 0-12-16,0 0-1 0,0 0-6 15,0 0-11-15,40-7-3 0,-21 6-11 16,2-3-6-16,-2 3-4 0,2-1-4 0,0 0-4 16,0 2-6-16,-2-1-11 0,-4 1-15 15,2 0-23-15,-17 0-32 0,24 0-29 0,-15-2-36 16,-9 2-28-16,17 2-40 0,-17-2-56 15,11 0-72-15,-11 0-113 0,6 3-132 0,-6-3 45 16,4 7-203-16,-4-7-208 0</inkml:trace>
  <inkml:trace contextRef="#ctx0" brushRef="#br0" timeOffset="2982.39">5465 6979 2059 0,'-15'0'147'0,"15"0"34"16,0 0 22-16,-10-2-6 0,10 2-3 16,0 0 2-16,-6-6 1 0,6 6-4 15,0 0-10-15,0-8-13 0,0 8-16 0,2-9-15 16,-2 9-10-16,4-6-11 0,2 0-6 16,-6 6-9-16,4-6-5 0,-4 6-10 0,6-3-7 15,-6 3-5-15,0 0 25 0,0 0 8 16,7 15-4-16,-5-3-8 0,-2 1-2 0,4 6-6 15,-2 3 1-15,-1 4-4 0,3 8 3 16,1 2-3-16,-2-1-10 0,3-2-9 16,-1 2-3-16,3-4-7 0,-3-3-2 15,0-6-8-15,-1-3-5 0,-2-1-2 0,-1-4-5 16,1 1 1-16,0-4-4 0,0-1 16 16,0 0 16-16,0-2 27 0,-1-1 26 0,-1-7 11 15,0 9 1-15,0-9-5 0,-5 7-4 16,5-7-11-16,0 0-2 0,-11 7-2 0,11-7 5 15,-16 3 1-15,9 0-5 0,7-3-4 16,-20 5-2-16,9-3-96 0,2 0-4 16,9-2 0-16,-18 2 0 0,18-2 0 0,-11 3 0 15,11-3 0-15,-10 4 0 0,10-4 0 16,0 0 0-16,0 0 0 0,0 0 0 0,0 0 0 16,29 8 0-16,-12-8 0 15,2 0 0-15,6-4 0 0,0 2 0 0,-2 0 0 16,2-2 0-16,-1 1 0 0,1 2 0 15,-6 0-291-15,-1-3-40 0,-2 0-52 0,-3 0-54 16,-1 1-56-16,-2 0-79 0,0-1-121 16,-3 2-40-16,-1-3 68 0,-6 5-557 0,7-6-685 15</inkml:trace>
  <inkml:trace contextRef="#ctx0" brushRef="#br0" timeOffset="3415.77">5726 6817 3619 0,'-10'-5'181'0,"1"1"25"0,9 4 13 0,-9-6-1 0,9 6-7 0,-9-5 6 0,9 5-15 15,0 0-7-15,-3-6-19 0,3 6-15 16,0 0-18-16,0 0-13 0,28-5-12 0,-10 7-11 15,7 3-11-15,9 7-6 0,10 11-9 16,-4 2-2-16,0 10-16 0,-4 4-4 16,-2 5-7-16,-5 6 15 0,-2 0-5 0,-4 5-1 15,-5-3 10-15,-4 9 12 0,-1-3 31 16,1 1 43-16,-7-1 22 0,2-7-12 16,-3-9-15-16,0-4-7 0,-2-4 6 15,-2-7 8-15,0-6-159 0,-2-3 0 0,0-2 0 16,0-3 0-16,-2-1 0 0,-2 1 0 15,-1-1 0-15,-2-1 0 0,-2-1 0 0,-2 2 0 16,-3-4 0-16,-3 1 0 0,-2-1 0 16,1-3 0-16,2 0 0 0,-2 0 0 0,2-1 0 15,2-2 0-15,1 1 0 16,1-1 0-16,3-2 0 0,9 0 0 0,-22-2 0 16,13-1-365-16,0 1-252 0,2-4-108 15,-2 2-143-15,2-1 71 0,1-1-842 0,6 6-1077 16</inkml:trace>
  <inkml:trace contextRef="#ctx0" brushRef="#br0" timeOffset="7948.07">12625 7008 4178 0,'0'0'-150'0,"0"0"54"0,-9-4 44 0,9 4 39 0,0 0 39 0,-11-1 34 0,11 1 22 16,0 0 16-16,0 0 14 0,0 0 6 0,-16 0-1 15,16 0 2-15,0 0 0 0,0 0 3 16,-12 1 4-16,12-1 5 0,0 0 2 0,0 0 9 16,0 0 6-16,0 0 9 0,0 0 2 15,0 0 16-15,0 0 5 0,-19 0-2 0,19 0-3 16,0 0 4-16,0 0-6 0,0 0-7 16,0 0-6-16,0 0-10 0,0 0-8 15,-12-2-8-15,12 2-4 0,0 0-6 0,0 0-6 16,0 0-1-16,0 0-63 0,-11-5-54 15,11 5 0-15,0 0 0 0,0 0 0 0,0 0 0 16,0 0 0-16,-7-3 0 16,7 3 0-16,0 0 0 0,0 0 0 0,-7-7 0 15,7 7 0-15,0 0 0 0,0 0 0 16,-3-10 0-16,3 10 0 0,-2-9 0 0,2 9 0 16,0-10 0-16,0 10 0 0,2-12 0 15,-1 4 0-15,1 3 0 0,5-4 0 0,-4 2 0 16,3-3 0-16,1 5 0 0,-1-5 0 15,2 4 0-15,2-2 0 0,-3 2 0 0,0-1 0 16,3 3 0-16,2-4 0 0,-2 4 0 16,-1 0 0-16,2-2 0 0,1 3 0 0,1-1 0 15,-2 1 0-15,1 2 0 0,-12 1 0 16,27-2 0-16,-16 0 0 0,-11 2 0 16,23 2 0-16,-12-2 0 0,-11 0 0 15,21 2 0-15,-10-1 0 0,0 2 0 0,0-1 0 16,-2 1 0-16,-9-3 0 0,18 6 0 15,-13-3 0-15,2 3 0 0,4-3 0 0,-8 3 0 16,5-2 0-16,-3 1 0 0,-1 0 0 16,1 2 0-16,0-1 0 0,1 1 0 0,-5 0 0 15,-1-7 0-15,6 11 0 16,-2-4 0-16,-2 0 0 0,-1 2 0 0,-1-1 0 0,0-8 0 16,2 16 0-16,0-9 0 15,-2 1 0-15,0-8 0 0,0 14 0 0,0-7 0 16,0 1 0-16,-2-1 0 0,0 0 0 15,2 0 0-15,-3 1 0 0,1 1 0 0,-2-1 0 16,2-1 0-16,0 2 0 0,-3-1 0 16,3 1 0-16,-3-2 0 0,2 3 0 0,-3-2 0 15,3 1 0-15,-3 2 0 0,0-1 0 16,2 1 0-16,-2-3 0 0,1 2 0 0,-1-2 0 16,1-1 0-16,-1 1 0 0,0 2 0 15,0-3 0-15,2 1 0 0,-3-2 0 16,3 2 0-16,1-1 0 0,-4-3 0 0,3 4 0 15,-1-3 0-15,-1 0 0 0,3 4 0 16,-3-4 0-16,1 1 0 0,-2 1 0 0,2 0 0 16,-3 0 0-16,-2 0 0 0,3 1 0 15,-3 1 0-15,1-1 0 0,-5 1 0 16,5 0 0-16,-5-1 0 0,3 3 0 0,-2-2 0 16,-1-1 0-16,3 0 0 0,-1 2 0 15,3-4 0-15,2-1 0 0,-4 1 0 16,4 0 0-16,2-3 0 0,-3 3 0 0,8-6 0 15,-10 5 0-15,6-1 0 0,4-4 0 16,-5 2 0-16,5-2 0 0,-8 6 0 0,8-6 0 16,0 0 0-16,0 0 0 0,-5 3 0 15,5-3 0-15,0 0 0 0,0 0 0 16,0 0 0-16,28-6 0 0,-15 3 0 0,5-1 0 16,4 0 0-16,-3 1 0 0,6-3 0 15,-1 3 0-15,-2-1 0 0,3 2 0 16,-4-4 0-16,-3 4 0 0,0 0 0 0,1 1 0 15,-8-1 0-15,0 2 0 0,2-1 0 16,-13 1 0-16,16 0 0 0,-8-3 0 0,-8 3 0 16,13 0 0-16,-13 0 0 0,11 0 0 15,-11 0 0-15,0 0 0 0,12 0 0 0,-12 0 0 16,0 0 0-16,0 0 0 0,13 0 0 16,-13 0 0-16,0 0 0 0,0 0 0 15,11-3 0-15,-11 3 0 0,0 0 0 16,0 0 0-16,0 0-654 0,0 0-336 0,0 0 103 15,0 0-1038-15,0 0-1346 0</inkml:trace>
  <inkml:trace contextRef="#ctx0" brushRef="#br0" timeOffset="14763.36">14700 7062 4744 0,'0'0'-299'0,"-9"0"57"0,9 0 53 0,0 0 37 16,-18 0 45-16,18 0 40 0,-13 2 40 0,13-2 27 0,-11 0 26 15,11 0 16-15,0 0 2 0,-12 0 16 16,12 0 7-16,0 0 6 0,-13 0 3 0,13 0 3 16,0 0-3-16,0 0 4 0,-14 0-2 15,14 0-6-15,0 0-5 0,0 0-4 0,0 0-4 16,0 0-3-16,0 0-1 0,0 0-3 15,0 0-5-15,0 0 1 0,0 0 7 0,0 0 12 16,0 0 9-16,0 0-7 16,0 0-4-16,48 0-5 0,-21-2-7 0,3 1-5 15,8-3-6-15,2 1-1 0,-1-1-5 16,-9 3-4-16,-4-1-1 0,-3-2-1 0,0 3-4 16,-5-1-3-16,-3 0 2 0,-2 2 7 15,-1-1 2-15,-3-1 0 0,-9 2-3 0,18-2 2 16,-18 2-3-16,12-1-3 0,-12 1-2 15,11 0-5-15,-11 0-4 0,7-1-9 0,-7 1-11 16,0 0-27-16,0 0-28 0,15 0-40 16,-15 0-42-16,0 0-63 0,0 0-65 15,0 0-63-15,0 0-88 0,12 0-127 0,-12 0-66 16,0 0 40-16,0 0-331 16,0 0-385-16</inkml:trace>
  <inkml:trace contextRef="#ctx0" brushRef="#br0" timeOffset="15631.88">15270 6913 2340 0,'0'0'3'0,"-8"-6"40"0,8 6 29 0,-3-3 29 0,3 3 25 0,-7-4 36 0,7 4 16 0,-5-5 19 16,5 5-1-16,-8-5-5 0,8 5-7 0,-3-8-11 15,3 8-2-15,-8-4-5 0,8 4-11 16,-3-4-5-16,3 4-13 0,0 0-8 16,-5-7-10-16,5 7-14 0,0 0-7 15,-6-6-8-15,6 6-7 0,0 0-4 0,0 0-3 16,0 0 5-16,0 0-5 0,-3-4 3 16,3 4-5-16,0 0-2 0,0 0-8 0,0 0-6 15,0 0-5-15,-4-5-5 0,4 5-3 16,0 0-5-16,0 0-7 0,0 0-4 15,0 0-6-15,0 0-1 0,0 0 3 0,0 0 7 16,0 0 3-16,0 0 8 0,0 23-1 16,0-12 3-16,2 1 0 0,-4 1-1 15,2 5-6-15,2 1 0 0,-4 0-12 16,2-1-4-16,-2 5-4 0,4-4-2 0,-2-1 2 16,2 1-7-16,0-4 2 0,-2-1-4 15,1 0 8-15,3-1-9 0,-2-1 4 0,5-3 0 16,-4 2-2-16,6-2-2 0,-3-3 6 15,6 1-6-15,1-3-2 0,-2 2 5 0,1-2-6 16,3-2 0-16,1-2 1 0,-4 2-4 16,-12-2-8-16,27-2 9 0,-16 0-2 0,3-2 0 15,-3 2 2-15,3-5-5 0,-3 1 2 16,-2-2 2-16,5-1 3 0,-1-5-3 0,-3 4-3 16,0-3 6-16,-3 4-3 0,0-4 1 15,2 5-2-15,-4 0 6 0,1-1 8 16,-1 2-6-16,-3 2 4 0,4-2 8 15,-2 1 5-15,-4 6 4 0,4-6-2 0,-4 6-12 16,0 0-4-16,0 0 24 0,0 0 23 16,0 0 13-16,13 19-7 0,-13-5 2 0,0 2 14 15,0 5-10-15,2 6-8 0,-4 8-4 16,0 3-6-16,0-3-5 0,0 1-3 0,2-8-5 16,-1-2-6-16,1-1 2 0,-2-1-6 15,2-2 4-15,0-5 7 0,0-1 11 0,-2-3-8 16,0 2-44-16,2-5 0 0,0-2 0 15,0 0 0-15,0 2 0 0,0-3 0 0,0-7 0 16,0 8 0-16,0-8 0 16,0 0 0-16,0 0-47 0,4 4-218 0,-4-4-86 15,0 0-103-15,0 0-114 0,0 0-162 16,0 0-72-16,0 0 60 0,0 0-697 0,0 0-890 16</inkml:trace>
  <inkml:trace contextRef="#ctx0" brushRef="#br0" timeOffset="18114.32">13000 5925 3812 0,'0'0'-106'0,"0"0"42"0,0 0 32 0,0 0 37 0,0 0 49 0,0 0 44 0,0 0 23 0,0 0 22 15,12 11 8-15,-12-11 4 0,0 0 3 16,0 0-3-16,0 0 1 0,0 0-1 0,0 0-2 16,0 0-7-16,0 0-3 0,0 0-4 15,0 0-11-15,0 0-18 0,0 0-8 0,0 0-13 16,0 0-11-16,0 0-8 0,0 0-6 16,0 0-9-16,0 0 0 0,0 0-9 0,0 0-2 15,0 0-3-15,0 0-3 0,0 0 0 16,0 0-14-16,0 0 6 0,0 0-2 0,0 0-8 15,0 0-19-15,0 0-30 0,0 0-49 16,0 0-68-16,11-7-105 0,-11 7-129 16,0 0-148-16,0-9-220 0,2 3 50 15,-2 6 84-15,-2-12-451 0,2 12-537 0</inkml:trace>
  <inkml:trace contextRef="#ctx0" brushRef="#br0" timeOffset="18945.93">15092 6145 3199 0,'0'0'118'0,"2"7"27"0,-2-7 32 0,0 0 28 0,2 5 32 0,-2-5 22 0,0 0 26 16,0 0 6-16,0 0-3 0,0 0-16 0,0 0-19 15,0 0-20-15,0 0-19 0,0 0-14 16,0 0-26-16,0 0-17 0,0 0-16 0,0 0-15 16,0 0-12-16,0 0-17 0,0 0-2 15,0 0-8-15,0 0-16 0,0 0-3 0,0 0-11 16,0 0-8-16,0 0-5 0,0 0-13 16,0 0-34-16,7 5-48 0,-7-5-68 0,0 0-68 15,0 0-94-15,0 0-142 0,0 0-191 16,0 0-216-16,0 0 62 0,0 0 94 0,0 0-597 15,0 0-731-15</inkml:trace>
  <inkml:trace contextRef="#ctx0" brushRef="#br0" timeOffset="19762.7">17292 6193 3824 0,'0'0'133'0,"0"0"32"0,0 0 19 0,0 0 28 0,0 0 39 0,0 0 34 0,0 0 33 0,0 0 3 15,0 0-6-15,0 0-22 0,0 0-19 16,0 0-28-16,0 0-23 0,0 0-24 0,0 0-18 15,0 0-20-15,0 0-19 0,0 0-15 16,0 0-18-16,0 0-12 0,0 0-21 0,0 0-49 16,0 0-59-16,0 0-81 15,0 0-103-15,0 0-106 0,0 0-129 0,0 0-156 16,-16 2-241-16,16-2 36 0,-14 5 92 16,0-3-655-16,-3 3-828 0</inkml:trace>
  <inkml:trace contextRef="#ctx0" brushRef="#br0" timeOffset="22478.39">17190 7095 3491 0,'-7'-7'-85'0,"7"7"51"0,0 0 32 16,0 0 33-16,-5-2 41 0,5 2 39 0,0 0 26 0,0 0 25 0,-10-3 12 0,10 3 8 16,0 0 1-16,0 0-5 0,0 0-6 15,0 0-7-15,-8-4-13 0,8 4-12 0,0 0-9 16,0 0-10-16,0 0-12 0,0 0-1 15,0 0 5-15,0 0-4 0,0 0-16 16,30 11-2-16,-12-8-12 0,0-1-9 0,9 2-5 16,10 0-18-16,-4-4-2 0,-7 4-3 15,0-4-5-15,-5 1-3 0,6 1 2 0,-4-2-9 16,-2 2-4-16,-6-2-2 0,0 0 0 16,-1 0-2-16,1 0 4 0,-15 0-7 15,19 2 0-15,-19-2-2 0,18 0-4 16,-18 0-1-16,13 0-17 0,-13 0-15 0,9 0-22 15,-9 0-33-15,0 0-34 0,16 0-54 16,-16 0-64-16,0 0-83 0,9-4-81 0,-9 4-119 16,0 0-196-16,4-7 44 0,-4 7 80 15,1-4-407-15,-1 4-469 0</inkml:trace>
  <inkml:trace contextRef="#ctx0" brushRef="#br0" timeOffset="23315.2">18160 6828 2973 0,'9'-4'94'0,"-9"4"33"0,5-4 13 0,-5 4 23 0,6-6 21 0,-6 6 14 0,0 0 4 0,5-6 2 0,-5 6-5 16,0 0-14-16,2-5-13 0,-2 5-8 0,0 0-7 16,0 0 0-16,0 0-1 15,0 0-1-15,0 0-15 0,0 0-8 0,-30 0-10 16,30 0-15-16,-34 4-11 0,12-3-5 16,2 1-11-16,-1 0-10 0,0 0-7 0,0-2-7 15,2 0-5-15,3 1-8 0,3-1-2 16,0 2-2-16,13-2-4 0,-19 3-9 0,19-3 6 15,-18 0-7-15,18 0 4 0,-13 0-1 16,13 0-7-16,0 0 3 0,0 0-2 16,-21 0-2-16,21 0-1 0,0 0-7 0,0 0-3 15,-13 0 3-15,13 0-8 0,0 0 4 16,0 0-2-16,0 0 1 0,-12 0-3 16,12 0-2-16,0 0-2 0,0 0 8 15,0 0-4-15,0 0 4 0,0 0-6 0,0 0 6 16,0 0-2-16,0 0-5 0,0 0 1 15,0 0 7-15,0 0-1 0,0 0 0 0,0 0 3 16,0 0-3-16,0 0-11 0,-16 0 6 16,16 0-6-16,0 0 0 0,0 0-6 0,0 0 4 15,-4 9 2-15,0-1 4 0,2 4-1 16,-1 0 2-16,2 2 2 0,-1 3 4 0,0 0-8 16,0 5 4-16,4-3 1 0,0 2-4 15,0 2-1-15,2-1-2 0,2-1 2 0,-1-4 0 16,3-1 2-16,-1-3 1 15,1 1 9-15,4-4-2 0,0-2 0 0,2 1-6 16,-1-1 9-16,9-2-11 0,-3 1-1 16,-2 0 1-16,-2-2-9 0,2 1 5 0,0 0 4 15,-4 3-1-15,3-1 1 0,-3 1 12 16,-1 0 0-16,-3 4-1 0,0-3 9 0,0 3 9 16,-5 3-1-16,-3-4 17 0,-1 2 14 15,-1 1 14-15,-3 1 13 0,-5 2 14 16,-2-2 11-16,-1-1 14 0,-6 6 7 0,-3-1-58 15,2-8-76-15,2 2 0 0,-3-3 0 16,4-2 0-16,-4-1 0 0,5-1 0 16,2-2 0-16,3-1 0 0,-1 1 0 15,3-2 0-15,8-3 0 0,-15 5 0 0,10-3 0 16,5-2 0-16,-14 2 0 0,8 0 0 16,6-2 0-16,-11 3 0 0,11-3 0 0,-8 1 0 0,8-1 0 15,0 0 0-15,-17 0 0 16,17 0-458-16,-12-4-282 0,12 4-176 0,-7-6 65 15,1 2 100-15,4 0-771 0,1-3-967 16</inkml:trace>
  <inkml:trace contextRef="#ctx0" brushRef="#br0" timeOffset="25778.17">13211 5958 3914 0,'4'8'-158'0,"-4"-8"48"0,7 2 34 0,-7-2 27 16,0 0 28-16,0 0 24 0,3 4 21 0,-3-4 10 0,0 0 3 0,0 0-1 16,8 3 2-16,-8-3 3 0,0 0 5 15,0 0-2-15,0 0 7 0,0 0 9 0,0 0 1 16,3 5 6-16,-3-5-10 0,0 0 4 15,0 0-4-15,0 0-3 0,0 0-6 0,0 0-5 16,0 0-3-16,0 0-4 0,0 0-2 16,0 0-8-16,0 0-1 0,0 0 0 15,0 0-18-15,0 0-45 0,0 0-54 0,0 0-78 16,0 0-103-16,0 0-132 0,0 0-203 16,0 0 49-16,-9 11-261 0,9-11-306 15</inkml:trace>
  <inkml:trace contextRef="#ctx0" brushRef="#br0" timeOffset="26749.52">14895 6131 2142 0,'0'0'-62'0,"0"0"3"0,0 0 25 0,0 0 13 0,0 0 24 0,0 0 19 0,0 0 17 0,0 0 12 16,0 0 19-16,-20 12 16 15,20-12 25-15,0 0 21 0,0 0 15 0,0 9 19 16,0-9 14-16,0 0-6 0,0 5 18 16,0-5-1-16,0 0 8 0,0 0-2 0,-2 9 6 15,2-9-1-15,0 0-8 0,0 0 0 16,0 0-9-16,0 6-10 0,0-6-12 0,0 0-4 16,0 0-18-16,0 0-6 0,0 0-14 15,0 0-14-15,0 0-7 0,0 0-5 16,0 0-17-16,0 0-9 0,0 0-2 0,0 0-15 15,0 0-1-15,0 0-10 0,0 0 1 16,2 9-35-16,-2-9-48 0,0 0-55 16,0 0-92-16,0 0-131 0,0 0-165 15,0 0-318-15,0 0 99 0,0 0 70 16,0 0-469-16,-27-15-573 0</inkml:trace>
  <inkml:trace contextRef="#ctx0" brushRef="#br0" timeOffset="27777.96">17244 6125 2806 0,'7'-4'-49'0,"-7"4"31"0,7-3 20 0,-7 3 18 0,0 0 25 0,5-5 36 0,-5 5 33 0,0 0 30 15,0 0 8-15,6-4-2 0,-6 4 7 16,0 0 1-16,0 0 7 0,0 0 10 16,0 0 5-16,0 0 7 0,0 0-2 0,0 0-9 15,15 0-2-15,-15 0-6 0,0 0-5 16,0 0-6-16,0 0-12 0,0 0-13 0,0 0-12 16,0 0-9-16,0 0-11 0,6 9-9 15,-6-9-11-15,0 0-9 0,0 0-4 0,2 5-8 16,-2-5-6-16,0 0-10 0,0 0 0 15,6 6 2-15,-6-6-5 0,0 0-4 16,5 4-8-16,-5-4 5 0,0 0-8 16,0 0-2-16,9 4-8 0,-9-4-22 0,0 0-29 15,0 0-57-15,9 1-82 0,-9-1-154 16,0 0-162-16,0 0-218 0,0 0-56 16,0 0 89-16,0 0-539 0,-29-10-677 0</inkml:trace>
  <inkml:trace contextRef="#ctx0" brushRef="#br0" timeOffset="28711.68">19236 6255 3272 0,'0'0'-51'0,"0"0"13"0,0 8 12 0,0-8 14 0,0 0 23 0,0 5 24 0,0-5 16 0,0 0 4 0,0 0-1 15,0 0-11-15,2 7-1 0,-2-7-7 16,0 0-5-16,0 0 0 0,0 0-19 0,0 0-39 15,2 7-57-15,-2-7-82 0,0 0-125 16,0 0-225-16,-8 6 20 0,8-6-169 0,-14 2-160 16</inkml:trace>
  <inkml:trace contextRef="#ctx0" brushRef="#br0" timeOffset="30310.21">19168 7141 2042 0,'0'0'125'0,"0"0"16"0,7-3 13 0,-7 3 15 0,0 0 22 0,0 0 19 0,0 0 18 0,0 0 7 16,4-6 0-16,-4 6-6 0,0 0-4 16,0 0-11-16,0 0 0 0,0 0-9 0,0 0 4 15,0 0-2-15,1-8-10 0,-1 8 7 16,0 0-15-16,0 0 4 0,0 0 2 0,0 0 2 16,0 0-8-16,0 0-1 15,0 0-2-15,0 0-5 0,2-9-2 0,-2 9-9 0,0 0-3 16,0 0-7-16,0 0-6 15,0 0-5-15,0 0-89 0,0 0-60 0,0-9 0 16,0 9 0-16,0 0 0 0,-2-9 0 16,2 9 0-16,0-11 0 0,0 11 0 0,0-8 0 15,0 8 0-15,0-12 0 0,2 3 0 16,-2 2 0-16,0 7 0 0,4-15 0 0,0 7 0 16,-3-3 0-16,3 3 0 0,3-1 0 15,-4 1 0-15,5-1 0 0,-5 0 0 0,5 3 0 16,0-3 0-16,0 1 0 15,-3 4 0-15,4-4 0 0,2 4 0 0,0-1 0 16,0 0 0-16,4 0 0 0,0-1 0 16,3 2 0-16,-2-1 0 0,4 3 0 0,-1-2 0 15,1 1 0-15,0-2 0 0,-3 5 0 16,-2-2 0-16,-1 0 0 0,1 0 0 16,-1 2 0-16,-1 0 0 0,-2 0 0 0,-11 0 0 15,17 2 0-15,-8 0 0 0,2 0 0 16,-11-2 0-16,14 6 0 0,-3 0 0 0,-2-1 0 15,-2-1 0-15,2 4 0 0,2-2 0 16,-4 2 0-16,0-1 0 0,-3 2 0 16,3 0 0-16,0 0 0 0,-3 1 0 15,-2-2 0-15,-1 3 0 0,1 1 0 0,0-4 0 16,0 4 0-16,-2-3 0 0,0 1 0 16,-4 2 0-16,4 0 0 0,-2-2 0 0,1 2 0 15,-3 1 0-15,0-4 0 0,-1 4 0 16,4-3 0-16,-5 1 0 0,2 1 0 0,1-4 0 15,-3 1 0-15,3 3 0 0,-6-4 0 16,5 1 0-16,-3 1 0 0,2-3 0 0,-3 3 0 16,2-2 0-16,-2 0 0 0,3 2 0 15,-3-2 0-15,-2-1 0 0,3 3 0 0,-1-1 0 16,3-1 0-16,-2-2 0 0,-2 0 0 16,4 3 0-16,-3-1 0 0,3-2 0 0,-4 0 0 15,0 3 0-15,4-1 0 0,-6 0 0 16,6 1 0-16,-6 0 0 0,2 2 0 15,-2-1 0-15,0 0 0 0,-1 1 0 16,5-3 0-16,-4 2 0 0,2 1 0 0,-2-3 0 16,2 0 0-16,2 1 0 0,-2-1 0 15,0-2 0-15,4 1 0 0,-5 0 0 0,7 0 0 16,-6 0 0-16,4 0 0 0,-1-2 0 16,3 0 0-16,-3 0 0 0,6-5 0 0,-6 7 0 15,4-4 0-15,2-3 0 0,-6 7 0 16,6-7 0-16,0 0 0 0,-3 5 0 15,3-5 0-15,0 0 0 0,0 0 0 16,0 0 0-16,5 7 0 0,-5-7 0 0,20 4 0 16,-9-4 0-16,4 0 0 0,4 0 0 15,-2 3 0-15,6-3 0 0,-2 0 0 0,2 1 0 16,4-2 0-16,-1 1 0 0,3 0 0 16,0-3 0-16,-1 3 0 0,-4 0 0 0,-1-2 0 15,1 2 0-15,-10 0 0 0,4 0 0 16,-5 0 0-16,-1 0 0 0,-12 0 0 0,18-2 0 15,-8 2 0-15,-10 0 0 0,13 2 0 16,-13-2 0-16,14 0 0 0,-14 0 0 16,11 0 0-16,-11 0 0 0,0 0 0 0,11 0 0 15,-11 0 0-15,0 0 0 0,0 0 0 16,12-2 0-16,-12 2 0 0,0 0 0 0,0 0 0 16,0 0 0-16,0 0 0 0,0 0 0 15,0 0 0-15,0 0 0 0,0 0 0 16,0 0-923-16,-36 4-47 0,23-4-1172 0,0 0-1550 15</inkml:trace>
  <inkml:trace contextRef="#ctx0" brushRef="#br0" timeOffset="36609.37">21277 7090 3351 0,'0'0'364'0,"0"0"-90"0,0 0-46 0,0 0-14 0,0 0 5 15,0 0 4-15,0 0-2 0,0 0-5 16,0 0 7-16,3-9 1 0,-3 9-6 0,0 0 6 16,0 0-7-16,0 0-6 0,8-7-9 15,-8 7-13-15,5-4-15 0,-5 4-12 0,10-6-7 16,-10 6-16-16,11-7-13 0,-11 7-4 15,8-3-6-15,-8 3-9 0,0 0-35 0,10-5-72 16,-10 5 0-16,0 0 0 0,7-4 0 16,-7 4 0-16,0 0 0 0,0 0 0 15,0 0 0-15,0 0 0 0,0 0 0 16,0 0 0-16,0 0 0 0,0 0 0 0,4 17 0 16,-8-5 0-16,1 4 0 0,-3 4 0 15,3 2 0-15,-2 3 0 0,-1 8 0 0,4 4 0 16,1-1 0-16,-1-7 0 0,2-1 0 15,0-3 0-15,0 1 0 0,2-2 0 0,-2-5 0 16,0-1 0-16,1-1 0 0,-1-5 0 16,0 1 0-16,0-3 0 0,0-2 0 0,0 2 0 15,0-4 0-15,0-6 0 0,0 12 0 16,0-12 0-16,-1 9 0 0,1-9 0 16,-6 9 0-16,6-9 0 0,-14 7 0 0,5-4 0 15,0-1 0-15,-3 1 0 0,1 0 0 16,1 1 0-16,10-4 0 0,-17 3 0 15,9-1 0-15,8-2 0 0,-11 5 0 0,11-5 0 16,0 0 0-16,-12 4 0 0,12-4 0 16,0 0 0-16,0 0 0 0,0 0 0 0,25 8 0 15,-12-7 0-15,5-1 0 0,-1 2 0 16,4-2 0-16,-2 0 0 0,-2 2 0 0,-2-2 0 16,0 0 0-16,-1 0 0 0,-14 0 0 15,21 2 0-15,-10-2 0 0,-11 0 0 0,15 0 0 16,-15 0 0-16,14 0 0 0,-14 0 0 15,0 0 0-15,13 0 0 0,-13 0 0 16,0 0 0-16,0 0 0 0,0 0 0 16,0 0-531-16,0 0-452 0,0 0 68 0,0 0 106 15,-32-10-876-15,22 6-1119 0</inkml:trace>
  <inkml:trace contextRef="#ctx0" brushRef="#br0" timeOffset="41907.82">23134 7064 4156 0,'0'0'-222'0,"0"0"60"16,0 0 46-16,0 0 42 0,-9-3 40 0,9 3 39 0,0 0 36 0,0 0 32 15,-7-2 22-15,7 2 4 0,0 0 9 16,-12-2 0-16,12 2 3 0,0 0-1 0,-13-3 3 16,13 3-2-16,0 0 6 0,-10-2 2 15,10 2 3-15,0 0-4 0,0 0 4 16,0 0 2-16,-10-2-3 0,10 2-4 0,0 0-9 16,0 0-10-16,0 0-11 0,24-13-12 15,-11 9-6-15,2-1-2 0,4 2-13 0,-2-1-7 16,5 1-3-16,-2-1-5 0,1 4-7 15,0 0-1-15,0 2-4 0,2 0-5 0,-6 3 0 16,6 0-4-16,-8 0 0 0,3 2-2 16,-5-2-5-16,-2 0 4 0,1 1-4 15,-5-1 3-15,2 0-2 0,-2 1 6 16,-2 1 5-16,-3-1 4 0,2 0 4 0,-4 2 11 16,-2-1 5-16,-2 1 4 0,-1 4-3 15,-3 0-1-15,-2-1 0 0,3 1 0 0,1-2-13 16,-2-3-2-16,3 5 0 0,-1-4-4 15,0 1-16-15,5 3 13 0,-1-2-1 0,4 1-3 16,-1 3 2-16,5-1-1 0,0-1 5 16,3 6-3-16,3-4-10 0,-1 2-2 0,3-1 6 15,-7-3-3-15,0 0 9 0,3 0 0 16,-6-1 6-16,2-1 12 0,-4 0 28 16,-2 1 28-16,-4 1 22 0,0-2 13 15,-10 3 7-15,3 1 1 0,-6-2 1 0,-10 3-125 16,0-1-17-16,3-4 0 0,-6-1 0 15,-4 0 0-15,9-4 0 0,0-2 0 0,3 0 0 16,1-3 0-16,3 1 0 0,-2-1 0 16,6-1 0-16,-2 1 0 0,3-1 0 0,-1-2 0 15,3 1 0-15,0 0 0 0,-1 0 0 16,3 1 0-16,9 1-266 0,-16-5-242 0,10 4-105 16,6 1-170-16,-9-7-56 0,7 3 81 15,2 4-747-15,0-8-950 0</inkml:trace>
  <inkml:trace contextRef="#ctx0" brushRef="#br0" timeOffset="45541.34">25476 7108 4088 0,'0'0'-35'0,"-5"2"47"0,5-2 41 0,0 0 43 0,-7 4 35 0,7-4 30 0,0 0 27 0,0 0 15 0,0 0 4 0,0 0-19 16,0 0-23-16,-6-11-17 0,6 11-13 15,11-13-15-15,-5 6-6 0,1 1-3 16,-1-1 2-16,4-1-3 0,-7 3 7 0,5 0 0 16,-2-2 4-16,-2 2 1 0,-4 5-3 15,11-8-3-15,-9 4-4 0,-2 4-8 0,5-7-14 16,-5 7-4-16,4-5-6 0,-4 5-3 15,0 0-21-15,5-3-8 0,-5 3-6 0,0 0-2 16,0 0 4-16,-3 18 7 16,-1-6-3-16,1 7-2 0,-1 4 21 0,-4 12 6 0,7 0 0 15,-1 0-39-15,-2 4-34 16,-1-3 0-16,5 1 0 0,0-7 0 0,0-5 0 16,0 1 0-16,0-2 0 0,0-3 0 15,0-4 0-15,0-1 0 0,0-2 0 0,0-1 0 16,0-3 0-16,0 0 0 0,0-3 0 15,0 2 0-15,0-2 0 0,0-7 0 0,0 10 0 16,0-10 0-16,-3 9 0 0,3-9 0 16,-8 10 0-16,1-5 0 0,0 0 0 15,-4-1 0-15,6 1 0 0,5-5 0 0,-13 6 0 16,6-2 0-16,7-4 0 0,-7 7 0 16,7-7 0-16,-4 6 0 0,4-6 0 0,0 0 0 15,10 12 0-15,5-5 0 0,5-1 0 16,4-1 0-16,15 2 0 0,0-3 0 15,3 0 0-15,-1-2 0 0,-9-1 0 0,-8 1 0 16,-3 0 0-16,-1-2 0 0,-6 0 0 16,0 2 0-16,-3-2 0 0,-11 0 0 15,22 0 0-15,-22 0 0 0,12 0 0 0,-12 0 0 16,12-2 0-16,-12 2 0 0,10-5 0 16,-10 5 0-16,3-4 0 0,-3 4-626 0,0 0-386 15,0 0 121-15,-16-10-1035 0,2 8-1346 16</inkml:trace>
  <inkml:trace contextRef="#ctx0" brushRef="#br0" timeOffset="51123.37">13360 5252 1344 0,'0'0'291'0,"0"0"-48"0,25 7-25 0,-25-7-14 0,0 0-10 0,0 0-12 0,0 0-12 0,0 0-5 16,7-9 16-16,-7 9 3 0,0 0 2 15,0 0-2-15,0-8-5 0,0 8-1 0,0 0-4 16,0 0-4-16,0 0-4 0,-5-13-13 15,5 13-10-15,0 0-10 0,0 0-8 16,0 0-11-16,-4-4 7 0,4 4-24 0,0 0-7 16,0 0-10-16,-9-8-2 0,9 8-9 15,-8-4-7-15,8 4 0 0,-10-5-3 0,10 5-1 16,-11-6 6-16,8 0 3 0,3 6 20 16,-14-8 5-16,8 4-3 0,-1-2 6 0,-1-2-3 15,0 1-9-15,-1-1-2 0,2-2-11 16,-4 3-5-16,2-1-8 0,-2-2-12 0,-1 1 1 15,1 2-6-15,4 0-2 0,-5 1-5 16,-1-2-9-16,2 2-1 0,0 3-4 16,0-1-7-16,-1 0-3 0,1-1 7 15,2 2-6-15,-3-1 0 0,5 3-6 0,-4-1 5 16,0 0-3-16,11 2 7 0,-14-5-4 16,3 3 7-16,11 2-1 0,-18-3-7 15,11 3-1-15,-6-2 1 0,4 1-11 0,9 1 6 16,-21 0-5-16,12 0 3 0,9 0 0 15,-25 1-5-15,12-1 4 0,-1 2-2 0,1-2 6 16,-1 2-2-16,3-1-2 0,-3 1-4 16,3 0 4-16,0 1 2 0,-1-1-3 0,1 0 3 15,11-2-2-15,-21 3 6 0,12 1-9 16,-2-1 6-16,-2 0-6 0,2-1-3 16,-3 2 2-16,2 1 7 0,-4 0-10 15,1 0 12-15,2 0-9 0,-1 2 7 0,1-2-3 0,0 0-1 16,0 2-2-16,-1 2-4 15,-1-2 2-15,3-1 0 0,-1 3 2 0,2-1-1 16,-1 4 5-16,3-6 2 0,-2 5-3 16,-1-1-7-16,0 0 12 0,0-1 0 0,1 3-6 15,0-2 6-15,-1 0-3 0,3 2 0 16,-2-2 2-16,3 2 3 0,-3 0-10 16,1 0 8-16,0-2-4 0,1 2-6 0,2 0 3 15,-4 2 0-15,2-2 4 0,4 0 3 16,-5 0-5-16,2 2 3 0,1-2 2 15,-1 1-6-15,1-1 2 0,-1 0 11 16,0 1-3-16,1 1-3 0,-1-1 0 0,0-3-7 16,3 4 5-16,-3-3-4 0,3 2-1 15,-3-1-1-15,2 0 1 0,-2 0 2 0,3 0 2 16,-1 0-5-16,1 2 3 0,-2-2-4 16,4 0 4-16,1 3 2 0,-4-3 1 0,2 0 4 15,1 2-6-15,-1 1 3 0,-1-1-2 16,4 0 5-16,-5-2-2 0,2 1-1 0,3 0-2 15,-3-1 5-15,0 2 0 16,2-2-2-16,0 3-1 0,1-3-7 0,-4-2 2 0,3 2 5 16,0 0 0-16,0-2-6 15,2 0 6-15,0 3-3 0,0-1 2 0,0-1-2 16,0 1 12-16,2 0 0 0,-2-1 3 16,0 1 3-16,4 0 2 0,-1-1-2 0,-1 1 8 15,-1 2 5-15,1-3-4 0,2 1 2 16,0 0-2-16,-1-1-1 0,-3 1-4 15,4-2-1-15,2 0-1 0,-5-1 1 0,4 1-3 16,1-3 5-16,-3 5 7 0,3-6 6 16,-1 5 8-16,1-3-2 0,0-1 0 0,0 2-24 15,1-1-20-15,3-1 0 0,-4 2 0 16,1-1 0-16,3-1 0 0,-5 1 0 0,5 1 0 16,0 2 0-16,-3-5 0 15,3 3 0-15,1-1 0 0,0 2 0 0,1-4 0 16,1 5 0-16,1-5 0 0,1 0 0 15,1 4 0-15,-3-3 0 0,1-1 0 0,2 0 0 16,0 2 0-16,0-2 0 0,0-2 0 16,1 2 0-16,-2-1 0 0,0-3 0 0,1 4 0 15,-3-2 0-15,1-2 0 0,-1 1 0 16,0 0 0-16,0 1 0 0,0-1 0 0,-1-1 0 16,-1-1 0-16,2 0 0 0,1 2 0 15,-1-2 0-15,3-1 0 0,-1 2 0 0,-1-2 0 16,-14 0 0-16,28-2 0 0,-15 2 0 15,1 0 0-15,-14 0 0 0,24-1 0 16,-12-2 0-16,-3 3 0 0,-9 0 0 0,21-2 0 16,-9 0 0-16,-12 2 0 0,17-3 0 15,-6 1 0-15,-11 2 0 0,21-2 0 16,-13 1 0-16,1-4 0 0,5 5 0 16,-14 0 0-16,21-4 0 0,-12 2 0 0,-9 2 0 15,22-7 0-15,-13 6 0 0,-2-3 0 16,4-1 0-16,0 2 0 0,0-2 0 0,-4-1 0 15,3 0 0-15,-1 4 0 0,1-4 0 16,0 2 0-16,-1-1 0 0,-2-1 0 0,6 0 0 16,-4 0 0-16,-2 0 0 15,2 1 0-15,3-1 0 0,-1 0 0 0,-3 0 0 0,2 0 0 16,-3-1 0-16,4 1 0 16,-4-1 0-16,2 2 0 0,-1 0 0 0,-1 0 0 15,-1-1 0-15,0 3 0 0,1 1 0 16,-1-4 0-16,-6 6 0 0,12-11 0 0,-7 8 0 15,-1-4 0-15,4 0 0 0,-3 0 0 16,2-3 0-16,-2 1 0 0,2 1 0 0,-3-6 0 16,4 1 0-16,-2 4 0 0,1-3 0 15,-3-1 0-15,2 1 0 0,-3 0 0 0,3 2 0 16,0-1 0-16,-4-1 0 16,4-1 0-16,-1 1 0 0,-1 2 0 0,3-3 0 0,0-1 0 15,-2 0 0-15,1 1 0 0,-1-3 0 16,3 3 0-16,-2-3 0 0,2 2 0 15,-5 0 0-15,3 1 0 0,-1-1 0 16,0 2 0-16,-1 0 0 0,0 0 0 0,-3-1 0 16,3 2 0-16,-2-1 0 0,0-2 0 15,0-1 0-15,-1-3 0 0,1 1 0 0,-2 0 0 16,-2-1 0-16,2-2 0 0,0 2 0 16,-1-1 0-16,-3 0 0 0,-2-1 0 15,-1 1 0-15,0 0 0 0,-4 0 0 0,0 2 0 16,-3 1 0-16,-6-5 0 0,3 7 0 15,-1 3 0-15,1 1 0 0,-2-1 0 16,4 6 0-16,1-2 0 0,-4 7-36 0,4 0-539 16,-4 0-104-16,-4 2-229 0,-3 3 48 15,-9 11 83-15,-5 5-705 0,-6 10-928 0</inkml:trace>
  <inkml:trace contextRef="#ctx0" brushRef="#br0" timeOffset="51958.16">12316 6371 3885 0,'0'0'-148'0,"0"0"34"0,0 0 36 0,0 0 36 0,0 0 36 0,0 0 30 0,-2-8 31 0,2 8 1 0,0 0 7 15,0 0 6-15,0 0 5 0,0 0 7 0,2-7 3 16,-2 7-1-16,0 0-1 0,0 0-3 16,0 0-6-16,0 0-5 0,0 0-6 0,2-6-2 15,-2 6-6-15,0 0-8 0,0 0 5 16,0 0 8-16,0 0 11 0,-12 25 9 15,8-11 3-15,-3 3-9 0,1 2 2 0,-6 10-7 16,3 2-5-16,-2-2-5 0,7-4-2 16,-4-3-8-16,4 1 0 0,-1-3-1 0,-1 1-9 15,3-4-1-15,-1-1-2 0,0-1-3 16,1-3-3-16,2-1-1 0,-1-3-2 0,0 1-1 16,0-2-7-16,2-7 2 0,-2 12-2 15,2-12 1-15,-2 8-8 0,2-8-40 0,2 5-45 16,-2-5-57-16,0 0-59 15,0 0-65-15,0 0-61 0,0 0-91 0,0 0-148 16,0 0-81-16,0 0 61 0,0 0-328 16,0 0-385-16</inkml:trace>
  <inkml:trace contextRef="#ctx0" brushRef="#br0" timeOffset="52223.4">12058 6656 2715 0,'0'0'149'0,"-1"-8"24"0,-3 4 19 16,4 4 3-16,0 0-13 0,0 0-2 15,0 0-10-15,0 0 9 0,0 0 9 16,0 0-11-16,0 0-15 0,0 0-13 0,14 19-11 16,-9-9-14-16,-1 1-15 0,3-1-8 15,-3 0-11-15,3 2-9 0,0 0-7 0,-1-2-9 16,-3 1-29-16,3-3-37 0,-1 1-41 15,-1-1-44-15,2 1-79 0,-2-4-67 0,0 2-60 16,1-3-101-16,-1-1-108 0,-4-3-129 16,16 5 57-16,-16-5-350 0,15 0-404 0</inkml:trace>
  <inkml:trace contextRef="#ctx0" brushRef="#br0" timeOffset="52439.51">12377 6759 2425 0,'6'-3'20'0,"-6"3"33"16,0 0 21-16,0 0 30 0,0 0 25 0,0 0 35 16,0 0 3-16,0 0 2 0,0 0-13 15,-23 16-11-15,13-10-14 0,3 1-12 0,-3-2-4 16,1 2-15-16,-1-2-7 16,0 1-15-16,1 1-5 0,2 0-16 0,-4 0-24 0,2-2-49 15,2 0-67-15,-2 1-60 16,-2-2-75-16,2-1-95 0,4-2-154 0,5-1-87 15,-20 2 37-15,20-2-195 0,-11 0-206 16</inkml:trace>
  <inkml:trace contextRef="#ctx0" brushRef="#br0" timeOffset="57754.94">15643 5054 1969 0,'0'0'-12'0,"-11"-3"32"0,5 1 32 0,6 2 30 0,0 0 24 0,-12-3 20 16,12 3 17-16,0 0 13 0,0 0-3 0,-5-4-7 15,5 4-10-15,0 0-2 0,0 0-18 16,0 0-11-16,0 0-7 0,0 0-10 0,0 0-5 16,28-1-4-16,-14 1-5 15,-1 0-9-15,3-2-1 0,2 2-5 0,0-2-8 16,-1 2-3-16,-4-1 6 0,0-1 1 15,-1 2 5-15,0 0-2 0,-12 0-8 0,16-2-7 16,-8 1 0-16,-8 1-11 0,12 0-12 16,-12 0 8-16,0 0-7 0,11 5-3 0,-9 1 2 15,0 3-2-15,-2 6 4 0,-2 2-1 16,0 9 18-16,-4 14 4 0,-1 11 13 16,-3 3 3-16,0 7 4 0,5 2-4 0,-1 1 0 15,1-2-2-15,-1 0-3 0,2-3-4 16,0-2-5-16,0-1-2 0,0-15-6 0,1 0 2 15,-1-4-6-15,2-3 2 16,-2-5 24-16,3-6 12 0,-3-8 5 0,-1 1 28 16,3-4 9-16,1-1 18 0,-5-1 5 15,2 0 16-15,-5-3-4 0,-3-1-6 0,-1 0-7 16,-3-4-7-16,0 4 1 0,-2-2-4 16,2-2-12-16,-2 2-17 0,3-2-20 0,-2 1-8 15,4 1-8-15,-1-2 0 0,1 3-12 16,-1-2-8-16,5 1 1 0,9-4-4 0,-16 2-3 15,16-2-7-15,-15 0-1 0,15 0-2 16,0 0-4-16,-9 3-26 0,9-3-31 0,0 0-55 16,0 0-70-16,0 0-92 0,0 0-120 15,0 0-107-15,0 0-124 0,0 0-218 16,0 0 56-16,6-15 94 0,-6 15-558 16,-2-14-694-16</inkml:trace>
  <inkml:trace contextRef="#ctx0" brushRef="#br0" timeOffset="58606.38">11899 5099 3095 0,'0'0'-165'0,"0"0"35"0,0 0 41 0,0 0 38 0,0 0 33 0,0 0 30 15,0 0 32-15,23-16 41 0,-18 13 25 16,1 0 37-16,-1 0 19 0,-5 3 16 0,11-8 7 15,-10 3 13-15,3 0 0 0,-4 5 0 16,4-5-11-16,-4 5-17 0,3-7-15 16,-3 7-27-16,0 0-15 0,0 0-11 0,0 0-9 15,-7 22 0-15,0-1-6 0,-9 12 3 16,-2 12 3-16,-2 3 6 0,3 3 2 0,-2 3 7 16,-2 6-4-16,1 0-7 15,-2-2-7-15,3 0-4 0,-1 2-7 0,2-4-3 0,0-2-10 16,-1 1-8-16,4-3 24 15,1-4-9-15,3-7-4 0,4-8-5 0,0 2-9 16,3-10-2-16,-1-2 11 0,3-6 0 16,2 0 15-16,0-2 15 0,2-1 8 0,0-2 14 15,6 2 4-15,-2-4-1 0,5 0-6 16,1-3-10-16,3-2-13 0,1 0-10 0,-4-1-51 16,-1-1-33-16,5 0 0 15,-3-1 0-15,-1 0 0 0,-12-2 0 0,19 3 0 16,-19-3 0-16,15 2 0 0,-15-2 0 15,11 2 0-15,-11-2 0 0,0 0 0 0,14 0-71 16,-14 0-255-16,10-5-113 0,-5 1-110 16,2-3-137-16,4-6-172 0,-2-4 75 15,7-11-740-15,-4-2-969 0</inkml:trace>
  <inkml:trace contextRef="#ctx0" brushRef="#br0" timeOffset="58875.38">11971 4882 4176 0,'0'0'-80'0,"0"0"27"0,0 0 15 0,0 0 10 0,0 0 22 0,0 0 1 0,0 0 18 16,0 0 10-16,0 0-4 0,0 0-1 15,51 2-2-15,-27 2-3 0,2-2-1 0,-2 2-3 16,1-2-15-16,0 2-36 0,-2 0-52 16,-3-2-75-16,-4 3-84 0,-2 0-101 0,-3 0-211 15,-3 2 27-15,-5 0-166 0,-1 0-196 16</inkml:trace>
  <inkml:trace contextRef="#ctx0" brushRef="#br0" timeOffset="59954.5">15042 7643 2078 0,'0'0'98'0,"-12"2"7"0,12-2 15 0,0 0 36 0,0 0 40 0,0 0 26 0,-11 0 12 16,11 0 3-16,0 0-3 0,0 0-15 16,0 0-13-16,0 0-22 0,0 0-15 0,32 0-15 15,-14 0-16-15,4 0-14 0,-1 0-10 16,-3 0-13-16,5 0-10 0,-3 2-8 16,-5 0-10-16,-2-2-10 0,-13 0-11 15,24 0-1-15,-24 0-4 0,12 0-6 0,-12 0 0 16,0 0-1-16,0 0 3 0,0 0 3 15,0 0 8-15,-36 8 9 0,15-5 15 0,5-2 7 16,-4-1 3-16,6 1-6 0,1 1-7 16,13-2 0-16,-21 2 3 0,14 0 4 0,7-2 14 15,-15 3 5-15,15-3 1 0,0 0-5 16,-14 0-7-16,14 0-6 0,0 0-8 0,0 0-11 16,0 0-21-16,0 0-71 15,0 0-71-15,0 0-87 0,0 0-110 0,0 0-128 16,0 0-135-16,7-14-205 0,-7 14 25 15,0 0 73-15,-3-7-533 0,3 7-663 0</inkml:trace>
  <inkml:trace contextRef="#ctx0" brushRef="#br0" timeOffset="63187.3">17893 5085 3105 0,'0'0'-134'0,"-7"-2"25"0,7 2 19 0,0 0 20 0,0 0 24 0,-7-3 27 0,7 3 21 16,0 0 18-16,0 0-3 0,0 0-4 16,0 0 1-16,0 0-3 0,0 0-1 15,19-12 0-15,-10 10 3 0,2-1-2 0,1 1 2 16,-2-1 8-16,-1-1 7 0,1 3 1 16,-3-1 2-16,3-1 2 0,-10 3-2 0,15-4 0 15,-9 2-3-15,-6 2-1 0,9-3 1 16,-9 3 7-16,9-3-9 0,-9 3 7 15,0 0-4-15,11-4 2 0,-11 4-3 16,0 0 0-16,9-1-7 0,-9 1-5 0,0 0-1 16,0 0-4-16,0 0 2 0,0 0 0 15,0 0-5-15,17 5 3 0,-17-5 1 0,6 6-4 16,-2 1-2-16,-1 4 1 0,3-3-1 16,-1 6-5-16,-2-1 7 0,3 3 0 15,-3 1-2-15,-1 4 2 0,2 1 0 0,-2 1-2 16,0 0 2-16,-2 2 3 0,1-1-7 15,-2 1 8-15,2 1-2 0,-2-2 0 0,1 1-3 16,0-6 10-16,-2 3-9 0,2-3 4 16,-2 3-1-16,2-3 1 0,0-2 2 15,-2-1-2-15,2 0 5 0,-2-1-2 16,2-1-1-16,0 0 12 0,-2 3-2 0,2-2 9 16,-3 4 6-16,1 0-4 0,-5 1 3 15,6 1 6-15,-5 0-22 0,0 1 5 0,3-1 1 16,-3 0-4-16,3 3 0 0,-4-4-2 15,3-1-5-15,1-2 1 0,-3 0-10 16,2-2 2-16,3 1 1 0,-3-4-2 0,2 0 7 16,0 1-4-16,-1-2 0 0,3-1 0 15,-1 0-5-15,1-1-3 0,-2-1 4 0,2 2-4 16,0 0 1-16,-2-3-6 16,2 1 5-16,-2 0-4 0,2-8 10 0,0 13-7 15,2-7 1-15,-2-6 0 0,2 12-1 16,-2-12 2-16,2 11-1 0,-2-11 11 0,0 8 4 15,0-8 6-15,1 6-5 0,-1-6 13 16,0 0 4-16,0 12 3 0,0-12 4 0,0 0 0 16,5 5 5-16,-5-5 0 0,0 0-1 15,0 0 4-15,0 0-7 0,0 8 1 16,0-8-7-16,0 0 0 0,0 0-5 0,0 0-1 16,4 7-4-16,-4-7 2 0,0 0-2 15,0 0 0-15,0 0 1 0,-10 10-1 16,10-10 0-16,-11 7 2 0,3-2-6 15,1-1 4-15,7-4 1 0,-18 6-1 0,13-2-4 0,-3-1 4 16,8-3-8-16,-10 5 1 16,10-5 0-16,-11 7-1 0,11-7-6 0,-7 4-1 15,7-4 1-15,-11 3 0 0,11-3-2 16,0 0-7-16,-7 3 1 0,7-3 0 0,0 0-19 16,-7 6-33-16,7-6-35 0,0 0-52 15,-12 1-70-15,12-1-83 0,0 0-113 16,-10 2-181-16,10-2-40 0,0 0 44 0,0 0-308 15,0 0-365-15</inkml:trace>
  <inkml:trace contextRef="#ctx0" brushRef="#br0" timeOffset="68353.41">19828 5015 2363 0,'-9'2'-44'0,"9"-2"34"0,0 0 28 0,-9 3 30 0,9-3 17 0,0 0 21 0,0 0 23 0,0 0 13 15,0 0 11-15,0 0 2 0,-12 2 3 0,12-2-13 16,0 0-6-16,0 0-15 16,0 0-15-16,0 0-4 0,0 0-10 0,0 0-11 15,0 0-5-15,42-4-3 0,-31 3-10 16,4 1 0-16,1 0-4 0,-3-2-10 0,2 2-3 16,0-2 4-16,1 2-8 0,-2-1 0 15,0-1 0-15,1 0-5 0,-3 2 1 16,1-1-5-16,-4-1 3 0,3 2-12 0,-12 0 9 15,17-2-8-15,-17 2 1 0,16-1-6 16,-16 1 2-16,9-2-6 0,-9 2 10 0,10-2-10 16,-10 2 2-16,0 0-3 0,0 0-4 15,13-2 5-15,-13 2-3 0,0 0 0 16,0 0 2-16,9 7 7 0,-9-7-2 16,2 5 7-16,0 0-5 0,0 2 5 0,-2 2 0 15,0-2 0-15,0 3 5 0,-4 4 11 16,2 1 6-16,0 2 5 0,-3 3 5 0,-1 4 5 15,3-1 1-15,-8 8-3 0,6 2 3 16,-2-2 12-16,-1 3-2 0,4-2-4 0,-4 2-4 16,4 1-5-16,1 0-1 15,-3-9-2-15,4 3-7 0,2-4-2 0,-1 0-3 16,-1 0-2-16,2 0-3 0,-2-1-3 0,2-2-1 16,0-1 0-16,0-1-1 0,0 1-4 15,0-1 0-15,0-1-1 0,-4 3 1 16,4 0 7-16,-3-4 3 0,1 2 10 15,2-3-3-15,0 1-1 0,0-1 1 0,-1 1 0 16,1-5-3-16,0 1-1 0,-2 1 0 16,2-6 0-16,0-1 3 0,0 4-1 0,0-5 1 15,0 0-2-15,0-7 0 0,0 15 0 16,0-15 0-16,0 11 5 0,0-11 2 0,2 8 3 16,-2-8 0-16,0 10-15 0,0-10 11 15,0 8-6-15,0-8 0 0,1 6 0 16,-1-6 5-16,0 7 1 0,0-7-3 15,5 8 0-15,-5-8-3 0,2 6-1 0,-2-6 1 16,0 0 2-16,0 0-2 0,4 8 3 16,-4-8-1-16,0 0-4 0,0 0-1 0,0 0-1 15,2 7-2-15,-2-7 4 0,0 0-2 16,0 0 6-16,0 0 11 0,0 0 8 0,0 0 10 16,0 0 9-16,-11 10 13 0,11-10 4 15,-9 4 8-15,9-4 8 0,-15 6 8 16,5-4 4-16,-3 1-13 0,2-1 0 0,-3 1-3 15,1 1-5-15,-1-3-6 0,3 1-7 16,-2 0-69-16,1 1-12 0,1 0 0 0,1-1 0 16,-1 2 0-16,11-4 0 15,-16 3 0-15,16-3 0 0,-14 5 0 0,6-3 0 16,8-2 0-16,0 0 0 0,-15 2 0 16,15-2 0-16,0 0 0 0,-12 1 0 0,12-1 0 15,0 0 0-15,0 0 0 0,0 0 0 16,-10 4 0-16,10-4 0 0,0 0 0 0,0 0 0 15,0 0 0-15,0 0-113 0,34-5-303 16,-34 5-112-16,16-2-118 0,-5-2-235 0,-2 1 71 16,0 1 82-16,-2-1-656 0,-7 3-837 15</inkml:trace>
  <inkml:trace contextRef="#ctx0" brushRef="#br0" timeOffset="77685.61">18999 7291 3460 0,'0'0'-165'0,"0"0"40"0,-7 3 38 0,7-3 34 0,0 0 36 0,0 0 30 0,0 0 31 0,-10 2 25 0,10-2 26 16,0 0 16-16,0 0 13 0,-13 0 5 16,13 0 6-16,0 0 3 0,-9 1 1 0,9-1 0 15,0 0 0-15,0 0 1 0,0 0-4 16,0 0 3-16,-14 2-1 0,14-2 5 16,0 0 1-16,0 0-3 0,0 0-9 15,0 0-10-15,0 0-17 0,0 0-9 0,41 4-9 16,-23-4-4-16,-2 1-15 0,0-1-5 15,2 0-4-15,-3 2-6 0,0-2-7 0,-2 0-6 16,-1 0 0-16,-3 2-1 0,-9-2-6 16,17-2-1-16,-17 2 1 0,12 0-9 0,-12 0 1 15,7-3-2-15,-7 3-3 0,0 0 0 16,0 0-8-16,0 0 1 0,-37-7 1 16,17 5-6-16,2 0 5 0,-2 1-7 0,5-1 6 15,0 2-10-15,1-2 2 0,14 2-4 16,-18 0 3-16,18 0 1 0,-16-2 5 15,16 2 8-15,0 0 2 0,0 0 12 0,0 0 4 16,0 0-4-16,0 0 1 0,0 0-4 0,0 0-3 16,0 0-3-16,0 0 2 15,52 6-2-15,-41-6-6 0,-11 0 2 0,17 0 1 16,-17 0-7-16,18 0 4 0,-18 0-7 16,0 0 0-16,14 0 2 0,-14 0-12 0,0 0-47 15,4-4-57-15,-4 4-84 0,0 0-117 16,0 0-134-16,-21-9-168 0,14 6-138 0,-1 0 49 15,3-1-619-15,5 4-772 0</inkml:trace>
  <inkml:trace contextRef="#ctx0" brushRef="#br0" timeOffset="80467.14">21752 5078 3250 0,'-16'-1'-218'0,"16"1"36"0,-11-2 29 0,11 2 37 0,0 0 29 0,-14-1 29 0,14 1 18 0,0 0 23 16,0 0 14-16,-13-4 13 0,13 4 10 15,0 0 4-15,0 0 4 0,-7-2 6 16,7 2 1-16,0 0 3 0,0 0-3 0,0 0 3 16,0 0 0-16,0 0 1 0,0 0-3 15,0 0-5-15,0 0-5 0,0 0 0 0,0 0-1 16,0 0-6-16,0 0-1 0,0 0 1 15,36 0-5-15,-24 0 1 0,2 0-1 0,3 0-1 16,-1 0-2-16,0-2-1 0,6 2-2 16,-8 0 3-16,2-3 2 0,-1 3 3 15,-3-3 9-15,1 1 0 0,-3 0-1 16,-1 2 4-16,0-2 1 0,-9 2-2 0,18-3 5 16,-18 3-4-16,9-2 1 0,-9 2-11 15,11-1 2-15,-11 1-6 0,10 0 4 16,-10 0-7-16,0 0 0 0,12-2 2 0,-12 2-5 15,0 0 1-15,0 0-7 0,0 0 1 16,0 0 0-16,0 0-1 0,19 3-1 0,-19-3-3 16,2 9 7-16,-2-9 0 0,2 14 10 15,-2-3 4-15,0 3 10 0,-2 3 6 16,0 3 7-16,-2 3 20 0,-2 10 1 0,0 2 4 16,1 0 3-16,-3 3 3 0,-1 0-1 15,1 1-3-15,-2 2 4 0,1-4-12 16,1 2-3-16,-1-3-4 0,-1 2-4 0,-2-4-2 15,3-2-1-15,0 2 2 0,-1-5 3 16,2 2 2-16,-3-2 7 0,1 1 1 16,3-6 1-16,1 0-2 0,1-3-2 0,-1 3-3 15,0-2-3-15,2 2-6 0,-2-2-3 16,5 2-5-16,-3 1 2 0,-2-5-4 0,3 1-1 16,1 2 1-16,-3-5-5 0,5-4-4 15,-4 1-4-15,4-1 4 0,0-3-4 0,-1 0-2 16,-1-3 0-16,2 1-4 15,-2-1 0-15,-2-1-4 0,4-7 0 0,0 14 0 0,0-14 0 16,0 10 0-16,0-10 3 16,0 9-1-16,0-9 5 0,0 9 0 0,0-9 1 15,0 0 5-15,0 8 0 0,0-8 3 16,0 0 0-16,0 0 2 0,0 10 0 16,0-10 3-16,0 0 0 0,0 0 5 0,0 0 4 15,0 7 2-15,0-7-2 0,0 0-3 16,0 0 2-16,0 0-6 0,0 0 2 0,0 0-8 15,0 0-1-15,0 0 0 0,-2 8 1 16,2-8 2-16,0 0 23 0,0 0 1 0,0 0-1 16,0 0 8-16,0 0 16 0,0 0 14 15,0 0 20-15,0 0 1 0,0 0 1 16,-19 0-3-16,19 0-3 0,0 0-10 16,0 0-1-16,-18-3-17 0,18 3-8 0,0 0-7 15,-18 0-4-15,18 0-11 0,0 0-2 16,-17-1-9-16,7 2-2 0,10-1-3 0,-16 0-2 15,5 3-7-15,11-3 1 0,-16 0-10 16,7 2-18-16,9-2 0 0,-16 0 0 0,16 0 0 16,-11 2 0-16,11-2 0 0,-9 2 0 15,9-2 0-15,0 0 0 0,-11 4 0 16,11-4 0-16,0 0 0 0,0 0 0 16,0 0 0-16,0 0 0 0,-13 0 0 0,13 0 0 15,0 0 0-15,0 0 0 0,0 0 0 16,0 0 0-16,0 0 0 0,0 0 0 15,0 0 0-15,-12 1-178 0,12-1-159 0,0 0-134 16,0 0-134-16,0 0-164 0,0 0-56 16,0 0 70-16,2-11-691 0,-2 11-895 0</inkml:trace>
  <inkml:trace contextRef="#ctx0" brushRef="#br0" timeOffset="82433.98">12872 5504 3832 0,'0'0'-130'0,"10"2"36"0,-10-2 37 0,0 0 31 0,0 0 31 0,6 3 39 0,-6-3 16 16,0 0 15-16,0 0 14 0,0 0-10 16,0 0 3-16,0 0-11 0,0 0-16 15,0 0 4-15,7 4-9 0,-7-4-6 0,0 0 1 16,0 0-5-16,0 0-10 16,0 0-2-16,0 0-25 0,0 0-40 0,0 0-64 0,0 0-72 15,0 0-84-15,0 0-119 16,0 0-194-16,0 0 33 0,0 0 65 0,0 0-161 15,0 0-131-15</inkml:trace>
  <inkml:trace contextRef="#ctx0" brushRef="#br0" timeOffset="83750.44">14553 5430 1797 0,'-6'4'53'0,"6"-4"13"0,-5 4 10 0,5-4 13 0,-8 4 16 0,8-4 21 0,0 0 22 15,0 0 16-15,-7 4 8 0,7-4-10 16,0 0-5-16,0 0-14 0,0 0-18 0,0 0-9 15,-6 3-12-15,6-3-8 0,0 0-14 16,0 0-11-16,0 0-8 0,-10 1-43 0,10-1-40 16,-9 3-66-16,9-3-74 15,-23 4-96-15,12-2-162 0,-5 0-122 0,3-2 45 16,-1-2-172-16,14 2-162 0</inkml:trace>
  <inkml:trace contextRef="#ctx0" brushRef="#br0" timeOffset="84799.82">17142 5428 1983 0,'0'0'32'0,"-7"8"13"0,7-8 13 0,-2 5 9 0,2-5 4 0,0 0 17 15,-4 5 6-15,4-5 6 0,0 0-10 16,0 0-9-16,0 0-13 0,-9 4-3 16,9-4-9-16,0 0-19 0,-9 3-51 15,9-3-59-15,-8 4-109 0,-2-4-183 0,10 0-109 16,-21-2-148-16,10 0-119 0</inkml:trace>
  <inkml:trace contextRef="#ctx0" brushRef="#br0" timeOffset="89148.85">19009 5444 1782 0,'0'0'6'0,"0"0"3"0,0 0 10 0,0 0 13 0,0 0 11 0,0 0 1 0,0 0 9 16,0 0-1-16,-11-12-3 0,11 12-6 0,0 0-4 15,0 0-5-15,-4-8-7 0,4 8-27 16,0 0-39-16,0 0-55 0,0 0-80 0,0 0-208 16,0 0-143-16,0 0-29 0</inkml:trace>
  <inkml:trace contextRef="#ctx0" brushRef="#br0" timeOffset="93764.41">20787 7143 1474 0,'0'0'32'0,"-16"-2"24"0,16 2 20 0,-7-2 25 0,7 2 18 0,-15 0 22 0,15 0 16 0,-14 0 17 0,14 0 11 16,-13 2 7-16,13-2 2 0,-14 0 1 0,14 0 6 15,0 0-1-15,-12 2 2 16,12-2 6-16,0 0 1 0,-13 0 2 0,13 0-4 16,0 0-11-16,0 0-17 0,0 0-1 15,0 0-4-15,0 0-11 0,0 0-8 0,0 0-17 16,0 0-12-16,41 6-12 0,-24-6-16 16,0 3-2-16,-4-3-14 0,5 0-6 0,-3 1-8 15,-2-1-10-15,0 0-2 0,1 0-3 16,-3 0-8-16,-11 0-5 0,20 0-5 15,-20 0-5-15,15 2-6 0,-15-2-13 16,12 0-23-16,-12 0-29 0,0 0-33 0,12-2-37 0,-12 2-46 16,0 0-72-16,12 2-79 15,-12-2-83-15,0 0-129 0,0 0-178 0,0 0 46 0,0 0 77 16,0 0-432-16,0 0-483 16</inkml:trace>
  <inkml:trace contextRef="#ctx0" brushRef="#br0" timeOffset="95247.56">21162 6940 2702 0,'0'0'-59'0,"-9"0"31"0,9 0 25 0,0 0 29 0,-18 0 28 0,18 0 20 0,-11-2 24 15,11 2 17-15,0 0 12 0,-16-2-2 0,16 2 8 16,0 0 5-16,-11 0 3 0,11 0 5 16,0 0 0-16,0 0-4 0,-9-2-4 15,9 2-3-15,0 0 1 0,0 0 2 16,0 0 0-16,0 0 2 0,0 0-3 0,0 0 2 15,0 0-5-15,0 0-2 0,0 0 5 16,0 0 1-16,0 0-5 0,0 0-7 0,0 0-16 16,0 0-9-16,0 0-8 0,0 0-8 15,0 0-10-15,24-10-9 0,-24 10-7 0,21 0-2 16,-9 0-8-16,-12 0-4 16,26 0-3-16,-12 0-9 0,-1 0-9 0,3 0-3 15,-3 1 10-15,1 1-3 0,-1 0-10 16,0 0 1-16,0-2 0 0,0 2-5 0,1-1 6 15,-1 1-8-15,1 0-6 0,-5 0 5 16,-9-2 0-16,20 2-1 0,-20-2 2 0,14 4-7 16,-14-4 7-16,12 0-5 0,-12 0 1 15,11 2 0-15,-11-2-4 0,0 0-5 0,11 2 0 16,-11-2 4-16,7 6 1 0,-7-6 4 16,6 6 0-16,-6-6-2 0,3 8-6 0,-3-8 0 15,6 9 3-15,-6-9 0 0,2 8-2 16,-2-8 1-16,1 10 6 0,-1-10 0 15,0 12-7-15,0-7 9 0,0-5-4 16,-1 14-1-16,-1-7 0 0,0 1 8 0,-2-1-1 16,2 0 4-16,-1 2-4 0,-1-3 13 15,-1 3-12-15,2 0 8 0,-1-2-10 16,-2 2 4-16,3-3 6 0,-3 2-5 0,3 1 5 16,-6-2-3-16,5 2 8 0,-1-1 0 15,-1 0 1-15,-1 0 7 0,1-2 2 0,-2 3 14 16,1-3-7-16,-1 2 5 15,-2 1-2-15,-1-1 3 0,4 1 2 0,-5-1-4 0,2 0-3 16,3 0-6-16,-1-2-2 0,-1 2-4 16,1-3-1-16,1 2-2 0,-2-3 1 15,4 1-1-15,-3 1 2 0,5-1-9 16,-5-2-22-16,4 2 0 0,-4-1 0 0,8-4 0 16,-9 7 0-16,5-4 0 0,-1 1 0 15,5-4 0-15,-7 5 0 0,7-5 0 0,-5 3 0 16,5-3 0-16,0 0 0 0,-4 5 0 15,4-5 0-15,0 0 0 0,0 0 0 0,0 0 0 16,0 0 0-16,-2 7 0 0,2-7 0 16,0 0 0-16,13 5 0 0,-13-5 0 0,14 4 0 15,-6-1 0-15,1 2 0 0,1-1 0 16,-1 1 0-16,0 0 0 0,3 1 0 0,0-2 0 16,0 4 0-16,-1 0 0 0,0 1 0 15,1-1 0-15,-5 0 0 0,2 2 0 16,3 0 0-16,-4-3 0 0,-1 5 0 15,2-2 0-15,0 1 0 0,-4-1 0 0,3 2 0 16,-5-1 0-16,3-1 0 0,-1 3 0 16,-2-3 0-16,1 2 0 0,0-2 0 15,-3 2 0-15,1-2 0 0,2 1 0 0,-4 0 0 16,0-2 0-16,2 1 0 0,-4 0 0 16,2-3 0-16,0 3 0 0,-2-2 0 0,0 1 0 15,0-3 0-15,-3 2 0 0,-1 1 0 16,-4-2 0-16,1 1 0 0,-2 1 0 0,-5-1 0 15,-3 0 0-15,-2-2 0 16,0 1 0-16,-6-3 0 0,2 0 0 0,1 0 0 16,-1-2 0-16,2 2 0 0,6-2 0 15,-2-1 0-15,4-1 0 0,2 1 0 0,-1 2 0 16,3-2 0-16,11-1 0 0,-20 2 0 16,20-2 0-16,-13 0 0 0,13 0 0 0,0 0 0 15,-17 1 0-15,17-1 0 0,0 0 0 16,0 0 0-16,-19-1 0 0,19 1 0 0,0 0 0 15,0 0 0-15,0 0 0 0,-13-2 0 16,13 2 0-16,-4-4 0 0,4 4 0 0,0 0 0 16,-4-10 0-16,4 10 0 15,0-10-680-15,0 4-295 0,4-7 100 0,0 3-1050 0,2-3-1347 16</inkml:trace>
  <inkml:trace contextRef="#ctx0" brushRef="#br0" timeOffset="96197.38">21229 7037 4879 0,'-8'-4'-257'0,"8"4"57"0,0 0 57 0,-13-1 56 0,13 1 52 0,-8-4 55 0,8 4 41 15,-9-1 26-15,9 1 20 0,0 0 22 0,-10-6 12 16,10 6 10-16,0 0 11 0,-7-3 0 16,7 3-15-16,0 0-10 0,-5-7-12 15,5 7-10-15,0 0-13 0,5-8-11 16,-5 8-4-16,7-7-6 0,-3 2-11 0,4 1-1 16,-8 4-12-16,13-8-5 0,-5 7-2 15,-3 0-8-15,-5 1-6 0,18-4 0 0,-11 2-4 16,-7 2-1-16,22 2-7 0,-11 0-4 15,0 1 2-15,1 1-6 0,-1-1 3 0,0 3 0 16,-1-1-8-16,-1 2 3 16,2-2-3-16,-2 1-2 0,0 3 0 0,-4 0-3 0,1-1 2 15,1 2-1-15,-6 1-1 0,1 0 1 16,0 3 5-16,0 0-1 0,-4 0-5 16,0 0 9-16,0 1-5 0,2 3 8 15,-4-4-6-15,0 1 10 0,0 2 13 0,1 0-3 16,-5-3 8-16,3-2 7 0,-5 6 2 15,0-7 9-15,3 4-1 0,-5-5 2 0,3 0-1 16,-2 1-5-16,-1-1-6 0,0-2 0 16,1-1-6-16,-1 3-5 0,3-4-1 0,2 2 1 15,-2-4-4-15,0 1-6 0,4-2-2 16,-1 1 0-16,6-4 0 0,-8 5-5 0,8-5 2 16,-8 5 7-16,8-5 0 15,-5 3 8-15,5-3-5 0,0 0-1 0,-6 6-7 16,6-6 3-16,0 0-5 0,-2 5-4 15,2-5-1-15,0 0 1 0,0 0-6 0,6 10 0 16,-2-2 1-16,1-4-3 0,4 5-1 16,-2 1 1-16,0 2-4 0,4 3-1 15,0 3 2-15,-2-3-1 0,-2 3 0 0,3 2 0 16,-4 1 0-16,-1-3 0 0,3 4 0 16,-4-8-2-16,-1 7 0 0,4-6 1 0,-4 1-1 15,-1-5 2-15,-2 1 0 0,0 0-4 16,0-3 14-16,0-1 8 0,-3 4-23 15,-3-4 0-15,-2 1 0 0,-2-1 0 0,-2-3 0 16,-4 2 0-16,-4-2 0 0,2-1 0 16,-7-1 0-16,2 0 0 0,3-1 0 15,-2-2 0-15,7 2 0 0,2-2 0 0,-5 2 0 16,5-2 0-16,13 0 0 0,-19 1 0 16,19-1 0-16,-17 0 0 0,17 0 0 0,-14-1 0 15,14 1 0-15,-5-2 0 0,5 2 0 16,-8-7 0-16,8 7-78 0,-1-5-575 0,1 5-214 15,0-10-17-15,0 10 95 0,3-9-884 16,-3 9-1110-16</inkml:trace>
  <inkml:trace contextRef="#ctx0" brushRef="#br0" timeOffset="102046.95">23272 7219 2487 0,'0'0'442'0,"0"0"-188"0,0 0-105 0,0 0-41 0,0 0 54 0,-12 15-19 0,12-15-15 16,-4 6 1-16,4-6 1 0,-1 9 9 16,1-9-3-16,1 11 0 0,1-6-8 0,4 0-9 15,-3 0-7-15,10-2-12 0,-2 2-11 16,2-3-10-16,0 0-9 0,5-4-7 15,0 0-7-15,6-2-6 0,-3 0-6 0,-5-4-3 16,6-3 2-16,-7-1-8 0,-4-1-2 16,1-3 3-16,-4-3 4 0,-3-4 7 15,-5-1-1-15,0-1 11 0,-3 1 2 0,-2 2-3 16,0 0-8-16,-5 3-3 0,-1 3-7 16,-3 3-4-16,1 7-2 0,-2 0-4 15,0 6-3-15,-4 3-1 0,-5 6-2 0,-4 6-2 16,6 7 2-16,0 3-4 0,7 0 3 15,5 2-6-15,3 0 9 0,5-3-1 16,2 1 1-16,8 8-6 0,1-2 8 0,7-2 1 16,-2-4 0-16,9-2-6 0,2-2 0 15,2-4-7-15,2-4 2 0,-6-4 1 0,-3-5 4 16,1 0-3-16,1-4 1 0,-4-4-2 16,3-2 6-16,-1-1 16 0,-4-5 0 15,6-9 7-15,-8-3-2 0,-3 2-9 0,-2-7 4 16,-5-5 4-16,-3 3-2 0,-4-5-7 15,-5 0-7-15,0 1-5 0,-3 6-3 0,-6 4 0 16,3 7-5-16,-5 11 3 0,2 4-7 16,-6 3 1-16,-7 10 1 0,-3 8-3 0,1 3 5 15,0 5-19-15,1 7 13 0,12-6-16 16,2 0 13-16,5 3 5 0,7-8-6 0,1-1 3 16,2-5-11-16,6 1-12 15,1-2-8-15,4-1-9 0,4 0-6 0,-2-6 0 16,5-1 2-16,-4-1 5 0,4-2 2 15,-5-4 6-15,1 0 3 0,-12 0 3 0,19-7 3 16,-14 2 7-16,2-4 4 0,-4 1-6 16,-3-4 2-16,0-3 1 0,0 3-1 0,-3-5 0 15,-4 1-2-15,4 2-3 0,-5-1 2 16,1 5-7-16,-1 1-51 0,-2 4-55 0,3 5-68 16,-6 0-103-16,-1 3-95 0,-3 3-113 15,2 4-225-15,-5 0 46 0,0 7 71 16,4-1-484-16,9-1-564 0</inkml:trace>
  <inkml:trace contextRef="#ctx0" brushRef="#br0" timeOffset="103496.62">23898 5175 2970 0,'-12'-4'-38'0,"0"3"15"0,0-4 15 0,3 3 24 0,-1 0 27 0,10 2 37 0,-15-4 17 0,15 4 16 0,0 0-9 0,-15-2 3 16,15 2 4-16,0 0 6 15,0 0 7-15,-8 0 10 0,8 0-7 0,0 0-7 16,0 0-11-16,43-2-10 0,-23-1-7 16,1 2-14-16,2-1-6 0,4 0-5 0,-3 0-9 15,1 1-6-15,-4 0-3 0,-4-2-6 16,-1 3-5-16,-3 0-5 0,-13 0-3 0,21 0-6 16,-21 0 0-16,17 0-6 0,-17 0 1 15,12 0-2-15,-12 0 1 0,7 5-1 16,-3 1-2-16,-3 2 2 0,-1 2 0 15,3 5 4-15,-3 2 8 0,2 5 6 0,-2 2 12 0,2 14 1 16,-2 1-1-16,4 5-2 0,-1 8 14 16,1 3 0-16,2 1-6 0,-5-2-2 15,10-1-9-15,-8 0 0 0,3 0-5 16,-1 1-1-16,-1-13-3 0,2-2-7 0,-4 1 0 16,0-10-3-16,-2-2-1 0,0-3-2 15,0-5-3-15,-2 3 0 0,2-6-3 16,0 1 25-16,0-4 3 0,0-5 10 0,0 4 5 15,-2-1 7-15,0-4 6 0,0 2 5 16,-6-1-4-16,3 1-2 0,-4 2 0 0,-3-1 4 16,-3-1-9-16,-3 0 13 0,0 1-3 15,-2-5-3-15,1 4 1 0,1-1-7 0,-2-1-9 16,4-2-5-16,2 0-6 16,3-1 0-16,-1 3-5 0,1-4 0 0,1 2-9 0,10-6 11 15,-14 6 0-15,9-5-4 16,5-1-3-16,-7 4-4 0,7-4 1 0,-11 4-3 15,11-4-6-15,0 0-5 0,-11 4-6 16,11-4-10-16,0 0-43 0,-7 6-79 0,3 0-93 16,2 0-139-16,0 0-152 0,-2 1-187 15,0 0-121-15,4-2 71 0,-2 2-718 0,2-7-909 16</inkml:trace>
  <inkml:trace contextRef="#ctx0" brushRef="#br0" timeOffset="105745.37">23914 7490 3704 0,'-10'-2'-102'0,"10"2"54"0,-15-2 43 0,15 2 50 0,-11 0 46 0,11 0 41 0,0 0 35 0,-14-4 26 16,14 4 15-16,-7 0 3 0,7 0-4 0,0 0-10 15,0 0-7-15,0 0 6 16,0 0 11-16,0 0-6 0,-18-1 13 0,18 1 1 0,0 0-3 16,0 0-18-16,0 0-14 15,48 5-18-15,-21-5-16 0,4 0-30 0,8 0-8 16,6-2-14-16,-13 2-8 0,-1-2-9 16,-6 2-7-16,0-1-12 0,-3-2-1 0,-7 3-6 15,-2 0-4-15,0 0-4 0,-1-3 2 16,-12 3-12-16,19 0-5 0,-19 0-6 0,14 0-2 15,-14 0-7-15,9 0-4 0,-9 0-23 16,0 0-44-16,0 0-47 0,0 0-57 0,14 3-63 16,-14-3-69-16,0 0-87 15,0 0-111-15,0 0-147 0,7-7-138 0,-7 7 62 0,6-10-724 16,-1 2-890-16</inkml:trace>
  <inkml:trace contextRef="#ctx0" brushRef="#br0" timeOffset="106312.56">24480 7238 4307 0,'-10'-7'120'0,"7"0"35"0,-1 0 18 0,2 1 6 15,0-1 7-15,2 7 6 0,0-9 2 16,2 4 0-16,0-3-30 0,2 1-11 15,-4 7-15-15,3-10-16 0,-1 6-10 16,-2 4-17-16,8-6-22 0,-8 6 13 0,0 0-7 16,0 0-8-16,15 10 7 0,-9-1-16 15,-2 1-1-15,-1 4 8 0,2 3 14 0,0 4 23 16,-3 5-7-16,2-1 16 0,-4 13 7 16,0-1 0-16,0 1-1 0,-2 2-3 0,0-2-11 15,2-1-9-15,0-7-61 0,-2-5-37 16,2 1 0-16,-1-4 0 0,1-1 0 0,-2-4 0 15,2 1 0-15,0-3 0 0,0-4 0 16,-2 2 0-16,-1-2 0 0,1-3 0 16,2 0 0-16,0-2 0 0,-2 1 0 15,1 1 0-15,-5-4 0 0,-1 4 0 0,-4-2 0 16,0 1 0-16,-3-3 0 0,-2 4 0 16,-1-3 0-16,3 2 0 0,1-2 0 0,0-1 0 15,3 1 0-15,1-2 0 0,9-3 0 16,-14 5 0-16,14-5 0 0,-5 6 0 0,5-6 0 15,0 0 0-15,0 0 0 0,21 8 0 16,-10-6 0-16,2 0 0 0,3-2 0 0,-2 0 0 16,8 0 0-16,-5 0 0 0,4 0 0 15,-6 0 0-15,3 0 0 0,-7 0 0 0,2 0 0 16,-13 0 0-16,19 0 0 0,-10 0 0 16,-9 0 0-16,16 0 0 0,-16 0 0 0,11-2 0 15,-11 2 0-15,0 0 0 16,0 0-825-16,0 0-134 0,0 0 98 0,0 0-1025 15,0 0-1310-15</inkml:trace>
  <inkml:trace contextRef="#ctx0" brushRef="#br0" timeOffset="107413.12">25509 7333 5125 0,'-4'-2'-83'0,"4"2"41"0,-13-3 27 0,13 3 30 0,-14 0 23 0,14 0 15 0,0 0 2 16,-22 4 19-16,16-3 4 0,6-1 8 15,-10 7 4-15,7-5 8 0,3-2 5 0,0 0 6 16,-4 10 3-16,4-10-7 0,0 0-10 15,13 8-5-15,-13-8-12 0,19 0-4 16,-8-3-8-16,3 0-8 0,1-2-8 16,-1-2-4-16,1-2-4 0,0-3-3 0,-4-1 0 15,2-1-11-15,-1-3-1 0,-4 0 1 16,-3-4-4-16,-1 6-3 0,-2 1-2 0,-2 2-6 16,-6 2-3-16,1 3-1 0,-4 4 2 15,9 3 3-15,-27 3 19 0,7 4-1 0,2 1 13 16,-7 9 16-16,7-1-7 0,0 5 28 15,6 1-8-15,6-2-7 0,3-1 1 0,3 1-4 16,2 1-6-16,3 1-1 0,2-3-4 16,4 0-5-16,-2-2-3 0,0 0-9 0,5-2-7 15,-5-3-8-15,3-4-27 16,-3-3-55-16,1-1-71 0,-1-2-83 0,-9-2-100 16,14-2-113-16,-14 2-130 0,13-12-207 15,-10 5 7-15,4-7 87 0,-3-3-655 0,-3-8-784 16</inkml:trace>
  <inkml:trace contextRef="#ctx0" brushRef="#br0" timeOffset="108294.51">26380 5163 3458 0,'-13'-2'-136'0,"3"0"28"0,1 0 33 0,9 2 31 0,-10-3 32 0,10 3 37 0,-6-4 37 0,6 4 9 16,0 0-10-16,0 0-6 0,0 0-7 15,23-12-1-15,-5 4-8 0,5 4-7 16,2 2 1-16,16-4-3 0,1 2-2 15,4-1-6-15,-3 3 1 0,-1-2-5 0,0 0 0 16,-6 0-2-16,-3 1 4 0,-10 3 4 16,-7-1-1-16,-2-1 5 0,-3 2-6 0,2 0 4 15,-13 0-3-15,14 6 7 0,-6-2 4 16,-5 6 13-16,2 1 16 0,-5 3 13 0,2 5 28 16,-4 7 14-16,2 14 11 0,-2 5 17 15,-1 13-13-15,3 5-9 0,3 2-12 0,3 4-12 16,-3-5-7-16,5 2-8 15,-5-4-11-15,8 6-4 0,-4-12-6 0,-1-2-3 16,-5-9-8-16,3-1-9 0,-2-7 3 16,-2-6-7-16,-2-6 9 0,-2-2 13 0,4-3 5 15,-3-3 18-15,-5 2 12 0,2-3 18 16,-3 1 4-16,-1-5 15 0,-4 3-1 16,2-1 4-16,-4-2-3 0,1 1-6 0,-3-2-6 15,6 1-12-15,-1-2-6 0,1-1-10 16,1-3-8-16,0 1-11 0,4 0-4 0,0-1-9 15,-1-2-5-15,5 0-6 0,3-4-4 16,-11 5-7-16,11-5-4 0,-5 6 0 16,5-6-6-16,-8 2-4 0,8-2-6 15,-5 4-4-15,5-4-3 0,0 0-3 0,0 0-43 16,-10 8-57-16,10-8-59 0,-8 0-64 16,8 0-73-16,-5 6-96 0,-1-2-90 0,6-4-109 15,-10 1-188-15,10-1 27 0,0 0 80 16,0 0-600-16,-15 2-723 0</inkml:trace>
  <inkml:trace contextRef="#ctx0" brushRef="#br0" timeOffset="109445.15">26332 7368 3405 0,'-15'2'-56'0,"15"-2"36"0,-17 1 31 0,7-1 30 0,10 0 41 0,-19 0 32 0,10 0 24 0,9 0 18 0,-17 0 6 15,17 0 4-15,-14 0 1 0,14 0 2 16,0 0 2-16,-15 3 7 0,15-3 9 16,0 0 10-16,0 0 10 0,-10-4-3 0,10 4-13 15,0 0-15-15,34-2-13 0,-12 0-16 16,4 0-26-16,1 2 2 0,15-2-11 0,-8 2 7 15,-4 0-26-15,-3 0-3 0,2-1-20 16,-8 2-5-16,0-1-7 0,-4 0-2 0,-3 0-3 16,1 0 2-16,-6 0-8 0,-9 0-3 15,19 0-8-15,-19 0-5 0,11 0-1 0,-11 0-7 16,12 0-12-16,-12 0 7 0,0 0-2 16,13 2-3-16,-13-2-22 0,0 0-74 15,12 0-86-15,-12 0-96 0,0 0-126 16,0 0-142-16,11-2-269 0,-11 2 34 0,8-6 91 15,-3 0-664-15,2-2-797 0</inkml:trace>
  <inkml:trace contextRef="#ctx0" brushRef="#br0" timeOffset="110061.6">27095 7049 3729 0,'-6'-7'17'16,"0"0"54"-16,2 3 34 0,2-4 30 0,2 8 24 0,6-12 15 0,-2 7 9 0,4-2-1 16,1 0-13-16,6 0-19 0,1 1-16 15,0 4-10-15,4-2-13 0,-1 4-15 0,1 2-6 16,4 2-10-16,-1 2-8 0,-4 5-7 15,5 4-5-15,-3 5-6 0,-3 3-5 0,-11-5-3 16,-1 1-4-16,-8 0-5 0,-4 3-3 16,-6 7 0-16,-4 0-5 0,-11 6-1 0,-3 0-2 15,-5-1-6-15,7-3 1 0,3-9-1 16,3 1-5-16,4-3 3 0,4-1 16 16,5-6 44-16,3 1 32 0,5 2 19 15,1-4-3-15,1 2-1 0,7 6-12 0,1-1-5 16,3-3-11-16,5 9 0 0,-2-4-3 15,-2-3 1-15,-1-1-2 0,-2 0 0 0,-3-3 1 16,-2-2 1-16,0 1 1 0,-3-2 6 16,-4 1-69-16,-4 1-33 0,-4 1 0 0,-1-2 0 15,-4 0 0-15,-10 1 0 0,-4-1 0 16,5-3 0-16,-1-3 0 0,-2 0 0 16,2-3 0-16,0-1 0 0,2-1 0 0,3-1 0 15,-3-6-136-15,0 2-461 0,2-4-215 16,2-1-78-16,0-3 90 0,2 1-886 15,-1 0-1120-15</inkml:trace>
  <inkml:trace contextRef="#ctx0" brushRef="#br0" timeOffset="110762.74">25488 7444 4385 0,'2'2'-110'0,"0"4"22"0,-2-6 14 0,2 9 53 0,-2-9 50 0,2 4 37 0,-2-4 36 0,0 0 27 15,0 0 11-15,0 8 7 0,0-8 7 16,0 0 10-16,0 0 9 0,0 0 0 0,0 0-20 16,0 0-10-16,23-12-17 0,-12 6-15 15,2 0-7-15,-1-5-14 0,3-1-8 0,-1-2-11 16,-3-1-2-16,-2-3-11 0,-1 1-3 16,-2 2-6-16,-3 0-8 0,-3 3-2 0,0 0-8 15,-3 3 0-15,-5 2-6 0,-4 6 2 16,-1 2-10-16,-4 3 4 0,-3 6-2 15,-7 5-2-15,0 7-1 0,4 3 3 0,3 2 7 16,8 6 6-16,0 0 8 0,9 1-1 0,3-5 14 16,3-4 0-16,9 9-5 15,0-3 1-15,8-2 1 0,5-8-2 0,2 0 0 16,5-3-5-16,-2-6 1 0,-3-7 2 16,-5-1-6-16,0-4 11 0,-1-2 8 0,-6-5 1 15,2-1-8-15,-2-4-5 0,-1-5-5 16,-9-1-4-16,-1-5-5 0,-4-3-4 15,-5-8 2-15,-5-2-10 0,-4 2-1 0,-4 2-8 16,-3 3 0-16,-2 3-2 0,-4 9-7 16,-4 4-8-16,6 4-69 0,3 6-77 15,3 3-86-15,-2 1-115 0,0 1-129 16,0 6-146-16,3-2-181 0,6 2 57 0,2-2 91 16,5 2-638-16,0-3-756 0</inkml:trace>
  <inkml:trace contextRef="#ctx0" brushRef="#br0" timeOffset="120059.52">23337 7471 2891 0,'0'0'314'0,"-8"-4"-75"0,8 4-55 0,-6-3-32 0,6 3-12 0,0 0-2 16,-17 10-4-16,12-3-3 0,-4 0 4 0,4 1-6 15,1 3-6-15,1-1 8 0,1-2 0 16,2-1-1-16,2 2-3 0,-1-1-4 0,3-1-3 16,2-2-2-16,-3 1-4 0,6-3-8 15,-9-3-7-15,14 2-12 0,-14-2-8 0,22-9-6 16,-9-1-13-16,0-4-6 15,6-6-2-15,0-7-11 0,1 0-1 0,-6-3-3 16,0-2-7-16,-3-5-4 0,-1 2 0 16,-5-2-6-16,2 3 1 0,-5 8-1 0,-2 5-7 15,0 6-2-15,-2 1-5 0,-5 5 6 16,2 7-7-16,5 2 3 0,-25 2-3 0,6 7 3 16,-8 7 2-16,3 3-8 0,-1 4 11 15,2 0-1-15,6 3-6 0,1 1 5 0,7 2-2 16,3-5 1-16,6-4 6 15,0-1 0-15,8 3 5 0,2-5 2 0,1-2-3 16,4-1 0-16,2-6 3 0,5-2-1 16,-2-3-2-16,7-6-2 0,7-5-5 0,-2-3-2 15,3-5 1-15,-2-5 1 0,1-6-5 16,-7 1 4-16,-9-3-3 0,2-2-1 0,-9-3-2 16,-1-2 3-16,-7 0-6 0,-3 5 8 15,-3-2 1-15,-6 8 2 0,4 5-1 16,-4 5 4-16,-3 5-3 0,-1 4-4 0,-3 6 5 15,-6 4-3-15,-9 8-8 0,1 7-4 16,-1 1 1-16,-3 11 9 0,7 2 15 16,8-5-2-16,2 1-22 0,5-3 15 0,5 1 8 15,5-5-1-15,4-3 3 0,0-2 12 16,5 2-6-16,3-2 6 0,5-5 0 16,5-4-1-16,0 1 0 0,1-6-2 0,6-6-6 15,9-4 0-15,-4-3-8 0,2-3 5 16,-7-5-7-16,2-2 0 0,-4-1 2 0,-9-5 2 15,0 1-8-15,-7 1 7 0,-7 1-9 16,-2-2 0-16,-2 0 1 0,-11-6-4 0,0 2 2 16,-6 4-7-16,-4 8-2 0,2 10 1 15,-3 3 1-15,-13 10-3 0,-10 9 6 0,-3 11-4 16,5 1 4-16,0 2-1 0,7 2-2 16,10 4 0-16,6-8 0 0,8 1 6 0,3 1-5 15,10-7-1-15,2-2 8 0,6-8 2 16,6 2 0-16,4-2 0 0,16-4-1 15,-5-4-3-15,3-6 4 0,10-3-6 16,1-5 2-16,-3-4 3 0,-7-2-6 0,-3-1-1 16,-7-6 2-16,-4 0-3 0,-11 3 6 15,-3 1 0-15,-6 0-3 0,-6-3-9 0,-6-5 2 16,-8 1-2-16,1 4-6 0,-4 6 1 16,3 5-3-16,1 5-23 0,1 4-63 0,-2 2-78 15,-1 8-90-15,-6 3-126 0,5 7-146 16,0 2-207-16,4 6-72 0,4-2 75 0,11-2-731 15,3 0-917-15</inkml:trace>
  <inkml:trace contextRef="#ctx0" brushRef="#br0" timeOffset="121042.38">25390 7513 4321 0,'0'0'37'0,"11"-2"21"0,-11 2 23 0,0 0 34 0,14-1 35 16,-14 1 23-16,18 0 7 0,-18 0 7 0,15-2-5 15,-5 2-21-15,-10 0-3 0,18-4-19 16,-4 3-8-16,-1 0-12 0,3-5-10 15,-1 2-5-15,0 0-13 0,-2-2-13 0,1 2-6 16,-5-3-7-16,4 0 17 0,-1 0-9 16,-1-1 0-16,-3-1 2 0,-3-2 0 15,2 2-2-15,-3-1-2 0,-3 3-4 0,-2-1-6 16,1 8-8-16,-6-10-3 0,0 6-5 16,-4 2-3-16,10 2-1 0,-19 2 12 0,4 3 5 15,-1 2 17-15,2 3-1 0,-2 1 11 16,5 1 2-16,0 2 5 0,1-2-17 0,2 1-75 15,5 0 0-15,1 1 0 0,2-2 0 16,0 1 0-16,2-1 0 0,1 0 0 0,3-4 0 16,2 3 0-16,1-4 0 15,2-2 0-15,7-2 0 0,-3-1 0 0,6-5 0 16,4-3 0-16,7-4 0 0,1-2 0 16,-5-2 0-16,-1-1 0 0,-2-2 0 0,-5-2 0 15,2-1 0-15,-10 1 0 0,1-1 0 16,-8 1 0-16,1 2 0 0,-5 2 0 0,-1 0 0 15,0 2 0-15,-3 3 0 0,-5 2 0 16,-1 3 0-16,-5 5 0 0,1 1 0 0,-6 3 0 16,-1 4 0-16,-5 8 0 0,3-4 0 15,-1 6 0-15,9 0 0 0,1-3 0 0,8-1 0 16,-1 2 0-16,3-1 0 0,1-3 0 16,6 0 0-16,1-1 0 0,4-1 0 0,3-1 0 15,5-3 0-15,-1-2 0 16,0 0 0-16,2-4 0 0,-3 2 0 0,-1-2 0 15,-2-2 0-15,0-2 0 0,-2 2 0 16,-5-2 0-16,4 0 0 0,-2 0 0 0,-3-3 0 16,-2-1 0-16,-4 0 0 0,0-1 0 15,-2 3 0-15,-2-2 0 0,-4 0 0 0,-1 1 0 16,-3 3 0-16,2 0 0 0,-6 2 0 16,1 1 0-16,2 1-904 0,-2 0-53 0,-1 3 96 15,1 3-999-15,-3 2-1285 0</inkml:trace>
  <inkml:trace contextRef="#ctx0" brushRef="#br0" timeOffset="123142.38">4384 8703 697 0,'5'-7'119'0,"-2"1"-46"0,1-1 9 0,-2 0 14 0,3-2-6 0,-5 1-2 0,2-2-3 0,2 1-8 16,0-1 0-16,-1 1-10 0,0 3-4 15,1-3-1-15,-2 4-1 0,0-1-5 0,-2 6-4 16,1-6-5-16,-1 6 3 0,0 0 0 16,0 0 29-16,0 0-9 0,-19 26 27 15,4-1 13-15,-2 4-7 0,-8 7 18 0,4 3-5 16,-4 4 21-16,-1 1 4 16,-3-1-8-16,2 2 6 0,0 2-5 0,1-6-9 15,2 0-9-15,-1-4-4 0,5-11 3 16,2 3-8-16,0-6-12 0,4-2-12 0,3-4-5 15,2-5-3-15,0 0-7 0,1-2-9 0,0-1-6 16,4 1-7-16,-3-3-6 0,2-2 0 16,2 0-4-16,3-5-9 0,-6 7-8 15,6-7-14-15,0 0-60 0,0 0-80 16,0 0-80-16,0 0-83 0,0 0-116 0,27-31-184 16,-9 9 39-16,-2-5-256 0,2 1-303 15</inkml:trace>
  <inkml:trace contextRef="#ctx0" brushRef="#br0" timeOffset="123458.68">4457 8551 2367 0,'9'-12'-14'0,"-3"4"4"0,0 3-2 16,0 1 3-16,-1 0-1 0,-5 4 2 0,0 0 3 15,0 0 25-15,24 15 21 0,-13 1 34 16,6 11 22-16,5 10 3 0,3 4 20 0,0 1 1 15,2 10-2-15,5-1 50 0,2 1-12 16,10 15-8-16,4 0-20 0,0-6-8 0,-3 1-14 16,-11-17-8-16,2 3-9 0,-7-7-16 15,-4-2-2-15,-7-8-5 0,-4-4-10 0,-3-4-5 16,-6-4-5-16,-1-3-6 0,-4-5-5 16,0 1-2-16,-2-4 1 0,-2 0-7 15,1-1-2-15,-2-5 0 0,5-2-37 16,0 0-62-16,0 0-85 0,-26-11-84 15,14-3-114-15,1-1-227 0,-3-11 3 0,-1-2 65 16,1 1-196-16,3 0-204 0</inkml:trace>
  <inkml:trace contextRef="#ctx0" brushRef="#br0" timeOffset="123675.36">4579 9149 2124 0,'-18'2'48'0,"0"0"17"16,2 0 20-16,2 0 23 0,0-2 27 0,1 3 29 15,3 0 9-15,-2-1 5 16,12-2-8-16,-14 2-12 0,14-2-11 0,-7 2-10 16,7-2-10-16,0 0-12 0,0 0-15 15,27 7-3-15,-8-7-8 0,5 0-10 0,2 0-8 16,2 0-6-16,2 0-8 0,1 0-5 16,-1 0-48-16,-3 0-92 0,-4-2-102 0,-3 2-106 15,-2 0-184-15,-2-5-110 0,-1 3 57 16,-5-4-274-16,-1 2-293 0</inkml:trace>
  <inkml:trace contextRef="#ctx0" brushRef="#br0" timeOffset="124058.75">5264 8748 2369 0,'13'-17'11'15,"-6"3"4"-15,-2 4 0 0,-1 3-4 0,3 2-2 16,-4 3 0-16,-3 2 23 0,0 0 40 16,13 15 26-16,-9-1 20 0,-2 8 23 0,1 15-13 15,-4 2 34-15,-3 7-7 0,-2 13 15 16,1-1 14-16,-3 2-13 0,-2-4-9 16,3 2-10-16,1-4 9 0,-1-1-13 0,2-12-15 15,0-2-17-15,5-1-1 16,-2-6 5-16,2-10-5 0,0-1-7 0,2-4-8 15,0-1-4-15,1 0-6 0,4-3-5 16,0 0-10-16,2-1-4 0,3-4-7 0,1-1-6 16,5-2-7-16,-1 0-5 0,2-3-8 15,2 0 0-15,0 0-10 0,-2-2-1 0,-2-2-19 16,0 0-47-16,-2 0-42 0,-3-1-56 16,-1-1-71-16,-1 1-74 0,-4-2-70 0,-3-2-85 15,-1 0-178-15,-4-3-19 0,1-2 61 16,-5-3-351-16,-2-6-405 0</inkml:trace>
  <inkml:trace contextRef="#ctx0" brushRef="#br0" timeOffset="124276.28">5192 8886 2696 0,'-1'-12'-7'0,"-1"-1"20"0,5 3 5 16,3-1-3-16,1-1 34 0,5-1 6 15,1 0 15-15,5 0-6 0,-2 3-3 16,4-1 0-16,-1 1-12 0,0 2-2 16,-2 2-1-16,0 3-12 0,-3 1-4 15,-1 2-2-15,-1 0-4 0,-1 4 4 0,-4-1-4 16,0 2-65-16,-4 0-72 0,1 2-82 16,-4 0-150-16,-4 2-155 0,-2-1 34 0,0 2-128 15,-1 3-93-15</inkml:trace>
  <inkml:trace contextRef="#ctx0" brushRef="#br0" timeOffset="124792.92">5531 9128 1801 0,'0'0'59'15,"0"0"19"-15,0 0 27 0,0 0 17 16,0 0 14-16,0-24 9 0,0 19 16 16,0-1 7-16,0-2 2 0,2 0-24 0,0-1-8 15,2 3-12-15,2-3 18 0,2 4-10 16,-1-2-8-16,5 0-8 0,-1 4-9 0,2-1-2 16,3 3-6-16,-1 2-12 0,2 3-11 15,3 4 1-15,-2 1-5 0,1 1-2 0,-6 4 1 16,3 1 0-16,-7 0 6 0,-1 5 6 15,-5-3 5-15,-3 1 3 0,-3 5-10 0,-6 8-6 16,-6-2-4-16,-7-1 17 16,1-4 1-16,3-2 0 0,2-7-6 0,3-1-2 15,-1-4-8-15,5-3 5 0,2-2-1 16,-2-5-8-16,9 0-5 0,-11 0-8 0,11 0-7 16,0 0-1-16,-7-9-10 0,7 9 3 15,4-10-10-15,-4 10-6 0,0 0 5 0,9-5-9 16,-9 5-3-16,0 0 1 0,21 7-5 15,-8-2 0-15,3 2 5 0,-3 1-8 0,4 1 3 16,0 3-4-16,0 2-4 0,0-3 2 16,-3-3-5-16,-1 1 1 0,-1 0-3 15,-1-2-3-15,0 3-1 0,-1-6 3 16,-3 0-7-16,-1 0-39 0,1 1-48 16,-7-5-71-16,9 2-97 0,-9-2-112 0,0 0-110 15,0 0-199-15,0 0-20 0,7-13 73 16,-5 5-467-16,-2-7-566 0</inkml:trace>
  <inkml:trace contextRef="#ctx0" brushRef="#br0" timeOffset="125225.64">5913 8722 3160 0,'-4'-10'-42'0,"3"1"17"0,-1 1 12 0,4 1 23 0,-1 0 7 0,-1 7-1 0,6-10-4 16,1 3-3-16,7 0 5 0,1 2-9 16,3 2 3-16,0-1 1 0,1 3-3 0,4-1 0 15,-4 4-2-15,2 1 2 0,0 2-2 16,-2 4 4-16,0 3-5 0,4 5 1 0,-6 5-3 16,-3 4 3-16,-3 3 3 0,-4 3-1 15,-1 2 2-15,0 5 0 0,-4 4 30 16,2 5-1-16,1 6-2 0,1 1-4 15,6-1 4-15,-3 0-10 0,4-1 21 0,3 0 24 16,0 0-8-16,-3-3-7 0,-1-5-12 16,-1-7 5-16,-6-4 17 0,3 0 8 15,-7-8 17-15,1-4 20 0,-4-3 13 0,2-2 13 16,-3-2 7-16,-3 2-2 0,3-5 6 16,-8 1-10-16,0-1-3 0,-3 0-12 0,1-3-16 15,-4-3-10-15,2 0-8 0,-1 0-6 16,-2-2-19-16,0 0 1 0,5-4-8 0,0 0-7 15,0 3-8-15,2-6-25 0,11 3-75 16,-24 0-94-16,12 0-112 0,1 0-136 0,11 0-196 16,-23-2-84-16,12 2 61 0,2 0-430 15,9 0-522-15</inkml:trace>
  <inkml:trace contextRef="#ctx0" brushRef="#br0" timeOffset="127892.04">14789 9134 2111 0,'-11'-2'169'0,"11"2"-15"0,-15 0-16 0,15 0 1 0,-13 0 8 0,13 0 7 15,0 0 5-15,-18 0-13 0,18 0 5 0,-7 2-1 16,7-2 5-16,0 0-6 0,0 0-6 15,0 0 1-15,0 0 7 0,0 0 2 0,0 0-15 16,0 0-7-16,30-8-12 0,-5 4-12 16,17-2-12-16,0 0-8 0,3 0-9 15,9-4-9-15,-9 3-4 0,2 1-5 16,-8-2-10-16,-3 5 0 0,-2 1-7 0,-10-2-2 16,-7 2-8-16,-2 0 0 0,1 0-6 15,-5 0-2-15,-1 2-7 0,-10 0-3 0,15 0-3 16,-8-3 0-16,-7 3-6 0,10 0 1 15,-10 0 0-15,0 0-2 0,0 0 1 16,0 0 0-16,20 3 0 0,-20-3-3 0,0 0-45 16,7 0-50-16,-7 0-71 0,0 0-93 15,0 0-90-15,0 0-120 0,0 0-209 0,0 0 43 16,0 0 73-16,11-3-338 0,-11 3-378 16</inkml:trace>
  <inkml:trace contextRef="#ctx0" brushRef="#br0" timeOffset="128441.36">16161 8722 2482 0,'10'-10'-29'0,"-2"1"27"0,-3 1 21 0,3 1 20 0,-4 0 18 0,2 2 25 15,-2 0 17-15,-4 5 7 0,5-10 7 0,-5 10-11 16,6-4-2-16,-6 4-6 0,3-3-2 16,-3 3-20-16,0 0 1 0,0 0-6 0,0 0-9 15,0 0 1-15,0 0 20 0,-34 3 18 16,16 7 4-16,-17 4 17 0,-7 7 16 0,-5 3 12 15,-3 3 13-15,-4 5 5 0,-14 11 2 16,2-2 13-16,8-7 0 0,-4 17-6 16,-1 0 7-16,15-8-6 0,6-2-12 15,5 2-15-15,8-1-13 0,2-1 1 0,6-2-4 16,9-5-9-16,6-1-3 0,4-6-6 16,10-5-5-16,4 7-8 0,4-2-7 0,7-4-11 15,6-3-8-15,1-5-6 0,6-5-9 16,3-3-5-16,-1-4-9 0,-6-4-2 0,8-3-7 15,-6-3-1-15,-1-3-5 0,-7-3 2 16,-1-1-5-16,-2-3-5 0,-6-3-1 0,-1 1-5 16,-9-3 3-16,-1 1-2 0,-3 4-6 15,-3-3-2-15,-5 3 1 0,-3-2-6 0,-3 4-3 16,-1-1-4-16,-2 4-2 0,-4 4 3 16,1 3-23-16,0-1-78 0,-2 3-86 0,4 0-98 15,-3 3-116-15,5 0-124 16,2 0-149-16,11 0-119 0,-19 3 73 0,10-3-664 15,9 0-838-15</inkml:trace>
  <inkml:trace contextRef="#ctx0" brushRef="#br0" timeOffset="130207.21">17298 9126 3465 0,'0'0'-169'0,"-12"0"37"0,12 0 28 0,-13 0 36 0,13 0 30 0,-15 2 33 0,15-2 21 15,-14 0 20-15,14 0 11 0,-11 0 17 16,11 0 10-16,0 0 14 0,-16 0 14 0,16 0 13 16,0 0 0-16,0 0-5 0,0 0-5 15,0 0-14-15,0 0-6 0,0 0-8 0,0 0-3 16,52-2-10-16,-23 0-7 15,8 2-7-15,10-2-6 0,-4-2-1 0,-1 2-4 16,-2-3 0-16,-5 4-6 0,-11-1-5 0,0-2-4 16,-2 2 2-16,-7-1 19 0,0 3 2 15,-1-5 0-15,-5 4-3 0,2-1-8 16,-2 0-1-16,-9 2-3 0,13-4-8 0,-13 4-2 16,11 0-4-16,-11 0-3 0,8-3-1 15,-8 3-8-15,7-3-29 0,-7 3-67 0,0 0-82 16,0 0-75-16,0 0-98 0,10-2-236 15,-10 2-20-15,0 0 65 0,0 0-275 0,0 0-299 16</inkml:trace>
  <inkml:trace contextRef="#ctx0" brushRef="#br0" timeOffset="130657.74">18098 8810 2173 0,'-17'-9'54'0,"1"2"18"0,3 2 16 0,1-2 19 15,1 4 24-15,2-3 37 0,3 5 12 16,-2-3 7-16,8 4-5 0,-7-5-19 16,7 5-7-16,0 0-17 0,0 0-17 0,23-7-9 15,-3 4-11-15,9 6-15 0,-1-3-4 16,15 0-10-16,-1 2-7 0,-3 2-8 15,-10-1-3-15,-4 0-7 0,-2 2-5 16,-5 1-5-16,-2 0-5 0,-3 3 0 0,-3 3-1 16,-2 0 9-16,-7 3 11 0,1 1 19 15,-4 9 19-15,-5 4 16 0,0 6 14 16,-5 1 10-16,1 2-1 0,-3 8-5 0,3-5-10 16,-5 0-10-16,7-3-2 0,1-1-6 0,1-3-9 15,-1-4-16-15,2-4 2 0,2-5-5 16,3-3-9-16,-3-2-3 0,2-3-6 0,-2 1-4 15,4-2-8-15,-2-5 0 0,2 1-3 16,-1 2-4-16,1-3-2 0,0-7 0 16,-2 12-9-16,2-12-5 0,0 8 7 15,0-8-7-15,0 0-8 0,-3 6-30 0,3-6-71 16,0 0-78-16,0 0-99 0,0 0-102 16,0 0-110-16,0 0-165 0,-13 0-73 0,13 0 69 15,-18 0-510-15,18 0-629 0</inkml:trace>
  <inkml:trace contextRef="#ctx0" brushRef="#br0" timeOffset="132539.63">19182 9161 3122 0,'-15'0'-61'0,"15"0"27"0,-15 0 27 0,15 0 30 0,-11 2 30 0,11-2 28 16,0 0 34-16,-16 0 13 0,16 0 13 0,0 0-4 15,-9 2-2-15,9-2-5 0,0 0-3 16,0 0-14-16,0 0-11 0,0 0-6 16,38-8-12-16,-13 8-9 0,3-4-7 0,12 0-5 15,1 0-8-15,-2 2-3 0,1-1-5 16,-9 3-7-16,-7-1-4 0,-2 1-5 15,-4-2-3-15,-4 1 0 0,1 1-4 0,-6-2-1 16,-9 2 0-16,19 0-3 0,-9 0-6 16,-10 0 0-16,12-2-1 0,-12 2 0 0,0 0-7 15,14 0-2-15,-14 0-4 0,0 0-32 16,13-1-58-16,-13 1-68 0,7-3-81 0,-7 3-95 16,0 0-120-16,11-6-158 0,-11 6 41 15,5-2-338-15,-5 2-390 0</inkml:trace>
  <inkml:trace contextRef="#ctx0" brushRef="#br0" timeOffset="133290.51">19785 8898 2449 0,'0'-9'6'16,"-2"0"8"-16,2 1 9 0,-2-1 6 0,2 1 15 15,-2-2 11-15,2 2 13 0,-3 2-6 16,3-3 14-16,-2 2-2 0,2 0-12 16,0 7-2-16,-1-11-8 0,1 5-6 15,0 6-3-15,-2-9-7 0,2 9 0 0,0-7 1 16,0 7-10-16,0 0-4 0,-2-8-1 15,2 8-2-15,0 0-4 0,-2-7 1 0,2 7-3 16,0 0-2-16,0 0 0 0,0 0 1 16,-4-4-3-16,4 4 0 0,0 0 0 0,0 0 1 15,0 0-1-15,0 0-1 0,0 0-1 16,0 0-1-16,0 0-1 0,0 0 3 0,0 0 33 16,0 0 55-16,0 0 18 0,-9 14-1 15,5-3 11-15,0 2-1 0,0 3-11 16,0 5 16-16,1 1-9 0,-1 3-2 15,0 10-11-15,4-4 1 0,0-4-6 0,6 7-7 16,-1-1-8-16,6-3-7 0,-2-1-5 16,2-2-5-16,1-7-5 0,-3-4-7 0,2-2 2 15,1-2-11-15,-3 1 6 0,4-6-9 16,1 0-3-16,-3-2-5 0,3-2-7 0,-1-3-1 16,3-2-4-16,-3-2-3 0,4 0 1 15,-2-6-6-15,3-1 2 0,4-7-7 0,-3-3 3 16,1-2 2-16,-4-1-5 0,4 1-4 15,-7 6-1-15,-1 1 1 0,-5 6-4 16,0-2 0-16,1 5 1 0,-4-2-7 16,0 4 3-16,2 0-5 0,-6 5 1 0,3-3 7 0,-3 3 1 15,0 0 6-15,0 22 16 16,-1-5 19-16,-1 7 8 0,-2 13 23 0,0 0 13 16,2 3 1-16,-2 1-1 0,4 1 6 15,0 1 0-15,0-2-2 0,0 0-8 0,3-1 6 16,-2-5 6-16,1-6-13 0,-2-6 3 15,2-5-8-15,2-1-10 0,-4-4-3 0,2 1-10 16,-2-4-3-16,0-1-4 0,2-1 1 16,-2 0-10-16,0-2-9 0,1-1-5 0,-1-5-8 15,0 0-48-15,0 0-87 16,0 0-94-16,0 0-110 0,0 0-128 0,0 0-146 16,0 0-237-16,-21-11 49 0,21 11 86 15,-13-2-609-15,13 2-761 0</inkml:trace>
  <inkml:trace contextRef="#ctx0" brushRef="#br0" timeOffset="134573.51">21278 9194 3239 0,'-11'-2'-149'0,"11"2"48"0,0 0 33 0,-13-2 35 0,13 2 33 0,-12 0 27 15,12 0 31-15,-10-1 29 0,10 1 28 16,0 0 14-16,-15-3 20 0,15 3 4 0,0 0 7 16,-11 0 9-16,11 0 9 0,0 0 2 15,0 0-12-15,0 0-16 0,0 0-13 16,0 0-15-16,33-10-12 0,-9 8-14 0,15-3-6 15,-2 1-9-15,1 2-9 0,-5 0-6 16,-7-2-8-16,1 4-9 0,-5 0-1 16,-2-2-9-16,-4 0-1 0,-4 2-5 0,2-2-3 15,-3 2-4-15,0-2-3 0,-11 2-1 16,16 0-3-16,-16 0-4 0,14-2-1 0,-14 2-4 16,9-2-4-16,-9 2-11 0,11-1-58 15,-11 1-50-15,0 0-83 0,0 0-71 16,14 0-73-16,-14 0-96 0,0 0-206 15,0 0 17-15,0 0 66 0,8 5-340 0,-8-5-379 16</inkml:trace>
  <inkml:trace contextRef="#ctx0" brushRef="#br0" timeOffset="135039.79">22263 8906 2582 0,'0'-10'28'0,"-2"0"26"0,-1 2 1 15,-5 4-7-15,3-1 7 16,-7 2 13-16,-1 2 16 0,-7 2 16 0,-4 1 8 16,-13 4-4-16,1 6-1 0,-1-2-2 15,1 5 5-15,1 1-13 0,3 1-6 0,5 0-11 16,4 3 0-16,7-3-2 0,9 0-7 15,3 1-9-15,8-1 3 0,3 3-9 0,11 7-4 16,1-2-5-16,2-2-2 0,2 1-3 16,2-1-3-16,0 0-4 0,-1-1-6 0,-1 0 0 15,-4-2-4-15,-2 3-6 0,-5-4 7 16,-7-1 19-16,-1-6 33 0,-4 5 34 0,-4-3 30 16,-1 3 19-16,-7 0 23 15,-8 7 7-15,-4-7 15 0,1 0 4 0,-2-1-3 16,1-2-5-16,-1-5-7 0,2-1-6 15,0-2-27-15,3-1-7 0,-3-2-20 0,3 1-13 16,2-3-20-16,2 1-10 0,3-2 4 16,1 2-17-16,12-2-6 0,-16 0-11 0,16 0-20 15,-14 0-8-15,14 0-55 0,-9 0-72 16,9 0-80-16,0 0-83 0,0 0-114 16,-11-4-111-16,11 4-143 0,-3-5-162 0,3 5 61 15,0 0 85-15,0 0-564 0,0 0-671 16</inkml:trace>
  <inkml:trace contextRef="#ctx0" brushRef="#br0" timeOffset="137240.04">23283 9252 3123 0,'-13'4'-41'0,"5"-1"30"0,2-1 26 0,6-2 28 0,0 0 25 15,0 0-9-15,0 0 30 0,0 0 30 0,0 0 5 16,67-9 6-16,-23 4-9 0,12-2-11 16,3 0-10-16,-5 1-9 0,-6 0-7 0,-4 0-13 15,-2 2-2-15,-4 0-9 0,-7 0-7 16,-8 4-4-16,-7-2-9 0,2 2-2 0,-5-2-7 15,-1 2-3-15,-3 0-4 0,-9 0-4 16,16 0-58-16,-16 0-94 0,7 4-117 0,-7-4-154 16,0 0-217-16,0 0 54 0,11 0 68 15,-11 0-251-15,0 0-239 0</inkml:trace>
  <inkml:trace contextRef="#ctx0" brushRef="#br0" timeOffset="137673.21">24101 8992 2088 0,'0'-13'40'16,"4"5"23"-16,-3 0 3 0,5 1-8 15,-1 0-1-15,6 2 0 0,-2 1-4 0,5 0-3 16,-1 3-5-16,0 1-6 0,2 3 0 16,3 3-6-16,-2 2-1 0,2 1-5 0,-3 3 1 15,-3 1-6-15,-7-1-4 16,3 4 3-16,-8-3-1 0,0 4 1 0,-8 3 0 15,-4 5-2-15,-1 0 21 0,-2-2 12 16,-4 0 15-16,2-1-1 0,4-5 19 0,1-1-1 16,2 1 25-16,1-5 14 0,6 1 3 15,-1 3 12-15,-1-4-2 0,10 3-8 0,0 0-7 16,3 3-12-16,1-1-9 0,7 6-10 16,0 1-9-16,4-3-9 0,-7-3-7 0,1-1-8 15,-5-1-4-15,-2-3-5 0,2-1 3 16,-4 2 5-16,-1-3 7 0,-4 2 15 15,-2-1 12-15,-4 1 2 0,1-1 6 16,-7-2-7-16,1 1-6 0,-7 1-6 0,0-4-10 16,-4 1-8-16,-1-2-6 0,-2-2-1 15,0 0-9-15,1 0-8 0,1-3-3 0,2-1-7 16,1 1-3-16,0-2-71 0,1 0-84 16,2 0-116-16,3 0-113 0,0-2-134 15,0 2-203-15,14 0 44 0,-19-1 80 0,14-1-398 16,5 2-448-16</inkml:trace>
  <inkml:trace contextRef="#ctx0" brushRef="#br0" timeOffset="138555.56">26168 9362 2550 0,'-19'-6'-4'0,"2"0"27"0,3 0 21 0,3 3 20 0,0 1 38 0,5-2 38 16,-2 0 34-16,8 4 18 0,-3-5-14 15,3 5-20-15,0 0-14 0,23-12-16 16,0 8-15-16,17-1-9 0,8 2-9 15,-1-1-9-15,3 1-10 0,1 1-8 0,-2 1-6 16,-2-1-10-16,-4 0-1 0,-11 0-4 16,-5 2-4-16,-6-1-3 0,0 1-7 0,-4-2-1 15,-4 2-4-15,-1-2-6 0,-3 2-4 16,-9 0 1-16,20-2-3 0,-15 1-4 0,-5 1 0 16,0 0-6-16,17 0-43 15,-17 0-88-15,10-2-100 0,-10 2-112 0,0 0-147 0,17 0-124 16,-17 0 55-16,17-2-318 15,-7-1-353-15</inkml:trace>
  <inkml:trace contextRef="#ctx0" brushRef="#br0" timeOffset="138972.38">27635 8967 2564 0,'-1'-11'25'0,"-1"4"3"16,0 0 11-16,-2 3-2 0,4 4-1 15,-11-6 6-15,3 4 4 0,8 2-3 0,-24 0 4 16,6 2-7-16,-3 4-1 0,-1 3 3 16,-7 3-2-16,8-2 1 0,3 2-2 15,2 0 0-15,0 3-2 0,5 4 1 16,2-2 1-16,0 3-4 0,6 1-2 0,3-2 1 15,2 5-3-15,8 8-1 0,1-2-4 16,5 1-3-16,-2 2-1 0,2-2 1 0,-1-2-3 16,-1 1-4-16,-5-2-5 0,-4-3 3 15,-1-6-3-15,-2 1 5 0,-4-3 15 0,-2-1 19 16,-1 4 25-16,-7-3 16 16,-7 4 17-16,-6-4 6 0,0 0 2 0,-3-5-7 0,-4 0-9 15,-4-4-12-15,-6-1-9 0,-2 0-7 16,-2-2-5-16,-15 0-11 0,13 0-8 15,-2-1-8-15,1 1-29 0,1 0-137 16,7-2-169-16,3 1-245 0,-1-1-95 0,10 1 66 16,6-1-362-16,-1 2-410 0</inkml:trace>
  <inkml:trace contextRef="#ctx0" brushRef="#br0" timeOffset="142072.01">4364 11282 1583 0,'3'-15'186'0,"3"-2"8"0,-2 3-15 0,-1-1 5 0,1-3-18 0,3 1-10 0,-4-4 5 16,1 3 7-16,1 1 2 0,-1-1 7 16,0 3-12-16,0 5-3 0,-3-2-17 15,2 1-6-15,-1 5-16 0,-2 6-14 16,2-8-8-16,-2 8-16 0,0 0 16 15,-10 23-1-15,-5 6 12 0,-1 4-1 0,-6 12-6 16,-3 3 2-16,-2 1-2 0,2 1-13 16,0-4-8-16,0 0-9 0,5-4-8 0,3-10-4 15,2 1-7-15,1-6-6 0,1-1-3 16,4-5-5-16,0-6-5 0,4-3-5 0,-1-4-5 16,3 1-4-16,-1-2-3 0,0-2-6 15,4-5-68-15,-2 4-82 0,2-4-98 0,0 0-97 16,0 0-94-16,4-33-151 15,5 4-68-15,2-5 41 0,7-11-356 0,3-2-438 16</inkml:trace>
  <inkml:trace contextRef="#ctx0" brushRef="#br0" timeOffset="142289.4">4549 10910 2763 0,'11'-13'30'16,"-4"6"3"-16,-1 3-3 0,0 0-8 0,-6 4 1 15,0 0 38-15,0 0 53 0,18 25 30 16,-11-6 21-16,4 10-4 0,0 3-7 15,3 3-7-15,4 10-18 0,-4-10-11 0,9 11-8 16,-2-2-13-16,0-2-6 16,2-1-13-16,-3-3-7 0,-4-5-7 0,-3-4-10 0,-1-1-7 15,-5-5-5-15,-3-2-41 16,-2-5-80-16,-2-3-78 0,-2-1-79 0,-2-2-106 16,-1-1-161-16,1-2-85 0,-1-6 58 15,5-1-257-15,0 0-276 0</inkml:trace>
  <inkml:trace contextRef="#ctx0" brushRef="#br0" timeOffset="142457.49">4613 11231 2310 0,'-19'-8'51'0,"2"4"8"0,3 0 37 0,1 3 16 16,2-2 27-16,11 3 20 0,-19-2 5 16,19 2-8-16,-11-2-13 0,11 2-11 0,0 0-10 15,0 0-8-15,0 0-15 16,0 0-5-16,0 0-13 0,0 0-57 0,49 4-125 15,-26-4-161-15,6-1-226 0,10-4-76 16,-1 0 61-16,1-2-224 0,-3 0-219 16</inkml:trace>
  <inkml:trace contextRef="#ctx0" brushRef="#br0" timeOffset="142788.47">5187 10905 2272 0,'0'0'123'0,"0"0"-15"0,0 0-7 16,0 0-13-16,0 0-3 0,2 29 20 16,-2-5 26-16,0 15 24 0,-2 3 14 15,-4 15 17-15,0-2 2 0,-2 5 10 0,-3 2 8 16,-1 0 9-16,-1-1 13 0,1-6 2 16,0 1 1-16,0-8 27 0,3-10-17 0,1-6-12 15,4-5 12-15,0-6 14 0,4-4 10 16,2-2 4-16,2-4-12 0,6-2-26 0,3-2-22 15,8 0-20-15,2-4-18 0,3-2-19 16,3-1-15-16,1-1-69 0,11-1-68 0,-3-1 0 16,-7 1 0-16,-5-1 0 0,1-1 0 15,-3-2 0-15,-1 2 0 0,-2-2-131 16,-4 2-138-16,-1-1-70 0,-3-2-83 16,-1-2-96-16,-3-2-103 0,-2-1-207 0,-3-1 83 15,-2-3 78-15,-2-2-575 0,-2-3-703 16</inkml:trace>
  <inkml:trace contextRef="#ctx0" brushRef="#br0" timeOffset="142988.51">5137 10994 3510 0,'-13'-10'8'0,"6"0"34"0,0-1 7 15,5 1-7-15,6 0 5 0,4-3-9 0,3 0-2 16,5 1-1-16,8-5-3 15,5 3 0-15,3 4-11 0,7 1-5 0,4 5 7 16,-3 0-9-16,4 4-104 0,-4 2-136 16,-6-2-209-16,-7 2-121 0,5 8 47 0,-7-3-215 15,-7 3-217-15</inkml:trace>
  <inkml:trace contextRef="#ctx0" brushRef="#br0" timeOffset="143438.09">5551 11098 2039 0,'0'-5'75'0,"0"-3"24"15,0-1 0-15,4 1 3 0,-1 0-5 0,3 0-9 16,2 2 3-16,3 2-3 0,0 1-9 16,3 3-3-16,-1 1-7 0,5 3-7 0,0 3-7 15,2 0-6-15,-6 4 2 0,4 1 2 16,-4 3 5-16,-3-1 20 0,-4-2 23 0,-1 2 23 15,-3 1 19-15,-4-1 8 0,-5 6 3 16,-1-2 13-16,-4 0-1 0,-3 7 0 16,-3-3-6-16,5-3-3 0,3-2-7 15,1-4-7-15,0-1-7 0,4-4-5 16,-1 2-4-16,3-3-8 0,0 0 1 0,2 0 2 16,2 1-5-16,2-3-16 0,1 3-3 15,2-1-15-15,0 1-9 0,1-2-9 0,-1 6-4 16,3 0-5-16,-3-1-8 0,3 3-2 15,-5-1-2-15,2 3-1 0,-4 0 4 0,-3-1 1 16,0-1 8-16,0 1 15 0,-6 2-1 16,0 2-2-16,-5-3-2 0,-1-1-5 0,1-1-4 15,0-4-3-15,-5 2-4 0,4-5-9 16,-4-1-5-16,1-6-9 0,3 0 2 0,-1-2-14 16,-3-6-84-16,3 0-101 15,1-5-117-15,-1-3-155 0,2-3-170 0,4-4-215 16,2 1 63-16,4-3 87 0,1-1-591 15,1 0-729-15</inkml:trace>
  <inkml:trace contextRef="#ctx0" brushRef="#br0" timeOffset="143806.6">5915 10771 3570 0,'-4'-17'8'0,"1"3"29"0,-6 4 17 0,5 2 4 0,1-1 19 0,-1 4 0 0,0 0 4 16,4 5-18-16,-3-7 0 0,3 7-1 0,0 0-4 16,0 0-6-16,0 0-3 15,57 21-4-15,-23-6-5 0,8 9-3 0,2 5-5 16,-2 5-1-16,-4 4-5 0,-2 2 2 16,-6 7-6-16,-3 3 4 0,-4 0 8 0,-4 4 2 15,-6-1 12-15,-2 6 20 0,0 3 29 16,-6 1 37-16,-1 1 23 0,-1-4 6 15,1 0-3-15,3-6 31 0,-4-9-4 0,1 1 1 16,-2-7 0-16,3-2-23 0,-5-8-15 16,0-5-1-16,0-3-4 0,0-4-8 15,0 2-1-15,-5-4-7 0,-1-1-3 16,-2-2-12-16,-1-3-15 0,-4-3-6 0,-3-2-14 16,0 1-9-16,-6-4-14 0,3 1-50 15,0-2-95-15,4 0-111 0,-2-2-136 0,1 1-168 16,3-3-210-16,1 3-130 0,1-3 74 15,2 3-741-15,-1 0-958 0</inkml:trace>
  <inkml:trace contextRef="#ctx0" brushRef="#br0" timeOffset="145305.45">17721 10958 2656 0,'-14'0'245'0,"5"0"-43"0,9 0-28 0,-18-1 26 0,18 1 13 0,-11 0 9 15,11 0-5-15,0 0-9 0,0 0 3 0,0 0-13 16,0 0-20-16,0 0-19 0,0 0-14 15,40 0-15-15,-15 0-14 0,15 3-13 0,0 0-10 16,3 1-7-16,2-2-11 0,-5 3-4 16,-12-4-7-16,-5 3-13 0,-2-2-3 15,-4-1-8-15,-4 1-6 0,1 0-6 0,-5-1-1 16,-9-1-6-16,18 0-1 0,-18 0-14 16,11 0-41-16,-11 0-50 0,0 0-63 15,16 0-85-15,-16 0-88 0,0 0-113 0,7-5-199 16,-7 5-42-16,5-5 62 0,1 2-429 15,1-4-516-15</inkml:trace>
  <inkml:trace contextRef="#ctx0" brushRef="#br0" timeOffset="145821.37">18390 10822 2814 0,'-6'-12'72'0,"4"6"46"0,-1-1 57 0,0 3 34 16,1-4 24-16,2 1 12 0,0 7 10 15,-2-10-10-15,2 10-11 0,0-10-26 16,0 10-19-16,4-6-11 0,-4 6-6 0,0 0-10 16,0 0-6-16,25 16-4 0,-13-4-7 15,-3 4 0-15,0 2-15 0,3 7 18 0,-3 0-17 16,-1-3 10-16,-5 2-3 0,1 0 1 16,3 0-10-16,-4 0 10 0,-3 2-6 0,0-5-13 15,0-3-13-15,0 2-9 0,0-4-6 16,0 1-12-16,0-5-7 0,0 1-8 15,-1-3-6-15,1-2-5 0,-2 0-4 0,2 2 2 16,-3-3-46-16,3-1-6 0,-4 0 0 0,0 2 0 16,-1 1 0-16,-2-1 0 15,-4-2 0-15,-2 4 0 0,4-3 0 0,-3-1 0 16,5-1 0-16,-2 2 0 0,1-2 0 16,2 1 0-16,0-3 0 0,6-3 0 0,-7 7 0 15,3-5 0-15,4-2 0 0,0 10 0 16,0-10 0-16,15 7 0 0,1-6 0 0,0 4 0 15,5-5 0-15,4 0 0 0,4 1 0 16,2-2 0-16,-3-2 0 0,3 1 0 0,-5 1 0 16,1-1 0-16,-3 0 0 15,-4 1 0-15,-6 1 0 0,0-2 0 0,1 0 0 0,-5 2 0 16,-1-2 0-16,-9 2 0 16,16-2 0-16,-16 2 0 0,9 0 0 0,-9 0 0 15,0 0 0-15,0 0 0 0,0 0 0 16,0 0-344-16,-15 14-404 0,0-8-201 0,-1-1 85 15,1 0 104-15,-8 3-779 0,4-1-984 16</inkml:trace>
  <inkml:trace contextRef="#ctx0" brushRef="#br0" timeOffset="148369.82">19808 10932 4105 0,'-9'-6'-99'0,"8"1"43"0,1 5 57 0,-10-11 47 0,7 2 34 0,-3 1 25 0,1-3 40 0,4 1 23 15,1-1 7-15,-2-1-2 0,4-1 3 0,-1 3-9 16,4-2-17-16,2 0-11 16,5 3-17-16,1-3-9 0,2 4-8 0,5-1-16 15,-4 6-9-15,5 2-9 0,3 2-6 16,1 2-9-16,3 8-5 0,0 3-6 0,-3 1-4 16,-6 5-6-16,-6-1-2 0,-3 0-7 15,-4 1 3-15,-6 1 13 0,-2 4 17 16,-5 9 15-16,-5-3 23 0,-1-3 6 0,-3-2 12 15,1-2 12-15,5-2 4 0,3-8 0 16,-1-2 0-16,5-1 4 0,-5-2 7 0,3-1 5 16,4-2 5-16,1 4-65 0,0-5-89 15,6 5 0-15,2-2 0 0,4 0 0 16,6 1 0-16,2-1 0 0,3 0 0 0,2-4 0 16,11 4 0-16,-7-5 0 0,-2 2 0 15,-2-4 0-15,-7 3 0 0,3-2 0 16,-5 0 0-16,-3 0 0 0,1-2 0 0,-5 1 0 15,-9-1 0-15,17 0 0 0,-17 0 0 16,12-1 0-16,-12 1 0 0,0 0 0 0,0 0 0 16,9 3-421-16,-9-3-477 0,0 0-38 15,0 0 98-15,-29 14-896 0,18-9-1166 0</inkml:trace>
  <inkml:trace contextRef="#ctx0" brushRef="#br0" timeOffset="152369.97">21377 10907 4546 0,'0'0'-177'0,"0"0"38"0,0 0 42 0,0 0 15 0,0 0 12 0,0 0 20 0,0 0 15 16,12-6 15-16,-1 2 4 0,2-3 5 0,1-1-2 16,-1 2 9-16,3-2 2 0,-1 4 17 15,-3-3 21-15,-1 3 1 0,-2 0 7 0,-3 0-10 16,4 1-4-16,-10 3-4 0,11-6-4 16,-11 6 5-16,0 0-6 0,0 0 10 0,12 7 9 15,-12-7 22-15,-2 16 4 0,-3-4 21 16,3 3 5-16,-3 6 11 0,-1 0 16 15,-1 11 5-15,1 1-5 0,0-5-13 16,0 3-6-16,6-3-10 0,0-4-5 0,0 2-8 16,2-5-9-16,0-1-2 0,0-1-10 15,3-2-1-15,-4-2-8 0,-1-3-3 0,2 0-4 16,-2-3-1-16,2 3 5 0,-2-6 10 16,0 3 3-16,0-4 10 0,0-5 14 0,-5 13 5 15,-4-7-11-15,0-1 0 0,-5 2-5 16,-1-2 8-16,1 1 1 0,-2-3 9 15,5 0 6-15,-3 2 1 0,3-1 0 0,4-2-5 16,-2 2-3-16,9-4 9 0,-11 4 3 16,7-2 0-16,4-2 0 0,0 0-7 15,0 0-5-15,24 12-6 0,-6-11-8 16,9 3-3-16,1-2-11 0,8-1-6 0,0 2-5 16,3-2-6-16,-3-1-2 0,-7 0-40 15,1 0 0-15,-3-1 0 0,-7 1 0 0,2 0 0 16,-6 0 0-16,-4 0 0 0,-1-3 0 15,-11 3 0-15,22 0 0 0,-22 0 0 0,15-1 0 16,-15 1-51-16,12 0-201 0,-12 0-97 16,0 0-114-16,12 1-136 0,-12-1-261 0,0 0 49 15,0 0 91-15,0 0-670 0,0 0-842 16</inkml:trace>
  <inkml:trace contextRef="#ctx0" brushRef="#br0" timeOffset="153619.42">23712 10907 3943 0,'-9'-6'-98'0,"5"2"46"0,-3-1 41 0,6-2 36 0,1 7 22 0,-2-13 22 0,5 6 9 0,4 1-6 15,2-2-7-15,7-1 0 0,2 0-9 16,13-2-10-16,1 3-1 0,4 1-3 0,5 4-8 15,-1 1-2-15,-1 0 2 0,2 4-8 16,-3 1 0-16,-10 2-4 0,-3 1 0 16,-2 0-8-16,-2 3 0 0,-4-1-3 15,-4 4 3-15,-1-1 4 0,-6 1 11 0,-4 0 20 16,-4-1 19-16,-6 9 17 0,-5-3 3 16,-7 7 4-16,-2 0 11 0,-1 0-3 15,0-5 6-15,3-4-9 0,6-1-12 0,1 0-1 16,-1-1-5-16,5-1-1 0,-2 0-2 15,6 1 9-15,-1-3-1 0,6 4 0 0,0-3-4 16,2 4-10-16,4-1-5 0,0 2-6 16,5 1-8-16,-1 1 0 0,0-1-9 0,1 0-1 15,-4 0-4-15,-1-3-7 0,0-1 2 16,0-1 13-16,-4 0 18 0,-2-3 26 0,-2 3 15 16,-7 0 16-16,4-1-2 0,-8-1-1 15,-3-2-3-15,2-1-11 0,-8-1-10 0,-1-4-11 16,-3 2-2-16,1-4-11 15,-3-2-6-15,1-2-7 0,0 1-8 0,0-1-11 0,4 0-11 16,8-2-27-16,-2 2-106 16,4 2-118-16,2-4-137 0,-1 5-169 0,4-3-190 15,8 4-132-15,-12-1 66 0,12 1-753 16,0 0-985-16</inkml:trace>
  <inkml:trace contextRef="#ctx0" brushRef="#br0" timeOffset="155569.1">26446 10946 3960 0,'-5'-3'-105'0,"5"3"38"0,0 0 13 0,-9-4 17 0,9 4 37 0,0 0 48 0,0 0 48 0,0 0 39 15,-9-3 14-15,9 3 9 0,0 0 3 16,0 0-9-16,0 0-16 0,0 0-14 0,11-12-12 15,-4 9-8-15,-2-1-8 0,3 1-6 16,0-1-6-16,0 1-9 0,-8 3-11 16,11-6-4-16,-11 6-6 0,0 0-3 0,15 6 3 15,-11 1 0-15,0 3 0 0,-2 2-1 16,-1 5 15-16,1-1 1 0,-2 7 2 16,4 0 7-16,-2 2-3 0,1 2-8 0,-3-1-8 15,1-3-3-15,1 4-7 0,0-5 3 16,0 3-13-16,0-8 1 0,2 2-1 0,-3-6-9 15,-1-1 1-15,0-1-3 0,2 0 4 16,0-3 7-16,-2 0 5 0,0-1 9 0,0-7 3 16,-2 12 11-16,0-7 1 0,-1 0 5 15,-5 2 6-15,-4-2 1 0,-1 2 8 16,-6 0 9-16,-1-1 6 0,-2 0 4 16,1-1-5-16,6 1 1 0,0-2-9 0,2 1-3 15,3-1 1-15,0-1 9 0,5 1-87 16,5-4-12-16,-4 9 0 0,4-9 0 0,20 5 0 15,0-2 0-15,7-2 0 0,1 1 0 16,3-2 0-16,8 3 0 0,4-6 0 0,-11 3 0 16,-1 0 0-16,-3-2 0 0,-2 2 0 15,-4-1 0-15,-3 1 0 0,-4-1 0 0,-1 1 0 16,-2-2 0-16,1 2 0 0,-13 0 0 16,14-2 0-16,-14 2 0 0,9 0 0 15,-9 0 0-15,0 0-182 0,2 6-477 0,-29 11-333 16,13-7 116-16,-3-3 103 15,0 5-829-15,-8 1-1041 0</inkml:trace>
  <inkml:trace contextRef="#ctx0" brushRef="#br0" timeOffset="158235.54">4249 12997 1392 0,'8'-19'393'0,"-3"2"-124"0,-3 5-59 0,1 2-44 0,0 1-48 0,-3 4-32 0,0 5-17 16,0 0 18-16,0 0 32 16,0 0 34-16,-32 26 11 0,3 6 27 0,-3 8-8 15,-3 2-16-15,-1 5-12 0,4 0 0 16,-1 2-13-16,3-1-11 0,3-4-14 0,2 2-8 16,1-5-17-16,10-7-3 0,1-5-9 15,-1-3-8-15,5-2-5 0,2-9-8 0,1 0-12 16,0-1-3-16,0-4-2 0,3 1-8 15,-3-3-7-15,4-3-43 0,0-1-79 16,2-4-110-16,0 0-107 0,0 0-118 0,2-26-155 16,6 4-26-16,4-12 46 15,8-16-255-15,3-3-306 0</inkml:trace>
  <inkml:trace contextRef="#ctx0" brushRef="#br0" timeOffset="158418.41">4203 12853 2364 0,'10'-12'52'0,"-1"4"2"16,-5 2-3-16,2 3-9 0,-6 3 3 15,0 0 38-15,0 0 12 0,17 17 38 0,-9-3 26 16,-1 3-8-16,11 12-1 0,-1 2 3 16,3 10-8-16,0 0-14 0,3 0-15 0,-1 2-14 15,3-2-5-15,-2-1-8 0,0-4-15 16,-6-5-7-16,0-1-10 0,-4-2-6 0,1 1-27 16,-5-7-92-16,-5-2-104 0,0-6-101 15,-4 1-141-15,0-3-185 0,-2-2 39 16,0-3-256-16,-2-3-303 0</inkml:trace>
  <inkml:trace contextRef="#ctx0" brushRef="#br0" timeOffset="158601.88">4242 13294 2517 0,'-18'-11'147'0,"5"4"35"0,3 4 21 16,3-2 22-16,1 1 22 0,1 1 9 15,5 3-3-15,-8-3-15 0,8 3-25 0,0 0-19 16,-6-7-20-16,6 7-21 0,0 0-12 15,0 0-16-15,32-4-13 0,-14 4-60 0,9 2-104 16,1 0-138-16,10 0-160 16,-6-1-233-16,11 1-92 0,-9-2 62 0,-2 0-397 15,6-3-485-15</inkml:trace>
  <inkml:trace contextRef="#ctx0" brushRef="#br0" timeOffset="158935.39">4913 12864 3032 0,'-2'-11'99'0,"0"3"16"0,2 0-11 0,0 8-13 16,0 0-3-16,4-4 41 0,-4 4 43 15,0 0 45-15,9 33 0 0,-4 2 7 16,-1 6 3-16,-6 5-1 0,0 14 15 16,-7 2-1-16,-2 2-13 0,-3 1-5 0,1-2-9 15,-1-5-19-15,5 0-15 0,5-17-12 16,-1 0-2-16,5-7-11 0,2-3 8 15,1-9 4-15,5 0 1 0,1-5-3 0,5-3-9 16,5-2-15-16,3-6-12 0,3-2-14 16,6-6-62-16,9 0-52 0,0-6 0 0,-2-2 0 15,2 1 0-15,-4-1 0 16,-1-2 0-16,-11 3 0 0,-1 3 0 0,-2-1 0 0,-6 2 0 16,-1-1-218-16,-1-1-81 15,-3 3-82-15,1-2-96 0,-2 1-101 0,0 0-181 16,-6-2-39-16,3-1 77 0,-4 3-626 15,0-2-802-15</inkml:trace>
  <inkml:trace contextRef="#ctx0" brushRef="#br0" timeOffset="159168.32">4909 12855 4016 0,'-21'-10'86'15,"3"4"20"-15,7 0 17 0,2 2 29 16,3 0 22-16,2 1 9 0,4 3-18 0,-2-8-16 16,2 8-16-16,15-10-10 0,5 2-16 15,18 1-15-15,3 1-11 0,5 4-11 0,3 0-6 16,1 0-102-16,0 4-95 0,-3 3-124 16,0 2-151-16,-8-2-227 0,-3 3-48 15,-2 4 67-15,-9-1-423 0,-9 3-512 0</inkml:trace>
  <inkml:trace contextRef="#ctx0" brushRef="#br0" timeOffset="159601.29">5732 13046 2854 0,'-6'-20'141'0,"3"6"32"16,-2 2 16-16,1 4-11 0,4 1-5 15,-1 2-7-15,1 5 1 0,-6-11-11 0,6 11 4 16,0 0 19-16,0 0 4 16,0 0-9-16,-2 21-15 0,4-9-13 0,0 7-7 15,3 1-13-15,-1 2-12 0,4 9-12 0,0-4-10 16,1-1-11-16,5 3-3 16,-5-9-8-16,0-3-6 0,3-1-4 0,-4-5-4 15,1 0-8-15,1-3-3 0,-1-1-2 16,4-4-11-16,-1-1 1 0,-1-2-6 0,2-2-2 15,5-3-3-15,1-1 1 0,-6-3-6 16,3 4 0-16,-3-2 1 0,-2 2-6 0,-1 2-5 16,-1-1 1-16,-3 2-7 0,-6 2 4 15,0 0 1-15,14 9-6 0,-10 1 6 0,-4 2-2 16,0 2 4-16,1 5 8 0,-1-1 6 16,-1 2 2-16,1 1-3 0,0 4 1 0,0-5-1 15,1 3-7-15,1-2 4 0,0-1-2 16,2-3-4-16,-1 0-4 0,1-1 2 15,0-4-7-15,0-4-5 0,-4 1-54 16,4-1-80-16,-2-3-121 0,2-1-170 0,-4-4-184 16,0 0-165-16,0 0 66 0,19-17-589 15,-10 3-757-15</inkml:trace>
  <inkml:trace contextRef="#ctx0" brushRef="#br0" timeOffset="159935.42">6164 12893 3806 0,'-11'-7'18'0,"1"1"27"0,5 2 18 0,-1 0 33 0,6 4 19 0,-7-4 9 0,7 4-1 0,0 0 1 15,0 0 22-15,0 0 4 0,0 0-7 16,32 12-9-16,-2-1-16 0,5 3-11 16,-1 1-6-16,7 7-19 0,0 4-4 0,-3 4-5 15,-6 1 2-15,-3 3-4 0,-2 4 4 16,-6 2 10-16,-3 3 4 0,-6-7 7 0,-4 3 9 15,1 2 29-15,-3 0 6 0,0 5-2 16,-4-3-12-16,0-3-7 0,-2 3 2 0,-2-2-4 16,-5-1-5-16,-2-3-4 0,-2 2-10 15,-8 1-4-15,-4 1-11 0,-6-4-5 16,-2-2-4-16,-5-2-18 0,0-6-15 0,2-1-29 16,2-10-104-16,3-4-97 0,6-8-122 15,5-4-171-15,0-8-230 0,5 1-154 16,1-3 82-16,7 3-732 0,-1-2-961 15</inkml:trace>
  <inkml:trace contextRef="#ctx0" brushRef="#br0" timeOffset="163434.15">20027 12925 4049 0,'-2'-8'-105'0,"2"0"48"16,0 8 53-16,2-13 34 0,0 6 6 0,1-2 3 0,5 1 15 0,4 0 5 0,-1-3 23 0,3 1 3 16,4 1-2-16,1 0-8 0,5 2-6 15,0 1-5-15,0 0-4 0,3 1-9 0,-2 0-2 16,-1 3-6-16,-3 2-6 0,1 0-3 16,-3 2-5-16,0 0 4 0,-4 4-2 0,-2-2 4 15,-2 4 1-15,-2-2 18 0,-6 5 5 16,1 1 9-16,-6 0 13 0,-1 1 10 15,-10 6 2-15,-1 7 3 0,-6-1 9 0,2-1-4 16,-2 0-4-16,3 0-10 0,6-7-7 16,2 0 3-16,3-5-4 0,1 2-2 15,5-2-7-15,2 0 5 0,7 2-6 16,2 2-11-16,3-3-3 0,6 7-6 0,3 0-3 16,-2-3-10-16,1 2 1 0,-2-5-2 15,-5-1-4-15,-2 1-8 0,0-1 0 0,-3-2-1 16,-2 1 9-16,-3-4 25 0,-3 3 26 15,-2-3 31-15,-2 2 26 0,-5-1 9 0,-4-1 7 16,-7 4-9-16,-5-6-2 16,-11 2-14-16,-4-3-11 0,0-1-68 0,-4-2-51 0,8-4 0 15,-6 0 0-15,9-2 0 16,8 4 0-16,6-4 0 0,0 2 0 0,3-2 0 16,5-1 0-16,0 3-39 0,1-1-372 15,8 3-141-15,-12-7-163 0,7 5-173 0,5 2 72 16,-9 0 101-16,9 0-664 0,0 0-833 15</inkml:trace>
  <inkml:trace contextRef="#ctx0" brushRef="#br0" timeOffset="165919.43">21377 12925 3752 0,'-5'-5'-84'0,"-1"0"30"0,3-2 27 0,-3 2 40 0,1-2 42 0,2-3 15 0,1 0 30 16,2 2-6-16,0-2-11 0,5-1 14 0,2-1-13 15,6-1-1-15,3-1-11 0,7-2-4 16,6 1-7-16,3 1-7 0,5 3-6 0,-1 0-5 16,4 4-4-16,0 6-3 0,1 1-4 15,-5 5-1-15,1 3-4 0,-2 3 0 0,-9 3-3 16,-1 4 0-16,-1 3-1 15,-12 3 11-15,-4-1 9 0,-5-1 20 0,-12 10 12 0,-2-1 14 16,-5 2 5-16,-10 4 7 16,-2-3 10-16,-5 1 1 0,0-4 3 0,8-8 7 0,-2 1 1 15,4-7 0-15,5-2 2 16,5-5 11-16,4 0 7 0,2-4 1 0,0 0 9 16,3 0-1-16,4-6-14 0,0 0-6 15,11 11-13-15,1-7-9 0,5 1-13 0,8-1-9 16,11 2-9-16,3-1-5 0,1 0-7 15,-1 1-10-15,4-3-6 0,-3 2-3 0,-10-1-7 16,-3-3-2-16,-2 3-5 0,-9-2-2 16,4 1-4-16,-5-2-4 0,-2 1-24 15,-3-2 0-15,-10 0 0 0,17 2 0 0,-17-2 0 16,15 2 0-16,-15-2 0 0,9 1 0 16,-9-1-105-16,0 0-133 0,0 0-112 15,12-5-157-15,-12 5-202 0,4-6-162 16,0-1 72-16,-3 0-770 0,5-2-1010 0</inkml:trace>
  <inkml:trace contextRef="#ctx0" brushRef="#br0" timeOffset="167949.94">23486 12847 4101 0,'1'-13'-179'0,"-1"9"32"0,0 4 27 0,2-9 33 0,-2 9 32 0,2-9 33 0,-2 9 23 0,0-8 6 16,0 8 11-16,2-6-5 0,-2 6-9 0,0 0 5 15,-2-7 2-15,2 7 0 0,0 0 21 16,0 0 4-16,0 0 12 0,2-8 8 15,-2 8-9-15,0 0 3 0,0 0-2 16,0 0-10-16,0 0-1 0,0 0 12 0,0 0 30 16,0 0 20-16,-18 33 6 0,5-6-3 15,-2 6 8-15,-4 9 1 0,4 4 1 0,2-1 2 16,3-4-7-16,2-2-5 0,4 2-7 16,3-1-9-16,2-5 0 0,5 0 3 0,2-4-6 15,3-2-5-15,2-4 3 0,7-4-7 16,-5-7-6-16,6-3-1 0,2-5-14 0,0 0-5 15,2-5-1-15,1-2-7 0,0-3-6 16,9-4 1-16,-2-5-3 0,-4-2-1 0,3-2-1 16,-4-4-15-16,-2 1 5 15,-3-4-1-15,1 3-2 0,-10 4 0 0,0 3-3 16,-3 4-2-16,-1 2-3 0,-2 1-4 16,-4 5 3-16,-4 2 2 0,0 0 17 15,0 0 7-15,1 23 16 0,-2-6 17 0,-3 3 12 16,-2 13 28-16,2 1 14 0,-4 0 11 15,5 4-1-15,-1-1-6 0,0-2-13 0,4-6-10 16,-2-3-7-16,2-2-8 0,0-4-9 16,0-1-9-16,0-2-9 0,0-3-1 0,0 0-10 15,0-1-1-15,0-6-6 0,-1 3-4 16,1-2 1-16,0-8-4 0,0 12-4 0,0-12-7 16,-2 9-24-16,2-9 0 15,0 0 0-15,-7 4-28 0,7-4-135 0,0 0-94 16,0 0-103-16,-9-13-135 0,9 13-157 15,-6-14-210-15,6 5 67 0,-1 2 98 0,-1-3-623 16,0 3-778-16</inkml:trace>
  <inkml:trace contextRef="#ctx0" brushRef="#br0" timeOffset="170199.5">25791 13208 3523 0,'-15'-5'-90'0,"2"-1"33"0,-1 2 39 0,3-3 39 0,2 1 44 0,-2 0 38 0,6-4 15 0,-1 3 5 16,-1-5 0-16,2 0 8 0,5 3-11 0,9-5-11 15,0 2-10-15,14-5-11 0,6 3-9 16,3 2-7-16,4 3-9 0,2 3-2 0,-8 4-8 15,-1 2-10-15,3 8 0 0,-1 4-5 16,-4 5-1-16,-4 6-5 0,-9 1-5 0,-3 5-2 16,-9 0-1-16,-8 4 11 0,-6 3 13 15,-13 9 22-15,-9-5 22 0,-10 3 21 16,-2-2 32-16,-3-6 30 0,-1-2 25 0,7-4 11 16,2-2 10-16,15-6-11 0,2-6-11 15,6-1 6-15,9-2 16 0,0-2 21 0,9 1 1 16,11-3-16-16,14 7-15 15,11-1-145-15,12-1-67 0,12-1 0 0,-3 0 0 16,0-5 0-16,-9-1 0 0,-1-2 0 0,0 1 0 16,-4-2 0-16,-1-1 0 0,-7 0 0 15,-9-2 0-15,-3 0 0 0,-2 0 0 16,-4 0 0-16,-4 0 0 0,1 0 0 0,-5 0 0 16,3 0 0-16,-12 0 0 0,13-2 0 15,-13 2 0-15,10-2 0 0,-10 2 0 0,0 0 0 16,0 0-304-16,0 0-554 0,0 0-101 15,0 0 94-15,-31-6-905 0,31 6-1201 0</inkml:trace>
  <inkml:trace contextRef="#ctx0" brushRef="#br0" timeOffset="172198.95">24289 12707 4671 0,'6'-3'-156'0,"-3"-3"46"0,-3 6 36 0,9-6 29 0,-9 6 42 0,4-5 34 0,-4 5 33 0,1-9 27 16,-1 9 3-16,0-7-9 0,0 7-8 15,-3-10-8-15,-1 6-1 0,-4 1 14 0,-2-2 4 16,-1 2 3-16,-1-3 1 0,1 3-2 16,-2-2 4-16,-1-1 4 0,2 2 0 0,-4-1-9 15,-1-3-7-15,3 2-3 0,-4-4 1 16,-2 1-7-16,3-1-4 0,-3 0-10 0,-7-4-2 15,-2-1-7-15,1-2-3 16,1 3-3-16,-4-3-6 0,1 2-2 0,-1 0-3 0,3-1-2 16,-1 1-1-16,-2 1 0 15,5 0-3-15,-1 1-1 0,5 3-5 0,0 1-2 16,5 0 1-16,-2 3-2 0,2-1-3 16,0 2-4-16,0-2 0 0,-1 3 2 0,2 1-4 15,-6 0 3-15,6 3 2 0,-6-2 0 16,5 2-2-16,-3 0-6 0,-2 2 2 0,3-2-3 15,0 4 1-15,0 0 3 0,-4 0-2 16,4 1 0-16,-2 0-3 0,2-1 0 16,-2 3 4-16,0 2-1 0,2-2-5 15,0 4 0-15,-7 0 7 0,2 1-7 0,-1 5 1 16,2-1 5-16,-2 3 0 0,0 0-7 16,0 1 6-16,2 2-4 0,0-3 1 15,4 0-1-15,1 1-1 0,6-7 2 0,0 3 1 16,-1-3-2-16,1 3 3 0,7-3-3 15,-5 1 1-15,2 0 4 0,1-1-5 0,1 1 6 16,0 0 8-16,-1-1-7 0,-1 1 3 16,5 0-1-16,-3 0 3 0,-1 2 0 0,0-3 0 15,2 3 1-15,1-2 0 0,-2 3 7 16,-2 2 4-16,2 1 3 0,1-1-2 16,-1 1 1-16,-1 1 1 0,-1-3-6 15,2 5 6-15,1-5 9 0,-1 3 2 0,1-1-3 16,0-1 1-16,-1 0 5 0,4-2-9 15,-1 0 11-15,-1-2-3 0,0 5 2 0,3-3 5 16,-1 2-5-16,0 0 3 0,-1-2-11 16,1 2 0-16,0-2 3 0,4 2-10 0,-2-1 3 15,0 1 6-15,0 2 9 0,0-1 2 16,2-3-4-16,1 5-2 0,-1-3-8 0,0-2 3 16,-1 3-5-16,1-3-3 0,4 1-1 15,-3-1 0-15,1 1-4 0,5-1-24 16,-6-1 0-16,6 1 0 0,-1 0 0 15,-1 0 0-15,5-1 0 0,1 1 0 0,1 1 0 16,4 1 0-16,6 5 0 0,-3-9 0 16,-1 6 0-16,3-3 0 0,0-1 0 15,-1-3 0-15,0 1 0 0,-1-3 0 0,-3 0 0 16,-2-1 0-16,2-3 0 0,-2 0 0 16,4 1 0-16,-4 1 0 0,-4-5 0 0,3 2 0 15,3 0 0-15,-4 0 0 0,2-2 0 16,2 2 0-16,0 1 0 0,0-2 0 0,-2 0 0 15,4 0 0-15,-1-2 0 0,2 0 0 16,2-1 0-16,-4-1 0 0,0 2 0 0,2-2 0 16,0-1 0-16,-1 2 0 15,2-3 0-15,-1 2 0 0,-1-2 0 0,3 0 0 16,0 2 0-16,-1-2 0 0,-4-2 0 16,3 4 0-16,1-4 0 0,-6 0 0 0,5 2 0 15,-4 0 0-15,3-4 0 0,-3 0 0 16,0 0 0-16,0 1 0 0,0 1 0 0,0-4 0 15,-2 0 0-15,3 2 0 0,1-5 0 16,-2 4 0-16,-1-2 0 0,-2 0 0 0,6-2 0 16,-4 1 0-16,2 1 0 15,-2-1 0-15,4-1 0 0,-1 2 0 0,0-2 0 16,-2 1 0-16,3-2 0 0,-7 3 0 16,1 0 0-16,0 0 0 0,1 0 0 0,-1-1 0 15,-1 1 0-15,3-3 0 0,-3 3 0 16,2-4 0-16,0 1 0 0,-1 2 0 0,-3-3 0 15,5 1 0-15,-5-1 0 0,2-3 0 16,1 2 0-16,-2-1 0 0,2-1 0 0,-3 1 0 16,3-3 0-16,-3 1 0 0,9-7 0 15,-4-1 0-15,-2 4 0 0,-3 2 0 0,0-1 0 16,7-5 0-16,-5-2 0 0,1 3 0 16,1 1 0-16,-3-2 0 0,0-1 0 15,0 5 0-15,-2 0 0 0,-3 1 0 0,0-3 0 16,2-1 0-16,-2-7 0 0,-1-5 0 15,-4 1 0-15,-1 4 0 0,-1 2 0 16,-3-6 0-16,-3 5 0 0,4 4 0 0,-3 2 0 16,-4 0 0-16,2 3 0 0,0 0 0 15,-5 2 0-15,1 2 0 0,-2 1 0 16,-3 2 0-16,-2 1 0 0,2 1 0 0,-2 2 0 16,2-1 0-16,0 3 0 0,-1-2 0 15,5 4 0-15,3-1 0 0,0 2 0 0,0-2 0 16,4 4 0-16,5 1 0 0,-11-7-155 15,4 5-888-15,7 2 93 0,-7-4 102 0,7 4-919 16,0 0-1197-16</inkml:trace>
  <inkml:trace contextRef="#ctx0" brushRef="#br0" timeOffset="174782.36">4203 14616 4963 0,'8'-21'-186'0,"-4"6"32"0,0 1 33 0,-1 2 31 0,-1 3 28 0,0 5 26 0,-2 4 18 16,0-12 25-16,0 12 38 0,0 0 37 0,-13 18 25 16,-4 5 20-16,-2 8 8 0,-6 13 6 15,-2 0 7-15,-3 9 5 0,1-3 3 0,-1 1-3 16,3 1-14-16,2-4-13 0,3-3-17 15,2-3-8-15,5-9-9 0,4-2-11 16,1-5-9-16,0-5-8 0,5-4 0 0,-1 0-17 16,3-5-2-16,-3 0-6 0,-1-2-11 15,4-1-13-15,-1-2-74 0,0-3-67 16,1 1-80-16,3-5-94 0,-8 4-99 16,8-4-101-16,0 0-155 0,-2-25-49 0,8 5 51 15,7-12-357-15,5-17-486 0</inkml:trace>
  <inkml:trace contextRef="#ctx0" brushRef="#br0" timeOffset="174998.65">4260 14466 2907 0,'10'-14'36'0,"-2"10"-4"15,-3-2-4-15,-5 6 5 0,0 0 43 0,16 16 38 16,-5 1 40-16,0 10 29 16,1 8 0-16,5 6-6 0,4 3 1 0,0 5-23 0,3-1-11 15,1-2-14-15,2 1-16 16,-2-4-8-16,0-1-11 0,0-3-8 0,-7-8-14 15,-2-2-10-15,-1-3-5 0,-3-6-8 16,-5-3-26-16,1-3-75 0,-5-1-71 0,-1-4-80 16,0-2-98-16,-2-1-134 0,0-6-231 15,-4 7 48-15,4-7 72 0,0 0-225 16,0 0-260-16</inkml:trace>
  <inkml:trace contextRef="#ctx0" brushRef="#br0" timeOffset="175181.86">4387 14936 2455 0,'-27'-6'203'0,"6"2"4"0,3-1 14 0,3 0 25 16,3 1 20-16,0 1 7 0,2 1-13 15,10 2-21-15,-15-6-27 0,9 4-25 0,6 2-20 16,0 0-18-16,0 0-19 0,0 0-12 16,19-12-94-16,5 8-124 0,13-3-133 0,1 1-180 15,8-3-290-15,0 3 46 0,9-4 83 16,1-2-337-16,-6 0-391 0</inkml:trace>
  <inkml:trace contextRef="#ctx0" brushRef="#br0" timeOffset="175481.38">5061 14562 2776 0,'-3'-4'128'0,"3"4"-8"0,0 0-15 0,-9-6-14 0,9 6-1 15,0 0 59-15,0 0 42 16,-2 26 25-16,2-9 19 0,-1 6-12 0,-3 14 18 15,2 2-16-15,-2 1 9 0,-1 3 17 16,-1 0 10-16,0-5-1 0,2 4-11 0,0-6-14 16,3-5-15-16,-3-7-13 0,6-3-6 15,0-3-1-15,-1 0-1 0,5-3-2 16,-1-3-10-16,7-4-16 0,3-2-16 0,6-3-18 16,3-3-100-16,2-3-37 15,14 0 0-15,-4-3 0 0,-4 5 0 0,-7-3 0 16,-1-1 0-16,-6 4 0 0,1-3 0 15,-3 0 0-15,1 1-301 0,-5 2-115 0,-1-2-94 16,-2 3-142-16,-2-4-216 0,2-2 63 16,-4 3 91-16,-5 3-621 0,10-12-791 0</inkml:trace>
  <inkml:trace contextRef="#ctx0" brushRef="#br0" timeOffset="175682.38">5117 14488 3650 0,'-29'-17'63'16,"2"5"48"-16,0-5 46 0,10 7 35 0,4-2 15 16,4 4 14-16,2-3 0 0,5 1-7 15,2-1-23-15,4-2-19 0,6 1-22 16,7-1-8-16,13-3-19 0,3 4-16 0,4 5-17 16,2 0-10-16,1 6-115 0,5 3-135 15,-4 2-174-15,-1 5-218 0,-6 1-177 0,-1 6 56 16,-5 3-527-16,-5 2-674 0</inkml:trace>
  <inkml:trace contextRef="#ctx0" brushRef="#br0" timeOffset="176098.33">5899 14613 3576 0,'10'-24'50'0,"-2"5"25"0,-1 3 5 0,0 3 23 15,-2-2 39-15,-1 5 36 0,0 0 32 16,-3 1 14-16,-1 2-11 0,0 7-21 0,-3-10-2 16,-6 7-26-16,9 3-22 0,-24 2-16 15,1 2-8-15,-9 7-15 0,-2 4-12 16,-11 9-7-16,2 1 3 0,0 0-16 0,6 3-5 16,8-9-4-16,4 4-12 0,8-2 2 15,3-4-1-15,11-1-7 0,5-3-4 16,6 1 0-16,5 0-4 0,12 1-6 15,7 1-3-15,4-1 1 0,2-1-2 0,10 1-8 16,-10-3 1-16,-2 2-1 0,-4-2 1 16,-1-3-4-16,-8 4 7 0,-4-3 11 0,-8 1 33 15,2-2 33-15,-8 4 22 0,-1-1 9 16,-6 0 5-16,-4 1-1 0,-4 6-11 16,-8 0-9-16,-4 0-9 0,-3 1-12 0,-1-3-9 15,-5-3-12-15,4-2-72 0,-3 0 0 16,8-5 0-16,2-1 0 0,4-2 0 15,0-7 0-15,0 0-16 0,3-6-326 16,0-5-152-16,-4-11-156 0,8-6-263 0,0-3 71 16,7-5 97-16,4-4-680 0,1 0-875 15</inkml:trace>
  <inkml:trace contextRef="#ctx0" brushRef="#br0" timeOffset="176398.68">5850 14314 3745 0,'-2'-13'-40'0,"1"5"44"15,1 2 12-15,0 6 10 0,0 0 24 0,1-11 26 16,-1 11 33-16,21-4 23 0,0 4 5 16,17 4 4-16,14 7-16 0,3 1-9 15,0 5-11-15,-2 5-1 0,1 2-5 16,-8 5-10-16,-5 7 21 0,-8 2 11 16,-5 1 13-16,-3 2 9 0,-8 7 23 0,-5-1-5 15,-5-5 7-15,-7-1 6 0,-1 4-7 16,-3 2 3-16,-4 6-4 0,-2 0-4 0,-3-3-25 15,-1-2-11-15,2-4-11 0,-4-7-14 16,1-4-14-16,-1-2-8 0,0 0-5 0,-2-1-9 16,3-3-11-16,-2-2-10 0,0-1-37 15,1-6-81-15,2-5-84 0,-2 1-83 16,3-6-112-16,-1 0-162 0,3-7-240 0,2-1-80 16,9 0 103-16,-16-15-663 0,11 4-848 15</inkml:trace>
  <inkml:trace contextRef="#ctx0" brushRef="#br0" timeOffset="179997.92">21431 14653 621 0,'-16'0'274'0,"16"0"-116"0,0 0-60 0,-5-3-36 0,5 3-18 0,0 0-11 0,-8-3-10 0,8 3-1 15,0 0 0-15,0 0-6 0,-3-4-1 0,3 4-8 16,0 0 2-16,0 0 0 0,0 0-5 15,0 0 1-15,0 0 2 0,0 0-6 0,0 0 4 16,0 0-5-16,0 0 6 16,0 0 4-16,0 0 15 0,0 0 12 0,0 0 18 15,0 0 15-15,0 0 17 0,0 0 13 16,0 0 12-16,0 0 13 0,0 0 13 16,0 0 7-16,0 0 12 0,0 0 10 0,0 0 3 15,0 0 2-15,0 0 5 0,0 0-3 16,0 0 0-16,0 0 0 0,0 0-4 0,0 0 8 15,0 0 0-15,0 0-2 0,0 0 0 16,0 0-2-16,0 0 5 0,0 0 1 0,0 0 11 16,0 0 5-16,0 0 11 0,0 0-12 15,0 0-16-15,0 0-21 0,36-9-16 16,-11 5-16-16,1 2-9 0,12-4-11 16,2 0-9-16,2 4-30 0,-11-1-15 15,-2 1-3-15,-3 0-6 0,0 2-7 0,-3 0-4 16,-3-2-1-16,-2 2-12 0,-4-1 13 15,-1 1-25-15,-13 0-1 0,19-3-28 0,-9 2-52 16,-2 0-51-16,-8 1-67 0,15-2-88 16,-15 2-108-16,7-2-115 0,-7 2-194 0,0 0-57 15,0 0 74-15,0 0-508 0,0 0-654 16</inkml:trace>
  <inkml:trace contextRef="#ctx0" brushRef="#br0" timeOffset="180531.43">22039 14420 3525 0,'0'0'77'0,"3"-8"22"0,-3 1 34 0,2 2 13 0,2-2 12 0,0 2 2 0,-4 5-5 16,6-11-15-16,0 6-14 0,3 0-12 0,-4 2-9 15,6-2-12-15,-11 5-9 0,13-2-6 16,-13 2-7-16,15 2-4 0,-7 6 1 0,-1 2 11 15,0 4 14-15,-3 5 14 0,5 0 10 16,-4 4 14-16,2 10 23 0,-3 1 5 16,2-1-15-16,-4-2 6 0,4 2-5 15,-2-4 1-15,-2-5-11 0,1 8-11 16,3-6-11-16,-4-3-12 0,-1-5-11 0,3 0-3 0,-1-4-12 16,-1-2-4-16,-2-1-7 15,2-1-9-15,-1 0 1 0,-1 0-8 0,0-5 5 16,0 5 15-16,-1-2 8 0,-3 3 5 15,-3 1-11-15,-4-2-70 0,-2 0 0 0,-4 1 0 16,-1 0 0-16,2 0 0 0,4-5 0 16,1 3 0-16,1-4 0 0,0-1 0 0,5 2 0 15,5-6 0-15,-10 6 0 0,10-6 0 16,0 0 0-16,0 0 0 0,0 0 0 16,24 0 0-16,-10-2 0 0,6 0 0 15,1 2 0-15,-1-1 0 0,9 1 0 0,-4 1 0 16,2-1 0-16,-4 2 0 0,1 0 0 15,-3-2 0-15,-2 0 0 0,-4 5 0 0,1-4 0 16,-5-1 0-16,-2 2 0 0,1 0 0 16,-10-2 0-16,13 2 0 0,-13-2 0 0,0 0 0 15,14-4 0-15,-14 4 0 0,0 0 0 16,0 0 0-16,0 0 0 0,0 0 0 0,0 0 0 16,-34 4-538-16,16-3-472 0,3 3 92 15,-4-2-1029-15,2 2-1367 0</inkml:trace>
  <inkml:trace contextRef="#ctx0" brushRef="#br0" timeOffset="183029.92">23581 14562 5614 0,'0'0'-95'0,"0"0"12"0,0 0 15 16,0 0 62-16,0 0 67 0,0 0 55 0,0 0 41 0,0 0 45 0,0 0 4 15,0 0-23-15,0 0-12 0,0 0-22 0,32-8-14 16,-17-1-12-16,1-1-26 0,-4 0 0 16,6-1-9-16,-5 3-1 0,-1-3-7 15,-1 4-1-15,-2 1-9 0,1-1 0 0,-2 2 1 16,-3 0-11-16,1 1-1 0,-6 4-5 16,12-9-3-16,-12 9-5 0,5-4-6 0,-5 4-1 15,0 0-10-15,10-4-1 0,-10 4-2 16,0 0 28-16,0 0 1 0,2 26-9 0,-2-13-46 15,0 6 0-15,1 5 0 16,-1 0 0-16,7 10 0 0,-2 0 0 0,1-1 0 16,-1 2 0-16,3-1 0 0,-2-2 0 15,2-1 0-15,-5-5 0 0,3-6 0 0,-4-2 0 16,0-3 0-16,1-1 0 0,-3-3 0 16,0 1 0-16,2-4 0 0,-2 1 0 15,0-1 0-15,0-8 0 0,-2 14 0 0,-1-7 0 16,-7-2 0-16,-1 2 0 0,-3-2 0 15,0 2 0-15,-8 0 0 0,1-1 0 0,1-2 0 16,2 1 0-16,4-2 0 0,2-1 0 16,0 2 0-16,12-4 0 0,-15 3 0 0,15-3 0 15,-9 4 0-15,9-4 0 0,0 0 0 16,0 0 0-16,0 0 0 0,34 1 0 16,-8-2 0-16,5 1 0 0,11-4 0 0,-4 1 0 15,4-1 0-15,-12 2 0 0,-5 1 0 16,-4-1 0-16,-2 2 0 0,-3-3 0 15,-1 3 0-15,-3 0 0 0,-12 0 0 0,20-2 0 16,-20 2 0-16,16 0 0 0,-16 0 0 16,0 0 0-16,14-3 0 0,-14 3 0 0,6-1 0 15,-6 1 0-15,0 0 0 0,0 0 0 16,0 0 0-16,0 0 0 0,0 0 0 0,0 0-586 16,8 4-428-16,-8-4 101 0,0 0-1018 15,-8 12-1352-15</inkml:trace>
  <inkml:trace contextRef="#ctx0" brushRef="#br0" timeOffset="184446.64">25625 14737 5086 0,'-15'-1'-180'0,"2"-3"46"0,0 4 36 0,13 0 34 0,-20-2 38 0,20 2 45 0,-13-1 34 16,13 1 25-16,0 0 22 0,-12-2 22 15,12 2-1-15,0 0-10 0,0 0-8 16,0 0-11-16,59-4-8 0,-18 3-9 0,2 1-9 15,6-2-8-15,-4 4-3 0,1-2-8 16,-6 1-2-16,-6 1-7 0,-7-2-5 0,-8 2-1 16,1-2-6-16,-4 2 0 0,-1-2-6 15,-1 1 1-15,-14-1-4 0,16 0-1 16,-16 0-1-16,18-1-1 0,-18 1-1 16,0 0-3-16,15 0-1 0,-15 0-7 0,0 0-38 15,14-2-60-15,-14 2-94 0,0 0-110 16,11 0-140-16,-11 0-220 0,0 0-44 15,12-4 81-15,-12 4-417 0,16-3-512 0</inkml:trace>
  <inkml:trace contextRef="#ctx0" brushRef="#br0" timeOffset="185029.94">26531 14584 3100 0,'-6'-9'73'0,"2"0"34"0,2 4 23 16,2 5 36-16,-1-11 24 0,1 11 14 16,0 0 2-16,-7-7-4 0,7 7 2 15,0 0 4-15,0 0-9 0,-4-4-1 0,4 4-9 16,0 0 1-16,0 0 10 0,0 0 1 16,0 0-9-16,0 0-13 0,0 0-12 0,0 0-11 15,0 0-17-15,0 0-11 0,0 0-13 16,0 0 0-16,0 0 4 0,0 0-2 0,8 31-1 15,-8-18-2-15,-2 4-8 0,-2 5-7 16,1 1-7-16,-1 9-12 0,2 4-5 16,-2-1-6-16,3-4-23 0,-1-6-46 15,0 14 0-15,2-10 0 0,0-1 0 0,2-2 0 16,0-2 0-16,-1-2 0 0,1-3 0 16,0-2 0-16,0-2 0 0,-2-2 0 15,0-1 0-15,2-3 0 0,-2 0 0 0,0-2 0 16,0-7 0-16,0 13 0 0,0-13 0 15,-4 9 0-15,0-2 0 0,1-1 0 0,-9-2 0 16,-3 2 0-16,-6 1 0 0,-4-3 0 16,3 4 0-16,-2-4 0 0,1 2 0 0,9-2 0 15,2-1 0-15,0 1 0 0,0-1 0 16,5-2 0-16,7-1 0 0,0 0 0 0,0 0 0 16,0 0 0-16,34 6 0 15,9-6 0-15,2 0 0 0,3-2 0 0,1 2 0 0,-1-2 0 16,-3 2 0-16,1-3 0 15,-6 0 0-15,-6 3 0 0,-9 0 0 0,-2 0 0 16,-1 0 0-16,-6-3 0 0,2 3 0 16,-5 0 0-16,-3-1 0 0,-1 1 0 0,-9 0 0 15,17-3 0-15,-17 3 0 0,12-2 0 16,-12 2 0-16,4-4 0 0,-4 4 0 16,0 0 0-16,0 0-42 0,0 0-1033 0,-25-10 111 15,12 8-1114-15,1-2-1490 0</inkml:trace>
  <inkml:trace contextRef="#ctx0" brushRef="#br0" timeOffset="186129.57">3822 16155 2320 0,'-5'-8'238'0,"3"-1"-60"0,-2 4-73 0,4 5-41 0,0 0-12 16,0 0-7-16,0 0 56 0,-21 20 26 15,7 9 27-15,-4 14 8 0,-2 9 2 0,6 1-7 16,-6 4-10-16,5 1 0 0,0 3-1 16,0-3-13-16,3 0-9 0,1-2-13 15,2-3-10-15,4-10-11 0,1-1-8 0,2-6-7 16,1-5-8-16,1-7-10 15,0-7-3-15,0 0-10 0,1-5-6 0,-1 0 2 0,0-4-20 16,0 1-49-16,0-9-78 16,0 0-81-16,0 0-68 0,0 0-58 0,18-28-88 15,-7-6-121-15,0-3-91 0,3-15 44 16,1-8-226-16,2-5-284 0</inkml:trace>
  <inkml:trace contextRef="#ctx0" brushRef="#br0" timeOffset="186346.32">3955 16097 2332 0,'9'-17'10'15,"-2"3"11"-15,-1 4 6 0,-3 1-3 0,3 7 7 16,-6 2 32-16,0 0 35 16,25 11 24-16,-13 5 20 0,10 11 69 0,5 12-11 0,-2 5 7 15,3 5-19-15,1-1-15 0,3 2-23 16,3-1-10-16,2 1-11 0,-1-4-13 16,3-1-11-16,-1-2-12 0,-2-4-10 15,-2-3-14-15,-3-5-6 0,-8-5-7 16,-4-4-11-16,-4-2-49 0,-5-8-73 0,0-3-78 15,-5-1-77-15,-1-4-103 0,-4 0-179 16,0-4-114-16,0 0 69 0,0 0-255 0,-27-16-302 16</inkml:trace>
  <inkml:trace contextRef="#ctx0" brushRef="#br0" timeOffset="186529.41">4047 16607 2537 0,'-17'1'177'0,"3"-1"18"0,1 2 27 15,13-2 18-15,-15 2 23 0,15-2 2 0,0 0-8 16,0 0-7-16,-15 0-22 0,15 0-19 16,0 0-17-16,0 0-25 0,0 0-20 15,47-17-18-15,-10 11-48 0,3 0-102 0,-1 1-127 16,8-3-131-16,0 4-157 0,12-6-273 16,-11 6 46-16,-3-2 75 0,-2-3-336 0,0 1-403 15</inkml:trace>
  <inkml:trace contextRef="#ctx0" brushRef="#br0" timeOffset="186846.48">4853 16088 2786 0,'-3'-13'95'16,"-1"4"21"-16,2 2-10 0,2 7-6 0,0 0-10 16,0 0 61-16,0 0 61 0,0 0 34 15,9 35 13-15,-5-3 13 0,0 8 0 16,-2 5 9-16,-2 13 7 0,-2 3-6 0,-2-1-2 15,-3-2-7-15,-2 2-18 0,6-6-18 16,-1-11-11-16,4 1-4 0,2-6-17 0,3-1 6 16,2-2-7-16,2-6-4 15,4-1-14-15,6-7-50 0,3-4-136 0,1-5 0 16,3-9 0-16,12 0 0 0,8-5 0 16,4-2 0-16,12-4 0 0,-2-1 0 0,-3-3 0 15,-2 2 0-15,-13 0 0 0,-4 4 0 16,-12-1 0-16,-6-1 0 0,-3 3 0 15,-4 2-27-15,-5-4-410 0,-1 3-81 0,-3-2-86 16,-4 6-173-16,-4-10-78 0,-3 4 89 16,-4-1-665-16,-5-5-881 0</inkml:trace>
  <inkml:trace contextRef="#ctx0" brushRef="#br0" timeOffset="187046.37">4878 16085 4188 0,'-15'-12'23'0,"5"4"14"0,1-4 25 16,5 0 9-16,4 3-10 0,1-1 15 15,8-2-5-15,2-3-6 0,6 3-10 16,12-5-3-16,3 3-5 0,3 2-8 0,2 5-2 16,3-1-16-16,-1 6-120 0,2-1-123 15,-8 6-162-15,6-1-279 0,-5 0 31 0,-10 4 77 16,-3 2-244-16,-3 3-288 0</inkml:trace>
  <inkml:trace contextRef="#ctx0" brushRef="#br0" timeOffset="187446.27">5657 16034 2235 0,'7'-14'157'0,"-6"6"18"0,-1 0-11 15,0 8-17-15,-1-11-6 0,1 11 9 16,0 0 13-16,-2-7 12 0,2 7 23 16,0 0 21-16,-18 20 10 0,2 6 0 0,-6 14-6 15,-4 4-3-15,-5 6 11 16,1 4-21-16,-1 1-13 0,2 0-19 0,3-3-21 16,4-3-11-16,6-3-6 0,7-12-9 15,8-5-5-15,1-7-3 0,4-1 0 0,5-3-12 16,3-3-1-16,5-2-12 0,3-6-8 15,4-2-8-15,-5-3-12 0,-1-1-7 0,2-2-6 16,-3-1-8-16,0-3-2 0,-1-1-7 16,-3-2-5-16,-4-1 0 0,1-3 1 0,-1 0-11 15,-5-1-5-15,0-1 3 0,-4 1-8 16,-2-3-3-16,0 0-8 0,-4 1-4 16,-1-5-19-16,0 3-46 0,-7 0-59 0,1 2-59 15,-3 1-68-15,3 1-90 16,-3 1-105-16,4 1-142 0,1 0-219 0,0-2 52 15,2 1 78-15,5-1-464 0,3-3-607 16</inkml:trace>
  <inkml:trace contextRef="#ctx0" brushRef="#br0" timeOffset="187746.6">5766 15884 3407 0,'-4'-7'81'0,"-1"0"25"0,5 7 18 0,-7-8 11 16,7 8-3-16,0 0-9 0,0-7-8 15,0 7-3-15,0 0 4 0,0 0-10 16,61 17-10-16,-24-3-10 0,7 6-7 16,4 5-8-16,-7 2-8 0,-3 8 7 15,-2 4 16-15,-7 4 18 0,-4 6 22 0,-6 8 33 16,-6 2 36-16,-3 2 31 0,-6 4 17 16,-2-1 12-16,-4-3 8 0,-2 0 5 0,-4-5 13 15,1-1-6-15,-3-3-19 0,3-12-23 16,-1-1-34-16,0-6-199 0,-1 2 0 15,-1-4 0-15,-1-4 0 0,-2 1 0 0,-5-3 0 16,5-6 0-16,0-4 0 0,3-3 0 16,-2-5 0-16,3-2 0 0,4 0-100 15,-3-5-566-15,8 0-228 0,-10-12-30 16,4 4 87-16,6-1-785 0,-1 1-1062 0</inkml:trace>
  <inkml:trace contextRef="#ctx0" brushRef="#br0" timeOffset="189462.16">23809 15913 3770 0,'0'0'214'0,"-19"0"60"0,19 0 24 0,0 0 0 0,-15-1-42 0,15 1-31 0,-10-6-14 16,10 6-1-16,-3-10 8 0,1 4-5 16,2 6 9-16,5-20-13 0,3 11-18 0,-1-4-9 15,5 3-15-15,5 0-15 0,0 0-11 16,7 1-20-16,-2 2-12 0,1 4-7 0,0 1-13 15,0 2-8-15,4 4-9 0,3 4-7 16,-8 2-8-16,2 7-13 0,-12 2-44 0,-3 2 0 16,-7 5 0-16,-10 9 0 15,-6 11 0-15,-9 3 0 0,-4-1 0 0,0 2 0 0,-7-3 0 16,4 1 0-16,0-7 0 16,2-2 0-16,8-10 0 0,3-4 0 0,4-6 0 15,6-5 0-15,-2-2 0 0,7-2 0 16,2-1 0-16,2-2 0 0,8-1 0 0,3 0 0 15,9-3 0-15,4-1 0 0,16-2 0 16,-1 0 0-16,4-2 0 0,-5-1 0 16,2-3 0-16,-2 3 0 0,-8 0 0 0,-5 1 0 15,-6 0 0-15,-2 0 0 0,-4 1 0 16,-2-1 0-16,-1 0 0 0,-12 2 0 0,21-1 0 16,-21 1 0-16,14-2 0 0,-14 2 0 15,11-2 0-15,-11 2 0 0,7-2 0 0,-7 2 0 16,0 0 0-16,0 0 0 15,0 0 0-15,0 0-83 0,0 0-955 0,0 0 66 16,0 0 112-16,-38-6-921 0,31 1-1212 16</inkml:trace>
  <inkml:trace contextRef="#ctx0" brushRef="#br0" timeOffset="190678.79">26184 15912 4548 0,'2'-6'-204'0,"-2"6"53"0,0 0 57 0,-2-15 54 0,2 15 54 0,-3-8 45 16,3 8 20-16,0 0 8 0,-3-9 5 15,3 9 15-15,0 0 29 0,0 0 29 16,-40 29 25-16,9 1 29 0,-5 6 33 0,-1 3 22 16,0 2 10-16,2 0-8 0,9 2-6 15,3 0 10-15,11-8-11 0,7 2-6 0,5-4 2 16,7 1-13-16,9-4-21 0,13 7-163 16,3-8-68-16,9-7 0 0,8-3 0 0,6-6 0 15,-8-7 0-15,7-6 0 0,8-4 0 16,-2-6 0-16,1-3 0 0,-4-5 0 0,-2-2 0 15,-6-4 0-15,-4-2 0 16,-9-3 0-16,-8-7 0 0,-8 5 0 0,-6-4 0 16,-6-6 0-16,-8-2 0 0,-8 1 0 15,-3-12 0-15,-6 7 0 0,-6 1 0 0,-8 7 0 16,-1 7 0-16,-6 6 0 0,2 11 0 16,-7 5 0-16,2 6 0 0,-2 4 0 15,-4 5 0-15,-8 7 0 0,-1 4-366 0,6 4-555 16,-2 3-33-16,2-2 105 0,5 2-886 15,3 1-1167-15</inkml:trace>
  <inkml:trace contextRef="#ctx0" brushRef="#br0" timeOffset="191929.06">4554 17691 4878 0,'-5'-10'-198'0,"-3"6"19"16,8 4 16-16,-23 14 18 0,2 6 52 0,-8 12 54 0,-1 11 48 0,-3 0-3 0,1 3 28 0,1 2 6 15,1 0 10-15,7 1-6 0,4-2 2 16,-2-4-7-16,8-11-4 0,1-1-2 0,7-6 0 16,-1-8-6-16,2-1 0 15,3-7-3-15,1-1 1 0,0-8 5 0,1 6 1 16,-1-6-4-16,0 0-9 0,27-35 6 16,-12 1-8-16,6-14 0 0,4-3 2 15,-1-7-5-15,-3-4-1 0,1-5 0 0,1-13-3 16,-5 16-5-16,2 4-1 0,-2 9 1 15,-4 4 4-15,-3 18-3 0,-5 9-2 0,0 4 2 16,-2 6 2-16,1 7 9 16,-5 3 14-16,0 0 18 0,17 18 21 0,-5 3 19 15,1 8 1-15,6 5-10 0,1 7-6 16,4 3-7-16,4 4-4 0,1-1-5 16,3 0-6-16,1-5-3 0,4-1-5 0,-1-3-3 15,-2-3-5-15,-4-4-5 0,-5-7-4 16,-6-5 2-16,-2-4-5 0,-6-5-3 0,-2 0 0 15,-4-3 0-15,-1 0-1 0,-4-7-4 16,0 0 6-16,-12 7-8 0,12-7-3 16,-28 2 3-16,3-6-5 0,-13 1-1 0,0-2-3 15,-2 1 1-15,2 1-1 0,-1-2 1 16,11 1-4-16,2 3-3 0,6-1-3 0,1 0-45 16,4-1-65-16,1 1-86 15,3 1-88-15,11 1-104 0,-16-6-156 0,13 3-146 16,3 3 56-16,2-19-397 0,6-1-510 15</inkml:trace>
  <inkml:trace contextRef="#ctx0" brushRef="#br0" timeOffset="192195.38">5175 17615 3179 0,'0'0'120'0,"0"0"-12"0,0 0 0 16,0 0 34-16,0 0 60 0,-8 27 72 0,3-7 39 0,-4 13 24 0,-1 5 0 15,-3 12 2-15,2-1-15 0,6-8-11 16,-1-1-25-16,5-1-14 0,2-2-13 0,5-2-19 16,6-4-20-16,5 0-20 15,0-2-12-15,4-5-21 0,1-2-13 0,5-5-65 16,4-3-91-16,-1-4 0 0,-3-6 0 16,-2-1 0-16,-4-3 0 0,1-2 0 0,-4-1-46 15,1 1-318-15,-2-4-109 0,-1 0-95 16,-5-6-179-16,-6 3-113 0,-1 0 82 15,-6-3-703-15,-1-4-929 0</inkml:trace>
  <inkml:trace contextRef="#ctx0" brushRef="#br0" timeOffset="192378.47">5180 17510 4273 0,'-16'-15'56'0,"5"6"30"0,2 1 28 16,0 0 33-16,5 4 18 0,-1 0 2 0,5 4-18 15,-6-8-17-15,6 8-7 0,4-11-19 16,-4 11-12-16,20-8-17 0,2 4-21 0,4 0-106 16,14 2-141-16,5 2-134 0,-4 2-192 15,3 4-199-15,0-2 50 0,-3 4 90 16,-4 1-345-16,-1-1-400 0</inkml:trace>
  <inkml:trace contextRef="#ctx0" brushRef="#br0" timeOffset="192630.42">5720 17595 2670 0,'-9'4'244'16,"-4"-4"13"-16,3 2 8 0,10-2 27 0,-15 1 30 16,15-1 31-16,0 0 6 0,-16 0-14 15,16 0-23-15,0 0-30 0,0 0-27 0,0 0-24 16,0 0-24-16,41-5-26 0,-3 9-14 16,1 4-22-16,9 8-17 0,-12-1-10 15,6 7-14-15,-7 7-9 0,-2 0-14 0,-15 0-8 16,3 13-9-16,-8-7-3 0,-3 0-12 15,-4 2-7-15,-1-4-3 0,-1-4-11 16,-4-4-3-16,2-2-12 0,0-3-66 16,-2-3-94-16,3-3-103 0,-3-4-99 0,2-1-81 15,1-3-81-15,-3-6-123 0,0 0-198 16,0 0 53-16,0 0 83 0,11-37-486 16,-9 10-638-16</inkml:trace>
  <inkml:trace contextRef="#ctx0" brushRef="#br0" timeOffset="192795.3">5944 17749 3490 0,'-22'0'80'0,"8"0"39"16,-2 0 32-16,16 0 36 0,-21 5 30 16,21-5 21-16,-15 0 5 0,15 0-12 15,-9 1-21-15,9-1-6 0,0 0-20 16,0 0-14-16,0 0-22 0,0 0-18 0,0 0-69 16,48 6-113-16,-21-10-146 0,18 1-140 0,-4-2-181 15,4-4-226-15,9-3 51 16,-4-2 80-16,-12 0-374 0,6-3-463 0</inkml:trace>
  <inkml:trace contextRef="#ctx0" brushRef="#br0" timeOffset="193078.12">6326 17344 2986 0,'-11'-8'113'0,"0"2"16"0,2 2 22 0,4 1 25 16,5 3 15-16,-6-4-2 0,6 4 0 15,0 0 16-15,0 0 14 0,0 0 0 0,0 0-16 16,38 19-15-16,-4-5-23 15,11 5-7-15,0 4-26 0,1-1-13 0,-4 7-8 16,0 2-3-16,-6 3-6 0,-5 2 7 16,-4 4-6-16,-7 3-10 0,-1 1 5 15,-8 3-14-15,-2-6-2 0,-4-1-2 0,-1 1-7 16,-4 1-4-16,-2-5-11 0,-1 2-4 16,-3-5-9-16,-1-2-4 0,-2-3-5 0,0 0-1 15,-5-1-7-15,-1-3-9 0,-4-2-6 16,-4-6-76-16,4-4-89 0,2-5-129 15,4-4-149-15,6-4-222 0,7 0-173 16,0 0 81-16,-20-12-625 0,20 12-824 16</inkml:trace>
  <inkml:trace contextRef="#ctx0" brushRef="#br0" timeOffset="194432.62">26107 17700 3436 0,'-17'0'371'0,"2"-2"-103"0,2 0-46 0,13 2-18 0,-17-1 13 15,17 1 16-15,0 0 11 0,-11-1-13 0,11 1-14 0,0 0-20 16,0 0-15-16,16-15-13 0,5 9-22 0,23 0-13 16,2 1-9-16,1 3-16 0,5 0-10 15,-2 2-11-15,-3 2-12 0,-1-2-9 0,-6 1-14 16,-12 0-26-16,-3-1-58 0,-3 3-55 16,-8-3-52-16,-1 0-52 0,-1 0-62 0,-1 0-60 15,-11 0-59-15,20 0-67 16,-20 0-151-16,11-4-133 0,-11 4 58 0,7-9-466 15,-7 9-599-15</inkml:trace>
  <inkml:trace contextRef="#ctx0" brushRef="#br0" timeOffset="194845.41">26776 17361 3464 0,'0'-16'150'0,"2"2"4"16,2 4 8-16,-1 0 16 0,8 0 12 15,0-1 7-15,3 3-7 0,0 3-10 16,6 1-10-16,-5 3-9 0,4 4 3 0,-1 4 5 16,-2 3 3-16,5 9 23 0,-4 6 12 15,-5 4 13-15,-5 4 10 0,-7 4 14 0,-5 0 9 16,-7 11 19-16,-3-13-9 0,-2 4 7 15,2-6-3-15,-1-4-198 0,3-2-69 16,5-10 0-16,2-1 0 0,4-4 0 16,2 0 0-16,6-3 0 0,6 3 0 15,6-4 0-15,6-1 0 0,12 0 0 0,2-4 0 16,-5 1 0-16,3-1 0 0,-6-3 0 16,-1 2 0-16,-8-2 0 0,-1-2 0 0,4 2 0 15,-10 0 0-15,2 0 0 0,-3 0 0 16,-1 4 0-16,-1-4 0 0,-11 0 0 0,14 0-358 15,-14 0-302-15,0 0-134 0,0 0-99 16,0 0 85-16,0 0-783 0,0 0-1032 16</inkml:trace>
  <inkml:trace contextRef="#ctx0" brushRef="#br0" timeOffset="198049.46">23726 12541 4387 0,'-9'2'-9'0,"4"0"32"0,5-2 19 0,0 0 23 0,0 0-7 0,0 0 11 0,16-12 24 0,12 0 19 16,12-3 8-16,15-4 1 0,8 1-7 15,9-1-12-15,18-9-7 0,1 3-12 16,1-3-5-16,-1-1-9 0,1 0-9 0,-8-3-3 16,-6-2-5-16,-15 5-8 0,-7 2-8 15,-4 0-1-15,-6 5-7 0,-13 1-4 16,-6 6-36-16,-9 3-54 0,-2 0-58 0,-9 7-91 16,-3 1-73-16,-4 4-68 0,0 0-90 15,0 0-187-15,-56 15-2 0,20-3 72 16,-15 7-328-16,-6 4-374 0</inkml:trace>
  <inkml:trace contextRef="#ctx0" brushRef="#br0" timeOffset="198263.98">24110 12601 2763 0,'-17'8'174'0,"5"1"7"0,5-5 7 16,0 2 25-16,3-2 48 0,4-4 44 15,0 0 34-15,0 0-16 0,0 0-21 0,0 0-31 16,36-10-25-16,-2 3-19 0,6-5-26 15,12-2-20-15,1-1-21 0,6-3-15 16,0-1-18-16,4 0-21 0,-2 1-24 16,-3-1-88-16,-6 1-80 0,0 1-88 0,-12 5-108 15,-5 0-112-15,-5 1-114 0,-6 2-178 16,-2 2-23-16,-10 2 70 0,0 1-487 16,-6 4-595-16</inkml:trace>
  <inkml:trace contextRef="#ctx0" brushRef="#br0" timeOffset="198727.22">24728 11812 3390 0,'-12'-15'103'0,"5"4"5"0,1 1-5 0,4 5-15 0,2 5 7 0,11-7 28 0,-1 7 27 0,-10 0 16 0,37 9 11 16,-5 4-2-16,11 10-14 0,5 4-10 0,1 6-18 16,7 3-10-16,8 11-9 0,-12-8-15 15,-4 0-8-15,-4-1-7 0,-6-4-10 16,-6-2-2-16,-13-3 3 0,-2-3 0 0,-7-5 8 16,-6-2 4-16,-8-1-4 0,-6-1 1 15,-10 6-5-15,-9-2-8 0,-14 1-8 0,-6-1 1 16,-6-3-9-16,-10 3-13 0,-8-4-7 15,-1 2-55-15,4 3-82 0,4 1-126 0,0-2-174 16,10 8-257-16,6-3-107 16,6 1 75-16,18-8-604 0,1 5-754 0</inkml:trace>
  <inkml:trace contextRef="#ctx0" brushRef="#br0" timeOffset="205810.72">28339 11834 1463 0,'10'-20'497'0,"-3"0"-176"0,0 6-51 0,2-2-11 0,-2 3-14 0,1-1-7 0,-1-1-16 0,1 3 6 15,-2 3 10-15,-3 1-2 0,3 0-17 16,-2 3-16-16,-4 5-23 0,8-5-3 0,-8 5 18 16,0 0 21-16,9 30 32 15,-7 7 12-15,-4 7 0 0,0 20 14 0,-3 2 1 16,-5 7 7-16,-3 21-3 0,-5-1-3 16,2-1-11-16,-2-5 0 0,3-16-165 0,3-5-100 15,5-2 0-15,0-5 0 0,3-5 0 16,6-9 0-16,1-4 0 0,8-2 0 0,1-6 0 15,1-3 0-15,5-7 0 0,-1-6 0 16,0-5 0-16,3-3 0 0,4-5 0 0,-3-3 0 16,2-1 0-16,3-3 0 15,-1 0 0-15,0-1 0 0,-2-1 0 0,-7 2 0 0,2-3 0 16,-3 3 0-16,-3-2 0 16,-1 2 0-16,-4-5 0 0,0 4 0 0,-4-2 0 15,1 0 0-15,-2-1 0 0,-2-3 0 16,0 0-83-16,-6-2-740 0,3-1-120 0,-4-1 78 15,0-5-998-15,-4-10-1287 0</inkml:trace>
  <inkml:trace contextRef="#ctx0" brushRef="#br0" timeOffset="206059.45">28313 11544 5409 0,'-14'-1'-42'0,"5"-2"5"16,3 2 10-16,6 1 47 0,-7-3 56 16,7 3 47-16,0 0 22 0,0 0-5 0,38-1-10 15,5-1-17-15,9-2-7 0,14 3-12 16,4-5-37-16,3 3-66 0,-2-2-70 0,-3 0-64 16,-7 0-74-16,-15 1-64 0,-6 1-56 15,-12-1-55-15,-8 1-66 0,-7 1-104 0,-6 0-45 16,-7 2 49-16,0 0-348 0,0 0-388 15</inkml:trace>
  <inkml:trace contextRef="#ctx0" brushRef="#br0" timeOffset="209325.23">28971 12071 2391 0,'0'0'-12'0,"0"0"43"0,0 0 33 0,-5-3 36 0,5 3 45 0,0 0 54 0,0 0 31 0,-2-7 25 16,2 7 9-16,0 0 8 0,0 0-2 0,0 0 6 16,0-10 6-16,0 10-1 0,0 0 1 15,0 0-10-15,-4-9 0 0,4 9-9 0,0 0-7 16,0 0-14-16,0 0-24 0,-2-8-21 16,2 8-15-16,0-12-8 0,4 4-16 15,0-1-15-15,-1-3-16 0,8 0-15 16,2 1-14-16,0-3-9 0,6 2-31 0,4-3-58 15,0 2 0-15,-3 3 0 0,2 2 0 16,6-3 0-16,1 4 0 0,-6 4 0 0,-3 2 0 16,2 2 0-16,3 1 0 0,-2 1 0 15,-3 6 0-15,-2 0 0 0,-2 2 0 16,-6 1 0-16,0 4 0 0,-5 1 0 0,-5 0 0 16,-2 1 0-16,-7 10 0 0,-7 0 0 15,0 0 0-15,-6-3 0 0,-1-2 0 16,1 1 0-16,1-2 0 0,5-9 0 0,5 1 0 15,2-4 0-15,2-2 0 0,-2-1 0 0,6-3 0 16,-1 1 0-16,4-5 0 16,-4 7 0-16,4-7 0 0,0 0 0 0,13 10 0 15,-5-6 0-15,3 1 0 0,1 1 0 16,1-4 0-16,2 6 0 0,-1-1 0 0,3 1 0 16,0 2 0-16,-2 3 0 0,1-1 0 15,-7-2 0-15,-2 2 0 0,4-1 0 0,-6 3 0 16,-1-1 0-16,-2-2 0 0,-2 3 0 15,-2-2 0-15,0 0 0 0,-4-2 0 0,1 0 0 16,-5 1 0-16,0-2 0 16,-1-1 0-16,-3-2 0 0,0-2 0 0,-4-1 0 15,-1-3 0-15,0 0 0 0,0-3 0 16,0 0 0-16,-2-2 0 0,0-1 0 0,2 0 0 16,2 0 0-16,1 1 0 0,1 0 0 15,2 2 0-15,1-1 0 0,3 4 0 0,0-3 0 16,9 3-115-16,-14 0-676 0,14 0-158 15,0 0 87-15,0 0 91 0,-11 3-829 16,11-3-1039-16</inkml:trace>
  <inkml:trace contextRef="#ctx0" brushRef="#br0" timeOffset="210595.99">30158 12179 4153 0,'-14'-2'-56'0,"1"4"57"0,13-2 37 0,-18-2 29 0,18 2 52 0,0 0 59 15,-16-1 59-15,16 1 53 0,0 0 46 16,0 0 5-16,-7-5-22 0,7 5-28 0,0 0-26 16,36-9-27-16,-13 5-20 0,2 3-21 15,2-1-26-15,0 0-14 0,0-1-20 0,-5 3-12 16,-1 0-12-16,-2 0-15 0,0 0-12 16,-5 0-14-16,0 0-72 0,-14 0 0 15,22 0 0-15,-22 0 0 0,14 0 0 0,-14 0 0 16,18-2 0-16,-18 2 0 0,9-1-74 15,-9 1-165-15,12 0-74 0,-12 0-108 16,10-1-135-16,-10 1-199 0,9-6-59 16,-9 6 78-16,16-4-721 0,-9 2-905 0</inkml:trace>
  <inkml:trace contextRef="#ctx0" brushRef="#br0" timeOffset="211158.11">30691 12034 4066 0,'0'-9'-5'15,"0"0"37"-15,0 1 22 0,1-1 27 0,3-1 33 16,2 1 23-16,-2-1 8 16,6 0-1-16,-3 0-1 0,0 3-9 0,2-1 3 15,-2 2-8-15,-1 0-13 0,1 4-2 16,-7 2-2-16,10-3 1 0,-10 3 7 0,0 0-3 15,9 17 21-15,-5-2 5 0,-2 1 12 16,-2 3 13-16,0 6 2 0,2 0-8 0,-2 3-15 16,2 7-8-16,-2-4-13 0,0 5-20 15,0-7-5-15,1-1-13 0,-1-3-10 0,0 1-5 16,2-2-6-16,0-3-9 0,-2-2-3 16,0-2-9-16,2-3-3 0,-2-2-2 0,0 0-7 15,0-2 3-15,3-1-24 16,-3-1-13-16,0-1 0 0,-3 0 0 0,3-7 0 15,-4 13 0-15,-1-8 0 0,-3 1 0 16,-1 0 0-16,-1 0 0 0,-1 0 0 0,0-2 0 16,-1 0 0-16,1-1 0 0,1 0 0 15,2-1 0-15,8-2 0 0,-11 7 0 0,11-7 0 16,-9 3 0-16,9-3 0 16,0 0 0-16,0 0 0 0,0 0 0 0,0 0 0 0,0 0 0 15,0 0 0-15,30 4 0 16,-30-4 0-16,26-4 0 0,-12 4 0 0,1-1 0 15,-1-1 0-15,-1 2 0 0,-13 0 0 16,23-2 0-16,-16 0 0 0,-7 2 0 0,18-2 0 0,-18 2 0 16,11 0 0-16,-11 0 0 15,0 0 0-15,15 0 0 0,-15 0 0 0,0 0 0 16,0 0 0-16,6 4-214 0,-6-4-721 16,0 0-13-16,0 0 106 0,-16 14-944 0,16-14-1216 15</inkml:trace>
  <inkml:trace contextRef="#ctx0" brushRef="#br0" timeOffset="212141.39">31686 12198 4691 0,'0'-9'-153'0,"-2"1"46"0,0-2 46 0,2-4 52 0,0 3 40 15,0-4 44-15,2 3 36 0,0-2 27 0,-1-1 11 16,3-2 11-16,2 3 1 0,-1-1-7 16,5-1 3-16,1 0-1 0,2 3-16 0,-2 3-4 15,1 1-8-15,2 2-23 0,-3 4-8 16,-1 3-16-16,-10 0-7 0,26 9-6 16,-10 3-3-16,-5 2-9 0,5 11 3 15,-5 4-6-15,-4-3-3 0,-3-2-4 0,-2 1 4 16,-4-1 9-16,-7 10-2 0,-6 3 5 15,-12 2 5-15,-3 1-6 0,-6-2-1 16,1-4-7-16,1-5-2 0,9-9 13 0,2-1 4 16,4-5 5-16,6-4 19 0,3-1 22 15,3-4 16-15,1-2-4 0,6-3-12 0,0 0-35 16,0 0-79-16,0 0 0 0,17-22 0 16,-4 15 0-16,0 2 0 0,5 0 0 0,-1 1 0 15,0 4 0-15,-2 0 0 0,4 2 0 16,4 5 0-16,-1 0 0 0,-2 2 0 15,9 3 0-15,-3 3 0 0,-1-1 0 0,-3-1 0 16,-6-1 0-16,4 1 0 0,-6-1 0 0,2 0 0 16,-3-4 0-16,-1-1 0 15,-3 0 0-15,1-2-108 0,0-1-359 0,-5 2-130 16,3-4-156-16,-8-2-105 0,7 2 76 16,-7-2-791-16,0 0-1016 0</inkml:trace>
  <inkml:trace contextRef="#ctx0" brushRef="#br0" timeOffset="212507.93">32240 11822 4442 0,'-11'-10'30'0,"1"3"29"0,4 2 19 0,1-1 37 0,5 6 45 0,-6-6 36 0,6 6 23 0,0 0 0 16,0 0-12-16,11-8-22 0,-11 8-19 15,38 3-19-15,-3 2-13 0,1 5-13 16,-2 4-21-16,6 10-11 0,-2 5-12 0,-3 11-4 16,-11 6-10-16,-1 4-4 0,-9 6 4 15,-7 4-13-15,-5 2-5 0,-5 4-3 16,-5 0 0-16,0 3 12 0,-5-3 0 0,-1-2 15 16,-3 0 6-16,2-6-2 0,-2 0-2 15,1-2-4-15,2-6-7 0,-2-1-6 16,7-12-4-16,-2-2-2 0,-1-5-8 0,0-2-6 15,0-8-1-15,5-4-6 0,-2-2-7 16,-5-3-6-16,1-1-18 0,-6-2-47 0,4-4-80 16,-5 0-83-16,2-3-90 0,-3-1-114 15,-12-8-138-15,7 1-226 0,2 0-13 0,-6-5 75 16,3 4-657-16,7 3-831 0</inkml:trace>
  <inkml:trace contextRef="#ctx0" brushRef="#br0" timeOffset="213141.39">29347 10040 3974 0,'8'-29'-51'0,"-5"5"43"0,5 5 35 0,-4 1 29 0,2 4 19 0,-2 0 12 0,-1 2 17 16,1 2 2-16,0 2-7 0,-1 1-11 16,1 3 3-16,-4 4 20 0,0 0 21 0,18 17 8 15,-7 11 3-15,1 4 23 0,3 19 0 16,0 5 20-16,2 6 10 0,0 4 8 0,8 22-7 16,0-2-14-16,-1-4-18 0,7-5-15 15,-12-17-10-15,1 0-17 0,-2-3-4 0,-4-6-18 16,-5-12-10-16,-1-3-9 15,2-1-1-15,-6-9-20 0,-3-5-3 0,5 0-8 16,-6-5-2-16,-2-2-11 0,2-2-23 16,0 0-39-16,-4-4-69 0,3-1-89 0,-3-4-104 15,4-3-135-15,0 0-152 0,-23-10-216 16,11 0 15-16,2-9 87 0,-4-8-657 0,2-8-800 16</inkml:trace>
  <inkml:trace contextRef="#ctx0" brushRef="#br0" timeOffset="213407.87">30011 10086 3967 0,'0'-19'75'0,"0"3"35"0,0 5 2 0,0 3 0 16,0 2-13-16,0 6 28 0,0 0 65 15,0 0 26-15,0 0 15 0,-7 46-6 16,12-8-4-16,0 14-7 0,6 7-17 0,3 1-16 15,3 3-21-15,1 1-15 0,-2-3-13 16,2-1-14-16,-4-1-13 0,-2-3-9 0,0-2-9 16,-7-12-16-16,-1 1-4 0,-4-4-48 15,-4-4-62-15,-1 1-70 0,-5-3-79 0,0-6-109 16,-3 1-114-16,-3-12-141 0,2-2-238 16,1-7 63-16,-3 0 83 0,0-2-557 15,-2-5-668-15</inkml:trace>
  <inkml:trace contextRef="#ctx0" brushRef="#br0" timeOffset="213591.59">29222 10944 3708 0,'-18'2'216'16,"7"-2"20"-16,1 0 16 0,10 0 27 16,-11-2 23-16,11 2-6 0,0 0-18 0,0 0-29 15,34-4-25-15,-5 4-27 16,12 3-20-16,11-3-31 0,11 0-92 0,5 3-110 15,1 3-113-15,0-5-148 0,-1 3-162 0,3-4-215 16,-2 1-29-16,-5-2 81 16,-1-3-560-16,-13 1-666 0</inkml:trace>
  <inkml:trace contextRef="#ctx0" brushRef="#br0" timeOffset="213774.28">30434 10718 3412 0,'0'-5'12'16,"0"5"24"-16,0 0 89 0,0 0 41 15,-27 15 14-15,9-4-6 0,2 1 6 0,-9 6-15 16,-2 2-12-16,2 1-14 0,-4 2-13 16,3-1-15-16,-7 8-7 0,1 2-13 15,0 1-43-15,3 3-101 0,0 0-146 0,-1 2-165 16,-2-1-274-16,-3 2 3 16,3 5 65-16,-4 4-370 0,-6 17-419 0</inkml:trace>
  <inkml:trace contextRef="#ctx0" brushRef="#br0" timeOffset="-214389.23">29197 13428 2854 0,'2'-14'107'0,"-1"4"15"0,1 1 28 0,0 1 20 0,0 2 13 0,-2 6 5 0,2-10 1 0,-2 10-6 16,0-7-8-16,0 7-13 0,0 0-7 15,2-9-5-15,-2 9 4 0,0 0 3 0,3-7 11 16,-3 7 7-16,0 0-9 0,0 0 5 16,7-7-15-16,-7 7-12 0,0 0 17 15,0 0 9-15,0 0-7 0,0 0-12 16,9 24-5-16,-7-14-13 0,-2 2-9 0,2 0-14 15,-2 1-7-15,0-1-8 0,0-1-11 16,0 1-4-16,-2-4-8 0,2 1-10 16,0-1-6-16,0-8-3 0,0 12 1 0,2-5-9 15,-2-7-2-15,0 7-1 0,0-7 0 16,2 7 5-16,-2-7 7 0,0 0-32 0,0 0-22 16,0 0 0-16,0 0 0 15,0 0 0-15,0 0 0 0,23-14 0 0,-23 14 0 0,0 0 0 16,7-5 0-16,-7 5 0 15,0 0 0-15,0 0 0 0,6 19 0 0,-5-6 0 0,1-1 0 16,0 4 0-16,3-1 0 16,-3 2 0-16,0-3 0 0,-1-1 0 0,-1-1 0 15,0 0 0-15,2-3 0 0,0-1 0 16,-2 1 0-16,0-9 0 0,2 13 0 16,0-9 0-16,-2-4 0 0,2 9 0 0,-2-9 0 15,0 0 0-15,0 0 0 0,0 0 0 16,19-31 0-16,-6 7 0 0,5-2 0 0,-4-3 0 15,6 5 0-15,-7 7 0 0,-1 2 0 16,-1 3 0-16,-2 3 0 0,1 4 0 16,-1 0 0-16,-9 5 0 0,18-2 0 15,-18 2 0-15,22 7 0 0,-10-2 0 0,-3 1 0 16,2-1 0-16,1 1 0 0,-2 1 0 16,-1-2 0-16,1-1 0 0,-3 1 0 0,3-3 0 15,-10-2 0-15,15 3 0 0,-15-3 0 16,25-5 0-16,-8-2 0 0,2-3 0 0,6-5 0 15,1-3 0-15,-1 2 0 0,-5 7 0 16,-8-1 0-16,0 2 0 0,0 2 0 0,-5 3-20 16,3 3-13-16,-10 0 15 0,13-2 15 15,-13 2 10-15,11 5 10 0,-4 3 1 16,-2 1 2-16,3 0-8 0,-3 0-12 16,1 3 0-16,2 1 0 0,-3-1 0 0,3 0 0 15,-3-4 0-15,4 1 0 0,-4 1 0 16,-1-5 0-16,1 2 0 0,-1-2-36 15,2 0-10-15,-6-5-2 0,6 7 2 0,-6-7 8 16,8 7 3-16,-8-7 14 0,5 3-5 16,1-1 1-16,-6-2 15 0,12 3 6 0,-5-3 22 15,-7 0 11-15,15 4 13 0,-15-4-1 16,14 2 12-16,-9 1-7 0,3 0-6 0,-5 1-2 16,4 1-10-16,-3 0-28 0,-1 2 0 15,-1-2 0-15,0 2 0 0,-2 0 0 0,0-7 0 16,-2 14 0-16,0-8 0 15,2-6 0-15,-5 11-97 0,-2-7-96 0,3 0-58 16,4-4-70-16,-11 5-73 0,11-5-71 16,0 0-63-16,-17-9-88 0,9 4-134 0,3-5 54 15,-1 2-624-15,1-1-776 0</inkml:trace>
  <inkml:trace contextRef="#ctx0" brushRef="#br0" timeOffset="-214272.75">29795 13611 3295 0,'-6'1'-124'0,"6"-1"44"0,-9 2 15 0,9-2 8 0,0 0 12 0,0 0 3 15,0 0-5-15,-10 3-10 0,10-3-25 16,0 0-30-16,0 0-52 0,0 0-62 0,13 12-82 16,-5-8-334-16,-4-1-138 15</inkml:trace>
  <inkml:trace contextRef="#ctx0" brushRef="#br0" timeOffset="-213922.15">30108 13426 1703 0,'-2'-29'-9'15,"-7"-4"15"-15,2-2 5 0,-11-9 8 0,-5-1 16 16,-4 6 13-16,-7 4 20 0,-11 6 20 16,-6 13 27-16,-13 7 20 0,-7 15 26 0,-32 15 36 15,-10 16 26-15,-9 16 40 0,-30 25 32 16,7 8 33-16,41-15 20 0,5-1 3 16,16 8 26-16,15 1 0 0,15 1-12 15,15-2-10-15,18-11-24 0,22 0-21 0,14-3-29 16,20 11-31-16,17-10-27 0,12-9-45 15,11-10-65-15,8-13-56 0,-18-10-39 16,11-11-3-16,1-5-9 0,9-6-1 0,24-7-2 16,-1-8 0-16,-4-7-15 0,-8-12-13 15,-8-3-8-15,-11-11 10 0,-17-12 5 0,-4-8 17 16,-15-3 1-16,-7-7 1 0,-16 10 3 16,-13-1-4-16,-11-2-8 0,-13 4 2 0,-19-4-4 15,-13 6-32-15,-19 14-44 0,-13 21-65 16,2 15-66-16,-33 10-82 0,-16 18-96 15,-7 15-89-15,-2 4-223 0,2 10-39 0,-37 22 69 16,44-11-587-16,-29 21-725 0</inkml:trace>
  <inkml:trace contextRef="#ctx0" brushRef="#br0" timeOffset="-58601.17">11944 7146 1993 0,'-4'9'884'0,"2"-3"-230"0,1 0-131 0,1-6-82 0,0 0-43 0,-8 7-28 0,8-7-32 0,0 0-14 16,-4 4 4-16,4-4-3 0,0 0-16 15,0 0-15-15,0 0-23 0,0 0-19 0,-21-17-23 16,17 13-16-16,4 4-168 0,-5-12-45 16,3 5 0-16,2 7 0 0,-5-9 0 0,5 9 0 15,-7-7 0-15,7 7 0 0,-4-7 0 16,4 7 0-16,0 0 0 0,-11-5 0 0,11 5 0 15,-14 10 0-15,3 2 0 0,0 2 0 16,-1 1 0-16,3 5 0 0,2-3 0 16,-1 2 0-16,4-4 0 0,2-1 0 15,2 0 0-15,2-2 0 0,-1-1 0 0,10 0 0 16,-6 1 0-16,6-5 0 0,1 0 0 16,1-4 0-16,-1-1 0 0,1-2 0 0,-13 0 0 15,25-4 0-15,-16 1 0 0,-1-1 0 16,-5-2 0-16,2 2 0 0,-3-1 0 0,0-2 0 15,-2 7 0-15,-4-14 0 0,-1 6 0 16,0 0 0-16,-3-1 0 0,3 0 0 16,-1 1 0-16,3 1 0 0,-2 2 0 0,1 0 0 15,4 5 0-15,-7-4 0 0,7 4 0 16,0 0-66-16,-11 10-655 0,11-10-249 16,-2 13 82-16,2-9 88 0,0-4-814 15,7 11-1054-15</inkml:trace>
  <inkml:trace contextRef="#ctx0" brushRef="#br0" timeOffset="-57303.16">27958 6841 4294 0,'0'0'69'0,"-7"2"44"0,7-2 13 0,0 0 2 0,-11 2 5 0,11-2 19 0,0 0 15 0,0 0 9 16,0 0 5-16,0 0 2 0,0 0-15 0,0 0-15 15,0 0-12-15,0 0-22 0,0 0-8 16,0 0-7-16,0 0-11 0,0 0-12 0,0 0-4 16,0 0 8-16,0 0 0 0,16-17-5 15,-16 17-2-15,0 0-6 0,0 0-9 0,-7-8-2 16,7 8 11-16,-18 0 15 0,18 0 15 16,-27 2 16-16,14 2 11 0,-1-1 4 15,3 2 3-15,0 0-15 0,-1 1-121 0,5-2 0 16,0 0 0-16,1 2 0 0,6-6 0 15,-8 8 0-15,8-8 0 0,-4 11 0 0,4-11 0 16,4 6 0-16,-4-6 0 16,5 6 0-16,-5-6 0 0,7 6 0 0,-7-6 0 15,0 0 0-15,9 6 0 0,-9-6 0 16,0 0 0-16,0 0 0 0,0 0 0 0,0 0 0 16,2 2 0-16,-2-2 0 0,0 0 0 15,0 0 0-15,0 0 0 0,0 0 0 0,0 0-389 16,0 0-464-16,-34-4-75 0,24 2 90 15,10 2-925-15,-19 4-1193 0</inkml:trace>
  <inkml:trace contextRef="#ctx0" brushRef="#br0" timeOffset="-55404.16">14836 8570 4916 0,'1'4'33'0,"-1"-4"36"0,0 0 31 0,2 6 27 0,-2-6 38 16,0 0 39-16,0 0 36 0,0 0 14 0,0 0 3 16,0 0-12-16,0 0-9 0,0 0-18 15,0 0-14-15,0 0-18 0,9-18-8 0,-9 18-13 16,0 0-10-16,0-7-12 0,0 7-47 15,0 0-96-15,0 0 0 0,0-10 0 0,0 10 0 16,0 0 0-16,0 0 0 0,0 0 0 16,0 0 0-16,0 0 0 0,0 0 0 0,0 0 0 15,0 0 0-15,-21 17 0 0,16-5 0 16,-1 0 0-16,1 1 0 0,-3 1 0 16,6 0 0-16,-2-3 0 0,4 1 0 0,0-1 0 15,0-1 0-15,0 0 0 0,3-1 0 16,0-1 0-16,3 1 0 0,-1-2 0 15,1-2 0-15,-1-3 0 0,6 1 0 0,-11-3 0 16,14 0 0-16,-14 0 0 0,18-3 0 16,-11-1 0-16,1-3 0 0,-5 2 0 0,2-2 0 15,-1 1 0-15,-1 0 0 0,-3-1 0 16,0 7 0-16,0-12 0 0,0 6 0 16,0 6 0-16,-1-7 0 0,1 7 0 0,-2-7 0 15,2 7 0-15,-7-3 0 0,7 3 0 16,0 0 0-16,0 0 0 0,-24 10 0 0,16-5 0 15,0 1 0-15,-1 0 0 0,2 1 0 16,-1-2-119-16,0-2-767 0,1 3-71 16,-1-5 98-16,8-1-967 0,0 0-1254 15</inkml:trace>
  <inkml:trace contextRef="#ctx0" brushRef="#br0" timeOffset="-54202.28">27841 8688 4794 0,'0'5'-3'0,"0"-5"57"15,0 5 29-15,0-5 20 0,0 0 29 0,0 0 35 0,0 0 33 0,0 0 38 0,-1 7 10 16,1-7-5-16,0 0-10 0,0 0-19 0,0 0-17 16,0 0-21-16,0 0-16 0,0 0-13 15,0 0-19-15,0 0-10 0,0 0-11 0,0 0-14 16,0 0-8-16,0 0-10 15,0 0-10-15,0 0-3 0,0 0-8 0,0 0-36 16,0 0-18-16,0 0 0 0,-23-3 0 16,11 8 0-16,1 2 0 0,-6 1 0 0,-10 9 0 15,4 0 0-15,4-5 0 0,4 2 0 16,2-2 0-16,4 0 0 0,0 0 0 16,6-2 0-16,1 2 0 0,2-3 0 0,3 2 0 15,8-5 0-15,0 2 0 0,2-4 0 16,4 2 0-16,0-4 0 0,0 1 0 0,-1-2 0 15,-1-1 0-15,-4 0 0 0,-1 2 0 16,-10-2 0-16,17 0 0 0,-17 0 0 0,10-3 0 16,-10 3 0-16,5-5 0 0,-5 5 0 15,0 0 0-15,0 0 0 0,0 0 0 16,0 0 0-16,-15-10 0 0,15 10 0 0,0 0 0 16,-13 0 0-16,13 0 0 0,0 0-991 15,0 0 26-15,0 0 112 0,0 0-977 16,0 0-1258-16</inkml:trace>
  <inkml:trace contextRef="#ctx0" brushRef="#br0" timeOffset="-52337.76">17332 10421 4760 0,'0'0'-170'0,"5"6"47"0,-5-6 53 0,4 3 50 0,-4-3 60 0,0 0 35 15,6 7 36-15,-6-7 30 0,0 0 25 0,0 0 14 16,0 0 11-16,0 0 16 0,0 0 5 16,10 5 9-16,-10-5-5 0,0 0 0 0,0 0-2 15,0 0-4-15,0 0-14 16,0 0-14-16,0 0-14 0,0 0-15 0,0 0-20 15,0 0-15-15,0 0-11 0,0 0-9 16,2 5-11-16,-2-5-9 0,-8 17-6 0,2-3-50 16,-2 0-22-16,1 4 0 0,1-4 0 15,1 1 0-15,0-1 0 0,3-2 0 0,2 1 0 16,0-1 0-16,2-3 0 0,3 2 0 16,0-2 0-16,3-4 0 0,1-1 0 0,3-2 0 15,-1 0 0-15,-11-2 0 0,23-2 0 16,-10-2 0-16,-3 4 0 0,-2-3 0 15,-8 3 0-15,13-6 0 0,-8 0 0 0,2 2 0 16,-5-2 0-16,-1-1 0 0,-1 7 0 16,2-9 0-16,-2 4 0 0,0 5 0 15,-2-8 0-15,2 8 0 0,0 0 0 0,0 0 0 16,0 0 0-16,0 0 0 0,-28 14-207 16,18-7-824-16,2-1 94 0,1 0 101 0,-1 3-926 15,5-2-1192-15</inkml:trace>
  <inkml:trace contextRef="#ctx0" brushRef="#br0" timeOffset="-51204.33">27296 10473 4770 0,'0'0'-79'16,"0"0"31"-16,-5 5 20 0,5-5 33 0,0 0 58 0,-2 5 48 0,2-5 35 0,0 0 25 0,0 0 19 16,0 0 7-16,0 0-3 0,0 0 6 0,0 0 1 15,0 0 2-15,0 0-3 0,-9 6 0 16,9-6-7-16,0 0-4 0,0 0-4 15,0 0-7-15,0 0-7 0,0 0-11 0,0 0-12 16,0 0-15-16,0 0-12 0,0 0-104 16,0 0-17-16,0 0 0 0,0 0 0 15,-29 0 0-15,17 6 0 0,-1 3 0 0,-3 1 0 16,4 2 0-16,-1-2 0 0,2 1 0 16,2-2 0-16,4 0 0 0,1 0 0 0,-1-1 0 15,3 0 0-15,2-1 0 0,0-7 0 16,0 12 0-16,0-12 0 0,9 8 0 15,-7-6 0-15,-2-2 0 0,7 5 0 0,-7-5 0 16,0 0 0-16,11 2 0 0,-11-2 0 16,0 0 0-16,0 0 0 0,0 0 0 15,10-11 0-15,-10 11 0 0,-3-8 0 0,3 8 0 16,-9-13 0-16,6 10 0 0,-5 0 0 16,8 3 0-16,-11-3-819 0,11 3-157 15,-17 6 95-15,6 0-995 0,-3 4-1299 0</inkml:trace>
  <inkml:trace contextRef="#ctx0" brushRef="#br0" timeOffset="133841.81">13088 6721 1692 0,'0'0'440'0,"7"-3"-123"0,-7 3-44 0,0 0-22 0,8-5-15 0,-8 5-29 0,2-7-25 0,-2 7-22 15,2-6 3-15,-2 6-11 0,2-6-2 0,-2 6-9 16,0-7-9-16,0 7-4 0,0 0-6 16,-2-10 3-16,2 10-5 0,0 0-2 0,0-7-6 15,0 7-11-15,0 0-8 0,0 0-8 16,-2-7-6-16,2 7-4 0,0 0-6 0,0 0-12 15,-8-5-4-15,8 5-3 0,-9-4-6 16,9 4-4-16,-11-4-4 0,3 3-2 0,8 1-4 16,-16-5-2-16,7 3-5 0,-1-2 0 15,1 2-2-15,0 0-3 0,-5-1 27 16,3-1 2-16,-2 1-8 0,-3-2 0 16,0 1 11-16,3-4 5 0,-1 5-6 15,-4-2-1-15,2-2 10 0,3 5-10 0,-1-4 1 16,0 2 1-16,3-1-2 0,-5 0-14 15,1 0-1-15,3 1-1 0,-1 2-2 0,-1-2-2 16,3-2-7-16,-2 3 11 0,-1 0 11 16,3-1-7-16,-2 1-1 0,-4-1-4 0,-1 3-6 15,4-2 0-15,-4 1-7 0,1 0 8 16,-2 2-10-16,0 0 2 0,2 0-4 0,-1 0 0 16,0 0 1-16,0 2-9 15,-1 0 4-15,2-1 1 0,-2 2-10 0,2 2 12 16,-2-1 1-16,1 1-6 0,4-2-2 15,-4 7-1-15,3-8 7 0,1 3-6 0,0 1-1 16,1 0 2-16,1 0-7 0,-1 0 4 16,1 0 1-16,-1 1-2 0,-1-1-2 0,3 2 1 15,-2 0-2-15,-1 1 0 0,3-3 3 16,-1 3-2-16,1 0 5 0,-2 0-9 16,1 1 1-16,-1 2 9 0,1-2-3 0,-1 0 1 15,4 1 2-15,-3-1-4 0,1 2-6 16,2-2 7-16,-4 4 0 0,2-1-2 0,-1-1-4 15,3 0 8-15,0 0-8 0,0 1 11 16,-2 0-14-16,4-1 11 0,-2 0 0 16,-1 1-11-16,2-1-5 0,-1 1 9 15,4 1 1-15,-6 0 7 0,4-3-10 0,1 1 25 16,-1 2 27-16,1-3-5 0,2 1-1 16,-2 1 9-16,3 1 14 0,-3 0-9 0,2-1-2 15,-2 3-4-15,2-3 12 0,1 3-2 16,-3-3-7-16,2 1 1 0,-1 1-30 0,-1-1-25 15,2 1 0-15,-2-1 0 0,2 1 0 16,1-1 0-16,-3 1 0 0,1-2 0 0,0-1 0 16,1 2 0-16,1-2 0 0,-1 1 0 15,0 1 0-15,2 0 0 0,1 0 0 16,-3 0 0-16,2-3 0 0,0 3 0 16,0 3 0-16,-1-1 0 0,2-1 0 0,-1 1 0 15,0 1 0-15,0-1 0 0,2 1 0 16,-2 0 0-16,2-2 0 0,-2 0 0 0,2-1 0 15,0 0 0-15,0 0 0 0,-1-2 0 16,1 1 0-16,-2-1 0 0,2-2 0 0,2 1 0 16,-2 1 0-16,0-2 0 0,1 0 0 15,-1 1 0-15,2-2 0 0,0 0 0 0,2 0 0 16,-1-1 0-16,0 2 0 0,1-3 0 16,2 1 0-16,-1 0 0 0,2 0 0 15,2-3 0-15,0 4 0 0,0-2 0 16,3 1 0-16,-3-2 0 0,1 1 0 0,-3 0 0 15,3 0 0-15,1 1 0 0,0-1 0 16,0-2 0-16,0 2 0 0,-2-1 0 0,1 0 0 16,1-1 0-16,-2 1 0 0,3-2 0 15,-1 2 0-15,2-3 0 0,-2 2 0 0,0-1 0 16,1-1 0-16,-1 1 0 0,3-1 0 16,0 2 0-16,-1-2 0 0,3 1 0 0,2-1 0 15,-5 2 0-15,-1-3 0 16,4 2 0-16,-5-1 0 0,3 0 0 0,-3-1 0 15,1 0 0-15,-3 1 0 0,4-1 0 16,-2 0 0-16,0 1 0 0,-4-3 0 0,3 3 0 16,-10-3 0-16,22 1 0 0,-11-1 0 15,0 0 0-15,2 0 0 0,2-1 0 0,-2-2 0 16,7 2 0-16,-6-3 0 0,4 0 0 16,1 1 0-16,-2 2 0 0,1-4 0 0,-2 1 0 15,4 1 0-15,-6-1 0 0,6 1 0 16,-5-1 0-16,2-1 0 0,-3 3 0 0,1-2 0 15,-1 0 0-15,-2 2 0 0,1-1 0 16,-1-1 0-16,1 1 0 0,-1-1 0 0,1-1 0 16,3-1 0-16,-5 2 0 15,4 1 0-15,-3-2 0 0,3-1 0 0,-3 1 0 16,1-2 0-16,2 2 0 0,-4 0 0 16,2-2 0-16,-1 0 0 0,1 1 0 0,1-2 0 15,-1 0 0-15,1 1 0 0,-3-2 0 16,2 0 0-16,3 2 0 0,-2-6 0 0,0 4 0 15,-1 0 0-15,1-3 0 0,-1 3 0 16,-1-1 0-16,-1 1 0 0,0 0 0 0,-1 1 0 16,1-1 0-16,-1 1 0 0,-2 2 0 15,-1-4 0-15,1 3 0 0,-3-3 0 0,4 2 0 16,-2-3 0-16,0 1 0 0,-1 0 0 16,1-2 0-16,0 0 0 0,0 0 0 15,-1 0 0-15,1-1 0 0,0-1 0 16,-2 2 0-16,3 1 0 0,-5-1 0 0,1 2 0 15,1-3 0-15,2 1 0 0,-1 1 0 16,-3-1 0-16,3 0 0 0,-3 1 0 0,1-1 0 16,3-1 0-16,-4 1 0 0,1 2 0 15,0-3 0-15,-1 1 0 0,1 1 0 0,-2-2 0 16,2 2 0-16,-3 0 0 0,-1-1 0 16,2 4 0-16,-2-3 0 0,3 1 0 0,-1-2 0 15,-2 4 0-15,0-3 0 0,0 1 0 16,0 1 0-16,0-1 0 0,0 1 0 15,0 1 0-15,0-1 0 0,0 0 0 16,0 1 0-16,0 2 0 0,0-3 0 0,0 9 0 0,0-14 0 16,-2 9 0-16,2 5 0 15,0-10 0-15,0 10 0 0,0-7 0 0,0 7 0 16,-3-7 0-16,3 7 0 0,0-7 0 16,0 7 0-16,0 0 0 0,-2-9 0 0,2 9 0 15,0 0 0-15,0-6 0 0,0 6 0 16,-1-9 0-16,1 9 0 0,0-9 0 0,0 9 0 15,0-8 0-15,0 8 0 0,-2-10 0 16,2 5 0-16,0 5 0 0,-6-13 0 0,4 8 0 16,2-1 0-16,-3-1 0 0,-5-3 0 15,2 2 0-15,0-1 0 0,-3-3 0 16,2 0 0-16,-4 1 0 0,0-1 0 16,2 1 0-16,-1 1 0 0,3 2 0 0,-3 0 0 15,1 0 0-15,-1 3 0 0,3 1 0 16,-4-2 0-16,-2 0 0 0,6 6 0 0,0-5 0 15,7 5 0-15,-16-1 0 0,16 1 0 16,-9 6-731-16,9-6-250 0,-11 9 107 0,2-2-1032 16,0 6-1329-16</inkml:trace>
  <inkml:trace contextRef="#ctx0" brushRef="#br0" timeOffset="139574.66">15594 6692 4726 0,'0'0'-257'0,"15"2"35"0,-15-2 33 0,0 0 38 0,0 0 30 0,0 0 26 0,0 0 24 0,0 0 21 16,2-7 22-16,-2 7 8 0,0 0 18 15,0 0 12-15,0 0 9 0,-6-10 9 0,6 10 7 16,0 0 2-16,-2-7 12 0,2 7-1 16,0 0-4-16,-5-8-3 0,5 8 3 0,-6-6-7 15,6 6-3-15,-10-8-2 0,4 4 2 16,1-2 3-16,-2 2 3 0,-5-1 0 0,0-3 6 16,0 2-1-16,-2-2 10 0,1 2 0 15,-5 1-10-15,3-1-4 0,0-2 8 0,-3 4 7 16,3-4-8-16,0 3 1 15,-2-1-6-15,-1 0-1 0,6 2 10 0,-6-2-4 16,1 0-3-16,2 0-3 0,0 1-3 16,-1 1-2-16,1-1-7 0,0 0-4 0,0 1-2 15,-1 1 0-15,1-2-2 0,0 1-4 16,-4 1-5-16,4 1 6 0,-7-1-3 0,6 1-4 16,-6 1-3-16,6-3-1 0,-4 4 1 15,-1-3-3-15,5 3 0 0,-2-4 1 16,1 2-1-16,2 2 0 0,2-1 0 0,-1-1-3 15,1 2 2-15,-1-2-2 0,1 2-1 16,2 0 0-16,-3 0-1 0,3 0 1 0,-3 2-2 16,1 0 4-16,-1-1-2 0,1 1 2 15,1 0-3-15,-6 1 1 0,5 1-1 16,-1-1 2-16,-1 1-1 0,2-1 8 16,0 0 13-16,1 1-3 0,-1-2-1 0,2 1-2 15,-3 0 2-15,3 1-2 0,0-1-4 16,0 2-1-16,0-3 2 0,-1 4-4 0,-1-2 3 15,3 1 1-15,-1-1 5 0,0 1 5 16,-1 0 0-16,-1 3 0 0,2-4-1 0,-3 3 0 16,3 1-2-16,-1 0 0 0,1-2 3 15,2 3-6-15,-3-1 5 0,1 0-5 0,0 0 1 16,-1 3-3-16,0-3-1 0,0 4 1 16,3-3 0-16,-2 3-1 0,1 0 6 0,-3 1 18 15,6-2-1-15,-4 3-3 0,2-4-6 16,2 3 1-16,-1-1-4 0,-2 0 2 15,5 0-9-15,-3-1 5 0,1-1-1 16,2 0 0-16,2-1 0 0,-3-1 0 16,2 3 14-16,1-1 1 0,-3-2-2 0,2 1-9 15,3-1 1-15,-6 2-4 0,3-2 4 16,3 1-6-16,-1 4 0 0,-4-4-4 0,4 2-4 16,1-1 2-16,-3 2 1 0,2-3-6 15,-1 2 1-15,1-1 2 0,0 0-2 0,2 1 32 16,-1-1-9-16,1 0-9 15,-2 0 5-15,0 1-5 0,2-1-4 0,0 3 6 16,-2-2 1-16,2 0-14 0,0-2 16 16,-2 5 3-16,2-2-7 0,0 0-1 0,0 1-5 15,0-1 2-15,0 1-4 0,2-1-4 16,-2-1 7-16,2 3-13 0,0-1 7 0,1-1 1 16,-1-2 1-16,3 1 6 0,-1 0-5 15,-1 0-4-15,1-3-4 0,0 1 0 0,-1-1-1 16,-3 1 4-16,4 0-7 0,-2-2 8 15,3-1-10-15,-4 1 2 0,-1-2 2 0,2 2-7 16,2-1 7-16,0-2-1 0,-4-4-3 16,3 11 0-16,-1-5-12 0,2 0 15 0,0 0 5 15,-1-2-3-15,2 3 16 16,2-1-10-16,-3 2-7 0,3-1 6 0,-1 0 0 16,0-3-6-16,-4 3 0 0,6-2 1 15,-3 2 2-15,1 2-4 0,-1-2 0 0,2 0-3 16,-2 1-2-16,3 0 1 0,-5-1-5 15,3 2 10-15,0 0-11 0,0 0 5 0,1-2 4 16,1 1-7-16,-5 0 0 0,6 1 4 16,-4 0 1-16,3-1-3 0,-5-1 1 0,5 2 8 15,-4-1 2-15,4 1 13 0,-1-2 7 16,1-1-6-16,-2 1 2 0,3 0-4 16,2 2-5-16,1-3-2 0,1 3 3 0,-2-2 1 15,3 0-3-15,-3-1-4 0,3 2 1 16,-5-4-3-16,2 2-3 0,2 0-2 15,-4-1 6-15,0 1-7 0,-1 0-1 0,2-2-5 16,-1 2 0-16,-2-2 1 0,3 2-1 16,1-3 5-16,0 0-3 0,-2 0 0 15,0 1-3-15,0 0-7 0,3 0 12 0,-1 1 1 16,0-2-4-16,0 0-1 0,-2 3 0 16,1-6-1-16,1 5 2 0,0-2-3 0,-1 1 4 15,1-2-3-15,1 2 1 0,-2-2 2 16,1 2 1-16,-2-1-4 0,5-1 2 15,-3 0 0-15,1 1-2 0,-1-2 0 16,2 3 2-16,-1-2-2 0,1-1-1 0,-1 3 2 16,-1-2-1-16,0-1-2 0,1 1 6 15,-1 0-4-15,-2-1-1 0,2 1-5 0,-2 0 5 16,-9-2 2-16,17 2 1 0,-5-2-1 16,-3 3-1-16,-9-3-1 0,17 1 6 0,-4 1-3 15,-13-2-4-15,21 0 3 0,-9 0-2 16,-12 0 1-16,19 0 3 0,-19 0-2 0,19 0 0 15,-19 0 0-15,19 0 2 0,-19 0 3 16,17-2-9-16,-17 2 4 0,17 0-3 0,-17 0 2 16,16-1 0-16,-16 1 1 0,16-3 4 15,-16 3-5-15,16-2-3 0,-16 2 4 0,15-2-1 16,-15 2 3-16,14-3-6 16,-14 3 6-16,14-2-6 0,-14 2 0 0,16 0 0 15,-16 0 2-15,19-2-1 0,-19 2-1 16,15-3 2-16,-5 0 3 0,-2 2-5 0,1 0 2 15,0-1 3-15,1 0-4 0,-2-1-9 16,1 0 9-16,0 2 5 0,3 0 4 0,-2-3-11 16,-1 3 7-16,1-3-11 0,1 1 9 15,0 0-2-15,-1 1 5 0,2 0-4 16,0-2 0-16,-1 1-9 0,-2 0 6 0,3-1 2 16,1 0 7-16,-4 0-4 0,3 0-2 0,-1 1 9 15,-2-3-9-15,3 2-1 16,-1 0 9-16,-1 0-9 0,-2 0-1 0,1 0 2 0,0-1 1 15,2 0-4-15,-4 2-4 16,0-3 6-16,3 0 1 0,-2 1 1 0,1-1-2 16,0 0 10-16,0 2-2 0,-2-4-10 15,4 0-3-15,1-1 7 0,-1 1-2 0,0-2 0 16,1 1-1-16,0-1 2 0,1 0 3 16,-3-1 0-16,1 1-1 0,-4 0-3 0,5-1 12 15,-3 1 0-15,3-2 2 0,-4 2 5 16,-1 0-2-16,2-2 1 0,-2 1-5 15,0-1 7-15,2 0-3 0,-3 4-4 0,2-5 2 16,0 2 0-16,-1 0-3 0,0 0-4 16,0 1 2-16,0 0 5 0,-3 2 3 15,3 1 9-15,-3-1-5 0,0 0-7 0,1 3-14 16,-4-2 0-16,3 2 0 0,0-3 0 16,-2 2 0-16,-1-2 0 0,-1 1 0 0,0 7 0 15,2-13 0-15,-2 6 0 0,0 0 0 16,-2 0 0-16,2 0 0 0,-1 0 0 0,-1-1 0 15,-2 1 0-15,2 0 0 0,0-1 0 16,1 1 0-16,-4 0 0 0,-1 0 0 16,3-1 0-16,-3 2 0 0,4-1 0 15,-1 1 0-15,3 6 0 0,-6-12 0 0,3 7 0 16,-1-2 0-16,4 0 0 0,-3 0 0 16,1-1 0-16,0 0 0 0,-2 2 0 0,4-1 0 15,-1 0 0-15,-3-2 0 0,2 2 0 16,-2 0 0-16,4 0 0 0,-4 0 0 15,0 2 0-15,0-3 0 0,2 1 0 0,-1 0 0 16,-1 0 0-16,0 3 0 0,3-4 0 16,-1 3 0-16,-3-2 0 0,3 0 0 0,2 7 0 15,-3-10 0-15,1 5 0 0,2 5 0 16,-4-8 0-16,2 2 0 0,2 6 0 0,-4-8 0 16,3 4 0-16,1 4 0 0,-6-11 0 15,2 4 0-15,3 0 0 0,-6 0 0 0,3 0 0 16,1-2 0-16,-5 1 0 15,3 0 0-15,-4 1 0 0,4 0 0 0,-3-2 0 16,-1-2 0-16,-1 3 0 0,-1-2 0 16,2-1 0-16,-3 1 0 0,-3-2 0 0,-1 2 0 15,1-1 0-15,0-1 0 0,-4 2 0 16,4 0 0-16,-7 0 0 0,4 1 0 0,-3 0 0 16,-3 1 0-16,4 1 0 0,-1 2-21 15,3 0-251-15,-2-2-120 0,4 4-124 0,3-1-126 16,1 3-212-16,3-1 66 15,9 2 84-15,-15 2-657 0,15-2-816 0</inkml:trace>
  <inkml:trace contextRef="#ctx0" brushRef="#br0" timeOffset="143190.8">18169 6665 3434 0,'0'0'-136'0,"0"0"42"0,0 0 42 0,15-2 37 0,-15 2 34 0,0 0 21 15,3-5 32-15,-3 5 23 0,4-5 12 16,-4 5 5-16,0 0 17 0,4-9-3 0,-4 9 2 15,0 0-2-15,1-8-5 0,-1 8-3 16,-1-7-7-16,1 7-12 0,-2-8-7 0,2 8-9 16,-6-10-5-16,4 6-9 0,-3-2-7 15,-2 0-8-15,-4-1-6 0,-2-1-3 16,1 0-5-16,-1-1-2 0,-1-1-5 0,-4 2-4 16,-1-1-6-16,0 1 2 15,0 0-3-15,-2-2-2 0,0 3-2 0,2-1-1 0,-2 3-4 16,-2-2-2-16,2 2-1 15,-2-1 0-15,0 3-3 0,1-2 1 0,2 2 0 16,-1-1 0-16,3 3-4 0,-4-3 4 16,3 2-3-16,2 1 1 0,-4-1 2 0,5 0-3 15,-6 2 0-15,7 0 0 0,-4-2-5 16,3 2 1-16,2 0 1 0,-4 0 2 0,3 0 0 16,0 0 3-16,-4 2 5 0,3 0 3 15,0 0 0-15,-4-1-1 0,1 3 0 0,1-1 1 16,0 1-1-16,-1-1-2 15,0 2-1-15,0-2-2 0,-2 3 2 0,2-1 1 16,0 0-1-16,0-2 15 0,0 2 1 16,-4 1 0-16,2 0-4 0,6 0-3 0,-9 0 0 15,6 0 0-15,-1 2-2 0,-3-1-2 16,4 1-2-16,-2 2 1 0,1-3-3 16,1 5-3-16,-2-2 0 0,5 0 2 0,-2 1-4 15,0 1 0-15,3 1 0 0,1-1 1 16,0 2 2-16,0-3-2 0,1 3 13 0,1-3 17 15,-2 2-4-15,2-2 3 0,4 1-7 16,0-2 0-16,-1 2-1 0,-2 0 21 0,6-4 3 16,-5 4-5-16,5-1-6 0,-1-1 0 15,-2 0-9-15,4 2 25 0,-5 0-2 16,5 0 3-16,-3 2-11 0,1-1-8 16,2 2 4-16,-3-1-5 0,3 2-3 0,1-1-4 15,-4 1-4-15,4-1 0 0,-1 3-5 16,-4-1 2-16,3 0 0 0,3 0-2 0,-3-1-5 15,2 0-1-15,-2 2 33 0,4-1 1 16,0 0-7-16,0 0-5 0,0 3-2 0,0-3-4 16,0 1 0-16,2-1 4 0,-2 2-6 15,4 3-5-15,0-1-1 0,-3 1 8 16,3 1 3-16,3-3 10 0,-4 0-4 0,-1-1 1 16,6 2-3-16,-5-6 0 0,3 2 10 15,-3 0 2-15,2-1-1 0,3 0 2 16,-3 3-2-16,1-4-3 0,-1 1-3 15,3-2-5-15,-4 1-3 0,4 0-1 0,-3 0-34 16,2-1-2-16,0 0 0 0,0 0 0 16,4 1 0-16,-2-2 0 0,-2 1 0 0,2-3 0 15,-1-1 0-15,0 2 0 0,-1-4 0 16,3 1 0-16,-5-1 0 0,4 0 0 0,-2 1 0 16,0-3 0-16,3 3 0 0,-4 0 0 15,5-1 0-15,0-1 0 0,1 1 0 0,1 0 0 16,5 3 0-16,-2-2 0 0,4-1 0 15,-3 1 0-15,4-2 0 0,-4 1 0 16,0-3 0-16,-1 2 0 0,-2-3 0 16,4 3 0-16,-3-4 0 0,0 2 0 0,0 0 0 15,1-1 0-15,-3-1 0 0,2 1 0 16,2-3 0-16,1 3 0 0,-1-1 0 0,0 1 0 16,2-3 0-16,0 1 0 0,-2-1 0 15,3 1 0-15,-2 0 0 0,2 0 0 0,-4-2 0 16,4 0 0-16,1-2 0 0,-6 2 0 15,2-2 0-15,2 2 0 0,-2-3 0 0,-2 1 0 16,3 1 0-16,-1 0 0 0,2-3 0 16,-2 0 0-16,0 2 0 0,0 0 0 0,3-3 0 15,-4 4 0-15,4-3 0 16,-6-1 0-16,6 0 0 0,-4 0 0 0,6 0 0 16,-3-2 0-16,1 0 0 0,-2-1 0 15,1 2 0-15,2-2 0 0,-4-1 0 0,5-1 0 16,-6 0 0-16,4-1 0 0,-4 1 0 15,0-1 0-15,1 0 0 0,-4 0 0 0,4 0 0 16,-1-2 0-16,-1 2 0 0,0-4 0 16,0 2 0-16,6-3 0 0,2-4 0 0,-8 6 0 15,6-6 0-15,-1 4 0 0,-5 2 0 16,-2 1 0-16,2 1 0 0,-1 0 0 16,-3 2 0-16,0-2 0 0,-1 1 0 0,0 2 0 15,-1 0 0-15,-1-3 0 0,1 3 0 16,-1-1 0-16,-3 0 0 0,6 1 0 15,-6-1 0-15,2-3 0 0,-1 1 0 0,1 1 0 16,-2 0 0-16,1 1 0 0,-3-1 0 16,3 3 0-16,-3-1 0 0,1 1 0 15,0 1 0-15,1 0 0 0,-4 0 0 0,1 0 0 16,0 0 0-16,-2 7 0 0,6-12 0 16,-6 4 0-16,1-1 0 0,1 1 0 0,2-2 0 15,-2-1 0-15,0-1 0 0,1-3 0 16,-3-1 0-16,5-2 0 0,-1-4 0 0,-4-2 0 15,2 1 0-15,-4-3 0 16,0 3 0-16,-2-4 0 0,-2-5 0 0,-2-2 0 16,-3 3 0-16,-1-1 0 0,-1 3 0 15,-4-2 0-15,0 2 0 0,-2 0 0 0,-3 0 0 16,0 5 0-16,-1 1 0 0,-2 2 0 16,2 2 0-16,7 3 0 0,-2 7 0 0,-1-3 0 15,6 6 0-15,-2-2-141 0,-3 6-392 16,5 0-116-16,-6 1-171 0,1 1-23 0,5 0 87 15,-1 5-757-15,-4-1-959 0</inkml:trace>
  <inkml:trace contextRef="#ctx0" brushRef="#br0" timeOffset="144740.01">19683 6820 3758 0,'0'0'-216'0,"18"0"50"0,-18 0 39 0,9 0 37 0,-9 0 41 0,0 0 20 0,0 0 12 0,12-5 18 0,-12 5 13 16,0 0 15-16,2-7 14 0,-2 7 11 16,-2-6 12-16,2 6 4 0,-7-9 9 15,7 9 7-15,-5-8 3 0,3 4-4 0,2 4-4 16,-7-9-3-16,3 4-4 0,4 5-4 15,-9-8-12-15,0 5-3 0,4-4 5 0,-3 1 7 16,-1 1-3-16,1-1 3 16,0 1-2-16,-3-2-5 0,1 1-1 0,3 0-1 15,-4-2-5-15,0 4-3 0,0-1-7 16,0-2-1-16,-3 0-5 0,3 1-4 0,-1 0-2 16,-1 4-3-16,2-3 0 0,-4 1-2 15,0-1-1-15,-3 2-8 0,4-1 7 0,-2-2 0 16,-2 6 4-16,4-4-5 0,-4 1 0 15,3 1 0-15,-1 2-5 0,4 0-1 0,-3 0-2 16,-1 2-1-16,0 0 0 0,3 1-3 16,-1-1 2-16,-4 2-4 0,0 2 2 0,6-2 2 15,-4 4-5-15,1-1-1 0,-1-1 3 16,2 5 20-16,-4 1 1 0,1 0 0 16,2-2-4-16,0 2 1 0,-1 2-5 15,1 0 5-15,-6 4 12 0,8-1-3 0,-1-1-8 16,2-3 0-16,-2 3-3 0,1 0-3 15,2 0 0-15,-1 0-2 0,1 2-1 0,-2-1-1 16,2 0-3-16,2 0 20 0,-3 1 2 16,5 0 2-16,-4-1-3 0,2 2-3 15,2-1-7-15,0 0 0 0,-1 0-2 0,5-2-1 16,-4 1-2-16,1 3-3 0,1 0 1 16,1-3 3-16,2 2 10 0,-1 0 0 0,3-1-1 15,-2 3 0-15,0-2-1 16,4-1 10-16,-2 3-1 0,2-2-1 0,-2 1-5 15,2-1 0-15,-1 2-6 0,3 2 0 16,2-5 1-16,-1 3 0 0,2-2 2 0,-2 1-1 16,4 0-4-16,1 0-2 0,4 5-3 15,-2 1 2-15,4-2-5 0,1-7 0 0,0 6 2 16,6-2-3-16,-8-7-2 0,8 5 5 16,0-3-1-16,-4-3 1 0,-2 0-5 0,0-2 1 15,2-2 4-15,5 1-4 16,-6-1 5-16,3-1 2 0,2 0-6 0,2-2 1 15,-3 0 2-15,5-4-4 0,0 2-1 16,7 3-2-16,-1-3 4 0,-7-3 4 0,-1 0 4 16,4-1 11-16,-2 0 5 0,1-1-6 15,-3 0 11-15,-1-4-2 0,1-1 3 0,0 0 2 16,6-6 1-16,-3 0 0 0,3-5 6 16,-6 0 4-16,-4-7 0 0,1-5-11 0,1-6-6 15,-5 2 3-15,-3-1-7 0,-1 1-3 16,-5 1-12-16,-4 0-5 0,-3 5 0 0,-2 4-10 15,-4 1-4-15,-7-8-73 0,1 6-74 16,3 5-92-16,-11-5-118 0,7 9-151 0,-2 1-170 16,-1 3-160-16,1 3 75 15,0 1 90-15,0 1-637 0,-5-2-763 0</inkml:trace>
  <inkml:trace contextRef="#ctx0" brushRef="#br0" timeOffset="145641.18">10505 7181 2341 0,'-19'3'337'0,"6"-1"-66"0,4 2-47 0,1-4-28 0,-2 0-30 0,10 0 1 15,0 0-1-15,0 0-1 0,0 0 1 16,0 0-8-16,0 0-14 0,40-4-18 0,3-4-10 15,4 4-12-15,20-5-10 16,-2 1-10-16,-2 0-6 0,-4 0-8 0,2 1-13 0,-6-1-21 16,-10 2-38-16,-3-2-41 15,-5 2-68-15,-8 3-62 0,-9-1-57 0,-3 0-76 16,-4 2-90-16,-2-1-108 0,-6 1-75 16,-5 2 52-16,0 0-288 0,0 0-301 0</inkml:trace>
  <inkml:trace contextRef="#ctx0" brushRef="#br0" timeOffset="145906.61">10380 7426 2223 0,'-32'10'116'0,"5"-2"46"0,4-3 29 16,2 1 22-16,2-3 23 0,3 0 23 16,3 0 20-16,2-2 19 0,1 1 11 15,10-2 4-15,-13 2-12 0,13-2-21 0,0 0-23 16,0 0-27-16,72-8-24 0,-9 4-18 15,10-4-19-15,5 1-19 0,23-7-17 0,-2 1-19 16,-20 4-27-16,-2-4-21 0,-7 3-45 16,-5 1-33-16,-10 1-47 0,-16 3-54 0,-8 1-51 15,-11 1-50-15,-2-1-55 16,-7 3-63-16,-4-1-65 0,-7 2-75 0,8-4-137 0,-8 4-35 16,0 0 60-16,0 0-413 0,-1-8-474 15</inkml:trace>
  <inkml:trace contextRef="#ctx0" brushRef="#br0" timeOffset="146256.78">11124 6743 2987 0,'-18'0'105'15,"2"0"21"-15,7-1 0 0,9 1-2 16,-18-2 6-16,18 2 6 0,0 0 2 0,-11 3 14 16,11-3 1-16,0 0-8 0,24 24-14 15,-6-3-13-15,11 1-8 0,6 9-11 0,1 3-9 16,-2 2-8-16,-4 3-7 0,-1 3-9 16,-4-2-7-16,-10-6-5 0,-8 0-5 0,-2-2-1 15,-8-7-3-15,-3 8 1 0,-6-2-5 16,-6-2 0-16,-2-1-3 0,-5-3-3 0,-4-1-2 15,-7 3-3-15,6-10-5 0,-6-2-1 16,2 2-4-16,6-5-24 0,-3 2-52 0,7-5-81 16,7-1-106-16,2-2-114 0,1 0-136 15,3 0-149-15,5 1 31 0,-4-3-456 16,6 2-540-16</inkml:trace>
  <inkml:trace contextRef="#ctx0" brushRef="#br0" timeOffset="147938.95">11657 8103 2977 0,'-27'0'105'0,"2"0"15"0,6-3-6 0,2 1 20 0,4 0 14 0,1 2 14 0,4-1 19 0,8 1-4 0,-9-5-16 15,9 5-14-15,19-15-19 0,11 7-12 16,11-2-12-16,16 0-10 0,4-1-9 0,4 4-11 15,1 0-4-15,1 3-11 0,-3-3-7 16,-14 3-14-16,-4 3-18 0,-6-2-15 16,-5 3-12-16,-11 0-3 0,-5 0 1 15,-2 0-7-15,-5 3 6 0,-7-2 0 0,-5-1 2 16,0 0 2-16,0 0-2 0,-32 19 4 16,-2-10 6-16,-6 0 2 0,-16 2 15 15,-1-1 23-15,-8-1 12 0,-3 0 19 0,-3-2 17 16,3-7 17-16,3 5 10 0,15-4 9 15,8 1 3-15,10-2 9 0,7 2 8 0,10-4-10 16,3 2-1-16,12 0-13 0,0 0-14 16,0 0-3-16,0 0-17 0,83-10-8 0,-26 5-6 15,13 1-13-15,5-1-1 16,-5 0-23-16,2 1 12 0,-1 0-15 0,-2 0-1 16,-6 2-19-16,-14 0-3 0,-5 2-4 15,-12 0-3-15,-7-1-1 0,-5 1-10 0,-8 0 2 16,-12 0 1-16,13 1-1 0,-13-1 5 15,0 0-3-15,0 0 2 0,-52 16 2 0,7-11 2 16,-4-4 23-16,-12 2 16 0,-8-6 10 16,6 2 13-16,16-2 6 0,8 1-1 0,7-2-6 15,12 3-2-15,2 1-10 0,5-3-7 16,1 3-11-16,5-3-22 0,7 3-53 0,0 0-82 16,0-8-89-16,0 8-99 0,14-6-110 15,-5 2-101-15,0 0-106 0,0 3-147 16,2-2 67-16,-11 3 63 0,0 0-572 15,14-3-681-15</inkml:trace>
  <inkml:trace contextRef="#ctx0" brushRef="#br0" timeOffset="153638.03">28699 6933 4822 0,'4'-6'189'0,"-2"3"-103"0,-2 3-40 0,6-5-23 0,-6 5-5 16,0 0 68-16,0 0 27 0,0 0-2 16,-8 29 5-16,2-12-4 0,0 3 17 0,-1 11-4 15,2-5-18-15,-6 4-3 16,4 1-5-16,1-6-18 0,1-4-2 0,-3-3-3 16,6-3-7-16,-2-1 4 0,0-3-8 15,2 1 28-15,1-4 28 0,1 1 32 0,-2-3 23 16,2-6 17-16,0 0-19 0,0 0-18 15,0 0-17-15,0 0-18 0,0 0-10 0,28-25-86 16,-8-2-25-16,4 0 0 0,8-4 0 16,1 2 0-16,-9 5 0 0,3 6 0 0,-4-1 0 15,-1 5 0-15,-10 6 0 0,1-1 0 16,-6 2 0-16,-2 5 0 0,3-3 0 0,-8 5 0 16,12 0 0-16,-12 0 0 15,13 6 0-15,-10-1 0 0,3 0 0 0,-2 0 0 16,0 2 0-16,0 0 0 0,-2 1 0 15,2-1 0-15,-3 0 0 0,3 0 0 0,-2-2 0 16,-2-5 0-16,5 6 0 0,-5-6 0 16,9 5 0-16,-9-5 0 0,20-11 0 0,0 2 0 15,6-10 0-15,9 1 0 0,2-6 0 16,3-1 0-16,-11 10 0 0,-1 1 0 0,-6 5 0 16,-7 1 0-16,0 3 0 0,-4 4 0 15,3 1 0-15,-3 2 0 0,1 6 0 16,-3 1 0-16,2 7 0 0,2 1 0 15,-6 4 0-15,-2 0 0 0,1 1 0 0,-4 0 0 16,0 0 0-16,-2-2 0 0,0-2 0 16,-2 1 0-16,0-3 0 0,0-1 0 0,-2 0-129 15,3-2-233-15,-3-1-104 0,2-4-121 16,-2-2-178-16,1-2-63 0,3-4 73 16,0 0-707-16,0 0-911 0</inkml:trace>
  <inkml:trace contextRef="#ctx0" brushRef="#br0" timeOffset="154021.26">29681 6992 4079 0,'2'-3'51'0,"-2"3"32"0,5-5 11 0,-5 5 29 0,0 0 26 0,0 0 14 0,20 8 7 16,-11 2 1-16,-2 1-8 0,2 7-11 0,7 7-10 15,-3 2-21-15,-3-4-6 0,-2-1-12 16,-5-4-5-16,1 1-6 0,-4-2 4 15,-4 1 13-15,3-3 6 0,-7-1-7 0,-1-3 3 16,-7 3-12-16,0-3 1 0,-4-2-16 16,-1-5-7-16,3 0 1 0,-2-3-10 0,1-2-2 15,2-4-6-15,-1-5-8 0,7-4-6 16,3-3 4-16,4-8-2 0,11-8-10 0,4-4 2 16,7 3-9-16,2 6 0 15,3 5-7-15,0 4 0 0,-3 5-2 0,-2 4-8 0,-3 5 6 16,0 3 8-16,-2 4-3 15,5 4 5-15,-5 1-6 0,4 5-2 0,3 9-1 16,0 3 2-16,-2 1-6 0,-2 4-9 16,0-2-44-16,-7-5-64 0,1-3-69 0,0 0-77 15,-5-2-102-15,1-3-107 0,-3 1-104 16,1-5-173-16,3 0-43 0,-6-4 85 0,5-1-592 16,-2-4-740-16</inkml:trace>
  <inkml:trace contextRef="#ctx0" brushRef="#br0" timeOffset="154272.37">30364 6982 3660 0,'6'-5'122'0,"1"1"47"0,-7 4 44 0,11-3 29 16,-11 3 21-16,0 0 10 0,23 8-17 16,-14-1 3-16,0 5-9 0,1 5-15 0,7 9-21 15,-3 4-22-15,-7-7-18 0,-3-1-12 16,0 1-15-16,-4-4-8 0,-4 2-13 15,0 1-12-15,-3-3-11 0,-5-2-5 0,-1-3-15 16,-1 1-10-16,-3-3-45 0,-2-4-76 16,1-1-65-16,4-2-69 0,1 0-63 0,3-4-80 15,10-1-77-15,0 0-68 16,-13-12-79-16,16 3-93 0,9-8-73 0,7-12 68 16,9-9-461-16,8-1-577 0</inkml:trace>
  <inkml:trace contextRef="#ctx0" brushRef="#br0" timeOffset="154470.99">30626 6970 2945 0,'11'-12'32'0,"-1"3"73"0,-4 0 49 15,-3 3 18-15,-3 6 41 0,0 0 45 0,0 0 40 16,0 0 32-16,0 0-2 0,-39 14 14 16,17 5-6-16,1 3-22 0,3 5-24 15,4 4-29-15,5 3-26 0,1 0-21 0,5-4-26 16,6-4-37-16,1-1-35 0,3 6-47 16,1-8-33-16,6 2-24 0,-1-6-19 0,0-5-18 15,-3-2-19-15,1-1-20 0,-1-7-23 16,1 3-36-16,0-4-54 0,-3-1-60 15,0 0-79-15,-8-2-104 0,0 0-119 16,0 0-234-16,-14 11 73 0,-8-7 75 0,-19 6-485 16,-16 2-578-16</inkml:trace>
  <inkml:trace contextRef="#ctx0" brushRef="#br0" timeOffset="156071.33">15917 8324 1793 0,'-9'-15'269'0,"-2"3"-95"0,-3 1-40 0,-1 1-19 0,-11-5-8 16,-5-1-11-16,3 3-2 0,-9-1 1 0,-1 2 2 15,-9-2-2-15,-5 1 0 0,-4 1 0 16,4 3-3-16,-6 2 4 0,10 4 0 0,-5 1 6 15,-8 6 4-15,-2 0 6 0,0 3 3 16,-1 5 4-16,-1 5 3 0,0 7 1 0,-12 11 4 16,5 6-5-16,2 9 0 15,3 6-6-15,2 11-6 0,4 1-5 0,2 7-6 16,6 5-4-16,7 4-7 0,6 7-5 16,4 2-5-16,13 1-9 0,9 2-6 0,14-15-5 15,13 16-7-15,7-1-6 0,10-6-3 16,13-5-6-16,10-4-8 0,7-6-29 15,4-5-24-15,8-4-31 0,3-8-31 0,-1-7-31 16,-2-7-35-16,-11-13-26 0,-2-8-10 16,4-4 4-16,-2-9 14 0,-7-8 11 15,6-7 19-15,3-5 22 0,2-12 28 16,0-1 29-16,9-14 34 0,-1-4 34 0,0-3 28 16,-3-4 26-16,-2-3 13 0,-3-5 18 15,-4-4 4-15,-4-2 7 0,0 0 4 0,-5-1 1 16,-7-2-1-16,3-3-2 0,-6-2-7 15,-8 0-2-15,3-7-8 0,-6-1-12 0,-13 13 0 16,3-22-9-16,-8-6-5 0,-4 16-7 16,-9-4-8-16,-13-21-4 0,-5-2-7 0,-11 5-5 15,-9 5-4-15,-10 10-9 0,-11 12-5 16,-11 15-10-16,-10 14-19 0,-10 16-25 0,12 16-31 16,-9 9-43-16,-30 9-42 0,5 15-42 15,1 5-28-15,8 4-30 0,8 2-29 0,5 6-52 16,17-5-85-16,17-3-184 15,12-4 63-15,4 2-313 0,17-7-343 0</inkml:trace>
  <inkml:trace contextRef="#ctx0" brushRef="#br0" timeOffset="156771.23">17930 8369 2464 0,'-32'-15'-14'0,"-16"1"0"0,3 6-1 0,-14 4 4 0,-4 8 5 0,-3 4 19 0,-4 9 25 0,-14 14 24 0,-2 10 20 15,3 11 23-15,1 6 16 0,1 9 7 0,7 6 14 16,6 8 4-16,9 10 8 0,5 2-12 16,13 9-2-16,6-1-13 0,11 6-8 0,12-3-13 15,12-22-10-15,14 18-7 0,9-1-9 16,20-7-23-16,12-8-38 0,5-4-57 15,6-7-64-15,2-10-48 0,7-8-44 16,-3-6-19-16,-13-16 4 0,4-6 7 0,0-8 8 16,2-4 14-16,-2-8 19 0,1-4 8 15,2-9 24-15,0-3 35 0,3-8 43 0,15-9 31 16,-7-11 38-16,2-8 25 0,-5-5 24 16,-5-5 22-16,0-8 30 0,-9-11 41 0,-2-8 14 15,-6-8 15-15,-4-9 1 0,-3-9-4 16,-9-5-3-16,-9-2-18 0,-9 1-14 0,-11 0-23 15,-10 3-10-15,-14 11-15 0,-13 11-12 16,-13 12-11-16,-8 12-14 0,-20 13-8 0,-5 13-36 16,-9 11-33-16,9 15-66 0,-3 9-72 15,-3 11-68-15,-19 9-97 0,12 8-151 16,19-4-120-16,0 2 62 0,11 2-273 16,8-1-283-16</inkml:trace>
  <inkml:trace contextRef="#ctx0" brushRef="#br0" timeOffset="157521.79">19725 8222 2377 0,'-46'3'49'0,"-13"7"12"0,-6 12 25 0,-19 22 22 0,-2 12 24 0,0 11 20 0,0 10 10 0,4 8 10 15,6 10 3-15,5 3-5 0,10 7-2 16,10-1-12-16,14 2-17 0,15-1-8 0,12-2-16 15,14-2-7-15,16-8-8 0,16-6-12 16,14-5-8-16,11-4-8 0,11-6-12 0,7-6-27 16,3-8-29-16,4-8-17 15,-1-8-22-15,3-13-29 0,-13-12-17 0,-3-8-24 0,4-9-7 16,2-11 6-16,17-11 14 0,0-13 7 16,1-7 13-16,-9-8 19 0,1-14 14 15,-8-9 27-15,-8-13 33 0,0-10 20 16,-13-10 14-16,-10-14 3 0,-7-7 0 0,-8-9-7 15,-9-3-6-15,-12 4-4 0,-11 6-7 16,-11 13-5-16,-14 11-4 0,-11 14-7 0,-13 18 1 16,-14 15-1-16,-9 17-7 0,6 16-18 15,-10 15-30-15,-9 10-35 0,-20 10-48 0,0 12-68 16,8 7-94-16,7 5-177 0,3 3-119 16,24-8 61-16,9-3-263 0,10 1-269 0</inkml:trace>
  <inkml:trace contextRef="#ctx0" brushRef="#br0" timeOffset="158320.65">21922 8311 2094 0,'-39'-22'-21'0,"-8"1"27"0,0 0 16 0,-6 6 14 0,-8 1 18 0,-4 7 19 0,-1 6 18 16,-6 7 14-16,0 11 19 0,-19 16 15 15,-1 10 20-15,7 12 10 0,-3 13 2 0,8 8 7 16,4 6-4-16,7 13-13 0,8 5-13 16,11 4-8-16,13 4-17 0,10-1-10 15,18 4-13-15,10-5-7 0,12-3-11 0,21-8-6 16,11-4-11-16,10-7-7 0,14-9-22 16,6-9-16-16,11-4-30 0,9-11-23 15,2-10-24-15,1-14-23 0,-1-5-13 0,-16-20-13 16,2-10-3-16,20-9 15 0,-4-11 11 15,-2-6 6-15,-2-9 11 0,-3-11 7 0,-4-10 22 16,-6-8 22-16,-8-12 24 0,-9-8 23 16,-5-9 4-16,-15-9 7 0,-6-10-8 0,-8-11-5 15,-12-7-6-15,-6 4-6 0,-8-2-2 16,-15 5 0-16,-11 9-4 0,-12 12-1 16,-7 14-1-16,-11 13-11 0,-6 18-6 0,-10 16-26 15,6 21-25-15,-11 12-35 0,-5 14-40 16,1 10-64-16,-22 15-87 0,10 3-202 15,2 9-47-15,27-9 58 0,7 1-159 0,12-1-130 16</inkml:trace>
  <inkml:trace contextRef="#ctx0" brushRef="#br0" timeOffset="159053.74">23809 8291 1914 0,'-45'0'64'0,"-15"8"8"0,-6 8 9 0,-16 16 20 0,-4 11 22 0,2 17 26 0,1 6 12 16,0 8 16-16,5 7 3 0,6 8 0 15,5 8-13-15,8 3-17 0,11 1-11 0,14 1-18 16,13-3-12-16,13-19-8 0,14-5-13 16,13 17-10-16,19-10-8 0,16-6-17 0,9-6-38 15,11-6-37-15,13-13-36 0,11-5-22 16,8-8-20-16,5-9-24 0,-3-13-13 0,7-12-15 16,-2-6 0-16,-5-13 4 0,-7-3 15 15,0-8 20-15,-4-7 26 0,-6-6 32 16,-6-9 29-16,-12-10 29 0,-1-9 31 15,-11-12 31-15,-10-10 24 0,-7-14 1 0,-10-12 0 16,-7-12-14-16,-10-9-6 0,-6-9-12 16,-7-5-8-16,-11 4-3 0,-13 6-6 0,-10 12-2 15,-10 13-8-15,-8 15-8 0,-11 17-7 16,-10 20-8-16,-13 17-29 0,-9 18-27 0,10 26-39 16,-29 13-48-16,1 18-73 0,-2 14-110 15,4 8-206-15,8 5 46 0,11-2-174 0,12 2-149 16</inkml:trace>
  <inkml:trace contextRef="#ctx0" brushRef="#br0" timeOffset="159803.09">27344 8245 1983 0,'-40'-13'61'0,"-13"3"5"0,-10 6-11 0,-6 12 4 0,-22 13 21 0,-6 15 24 0,-2 11 24 0,-4 13 22 0,0 13 23 16,-28 26 12-16,35-16 0 0,7 6-4 15,-17 34-1-15,38-28-13 0,11-1-17 16,12 4-11-16,16-2-18 0,11 0-5 16,18-21-15-16,11 0-9 0,14 14-7 0,18-8-11 15,9-5-22-15,20-4-30 0,7-7-28 16,9-8-34-16,7-11-39 0,7-11-28 0,0-11-24 16,5-12-7-16,-17-11-1 0,20-11 8 15,1-8 9-15,-5-5 13 0,-3-12 15 0,-6-4 21 16,-1-9 32-16,-9-10 29 0,-6-11 24 15,-7-10 21-15,-10-11 21 0,-5-13 8 0,-9-11 7 16,-8-7-10-16,-12-8-1 0,-6-3-6 16,-17-1-3-16,-14 5-2 0,-17 12-3 0,-13 10-6 15,-17 9 1-15,-13 21-9 16,-13 16-5-16,-15 14 1 0,-9 18-9 0,-11 19-39 16,-3 17-57-16,-2 10-71 0,10 12-105 15,4 7-203-15,13 4-105 0,13 4 53 0,15 2-226 16,20-7-228-16</inkml:trace>
  <inkml:trace contextRef="#ctx0" brushRef="#br0" timeOffset="160737.08">28937 8652 2517 0,'0'-10'244'0,"-2"0"-19"0,2 5-28 0,0 5-26 0,0 0 14 16,0 0 17-16,0 0 13 0,-20 18-3 0,10-2-12 16,-1 1-18-16,-3 8-18 0,1 1-16 15,0 1-10-15,-3-2-19 0,11-4-10 16,-3-1-12-16,0-2-9 0,3-1-9 0,1-8-13 16,0 3-1-16,0-4-8 0,4 2-1 15,-1-3 13-15,-1-1 8 0,2-6 16 16,-5 10 14-16,5-10 23 0,0 0-16 0,0 0-10 15,0 0-8-15,0 0-7 0,33-27-6 16,-10 7-10-16,1-5 4 0,3 4-2 0,2-1-13 16,-2 3 3-16,-2 2-6 0,-9 7-8 15,-2 2-12-15,-1 2-2 0,-4 3-1 0,0 1-4 16,-9 2-6-16,0 0-3 0,20 5-3 16,-16-1 2-16,2 4-4 0,-2-1 0 0,0 2-2 15,-3-2-5-15,1 3-3 0,0-2 4 16,0-3 4-16,-2-5-7 0,4 13 3 0,-4-13 4 15,1 7-5-15,-1-7 1 16,9 6-1-16,-9-6 0 0,0 0-9 0,22-4 5 16,-5-5-3-16,3-4-4 0,9 2-2 15,3-7 1-15,-2 5 4 0,-6-1 0 0,-1 7-7 16,-3-1-5-16,-7 3 0 0,1 1 3 16,-3 3 1-16,-11 1 0 0,15 1-2 0,-5 4 2 15,-7 0-1-15,3 4-7 0,-2 0-5 16,-3 3-27-16,1-1-22 0,-4-2-37 15,2 6-44-15,0-2-49 0,2-1-64 0,-2-3-70 16,2 4-73-16,1 0-74 0,-1-4-91 16,0-1-132-16,1 0 32 0,5-1-532 0,-1-2-665 15</inkml:trace>
  <inkml:trace contextRef="#ctx0" brushRef="#br0" timeOffset="161103.61">29877 8700 3365 0,'3'-4'42'0,"-3"4"53"0,0 0 37 0,0 0 34 0,0 0 21 0,0 0 6 16,0 0-1-16,11 14 0 0,-11-14-16 15,1 11-12-15,-1-11-18 0,-1 11-14 16,-1-2-12-16,-3 0-8 0,0 1-6 0,-5 2-10 16,1-2-6-16,-8 2-13 0,0 0-4 15,-10 0-10-15,-2 1-7 0,-1-1-6 0,-2-2-6 16,-2 0-12-16,9-5-24 0,1-1-22 15,5-2-17-15,6-2-20 0,1-5-12 16,3 1-5-16,5-4 9 0,4-5-1 0,11-3 10 16,10-8 12-16,4 5 7 0,0 1 8 15,-4 7 7-15,0 3 12 0,-3 3 12 0,-6 3 13 16,2 4 14-16,3 1 4 0,-5 2 8 16,1 2-4-16,0 2 0 0,-1 1 0 0,-1 4-5 15,3-1-2-15,-5 3-6 0,0-1-3 16,-3-1-5-16,2 2-25 0,-1-3-44 15,1-1-54-15,1 1-57 0,-2-1-69 16,-2-4-72-16,1 1-85 0,-3-1-122 0,3-1-152 16,-2 0 56-16,-2-2-435 0,2 0-510 15</inkml:trace>
  <inkml:trace contextRef="#ctx0" brushRef="#br0" timeOffset="161353.83">30131 8750 3104 0,'11'-9'110'0,"0"6"27"16,3-1 23-16,-1 4 27 0,-3 0 22 16,3 4 9-16,-2-1 10 0,1 2-8 15,-1 5 1-15,0-3-17 0,-1 3-12 16,-2 2-12-16,-3 0-16 0,-3 1-17 16,0-1-9-16,-6-1-15 0,-1 3-24 0,-3 0-9 15,-4-1-7-15,-1-1-9 0,-2 3-9 16,-2-5-15-16,-2 2-20 0,0-3-42 0,-2-3-48 15,1 3-60-15,6-4-65 0,0-1-85 16,1-3-89-16,2-2-86 0,11 1-122 0,-12-4-114 16,12 4 60-16,3-10-438 0,11-4-531 15</inkml:trace>
  <inkml:trace contextRef="#ctx0" brushRef="#br0" timeOffset="161538.08">30422 8650 2696 0,'3'-3'-20'16,"-3"1"55"-16,0 2 45 0,0 0 39 15,0 0 27-15,-14 20 15 0,3-7 6 0,0-1-4 16,2 5-7-16,-1 0-13 0,1 0-19 16,1 0-13-16,5 0-10 0,-5-1-12 0,6-1-14 15,0 3-23-15,2-5-27 0,0-1-26 16,0-1-40-16,2-2-43 0,2 0-56 0,2-1-69 16,1-2-97-16,2 1-153 0,5-3-104 15,1-1 58-15,3 0-215 0,3-1-211 16</inkml:trace>
  <inkml:trace contextRef="#ctx0" brushRef="#br0" timeOffset="161753.19">31066 8767 2358 0,'-6'-9'235'16,"2"4"14"-16,1 0 0 0,3 5-10 0,-4-9-17 15,4 9-21-15,0 0-21 0,0 0-19 16,0 0-55-16,25-3-89 0,-12 3-122 16,6 0-146-16,2 2-158 0,0-2-177 0,2 1 47 15,4 1-253-15,-2 1-279 16</inkml:trace>
  <inkml:trace contextRef="#ctx0" brushRef="#br0" timeOffset="161919.94">30944 8992 2499 0,'-11'1'212'16,"11"-1"19"-16,-11 4 16 0,11-4 12 15,0 0 1-15,-7 3-18 0,7-3-28 16,0 0-21-16,0 0-61 0,0 0-91 16,32 5-141-16,-32-5-170 0,41-7-213 0,-3 1-129 15,2-1 53-15,4-2-294 0,12-3-336 16</inkml:trace>
  <inkml:trace contextRef="#ctx0" brushRef="#br0" timeOffset="162220.78">31641 8652 2347 0,'2'-12'162'0,"-4"2"68"0,4 3 32 16,-2 7 22-16,0-10 15 0,0 10 14 0,0 0 2 16,5-6 2-16,-5 6-14 0,0 0-31 15,0 0-30-15,0 0-21 0,27 13-24 0,-18-5-19 16,-6 6-17-16,3 1-11 15,-6 4-16-15,-6 15-5 0,-6 4 7 0,-6 8 25 16,-7-1 20-16,-4 2 28 0,-3-3 27 16,-4-1 29-16,2-6 26 0,0-1-95 0,11-10-196 15,-1 1 0-15,10-6 0 0,0-4 0 16,5-3 0-16,7-2 0 0,2-1 0 16,3-3 0-16,5-1 0 0,4 0 0 0,4 0 0 15,8-4 0-15,-1-2 0 0,2-2 0 16,4 1 0-16,10-5 0 0,-5 2 0 0,-5-1 0 15,-4 4 0-15,-7-4 0 0,5 0-51 16,-6 4-714-16,-5-2-138 0,1 0 3 16,-3 2 93-16,-10 0-814 0,0 0-1059 0</inkml:trace>
  <inkml:trace contextRef="#ctx0" brushRef="#br0" timeOffset="165685.58">18719 10617 1713 0,'0'0'76'0,"-8"-6"-30"0,8 6-21 0,-9-4 3 0,1 0 18 0,1 0 15 16,-3 2 6-16,1-2 4 0,-4-1 4 0,1-3 2 15,-3 2 6-15,-1 0-4 0,1-2-5 16,0-1-6-16,-2 0 2 0,0-2 3 0,-3 2-6 15,4-3-4-15,-4 0-2 0,-5-3 0 16,-2 1-4-16,0 1-5 0,-7 1-5 0,2 1-4 16,-4 1 0-16,-2 2 1 0,-3-1 7 15,-4 2-6-15,-2 2-1 0,-1 3-1 16,-4 2 1-16,-9 6 7 0,0 0 7 16,-3 8 7-16,-5 8 16 0,-13 11 7 0,5 8 3 15,-2 7 7-15,7 9-4 0,3 6 10 16,2 4 7-16,6 6-5 0,6 6 3 15,10 2 7-15,5 4-11 0,11-1-3 0,13-14-7 16,16 2-6-16,11-1-3 0,14 12-5 16,14-4-8-16,12-5-5 0,8-4-9 0,12-8-7 15,3-6-9-15,7-4-13 0,-4-10-20 16,2-3-19-16,-15-16-21 0,5-1-14 0,-3-7-16 16,4-3-3-16,-6-6-7 0,5-8-2 15,-7-4 7-15,3-5-2 0,-2-5 20 0,0-5 3 16,-4-9 3-16,12-11 9 15,-3-5 2-15,-7-9 13 0,-5-11 15 0,-9-10-1 0,-3-9 1 16,-4-8 2-16,-8-11-6 16,-7 0 5-16,-3-3-2 0,-17-2 0 0,-9 3-3 15,-10 4 1-15,-9 11-1 0,-14 9-4 16,-12 16-1-16,-11 8-9 0,-9 14-28 0,6 17-36 16,-7 9-29-16,-8 12-34 0,-6 9-34 15,-17 14-41-15,4 7-67 0,5 7-83 0,8 2-175 16,9 0 21-16,19-2-244 0,8 0-260 15</inkml:trace>
  <inkml:trace contextRef="#ctx0" brushRef="#br0" timeOffset="166419.54">20156 10505 2020 0,'-27'-20'-52'0,"-3"-1"18"0,-4 4 15 0,-15 2 20 0,4 8 27 0,-1 5 33 0,-13 7 28 15,-6 9 27-15,2 12 24 0,-18 16 25 0,1 10 17 16,3 9 14-16,3 8 14 0,10 6 0 15,4 9 5-15,7 3-8 0,11 2-11 0,12 3-15 16,8 3-13-16,19-20-19 16,6 3-14-16,17 12-12 0,10-4-12 0,12-4-14 15,12-6-9-15,5-6-8 0,5-13-13 0,8-5-25 16,3-7-16-16,3-10-22 0,-14-15-13 16,4-3-11-16,-2-9 3 0,5-8 4 15,-3-8 1-15,1-6 6 0,-2-5-1 0,10-18 0 16,-4-6 3-16,-2-8-2 0,-9-13 6 15,-4-9-2-15,-3-14 2 0,-1-3-4 0,-11-7 0 16,-3-10 2-16,-7 1 0 0,-11-5-6 16,-4 0-2-16,-13 2-10 0,-10 6-13 15,-13 9-13-15,-9 12-4 0,-16 18-13 16,2 19-28-16,-17 11-31 0,-6 10-35 0,-11 10-35 16,-3 13-36-16,-2 11-49 0,-24 14-85 15,17 6-220-15,9 7 46 0,19-4 57 16,12 1-144-16,10 5-121 0</inkml:trace>
  <inkml:trace contextRef="#ctx0" brushRef="#br0" timeOffset="167036.39">21413 10626 1665 0,'-50'13'25'0,"-6"6"34"0,-3 7 33 0,-21 17 31 0,0 10 38 15,-2 6 44-15,2 9 35 0,9 2 20 16,9 0 11-16,10 2-1 0,10 3 5 0,21-9-6 16,10-1-7-16,11 3-15 0,15 0-21 15,15 10-24-15,16-4-15 0,13-2-18 16,6-10-21-16,7-11-13 0,10-6-17 16,4-11-30-16,0-6-28 0,-1-3-22 0,-14-11-12 15,-2-11-8-15,-5-6-6 0,-1-6-3 16,2-10-1-16,-8-3-2 0,0-9 0 15,4-17-3-15,-3-4 0 0,-8-14-3 0,-11-6 4 16,-3-5-5-16,-9-6-3 0,-7-7-8 16,-13 13-12-16,-2 1-15 0,-8-3-21 0,-8 4-17 15,-12-11-13-15,-12 13-17 0,1 19-25 16,-5 9-42-16,-8 8-52 0,-6 8-58 0,-10 8-99 16,0 8-181-16,-2 7-57 0,4 5 72 15,12 2-316-15,1 3-349 0</inkml:trace>
  <inkml:trace contextRef="#ctx0" brushRef="#br0" timeOffset="168286.74">24409 10626 2484 0,'2'-12'15'0,"-2"-1"7"0,0 5 11 0,0-3 20 0,-2 5 22 0,2-2 18 15,-1-2 8-15,-1 3 13 0,-2-2 7 16,-2-2 5-16,0 2 0 0,0-3-6 16,-3 0-3-16,4 1 2 0,-6-1-4 15,0-2-7-15,-1 0-8 0,-4 0-9 0,1 1 0 16,-8-6-12-16,0 2-7 0,-6 0-2 15,1 3-8-15,-1 1 4 0,-3-1-2 0,-3 3 4 16,1 1 1-16,0-1 2 0,0 4 1 16,-2 2-2-16,5 3-5 0,3 0-3 0,-5 4-3 15,-5-1-2-15,-4 4-2 0,2 2 0 16,0 1 1-16,2 5 2 0,2-1 3 16,-9 12 4-16,6-2 4 0,1 7 0 15,0 0-2-15,1 5-2 0,3 6 3 0,-4 1 23 16,4 2-4-16,-1 1-8 0,1 3-10 15,4 2-2-15,-1 1 1 0,5 5-20 0,2-2-3 16,-1 0-5-16,13 1 19 0,-2-3 5 16,3 1 7-16,7-9-1 0,2-2-8 0,2 5-1 15,4-4-1-15,5 8-5 0,-2 0-1 16,0-8 3-16,8 3 4 0,2-2-7 0,3-2-1 16,5-1-3-16,4-4-9 0,3-4 2 15,4 1-2-15,7-3-5 0,0-3-6 16,11-5 0-16,1-1-1 0,8-7-3 0,-4 1-2 15,2-5-2-15,6-3-3 0,-4-2-6 16,-12-5 6-16,10-3 0 0,-14-2 5 16,11-3-4-16,-7-2-4 0,1-3-4 0,-1-3 5 15,-3-3 0-15,-3-4-3 0,0-3 4 16,-2-6-2-16,0-2 4 0,-2-4 3 0,1-6-2 16,8-16-1-16,-2-1 0 0,-9-9-8 15,1-3 2-15,-6-1 0 0,-3-5-3 0,-6 0-7 16,-10 9 0-16,-2 0 0 0,-2-1-1 15,-8 3-5-15,-6 0-3 0,-2 6 5 0,-12 1-5 16,-8 9-2-16,-5 3-2 0,-12 10-16 16,-6 3-28-16,-7 10-25 0,-8 6-23 15,-5 3-33-15,-5 10-36 0,-3 5-46 0,4 4-63 16,-5 5-82-16,5 3-89 0,1 2-110 16,4 5-246-16,5 2 77 0,6 1 76 15,11 1-509-15,1 1-628 0</inkml:trace>
  <inkml:trace contextRef="#ctx0" brushRef="#br0" timeOffset="169401.8">28370 10601 3525 0,'4'-4'128'0,"-3"0"-2"0,-1 4-6 0,0 0-21 0,0 0 67 0,0 0 24 0,0 0 18 15,-3 26-3-15,-4-13 7 0,2 1-3 16,-3 5-1-16,3-2 1 0,-4 0-14 15,2-1-12-15,2-3-13 0,-3 1-21 0,5 0-14 0,-3-3-5 16,1-3-20-16,3 0-10 0,1-1-8 16,-3 0-10-16,4-7 3 0,-2 10-7 15,2-10-6-15,-2 9-5 0,2-9-9 16,0 0-1-16,0 0-8 0,27-16-8 0,-2-3-1 16,-3-1 7-16,5-1-5 0,0 2-1 15,0-1-9-15,-4 3 0 0,-9 7-6 0,0-1-3 16,-5 5-7-16,-1 1-10 0,-2 1-2 15,-6 4-1-15,0 0 6 0,0 0-4 16,24 10-3-16,-15-3-1 0,-4 5-1 16,1-2 3-16,1 2-8 0,2 0 4 0,-6-2-1 15,3-1-9-15,-3 0-1 0,3-1-4 0,-2-1-4 16,-1-1 0-16,2 1 5 16,-5-7-5-16,11 6-8 0,-4-4-9 0,-7-2-3 15,25-4 11-15,-10 1 3 0,5-3 8 16,-5 2-8-16,4-2 2 0,-4 1 0 0,-2 2 1 15,-2-1 5-15,0 3-6 0,-11 1 2 16,14 0 3-16,-14 0 1 0,16 7 5 0,-8-1-1 16,-3 3 5-16,2 1 1 0,0 4-6 15,-2-2-54-15,3 1-57 0,-1 3-68 16,2-3-82-16,-4 1-107 0,1 1-93 16,-3-3-116-16,5-2-172 0,-4 1 78 0,2-3-566 15,-1 0-711-15</inkml:trace>
  <inkml:trace contextRef="#ctx0" brushRef="#br0" timeOffset="169768.33">29177 10778 3624 0,'0'0'-26'16,"4"-5"11"-16,-4 5 26 0,0 0 49 0,0 0 23 0,0 0 14 0,0 0-9 0,0 0 2 0,-13 23-11 15,8-15-12-15,-2 0 1 0,0 2-8 0,-3-1-8 16,-1-1 6-16,-1 4-12 0,-1 1 0 15,-2-3-5-15,-2 2-5 0,-2-4-5 0,1 1-31 16,3-2-24-16,0-2-30 0,2-5-17 16,4 0-14-16,9 0-6 0,-14-10 7 15,12-1 8-15,2 2 18 0,3-5 22 16,4-2 35-16,0 3 29 0,3 0 18 16,-1 3 16-16,-3 1 6 0,4 3 7 0,-1 0 14 15,1 6 3-15,1 0 6 0,-11 0 3 16,27 9-2-16,-14-2-6 0,4 3-12 0,8 8-3 15,-3-3-9-15,3 6-8 0,2-2-7 16,0 1-24-16,0-3-37 0,-2 1-44 0,-5-5-42 16,-2-3-39-16,-7-3-41 0,3 0-46 15,-3-2-53-15,-4-3-65 0,1-1-69 0,-8-1-96 16,0 0-52-16,17-5-294 16,-13 0-334-16</inkml:trace>
  <inkml:trace contextRef="#ctx0" brushRef="#br0" timeOffset="169984.82">29511 10839 2234 0,'12'-8'42'0,"-7"3"41"15,3 1 18-15,-3 0 31 0,-5 4 35 16,12-4 20-16,-12 4 18 0,0 0 8 16,21 4 7-16,-14 0 0 0,1 1-6 0,0 4-15 15,-3 4-19-15,3 0-14 0,-4 1-13 16,-4 4-15-16,4-1-12 0,-9 6-7 0,-8 3-13 16,2-5-2-16,-1-5-15 0,-6 8-10 15,0-8-6-15,4-2-5 0,-11 3-10 16,3-5-20-16,8-2-40 0,-4 0-53 15,5-5-57-15,1 0-75 0,3-5-84 0,9 0-83 16,0 0-108-16,0 0-140 0,-2-17-9 16,13 5 58-16,16-5-299 0,9-8-337 0</inkml:trace>
  <inkml:trace contextRef="#ctx0" brushRef="#br0" timeOffset="170151.83">29814 10909 2339 0,'5'-2'43'0,"-5"2"42"15,0 0 52-15,0 0 46 0,11 8 26 16,-11-8 14-16,0 0 5 0,-14 17-1 0,6-9-6 15,3 2-18-15,-1 0-18 0,0-1-17 16,2 8-16-16,0-2-13 0,3 1-16 16,2-3-12-16,-1 3-27 0,6-1-37 15,2 2-50-15,3 1-56 0,0-7-71 0,5 1-93 16,-1-5-91-16,4-1-129 0,6-2-195 16,2-4 60-16,2 0-347 0,9-3-405 0</inkml:trace>
  <inkml:trace contextRef="#ctx0" brushRef="#br0" timeOffset="170335.78">30443 10981 2978 0,'-9'-6'286'0,"4"5"10"0,5 1-1 16,-7-6-14-16,7 6-24 0,-4-5-31 15,4 5-24-15,0 0-20 0,0 0-35 0,0 0-76 16,34 4-92-16,-16-2-116 0,-2 3-131 15,4-2-153-15,-1 1-217 0,2-1 17 0,2 5 62 16,-8-4-311-16,4 4-352 0</inkml:trace>
  <inkml:trace contextRef="#ctx0" brushRef="#br0" timeOffset="170485.06">30384 11188 2369 0,'-16'2'184'0,"5"0"56"0,2-1 19 16,9-1 2-16,0 0 7 0,-18 0-5 0,18 0-18 15,0 0-23-15,0 0-24 0,0 0-53 16,0 0-84-16,0 0-129 0,52-8-155 0,-20-1-179 16,12-2-250-16,8-3 59 0,-3-4 68 15,11 4-241-15,-1-7-256 0</inkml:trace>
  <inkml:trace contextRef="#ctx0" brushRef="#br0" timeOffset="170818.58">31220 10833 2443 0,'3'-9'231'15,"-3"9"24"-15,0-6 6 0,0 6 5 0,0 0 2 16,0 0-13-16,2-8-10 0,-2 8-11 16,0 0-15-16,25 12-19 0,-7-1-22 0,7 7-20 15,-4-1-13-15,1 5-15 0,-6-3-14 16,-7-2-15-16,-1 3-10 0,-5 2-10 0,-3-1-5 16,-1 1-5-16,-11 7-7 0,0-2-7 15,-8-1 18-15,-1-1 21 0,-1-4 35 0,-1-1 29 16,1-3 6-16,6-3 4 15,4-3-11-15,3-1-17 0,1 0-10 0,0 0-17 0,4-1-11 16,-1 4-10-16,1-2-13 0,0-2-6 16,2 4-13-16,-1-1-12 0,-2 1-7 0,-1-1-6 15,-1 2 0-15,0 0-7 16,-7-1 0-16,-1-1-4 0,-3 1 0 0,0-3-21 16,-12 1-5-16,-6-2 0 0,4-3-49 15,0-5-102-15,-6 3-116 0,6-2-132 16,5 0-180-16,-2-4-259 0,4 0-8 0,5 2 96 15,0-2-717-15,9 2-914 0</inkml:trace>
  <inkml:trace contextRef="#ctx0" brushRef="#br0" timeOffset="185534.57">10355 7124 1792 0,'-17'-2'591'0,"3"0"-159"0,3 2-112 0,1-3-86 0,10 3-73 0,-11-2-39 0,11 2-25 0,0 0-14 0,0 0-10 16,0 0-3-16,43-5-5 0,4 1-16 15,16 1-2-15,7-1-3 0,6-2-47 0,9-1-73 16,-2 2-67-16,1 1-93 0,-2-5-105 16,20-3-191-16,-23 5-7 0,-5-2 68 0,-3 4-155 15,-15 1-123-15</inkml:trace>
  <inkml:trace contextRef="#ctx0" brushRef="#br0" timeOffset="185765.38">10984 6936 2067 0,'-5'-5'233'16,"3"-1"-14"-16,2 6-27 0,3-10-21 0,3 6-18 15,5 2-10-15,3 2-19 0,4 2-6 16,5 6-16-16,6 2-10 0,0 5-5 0,-3 6-15 15,-7 1-1-15,-3 7-18 0,-13-3-21 16,-3-2-22-16,-13 9-23 0,-4-3-27 16,-14 4-26-16,-1-1-37 0,-6-9-47 15,6-5-61-15,-2-5-77 0,1-2-129 0,3-7-97 16,7-3 50-16,1-2-105 0,6-4-71 16</inkml:trace>
  <inkml:trace contextRef="#ctx0" brushRef="#br0" timeOffset="187281.76">28659 7604 1764 0,'-29'-8'96'0,"4"1"17"0,9 0 17 0,-2 2 28 0,9 0 29 0,2 1-14 0,7 4-14 0,0 0-15 0,18-5-8 15,23 5-21-15,25 9-13 0,41 4-9 16,13 6-5-16,16 5-11 0,6-2-12 0,6 5-1 15,-2-5-6-15,-5-6-29 0,-10 1-12 16,-11-7-8-16,-30-6 4 0,-12-1-3 0,-11-6 2 16,-18 2 3-16,-9-2 2 15,-11-1 2-15,-12-2-3 0,-7 0 2 0,-10 0 1 16,-8-1 13-16,-11-6 11 0,-13-1 16 16,-13-4 18-16,0 0 18 0,8 5 6 0,7 3 0 15,8 3-5-15,4 1-12 0,7 3-5 16,1 2-5-16,10 1 3 0,0 0 4 15,0 0-5-15,0 0-8 0,40 10-5 16,-4-3-5-16,0-1-9 0,0-2-1 0,-3-1-7 16,-6 0-6-16,-6-1-26 0,-2-2-46 15,-4 0-55-15,-1 2-87 0,-3-2-70 0,-11 0-73 16,7 0-96-16,-7 0-202 0,0 0 12 16,0 0 56-16,0 0-225 0,0 0-267 0</inkml:trace>
  <inkml:trace contextRef="#ctx0" brushRef="#br0" timeOffset="187998.34">29000 7442 2300 0,'-18'4'27'0,"2"-1"14"0,7 0 13 0,5 0 7 0,4-3 16 0,13 9 11 0,19-2 11 16,25 6 3-16,15 3-11 0,30 1-6 16,11 4 3-16,7-1-16 0,7 1-9 15,6-4-14-15,5-3 4 0,-5-4-9 0,-7-5 0 16,-6-5-3-16,-7-11-2 0,-13-6-8 15,-8-8-5-15,-12-6-3 0,-8-10-3 0,-4-7 0 16,-7-5 0-16,-7-7-6 0,-10-2 10 16,-4-8-5-16,-15 8-8 0,-6-4-1 15,-7-2 4-15,-7-7-4 0,-9 4-14 0,-11-1 6 16,-18-12-3-16,-14 15-2 16,-19 9 5-16,-24 8 2 0,-28 12 0 0,-31 11 8 15,-68 3 5-15,-29 14-1 0,-19 9 7 16,-11 12 2-16,-2 11 3 0,11 7-2 0,16 7-2 15,27 3-5-15,81-2-2 0,21 9 7 16,25 3-10-16,25 7 3 0,32-8-5 0,13 7-40 16,24 3-51-16,12 6-81 0,9-1-128 15,25 6-285-15,-5-17 28 0,3-9 57 16,4-4-151-16,-4-4-135 0</inkml:trace>
  <inkml:trace contextRef="#ctx0" brushRef="#br0" timeOffset="191681.38">14038 10038 3733 0,'-13'6'213'0,"4"1"-110"0,4-3-18 0,0-2-19 0,5-2 1 0,0 0 5 0,0 0 16 0,37-17 4 0,-3-1-19 16,22-5 0-16,0 2-12 0,9-6-1 0,2 5-11 15,1-1-3-15,1 0-3 0,-6 2-6 16,-4 3-20-16,-6 2-47 0,-7 1-57 0,-10 3-77 16,-5 1-64-16,-8 5-81 0,-6 1-94 15,-6 0-225-15,-5 0 64 0,-6 5 60 16,0 0-197-16,0 0-195 0</inkml:trace>
  <inkml:trace contextRef="#ctx0" brushRef="#br0" timeOffset="191865.78">14065 10210 2187 0,'-13'9'133'16,"2"-2"5"-16,1 0 10 0,2-1 18 0,3-4 25 15,1 2 25-15,4-4 8 0,-6 6-1 16,6-6-14-16,0 0-17 0,17 2-18 0,1-4-19 15,22-6-18-15,13-2-9 0,6-2-24 16,0-3-71-16,4-5-101 0,-2 0-134 0,-2-4-153 16,1-1-249-16,-4-2-2 0,-3-2 66 15,-8-1-271-15,-9-4-297 0</inkml:trace>
  <inkml:trace contextRef="#ctx0" brushRef="#br0" timeOffset="192130.67">14574 9484 2465 0,'0'0'90'0,"0"0"-13"0,16 12-8 16,-7-5-2-16,4 5 12 0,6 6 11 16,3 5 5-16,-6 2 8 0,2 4-4 15,-5 2-4-15,-3 0-4 0,-5 4-7 0,-5-4-5 16,-3 0-3-16,-7 6-10 15,-7-3-7-15,-4 7-7 0,-2 0-1 0,-6-1-2 16,0-5-33-16,1-1-50 0,0-10-48 16,3 0-56-16,-2-4-65 0,0-6-93 0,4-2-164 15,3-7-67-15,1-2 55 0,3-1-120 16,3-2-92-16</inkml:trace>
  <inkml:trace contextRef="#ctx0" brushRef="#br0" timeOffset="194097.37">17056 11613 1929 0,'-10'9'185'0,"6"-4"16"0,-2-2 13 0,6-3 3 0,0 0 2 0,0 0-2 15,0 0 6-15,25-13-2 0,4-3-6 16,1-3-14-16,12-3-16 0,2 0-18 0,5-2-16 16,5 2-16-16,-3 1-14 15,-1-2-14-15,-3 7-27 0,-11 3-26 0,-7 1-37 0,-6 6-46 16,-5 2-41-16,-11 3 7 15,-7 1 3-15,6 9 5 0,-19 5 6 0,-21 14 4 16,-7 5 12-16,-11 4 13 0,-16 4 32 16,9-10 28-16,-2-2 31 0,-11 9 24 0,16-14 20 15,8-3 11-15,16-6 2 0,1-3-2 16,11-1-5-16,4-3-3 0,5-4-3 0,8 2 2 16,3-2 1-16,0-4-14 0,0 0-6 15,41-6-8-15,-5-2-9 0,7 0-14 0,-4-5-35 16,8-1-56-16,-8 3-69 15,-1-1-83-15,-4-4-97 0,-1 1-99 0,-5-3-117 16,-1-1-161-16,-6-1-34 0,-6 1 71 16,3-3-419-16,-7 1-507 0</inkml:trace>
  <inkml:trace contextRef="#ctx0" brushRef="#br0" timeOffset="195113.81">19851 13724 4243 0,'-17'2'449'0,"4"0"-167"0,3-2-97 0,10 0-47 0,-10 0-24 0,10 0-3 0,0 0-7 0,0 0-13 16,23-18-9-16,-3 9-5 0,8-5-11 0,5 2-5 15,-1-1-11-15,0-3-22 0,3 5-38 16,-3-1-26-16,-11 3-24 0,-2 2-25 0,-6 2-10 16,-7 3 8-16,-6 2 3 0,0 0 8 15,0 0 11-15,-52 19 8 0,14-7 10 16,-12 0 33-16,9 0 28 0,1-1 30 0,1-2 22 16,12 0 8-16,2-2-3 0,5-1-4 15,7-2-3-15,3-1-5 0,7-1-1 0,3-2-3 16,0 0-8-16,0 0-4 0,26 8-5 15,-3-8-38-15,4-2-59 0,9 0-85 16,-2-2-106-16,2 2-107 0,-5-1-132 16,-4 1-200-16,-4 0 28 0,-7 4 83 0,0 0-387 15,-3-2-444-15</inkml:trace>
  <inkml:trace contextRef="#ctx0" brushRef="#br0" timeOffset="153239.88">5253 12489 631 0,'0'0'127'0,"0"0"-26"0,2-4-36 0,-2 4-22 0,0 0-4 0,0 0-9 0,0 0 7 0,0 0 0 15,-2-9 1-15,2 9 0 0,0 0 4 0,0 0-6 16,-7-4 2-16,7 4 2 0,0 0 6 15,0 0-1-15,0 0 2 0,-12-3 8 16,12 3 1-16,0 0 4 0,0 0-1 0,-9-4-1 16,9 4-5-16,0 0-7 0,-8-3-5 15,8 3-2-15,0 0-3 0,-9-4 0 16,9 4 2-16,0 0-1 0,-10-3-6 16,10 3 0-16,-7-4 3 0,7 4 4 0,-10-1 4 15,10 1-6-15,-10-4 1 0,10 4 3 16,-11-3-4-16,4 1-3 0,7 2-1 0,-14-5-4 15,6 3-5-15,1-1-2 0,7 3-4 16,-16-5-1-16,7 3-1 0,9 2-1 16,-17-2 0-16,5 1-5 0,1-1 1 15,-1 0-1-15,-1 1 7 0,0-1 0 16,0 0 4-16,-3 1 9 0,1-1 4 0,2 2 2 16,-1-2-4-16,0 0 2 0,-2 1-6 15,3-1 2-15,-1 0-5 0,3 2-4 0,-3-2-2 16,3 2-5-16,11 0-1 0,-23 0 1 15,10 2-4-15,-1 0-2 0,1 1 3 0,-1-1-2 16,3 0-1-16,-2 1-1 0,0-1-4 16,-4 3 3-16,5-3-1 0,-1 1 0 15,1 1 2-15,-1-3 2 0,2 3 1 0,-5-3 4 16,3 3-1-16,-1-1 0 0,3-1 0 16,-6 1-2-16,2 1 3 0,-3 1-1 0,6-2-4 15,-6 2 3-15,1-1-2 16,2 1 0-16,0-1 3 0,-3 1-4 0,4 0 1 15,-4-2 4-15,5 0 1 0,-1 1-4 16,1 0 4-16,-2 0-4 0,-2-2 2 16,1 2-6-16,1 2 2 0,0-1-2 0,0 1-2 15,-1 0 1-15,-2 2-2 0,2-2-3 16,-2 1 5-16,2 3 1 0,-4-4-1 0,2 3-1 16,2-2-1-16,3 0 1 0,-1-1-1 15,0 0 3-15,0 2-4 0,1-1 3 0,-1-2-1 16,-1 2-4-16,1 0 3 0,1-2-5 15,-1 2 4-15,-2-1-2 0,1 1-2 16,0 2 1-16,-5 1 5 0,3-1-6 0,-2 1-2 16,2-1 1-16,0 1 2 15,2 0 0-15,-1 0-1 0,0 1 2 0,0-1 1 16,3-1 1-16,-1-1-8 0,3 2 2 16,-3 1 3-16,3-3-4 0,0 5 6 0,1-5-4 15,-1 2-1-15,0-2 2 0,-1 3-1 16,3-1-1-16,-1 1 4 0,-4 1-1 15,3-2 0-15,1 2 0 0,-1-2 1 0,2 1 0 16,-3 2-2-16,5-1 0 0,-5 0 0 16,4 0 1-16,-1 0-1 0,3 2-1 0,-3-4 3 15,3 2-3-15,-2 0 2 0,5-1-4 16,-3 0 4-16,2 1-1 0,2 0-1 0,-1-1 3 16,-2 1-4-16,3 0 4 0,0-1-3 15,-1 4 6-15,3-3-3 0,-2 0 0 16,0 2 0-16,2-1-1 0,0 1-1 15,-2 1 6-15,4-1 7 0,-2 3 1 16,0 0-2-16,0 2-1 0,2-2 0 0,-2 2-3 16,2-2 5-16,1 2-2 0,-1-1 0 15,0-1 3-15,3 1-3 0,-2 1 2 0,1-3 1 16,0 3 1-16,1 3 3 0,3-3-3 16,-2-2 3-16,0 0-1 0,1 0 0 0,1 3 7 15,0-3 0-15,1 3 4 16,0-2 5-16,2 1 6 0,-2-2-3 0,2 1 10 15,1-1 9-15,-1-1-3 0,0 0 4 0,3 2-6 16,-1-3 0-16,-1 2 0 16,-1-2 0-16,2 1-7 0,1-3 5 0,-1 1-1 15,-1 3 0-15,1-8-7 0,-1 7 0 16,2-3-1-16,-3 1-2 0,5-2 4 0,-3-1 2 16,3 1 1-16,-3-2-2 0,2-3-1 15,0 5-3-15,5-4-3 0,-4 1-3 0,2-3-2 16,-2 0-8-16,4 4-5 0,-1-2 2 15,-4 0 0-15,4 0-2 0,-4-1 1 16,3 1-2-16,1 3-2 0,-4-5-2 0,3 3-1 16,0 0 0-16,-2-6 3 15,-2 3-4-15,6 2 5 0,-5-3 0 0,2-2 1 16,1 2 1-16,0-1-3 0,0-1 1 16,0-1-2-16,0 0 1 0,-2 1-5 0,-2-1 0 15,-1-1-2-15,1 1 2 0,-1 0-1 16,-1 1 2-16,1 1-2 0,-2-3-1 0,-1 1 1 15,1 2 0-15,1-3 4 0,-1 1-2 16,2 0 11-16,5 1 8 0,1-1 1 16,2-2-2-16,5 2 1 0,16-2-5 0,2 0 3 15,3 1 1-15,5-2 0 16,-2 1 0-16,2 3-4 0,-1-5-1 0,-1 4-3 16,-2-2 0-16,-3 2-6 0,0-1 2 15,-1 1-2-15,-4 0-1 0,1-2 0 0,-7 0 0 16,-4 0 1-16,1 0 0 0,7 0-4 15,2-4-1-15,-8 3-1 0,4-4 1 0,3 3-1 16,-7-2-1-16,-1 3-1 0,-5-3 0 16,3 3 0-16,-2-1-1 0,0 0 1 15,0 0 0-15,-2 1-3 0,2-1 2 0,-4 2 1 16,0 0-3-16,3-2 3 0,1 0-3 16,0 1 2-16,-1-3 0 0,1 3 1 0,11-3-2 15,2-1 1-15,2-2 0 0,0 2 0 16,11-7-1-16,3 2 0 0,-11 3 4 15,1 0-4-15,14-3 4 0,-17 3-2 16,11-6-4-16,-15 5 1 0,6 0 3 0,-6-2 1 16,-1 1 0-16,-4-3-5 0,3 0 2 15,-2 1-4-15,-5-1 5 0,0 1-1 16,-1-1-2-16,-4 4 2 0,1-7 1 0,-5 5 3 16,4-5-5-16,-4 3-2 0,-6 1 5 15,1 1-2-15,0-2 2 0,-2 0-2 0,-1 0 4 16,1 2-1-16,-3 0 0 0,0-2-1 15,-1 3 0-15,0-3 1 0,-3-1-2 0,0 1 3 16,2-1-2-16,-4-3 6 16,-1 2-3-16,2-1 1 0,-5-2-1 0,3 3-1 15,-2-2 5-15,0 0-4 0,1 3 2 16,-2-1 1-16,-1-1 8 0,-1-1 2 16,-2-1 7-16,1 0 1 0,0 0 4 0,0-3 7 15,-1 0 1-15,-3-1 0 0,1 0-1 16,-8-8-5-16,2 0-2 0,0 0-6 0,-1 0-1 15,-1 0-1-15,-1-2-4 0,3 2-3 16,-1 2-3-16,1 5 2 0,2 5-4 0,0-2 0 16,-1-1 2-16,0 4-3 0,1-1 5 15,-3 0 3-15,1-1 2 0,-5-5-4 16,3 5-3-16,1 2 4 0,-8-6 2 16,6 3-2-16,1 4-7 0,-6-7-2 15,0 3 2-15,-2 0-6 0,6 2 6 0,-2 2-3 16,2 2-4-16,-1 1-1 0,-1 0 3 15,0 1-18-15,0-1 5 0,-2 2 4 0,2 0-6 16,-2 1 3-16,-2-1 1 0,1 2-1 16,2-1-1-16,-3 2 2 0,0-1-2 0,-3 1 11 15,2 0-9-15,-1 0 1 0,0 2 2 16,2-2-4-16,-1 2 3 0,-1-2 6 0,-2 2-9 16,1 0 2-16,2 0 2 0,-3 0 2 15,0 1-3-15,0 1-1 0,1-1 2 16,-2 1-3-16,-1 2 1 0,-12-3 0 15,5 1 2-15,-4 1 0 0,-2-2-1 16,1 3 1-16,-2-4 4 0,1 1-9 0,1-1 8 0,-2 0-1 16,-1 0 1-16,2 1-5 15,0 2-1-15,0-2 9 0,6 4-11 0,4 0 4 16,-1 0-3-16,-10 0 4 0,3 3-6 16,-1 2 7-16,0 0-1 0,3-1-4 0,0 2 9 15,7 0-9-15,6-3 0 0,1 2-19 16,4-1-18-16,-1-1-12 0,4 1-17 0,1-2-22 15,1 2-24-15,2-2-15 0,3 0-33 16,1-1-46-16,7-1-44 0,-15 4-43 16,15-4-67-16,-12 0-109 0,12 0-182 0,-9-5 52 15,3-1-363-15,-1 0-445 0</inkml:trace>
  <inkml:trace contextRef="#ctx0" brushRef="#br0" timeOffset="156206.18">24181 4867 2432 0,'0'0'-136'0,"-8"-6"16"0,2 2 29 0,6 4 10 0,-9-7 22 0,4 2 29 0,-2 1 20 0,7 4 21 15,-9-7 10-15,3 1 8 0,3 2 6 16,-1-2 5-16,-3-1-2 0,4 2 4 0,-5-2 2 15,3 0-4-15,-3 0-2 0,-2 0-7 16,-3 0-1-16,-1 2-3 0,0-3-3 0,-4 3-3 16,0-2 2-16,-5 2-5 15,-1 0-2-15,-1 0-2 0,3-1 1 0,-1 1 1 16,-2 2 7-16,0-1 3 0,1-1 4 16,-1 2 1-16,0 1 2 0,2-1-6 0,-2 1-4 15,3 0-2-15,-1 4-3 0,0-2-1 16,-4 2 0-16,0 1-1 0,2 2-4 15,2-1 2-15,-2 1-2 0,0 2-4 0,2 0 0 16,0 1 0-16,4 1 1 0,-2-1-2 16,2 2 0-16,2 1-1 0,-3-3 1 0,4 3 1 15,-4-1 1-15,5 2-3 16,-2-2 0-16,0 3 3 0,0 1 0 0,2-2-1 16,-10 5 3-16,7-1 2 0,2-3 6 0,-5 4 2 15,-3-1 3-15,3 4-3 0,5-5 2 0,0 0 0 16,3-1-5-16,-1 1 2 15,-1 1-4-15,2 1 1 0,1-1 6 0,-1-1 2 16,1 3 0-16,0-1-1 0,0 1 2 16,-3 7-7-16,-3-4 5 0,5 0-2 15,-2 1 1-15,0 1 4 0,0 4-2 0,-1-5 11 16,3-1-4-16,1-2 5 0,5-1-5 16,0 1-2-16,-4 0 3 0,4-2-1 0,0 5-5 15,-1-3 9-15,2 3-1 0,-2-2 0 16,3 2-3-16,-1-1-3 0,1-1 1 15,-2 1 3-15,4-1-3 0,-1 2-1 0,2-1 7 16,-2-1-8-16,2-2 1 0,2 1-9 16,0-2 4-16,0 1-2 0,2 1-2 15,2 3 4-15,0-2-3 0,-2-1 3 16,3 1-7-16,2 1-7 0,-4-1 10 0,5-1 0 16,1 3-4-16,-3-3-2 0,4 2 1 15,-1-1 0-15,3 9-1 0,3 0-5 0,-4 0 2 16,3 0 2-16,-3-2-1 0,1-5 0 15,-5-3-2-15,0 0-2 0,3 0-3 0,0-1-2 16,-3 1 0-16,2-1 1 0,3-3 0 16,-2 1 14-16,1-1 1 0,1-1 0 0,3-1 3 15,-2-1 1-15,2 0 1 16,3-1-5-16,0-3 4 0,3 3-5 0,1-3-4 16,-4 0 5-16,5 1-7 0,8 2 0 15,-4-4 0-15,-4-3-1 0,2 3-2 0,-1-2-1 16,11 2 0-16,-7-3 3 0,-2-1-6 15,-1-1 7-15,4 1-5 0,-4-1 0 16,0-2 1-16,0 0 9 0,1 0 8 0,0-2-1 16,3-1-2-16,-2 0 2 0,9-3-4 15,-8 3-1-15,8-2-2 0,1-2-2 0,-4 1-1 16,1-2-1-16,-7 1-2 16,0 2 3-16,3-5 2 0,2 2 9 0,-1-4 5 15,-1 0 3-15,-1 1 1 0,-2-4 6 16,-3-1 9-16,1-2 0 0,0 2-1 0,-4-3-3 15,-1-4-4-15,1-2-2 0,3-1-2 16,-3 0-7-16,-3-1-2 0,5 0 0 0,-3 1 2 16,-4 1-2-16,2-1-1 0,-1 2-3 15,-2-2-3-15,2 1 3 0,1 0 1 0,-6 0 1 16,4 0-1-16,-1-2-5 0,1 0-2 16,-2-4 0-16,0-2-7 0,1-2 0 15,3-8 2-15,-4-3-4 0,0-1-1 16,1-3-4-16,-5 0 0 0,1-2-2 0,-2-1 1 15,-3 1-1-15,-1 7-2 0,-3 2 1 16,-2 2-3-16,-7 0-1 0,1 0 1 16,-3 2-3-16,-6-7 1 0,-6 4-2 0,-6 1 2 15,-1 0-1-15,-8 2-2 0,-3 3-3 16,-6 2 3-16,-5 1 0 0,-3 3 1 0,1 4-2 16,1 4-20-16,4 3-26 0,6 7-33 15,3 2-48-15,4 3-64 0,5 2-77 0,8 3-67 16,4 2-98-16,3 0-261 0,3 2 66 15,11-2 76-15,0 0-255 0,-17-2-303 0</inkml:trace>
  <inkml:trace contextRef="#ctx0" brushRef="#br0" timeOffset="157274.28">25105 2774 2160 0,'2'-5'-49'0,"-2"5"20"0,4-12 19 0,-1 5 14 16,1 0 14-16,-1 1 21 0,-1-1 18 0,-1 0 17 15,3 0 13-15,0-3 5 0,-4 10 12 16,5-9-4-16,-5 4-8 0,0 5-9 0,8-7-11 15,-8 7-9-15,0 0 1 0,0 0 2 16,0 0 1-16,25 17-3 0,-20-5-1 16,4 7 1-16,-6 1-2 0,5 4-17 15,-5 9 9-15,5 1 5 0,-2-2-8 0,0 6-5 16,1-2-13-16,1 1 24 0,-3-1 0 16,3-4-3-16,-4 1-4 0,0-5 4 15,-2-6-6-15,-1-4 0 0,-1-1-3 0,0-2-4 16,-1-1-2-16,-3 1 2 0,-2-2-4 15,-2 1 8-15,-1-4-7 0,0 0-2 0,-5-1-5 16,1 0 0-16,-5-3-5 0,2 0 1 16,-2-5-8-16,1 1-2 0,2-4-9 15,-4-1-39-15,2-6-64 0,-3-1-64 16,6-5-70-16,-2-12-102 0,7-4-137 0,5 6-138 16,6-12 66-16,3-3-169 0,11-13-203 15</inkml:trace>
  <inkml:trace contextRef="#ctx0" brushRef="#br0" timeOffset="157472.46">25257 2294 1881 0,'-9'-12'15'0,"6"6"19"16,-2 0 25-16,3 1 10 0,2 5 6 15,-5-9 4-15,3 2-7 0,2 7-6 16,-4-7-9-16,4 7-9 0,-4-5-12 15,4 5-33-15,0 0-40 0,0 0-47 0,0 0-77 16,0 0-120-16,0 0-376 0,0 0-153 16</inkml:trace>
  <inkml:trace contextRef="#ctx0" brushRef="#br0" timeOffset="157740.63">25921 2701 1884 0,'-11'0'107'0,"-1"-4"31"16,12 4 17-16,-13-5 7 0,13 5 33 0,-9-7 1 15,9 7-6-15,-1-10-11 0,1 10-14 16,6-11-19-16,3 3-17 0,4-2-10 15,7 3-13-15,3-1-15 0,9-2-48 0,2 2-69 16,2 2-75-16,4 1-79 0,-3 1-109 16,-5 2-139-16,-8 2-162 0,-4 0 59 0,-6 4-102 15,-3-3-130-15</inkml:trace>
  <inkml:trace contextRef="#ctx0" brushRef="#br0" timeOffset="157906.51">25776 2859 1960 0,'-8'3'131'0,"3"-2"8"0,5-1-5 0,0 0-2 16,0 0-2-16,0 0-3 0,0 0-14 15,22-14-15-15,-8 9-7 0,2 0-15 0,8 0-26 16,6-5-65-16,4 3-84 16,0 0-110-16,2-2-231 0,0 3-95 0,-10 2-106 15,-2-1-137-15</inkml:trace>
  <inkml:trace contextRef="#ctx0" brushRef="#br0" timeOffset="158822.44">26710 3171 1874 0,'2'6'80'0,"-2"-6"20"0,9 3 4 0,-9-3 0 0,0 0 7 0,0 0 10 0,25-9 1 16,-14 5 7-16,1-1-7 0,1-2 1 16,4-2-14-16,0-1-5 0,1-2-26 15,-4-2-1-15,8-7-3 0,-3-1-3 16,-2-3-5-16,-4-5-13 0,-1-5 2 0,-5-5-8 16,1-12-18-16,-2-3-2 0,-2-3 3 15,-4 2-6-15,1 10-6 0,-2 1-3 0,-1 5-3 16,2 10-4-16,-2 5 8 0,2 7 0 15,-2 2-11-15,0 4-13 0,0 4 5 0,-1 4-7 16,3 4 24-16,0 0 9 16,-22 17-1-16,15 0 30 0,-1 7 7 0,-2 5 3 15,5 4-6-15,-1 2 1 0,6-6-5 16,6 4-5-16,-1 4-2 0,6-4-3 0,1 1 4 16,1-3-10-16,5-2-30 0,-3-4-43 15,0-3-63-15,-2-3-81 0,1-4-95 16,1-5-153-16,-6-6-200 0,1-2 53 0,1-2-204 15,-11 0-270-15</inkml:trace>
  <inkml:trace contextRef="#ctx0" brushRef="#br0" timeOffset="158989.9">27121 2288 2075 0,'-6'-20'27'0,"3"7"29"15,-5-1 27-15,5 3 14 0,-3 1 11 0,0 2 8 16,2-1 6-16,-2 4-9 0,4-2-11 15,2 7-16-15,-5-9-11 0,5 9-27 0,0 0-45 16,0 0-82-16,2 21-127 0,7-7-261 16,5 1-67-16,10 8-87 0,4-2-119 15</inkml:trace>
  <inkml:trace contextRef="#ctx0" brushRef="#br0" timeOffset="159656.07">28135 2261 2035 0,'-2'-6'219'15,"2"6"-30"-15,0 0-26 0,0 0-10 16,0 0 5-16,-12 25 5 0,9 0 10 0,-1 12 6 16,2 6-12-16,4 13-9 0,0 6-10 15,2-2-15-15,2-2-7 0,5-2-14 0,-2 2-7 16,3-5-13-16,-1-5-7 0,2 0-4 15,-6-13-9-15,0 0-9 0,-1-12-25 0,-3-1-4 16,-1-5-19-16,2-3-12 0,-4-6-1 16,0-1-28-16,0-7-26 0,-6 7-15 15,6-7-3-15,0 0 7 0,-23-15 3 0,10 1-9 16,-12-5 3-16,2-5 7 16,-1-2 10-16,-1 1 1 0,-1 2 6 0,-1 2 12 15,0 3 18-15,-2 2 32 0,8 7 15 16,5-3 16-16,0 7 6 0,5-2 5 0,2 2-3 15,-4 2 4-15,8-2 1 0,5 5-4 16,-7-5-1-16,7 5 11 0,0 0-1 0,25-7-6 16,5 5-7-16,17-1-7 0,18-1-7 15,6 1-3-15,-1-4-8 0,2-1-15 16,-2-1-13-16,-10-1-10 0,0-2-12 16,-17 1-2-16,-5 3-3 0,-3-2 8 15,-11 5-10-15,-5 1 0 0,-8 4 0 0,2 0 2 16,-13 0 3-16,5 7 4 0,-5-7 9 15,-5 17 18-15,-1-5 8 0,-1 3 8 0,0 3 2 16,2-2 10-16,1 0-2 0,2 3 1 16,4-2-2-16,3 4 3 0,3-3-4 0,8 7 0 15,2-6-4-15,7 3 1 0,2-5-6 16,5-3-2-16,-1-4 0 0,-5-3 1 16,-1-2-4-16,-6-3 4 0,0-2-5 0,-1-2 1 15,-4-3-4-15,0-5-1 0,-4 1-1 16,-3-3-1-16,-5-5-2 0,0-5-7 0,-6-3-1 15,-5-12-2-15,-7-8-3 0,-2-1-6 16,-4 0-12-16,1 3-9 0,-1 7-25 16,2 4-24-16,-3 9-14 0,0 4-37 15,7 7-28-15,-2 5-37 0,3 3-54 0,3 4-82 16,1 2-125-16,11-2-205 0,-15 7 57 16,15-7-240-16,0 8-327 0</inkml:trace>
  <inkml:trace contextRef="#ctx0" brushRef="#br0" timeOffset="159990.17">29307 2730 2632 0,'0'0'198'0,"0"0"44"0,0 0 22 0,0 0 3 0,0 0 3 0,0 0-2 15,0 0-13-15,0 0-20 0,0 0-23 16,0 0-28-16,0 0-14 0,0 0-19 0,0 0-8 15,0 0 0-15,0 0-3 0,0 0-12 16,26 1-11-16,-19 1-7 0,2 3 6 0,0-3 12 16,-9-2-24-16,24 3-6 0,-12-5-7 15,8 1-11-15,-3-1-10 0,7-3-7 16,0 0-10-16,-1 0-7 0,-2-2 2 16,-3 1-4-16,2 2-4 0,-5-1 0 15,0 1-9-15,-4 1-8 0,1-2-1 0,-12 5-11 16,17-2-6-16,-17 2-38 0,18 0-62 15,-18 0-59-15,16 5-76 0,-6-2-83 0,3 4-101 16,-4-3-135-16,2 4-279 0,-8-3 78 16,1 2 75-16,-4-7-414 0,-7 15-559 0</inkml:trace>
  <inkml:trace contextRef="#ctx0" brushRef="#br0" timeOffset="160955.2">26168 3471 3050 0,'-43'-3'-129'0,"-1"2"21"0,-2 1 13 0,4 0 15 0,10 1 12 0,7 2 23 0,8-3 35 0,8 2 34 16,9-2 23-16,0 0 9 0,43 10-5 16,25-5-5-16,45-2-4 0,27 4-2 15,21 0-7-15,19-4-9 0,60 3-16 0,0-2-24 16,2-1-16-16,-53-3-8 0,47-3-15 15,-61-1-16-15,-4-4-15 0,-13 2-10 0,-11-6-12 16,-16-1-12-16,-10 1-10 0,-37 4-5 16,-14-2 14-16,-13 1 11 0,-18 3 17 0,-15-4 10 15,-10 3 9-15,-9 3 0 16,-6-4 7-16,1 8 9 0,-29-12 7 16,-7 1 0-16,-20 0 3 0,-6-1 2 0,-15 4 7 15,-6-1 6-15,-28 2 2 0,-5 4-1 16,-5 1 8-16,-6 6-2 0,-14-1 4 0,-17 5 4 15,-16-2 12-15,-68 2 11 0,-2 3 18 16,4-3 13-16,60 2 14 0,6-5 17 0,22 1 1 16,33 0-12-16,49 2 14 15,35-1 3-15,28-1-7 0,20 2-6 0,40 4-8 16,51 2-1-16,30 1-7 0,26-2-5 16,56 8-5-16,-36-8-3 0,53 3 2 15,-3-7-6-15,-55-3-3 0,-8-2-4 0,-3-3-7 16,-17-2-23-16,-15-4-40 0,-19-4-40 15,-32 0-66-15,-11-3-80 0,-15-1-203 0,-20-1 52 16</inkml:trace>
  <inkml:trace contextRef="#ctx0" brushRef="#br0" timeOffset="162739.52">24513 985 1219 0,'2'-13'11'0,"0"5"24"0,-2 0 19 0,0 8 18 0,1-15 15 0,-1 9 2 0,0 6-5 15,0-9-13-15,0 9-11 0,0 0-4 16,0 0 10-16,-26 26-2 0,-5 6 7 0,-1 2-1 16,-2 6-1-16,-3 1-7 0,2-4-4 15,-1 4-8-15,8-9-3 0,5-6-3 16,2-3-4-16,6 0 0 0,2-8-9 0,1-5 10 16,6 1 18-16,1-5 28 15,3-1 22-15,2-5-28 0,0 0-9 0,0 0-11 16,0 0-1-16,0 0-12 0,11-39-4 15,-3 19-5-15,9-14-1 0,0 5-6 16,4-14 4-16,4-3-11 0,1-3-3 0,1 3-3 16,2 0-1-16,-4 5-5 0,-9 12-4 15,2 5-7-15,-5 7-6 0,-3 0-3 0,-1 9 2 16,2 4 8-16,1 3-2 0,1 4 2 16,9 5-5-16,6 5 8 0,5 8-2 15,8 5 2-15,2 3-3 0,-2 6 4 0,3 0 4 16,0 1-9-16,-2-1 6 15,-2-2-2-15,-4-2 3 0,-7-8-6 0,-7-3 2 16,-3-3-3-16,-1-3 3 0,-9-5 1 16,0 1 20-16,-5-5 28 0,1-2-6 15,-5-3-12-15,0 0 5 0,0 0-10 0,0 0-8 16,-35-12 0-16,0 1-3 0,-4-1 1 16,-17-5-3-16,3 5-4 0,-5-2 2 15,4-1-2-15,0 5-9 0,13 3 3 0,-2 0-3 16,15 4 2-16,5-1-11 0,2 4-8 15,7-2-3-15,0 2-25 0,0 0-38 0,14 0-37 16,-19 2-43-16,19-2-69 0,-8 7-102 16,4-3-216-16,4-4-7 15,0 0-85-15,0 0-134 0</inkml:trace>
  <inkml:trace contextRef="#ctx0" brushRef="#br0" timeOffset="163038.7">25137 812 1967 0,'14'-11'119'0,"-5"0"-4"0,1 4-7 0,-7 2-18 0,6 3-11 15,-9 2 4-15,0 0 27 0,15 16 17 0,-10-2 20 16,-1 2 13-16,-2 8 9 16,-2 3-7-16,0-2-11 0,-4 12 5 0,0 0-7 15,2-1 0-15,-3 0-6 0,-1 0-10 16,3-3-5-16,1-4-10 0,-1-6-7 15,8 1-7-15,2 10-9 0,2-1-5 0,7-2-11 16,1-1-8-16,2-3-2 0,6-1-9 16,-1-4-23-16,3-1-47 0,-1-6-44 0,3-3-59 15,-2-4-44-15,-2-4-42 0,2-4-34 16,-2-4-39-16,9-2-42 0,-6-8-62 16,3-7-121-16,-4-4-109 0,-3-13 52 0,-3-5-90 15,-5-8-142-15</inkml:trace>
  <inkml:trace contextRef="#ctx0" brushRef="#br0" timeOffset="163205.35">25209 577 1947 0,'-16'-1'60'0,"5"-1"7"0,11 2 4 16,-16 0 8-16,16 0 0 0,0 0-2 16,0 0-7-16,0 0-5 0,0 0-10 0,0 0-1 15,0 0-6-15,43 0-6 0,-16 3-8 16,14 4-45-16,8 5-52 0,4 2-61 0,1-1-98 15,1-1-155-15,-6-1-287 0,-8-1-159 16</inkml:trace>
  <inkml:trace contextRef="#ctx0" brushRef="#br0" timeOffset="163571.18">25842 806 1794 0,'-2'6'1'16,"2"-6"9"-16,-3 9 3 0,-1-4 25 0,4-5 23 15,-7 14 23-15,1-8 15 0,1 1 6 16,2 0 9-16,1 2-5 0,0-1-6 16,2 3 2-16,4-1-5 0,-1 1-7 0,8-1-4 15,0-2-7-15,4 3-6 16,-2-2-1-16,3-4-9 0,3-2-1 16,-4-3-10-16,4-3-1 0,6 1-6 0,-2-3-4 15,0-5-4-15,-3 2-6 0,7-6-6 16,-8 3-1-16,-2-1 3 0,-5 4 35 0,-1 1-8 15,-2 1-13-15,2 2-12 0,-11 4 1 16,11-2-9-16,-11 2 16 0,5 12 5 16,-3-3 6-16,-2 5 16 0,0 5-5 0,0 2-5 15,0-3-4-15,-2 7 1 0,2 0-3 16,2 1-27-16,0 0 1 0,1-2-8 16,0-1 1-16,3 0 2 0,-1-3-28 0,1-3-55 15,-2-2-64-15,2-1-69 0,2-2-111 16,1-2-203-16,0-3-120 0,-1-3 70 0,2-2-148 15,-10-2-200-15</inkml:trace>
  <inkml:trace contextRef="#ctx0" brushRef="#br0" timeOffset="164405.13">26812 1076 2141 0,'-9'-5'86'0,"9"5"16"0,-16-1 12 0,16 1 22 0,0 0 20 0,0 0 10 0,0 0 1 0,-7-6-18 15,7 6-22-15,0 0-7 0,30-8-14 16,-6 3-18-16,12 0-3 0,3 0-9 16,4 1-17-16,0 4-1 0,0-3-14 0,0 1-52 15,0 0-49-15,-11 2-48 0,-1 0-64 16,-8 0-66-16,2 0-107 0,-3 0-233 16,-1-3 13-16,-3-1-94 0,2 3-151 15</inkml:trace>
  <inkml:trace contextRef="#ctx0" brushRef="#br0" timeOffset="164773.3">28278 793 1813 0,'0'0'74'0,"-6"-13"17"0,0 9 1 0,6 4-9 15,-11-8-5-15,11 8 4 0,-26 3 21 16,4 4 9-16,-10 8 41 0,-2 1-1 0,-4 6-12 15,0 6-1-15,3-1-1 16,9-3-7-16,3 4-16 0,2 1 1 16,6-2 4-16,3 4-9 0,6-5-14 0,6-1-5 15,2 0-10-15,7 5 0 0,5-1-5 16,5-3-12-16,2-3-5 0,-2-1-2 0,0-6-12 16,-2-5 2-16,-4-2-7 0,-1 0 2 15,1-2 34-15,-2-3 27 0,-4-2 10 16,-7-2 8-16,0 0-6 0,0 0-4 0,18-10-11 15,-18 3-15-15,0-5-10 0,-1 0-2 16,-3-3-13-16,-2 0-2 0,1-5-8 16,-3-1-11-16,0 3-24 0,3-1-45 15,-1 0-53-15,-1-1-75 0,3 2-88 16,4 3-96-16,4-4-119 0,7-12-214 0,10 4-30 16,9-8 79-16,6 2-234 0,8 2-344 15</inkml:trace>
  <inkml:trace contextRef="#ctx0" brushRef="#br0" timeOffset="165040.36">28557 594 2505 0,'-18'-4'-1'0,"1"-2"21"0,5 3 21 15,3 2 18-15,9 1 21 0,-16-4 18 16,16 4 2-16,0 0-6 0,0 0-1 16,0 0 4-16,0 0 30 0,36 22-12 0,1 1-12 15,9 4-8-15,2 6-6 16,-3 8-16-16,-3 1 1 0,-4 3-2 0,-5 3-12 15,-10 1 8-15,-10 3 1 0,-10-7 5 16,-3-2 9-16,-11 10-1 0,-2-1-6 16,-6-7-6-16,-2-2-1 0,-1-3-10 0,0-7-8 15,-4 1 3-15,4-7-10 0,2-3-1 16,-3-2-9-16,2-3-56 0,4-2-74 0,-1-3-99 16,6-2-116-16,-1-4-201 0,4 1-163 15,6-5 64-15,3-4-222 0,0 0-318 16</inkml:trace>
  <inkml:trace contextRef="#ctx0" brushRef="#br0" timeOffset="165238.74">29724 1313 2672 0,'-23'-8'249'0,"14"1"46"15,3 2 24-15,3-1 21 0,3 6-20 0,-4-11-30 16,4 4-30-16,0 7-30 0,7-17-34 15,1 10-29-15,8 0-74 0,4 0-87 16,5 3-112-16,3 4-99 0,19 4-111 0,-2 3-140 16,12 3-268-16,-12-2 48 15,3 6 81-15,-13-3-208 0,-12-3-289 0</inkml:trace>
  <inkml:trace contextRef="#ctx0" brushRef="#br0" timeOffset="165404.91">29733 1460 2461 0,'-16'5'139'15,"0"-3"51"-15,5 0 48 0,2 0 34 0,9-2 26 16,-14 0 10-16,14 0-18 0,0 0-26 16,0 0-43-16,0 0-73 0,0 0-100 15,0 0-111-15,0 0-92 0,48-14-114 0,-8 12-149 16,8 1-264-16,9-5 50 16,6 2 65-16,-2-2-144 0,0-1-205 0</inkml:trace>
  <inkml:trace contextRef="#ctx0" brushRef="#br0" timeOffset="165821.73">30660 1095 2232 0,'-4'-19'159'16,"3"2"54"-16,-3 4 31 0,2 2 2 0,0 3-24 15,0 1-34-15,2 7-23 0,0 0-20 16,0 0-8-16,0 0-11 0,-19 26-5 15,13-4-4-15,-4 15-6 0,3 2-9 16,3 5-8-16,-3 7-6 0,5-6-7 16,0-2-10-16,6 1-1 0,-2-2-8 0,3-3-5 15,1-2-3-15,-3-5-6 0,6-8-1 16,-4-5-2-16,3-4-2 0,1-1-4 16,3-4 0-16,3-3-6 0,0-4-3 0,2-3-4 15,4-1-2-15,13-8 0 0,-1-3-5 16,3-3-3-16,4-6 0 0,-5 4-1 0,-5 2-1 15,-3 1 0-15,-9 3 9 16,-4 5-7-16,-3 1-4 0,-1 1-8 16,-10 4 0-16,13 2 13 0,-13-2 17 0,8 11-6 15,-4-1 1-15,-1 3-4 0,2 3-1 16,-3 1 2-16,1 0-2 0,3 3-5 0,-2 1-3 16,1-4-35-16,-1-2-44 0,2 2-53 15,0-3-63-15,-1-2-62 0,3 0-51 16,-1-2-73-16,3-3-100 0,0-4-180 0,-3-3-10 15,-7 0-317-15,18-12-450 0</inkml:trace>
  <inkml:trace contextRef="#ctx0" brushRef="#br0" timeOffset="166121.19">31022 844 2791 0,'-43'-18'-35'0,"0"9"37"15,-4 8 42-15,-17 7 36 0,-4 10 42 16,2 9 3-16,-17 10 38 0,4 8 18 0,4 10-3 15,10 5 0-15,12 9-5 0,13 3 1 16,21-7-5-16,15 7-10 0,12 1-7 16,20 17-14-16,15-7-9 0,12-6-13 0,17-7-9 15,8-4-18-15,12-9-8 0,9-9-5 16,6-8-4-16,5-11-8 0,-5-7-9 0,-5-12-2 16,-20-7-2-16,-6-10-4 0,-5-9-4 15,-4-6-5-15,1-19-1 0,-9-6 4 16,-23-5 3-16,-16-8-4 0,-15-9-6 0,-21-25-2 15,-27 0-5-15,-25 1-7 16,-50-14-7-16,-20 17-5 0,-16 12-8 0,21 30-70 16,-63-6-133-16,-12 17-159 0,-2 12-270 15,40 10-164-15,-1 3 94 0,-1 2-436 16,2 1-606-16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4T03:40:09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6477 5777 2850 0,'-8'-6'414'0,"8"6"-98"0,-9-4-51 0,9 4-20 0,-6-4-20 0,6 4-19 0,0 0-19 0,0 0-10 16,0 0-9-16,-17-2-8 16,17 2-17-16,0 0-7 0,0 0-14 0,0 0-3 15,0 0 15-15,0 0-4 0,-11 9-13 16,11-9-9-16,0 0-2 0,2 14-16 0,-2-14-7 16,1 12-8-16,-1-2-6 0,2 0 8 15,0-1-18-15,2-1-11 0,0 2 8 0,1-1 17 16,2-1-8-16,0-2-1 0,0-1-6 15,6-4-6-15,3-1-1 0,3-3-10 0,12-7-3 16,3-4-2-16,11-6-1 0,0-9-7 16,0-2 0-16,3-6-8 0,-3 0-1 15,5-3-6-15,-3 3-1 0,-1-1 4 16,-4 7-8-16,-3 2 3 0,-11 7-3 16,-2 3-2-16,-4 5-1 0,-9 3 0 0,0 5-5 15,-2-2 0-15,-2 2 12 0,-2 0-6 16,2 3 19-16,-3 0-1 0,-6 3 1 0,14-4-4 15,-9 4 0-15,-5 0 1 0,11-3-4 16,-11 3 1-16,0 0-2 0,12 0-1 0,-12 0-8 16,0 0 0-16,0 0-5 0,0 0-40 15,13-2-72-15,-13 2-89 0,0 0-114 0,0 0-132 16,0 0-170-16,0 0-237 0,0 0 79 16,0 0 83-16,0 0-602 0,-25 17-750 0</inkml:trace>
  <inkml:trace contextRef="#ctx0" brushRef="#br0" timeOffset="382.32">6713 5966 3491 0,'-17'6'121'0,"5"2"52"0,0 0 18 15,-1-4 7-15,6 3 14 0,2-2 19 0,-1-2 24 0,6-3 9 0,-7 8 10 16,7-8 0-16,0 0 5 16,0 0-15-16,0 0-21 0,0 0-27 0,54-24-22 15,-8-1-22-15,8-2-17 0,2-4-17 16,3 1-16-16,-3-1-9 0,-3 2-16 0,-6-1-7 16,-8 5-8-16,-8 4-7 0,-3 5-10 15,-9 3-6-15,-2 4-8 0,-4 0-2 16,-1 3-6-16,-4 1-43 0,1-1 0 0,-2 2 0 15,-2 0 0-15,2 0 0 0,-7 4 0 16,8-5 0-16,-8 5 0 0,5-3 0 0,-5 3 0 16,0 0 0-16,9-4 0 15,-9 4 0-15,0 0 0 0,0 0 0 0,0 0 0 16,0 0 0-16,0 0-36 0,0 0-246 16,9-1-100-16,-9 1-106 0,0 0-124 0,0 0-186 15,0 0-13-15,0 0 94 0,0 0-666 16,0 0-835-16</inkml:trace>
  <inkml:trace contextRef="#ctx0" brushRef="#br0" timeOffset="2248.16">9799 5816 3582 0,'-4'9'-64'0,"0"-3"63"0,2 1 59 0,-4 0 48 0,4 0 48 16,2-7 32-16,-4 14 26 0,4-9 18 0,0-5 17 15,0 0 5-15,4 10 18 0,-4-10 4 16,20 2 7-16,-7-4-6 0,4-1-7 0,4-4-11 16,14-5-15-16,-5-2-21 0,6 0-15 15,-2-1-22-15,2-2-19 0,7-3-17 0,-9 4-18 16,0 3-13-16,-2-3-14 15,-5 3-15-15,-4 3-88 0,-6 3 0 0,-3 2 0 16,-5 1 0-16,2-2 0 0,-4 2 0 16,2-1 0-16,-2 3 0 0,1-2-24 0,-5-2-172 15,-3 6-48-15,11-5-51 0,-8 0-75 16,-3 5-82-16,4-7-92 0,-4 7-101 16,0 0-125-16,0 0 62 0,0 0-633 0,0 0-797 15</inkml:trace>
  <inkml:trace contextRef="#ctx0" brushRef="#br0" timeOffset="2482.4">9978 6100 4128 0,'-8'8'222'16,"4"-3"17"-16,4-5 32 0,0 0 34 0,0 0 34 16,0 0 19-16,0 0 19 0,32-14 7 15,-7-1-20-15,2-2-35 0,4 3-35 16,1-3-20-16,2 2-29 0,-2-2-183 15,-3 4-62-15,-4 2 0 0,-6 1 0 0,-6 3 0 16,-1 2 0-16,-2 0 0 0,-3 1 0 16,-2 4 0-16,-5 0 0 0,13-4 0 0,-13 4 0 15,0 0-331-15,0 0-217 0,0 0-137 16,0 0-202-16,-11 21 66 0,4-12 94 0,1 0-699 16,-5 2-876-16</inkml:trace>
  <inkml:trace contextRef="#ctx0" brushRef="#br0" timeOffset="14096.07">15501 3116 2011 0,'2'-18'147'0,"-1"2"-23"0,3 3 0 0,-2 3-2 0,2 1-6 0,-4 1-9 15,3-3 4-15,-3 3 8 0,2 1 27 0,-2 3 7 16,0 4 1-16,0-13 2 0,0 8-5 16,0 5-10-16,-2-9-11 0,2 9-10 15,0-8-16-15,0 8-10 0,0 0-14 0,-1-7-10 16,1 7-5-16,0 0-5 0,0 0 3 0,0 0 2 16,0 0-3-16,-6 32-4 0,6-11-2 15,2 4-3-15,0 14-4 0,-2 1-4 16,3 2-2-16,-1 2-4 0,0 1-3 15,2 3 1-15,0 8-5 0,-4 0-6 16,0-7-1-16,0 7-3 0,0-9-2 0,-1 7-1 16,-2-6 2-16,-3 5-4 0,3 1 0 15,-1 2 0-15,0 1-2 0,0 0 1 0,1-1-4 16,-2 1 4-16,3 5 34 0,0 1 24 16,2 5 5-16,0 0 1 0,0 2-4 0,-1-2-7 15,1 3 14-15,0-4-11 16,-6 0-5-16,6-2 7 0,0 0 0 0,0 0 25 15,-2 2 1-15,0-7-2 0,0 0-7 0,2-1-8 16,0-1-5-16,0-10-7 0,0 10-4 16,-1-2-7-16,-1-8-8 0,-2 9 6 15,4-10-10-15,-2-3-5 0,-1 14 5 0,-8 0-12 16,2 0 21-16,-3 2-4 0,-3 1-23 16,-2-1 5-16,-2 3-4 0,-6-1 4 15,4 0-7-15,-1-2-5 0,1 1 2 0,-1-2-3 16,4 0-2-16,2 2-6 0,3-3 1 15,1-2-3-15,7-1-3 0,-1-3 5 0,4-7-7 16,2-3-1-16,2 5 5 0,-2-5-4 16,2 6-3-16,2-1 3 0,-4-2-1 0,2 1 2 15,-4-3 8-15,0 4-5 16,-2 6-5-16,-1-1 1 0,-2-9-1 0,4 0 3 16,-5-2-5-16,6 0 2 0,-5 0 8 15,3-2-6-15,1 5-4 0,-2-5 2 0,1 0-4 16,1 1 0-16,-1-3 1 0,0 4-11 15,0-4 8-15,1 2 8 0,-6 0-1 0,6 1-5 16,-5 1-3-16,5 0 3 0,-5-1 6 16,2 1-7-16,0-1 3 0,1-1 2 0,-1-3-2 15,1 3-5-15,1-3 3 0,-1 0 5 16,3 0-4-16,2-4 0 0,2-5-2 0,0 9-3 16,3 0 6-16,-2-2-4 15,5 0-3-15,-4 0 9 0,3 3-1 0,1-2-13 16,1 2 15-16,-1-4-9 0,-3 4 11 15,2 1-7-15,0-1 4 0,-5 3-8 0,4-1 2 16,-3-1 4-16,1 0 0 0,4 1-4 16,-6 1 17-16,2-5-1 0,1 1-2 0,-1 0-2 15,2 0 1-15,2 0-1 0,-1 0 1 16,1-1-3-16,1-2 0 0,-1 2-1 0,3 3 1 16,-3-2-4-16,-1 2-2 0,5-1 1 15,-4 4 2-15,-3-3 1 0,5-1-8 0,-6 2 4 16,3-1-3-16,-7 1 2 15,10-2 1-15,-5 4 0 0,0-3 0 0,0-1-5 16,-1 0-1-16,2 1 2 0,-1 0 7 16,1-2-3-16,-2 1-3 0,2 0 2 0,-1-1-3 15,5 2 3-15,-5-2 0 0,2-1-3 16,-4 3-1-16,3-2 2 0,-1 2 1 0,-3-3-6 16,4 6 5-16,-2 3 0 0,0-3 0 15,0 2 0-15,0-1-1 0,-3-1-4 0,-1 1 4 16,2-3 3-16,0 3-6 0,4-3-2 15,-5 4 5-15,3-3-2 0,3 0 3 0,-4 0 0 16,5 3-2-16,-5 0-5 0,1 1 7 16,3 0-1-16,-4 8 1 0,3 1-5 15,-6-5 4-15,3 9-1 0,-1 4 0 16,2-7 0-16,2 6-2 0,-5-3 1 0,3 1 1 16,3-2 2-16,-6 0-7 0,5-4 4 15,0 2 0-15,-1-3 3 0,2-7-1 0,-4-1-2 16,5 13 2-16,-5-13-1 0,5-1-2 15,-5 1 1-15,2 1 5 0,2 9-5 0,-1 1 2 16,-1-2 0-16,-1 2 2 0,0-8-2 16,1 1 1-16,-2 5-2 0,1-7 1 0,0 0 0 15,-1-2-1-15,3 10-1 0,-4-10 2 16,-1 1-1-16,1-1 1 0,0 0 0 0,1 2-3 16,-1-1 2-16,2 1 1 0,-3-1 2 15,-1 2 0-15,2 9-2 0,0-6 0 0,2 6-2 16,-1 7 3-16,-1-4 1 15,0 2 0-15,0 0 1 0,2 0 7 0,-6 0 2 16,2-2-4-16,0 2 1 0,0 2-2 16,-2 0-7-16,0-1 0 0,-2 0 0 0,1-1 0 15,-1-2 0-15,2 3 0 0,-3-3 0 16,-2 1 0-16,3-4 0 0,3-9 0 0,-3 0 0 16,0-1 0-16,2 1 0 0,-3-1 0 15,-1 7 0-15,2 2 0 0,0-11 0 0,-2 1 0 16,3 9 0-16,-5-1 0 0,-2 0 0 15,5-1 0-15,-5-1 0 0,-1 2 0 16,3 0 0-16,-3-3 0 0,2 0 0 0,0 2 0 16,2-9 0-16,1 9 0 0,1-8 0 15,-1 0 0-15,0 10 0 0,2-13 0 16,2 2 0-16,1-2 0 0,1 1 0 0,-2-2 0 16,0 1 0-16,-2 1 0 0,0-2 0 15,3-1 0-15,-6-2 0 0,3 0 0 0,3 0 0 16,-5-2 0-16,2 3 0 0,-1-5 0 15,3-3 0-15,-4 5 0 0,2-5 0 0,0-4 0 16,0 0 0-16,3 9 0 0,-1-4 0 16,0-3 0-16,0-1 0 0,0 0 0 0,2 1 0 15,-2-1 0-15,0 10 0 0,4-6 0 16,-4-4 0-16,2 0 0 0,0 1 0 16,0 12 0-16,2 0 0 0,0-3 0 0,0 1 0 15,0 3 0-15,2-3 0 0,-3 2-18 16,-1-2-4-16,2-8 1 0,0 6 2 0,2 0 3 15,-2 1 16-15,0-1-2 0,0-6 4 16,4 6-1-16,-1 2 8 0,-1 1 2 0,2 1 5 16,-3-1 4-16,4 1 6 0,-4 2-13 15,1 0-13-15,0-2 0 0,0 2 0 0,-3-2 0 16,-1-8 0-16,2 5 0 0,-2-9 0 16,2-3 0-16,-2-7 0 0,0-2 0 15,0-3 0-15,0 0 0 0,0-1 0 16,0-3 0-16,0 0 0 0,0-1 0 0,0-1 0 15,0-6-52-15,-2 8-102 0,2-8-28 16,0 8-35-16,0-8-41 0,0 0-60 16,-9 4-73-16,9-4-64 0,0 0-101 0,0 0-159 15,-21-18-48-15,13 7 78 0,-1-1-487 16,3-7-637-16</inkml:trace>
  <inkml:trace contextRef="#ctx0" brushRef="#br0" timeOffset="26859.86">16583 2247 2688 0,'-8'9'438'0,"8"-9"-77"0,0 0-28 0,-13 3-13 0,13-3-20 15,-10 4-5-15,10-4-5 0,-9 2 6 16,9-2 8-16,0 0 5 0,-16 2 0 16,16-2-4-16,0 0-3 0,0 0-3 0,0 0-29 15,0 0-20-15,-11-11-25 0,11 2-23 16,0 1-107-16,4-1-95 0,-2-6 0 15,1 3 0-15,4-2 0 0,-2 2 0 0,5-1 0 16,-1 1 0-16,-1 1 0 0,3 1 0 16,2 2 0-16,6-1 0 0,-5 5 0 15,5 0 0-15,0 7 0 0,2-2 0 0,2 7 0 16,3 5 0-16,1 8 0 0,-5-1 0 16,-6 6 0-16,-4 0 0 0,-6-1 0 0,-8-1 0 15,-7 10 0-15,-5 11 0 0,-8-2 0 16,-3-3 0-16,-5 1 0 0,-2-7 0 0,10-6 0 15,0-5 0-15,5-2 0 16,4-7 0-16,4-3 0 0,-2-1 0 0,4-4 0 16,3 1 0-16,1-3 0 0,3-4 0 15,-6 6 0-15,6-6 0 0,0 0 0 0,0 0 0 16,0 0 0-16,24 6 0 0,-5-6 0 16,3 5 0-16,5-4 0 0,12 5 0 0,3-1 0 15,-1-2 0-15,-5 4 0 0,-10-3 0 16,-1 4 0-16,-3-4 0 0,-4 1 0 15,-1 0 0-15,-5-2 0 0,-1 1 0 0,1-1 0 16,-5-2 0-16,-7-1 0 0,15 6 0 16,-15-6 0-16,14 2 0 0,-14-2 0 0,7 0 0 15,-7 0 0-15,0 0 0 0,9-8 0 16,-9 8 0-16,7-4-970 0,-7 4 0 16,4-7 87-16,-4 7-943 0,0 0-1252 15</inkml:trace>
  <inkml:trace contextRef="#ctx0" brushRef="#br0" timeOffset="27443.88">18793 2342 5219 0,'-13'-8'-75'0,"3"5"43"0,-3-1 58 0,4 0 59 0,1 0 65 0,-3 2 58 0,0-1 26 16,-1 0 21-16,12 3 4 0,-24-4-5 16,13 2 0-16,0 2-3 0,11 0-3 0,-15-4-7 15,15 4-14-15,-15-3-12 0,15 3-43 16,-10-2-172-16,10 2 0 0,0 0 0 0,0 0 0 15,0 0 0-15,0 0 0 0,53 0 0 16,-20-2 0-16,13 2 0 0,1-2 0 16,1 0 0-16,-3 0 0 0,1 2 0 15,-11 0 0-15,-7 0 0 0,-5 0 0 16,-2 0 0-16,-4 0 0 0,-2 0 0 0,1-3 0 16,-7 3 0-16,-9 0 0 0,19-1 0 15,-11 1 0-15,-8 0 0 0,0 0 0 0,15 0 0 16,-15 0 0-16,0 0 0 0,0 0 0 15,10 1 0-15,-10-1 0 0,0 0 0 0,5 3-379 16,-5-3-323-16,0 0-223 0,0 0 53 16,0 0 91-16,12 2-760 0,-12-2-986 0</inkml:trace>
  <inkml:trace contextRef="#ctx0" brushRef="#br0" timeOffset="27959.49">20194 1910 4428 0,'5'-11'-43'0,"2"3"35"0,-2 1 45 0,-1 4 44 0,3-2 51 0,-7 5 35 0,8-7 22 15,-8 7 17-15,6-5-3 0,-6 5 9 0,0 0 4 16,8-7-10-16,-8 7 3 16,0 0-11-16,0 0-9 0,0 0 10 0,0 0 9 15,-38 10-6-15,7 2-7 0,-4 5 19 16,-8 7-4-16,-7 2 0 0,-3 8-79 0,-2 0-131 16,-1 3 0-16,-5 16 0 0,13-10 0 15,7-1 0-15,3 4 0 0,8-3 0 16,5 0 0-16,3-1 0 0,11-10 0 0,9-3 0 15,1-5 0-15,2 0 0 0,9 5 0 16,5 0 0-16,7-8 0 0,3-1 0 0,10-6 0 16,-1-1 0-16,5-6 0 15,-3-3 0-15,-6-4 0 0,-5 0 0 0,2-2 0 16,-9 0 0-16,2-2 0 0,-6-3 0 16,0 1 0-16,-3-4 0 0,2-1 0 0,-8-3 0 15,-1 0 0-15,-2-1 0 0,-4-1 0 16,-6-1 0-16,0 2 0 0,-3 1 0 0,-4 2 0 15,-2 1 0-15,-7 2 0 0,4 2 0 16,1 0 0-16,-1 3 0 0,4 2 0 0,-4 1 0 16,7-2-963-16,-4 3-11 15,2 0 97-15,15 0-952 0,-16 0-1255 0</inkml:trace>
  <inkml:trace contextRef="#ctx0" brushRef="#br0" timeOffset="39544.12">22252 2292 3321 0,'-15'2'443'0,"2"-2"-116"0,1 2-75 0,2-2-31 0,10 0 1 0,0 0 4 0,-13 4 8 0,13-4-4 0,0 0 10 15,0 0-9-15,0 0-6 0,0 0-16 0,0 0 5 16,0 0-3-16,42 13-10 0,0-9-18 16,7-2-15-16,14 0-19 0,5 0-17 0,-4-2-12 15,-3-2-12-15,-12-2-11 0,-3 4-9 16,-4-4-5-16,-3-2-27 0,-13 4-56 0,-5 2 0 16,-5-4 0-16,-3 4 0 15,-2-1 0-15,-11 1 0 0,15-6 0 0,-7 4 0 16,-5-2-191-16,-3 4-114 0,0 0-118 15,0 0-143-15,2-6-190 0,-2 6-85 16,0 0 72-16,-13-11-707 0,10 5-924 0</inkml:trace>
  <inkml:trace contextRef="#ctx0" brushRef="#br0" timeOffset="39840.37">23482 1767 4445 0,'-3'-9'142'0,"1"-1"29"0,2 10 39 0,-2-12 34 16,2 12 15-16,-1-5-11 16,1 5 15-16,0 0 37 0,0 0 0 0,-10 36-18 15,8-11-6-15,-3 10-24 0,5 8-16 16,4 4-18-16,-3 12-30 0,5-1-31 0,0 2-157 16,-3-6 0-16,4-11 0 0,-4 0 0 15,-1-4 0-15,0-1 0 0,0-7 0 16,-6-5 0-16,2-2 0 0,1-2 0 0,-6-1 0 15,3-4 0-15,1-3 0 16,-1-3 0-16,0 0 0 0,1-1 0 0,-1-3 0 0,-2-2-155 16,6-5-381-16,-6 2-136 15,6-2-179-15,0 0-1 0,0 0 85 0,0 0-715 0,6-26-930 16</inkml:trace>
  <inkml:trace contextRef="#ctx0" brushRef="#br0" timeOffset="40357.85">24854 1924 4500 0,'-6'-9'169'0,"3"2"15"15,3 0 6-15,5 2 16 0,2 0-1 0,1 0 3 16,3 0-8-16,5 1-29 0,5 1-18 16,1 3-11-16,3 2-17 0,2 1-11 0,5 2-21 15,-3 2-8-15,-6 0-14 0,-2 1-7 16,-2 3 3-16,-4 0-15 0,-4 0-1 0,-1 1-1 16,-9 0-4-16,-1 1 5 0,-1 3 2 15,-9 1 2-15,-1 3 7 0,-4 3 13 16,-2 2 10-16,-1-4-8 0,7-1-5 15,3-3-5-15,2-4-7 0,5-1 8 16,1 0 12-16,1 0 10 0,5 0 4 0,4 4-38 16,3-2-56-16,5-1 0 0,2 7 0 15,1-3 0-15,0-5 0 0,-6 1 0 0,3-1 0 16,-5 0 0-16,-3-1 0 0,-1-1 0 16,-3 2 0-16,-3-1 0 0,-3-3 0 0,0 4 0 15,-5 3 0-15,-3-3 0 0,-4 3 0 16,-2-1 0-16,-2-2 0 0,-3-2 0 15,2 0 0-15,-2-3 0 0,4-2 0 0,-2-1 0 16,1-2 0-16,5-2 0 0,-1 0 0 16,3-4 0-16,-2 1 0 0,3-4 0 15,0 2 0-15,3-4 0 0,1 2-484 16,2-1-525-16,2 1 72 0,2-3 106 0,2 5-846 16,3-4-1112-16</inkml:trace>
  <inkml:trace contextRef="#ctx0" brushRef="#br0" timeOffset="40624.53">26190 2203 4802 0,'-6'-7'346'0,"3"2"19"0,3 5 21 0,-3-7 10 0,3 7-5 0,0 0-11 0,0 0-4 0,12-8-27 16,1 6-37-16,13 2-224 0,5 0-88 16,10 0 0-16,7 0 0 0,2-2 0 15,-1 2 0-15,-1 0 0 0,-1-3 0 0,3 1 0 16,-5-3-121-16,-4 2-371 0,1-1-123 16,-1-3-152-16,-16 0-123 0,-2 1 85 0,-3 2-726 15,-5-3-975-15</inkml:trace>
  <inkml:trace contextRef="#ctx0" brushRef="#br0" timeOffset="40906.82">27224 1744 4694 0,'4'-10'271'0,"0"2"25"16,-4 3 19-16,0 5 11 0,2-8 18 15,-2 8-2-15,0 0 34 0,0 0 34 16,12 21-17-16,-9-3-9 0,3 5-344 0,-4 16-40 15,0 4 0-15,-6 13 0 0,-4-5 0 16,2 6 0-16,-5 2 0 0,2-8 0 0,-2 2 0 16,4-11 0-16,0-5 0 15,-2 1 0-15,0-3 0 0,0-3 0 0,3-8 0 16,1-4 0-16,1-2 0 0,-1-7 0 16,5 1 0-16,-3-1 0 0,3-5 0 0,-2 0 0 15,2-6 0-15,0 0 0 0,0 0 0 16,0 0-924-16,0 0-64 0,0 0-1147 0,0 0-1545 15</inkml:trace>
  <inkml:trace contextRef="#ctx0" brushRef="#br0" timeOffset="47089.72">28505 2023 2882 0,'0'0'189'0,"-20"-6"-4"0,20 6 15 0,-13-3 29 0,10 0 12 0,3 3 1 15,-8-6-8-15,8 6-16 0,-8-6-20 16,8 6 11-16,-5-9 5 0,5 9 3 0,0-12-12 15,1 4-8-15,7-1-16 0,0-3-10 16,5 0-18-16,3 1-14 0,-2 0-14 16,0 4-12-16,1 0-21 0,3 4-6 15,-4 1-11-15,6 4-8 0,3 3-4 0,3 9-10 16,1 3 1-16,-4 4-6 0,-6 4-10 16,-2 0 6-16,-8 1-8 0,-7 1-5 15,-3 10-4-15,-10 9 5 0,-14-1-5 0,-3-1 4 16,-8-3 16-16,-1-3 17 0,1-3 15 15,4-6 11-15,9-8 16 0,5-9 12 0,6 0 17 16,4-4-129-16,3-1-6 0,1-7 0 16,6 0 0-16,0 0 0 0,0 0 0 0,0 0 0 15,0 0 0-15,12-24 0 16,-3 19 0-16,-2-2 0 0,3 4 0 0,1 3 0 16,-11 0 0-16,25 0 0 0,-12 5 0 15,7 2 0-15,-4 3 0 0,4 0 0 16,7 7 0-16,-2 0 0 0,-1 0 0 0,-1 2 0 15,0 0 0-15,0-2 0 0,-7-3 0 16,4-4 0-16,-4 1 0 0,-4-5 0 0,1 1 0 16,3-2 0-16,-7-2-154 0,7-1-429 15,-3 0-132-15,1-6-204 0,-3 1 70 0,2 0 90 16,-1-3-674-16,3 1-882 0</inkml:trace>
  <inkml:trace contextRef="#ctx0" brushRef="#br0" timeOffset="47439.13">30228 2314 4310 0,'0'0'148'0,"-12"-3"16"0,12 3 27 0,0 0 35 0,0 0 36 0,0 0 32 0,-13-2 17 16,13 2 8-16,0 0-12 0,0 0-28 15,0 0-28-15,53-7-25 0,-28 5-21 0,13-2-7 16,4 2-24-16,-8 2-50 0,-4-2-66 15,11 0-97-15,-3 0-126 0,-6-2-125 16,-5 2-124-16,-2-2-146 0,-1-1-204 0,-5-1-90 16,1 2 83-16,-3 0-654 0,-2 0-876 15</inkml:trace>
  <inkml:trace contextRef="#ctx0" brushRef="#br0" timeOffset="47822.79">30875 2031 4341 0,'4'-8'206'16,"2"2"31"-16,2-2 34 0,-1 4 27 16,4-2 2-16,1 3-6 0,3 1-16 15,3 2-19-15,2 3-26 0,5 2-21 0,4 10-20 16,-3-1-19-16,-2 9-17 0,-12 4-16 16,-1 4 14-16,-9-2 14 0,-11 7 11 0,-6-1-79 15,-10 6-100-15,-3-2 0 0,-6-2 0 16,-4-6 0-16,4 1 0 0,-2-5 0 0,14-5 0 15,3-3 0-15,6-5 0 0,1 0 0 16,6-4 0-16,6 0 0 0,10-1 0 16,5 1 0-16,20 2 0 0,4-2 0 15,6 0 0-15,8-2 0 0,2 1 0 16,-9-3 0-16,-3 0 0 0,0-2 0 0,-7 2 0 16,-8-3 0-16,-3-2 0 0,-8 2 0 15,1-1 0-15,-5 0 0 0,0 0 0 0,-3 0 0 16,-10-2 0-16,14 0 0 0,-14 0 0 15,12 1 0-15,-12-1 0 0,0 0 0 0,0 0 0 16,0 0 0-16,0 0 0 16,-36 5-448-16,23-5-593 0,0 0 110 0,-1 2-1032 15,14-2-1381-15</inkml:trace>
  <inkml:trace contextRef="#ctx0" brushRef="#br0" timeOffset="49121.91">16158 1682 3389 0,'3'-9'217'0,"-1"4"-29"0,1 0-75 0,-3 5-35 0,0 0-23 0,0 0-5 0,0 0 40 16,0 0 40-16,-8 27 19 0,-2 9 19 16,-9 18 15-16,-1 4 3 0,-7 26-6 0,-2 5-5 15,2 6-16-15,2 7-12 0,0 1-12 16,3 2-3-16,3-6-13 0,1-1-2 0,7-24 41 16,6-1 19-16,3-6-19 0,0-4-12 15,8-7-13-15,-5-10-13 0,7-7-10 16,-1-3 0-16,5-7 5 0,-3-7 9 0,1-4 1 15,2-5 0-15,1-3-13 0,2-4-8 16,-2-4-10-16,5 0-11 0,-2-4-46 16,6-2-37-16,-7 0 0 0,2 0 0 15,1-2 0-15,-4 1 0 0,0-1 0 0,-1 0-159 16,-2 1-98-16,-1-2-84 0,-4 0-111 16,1-1-122-16,1-1-149 0,-6 0-96 0,0-2 64 15,-2-1-643-15,2-2-851 0</inkml:trace>
  <inkml:trace contextRef="#ctx0" brushRef="#br0" timeOffset="49356.18">16095 1860 4237 0,'-8'-3'150'0,"8"3"-11"15,-9-4-4-15,9 4-4 0,0 0-7 0,-2-6-12 16,2 6-10-16,11-9-14 0,2 4-8 16,9-2-10-16,12-5-27 0,2 4-60 0,4 0-92 15,-2 2-80-15,9-1-102 16,-10-1-131-16,3 6-239 0,-8 0 3 0,-8 0 74 16,-5 4-260-16,-2 0-328 0</inkml:trace>
  <inkml:trace contextRef="#ctx0" brushRef="#br0" timeOffset="50472.2">31406 1765 4528 0,'-12'-5'284'0,"2"-1"-53"0,7 0-49 0,1-2-47 0,2 8-16 0,2-15 2 0,1 4-5 0,5 2-5 0,1-4-24 0,7 1-12 15,11-5-7-15,1 7-10 0,5 1-2 16,-7 6-10-16,1 3-10 0,-3 1-1 0,7 8-1 16,-1 8-9-16,-3 3 2 0,-6 3-2 15,-6 8 6-15,2 12 19 0,-7 7 9 16,-8-6 13-16,-4 18 5 0,0 2 19 0,-6 2 2 15,1 4-3-15,-3 1 15 16,3-1 5-16,-1 2-9 0,-1-2 3 0,1 1 14 0,0-3 1 16,-1-8-8-16,3-2-4 15,0-6 6-15,-1-11 3 0,1-5-61 0,0-8-60 16,1-7 0-16,-3-2 0 0,0 1 0 16,-1-4 0-16,0 0 0 0,-7 0 0 15,-7-2 0-15,-8-2 0 0,-5-3 0 0,-5-5 0 16,-9 0 0-16,-4-4 0 0,2 0 0 15,-2 0 0-15,6 0 0 0,7 0 0 0,10 0 0 16,8 3 0-16,4-3 0 0,6 0 0 16,2 2 0-16,0-2 0 0,11 0 0 0,-9 1 0 15,9-1 0-15,0 0-648 0,0 0-382 16,0 0 110-16,0 0-982 0,0 0-1325 16</inkml:trace>
  <inkml:trace contextRef="#ctx0" brushRef="#br0" timeOffset="51689.99">15430 1903 5467 0,'3'-7'-58'0,"-1"0"23"0,-2 7 6 0,0 0-5 0,0 0 31 0,0 0 50 0,0 0 48 0,-30 46 25 0,2-10-7 16,-5 6 25-16,-2 3 7 16,-1 1-1-16,2-3 15 0,4-4-15 0,1-7-16 15,13-8-10-15,-2-7-13 0,9-3-5 16,0-2-9-16,2-3-4 0,1-2-7 0,3-1 3 15,3-6-12-15,0 0-11 0,0 0-4 16,0 0-8-16,11-23-7 0,3-2-1 16,1-4-5-16,6-13-6 0,0-1 5 0,3-2-14 15,1 5 0-15,-2 1-7 0,-2 10-5 16,-4 5-3-16,-3 5-6 0,-1 7-5 0,-2 3 1 16,3 5-1-16,0 2 3 0,8 6 2 15,8 7-1-15,16 11 5 0,0 1 1 16,4 4-8-16,-2 6 6 0,8 2 0 15,-4-2 2-15,-1-2-1 0,-3-2 0 0,-9-3 2 16,-5-5 0-16,-9-4-3 0,-7-5 1 16,-3-3 5-16,-7-1 22 0,1 0 41 15,-3-3 23-15,-6 3 13 0,0-8-1 0,-19 8-24 16,-4-2-82-16,-13-3 0 0,-6-2 0 16,-4 2 0-16,-2-6 0 0,5 3 0 0,-1-1 0 15,0-4 0-15,6 3 0 0,8 0 0 16,5 0 0-16,6 0 0 0,2-1 0 0,3 2 0 15,5-1-18-15,0 2-392 0,9 0-144 16,-16 2-156-16,16-2-200 16,0 0 78-16,0 0 93 0,0 0-628 0,0 0-820 15</inkml:trace>
  <inkml:trace contextRef="#ctx0" brushRef="#br0" timeOffset="54627.46">7152 5917 2502 0,'0'0'291'0,"4"7"-104"15,-4-7-48-15,0 0-11 0,3 7 15 0,-3-7 9 0,0 0 3 0,6 8-1 0,-6-8 25 0,9 2 24 16,-9-2 9-16,25-2 1 0,-4-5-3 16,13-3-12-16,2-5 1 0,11-4-23 15,-2-3-16-15,1-1-9 0,-1 3-5 16,-12 3 0-16,-3 3-9 0,-7 1-9 15,-5 5-8-15,0 0-17 0,-6 2-7 0,-2 2 2 16,-1 1-32-16,-2-1-10 0,-7 4 0 16,10-4-6-16,-10 4-9 0,0 0-14 0,0 0-56 15,11 11-50-15,-9-3-68 0,-2-8-72 16,-2 14-94-16,4-7-99 0,0-3-124 0,-2-4-222 16,4 8 55-16,2-6 79 0,-6-2-465 15,0 0-560-15</inkml:trace>
  <inkml:trace contextRef="#ctx0" brushRef="#br0" timeOffset="56704.33">17006 1202 2781 0,'0'0'-53'0,"0"-10"40"0,0 10 32 0,0-8 23 0,0 8 28 0,3-7 19 0,-3 7 12 0,0 0 2 0,4-6 19 0,-4 6-41 0,0 0-7 0,0 0 10 0,0 0 25 0,0 0 3 0,10 18 1 0,-8-3 4 0,2 2 4 0,-2 3-2 0,-1 3-8 0,1 2-1 0,0-2-6 0,2 0-8 0,-4-2-6 0,2-1-5 0,0-3-10 0,0-1-7 0,-2 1-8 0,2-3-2 0,-2-2-8 0,2 0-4 0,0-3-2 0,0-2 0 0,-2 0-2 16,0-7-7-16,3 9 1 0,-3-9-25 15,2 10-35-15,-2-10-77 0,0 0-97 0,0 0-107 16,0 0-133-16,0 0-270 16,0 0 55-16,0 0 88 0,0 0-239 0,0 0-292 15</inkml:trace>
  <inkml:trace contextRef="#ctx0" brushRef="#br0" timeOffset="57337.23">19125 1243 2403 0,'6'-5'98'0,"1"0"5"0,-1-2-1 0,7-1 7 16,5-1 21-16,-2-2 5 0,2 2 2 0,2 3-12 0,2 0-11 0,-5 4-7 15,-2 2-11-15,1 0-7 0,-3 2-1 0,0 5-13 16,-3 3 24-16,-3 2 20 0,0 3 6 15,-5 2 7-15,-2 0 13 16,-2 5 6-16,-1 0-7 0,-3 1-4 0,-1-1-8 16,-1-2 4-16,0 1-7 0,4-1-5 15,-1-6-6-15,1-3 9 0,4 1 12 0,-2-2 17 16,2-2 19-16,0 1 22 0,6-1 14 16,-1-2-7-16,7 0-17 0,5-3-20 15,3-1-18-15,3-2-18 0,2 0-12 0,2 0-15 16,2 0-13-16,-2 0-13 0,-6 0-16 15,-3 0-29-15,0 0-29 0,-2 0-31 0,-16 0-45 16,20 0-62-16,-20 0-65 0,18 0-75 16,-15-2-105-16,-3 2-145 0,0 0-201 15,9-3-120-15,-9 3 79 0,0 0-592 16,0 0-814-16</inkml:trace>
  <inkml:trace contextRef="#ctx0" brushRef="#br0" timeOffset="58170.17">22632 910 3527 0,'0'0'21'0,"-8"-7"31"0,8 7 20 0,-2-9-16 0,2 9-1 0,12-14-8 0,-3 5 4 0,4 1 4 16,6-2-9-16,3 3-8 0,-4 5-3 15,3-2-1-15,1 2 0 0,-4 2 2 16,1 2-7-16,-1 0-4 0,-1 2-2 0,-2 1 4 15,-4 4 22-15,0 0 35 0,-4 3 25 16,-3 1 15-16,-2-1 9 0,-4 5 4 0,-7 1-2 16,2 3-8-16,-8 4-11 0,-1-2-9 15,5-3-12-15,-3-3-4 0,5-1-16 16,4 3-6-16,-3-6-7 0,2 3-5 0,2-5 0 16,4 3-5-16,0 1-2 0,6-1 0 15,0 4-1-15,3-1-5 0,2 1-1 16,2-3-6-16,-2 0-1 0,0 1-5 15,1-1-8-15,-3-3 6 0,-4-2 18 16,4 2 17-16,-5-2 36 0,-3-1 23 0,1 1 14 16,-4 1 9-16,1-3 8 0,-5 2 1 15,-2 1 2-15,-3-3-9 0,-3 1-15 0,1-1-11 16,-5-1-13-16,5-2-9 0,-1 0-10 16,-4 1-18-16,0-2-72 0,5-4 0 0,-2 0-47 15,0 0-138-15,-1 0-83 0,5-3-99 16,11 3-113-16,-17 0-141 15,9-3-229-15,8 3 17 0,0 0 105 0,0 0-569 0,-3-9-754 16</inkml:trace>
  <inkml:trace contextRef="#ctx0" brushRef="#br0" timeOffset="58704.01">24949 1087 3588 0,'4'-9'-10'0,"-3"2"39"0,-1 7 20 0,8-7 7 0,-8 7-4 0,4-6-2 0,-4 6-10 0,0 0 45 0,0 0 33 0,0 0 9 16,0 0 8-16,-2 30 3 0,0-11-1 16,2-2-12-16,0 5-11 0,0-1-10 15,2 4-10-15,1-3-6 0,4-1-8 16,-2 0 2-16,1-1-18 0,1-3 1 15,2-4-7-15,-4-1-1 0,6-3-4 0,3-1-4 16,1-4-1-16,2-2-9 0,2-2 0 16,0-2-4-16,4-3 1 0,-2-2-2 0,0-2-5 15,-2 3 10-15,-4-1 11 0,-1 1 3 16,-3 3-7-16,-2 1-10 0,-9 2-11 16,0 0 10-16,0 0 0 0,18 11 1 0,-16-4 0 15,0 3-5-15,-2 0-1 0,1 4-2 16,-1 3-7-16,2-2-2 0,2 4 0 0,-2-2-4 15,3 3-36-15,2-6-52 0,-3 2-64 16,-3-3-81-16,7-1-84 0,-3-1-91 16,6-5-150-16,-6 0-201 0,2-4 63 15,-7-2-451-15,16 4-601 0</inkml:trace>
  <inkml:trace contextRef="#ctx0" brushRef="#br0" timeOffset="59238.85">26879 945 3013 0,'8'-7'-26'0,"-4"2"52"0,0-1 37 15,-4 6 24-15,0 0 23 0,-6-12 12 0,6 12 10 0,-18-3 6 0,7 1 5 16,11 2-6-16,-30 2-12 0,10 1-11 0,0 3-9 15,3-1-12-15,-3 4-8 0,5-3-8 16,3 3-4-16,-1-1-6 0,2 3-3 16,3 1-5-16,3 1-4 0,1 1 4 15,4 3 0-15,2 0-2 0,1 5 3 0,11 9-9 16,1 0 1-16,3 0-8 0,0 0-3 16,0-1-9-16,-4-3-1 0,0-2 0 15,-5-2-1-15,-1-6 7 0,-3-2 12 0,-4-1 16 16,-1-2 20-16,-1 1 17 0,-4-1 9 15,-3 0-3-15,-3-1-4 0,-3-1-7 0,0 2-5 16,-6-2-13-16,2-1-5 16,-2-1-7-16,-1-2-6 0,5-1-14 0,-6-1-30 15,9-2-54-15,0 2-65 0,1-4-117 16,12 0-105-16,-17-4-110 0,15-1-174 16,2 5-157-16,6-14 70 0,6 2-468 0,-1 4-630 15</inkml:trace>
  <inkml:trace contextRef="#ctx0" brushRef="#br0" timeOffset="59836.52">28711 947 3092 0,'0'0'-42'0,"5"-6"25"0,-5 6 12 0,0 0 0 0,0 0-1 0,0 0 21 16,0 0 44-16,0 0 26 0,-25 29 15 15,0-6 24-15,-1-1 25 0,-9 9 17 0,1 1-5 16,2 1-7-16,3 2-6 15,9-6-9-15,1-2-6 0,1 2-11 0,9 2-8 16,1-6-8-16,7-2-5 0,2 1-11 16,3-4-7-16,4 2-1 0,-1-5-10 0,5 1-6 15,3-5-5-15,-1 1-4 0,0-4-4 16,2-1-1-16,-3-3 14 0,-1-2 16 16,-1-2 23-16,-2-2 12 0,-9 0 5 0,18-5-5 15,-13-2-4-15,1-2-15 0,-4-1-14 16,-2-2-11-16,-2 0-11 0,-4-1-7 0,3 2-11 15,-6-1-10-15,-5 2-33 0,1 3-49 16,-3 0-59-16,1 2-82 0,-1 0-94 16,4 3-103-16,0 1-125 0,0-1-248 0,3 0 28 15,9 2 88-15,0 0-386 16,0 0-503-16</inkml:trace>
  <inkml:trace contextRef="#ctx0" brushRef="#br0" timeOffset="60420.48">30368 999 2638 0,'0'0'-69'0,"0"0"9"0,0 0 8 0,20-5 9 0,-20 5 20 15,15-5 26-15,-5 3 16 0,-10 2 14 0,16-3 9 16,-16 3 4-16,14-3-5 0,-14 3-5 15,11 0-5-15,-11 0-1 0,0 0 21 16,10 8 33-16,-8-1 9 0,-2-7 0 16,-8 26 17-16,0-7 31 0,-4 8 1 15,-2 4 1-15,1 1-7 0,-7 10-4 0,2 1-8 16,-2-3-6-16,1 2-17 0,1-3-8 16,2-5-14-16,1 0-4 0,-1-5-10 15,5 0-32-15,1-9-43 0,1-1-53 0,1-2-56 16,3-3-60-16,1-2-64 0,2-1-93 15,2-3-145-15,0-3-117 0,0-5 66 16,11 5-123-16,-11-5-150 0</inkml:trace>
  <inkml:trace contextRef="#ctx0" brushRef="#br0" timeOffset="60620.07">30088 1431 2183 0,'-13'0'291'15,"13"0"22"-15,-12 3 36 0,12-3 41 0,0 0 32 16,0 0-28-16,0 0-33 0,0 0-42 16,0 0-33-16,48-10-59 0,-25 10-96 15,6 2-129-15,0 0-135 0,-1 0-137 0,0-1-185 16,1 2-302-16,-4-3 56 16,-6 4 81-16,-4-2-309 0,-3 0-410 0</inkml:trace>
  <inkml:trace contextRef="#ctx0" brushRef="#br0" timeOffset="63302.81">16078 4642 4579 0,'0'6'266'0,"0"-6"-71"0,0 9-12 0,0-9 1 0,0 7 7 0,0-7 15 0,0 0 2 16,0 0-29-16,0 0-5 0,0 0-1 0,20-2-9 16,-20 2-22-16,25-12-8 0,-5 2-20 15,5-5-5-15,1 1-14 0,-1-4-9 0,-1 3-10 16,1-4-5-16,-3 1-10 0,-4-5-10 16,3 0-5-16,-6-4-5 0,3-4-7 15,-9-1-10-15,3 1 0 0,-3 2-1 0,-3 3-4 16,-1 8 2-16,-3 3-4 15,-2 3-6-15,5 4 9 0,-3-1-4 0,0-1-8 0,-1 4-2 16,-1 6-4-16,2-10 0 16,-2 10 4-16,0 0-2 0,0 0 2 0,0 28 4 15,2-11 2-15,0 7 0 0,5 10-3 16,2 3-3-16,2-5 1 0,-4 4-1 0,2-5 0 16,3-1-5-16,-1-2-18 0,-1-6-20 15,-2-5-25-15,-1 0-33 0,-3-8-20 0,3 3-22 16,-5-1-30-16,7-2-42 0,-6-4-66 15,-1-4-100-15,-2-1-92 0,0 0-89 0,8-14-120 16,-7 0-58-16,1 1 70 0,-2-7-511 16,0-8-640-16</inkml:trace>
  <inkml:trace contextRef="#ctx0" brushRef="#br0" timeOffset="63503.2">16539 4007 3517 0,'-5'-7'177'0,"-4"0"25"0,6 1 27 15,-3-1 36-15,1-1 39 0,-1 2 18 16,2-1 1-16,4 7-17 0,-8-10-31 0,4 6-30 16,4 4-30-16,-5-8-42 0,5 8-76 15,-8-6-77-15,8 6-83 0,0 0-61 16,0 0-79-16,0 0-111 0,0 0-120 0,0 0-169 16,25 24-143-16,-17-13 68 0,-1 1-514 15,4 5-657-15</inkml:trace>
  <inkml:trace contextRef="#ctx0" brushRef="#br0" timeOffset="63719.04">16762 4276 3535 0,'0'0'404'0,"-8"2"20"0,8-2 6 15,0 0-7-15,0 0-14 0,0 0-26 16,0 0-40-16,0 0-39 0,0 0-29 0,0 0-28 15,0 0-28-15,0 0-66 0,42-7-93 16,-21 2-121-16,4 3-127 0,-2-1-116 0,-1-1-153 16,0 2-181-16,-7 2-209 15,0 0 78-15,-4 0 76 0,-2 4-549 0,-4 1-704 16</inkml:trace>
  <inkml:trace contextRef="#ctx0" brushRef="#br0" timeOffset="63888.08">16767 4491 3810 0,'-11'6'218'0,"6"-3"24"0,-1 1 33 16,6-4 38-16,-8 3 7 0,8-3 0 16,0 0-11-16,0 0-30 0,0 0-23 15,0 0-27-15,0 0-26 0,0 0-31 16,0 0-78-16,52-12-110 0,-27 6-115 0,7-1-117 16,2 0-146-16,0-2-177 0,0 1-246 15,1 1 75-15,-10 2 80 0,-2 2-515 0,-6-1-641 16</inkml:trace>
  <inkml:trace contextRef="#ctx0" brushRef="#br0" timeOffset="64452.23">17524 4094 3604 0,'-7'-1'159'0,"7"1"-4"16,-10-4 16-16,10 4 11 0,0 0 16 15,-5-4 9-15,5 4-6 0,0 0-21 0,0 0-12 16,9-10-16-16,0 3-11 0,5 1-16 16,5-1-12-16,-4 0-17 0,2 1-9 0,-1 0-9 15,-2 0-9-15,-3 4-7 0,-2-1 0 16,-9 3 20-16,15 7 39 0,-11 3 30 15,2 8 15-15,-4 5 8 0,-2 4-2 0,-2 11 2 16,-2-1-4-16,-1 4-2 0,5 0-14 16,-3 1-17-16,3-3-13 0,2 1-10 15,-2-3-40-15,1-8-74 0,2-3 0 0,1-4 0 16,-2-3 0-16,1-2 0 0,-3-2 0 16,2-3 0-16,2-3 0 0,-2 1 0 0,0-2 0 15,-2-1 0-15,2-1 0 0,-2 2 0 16,0-8 0-16,0 10 0 0,0-10 0 15,-10 10 0-15,5-3 0 0,-5-2 0 0,-3 2 0 16,-5 0 0-16,1-2 0 16,4-1 0-16,-2 2 0 0,1-3 0 0,3 1 0 15,0-1 0-15,2 1 0 0,9-4 0 16,-12 3 0-16,12-3 0 0,-10 4 0 0,10-4 0 16,0 0 0-16,0 0 0 0,0 0 0 15,0 0 0-15,35 5 0 0,-21-7 0 0,6 2 0 16,-1-2 0-16,1 2 0 0,2-1 0 15,-3 1 0-15,1-2 0 0,0 2 0 0,-5-2 0 16,-2 0-206-16,2 2-404 0,-3-3-67 16,-1 0-155-16,1 1-7 0,-1-4 91 0,0 2-707 15,3 0-905-15</inkml:trace>
  <inkml:trace contextRef="#ctx0" brushRef="#br0" timeOffset="65152.12">19483 3877 4553 0,'-3'-13'292'0,"-3"5"-38"0,3 1-25 0,3 7-19 0,-3-8-17 0,3 8 31 0,0 0 48 16,0 0 31-16,-11 34 0 0,3 0-23 15,5 7-27-15,-6 14-23 0,7 2-22 16,1-1-22-16,1-10-17 0,0 1-137 0,1-1-32 16,-1-4 0-16,2-3 0 15,5-3 0-15,-5-10 0 0,-1-2 0 0,1-9 0 16,-2 0 0-16,2-3 0 0,0-1 0 16,-2-3 0-16,2 2 0 0,-4-5 0 0,2-5 0 15,-4 9 0-15,-1-7 0 0,5-2 0 16,-20 0 0-16,3-4 0 0,-4-3 0 0,-9-4 0 15,-2-1 0-15,-2-5 0 16,7-1 0-16,-7 3 0 0,9 0 0 0,3 3 0 0,7 3 0 16,2 4 0-16,2-2 0 15,0 3 0-15,4 0 0 0,7 4 0 0,-7-7 0 16,7 7 0-16,0 0 0 0,0 0 0 16,41-7 0-16,5 4 0 0,15-3 0 0,6 0 0 15,1-4 0-15,2 3 0 0,-2-2 0 16,-11 2 0-16,-13 1 0 0,-7 2 0 0,-10-2 0 15,-6 3 0-15,-4 1 0 0,-1 0 0 16,-5 0 0-16,-11 2 0 0,16 4 0 16,-16-4 0-16,3 12 0 0,-5-3 0 0,-1 1 0 15,-4 1 0-15,2 4 0 0,-3 0 0 16,5-1 0-16,1 1 0 0,0-1 0 0,4 0 0 16,2 1 0-16,1-1 0 15,4-2 0-15,7 0 0 0,3-4 0 0,2-1 0 0,2-5 0 16,0-2 0-16,6-4 0 15,7-1 0-15,1-3 0 0,-2-1 0 0,-7-1 0 16,-1 0 0-16,-8 1 0 0,-4-3 0 16,-1 0 0-16,-3-1 0 0,-2-5 0 0,-4 3 0 15,-5-2 0-15,0 0 0 0,-3 0 0 16,-2-2 0-16,-4-1 0 0,-4 3 0 0,-9-3 0 16,5 9 0-16,-2 0 0 0,0 4 0 15,-1 3 0-15,2 2 0 0,-1 1-210 0,0 1-590 16,0 1-150-16,5 1 69 15,5 0-938-15,9-2-1248 0</inkml:trace>
  <inkml:trace contextRef="#ctx0" brushRef="#br0" timeOffset="65535.84">20975 3859 5481 0,'-21'-6'172'0,"5"2"12"0,2 1 30 0,3-1 29 0,1 1 13 0,10 3 0 16,-12-4-10-16,12 4-26 0,-5-5-20 0,5 5-20 16,0 0-20-16,28-8-15 0,-6 6-15 15,2 2-26-15,4 2-104 0,9 5 0 16,-4 1 0-16,-5 4 0 0,-4 7 0 0,-4 4 0 15,-6 4 0-15,-7 2 0 0,-5 2 0 16,-2 8 0-16,-4 1 0 0,0-3 0 0,-4 3 0 16,3-3 0-16,-1 1 0 0,1-4 0 15,1 1 0-15,-3-8 0 0,5-4 0 0,2-5 0 16,-1 0 0-16,1-3 0 0,0-1 0 16,1-4 0-16,-1-1 0 0,7-1 0 0,-3-1-282 15,1-3-284-15,-5-4-101 0,9 0-135 16,-9 0-33-16,14-11 79 0,-8 4-701 15,-6-6-905-15</inkml:trace>
  <inkml:trace contextRef="#ctx0" brushRef="#br0" timeOffset="65702.03">21058 4253 3812 0,'-14'-4'102'15,"3"0"93"-15,2 2 70 0,-2 0 62 16,11 2 73-16,-9-5 47 0,9 5 39 0,0 0 12 16,0 0-3-16,0 0 0 15,0 0-17-15,0 0-287 0,0 0-191 0,50-7 0 0,-21 6 0 16,12-1 0-16,4-3 0 15,2 2 0-15,-6-2 0 0,4-1 0 0,-8 1 0 0,-1 2 0 16,-5-1 0-16,-6 0-475 16,-8 2-541-16,-2 0 96 0,-6 2-1046 0,-9 0-1384 15</inkml:trace>
  <inkml:trace contextRef="#ctx0" brushRef="#br0" timeOffset="68701.08">17143 6106 5583 0,'0'0'-116'0,"0"0"59"0,0 8 50 0,0-8 47 0,0 0 36 0,0 0 37 0,0 0 25 15,0 0 10-15,0 0 18 0,0 0-1 16,0 0 1-16,0 0-10 0,21-15 0 0,-15 12-16 16,-6 3-7-16,9-5-7 0,-5 1-12 15,-4 4-11-15,9-3-9 0,-9 3-12 0,9-5-7 16,-9 5-7-16,0 0 3 16,0 0 12-16,13 15 5 0,-12-5 0 0,5 6 4 0,-1 2-1 15,4 6-75-15,-4 10-16 16,5 4 0-16,-2 3 0 0,1 11 0 0,0 3 0 15,1-2 0-15,0 0 0 0,-1-2 0 16,-3-10 0-16,-3 0 0 0,4-4 0 0,-4-1 0 16,-1-9 0-16,-2-5 0 0,2-3 0 15,-4-2 0-15,2-1 0 0,0-3 0 0,-2-1 0 16,-6 0 0-16,3-5 0 0,-5 3 0 16,-4-4 0-16,0 0 0 0,-6-4 0 0,2 0 0 15,-11-2 0-15,-7-4 0 0,-3-4 0 16,3-4 0-16,0-3 0 0,-2-9 0 15,2-4 0-15,1-1 0 0,13 4 0 16,3-1 0-16,-1 2 0 0,5-2 0 0,2 1-372 16,3 2-516-16,5 5-39 0,1 1 85 15,2-3-914-15,0 1-1186 0</inkml:trace>
  <inkml:trace contextRef="#ctx0" brushRef="#br0" timeOffset="68903.22">17231 6007 5259 0,'-5'-12'125'0,"2"-1"35"0,-3 3 32 0,3 1 26 0,-3 1-9 0,0 2-13 0,0-2-13 0,0 3-23 16,3 1-19-16,3 4-27 0,-6-8-59 16,6 8-63-16,0 0-58 0,0 0-67 15,0 0-87-15,0 0-126 0,0 0-135 0,13 22-176 16,-3-12-96-16,0 2 73 0,-1 4-568 15,1 3-708-15</inkml:trace>
  <inkml:trace contextRef="#ctx0" brushRef="#br0" timeOffset="69118.85">17597 6272 4022 0,'0'0'384'0,"0"0"11"0,-14 2 1 15,14-2 0-15,0 0-4 0,0 0-27 0,0 0-31 16,0 0-32-16,0 0-35 0,0 0-28 16,32-14-26-16,-14 9-60 0,0 1-72 0,7 2-94 15,-2-2-119-15,1 2-124 0,-6 0-141 16,1 2-137-16,1 2-147 0,-5 0-145 0,-5 2 68 16,-3 2-719-16,-1 0-924 15</inkml:trace>
  <inkml:trace contextRef="#ctx0" brushRef="#br0" timeOffset="69302.28">17619 6498 4173 0,'-11'5'160'16,"-2"0"71"-16,3-1 50 0,3-1 53 15,7-3 32-15,-12 2 22 0,12-2-14 0,0 0-16 16,-10 3-21-16,10-3-36 0,0 0-29 16,0 0-29-16,0 0-26 0,0 0-61 0,45-8-156 15,-22 4 0-15,3 1 0 0,7-4 0 16,-4 2-290-16,-4 2-134 0,0-1-140 0,-2 1-180 15,-3 1-118-15,-4-1 88 0,-5 3-768 16,2-2-985-16</inkml:trace>
  <inkml:trace contextRef="#ctx0" brushRef="#br0" timeOffset="70168.32">18424 6067 4122 0,'0'0'-8'0,"0"0"77"0,0 0 44 0,0 0 33 0,0 0 34 0,0 0 35 16,0 0 27-16,0 0 11 0,0 0-2 15,0 0-3-15,16-21-15 0,-9 11-15 0,0 4-16 16,2-3-4-16,2-1-2 0,-6 2-4 15,4 0-15-15,-3 2-15 0,0 1-12 0,0-1-7 16,-6 6-16-16,7-8-12 0,-1 4-9 16,-6 4-13-16,5-6-45 0,-5 6-48 15,0 0 0-15,0 0 0 0,0 0 0 0,20 20 0 16,-16-5 0-16,-1 7 0 0,3-1 0 16,2 14 0-16,0-2 0 0,-3 1 0 15,2 2 0-15,-1 2 0 0,0-3 0 0,0-2 0 16,0 0 0-16,-3-7 0 0,1-4 0 15,-2-3 0-15,0-5 0 0,-2 1 0 0,1-1 0 16,-1-4 0-16,0 0 0 0,0-1 0 16,0-2 0-16,0-7 0 0,0 13 0 15,-1-6 0-15,-5 0 0 0,-1 0 0 0,-4 1 0 16,-3-1 0-16,-1 0 0 0,-4 0 0 16,-3 0 0-16,4-1 0 0,0 0 0 15,5-3 0-15,-1 0 0 0,3 1 0 0,4 0 0 16,-1-2 0-16,8-2 0 0,-11 4 0 15,11-4 0-15,-8 2 0 0,8-2 0 16,0 0 0-16,0 0 0 0,0 0 0 0,47-6 0 16,-22 0 0-16,0 2 0 0,0 0 0 15,0-2 0-15,-1 1 0 0,-4 2 0 0,1 0 0 16,-3-3 0-16,2 4 0 0,-7-3 0 16,-1 4 0-16,-1-3 0 0,-2 4 0 0,-9 0 0 15,17-2 0-15,-17 2 0 0,13-1 0 16,-13 1 0-16,11-4-74 0,-11 4-666 0,5-1-220 15,-5 1 76-15,0 0 87 0,0 0-814 16,0 0-1050-16</inkml:trace>
  <inkml:trace contextRef="#ctx0" brushRef="#br0" timeOffset="71900.96">18439 6520 4110 0,'0'0'-109'0,"0"0"62"0,0 0 39 0,0 0 36 0,0 0 47 0,0 0 43 0,0 0 42 0,0 0 22 0,0 0 12 15,0 0 10-15,0 0 10 0,0 0-5 0,0 0 7 16,0 0-6-16,35-3-7 0,-28-2-12 16,2 0-11-16,1-6-13 0,2 1-13 15,-3 0-14-15,0-5-16 0,3-1-10 16,-3-1-10-16,5-9-24 0,-5-1-13 0,4-6 2 15,-3-2-17-15,3-6-7 0,-2-5 1 0,2-7-4 16,-4 2-5-16,-4 0-13 0,4 10-2 16,-6-1-15-16,3 6 16 0,-4 0-18 15,0 11 15-15,-2 4-14 0,0 6 12 16,0 1 0-16,0 2-7 0,0 3-5 0,0-1-15 16,0 5-1-16,0 5 17 0,0 0 5 15,0 0 5-15,-13 26 9 0,4-6 10 0,6 13 8 16,-1 5 19-16,4 2 13 0,5 15 3 15,7-3 0-15,3 3-39 0,10-2-40 0,6-2 0 16,3 1 0-16,4-7 0 0,2-3 0 16,-2-4 0-16,2-4 0 0,-6-6 0 0,-5-10 0 15,-8-1 0-15,-3-5 0 16,-5-3 0-16,-2-6 0 0,1-1 0 0,-7-2 0 16,-5 0 0-16,18-8 0 0,-13-1 0 15,3-1-95-15,-7-4-270 0,3-1-115 0,-6-1-133 16,0-1-195-16,-7-3-20 0,-5-6 75 15,-6 2-692-15,1-1-895 0</inkml:trace>
  <inkml:trace contextRef="#ctx0" brushRef="#br0" timeOffset="72500.7">18660 5363 4292 0,'0'0'104'0,"0"0"32"0,0 0 18 0,0 0 26 0,0 0 19 0,0 0 22 0,0 0 8 0,0 0 3 15,0 0-19-15,4-10-18 0,-4 10-16 16,4-5-17-16,-4 5-16 0,9-7-19 0,-4 2-12 16,-5 5-9-16,12-7-10 0,-4 2-14 15,-8 5-5-15,7-7-6 0,-7 7-2 0,9-5-10 16,-9 5-8-16,0 0-7 0,0 0-2 15,5-5-9-15,-5 5-2 0,0 0-4 0,0 0 1 16,-29 22-5-16,16-12 2 0,0 4-6 16,-9 7-4-16,11-4 2 0,-3 1 0 15,7-3-4-15,2 2-1 0,1-3 5 16,4 2-2-16,4 1 6 0,-1-3 4 0,9 1 2 16,5-3 5-16,0-1-3 0,4-2 5 15,2-4 1-15,-4-2 5 0,2-3 15 0,-4-3-35 16,3 1-20-16,-6-3 0 0,0-2 0 15,-3-2 0-15,0-1 0 0,-2-2 0 0,-6 2 0 16,-1-3 0-16,-2 0 0 0,-2 1 0 16,-4-1 0-16,0 1 0 0,-1 2 0 0,0 5-141 15,-7 4-134-15,-3 5-64 0,-12 8-86 16,-3 5-94-16,-4 14-126 0,-1-1-163 16,8 5 52-16,9-8 87 0,4 0-560 0,5 1-692 15</inkml:trace>
  <inkml:trace contextRef="#ctx0" brushRef="#br0" timeOffset="73203.07">19740 5645 3581 0,'0'-18'323'0,"-2"7"9"0,2 0-6 0,0 4-23 0,0 7-34 0,0 0 21 0,0 0 24 16,0 0-3-16,-13 39-22 0,8-4-22 15,-2 4-16-15,2 17-21 0,-1-2-30 0,5 4-23 16,-1 0-14-16,0-9-15 0,2-1-18 16,0-3-6-16,2-3-19 0,-2-3-47 0,-2-8-58 15,2-6 0-15,0-5 0 0,0-3 0 16,0-2 0-16,0-3 0 0,0 0 0 0,0-3 0 15,0-1 0-15,0-8 0 0,2 10 0 16,-2-10 0-16,0 0 0 0,0 0 0 0,0 0 0 16,0 0 0-16,0 0-17 15,-22-31-117-15,13 18 5 0,-5 1 7 0,0 2 7 16,-6 0 6-16,2 1 18 0,-4 2 7 16,-1 0 17-16,7 4 29 0,-6 0 17 0,5-1 21 15,0 1 35-15,6 1 30 0,-3 0 7 16,5-1 20-16,9 3 4 0,-14-5 3 0,14 5-4 15,-2-7 0-15,2 7-4 0,18-16-11 16,11 3-8-16,12-6-37 0,7 0-35 0,5 2 0 16,-1 0 0-16,-3 1 0 0,-11 6 0 15,-9 3 0-15,-6 3 0 0,-3 0 0 16,-6 2 0-16,-1 2 0 0,-1 4 0 0,-3 4 0 16,-5 1 0-16,0 5 0 0,-2-1 0 15,-4 6 0-15,-2 1 0 0,0 1 0 16,1 3 0-16,1-2 0 0,0 0 0 15,2-3 0-15,0 1 0 0,4-1 0 0,1-2 0 16,3-1 0-16,-2-2 0 0,7-1 0 16,2-3 0-16,2-4 0 0,1-2 0 0,0-2 0 15,6-2 0-15,-1-4 0 0,-3-2 0 16,-1 0 0-16,3-2 0 0,-8-4 0 0,0-3 0 16,-4-3 0-16,-1-12 0 0,-6 5 0 15,-1-1 0-15,-7-8 0 0,-4 1 0 0,-4 4 0 16,-5 2 0-16,-3 3 0 15,-6 5 0-15,-4 5 0 0,-1 5 0 0,-2 3 0 0,3 4 0 16,5 4 0-16,2 2-333 16,1 1-126-16,1 3-102 0,8 1-137 0,-2 0-139 15,7 0 63-15,3 2-766 0,6-2-985 16</inkml:trace>
  <inkml:trace contextRef="#ctx0" brushRef="#br0" timeOffset="73700.85">20565 6108 4877 0,'-3'-8'388'0,"1"4"-10"0,2 4-25 0,-6-9-12 0,6 9-39 0,0 0-4 15,0 0 21-15,0 0-13 0,0 0-18 0,0 0-30 16,25 22-175-16,-18-13-83 0,6 1 0 15,-4 0 0-15,-2 1 0 0,1-3 0 0,-5 1 0 16,6-1 0-16,-8-3 0 0,3 2 0 16,2-2 0-16,-5 2 0 0,-1-7 0 0,4 7 0 15,-4-7 0-15,7 7 0 0,-7-7 0 16,3 5 0-16,-3-5 0 0,0 0 0 16,0 0 0-16,31-17 0 0,-9-4 0 15,5 2 0-15,1 2 0 0,-1-1 0 0,4 6 0 16,-3-1 0-16,-3 9 0 0,-2 0 0 15,-4 3 0-15,-2 4 0 0,4 5 0 0,-2 3 0 16,4 5 0-16,0 7 0 0,-4-1 0 16,-2 0 0-16,-4-1 0 0,-3-4 0 0,2-2 0 15,-3 2 0-15,-4-5 0 0,4 1 0 16,-4-5 0-16,1 0 0 0,-1 2 0 16,5-6 0-16,2-4 0 0,0 0 0 0,8-2 0 15,1-6 0-15,8-8 0 0,-1-1 0 0,5-12 0 16,-3-10 0-16,3-2 0 15,-7-3 0-15,3-4 0 0,-9-3 0 0,2 5 0 16,-10 11 0-16,1 6 0 0,-10 6 0 16,-5 9 0-16,-3 4-396 0,-7 7-625 0,-3 1-1283 15,-4 4-1702-15</inkml:trace>
  <inkml:trace contextRef="#ctx0" brushRef="#br0" timeOffset="79132.73">17551 8831 2695 0,'7'0'415'0,"-7"0"-45"0,10-3-70 0,-10 3-22 0,8-4-22 0,-8 4-18 0,5-6-13 0,-5 6-12 16,0 0 10-16,8-7 2 0,-8 7 3 0,4-7-11 16,2 4-4-16,-6 3-2 0,5-7-12 15,-5 7-27-15,6-5-13 0,-6 5-17 0,5-4-10 16,-5 4-13-16,4-6-11 0,-4 6-16 15,5-9-5-15,-5 9-11 0,0-10-6 0,-5 3-3 16,3 0-14-16,-1-3-7 16,-7 0-5-16,1-2-6 0,-1 1-5 0,-3 0-4 15,-3-2 1-15,2 3-10 0,-8 2 0 16,6 4-1-16,-6 3-2 0,1-1-4 0,-6 4-1 16,-7 3 0-16,2 7-5 0,-1-2 2 15,1 2 0-15,5 1-3 0,6 1 5 0,6-2-8 16,1 0 3-16,7-2-1 0,3 1 1 15,4 1-1-15,8 3 1 0,6 1 0 16,7 5 0-16,8 1 0 0,14-1 3 0,-3 1-4 16,2-3 4-16,-2 4-3 0,-10-7-2 15,-3 1 3-15,-2-2 2 0,-5 1 2 0,-6-3 4 16,-1 3 2-16,-4-3-14 0,0 1 0 16,-6 1 0-16,-1 1 0 0,-4-1 0 0,-1 1 0 15,-6 1 0-15,-7 6 0 0,0-5 0 16,-4 2 0-16,0-5 0 0,4-3 0 15,-4-2 0-15,-1-1 0 0,5-1 0 16,-2-3 0-16,1-1 0 0,3-2 0 0,2-2 0 16,-2 0 0-16,3-4 0 0,-1-1 0 15,0 0 0-15,3 0 0 0,2 1 0 0,-1-1 0 16,0 0 0-16,4 0 0 0,1-1-80 16,1 0-561-16,2 6-110 0,4-14-133 15,-1 5 68-15,8-1-891 0,1 2-1141 0</inkml:trace>
  <inkml:trace contextRef="#ctx0" brushRef="#br0" timeOffset="79566.03">17854 8882 4610 0,'-2'-8'-9'0,"2"8"64"0,-2-8 50 0,2 8 24 0,0 0 14 0,-4-5 1 0,4 5-4 16,0 0 29-16,0 0 3 0,0 0-5 0,-14 25-4 15,11-13 5-15,1 3-6 0,0 2-18 16,0 2-14-16,2 1-8 0,2 3-18 0,2-1 2 16,-1 0-8-16,6-2-13 15,-2 1 13-15,4-4-9 0,1-1 1 0,1-2-3 16,5-4-5-16,-2-1-5 0,6-3-5 16,-8-4-5-16,6-2-1 0,-3-2-4 0,6-4-7 15,-2 0-3-15,-2-3-3 0,6-5-6 16,-3-6 0-16,-6 3-1 0,-1 2-32 0,-5-3-10 15,-3 0 0-15,3-1 0 0,-5 0 0 16,2 4 0-16,-4-1 0 0,-1 3 0 0,0 1 0 16,0-1 0-16,0 5 0 0,0 0 0 15,-2 1 0-15,0 1 0 0,0 6 0 0,1-10 0 16,-1 10 0-16,0-6 0 0,0 6 0 16,0-9 0-16,0 9 0 0,2-5 0 0,-2 5 0 15,0 0 0-15,4-7 0 16,-4 7 0-16,4-4-103 0,-4 4-143 0,0 0-59 15,0 0-78-15,12-4-79 0,-12 4-95 16,0 0-168-16,0 0-47 0,0 0 85 0,0 0-657 16,-14 27-799-16</inkml:trace>
  <inkml:trace contextRef="#ctx0" brushRef="#br0" timeOffset="80165.56">18345 8911 3638 0,'-3'-8'101'16,"1"4"52"-16,2 4 20 0,-6-7 5 0,6 7-1 0,0 0-5 0,-4-3 2 0,4 3 23 0,0 0 7 16,0 0-10-16,-1 17-21 0,1-8-15 0,0 4-14 15,0-1 12-15,0 2-14 0,0 1-4 16,1 2-22-16,-1 0-4 0,0-3-24 0,-1 0-5 15,1-1 17-15,-2-1-15 0,2 0 0 16,0-3-3-16,0-1 15 0,0-8 13 16,0 9 20-16,0-9 8 0,0 0-6 0,0 0-18 15,0 0-8-15,0 0-12 0,18-24-9 16,-8 7-3-16,3-7-14 0,3-2-56 16,-1 8-12-16,1-4 0 0,-4 3 0 0,-2 5 0 15,-2 2 0-15,-1 5 0 0,3-1 0 16,-5 6 0-16,-5 2 0 0,20 0 0 15,-20 0 0-15,21 6 0 0,-12 0 0 0,2 2 0 16,1 3 0-16,-3 1 0 0,2 0 0 16,2 5 0-16,-6-5 0 0,-2 1 0 0,4-1 0 15,-6 0 0-15,-1-1 0 0,0-3 0 16,2-1 0-16,-2 1 0 0,-2-8 0 0,2 9 0 16,-2-9 0-16,0 0 0 0,0 0 0 15,0 0 0-15,25-21 0 0,-16 11 0 16,10-14 0-16,4 0 0 0,-1 1 0 0,1 2 0 15,1 4 0-15,-8 5 0 0,0 0 0 16,-1 5 0-16,-1 2 0 0,-3 2 0 0,-2 3 0 16,-9 0 0-16,21 8 0 0,-12-3 0 15,2 3 0-15,-4 3 0 0,0 1 0 16,2 2 0-16,-6 3 0 0,5-2 0 0,-5-1 0 16,5 1 0-16,-5-3 0 0,4 2 0 15,-3-2 0-15,1-4 0 0,-1 1 0 0,0-1 0 16,-1-3-270-16,4-1-375 0,-2 0-202 15,-5-4-15-15,0 0 86 0,22-8-853 0,-11 3-1069 16</inkml:trace>
  <inkml:trace contextRef="#ctx0" brushRef="#br0" timeOffset="80366.52">19337 8736 5039 0,'0'0'296'0,"0"0"24"0,-10-5 30 0,10 5 14 0,0 0-18 15,0 0-17-15,0 0-34 0,0 0-24 0,13-9-31 16,-13 9-24-16,22 0-91 0,-10 0-125 16,2 0 0-16,1 0 0 0,-1 0 0 15,1 0-135-15,-1 2-279 0,-3 0-140 16,2-1-168-16,-1 4-130 0,-5 1 78 0,0 0-838 16,-5 3-1052-16</inkml:trace>
  <inkml:trace contextRef="#ctx0" brushRef="#br0" timeOffset="80549.11">19365 8957 4809 0,'-9'9'160'0,"1"-4"64"16,0 0 55-16,3-2 48 0,5-3 40 16,-8 6 41-16,8-6 25 0,0 0-10 0,0 0-18 15,0 0-49-15,0 0-356 0,0 0 0 16,0 0 0-16,24 5 0 0,-24-5 0 0,23-2 0 16,-9 0 0-16,-1 1 0 0,1 1 0 15,-1-2 0-15,0 0 0 0,-3 0 0 16,1 1-371-16,-2-1-304 0,2 0-132 15,-11 2-40-15,11-3 86 0,-11 3-848 0,5-2-1048 16</inkml:trace>
  <inkml:trace contextRef="#ctx0" brushRef="#br0" timeOffset="81335.69">20502 8674 4097 0,'0'0'-174'0,"9"-1"59"0,-9 1 48 0,0 0 48 0,9-4 48 0,-9 4 34 0,7-4 35 0,-7 4 16 0,12-6 18 16,-8 3 13-16,2-3 5 0,-1 3 5 15,-1-2 3-15,1-1-5 0,-5 6 0 16,9-11-12-16,-6 6-6 0,-1-2-3 0,0-3-7 15,2 2-10-15,-4-1-13 0,0-3-10 16,0 0-7-16,-4 3-2 0,2-1-9 0,-1 0-13 16,-3 3-4-16,0-3-8 0,-4 5-5 15,-1 2 1-15,-3 1-8 0,-6 2-6 0,-1 5-1 16,-12 6-6-16,-1 2-3 0,6 3 4 16,-1 1-2-16,4 1-9 0,4-1 5 0,6 0-8 15,8-5 2-15,4 3 1 0,6-3 4 16,2 0 6-16,6 3 1 0,12 6-5 15,4-6 2-15,2 4-2 0,-1-4-4 0,-2 2 6 16,5-3 16-16,-6 3-1 0,-6-5 24 16,1 0 16-16,-8 0 26 0,1-3 11 15,-2-1 18-15,-2 4 12 0,-6-3 10 0,1 2 6 16,0-1-1-16,-6-2-7 0,0 0-133 16,-2 5-19-16,-5-1 0 0,0-2 0 0,-7 4 0 15,-1-2 0-15,-4-3 0 0,-5 3 0 16,1-4 0-16,0-1 0 0,4-2 0 0,2-3 0 15,1 0 0-15,6-4 0 0,-1 0 0 16,-1-3 0-16,3 1 0 0,0-2 0 16,4 1-305-16,3-2-240 0,3-2-112 15,1 2-187-15,1 0 50 0,7-1 77 0,0-2-755 16,7-3-921-16</inkml:trace>
  <inkml:trace contextRef="#ctx0" brushRef="#br0" timeOffset="81816.02">20878 8705 4130 0,'0'-7'38'0,"0"7"36"0,0 0 26 0,0 0 15 0,0 0 12 0,0 0 19 16,0 0 16-16,0 0 7 0,-17 21-4 0,13-11 0 16,2 4-17-16,1-1-10 15,1 3-20-15,0-1-10 0,0-1-14 0,0 3-5 16,0-2-9-16,3 3-3 0,1-6-11 15,0 1-1-15,-1-3 0 0,4 2 9 0,-2-4 0 16,5-3 9-16,-3-1-16 0,1 0 0 16,3-4-11-16,-11 0-4 0,27-4 0 0,-12 0-3 15,1-4-7-15,-3 4-8 0,0-3-5 16,-2 1 4-16,3 0-3 0,-6 4-8 16,-1-2 4-16,0 4-3 0,-7 0 6 15,13-2 5-15,-13 2-3 0,0 0-2 0,16 2 0 0,-8-2 5 16,0 4-6-16,-3 0-5 15,5 0-3-15,0-1 4 0,-3 0 10 0,4-1-6 16,3 0 1-16,3-2-3 0,-2-2 1 0,2-2 7 16,2 3 19-16,1-2 20 0,-3-1 7 15,0-2 11-15,0 2-4 0,-2-3 5 16,-2-1-88-16,3-5-4 0,-3 0 0 0,1-3 0 16,-3-10 0-16,2-1 0 0,-1-6 0 15,-5-1 0-15,4 3 0 0,-2 5 0 0,-6 6 0 16,-1 5 0-16,0 1 0 0,0 3-32 15,-2 3-266-15,-4 2-71 0,4 6-77 0,-5-7-69 16,5 7-102-16,0 0-178 0,0 0 58 16,-29 17 86-16,21-5-618 0,-2-3-729 15</inkml:trace>
  <inkml:trace contextRef="#ctx0" brushRef="#br0" timeOffset="82482.75">20966 8738 3285 0,'-2'-14'28'0,"2"2"63"0,0 3 56 0,-4-1 43 0,2 3 43 0,0 0 39 0,2 7 12 16,-6-8 3-16,6 8-9 0,-1-7-15 0,1 7-22 16,0 0-13-16,0 0 16 0,0 0 12 15,0 0-2-15,-15 28-10 0,13-12-15 0,2 3-3 16,2 5-19-16,-2 0-19 0,5 9-15 15,3-2-1-15,-1 2-1 0,5-2-171 0,1-4 0 16,3 0 0-16,0-3 0 16,2-3 0-16,-1-4 0 0,-2-7 0 0,0-1 0 15,3-6 0-15,-2 0 0 0,6-3 0 16,3-3 0-16,-1-4 0 0,9-3 0 0,-1-2 0 16,-1-3 0-16,-5-3 0 0,1-2 0 15,-3-4 0-15,5-8 0 0,-4-5 0 0,-6-3 0 16,1-4 0-16,-6-2 0 0,-4 6 0 15,0 3 0-15,-5 1 0 0,1 7 0 0,-2 7 0 16,-3 5 0-16,-1 2 0 0,0 3 0 16,-1 2 0-16,-3 6 0 0,-2 0 0 0,6 4 0 15,-14 0 0-15,14 0 0 0,-16 10-416 16,7 1-273-16,-2 1-210 0,6 0 61 0,1-1 88 16,6 5-814-16,4-1-1007 15</inkml:trace>
  <inkml:trace contextRef="#ctx0" brushRef="#br0" timeOffset="83131.55">21627 8748 4295 0,'-4'-7'119'0,"2"2"43"0,2 5-4 0,-2-7-8 0,2 7 9 0,0 0 48 0,0 0 42 0,0 0 1 15,0 0-10-15,-9 24-28 0,7-12-20 0,0 2-15 16,2 4-25-16,-1-1-7 16,-1 0-16-16,0-1-17 0,-3 2-13 0,3 1-9 15,-1-2-5-15,-3 0-13 0,2-3-5 16,1 3-8-16,-3-3-10 0,4-4 2 0,1-2-6 16,-2 1 9-16,3-9 17 0,-2 7-3 15,2-7-5-15,0 0-7 0,0 0-6 0,14-26-6 16,2-1-8-16,4 1-12 0,1-2-24 15,-1 3 0-15,2 0 0 0,-8 9 0 0,-2 2 0 16,-2 3 0-16,2 5 0 0,-5-2 0 16,0 4 0-16,-7 4 0 0,18 1 0 0,-18-1 0 15,18 7 0-15,-7 1 0 16,-2-1 0-16,2 3 0 0,-3 2 0 0,-2-5 0 16,-1 4 0-16,3-4 0 0,-3 2 0 15,2-3 0-15,-2 2 0 0,-3-4 0 0,-2-4 0 16,9 8 0-16,-9-8 0 0,8 4 0 15,-8-4 0-15,0 0 0 0,23-12 0 0,-9 2 0 16,1-1 0-16,6-9 0 0,-6 7 0 16,0 0 0-16,-4 3 0 0,1 3 0 0,-1 0 0 15,-1 5 0-15,-5-2 0 0,-5 4 0 16,20 1 0-16,-20-1 0 0,21 9 0 16,-12-3 0-16,0 3 0 0,3 0 0 15,-1 0 0-15,2-2 0 0,-1 2 0 0,-1-2 0 16,3 1 0-16,-1-2 0 0,1-2 0 15,1-3 0-15,1-1 0 0,-2 0 0 0,4-3 0 16,-1 0 0-16,-2-4 0 0,4-2 0 16,-4-2 0-16,0 2 0 0,-1-5 0 0,-3 1 0 15,1-5 0-15,-3-3 0 0,-1 1 0 16,-3 1 0-16,2 5 0 0,-5 2 0 0,1 0 0 16,-3 5 0-16,0-2-961 15,0 9 21-15,-3-6 94 0,3 6-1005 0,0 0-1278 0</inkml:trace>
  <inkml:trace contextRef="#ctx0" brushRef="#br0" timeOffset="84082.3">23174 8760 5223 0,'-16'-4'20'0,"-4"-2"34"0,5 4 37 0,2 0 42 0,3 0 54 0,3 1 33 16,7 1 4-16,-12-2-5 0,12 2 5 0,0 0-11 16,0 0-10-16,0 0-16 0,0 0-17 15,0 0-17-15,53-2-16 0,-13 4-13 16,5 0-16-16,-2-1-13 0,-1 1-11 15,0 0-65-15,-10 0-83 0,-7-2-88 0,-2 1-91 16,-4-1-86-16,-3 0-95 0,-2-1-88 16,0-1-120-16,-1 0-148 0,1-5 70 0,-1 2 66 15,-6-2-580-15,2-1-686 0</inkml:trace>
  <inkml:trace contextRef="#ctx0" brushRef="#br0" timeOffset="84331.74">23407 8448 3412 0,'-9'-15'87'0,"-1"4"26"0,0 4 32 0,7 0 23 16,-3 2 28-16,2 2 22 0,4 3 4 0,0 0-1 16,0 0 19-16,0 0 44 0,-17 10 8 15,13 9-13-15,1 13-20 0,-3 8-21 16,0 4-25-16,-4 10-18 0,7 1-18 16,-5 1-14-16,3-3-16 0,1 0-13 0,-1-8-15 15,2-3-12-15,-1-1-11 0,0-6-8 16,2-6-9-16,1-4-10 0,-1-7-9 0,2 1-5 15,-2-4-5-15,2-1-9 0,0-5-17 16,0-1-44-16,0 0-67 0,0-8-96 0,4 7-100 16,-4-7-128-16,0 0-137 0,23-23-182 15,-3 0-77-15,7-2 77 0,3-8-764 16,4-2-940-16</inkml:trace>
  <inkml:trace contextRef="#ctx0" brushRef="#br0" timeOffset="84931.56">24431 8206 4234 0,'-11'-10'87'0,"6"0"13"0,-1 3-2 16,1 1-1-16,-1 5-7 0,6 1-4 0,0 0 23 15,-23 14 31-15,6 10 33 0,-4 5 5 16,-4 12-5-16,-1 0-14 0,-1 7 15 15,0 2 1-15,-2-2-7 0,3 0-1 16,3-3-11-16,0-2-4 0,6-4-10 0,2-10-4 16,4-7-20-16,3-7-12 0,2-2 1 15,2-3 5-15,1 0 8 0,-1-3 12 0,4 1 9 16,0-8-14-16,0 0-6 0,0 0-15 16,0 0-101-16,7-29-5 0,4 0 0 0,11-10 0 15,-3-5 0-15,3-3 0 0,5-7 0 16,0-2 0-16,0 1 0 0,-1 4 0 15,-2 6 0-15,-6 14 0 0,0 4 0 0,-9 9 0 16,0 3 0-16,-1 7 0 0,0 6 0 16,-8 2 0-16,13 12 0 0,-5 1 0 15,-1 5 0-15,6 11 0 0,3 6 0 0,2 8 0 16,4 1 0-16,3 2 0 0,3-1 0 16,5-3 0-16,-1-1 0 0,-2-4 0 0,3-3 0 15,-10-8 0-15,0-5 0 0,-6-6 0 16,-3-3 0-16,-2-4 0 0,-2 3 0 0,0-6 0 15,-5 2 0-15,1-4 0 0,-6-3 0 16,0 0 0-16,5 3 0 0,-5-3 0 0,0 0 0 16,0 0 0-16,-32-13 0 0,9 8 0 15,-13-4 0-15,-4 4 0 0,-3 0 0 16,-3 1 0-16,-2 3 0 0,6-1 0 0,0 4 0 16,8-2 0-16,8 1 0 0,2 1 0 15,5 0 0-15,2-2 0 0,3 2 0 0,2-2 0 16,2 0 0-16,10 0 0 0,-17 1 0 15,17-1 0-15,0 0 0 0,0 0-436 16,0 0-372-16,0 0-101 0,30-7 86 0,-7 2-951 16,13-2-1203-16</inkml:trace>
  <inkml:trace contextRef="#ctx0" brushRef="#br0" timeOffset="85232.03">24876 8386 4893 0,'5'-15'63'0,"-5"5"52"0,1-2 20 0,-1 7 15 0,0-1 24 0,0 6-3 0,0 0 68 0,0 0 41 16,0 0 20-16,2 23 1 0,-4 1-3 15,-1 15-10-15,-4 0-20 0,-2 14-22 0,2-1-20 16,-5 1-182-16,4-3-44 0,3-9 0 16,1-2 0-16,0 3 0 0,4-7 0 0,0-3 0 15,4-8 0-15,0-1 0 16,-1 2 0-16,3-7 0 0,-1 1 0 0,4-7 0 15,0-1 0-15,2-6 0 0,1-2 0 16,3-3 0-16,2-2 0 0,-2-1 0 0,3-4 0 16,-2-2 0-16,6-1 0 0,-3-2 0 15,2-5-226-15,-4 4-467 0,-3-1-169 0,-5-1 13 16,-2 3 77-16,-1 0-857 0,-4 3-1067 16</inkml:trace>
  <inkml:trace contextRef="#ctx0" brushRef="#br0" timeOffset="85432.02">24820 8254 4640 0,'-16'-14'122'0,"5"5"56"0,1 1 26 0,2 1 15 0,3 2 51 16,1-2 28-16,4 7 9 16,0-8-9-16,0 8-25 0,13-11-29 0,3 3-20 15,7 1-26-15,-1 0-18 0,8-2-18 16,6 3-54-16,-2 2-84 0,-10 3-92 0,-1-1-102 15,0 2-104-15,2 3-125 0,-3 3-122 16,3 0-146-16,-7 5-124 0,-6 1 68 0,0-1-752 16,-10 3-922-16</inkml:trace>
  <inkml:trace contextRef="#ctx0" brushRef="#br0" timeOffset="86865.53">25507 8457 3958 0,'-9'-1'50'0,"9"1"52"0,0 0 21 0,-10-5 17 0,10 5 23 0,0 0 40 0,0 0 35 16,0 0 38-16,-6-3 21 0,6 3 13 0,0 0-11 15,0 0-20-15,16-9-24 0,-7 6-26 16,5-1-21-16,-3 1-16 0,5-1-11 15,-4 1-16-15,1 2-16 0,1-1-13 0,-3 2-6 16,-11 0-22-16,22 3-108 0,-11 4 0 16,-3 5 0-16,-1 5 0 0,-5 6 0 15,4 0 0-15,-4 4 0 0,-2 2 0 0,-4 10 0 16,2 0 0-16,-2 1 0 0,3-1 0 16,-1 0 0-16,0-2 0 0,-2-2 0 0,1-6 0 15,0-4 0-15,1-4 0 0,0-1 0 16,-2-1 0-16,2-2 0 0,1-3 0 0,-1-1 0 15,0-1 0-15,-2-2 0 0,2-3 0 16,1 0 0-16,1-7 0 0,-11 5 0 0,11-5 0 16,-13-1 0-16,6-6 0 0,-3-4 0 15,-1-4 0-15,-5-11 0 0,5-5-247 16,0-2-754-16,4-9 93 0,6-4 103 0,2-13-974 16,8 1-1208-16</inkml:trace>
  <inkml:trace contextRef="#ctx0" brushRef="#br0" timeOffset="87032.04">25702 8313 4786 0,'0'-12'58'16,"0"4"66"-16,0 8 58 0,-2-11 57 15,0 3 36-15,2 8 24 0,-3-10 10 0,3 10-20 16,0-10-31-16,0 10-29 0,-1-9-24 16,1 9-25-16,0 0-25 0,0-10-64 15,0 10-109-15,1-4-118 0,-1 4-149 16,12-3-179-16,-12 3-223 0,24-2-132 0,-10 1 77 15,8 1-798-15,2-2-984 0</inkml:trace>
  <inkml:trace contextRef="#ctx0" brushRef="#br0" timeOffset="87382.58">26174 8114 4152 0,'-7'-7'88'0,"1"2"49"15,0 1 18-15,6 4 15 0,-10-3 24 16,10 3 31-16,0 0 35 0,0 0 24 15,0 0 17-15,0 0-1 0,0 0-20 16,0 0-27-16,0 0-25 0,22 27-23 0,-8-16-20 16,9 9-17-16,1 2-16 0,-1 4-17 15,5 8-12-15,-3 3-14 0,-8-6-22 0,0 13-87 16,-6-6 0-16,-1 10 0 0,-7-4 0 16,2 1 0-16,-3 1 0 0,-2 1 0 0,-4-1 0 15,0-2 0-15,-4-3 0 0,-5 7 0 16,-1-11 0-16,1-2 0 0,0 0 0 0,-2-4 0 15,-5 0 0-15,7-4 0 0,-2-2 0 16,2-7 0-16,2-3 0 0,-5-1 0 0,0-1 0 16,2-3 0-16,-6-1 0 0,0-2 0 15,-1-2 0-15,-4-1 0 0,0-3 0 0,3 2 0 16,-2-3 0-16,1-3 0 16,4 3 0-16,0-1-814 0,0 2-133 0,1-1 84 15,2 0-1030-15,5 0-1317 0</inkml:trace>
  <inkml:trace contextRef="#ctx0" brushRef="#br0" timeOffset="101746.54">17983 9989 2985 0,'14'-4'343'0,"-7"1"-77"0,1 1-40 0,-2 0-22 0,-6 2 0 0,0 0-3 0,11-2-10 0,-11 2-5 0,0 0 14 15,0 0 1-15,0 0 1 16,11-4 0-16,-11 4-6 0,0 0-4 0,0 0-6 16,0 0-13-16,9-4-19 0,-9 4 1 15,0 0-14-15,3-6-10 0,-3 6-18 0,0 0-12 16,4-6-7-16,-4 6-7 0,4-6-12 15,-4 6-9-15,-2-11-5 0,-2 5-8 0,1-3-8 16,-4 0 1-16,2 1-12 0,-5 1 1 16,-1-1-15-16,-1-1 2 0,-3 2-6 0,0 4-1 15,-7 5 1-15,2-1-4 0,-12 8-4 16,-2 4-7-16,-2 3 7 0,-1 6-2 0,-5 6-7 16,4 1 24-16,11-6-5 0,-1 9-2 15,8-6 3-15,7-8-4 0,5 0-5 0,4-1 0 16,6-2 3-16,5 0 3 15,0 3-5-15,4-3-2 0,10 5-1 0,3-3 0 16,1-1 3-16,0-1 0 0,2-1-4 16,-4-4-2-16,6 2 2 0,-8-1 0 0,-2-2 2 15,-4 1 4-15,-2-4 7 0,-1 4 7 16,-1-6-1-16,-3 4-26 0,-5-3 0 0,-1 3 0 16,-2-1 0-16,-3 2 0 0,-3-1 0 15,-5 2 0-15,-5 1 0 0,-2 0 0 0,-2-2 0 16,-8 1 0-16,-5 1 0 0,8-6 0 15,4-2 0-15,5-1 0 0,0-1 0 16,1-1 0-16,3-1 0 0,12 1 0 16,-20-2 0-16,10 2 0 0,0-2 0 0,10 2 0 15,-14-3 0-15,14 3-388 0,-11-5-168 16,8 2-100-16,3 3-138 0,3-11-2 0,6 3 69 16,0-1-727-16,8-1-902 0</inkml:trace>
  <inkml:trace contextRef="#ctx0" brushRef="#br0" timeOffset="102078.86">18121 10108 4038 0,'2'-5'21'0,"-1"1"42"0,-1 4 23 0,0 0 16 0,4-7 9 0,-4 7 8 0,0 0 2 0,0 0 34 15,0 0 33-15,0 0 10 0,8 27-1 16,-7-11-3-16,2 3-7 0,1 3-17 15,1 0-14-15,5 7 9 0,2 0-5 16,1-4-2-16,-1-7-3 0,10 3-11 0,-1-3-1 16,6-4-10-16,-7-5-11 0,1-3-2 15,-3-1-7-15,-1-5 1 0,-4 0-3 0,6-3-9 16,-2-1-9-16,-2-4-8 0,-1 3-10 16,3-7-5-16,-3-2-48 0,-3-1-22 0,-2 3 0 15,-1-7 0-15,0-3 0 16,-5 3 0-16,3-8 0 0,-4 3 0 0,0-2 0 15,-1 4 0-15,-1 3 0 0,-3 2 0 16,1 5 0-16,-2 2-129 0,0 3-129 0,1 4-82 16,3 3-109-16,-11-3-115 0,11 3-183 15,-14 13-41-15,6-6 76 0,1 5-718 0,2 2-880 16</inkml:trace>
  <inkml:trace contextRef="#ctx0" brushRef="#br0" timeOffset="102662.26">18628 10099 3821 0,'-2'-9'141'16,"0"3"48"-16,2 6 17 0,-3-7 5 15,3 7-4-15,0 0 13 0,0 0 38 0,0 0 24 16,0 0-1-16,0 0-17 0,0 24-24 16,5-12-26-16,-1 5-21 0,1-1-18 0,1 4-16 15,-1-1-18-15,1-4-10 0,0 1-17 16,-2-1-11-16,0-1-9 0,0-3-7 0,-3-2 6 15,3 2-6-15,-2-5-2 0,0 1-9 16,0 1-5-16,-1-4-23 0,-1-4-48 0,5 8 0 16,-5-8 0-16,0 0 0 0,0 0 0 15,0 0 0-15,13-20 0 0,-6 7 0 16,2-5 0-16,-2 1 0 0,0-2 0 16,6 3 0-16,-2 0 0 0,-2 7 0 0,0-1 0 15,1 3 0-15,-1 2 0 0,3 2 0 16,-4 3 0-16,-8 0 0 0,18 3 0 0,-6 2 0 15,-1 0 0-15,-1 4 0 0,2 1 0 16,-3-1 0-16,-2 0 0 0,4-1 0 0,-8 2 0 16,3-1 0-16,-3-1 0 0,-1 0 0 15,0-1 0-15,2-1 0 0,-2-3 0 0,-2-3 0 16,1 7 0-16,-1-7 0 0,0 0 0 16,0 0 0-16,14-12 0 0,-8-1 0 15,3-5 0-15,11-9 0 0,-3 1 0 0,2 1 0 16,2 2 0-16,-5 3 0 0,2 10 0 15,-2 1 0-15,-5 4 0 0,-2 3 0 0,1 4 0 16,-1 3 0-16,3 4 0 0,-5 3 0 16,1 5 0-16,0 0 0 0,-3 1 0 0,3 3 0 15,-4 0 0-15,4 1 0 0,-5-1 0 16,3 0 0-16,-1 0 0 0,1 0 0 16,-1-5 0-16,-2-2 0 0,3-2 0 0,-3-3 0 15,-1 2 0-15,2-4 0 0,-2-2 0 16,1-2-164-16,-3-3-327 0,0 0-133 0,0 0-162 15,22-8-39-15,-13-2 76 0,1-4-799 16,5-1-992-16</inkml:trace>
  <inkml:trace contextRef="#ctx0" brushRef="#br0" timeOffset="102862.39">19689 10022 4267 0,'-10'-2'181'0,"10"2"64"0,0 0 33 0,-14-2 3 0,14 2 20 0,0 0 10 0,0 0-1 0,0 0-17 0,0 0-26 0,0 0-25 16,0 0-29-16,0 0-23 0,0 0-45 15,0 0-108-15,57 0-128 0,-39-2-143 0,2 0-153 16,5-1-135-16,-7-1-132 0,1 2-107 16,-6 0 47-16,3 6-714 0,-7 0-878 15</inkml:trace>
  <inkml:trace contextRef="#ctx0" brushRef="#br0" timeOffset="103047.49">19725 10249 3851 0,'-15'11'88'0,"-2"-1"74"0,5-2 59 0,5-1 45 16,-1-3 49-16,1 1 35 0,0-2 18 15,7-3 3-15,-9 8 11 0,9-8-2 0,-2 6-12 16,2-6-30-16,0 0-35 16,0 0-27-16,13 6-124 0,-13-6-152 0,23-6 0 0,-9 4 0 15,7-4 0-15,5-8 0 0,3 3 0 16,-2-3-205-16,0-3-295 0,-4 5-115 15,-7 1-160-15,0 1-43 0,-1 3 63 16,-5 2-783-16,-1 1-983 0</inkml:trace>
  <inkml:trace contextRef="#ctx0" brushRef="#br0" timeOffset="103744.55">20649 10011 3970 0,'0'0'-72'0,"0"0"61"0,0 0 48 0,0 0 56 15,0 0 50-15,0 0 43 16,-7-10 36-16,7 10 34 0,0 0 19 0,0 0 10 16,-4-8 0-16,4 8-1 0,-2-6-7 15,2 6 2-15,0 0-2 0,0 0-1 0,0 0-2 16,-1-7-11-16,1 7-19 0,0 0-22 15,-2-12-96-15,2 12-126 0,0-12 0 0,0 4 0 16,0 8 0-16,0-17 0 0,0 7 0 16,2 1 0-16,-1-1 0 0,1 0 0 0,4-1 0 15,1 1 0-15,5 0 0 0,-1 1 0 16,3 4 0-16,5 2 0 0,-2-1 0 16,3 4 0-16,2 6 0 0,1 2 0 15,5 7 0-15,-4 6 0 0,-6 3 0 0,0 1 0 16,-7 4 0-16,-8 4 0 0,-4-3 0 15,-7 8 0-15,-9 4 0 0,-7 1 0 0,-7-2 0 16,-4-1 0-16,1-5 0 0,1-2 0 16,8-10 0-16,3-5 0 0,8-5 0 0,3-1 0 15,1-6 0-15,5-2 0 0,-1-4 0 16,6 0 0-16,0 0 0 0,0 0 0 0,0 0 0 16,16-24 0-16,-7 17 0 0,2-1 0 15,3 2 0-15,1 0 0 0,2 2 0 0,5 2 0 16,-2 2 0-16,1-2 0 0,2 2 0 15,4 2 0-15,1 2 0 0,0-2 0 0,-3 2 0 16,2 0 0-16,-2 0 0 0,-4-1 0 16,-4-3 0-16,1 3 0 0,-2-1 0 15,-4 0 0-15,-1 0 0 0,-2-1 0 0,2 1-85 16,-11-2-717-16,11 2-125 0,-11-2 67 16,7 6 91-16,-5 0-846 0,-2-6-1054 0</inkml:trace>
  <inkml:trace contextRef="#ctx0" brushRef="#br0" timeOffset="105912.05">18196 11428 4445 0,'3'-16'-29'0,"-1"3"32"16,0 3 39-16,0 2 25 0,-2 3 7 0,0 5-9 0,2-7-6 0,-2 7-4 0,0 0 20 16,0 0 25-16,0 0-1 0,7 32 5 0,-3-11-9 15,3 11-9-15,1 0-9 16,0-1-6-16,-3 3-6 0,3-1-8 0,-5-6-5 16,4-3-2-16,-3-1-10 0,-1-2-5 15,-1-3-7-15,0-1-64 0,2-3-78 0,-4-2-96 16,2-1-88-16,-1-5-121 0,-1-6-196 15,0 4-25-15,0-4 62 0,0 0-410 16,0 0-465-16</inkml:trace>
  <inkml:trace contextRef="#ctx0" brushRef="#br0" timeOffset="106078.37">18323 11125 2779 0,'0'-18'36'0,"0"7"12"16,0-2 22-16,0 5 5 0,0 1 2 0,-2 0 4 15,2 7-19-15,0-9-13 0,0 9-7 16,0 0-3-16,0 0-70 0,0 0-93 0,0 0-141 16,0 0-228-16,-6 29 14 0,6-12-190 15,-2 3-164-15</inkml:trace>
  <inkml:trace contextRef="#ctx0" brushRef="#br0" timeOffset="106378.07">18618 11346 2066 0,'3'1'130'0,"2"4"-14"0,-5-5 5 16,6 16 58-16,-4-5 34 16,-2 3 14-16,-2 3 11 0,2 5 7 0,-2 1-4 15,2 2-19-15,0 2-22 0,0-3-16 16,0 0-20-16,0-6 5 0,0 2-15 0,0-2-11 16,0-2-16-16,-2-3-15 0,2-1-6 15,0 3-12-15,-2-6-7 0,2-2 15 0,0-7 12 16,0 10-1-16,0-10-14 0,0 0-6 15,0 0-13-15,0 0-4 0,-5-26-17 0,8 1-6 16,-1-13-5-16,7-16-2 0,2-2-11 16,1-4-9-16,1-3-19 0,5 5-19 15,-3 3-23-15,0 6-28 0,-5 12-38 0,-1 7-44 16,-4 6-81-16,2 8-94 0,-2 3-75 16,-3 4-88-16,2 2-148 0,0 3-12 15,-4 4 60-15,0 0-387 0,0 0-448 0</inkml:trace>
  <inkml:trace contextRef="#ctx0" brushRef="#br0" timeOffset="106561.18">18524 11565 2686 0,'-11'8'123'0,"-1"-2"28"0,7-1 32 0,-1-3 25 16,6-2 24-16,0 0 15 0,0 0-1 16,0 0-7-16,0 0-19 0,11-21-21 0,3 13-17 15,8-3-22-15,6 0-10 16,6-3-20-16,4 0-14 0,4 4-49 0,0 1-105 15,0-1-143-15,2 4-163 0,1 2-208 16,-1 0-112-16,-11 4 52 0,11 4-459 0,-7 2-542 16</inkml:trace>
  <inkml:trace contextRef="#ctx0" brushRef="#br0" timeOffset="107093.85">19725 11367 2921 0,'10'-7'18'15,"-7"-2"28"-15,-1 2 17 0,0-2 41 16,2 3 41-16,-4 0 20 0,0 6 11 0,-2-13 6 16,-2 6-3-16,2 2-9 15,-1 0-11-15,-3-1-14 0,6 6-14 0,-17-3-13 0,4 5-11 16,-5 1-9-16,-2 4-16 16,-11 5-2-16,-1 2-11 0,2 4-6 0,-3 2-5 15,6 0-9-15,2 3-1 0,4-1-9 16,6-4-3-16,5 0 0 0,7-5-5 0,1 1-1 15,4 0 0-15,5 1-3 0,7-1-3 16,5 3-2-16,9 0-3 0,1-2-1 16,3-1 0-16,3-2-2 0,-3-1-2 0,1 1-4 15,-8-4 2-15,-7 1-3 0,-2-3 1 0,-5 4 11 16,2-2 19-16,-7-2 20 0,0 3 18 16,-2-1 15-16,-6 0 0 0,0 1-1 15,-4 0-10-15,-4 2 1 0,3-1-21 16,-10 1 5-16,1 1-2 0,-5-4-12 0,3 1-17 15,-5-3 10-15,-1 0-9 0,8-5-7 16,-4 0-52-16,3-1-77 0,-2-2-94 0,2-4-120 16,0 0-114-16,3-3-129 0,3-1-174 15,2 0 48-15,3-1 68 0,2 1-467 0,4 2-553 16</inkml:trace>
  <inkml:trace contextRef="#ctx0" brushRef="#br0" timeOffset="107427.16">19822 11468 3063 0,'6'-5'75'0,"0"1"6"0,-6 4-3 16,8-2-1-16,-8 2-9 0,0 0 56 15,0 0 39-15,7 15 16 0,-5-4-18 16,0 0-13-16,2 5-15 0,-1 0-11 0,-1-2-11 16,5 4-12-16,-4-1-10 0,5 4-7 15,-5-6-7-15,7 4-8 0,-4-5-7 0,2 0-6 16,-3-4-5-16,2 1-1 0,-3-3 5 15,5-2 0-15,-4-2 3 0,2-2-5 0,-7-2-4 16,20-3-3-16,-7-4 6 0,3-6 3 16,4-5 0-16,-1-5-5 0,2-6-2 0,0 0 11 15,-4-2 4-15,0 0 3 16,2-4-5-16,-6 6-7 0,1 0 3 0,-5 10 3 16,0 1-5-16,-6 6-4 0,1 3-11 15,0-1-2-15,-1 3-8 0,-1 0-5 0,0 2-8 16,-2 5-2-16,4-8-44 0,-4 8-68 15,0 0-101-15,0 0-123 0,0 0-145 0,0 0-189 16,0 0-33-16,0 0 67 0,0 0-510 16,5 19-600-16</inkml:trace>
  <inkml:trace contextRef="#ctx0" brushRef="#br0" timeOffset="107994.02">20244 11465 3439 0,'0'-6'153'0,"0"6"-2"0,2-5-17 15,-2 5-14-15,0 0 8 0,0 0 29 0,0 0 17 16,0 0-12-16,13 24-17 0,-12-14-12 16,6 6-14-16,-3 1-12 0,-3 0-12 0,3 0-6 15,-2 0-13-15,0 0-3 16,-4-1-8-16,0 0-6 0,-2 0-8 0,1-1-4 15,-4 3-3-15,4-7-4 0,-1 1-2 16,2-4-3-16,0-4 0 0,0 1 12 0,2-5-3 16,0 0-7-16,0 0-1 0,27-17-6 15,-6-6-1-15,3-3-3 0,10-5-4 0,-7 0-3 16,0 6 1-16,0 6-4 16,-8 4 0-16,-2 7 1 0,-3 3 2 0,-1 4 1 0,-3 2-1 15,-10-1-1-15,20 7 3 0,-10 4-4 16,1-3-1-16,-1 4-1 0,-5 0-5 0,4 0 1 15,-4 2 0-15,-1-2-4 0,-1-2-1 16,-1 0 1-16,2 1-1 0,-2-3-1 16,-2-1 2-16,0-7 2 0,3 10 2 15,-3-10 1-15,3 8 1 0,-3-8-8 0,0 0 3 16,0 0-1-16,29-27-3 0,-16 13 0 16,10-9 3-16,-3 0 0 0,5 5-5 15,-2 0 8-15,-5 5-5 0,-3 6-3 0,-4 2 8 16,1 0 2-16,-5 5 0 0,-7 0 2 15,20 6 0-15,-13 0-4 0,-1 1 4 0,-1 3-6 16,2 0-4-16,-4 0 6 0,1 1-4 16,2 0 5-16,-5 2-16 0,5 0-50 0,-2-2-55 15,-1-1-72-15,4 0-103 16,-4-1-115-16,-1-4-142 0,4 2-172 0,-1-3 50 0,6-2 75 16,-11-2-475-16,14 0-536 15</inkml:trace>
  <inkml:trace contextRef="#ctx0" brushRef="#br0" timeOffset="108310.31">21424 11238 3186 0,'-4'-5'170'0,"4"5"-16"0,0 0-13 0,0 0-4 0,0 0 71 0,0 0 39 0,0 0 19 0,0 0-7 0,9 18-27 15,0-5-15-15,5 0-17 0,6 8-20 16,4-2-23-16,-1 1-18 0,0-1-27 16,-1 4 4-16,-3-1-13 0,3-1-5 0,-6 2-15 15,-2 3-9-15,-7-4-8 0,-1 0 0 16,-4-1-11-16,-8 5 6 0,-3 6-5 0,-7 1-6 16,-9 4 2-16,-5-2-1 0,-2-2-8 15,-4-2-4-15,0-6-3 0,7-4-4 16,-2-2 1-16,6-4-10 0,4-5-47 0,8-1-79 15,2-6-98-15,3 1-155 0,0-2-154 16,8-2-208-16,0 0-22 0,-3-11 63 0,6 1-620 16,10-4-755-16</inkml:trace>
  <inkml:trace contextRef="#ctx0" brushRef="#br0" timeOffset="108894.09">22107 11504 4002 0,'0'0'167'16,"-4"-6"-17"-16,4 6-14 0,0 0-10 16,0 0 4-16,-5 13 5 0,5-3-12 0,0-2-13 15,-2 2-9-15,4 4-10 0,-2 0-8 16,2-1-7-16,-4 0-7 0,2 0-9 15,-2-1-6-15,0 3-4 0,0-4-9 0,-1-1-4 16,-4 3 2-16,5-5-2 0,0-2-3 16,1 2 1-16,1-8 17 0,0 0-6 15,0 0-3-15,0 0-8 0,0 0-5 0,28-37 4 16,-5 10-6-16,6-5 0 0,3-1-8 16,3 6 3-16,-9 4 0 0,-1 7-4 0,-2 5 4 15,-8 4 1-15,3 3 4 0,-5 4 7 16,-2 2-1-16,3 4 5 0,-3 2-5 15,1 4-1-15,-1 3-3 0,-4 3-7 0,3-1-1 16,-4 2 2-16,-2-4-4 0,-3 1-6 16,5-3 3-16,-4-1 0 0,0-2-5 15,1-1 1-15,-1-2 0 0,3 0 3 0,-1-3 1 16,-4-4-4-16,7 2 2 0,-7-2-4 16,19-4-4-16,-8-4 4 0,11-4-6 0,4-5-1 15,2-2 3-15,1-3 2 0,-1 2-5 16,1-2 4-16,0 5-3 0,-8 5 10 0,-6 5 9 15,0 0 7-15,-3 3 12 0,0 1 9 16,-5 1 3-16,-7 2 1 0,19 4 0 0,-15 1-6 16,3 3-2-16,-1 1-1 15,-2-1-7-15,-1 3-10 0,4 0-4 0,-3 0-7 0,-3 1 5 16,1-2-39-16,0 2-74 16,2-3-88-16,-2-1-115 0,-1-1-133 0,1 1-146 15,4-4-228-15,-1 1 73 0,-5-5 67 16,11 5-605-16,-11-5-725 0</inkml:trace>
  <inkml:trace contextRef="#ctx0" brushRef="#br0" timeOffset="109260.15">23030 11403 3561 0,'-6'-6'112'0,"2"2"26"0,4 4 15 0,-6-3 26 0,6 3 40 0,0 0 37 0,0 0 27 0,0 0 4 15,0 0-11-15,0 0-16 0,12 20-3 16,-6-11-32-16,-2 2-15 0,-1-2-23 15,-1 6-15-15,0-4-15 0,-4 4-19 16,2-2-11-16,-2-1-16 0,0 0-8 0,-3 4-12 16,-7-3-9-16,-3 1-6 0,-8 3-9 15,-2-1-9-15,-4-3-4 0,1-1-11 0,-5 0-35 16,1-3-46-16,7-4-38 0,7-2-16 16,2-4-14-16,7-5-20 0,0-4-9 0,7-5 12 15,2-4 15-15,9-15 9 0,4 0 12 16,4 4 9-16,3 4 11 0,2 5 10 0,-4 6 21 15,-4 7 28-15,4 2 17 16,-3 6 10-16,0 0 14 0,0 4 7 0,5 5 13 16,-1 1 8-16,-2 0-10 0,-2 3-6 15,2-1-5-15,-1 2-3 0,-2 1-5 0,0-2-4 16,-3-2-10-16,1 0-77 0,-1 0-94 16,-1-1-144-16,0 0-166 0,-1-3-210 0,-2 3-87 15,3-4 67-15,0 0-675 0,-3-2-822 16</inkml:trace>
  <inkml:trace contextRef="#ctx0" brushRef="#br0" timeOffset="109510.82">23339 11379 4043 0,'-8'-10'193'16,"4"5"34"-16,0 1 33 0,4 4 54 15,-6-6 41-15,6 6 33 0,0 0-11 0,0 0-11 16,35 14-5-16,-9-1-32 0,1 3-36 15,-2 1-26-15,-2 3-26 0,-4 1-64 0,-2 2-177 16,-6-4 0-16,-5-1 0 0,-2-2 0 16,-4-1 0-16,-2 3 0 0,-4-3 0 0,-1 4 0 15,-4-4 0-15,-1 1 0 0,-3-3 0 16,-1-3 0-16,5 0 0 0,-5-4 0 0,3 1 0 16,-2-2-226-16,2-2-495 15,4-1-201-15,-2-2 62 0,11 0 100 0,0 0-839 16,0 0-1040-16</inkml:trace>
  <inkml:trace contextRef="#ctx0" brushRef="#br0" timeOffset="109727.86">23834 11306 4184 0,'2'-5'-23'16,"-2"5"55"-16,0 0 54 0,0 0 67 16,-33 12 66-16,19 2 39 0,-10 5 54 0,-2 4 19 15,1 4-1-15,-2 5-4 0,8-5-17 16,6 1-23-16,3-6-20 0,5-1-15 15,1-3-16-15,4-4-15 0,4 1-14 0,1-1-22 16,3 0-158-16,-1-4-26 0,3 1 0 0,0-4 0 16,1-1 0-16,-1-2 0 15,-3-1 0-15,2 1-8 0,2-3-425 0,-4 3-149 16,-7-4-191-16,9 3-84 0,-9-3 79 16,4 8-841-16,-4-8-1058 0</inkml:trace>
  <inkml:trace contextRef="#ctx0" brushRef="#br0" timeOffset="111459.68">20113 12653 4561 0,'3'-11'5'0,"5"3"25"0,-5 4 5 0,-1 2-3 0,-2 2-4 0,0 0 16 15,0 0 54-15,0 0 25 0,11 16 22 16,-11-3 11-16,3 1 6 0,-3 5-3 0,0 2-14 16,0-1-11-16,0 1-13 0,0 4 5 15,0 2-9-15,-3-6-12 0,3 5-12 0,3-5-4 16,-3-2-11-16,2 1-6 0,2-5-8 16,-3-1-5-16,-1-3-11 0,2-1 8 15,0-3-5-15,-2-7-6 0,8 5-9 0,-8-5 2 16,0 0-6-16,23-22-5 0,-12 5-4 15,6-9 0-15,3-3-3 0,4-9-5 16,-5 9-1-16,2 4-2 0,1 0-1 16,-8 9-6-16,-1 1-5 0,-1 5 5 0,-2 3-7 15,-1 4 2-15,-1 3 0 0,-8 0-4 16,20 5 3-16,-8 0 2 0,1 3-3 0,-2 3 5 16,3 1-8-16,-3-1 5 0,-3 1 0 15,0 2-5-15,0-2 6 0,-5-1 0 0,1 1 6 16,-2-2-7-16,0-1-3 0,-1-2 5 15,1 0 5-15,-2-7 3 0,7 5-2 0,-7-5 0 16,0 0-5-16,16-21-2 0,4-2 9 16,-4-6-11-16,11-5 3 0,2-2-1 0,-8 9-3 15,6 3-3-15,-9 3 9 0,2 6-5 16,-6 5 5-16,-1 5-8 0,-4 3 5 16,-9 2 1-16,19 5-5 0,-10 3 0 15,2 3 6-15,-2 5-5 0,-4 4 2 0,5 0-2 16,0 9 1-16,-1 1 0 0,-2-7-5 15,1 0-4-15,0 6-54 0,1-7-71 0,-1-3-80 16,-5-3-99-16,6-3-89 0,-6-3-77 16,-1-2-90-16,4-2-122 0,-1-3 17 15,1 1-587-15,-6-4-722 0</inkml:trace>
  <inkml:trace contextRef="#ctx0" brushRef="#br0" timeOffset="111826.29">21144 12675 3486 0,'5'-11'32'0,"3"4"37"0,-5 3 25 0,1 0 25 0,-4 4 0 0,5-3 27 0,-5 3 31 16,0 0 30-16,0 0 11 0,20 15 0 0,-15-7-9 16,1 5-1-16,0 0 0 0,-2 3-4 15,0 1-1-15,-2 1-4 0,-2-1 1 0,-2 1-4 16,-4 5-9-16,0-5-7 0,-3 1-13 16,-1-1-12-16,-2-1-13 0,-1 0-14 0,0-5-7 15,0 3-20-15,-2-7-11 16,3-2-9-16,-1 0-6 0,1-4-11 0,12-2-7 0,0 0-21 15,-29-12-8-15,24 0-13 0,-1-3-4 16,4-4-6-16,4-1-4 0,4 1-5 16,-1-1 3-16,4 7-3 0,0 1-2 15,0 1 1-15,1 6 2 0,1 2-2 0,5 1 2 16,1 6 3-16,6 0-2 0,7 5 0 16,1 5 5-16,1-2 4 0,0 1-7 15,2 3-1-15,-5-3 1 0,3-1-3 0,-5 0-16 16,-4-3-49-16,-4-1-46 0,-3-4-37 15,-2 2-34-15,-2-3-43 0,-2-1-76 0,-1-2-84 16,-9 0-80-16,0 0-91 0,17-5-126 16,-17 5-40-16,2-6 57 0,-2 6-545 0,0-8-675 15</inkml:trace>
  <inkml:trace contextRef="#ctx0" brushRef="#br0" timeOffset="112059.16">21570 12664 3613 0,'4'-5'64'16,"2"1"15"-16,1 2 35 0,-7 2 42 15,0 0 30-15,29 2 22 0,-15 4 11 0,-2 2 1 16,10 3-5-16,0 6 14 0,1-2-22 16,-4 6-9-16,0 1-12 0,-7-2-5 0,-7-1 7 15,1-1 1-15,-6-1 3 0,-2 1 1 16,-3 1-12-16,-3 3-10 0,-8 1-12 16,-2 3-19-16,-1-4-15 0,-3-5-11 15,4-1-16-15,0-6-8 0,5-3-11 0,-2 0-19 16,4-4-73-16,0-1-91 0,11-2-98 15,-14-5-93-15,8-4-107 0,6-1-92 16,0-5-69-16,7-6-76 0,8-6-85 0,8-2 30 16,4-6-641-16,4 6-790 0</inkml:trace>
  <inkml:trace contextRef="#ctx0" brushRef="#br0" timeOffset="112276.22">21928 12659 3468 0,'12'-8'-6'0,"-5"-1"66"0,1 1 55 0,-5 4 32 15,-3 4 12-15,0 0 3 0,0 0 32 16,0 0 22-16,0 0 23 0,0 0 3 0,-30 29 10 15,11-8-13-15,-4 3-14 0,4 1-12 16,2 3-18-16,3-1-20 0,5-5-14 16,4-1-11-16,1-1-16 0,2-1-14 15,6-1-15-15,-2-1-1 0,1 0-14 0,5-3-24 16,-1 0-9-16,5-4-1 0,1 0-13 16,3-5-15-16,-3-1-60 0,2-1-85 0,4-3-96 15,0-2-140-15,4-1-146 0,10-6-180 16,-3-2-97-16,3 0 63 0,-3-3-657 0,2 1-823 15</inkml:trace>
  <inkml:trace contextRef="#ctx0" brushRef="#br0" timeOffset="112476.1">22424 12712 4201 0,'-16'-3'225'15,"3"1"39"-15,3 0 39 0,10 2 40 0,-15-1 38 16,15 1 5-16,0 0-11 0,-9-4-26 15,9 4-36-15,0 0-27 0,0 0-28 0,0 0-29 16,0 0-27-16,0 0-126 0,0 0-76 16,45 2 0-16,-29-4-72 0,4 2-266 0,0-2-164 15,-2 2-183-15,2 0-189 0,-3 2 67 16,2 2 84-16,-2 1-702 0,-6 2-876 0</inkml:trace>
  <inkml:trace contextRef="#ctx0" brushRef="#br0" timeOffset="112625.8">22466 12899 4074 0,'-13'6'138'0,"2"-3"56"0,4 0 47 16,7-3 47-16,-9 4 44 0,9-4 22 16,0 0 2-16,-10 3-23 0,10-3-32 15,0 0-26-15,0 0-31 0,0 0-23 0,0 0-28 16,0 0-68-16,0 0-134 0,40-1-167 16,-21-5-217-16,-2 0-235 0,14-6-222 0,-1 3 55 15,5-3 80-15,-5-1-681 0,2 1-847 16</inkml:trace>
  <inkml:trace contextRef="#ctx0" brushRef="#br0" timeOffset="112993.04">22887 12512 4121 0,'-6'-8'137'16,"6"0"31"-16,-1 1 27 0,1 7 18 16,0 0 20-16,3-10 22 0,5 7-4 0,-8 3-14 15,15-1-23-15,-15 1-11 0,22 4-20 16,-8 4-18-16,-3 3-10 0,1 3-14 0,-2 4-13 15,-5 5-13-15,-1 0-12 0,-8 4 3 16,-3 9 15-16,-5 0 19 0,-7 6 25 0,2-1 27 16,-2-8 14-16,0-3-162 0,-1-4-44 15,9-7 0-15,2-1 0 0,3-6 0 16,0 0 0-16,2-3 0 0,4-1 0 16,0-8 0-16,16 9 0 0,1-4 0 0,2-4 0 15,12 1 0-15,-1-4 0 0,12 1 0 16,-2-4 0-16,0 3 0 0,-2-4 0 0,-8 3 0 15,-5 0 0-15,2 0 0 0,-4-1 0 16,-4 0 0-16,-2 3 0 0,-6-2 0 0,0 1 0 16,-2 0 0-16,-9 2 0 0,13-4 0 15,-13 4 0-15,0 0 0 0,0 0 0 16,0 0 0-16,0 0-909 0,-33-1-52 0,12 4 108 16,-5 1-1007-16,-13 4-1284 0</inkml:trace>
  <inkml:trace contextRef="#ctx0" brushRef="#br0" timeOffset="118241.17">17263 13822 5421 0,'0'0'-11'0,"0"0"20"0,0 0 32 0,0 0 36 0,0 0 43 16,0 0 33-16,12-4 26 0,-12 4 16 0,0 0-6 15,0 0-10-15,0 0-6 0,21 0-5 16,-10 5-13-16,6 2-12 0,4 3-5 0,5 6-13 16,-1 1-12-16,2 4-5 0,-2 2-14 15,-5 6-6-15,0 0-8 0,-4 0 1 0,-3 1-4 16,-2 3 0-16,-5 0-58 0,-2-4-19 16,-4-4 0-16,-6 8 0 0,0-1 0 0,-2 1 0 15,-3-2 0-15,-3-1 0 0,2-3 0 16,-10-2 0-16,4-2 0 0,-5-3 0 15,-4-1 0-15,-2-4 0 0,-1-5 0 0,-3 1 0 16,7-8 0-16,1-1 0 0,0-4 0 16,-6-7 0-16,3-6 0 0,4-2 0 15,-1-5 0-15,3-4 0 0,-1-13 0 16,12 1-445-16,4-21-358 0,1-2-127 0,8-6 77 16,6-3-902-16,1-7-1186 0</inkml:trace>
  <inkml:trace contextRef="#ctx0" brushRef="#br0" timeOffset="118426.97">17287 13298 4849 0,'0'-15'-55'16,"0"3"59"-16,0 0 43 0,-1 0 34 15,2 2 27-15,2 0 23 0,-3 0 1 0,0-2-6 16,0 6-10-16,2-2-15 0,-2-1-9 16,0 9-22-16,4-10-5 0,-4 10-8 15,2-8-32-15,-2 8-80 0,0 0-97 16,9 0-130-16,-9 0-159 0,25 35-315 15,-20-19 91-15,-1 1 75 0,2 0-433 16,-2 2-498-16</inkml:trace>
  <inkml:trace contextRef="#ctx0" brushRef="#br0" timeOffset="118608.3">17671 13716 3160 0,'0'0'380'0,"-6"2"-2"0,6-2 7 15,0 0 6-15,0 0-23 0,0 0-42 16,0 0-30-16,0 0-30 0,33-12-31 0,-12 7-24 16,1-3-29-16,9-2-100 0,-3-1-103 15,3 1-119-15,-6 2-134 0,-8 4-140 0,0 0-145 16,-3 1-192-16,-7 6 50 0,-7-3 75 16,9 8-454-16,-9 0-550 0</inkml:trace>
  <inkml:trace contextRef="#ctx0" brushRef="#br0" timeOffset="118774.91">17671 13995 3278 0,'-11'9'158'0,"-1"-3"32"0,4 0 34 16,7-1 41-16,1-5 49 0,0 0 31 15,0 0-7-15,0 0-21 0,0 0-27 16,0 0-29-16,26-14-28 0,-11 7-24 0,4-2-24 16,3-1-18-16,6-1-25 15,1-1-89-15,2 0-98 0,-8 3-128 0,-3 1-158 0,-3 0-174 16,-2 3-215-16,1 0-42 0,-5 1 70 15,0 3-580-15,-1-1-733 0</inkml:trace>
  <inkml:trace contextRef="#ctx0" brushRef="#br0" timeOffset="119241.03">18420 13832 3867 0,'2'-15'126'0,"3"3"-15"0,3 0-12 16,4 3-3-16,12-8 15 0,-3 5 26 0,10 2-1 16,-5 2-9-16,1 7-9 15,2 1-11-15,-2 5 6 0,7 5 0 0,-2 6 12 16,-5 3 0-16,-9 4 30 0,-6 7 36 15,-6-3 34-15,-8 1 19 0,-7 9 11 0,-12 7 20 16,-6 3 16-16,-5-4 5 0,-3 0 8 16,1-5 5-16,6-2-174 0,4-10-135 0,5-5 0 15,4-4 0-15,8-3 0 0,0-2 0 16,7-3 0-16,9-3 0 0,4 0 0 0,12-4 0 16,16-2 0-16,7-2 0 0,13-4 0 15,0-3 0-15,0-1 0 0,0 0 0 16,-4-2 0-16,-11 5 0 0,-6-1 0 15,-2 0 0-15,-9 2 0 0,-8 3 0 0,-2 1 0 16,-6-2 0-16,-2 0 0 0,-1 0 0 16,-4 1 0-16,-6 3 0 0,0 0 0 0,0 0 0 15,0 0 0-15,0 0 0 0,0 0 0 16,0 0 0-16,-27 11-967 0,15-7-7 16,-1 0 106-16,1 3-962 0,-2-1-1258 0</inkml:trace>
  <inkml:trace contextRef="#ctx0" brushRef="#br0" timeOffset="121074.47">18271 15351 4540 0,'6'-3'-204'0,"-6"3"52"0,14-2 40 0,-14 2 34 0,0 0 39 0,5-5 47 0,-5 5 38 0,0 0 26 15,0 0 20-15,8-5 14 0,-8 5 7 0,0 0 6 16,0 0-4-16,0 0-1 16,0 0-5-16,0 0-9 0,3-9-10 0,-3 9-8 15,0 0-9-15,0 0-8 0,4-7-6 16,-4 7-5-16,0 0-8 0,2-7-3 16,-2 7-6-16,0 0 2 0,2-8-7 0,-2 8-3 15,0 0-5-15,-8-11 0 0,5 5 2 16,-5 1-10-16,0-2 0 0,-1 1-1 0,-2 1-2 15,-5 3-1-15,-3 1-6 0,4 1 4 16,-8 3-5-16,-12 8 1 0,5-1 0 0,-2 4-3 16,-1 3 0-16,5 2 2 0,-3 3 1 15,6-1-1-15,3 0 0 0,6-5 2 16,7 0 2-16,5-3 6 0,3 1 2 16,2 0 3-16,11 1 3 0,7 6 0 15,8 0-3-15,3-3-2 0,12 3 0 0,1 0-3 16,-4-6 1-16,-3-1-4 0,-2-1 0 15,2 3-4-15,-5-2 4 0,-8-3-1 0,-7 2 1 16,0-4 17-16,-7 2 30 0,2 1 24 16,-8 0 20-16,-1-1 23 0,-4 1 17 0,-3 0 4 15,-9 3-5-15,-1-3-4 0,-10 7-8 16,-2-4-14-16,-3-1-10 0,-2-2-10 16,-1-3-6-16,6-3-10 0,2-1-9 15,6-3-5-15,1 0-5 0,2-2-15 16,-1-2-8-16,3 0-5 0,1 0-4 0,1 1-48 15,3-2-66-15,9 3-68 0,-16-5-73 16,16 5-90-16,-7-8-109 0,7 8-111 0,5-6-140 16,-5 6-129-16,11-7 71 0,-2 3-636 15,9-1-825-15</inkml:trace>
  <inkml:trace contextRef="#ctx0" brushRef="#br0" timeOffset="121443.04">18546 15565 4009 0,'-4'-8'2'0,"4"8"1"0,0 0 1 0,2-7 21 0,-2 7 22 0,0 0 40 0,0 0 22 16,0 0-5-16,-2 22-3 0,0-10-6 0,0 5-5 15,1-1-2-15,-1-1-10 0,2 1-4 16,-2 2 2-16,2-4-6 0,2 1-2 0,1-4-5 15,-3 3-3-15,6-4-5 0,-1 1-1 16,1-3-5-16,-1 1-2 0,6-4-1 0,0-2-5 16,3-1 2-16,-1-4-7 15,-1 1-4-15,6-6-7 0,1-2 0 0,-2-2 0 16,6-5-5-16,-2-6-2 0,-2-5-2 16,-2 0-2-16,-2-7-3 0,5-11-1 15,-6 2 0-15,6 1-2 0,-6 9 0 0,-3 4-3 16,-4 9-1-16,-1 3-9 0,-3 3-9 15,2 5-35-15,-3 3-23 0,-2 6-62 0,0 0-63 16,0 0-100-16,0 0-132 0,-20 17-249 16,13-5 23-16,3 3 73 0,-4 3-351 0,2 1-413 15</inkml:trace>
  <inkml:trace contextRef="#ctx0" brushRef="#br0" timeOffset="122025.03">19205 15487 2961 0,'0'-7'182'0,"0"7"14"0,-3-12 6 16,3 12-11-16,2-7-7 0,-2 7-7 15,0 0 6-15,0 0 20 0,0 0-5 16,0 0-17-16,1 27-18 0,-1-15-12 0,0 1-18 16,2 4-10-16,-4-4 12 0,2 1-3 15,0-1 0-15,-1 1-6 0,-1 1 1 0,-3 1-2 16,-1-2 3-16,1-1-8 0,-1-1-8 15,-3 0 6-15,3-1 4 0,0-5 6 0,2 2 11 16,4-8 2-16,-7 7-23 16,7-7-10-16,0 0-13 0,0 0-9 0,-5-29-10 15,8 12-5-15,5-3-8 0,3 1-7 16,1 2-5-16,1 3-10 0,1-3 1 16,-3 9-7-16,1 1-8 0,1 2 0 0,-1 3 2 15,2 4-8-15,-14-2-2 0,24 7-6 16,-10 0-13-16,-1 1 0 0,-1 1 0 0,-1 1 0 15,-2 0 0-15,2 1 0 0,-6-3 0 16,1 2 0-16,-3-1 0 0,1-1 0 16,1 0 0-16,-3 0 0 0,-1 0 0 0,-1-8 0 15,4 11 0-15,-4-11 0 0,4 6 0 16,-4-6 0-16,0 0 0 0,16-17 0 16,-2 1 0-16,8-9 0 0,2-4 0 15,1 3 0-15,-1 4 0 0,0 4 0 0,-6 1 0 16,0 8 0-16,-6 4 0 0,1 0 0 15,-2 3 0-15,3 4 0 0,-14-2 0 0,22 8 0 16,-10 1 0-16,-1 1 0 0,3 3 0 16,-3 1 0-16,-2 3 0 0,1-3 0 0,-3 3 0 15,3-2 0-15,-5-1 0 16,4 2 0-16,-8-3 0 0,7 2 0 0,-6-5 0 16,1 0-48-16,-3-1-239 0,2-1-119 15,-2-2-151-15,0-6-208 0,0 8-102 0,0-8 90 16,0 0-748-16,0 0-970 0</inkml:trace>
  <inkml:trace contextRef="#ctx0" brushRef="#br0" timeOffset="122206.94">20099 15478 4679 0,'-10'-10'210'0,"10"10"9"0,0 0 22 0,-3-7 26 0,3 7 4 0,0 0-23 0,0 0-27 16,7-8-22-16,-7 8-22 0,21-6-25 15,-8 3-25-15,-2 0-119 0,3 0-126 16,-1 2-129-16,-3 1-148 0,1 0-175 16,-11 0-241-16,13 8 62 0,-11 1 95 0,-2 1-528 15,-2 2-647-15</inkml:trace>
  <inkml:trace contextRef="#ctx0" brushRef="#br0" timeOffset="122390.89">19946 15766 3687 0,'-9'7'257'0,"4"-2"19"0,0 0 30 15,5-5 34-15,-8 5 21 0,8-5 12 16,0 0-17-16,0 0-37 0,0 0-31 0,0 0-30 16,50-12-29-16,-26 4-19 15,-2 1-24-15,1 0-20 0,7-3-18 0,-5 1-24 16,-4 3-84-16,-2-1-102 0,-2 1-109 16,-4 2-96-16,-1 0-98 0,-1-2-115 0,1 4-131 15,-4 0-206-15,-1-1 48 0,-7 3 87 16,9-2-576-16,-9 2-720 0</inkml:trace>
  <inkml:trace contextRef="#ctx0" brushRef="#br0" timeOffset="123507.9">20855 15441 3674 0,'-1'-12'26'0,"1"12"51"0,-8-14 41 0,4 5 36 0,3-2 21 0,-2 3 17 0,3-2 16 15,3-2 3-15,0-2 3 0,5 0-15 0,1 2-21 16,7-5-15-16,6 0-10 0,6 2-17 15,3 2-19-15,-1 5-4 0,1 5-18 0,-6 5-6 16,0 1-9-16,7 7-9 0,-1 5 8 16,-5 4-6-16,-6 5 6 0,-5-1 15 15,-6 6 11-15,-5-4 13 0,-4 2 13 16,-8 7 6-16,-3 0 9 0,-5-1-1 16,3-2 13-16,-1-4-2 0,-2-2 5 0,5-6 4 0,2-5-164 15,2-2-1-15,3-4 0 16,3 1 0-16,-1-1 0 0,2-8 0 0,3 12 0 15,7-7 0-15,5 1 0 0,8-3 0 16,1 0 0-16,19 3 0 0,0-4 0 0,2 0 0 16,-2-2 0-16,2 0 0 0,-2 0 0 15,-2-4 0-15,0-2 0 0,-1 3 0 16,-2-2 0-16,-2-1 0 0,1-3 0 16,-10 3 0-16,5-4-206 0,-3-1-639 0,-7-1-119 15,6-2 96-15,1 1-937 0,1-3-1234 16</inkml:trace>
  <inkml:trace contextRef="#ctx0" brushRef="#br0" timeOffset="123707.42">22174 15512 5431 0,'0'0'167'16,"-22"-5"42"-16,13 3 21 0,9 2 11 15,0 0 6-15,-9-3-13 0,9 3-26 16,0 0-20-16,25-15-23 0,-4 6-19 15,13-1-15-15,4-3-55 0,2 2-131 16,-1-1-129-16,-1 2-125 0,-2-3-145 0,-2-1-166 16,-4 2-223-16,-1-1 73 0,-8 5 85 15,-6 0-592-15,-5 0-735 0</inkml:trace>
  <inkml:trace contextRef="#ctx0" brushRef="#br0" timeOffset="123974.16">22329 15112 3866 0,'-10'-12'158'0,"2"6"44"0,5 1 32 0,3 5 33 16,-8-6 8-16,8 6 9 0,0 0-6 16,0 0 41-16,0 0 25 0,0 0-5 15,2 37-28-15,5-6-23 0,3 6-23 16,2 13-21-16,-3 3-23 0,0-2-17 0,1 0-112 0,0-3-92 16,-5-7 0-16,3-4 0 15,0-1 0-15,-3-1 0 0,-3-8 0 0,2-4 0 16,-2-5 0-16,0-1 0 0,-1-3 0 15,-1-3 0-15,0 1 0 0,0 0 0 0,0-6 0 16,0 2 0-16,0-2 0 0,0-6 0 16,0 7 0-16,0-7-317 0,0 0-382 15,0 0-242-15,0 0 67 0,0 0 90 0,-1-22-772 16,1 22-1000-16</inkml:trace>
  <inkml:trace contextRef="#ctx0" brushRef="#br0" timeOffset="125312.15">23357 15032 4429 0,'-2'-13'-110'0,"0"5"30"0,-1 0 16 0,3 8 9 0,0 0 31 0,0 0 66 15,-33 20 48-15,7 15 32 0,-5 4 24 16,1 8 21-16,-3 2 18 0,5 3 15 16,1-1 13-16,7-1 16 0,4-1 9 0,8-11-3 15,7-1 1-15,2 0-11 0,1-1-11 16,6-5-15-16,4-2-22 0,-1-1-17 16,-2-7-15-16,1-4-16 0,-1-3-18 0,-1-2-9 15,-1-3-16-15,3-1-10 0,-2 2-77 16,-3-7-102-16,4 2-102 0,0-1-118 15,-2-4-126-15,-7 0-148 0,22-5-215 0,-11-2 25 16,1-3 85-16,2 0-605 0,4-1-766 16</inkml:trace>
  <inkml:trace contextRef="#ctx0" brushRef="#br0" timeOffset="125507.04">23680 15351 3917 0,'-17'-7'141'0,"1"4"31"15,7-1 35-15,9 4 43 0,-18-3 51 0,18 3 14 16,0 0 4-16,-7-4-15 0,7 4-27 16,0 0-27-16,0 0-23 0,32-13-27 0,-9 7-20 15,15-2-19-15,4-1-18 0,2 3-17 16,3 0-75-16,-2-4-113 0,10 1-105 16,-2 1-101-16,-11 0-139 0,-6-3-164 15,2 0-259-15,-4-2 59 0,-5 6 94 16,-8-1-611-16,-1 1-748 0</inkml:trace>
  <inkml:trace contextRef="#ctx0" brushRef="#br0" timeOffset="125890.59">24709 14816 3489 0,'2'-10'116'0,"-1"1"41"0,-2 2 3 0,1 7-16 16,0-7-3-16,0 7 2 0,0 0 30 15,0 0 30-15,0 0 21 0,-27 19 12 0,4 5-19 16,-10 11 3-16,1 4 4 16,-2 6-1-16,-2-2-8 0,0 1-1 0,3 1-7 15,5 0-20-15,-3-5-12 0,12 2-15 16,2-10-11-16,5-1-11 0,5 0-9 0,3-4-8 16,2-8-10-16,6-1-9 0,3 0-12 15,4-3-8-15,5-1-41 0,11 1-41 0,-4-6 0 16,-3-1 0-16,4-5 0 0,-5-3 0 15,1-3 0-15,0 3 0 0,-3-4 0 0,0 0 0 16,-1-3 0-16,-5 1 0 0,-2-6 0 16,-3-1 0-16,2 1 0 0,-6 0 0 15,-1-1 0-15,-2 1 0 0,1 3 0 16,-2-3 0-16,-4 4 0 0,0-1 0 0,-4 2-62 16,1 2-272-16,-3 3-111 0,-1-1-131 15,-4 6-208-15,-2-3-60 0,2 2 84 16,0 2-732-16,3-1-938 0</inkml:trace>
  <inkml:trace contextRef="#ctx0" brushRef="#br0" timeOffset="126157.16">25173 14671 4529 0,'4'-9'156'15,"3"4"-16"-15,-7 5-10 0,11 0-3 0,-11 0 33 16,23 8 26-16,-8 4 15 0,6 7 10 15,2 7 4-15,4 10-3 0,-5 8-1 16,-5 9 2-16,-4 4-11 0,-4 5-9 0,-7 1-14 16,-9 4-12-16,-4 4-11 0,-7-3-13 15,-7 16-13-15,-8-5-14 0,0-5-13 16,2-16-8-16,-5-5-79 0,0-2-16 0,-11 9 0 16,8-15 0-16,0-4-115 0,1-1-193 15,-3-6-137-15,3-2-160 0,8-14-254 0,3-5 17 16,7-4 94-16,2-3-704 0,5-5-901 15</inkml:trace>
  <inkml:trace contextRef="#ctx0" brushRef="#br0" timeOffset="126857.87">26093 15188 3947 0,'-7'4'30'0,"7"-4"62"0,-7 5 41 0,7-5 33 0,0 0 21 0,0 0 18 16,0 0 31-16,0 0 25 0,0 0 13 0,38-9-30 15,-19 4-20-15,6 2-20 0,11-7-22 16,0 2-18-16,0 4-20 0,3-3-16 0,-7 1-14 16,-5 2-89-16,-5 1-88 0,-2 2-92 15,-8 1-107-15,2 1-109 0,-3 2-105 0,-5 0-159 16,-1 2-112-16,-8 1 62 16,-5 7-528-16,-15 6-676 0</inkml:trace>
  <inkml:trace contextRef="#ctx0" brushRef="#br0" timeOffset="127039.87">25951 15463 3717 0,'-11'3'198'16,"5"-1"26"-16,6-2 44 0,-10 5 51 0,10-5 43 15,0 0-1-15,0 0-8 0,0 0-23 16,0 0-21-16,0 0-31 0,0 0-28 16,50 0-27-16,-12-5-24 0,7 1-24 15,15-5-23-15,1 3-99 0,-2-2-141 0,0-1-139 16,-4 1-156-16,-8 2-190 0,-6 0-263 15,-1-2 21-15,-4 2 88 0,-9 3-675 16,-4 1-854-16</inkml:trace>
  <inkml:trace contextRef="#ctx0" brushRef="#br0" timeOffset="127276.94">26968 15319 4394 0,'-14'-8'294'0,"3"0"14"16,2 5-4-16,6-3-20 15,3 6-24-15,5-11-1 0,3 4-26 0,7 0-21 16,6-3-25-16,12 1-19 0,3-1-19 16,5 3-14-16,2-1-79 0,-2 1-141 0,4 1-145 15,-5 1-163-15,-10-1-182 0,-1 5-236 16,-8 0 45-16,1-1 80 0,-3 2-571 15,-4 0-719-15</inkml:trace>
  <inkml:trace contextRef="#ctx0" brushRef="#br0" timeOffset="127656.45">27634 15100 3828 0,'-2'-11'165'16,"2"11"52"-16,0-10 31 0,0 10 35 15,0 0 7-15,0-8 10 0,0 8-6 0,0 0-29 16,0 0-26-16,0 0-22 0,0 0 3 15,0 0-19-15,0 0-19 0,14 24-18 0,-11-13-11 16,7 1-20-16,-3 2-16 0,5-1-7 16,-5 0-19-16,3-1-6 0,0-2-11 15,-1 0-6-15,-2-3-1 0,4 0-10 0,-6-2-9 16,2-3-5-16,3 0-11 0,-10-2-32 16,21-1 0-16,-10-4 0 0,3-2 0 15,1-3 0-15,0-4 0 0,7-4 0 16,-8 1 0-16,-3 5 0 0,2 3 0 0,-4 1 0 15,-4 2 0-15,4 2 0 0,-9 4 0 16,11-2 0-16,-11 2 0 0,7 15 0 0,-3-4 0 16,-2 7 0-16,-1 4 0 0,-1 4 0 15,0 1 0-15,2 11 0 0,0-1 0 0,1-2 0 16,1 2 0-16,-1-1 0 0,5 0 0 16,-3-4 0-16,1-5 0 0,-2-6 0 0,-4-5 0 15,2-2 0-15,-2 0-325 0,2-2-455 16,-6-2-167-16,0 1 76 0,-4 1 102 15,-3-2-761-15,-3 4-975 0</inkml:trace>
  <inkml:trace contextRef="#ctx0" brushRef="#br0" timeOffset="131038.98">22790 13428 4006 0,'-21'2'-182'0,"6"-2"31"0,3 0 35 0,3 3 28 0,9-3 31 0,-14-3 37 0,14 3 3 16,0 0 2-16,4-9 13 0,9 0 6 16,20-4 6-16,13-5-1 0,15-1 9 15,3-2-2-15,10 5-3 0,25-11-4 16,3 5 2-16,-3 0-1 0,-23 7-6 0,-2-2 5 16,-5 0 1-16,-8 3 0 0,-10 2 1 15,-15 3-2-15,-11 3-5 0,-3 1 9 0,-9 5-6 16,-10-4 1-16,-3 4-4 0,0 0 3 15,-38 2-1-15,-5 3-3 0,-23 3 4 0,-6 1 1 16,-4-2-4-16,-8 3-1 16,-1-3 18-16,6 1 7 0,11-1 9 0,8-2-3 15,19 1 2-15,9-5 11 0,9 3 1 0,5-4-1 16,7 0 6-16,11 0-12 0,0 0 2 16,0 0 2-16,0 0-9 0,61-2 4 15,-16-3-7-15,21 0-11 0,4 0 6 16,0-3-5-16,-1 4-4 0,-8 0-2 0,-14 2 0 15,-14 0-6-15,-6-1 1 0,-8 3 0 16,-6 0 9-16,-13 0 0 0,7 2 1 0,-7-2 1 16,0 0-1-16,-43 7 16 0,3-5 3 15,-8 1 0-15,-4-2-1 0,-9 5 0 0,14-4-4 16,3-4-5-16,10 4 0 0,9-2-7 16,5 1-4-16,0-1-7 0,5 0-3 15,3 2-9-15,3 1-89 0,5 1-118 16,4-4-157-16,0 0-290 0,2 10 47 0,-2-10 71 15,13 5-268-15,3-3-289 0</inkml:trace>
  <inkml:trace contextRef="#ctx0" brushRef="#br0" timeOffset="132956.07">17556 16790 2395 0,'-3'-4'51'0,"3"4"2"0,-8-7 3 0,8 7-4 0,0-12-3 0,0 12-6 0,6-14 15 0,-3 10 0 16,1-1-7-16,-4 5-9 0,10-6 1 15,-10 6 9-15,0 0 21 0,27 15 10 0,-16 1 8 16,9 9 20-16,-6 5 21 0,-3 4-1 15,9 9 6-15,-3 2 0 0,-4-1-10 0,3 2 5 16,1-3-11-16,-3-8-12 16,-3 0-12-16,2 0-8 0,-3 0-11 0,1-5-5 15,-4-1-4-15,2-5 19 0,-6-5 10 0,1-2 19 16,-2-1 34-16,-2-3 33 16,-4-1 15-16,0 3 2 0,-4-3-10 0,-1-2-16 15,-8-1-16-15,-4 1-20 0,0-4-15 16,-4-2-13-16,-6-2-8 0,3-2-12 0,-10-4-20 15,0-4-58-15,-2-4-93 0,3-5-102 16,-4-6-125-16,-1-6-127 0,3-6-150 16,9-7-216-16,-3-5 50 0,13-5 90 0,3-3-432 15,5-1-563-15</inkml:trace>
  <inkml:trace contextRef="#ctx0" brushRef="#br0" timeOffset="133122.1">17529 16535 3221 0,'11'-22'51'0,"-8"7"28"15,-1-1 26-15,0 5 27 0,0-1 17 16,0 3 1-16,-2-1-8 0,0 1-11 0,0 1-16 16,0 8-17-16,2-14-13 0,-2 14-7 15,1-7-13-15,-1 7-42 0,0 0-107 0,0 0-114 16,0 0-146-16,14 17-277 0,-6-5-1 16,1 4 72-16,1 2-200 0,7 8-241 15</inkml:trace>
  <inkml:trace contextRef="#ctx0" brushRef="#br0" timeOffset="133322.06">18056 16843 2513 0,'-16'-2'332'0,"16"2"23"16,-16 0 30-16,16 0 20 0,-9-4-39 0,9 4-37 15,0 0-30-15,9-13-23 0,4 5-38 16,13-4-23-16,9-2-28 0,3 3-22 0,0-3-20 15,9-1-128-15,-4 5-131 0,-5 0-135 16,0 3-145-16,-10 2-209 0,-5 3-142 0,-6 1 60 16,-5 2-484-16,-12-1-635 15</inkml:trace>
  <inkml:trace contextRef="#ctx0" brushRef="#br0" timeOffset="133505.57">18232 16837 3364 0,'-22'-2'30'0,"8"-2"33"16,2 2 31-16,12 2 26 0,-15-2 11 0,15 2-5 16,0 0-15-16,-10-3-7 0,10 3-15 15,0 0-6-15,0 0-9 0,37-10-30 0,-13 4-99 16,13-2-137-16,2 2-197 16,-1-2-250-16,-2 1 46 0,-5 1 70 0,-8 0-172 15,0 1-188-15</inkml:trace>
  <inkml:trace contextRef="#ctx0" brushRef="#br0" timeOffset="133905.7">18614 16457 2152 0,'-5'-13'102'0,"1"0"22"0,0 3-4 16,6 1-10-16,0-1-2 0,3-2-5 16,5 2 7-16,4 0-4 0,2 1-14 0,5 2-6 15,4 2-3-15,-3 5-6 16,3 2-3-16,0 3-6 0,-3 2 21 0,4 10 20 15,-1 2 25-15,-8 3 21 0,-5 1 22 0,-6-2 12 16,-5 2 7-16,-2 0 16 0,-3 12-1 16,-5-3 2-16,0-3-14 0,4-6-23 15,-3-4-8-15,7-5-9 0,-4 1-12 16,1-3-12-16,4-1-6 0,0-3 5 0,4 4-15 16,2 3-6-16,2-3-12 0,1-1-5 15,5 3-13-15,1-3-10 0,0 1-6 0,0 3-10 16,3-2 0-16,-4 0-13 0,2 4 0 15,-5-5-5-15,0 3-1 0,1-1 14 0,-6-1 16 16,-2-1 17-16,-3 0 4 16,-2 2 0-16,-1-2-4 0,-6 0-9 0,-1 2-5 15,-5 1-9-15,-1-1-7 0,0-3-9 16,-5 1-11-16,2-3-35 0,-3-1 0 16,2-4 0-16,2 0-175 0,4 0-118 0,-7-4-129 15,9 2-141-15,-3 0-229 0,7 0-75 16,7-2 86-16,0 0-681 0,-21 3-910 0</inkml:trace>
  <inkml:trace contextRef="#ctx0" brushRef="#br0" timeOffset="135090.04">19907 17278 3914 0,'-18'-6'28'0,"11"0"28"0,-1 3 4 0,8 3 5 0,-10-4 13 0,10 4 32 16,0 0 22-16,-7-4 4 0,7 4-2 15,0 0 20-15,0 0 17 0,0 0 6 16,0 0-8-16,39 3-11 0,-16 2-22 0,12 4-13 15,-1 1-3-15,-1 3-6 0,1 3-3 16,-3 4 17-16,-3 5 9 0,1 8 0 0,-9 3 4 16,-4 1 11-16,-1 9 1 0,-1-1 3 15,-11-4-6-15,-1 1 8 0,0-1-7 16,-2 2-6-16,-4-2-9 0,3-4-9 0,-1-3-13 16,-5 0-54-16,5-8-60 0,1-5 0 15,-1-3 0-15,-2-4 0 0,0-1 0 16,2-4 0-16,-1 1 0 0,-1-4 0 15,0 0 0-15,-2-1 0 0,-5-2 0 0,11-3 0 16,-32-2 0-16,10-4 0 0,-5-10 0 16,2-9 0-16,-9-7-487 0,4-11-341 15,2-3-128-15,7-7 96 0,3-5-861 0,15-4-1154 16</inkml:trace>
  <inkml:trace contextRef="#ctx0" brushRef="#br0" timeOffset="135272.69">20201 16879 5031 0,'-5'-19'8'0,"-3"6"55"0,5 3 54 16,-3-2 34-16,2 6 13 0,1-1-9 15,-4 3-9-15,7 4-15 0,-3-10-13 16,3 10-4-16,-4-7-31 0,4 7-9 0,0 0-13 16,0 0-44-16,0 0-104 0,0 0-130 15,0 0-176-15,0 0-239 0,19 26-151 16,-11-12 81-16,-3 2-529 0,11 9-693 0</inkml:trace>
  <inkml:trace contextRef="#ctx0" brushRef="#br0" timeOffset="135507.14">20791 17359 3848 0,'-22'0'252'0,"10"0"15"0,-1 2 1 0,13-2 6 16,0 0 9-16,-16-5-18 0,16 5-31 16,0 0-24-16,0 0-21 0,30-25-16 0,3 13-23 15,3 0-16-15,3 0-13 0,9-5-115 16,-10 5-130-16,-2 2-148 0,3 0-147 16,-5 0-182-16,-7 3-181 0,-7 5 66 15,-4-1-563-15,-5 6-738 0</inkml:trace>
  <inkml:trace contextRef="#ctx0" brushRef="#br0" timeOffset="135672.53">21008 17441 3669 0,'-13'6'91'0,"3"-1"61"0,0-2 64 15,5 2 48-15,5-5 39 0,-12 6 6 16,12-6-7-16,0 0-25 0,0 0-20 0,-8 0-29 16,8 0-26-16,0 0-21 0,0 0-25 15,37-12-50-15,-16 3-130 0,9-3-176 0,4-3-165 16,1-5-183-16,9-4-260 15,-1 2 62-15,0-6 88 0,-3 3-486 16,-3-4-612-16</inkml:trace>
  <inkml:trace contextRef="#ctx0" brushRef="#br0" timeOffset="135938.24">21631 16963 3440 0,'-12'-4'130'0,"1"3"28"0,11 1 34 16,-14-5 29-16,14 5 27 0,-9-2 26 15,9 2 8-15,0 0-25 0,0 0-12 0,-4-7-24 16,4 7-22-16,25-10-21 0,-1 3-19 16,8-2-12-16,-2 6-18 0,-4 1-6 15,5 4-22-15,8 3-11 0,-5 5-3 0,-6 4-13 16,-1 1-7-16,-3 6-7 0,-4 1-7 16,-7 4 0-16,0 1-6 0,-5-3-5 15,-5-1-5-15,4 0-8 0,-3 4-5 16,-3 7-9-16,3-1-14 0,2-4-91 0,-1 3-79 15,4 3-95-15,-6-8-100 0,5 4-119 16,-5-8-198-16,-1-3-117 0,2-5 78 0,-2 1-577 16,1-6-756-16</inkml:trace>
  <inkml:trace contextRef="#ctx0" brushRef="#br0" timeOffset="136138.18">21852 17377 4029 0,'-19'-4'238'0,"0"-2"73"0,7 1 72 15,3 2 50-15,2 0 17 0,7 3 24 0,-14-8 4 16,8 4-45-16,6 4-43 0,0-14-40 16,9 3-128-16,5-2-222 0,15-6 0 15,3 2 0-15,12-4 0 0,6 2 0 0,-5 2 0 16,-6 3 0-16,-3 3 0 0,-4 2 0 16,-3 2-128-16,-11 1-606 0,2 2-239 0,-5 2 57 15,0-2 111-15,-1 4-771 0,-14 0-1019 16</inkml:trace>
  <inkml:trace contextRef="#ctx0" brushRef="#br0" timeOffset="138454.98">17621 4998 1505 0,'-26'5'428'0,"5"0"-131"0,3-1-69 0,5-3-49 0,4 3-38 0,1-3-11 15,0 1-14-15,8-2-16 0,0 0 28 16,0 0-3-16,0 0 13 0,27-10-9 0,4-2-16 16,5 2-7-16,12-5-9 0,3-1-11 15,0-1-7-15,5 2-7 0,-5 1-8 0,-5-1-8 16,-8 3-3-16,-8 0-5 0,-5 5-8 15,-6-1 3-15,-4 4-10 0,-5-2 0 16,1 0-4-16,-7 3-3 0,-4 3-5 0,0 0 5 16,0 0 6-16,-15-6 14 0,0 8 10 15,-10 0 13-15,-13 3 14 0,4 1 17 0,-2 2 24 16,5-2 18-16,10-2 15 16,4-2 2-16,3 1 2 0,3-2-16 0,-1 2-16 15,7-1-14-15,5-2-12 0,0 0-9 16,0 0-10-16,0 0-11 0,27-6-7 0,-2 1-7 15,11-5-59-15,1 0-71 0,4 1-72 16,-1-3-90-16,-6 2-92 0,-2 1-78 0,-7 1-84 16,-2 2-167-16,-10 2-30 0,-2 0 56 15,-2 3-405-15,-9 1-508 0</inkml:trace>
  <inkml:trace contextRef="#ctx0" brushRef="#br0" timeOffset="211259.45">7765 7203 1784 0,'-21'-3'153'0,"0"-2"-22"0,2 0-6 0,2 3 1 0,-2-4 14 16,0-1 17-16,-2 1 0 0,0-2 14 0,0-1 5 16,2 0 5-16,0 0 5 0,0 1-1 15,-1-4-7-15,8 6 6 0,-4-2-5 0,3 1-9 16,4 2-15-16,-2 2-18 0,2-3-11 15,4 4-11-15,-1-3-10 0,6 5-11 0,-8-4-9 16,8 4-6-16,0 0-9 0,0 0-6 16,0 0-6-16,0 0-3 0,0 0-4 15,0 0-3-15,48 4-4 0,-21-2-1 0,12 1 5 16,9-2-3-16,3-1-3 0,19-1-3 16,2 1-3-16,6 0-1 0,5-5-4 0,1 3-2 15,0-2-5-15,0-1 0 0,1 3-6 16,-6-1 0-16,1-1-2 0,-2 2 1 15,1 1-1-15,-7 1-6 0,-3 0 1 16,-1 1-3-16,-3-2 0 0,-2 6 2 0,-12-5-2 16,0 2-2-16,-3-2 1 0,2 1-1 15,-3 1 4-15,1 0-1 0,1-4-2 0,-1 2-2 16,0-2 3-16,-1 1-5 0,0-3 3 16,0 1 1-16,1-1-4 0,1 1-2 0,3 1 5 15,10-3 0-15,1-2-2 0,4 2-2 16,0-4 4-16,3 3 0 0,4-3-7 15,3-1 4-15,-1 0 0 0,0 1 0 16,-4 2-7-16,-2-2 3 0,-6 3-1 0,-3 0 3 16,-14 2-2-16,-8 2-2 0,-11-1 3 15,-5 1-1-15,-3 0 1 0,-8 2 0 0,0-2 3 16,-4 2 4-16,-8 0 1 0,11 0-1 16,-11 0 1-16,0 0 3 0,0 0-4 15,0 0 1-15,0 0-3 0,0 0 4 0,-42 6-5 16,17-3-1-16,-1-1 0 0,-20 2 2 15,-13 3 0-15,-4 0-3 0,-6 0-2 0,-7 1 2 16,-6-1-2-16,-6 0 7 0,-20 0-6 16,3 0 4-16,13-3-4 0,-21 1 0 15,-4-5-2-15,5 6 5 0,-3 0-4 16,5-1 6-16,17-3-2 0,-18 6-1 0,2 0 5 16,7 3-2-16,17-3 0 0,-15 4-1 15,19-3 7-15,-1 1 2 0,5-3-3 0,0 1 6 16,9 4-2-16,3-4 2 0,4 0-1 15,15-5-4-15,2 3 2 0,6-2 3 0,10-1 3 16,3-2 2-16,5 1 2 0,4 0 3 16,0 0-2-16,5-2-5 0,11 0-1 15,-21 2-1-15,11-2-1 0,10 0-5 0,-15 0-5 16,7 2 7-16,8-2-7 0,-9 2-2 16,9-2 5-16,0 0-5 0,0 0 3 15,0 0-5-15,0 0 4 0,0 0-1 16,0 0 2-16,20 9-2 0,-2-5-4 0,20 0 1 15,10-4 5-15,20 0-7 0,11-1 3 16,7-5 0-16,27 4-3 0,9-4 1 0,7 0 3 16,-2 0 0-16,4 0 1 0,-7 3-6 15,-6-4 1-15,-7 0-4 0,-27 4 9 0,-4-2-6 16,-5 1 3-16,-11 1-1 0,-15 1 1 16,-2 2 0-16,-19 0-1 0,-5-1-3 0,-2 1 1 15,-9 0 9-15,-1 0 10 0,-11 0 13 16,17 0 3-16,-17 0 6 0,0 0 3 0,19 0-6 15,-19 0 0-15,0 0-9 16,0 0 11-16,15-2 3 0,-15 2-1 0,0 0-7 16,0 0-2-16,11-4-8 0,-11 4 1 15,0 0-8-15,0 0 8 0,10-2-11 0,-10 2-12 16,0 0-3-16,0 0-57 0,0 0-80 16,0 0-101-16,0 0-130 0,0 0-131 15,0 0-202-15,-42 2-99 0,29 2 81 0,-1-1-651 16,-4 2-823-16</inkml:trace>
  <inkml:trace contextRef="#ctx0" brushRef="#br0" timeOffset="213758.56">11517 8621 3556 0,'0'0'-92'0,"0"0"31"0,0 0 23 0,8-3 30 0,-8 3 29 0,0 0 21 16,0 0 32-16,0 0 8 0,2-9 16 15,-2 9 1-15,0 0 7 0,-2-10-5 0,2 10-6 16,-8-10 0-16,3 3-5 16,-3-1-6-16,-1 2-6 0,-7-2-7 0,0-1 5 15,-15-3-4-15,2-1 3 0,-8 3 2 16,0-2 5-16,-1 2 1 0,-16 1-5 0,2-6-4 15,-2 5-2-15,11 1-5 0,-12-1-1 16,10 2-3-16,1 2-1 0,0 3-7 0,1 0-4 16,-4 3-7-16,-3 0-3 0,-12 3-6 15,1 2-1-15,-6-1-3 0,4 2-4 0,2 1 0 16,0 4-7-16,-1-5-2 16,-3 3-1-16,2 0-2 0,-2 1 2 0,3 1-3 15,-3 2-3-15,1-2-2 0,3 0 1 16,5 5-1-16,-1-5-2 0,-3 3-1 0,3-2 1 15,2 1 1-15,-1 4-6 0,1-1-2 16,2 0 5-16,13-7-1 0,-9 8-1 16,1-3-1-16,12-3-1 0,0 1-1 0,1 0 2 15,5 0-1-15,1 0 0 0,2 4-2 16,6-4 0-16,5 0-2 0,-2-1 0 0,-1 9 3 16,2-3 0-16,-2 4-1 0,2 1 0 15,-1-1 2-15,1 1 0 0,0 0-3 16,1-3 0-16,0 5 4 0,-2 0-3 15,2-2 2-15,-2 4-1 0,3-3 1 0,-6 2 1 0,5 1-3 16,3-2 1-16,1-6-3 16,-2 7 5-16,6-5-2 0,1-1 0 0,0 2 1 15,0-1 0-15,1 2 2 0,5 0-3 16,-5 1 0-16,6-3 0 0,0 1 4 0,0-1-2 16,7 12 0-16,-1-1 0 0,6-2-1 15,-1 1-1-15,2-2 4 0,1-1 0 16,2 0 1-16,4-1-1 0,3 1 1 0,9 2-3 15,1 2 2-15,-1 1 0 0,4-3 4 16,4 1-1-16,0 0-2 0,2 2-1 0,2-6 3 16,-4 8-2-16,2-1 0 15,-2-2-1-15,7 2 0 0,-7-4 2 0,3 0-2 0,-4 0 4 16,1-2-3-16,4-3-1 16,-2 2 3-16,2-6 0 0,-2-1 3 0,8 0 5 15,-10-7-2-15,13 3 6 0,3-5-2 16,-2 0 0-16,3-2 0 0,1-1-5 0,-10-3 1 15,14 4 3-15,-2-2-2 0,-9-6 0 16,16 0-3-16,-15 0 3 0,0 0-6 0,11 0 1 16,0-4-1-16,2-2 0 0,2 2-1 15,0-2 1-15,-1 1 0 0,1-1-2 0,-1-6-4 16,2 6 7-16,-4 0-2 16,3-1-2-16,-3-1 0 0,-1 2-5 0,-2-5 6 15,-2 5-8-15,-1-5 6 0,-3 4 1 16,0-4-1-16,-2 0 11 0,1-1-1 15,-3-2-1-15,-2 1 1 0,3 1 0 0,2-2-3 16,-4-1-4-16,-9 5 1 0,7-6-4 16,-1 1 2-16,-9 1-4 0,-1 2 3 0,-1-2-2 15,-2 2 1-15,-1-2 18 0,-7 1 4 16,-1-1 22-16,-4 1-3 0,0-7-4 0,-2-1 6 16,-6-6-9-16,1-4 12 0,-1-4 2 15,0-15-2-15,-3-3-12 0,-2-9-6 0,-8 0 5 16,0-7-5-16,-8 1 0 15,-4-3-7-15,-3 4-1 0,-8 2 1 0,-3 7 1 16,-7 6-4-16,-8 1-6 0,-7 8-2 16,-6 9-5-16,-2 3 1 0,-5 7-4 0,-9 7-4 15,-4 4-26-15,0 4-42 0,-4 4-46 16,1 3-60-16,5 2-78 0,2 4-87 0,4 1-86 16,4-2-98-16,15 1-180 0,2-3 8 15,11-2 67-15,-4-3-522 0,10 1-616 0</inkml:trace>
  <inkml:trace contextRef="#ctx0" brushRef="#br0" timeOffset="-213205.77">11430 4561 2969 0,'0'0'-110'0,"-8"6"34"0,8-6 27 0,-6 3 28 0,6-3 23 0,-9 2 26 0,9-2 19 15,0 0 18-15,0 0 4 0,-16 4-1 16,16-4 8-16,0 0 3 0,0 0 3 0,-11 0 13 16,11 0 1-16,0 0 4 15,0 0-6-15,0 0-3 0,-15-6 0 0,15 6 3 16,-10-9-3-16,9 3 2 0,-5 0-6 16,2-2-8-16,3-3-10 0,-6 1-3 0,5-3-10 15,0-2 6-15,0 0 2 0,2-1-7 16,2-2-10-16,2 2-1 0,3-5-6 0,-2 1-2 15,4 1-4-15,3 2-4 0,1-1-2 16,2 7-4-16,4-1-5 0,3 2 0 16,-4 1 0-16,5 5-5 0,0 4 2 0,2 0-4 15,0 6 0-15,9 2 1 0,-3 5-1 16,-1-1 2-16,-6 5 2 0,-1 0 1 0,-9-2 6 16,-3 0 5-16,-3-1 0 15,-3 0 6-15,0 1 4 0,-1-4 5 0,-2 2 2 16,-2-1 7-16,0-2 6 0,-2-1 7 15,2 0 7-15,-4-3 8 0,4-6 2 0,-2 9-8 16,2-9-3-16,0 0-6 0,0 0-13 16,0 0-1-16,-3-31-12 0,8 9-3 15,4-9-3-15,2 0-5 0,5-3-2 0,-3 2-5 16,5 3 3-16,-2 4-6 0,4 4-6 16,-5 7 2-16,0 4-6 0,1 5 2 0,-2 4-6 15,-1 2 3-15,9 4 2 16,4 7-2-16,-1 4 2 0,0 5 1 0,-3-1-3 15,-2 5 3-15,-1-4 0 0,-2 4-4 0,-5-5 5 16,-3-1 2-16,0-2-1 0,0 2 2 16,-4-2-1-16,1-2 2 0,-1-1-4 15,-3-2 3-15,2 0-2 0,0-3-6 16,-3 0 1-16,1-2 4 0,1-1-11 0,-1 2 1 16,-2-8-2-16,4 8 3 0,-4-8-33 15,0 0-58-15,0 8-92 0,0-8-130 0,0 0-152 16,0 0-222-16,0 0-55 0,0 0 71 15,0-28-476-15,2 17-611 0</inkml:trace>
  <inkml:trace contextRef="#ctx0" brushRef="#br0" timeOffset="-212785.73">12514 4286 3214 0,'0'0'40'0,"0"0"63"0,0 0 56 0,0 0 50 0,-13 4 48 0,13-4 44 0,0 0 51 0,0 0 16 0,0 0 3 0,0 0-9 16,0 0-16-16,0 0-24 0,0 0-26 16,0 0-25-16,-7-14-29 0,7 14-24 0,0 0-21 15,-2-10-19-15,2 10-19 16,0 0-17-16,-3-11-58 0,3 11-84 0,0 0 0 15,0 0 0-15,0-8 0 0,0 8 0 16,0 0 0-16,0-9-96 0,0 9-277 0,0 0-124 16,8-5-136-16,-8 5-272 0,11-4 70 15,-1 3 98-15,-2-1-663 0,-8 2-851 16</inkml:trace>
  <inkml:trace contextRef="#ctx0" brushRef="#br0" timeOffset="-212322.4">12695 4206 3568 0,'0'0'-91'0,"6"-9"47"16,-6 9 29-16,4-10 14 0,2 6 28 16,-6 4 17-16,11-12 8 0,-6 7-5 0,6 1 9 15,-4-2-6-15,2 3-8 0,3-2 0 16,-1 0-1-16,-2 4 1 0,4 0-7 0,-13 1 5 15,18 0-1-15,-18 0-4 0,19 5 2 16,-11-2 1-16,-1 6 11 0,0-1-1 0,-4 3-8 16,1-1 3-16,-2 0-8 0,0 2-3 15,0-3 11-15,-1-1 9 0,-1-8 15 16,0 15 26-16,2-11 24 0,-2-4 32 0,4 10 12 16,-4-10-5-16,0 0-18 15,0 0-16-15,17-20-15 0,-7 5-6 0,4-3-10 16,0-4-12-16,9-2-9 0,1 3-7 15,0 4-7-15,-7 4-5 0,3 2-9 0,-2 5-1 16,1 2 7-16,-2 3 0 0,2 1-3 16,1 5 3-16,0 1-2 0,7 8 5 0,0 2 1 15,-2 1-4-15,0 2-9 0,-5-1 2 16,3 3 2-16,-2-2-12 0,-4-2 1 16,-1-3-2-16,-3 0-4 0,0-1-7 0,-2 1-8 15,2-3-7-15,-6 1 0 16,0-2-62-16,1-3-89 0,-2 5-88 0,-2-2-108 15,-2-2-140-15,-2 0-202 0,-4-1-64 0,-1 2 84 16,2-4-502-16,3-5-633 0</inkml:trace>
  <inkml:trace contextRef="#ctx0" brushRef="#br0" timeOffset="-211822.2">12785 3494 2952 0,'-74'-21'-164'0,"4"7"28"0,-3 3 25 0,-10 2 24 0,-5 4 20 15,-7 5 24-15,-21 5 19 0,1 6 15 16,-6 10 10-16,-1 8 2 0,-1 12 8 0,-4 7 3 15,3 12 7-15,-24 23 17 0,39-9 6 16,-22 33 11-16,15 3 24 0,32-21-2 0,5 6 9 16,15 3 5-16,8-3-1 0,20 0 5 15,20-6 21-15,16-21 1 0,16-2 0 0,30 7 16 16,26-11-5-16,32-9-11 0,31-9-9 16,65 2-10-16,15-8-14 0,15-6-7 15,16-16-6-15,10-13-12 0,-3-10-5 16,-9-8-11-16,-11-11 4 0,-18-9-6 15,-19-13-4-15,-22-10-3 0,-52 3-7 0,-15-15-11 16,-12-6 5-16,-16-8-11 0,-13-9 3 16,-17-8-13-16,-17 0 9 0,-16-6 0 0,-16-2-7 15,-16 2 0-15,-18-2-7 0,-18 6 0 16,-16 6-6-16,-9 6 2 0,-15 18 0 0,-8 12-3 16,-6 18 2-16,-5 15 3 0,-2 16 0 15,-4 16-1-15,-3 16-1 0,5 12-40 16,5 17-61-16,11 7-74 0,9 9-100 15,18 3-141-15,13 1-181 0,15 4 54 16,11 2-232-16,19-9-272 0</inkml:trace>
  <inkml:trace contextRef="#ctx0" brushRef="#br0" timeOffset="-211203.62">12983 5471 2378 0,'-19'0'68'0,"-2"2"7"0,-2 4 17 0,-7 9 17 0,-11 7 23 0,2 7 15 16,-3 4 11-16,3 5 12 0,5 2-5 16,2 3 1-16,7 0-10 0,4 1-11 0,9-5-4 15,11 2-7-15,2-2 0 0,15 5-10 16,7-4-3-16,3-5-16 0,9-2 0 16,7-6-12-16,3-9-8 0,7-2-5 0,-11-9-10 15,7-4-9-15,13-10 9 16,-2-3-6-16,1-9-2 0,-9-2-9 0,-2 0-2 15,-6-8 4-15,-9-3 9 0,-5-1-2 16,-13 1-2-16,-4-6-5 0,-8-5-7 0,-4-4-9 16,-7-15-1-16,-9-2-8 0,-4 1-3 15,-12-15-9-15,2 26 2 0,-5 3-5 0,-1 6-6 16,-3 9-2-16,-8 10-3 0,8 14-22 16,-6 6-36-16,0 8-35 0,-7 10-45 0,-1 3-63 15,8 5-59-15,5 3-59 0,13-2-52 16,8 0-131-16,6-5-148 0,7 0 52 0,8-3-391 15,2-5-463-15</inkml:trace>
  <inkml:trace contextRef="#ctx0" brushRef="#br0" timeOffset="-210889.32">13728 5245 2968 0,'-27'-8'69'0,"5"6"-3"0,1 2 3 0,-4 3 27 0,-8 7 24 16,3 8 18-16,-4 9 7 0,1 7 4 0,5 5-4 16,5 9-4-16,6 3-2 15,5 0-4-15,8 6-10 0,4-12-3 0,8 9-15 16,7-2-7-16,4-3-10 0,4-1-10 15,7-7-10-15,-1 2-7 0,3-5-7 0,3-3-8 16,-9-16-23-16,-1 5-51 0,0-9-51 16,-2-5-76-16,-4-6-84 0,0-6-72 0,3-4-92 15,3-8-146-15,2-1-30 0,-2-6 37 16,-2-5-276-16,4-9-303 0</inkml:trace>
  <inkml:trace contextRef="#ctx0" brushRef="#br0" timeOffset="-210539.3">14016 5531 2438 0,'-4'-12'121'0,"0"2"44"0,-2 3 8 0,3 1 29 16,3 6 8-16,-8-6-3 0,8 6-23 16,0 0-15-16,0 0-6 0,0 0 1 15,0 0-9-15,0 0-13 0,-2 26-10 0,4-14-11 16,4 3-15-16,-3 2-8 0,1 4-10 16,4 0-7-16,-2-1-7 0,-1 4-6 15,-1-2-5-15,-2 1-3 0,0-3-6 0,-2-1-2 16,0-1 8-16,0-3 14 15,2-5 36-15,-2-1 36 0,0-9-21 0,0 0-14 0,0 0-8 16,0 0-15-16,30-44-8 16,-7 5-6-16,4 1-11 0,-2 2-9 0,-3 11-2 15,-4 3-4-15,-2 6-8 0,-5 4-1 16,-2 4-7-16,1 3-4 0,-3 3 5 0,-7 2-6 16,22 5 8-16,-13 0-9 0,0 4 5 15,0 3-5-15,3 1-1 0,-1 3-3 0,0 1-6 16,0-2 10-16,-2 1-16 0,1-1 1 15,-3-1-7-15,1-2-44 0,-3-1-78 16,1-3-80-16,0 0-88 0,-4-2-94 0,2-3-109 16,-4-3-157-16,0 0-75 15,0 0 54-15,0 0-545 0,5-29-676 0</inkml:trace>
  <inkml:trace contextRef="#ctx0" brushRef="#br0" timeOffset="-210288.28">14473 5125 3570 0,'-1'-21'69'0,"-1"8"37"0,-2 0 37 0,1 3 31 15,3 2 23-15,0 1 13 0,0 7-15 16,-2-9-22-16,2 9-15 0,0 0 7 16,0 0 20-16,0 0 12 0,14 33 29 0,-10-11-4 15,0 4-6-15,-3 12-13 0,-1-1-13 16,-1 1-10-16,-1-2-13 0,0 0-14 0,0-9-11 16,4-4-3-16,2-5-7 0,-3-1 3 15,3-1 1-15,6-3-1 0,0-5-12 0,3-2-11 16,2-3-74-16,8-6-38 15,-1-1 0-15,14-9 0 0,-2-4 0 0,6-9 0 0,1-6-140 16,3-7-206-16,10-18-127 16,0-7-133-16,0-2-157 0,5-3-62 0,-1 2 69 15,-9 6-700-15,-13 14-906 0</inkml:trace>
  <inkml:trace contextRef="#ctx0" brushRef="#br0" timeOffset="-210072.08">15169 4696 4021 0,'-16'-5'-1'16,"16"5"62"-16,-5-5 21 0,5 5 35 0,0 0 31 15,-4-7 33-15,4 7 12 0,0 0 10 16,0 0 32-16,0 0 5 0,29 31 13 16,-16-5 3-16,1 4 3 0,-3 5-11 15,0 13-10-15,-3 5-12 0,-1 5-18 0,-7 2-18 16,0 5-22-16,-3 4-10 0,-1 0-19 16,0-1-12-16,-4 1-14 0,2-8-14 0,-3-3-70 15,-3-4-29-15,-1-4 0 0,0-8-90 16,0-9-168-16,-4-4-103 0,-1-7-112 0,5-7-99 15,-2-3-101-15,2-7-129 0,3-2 76 16,0-3-715-16,10 0-890 0</inkml:trace>
  <inkml:trace contextRef="#ctx0" brushRef="#br0" timeOffset="-209838.34">15333 5649 3703 0,'5'2'-78'0,"-5"-2"50"0,8 3 29 0,-8-3 29 16,0 0 63-16,-6 12 59 15,-1-4 55-15,-8 5 55 0,-16 7 29 0,-20 11 45 16,-33 10 10-16,-23 3-8 0,-19 7-12 16,-63 20-15-16,-12 5-35 0,-25-1-25 15,-8 0-27-15,-4-1-13 0,9-8-27 0,19 2-18 16,22-7-18-16,61-18-15 0,16-2-20 16,19-4-17-16,31-14-17 0,14 0-75 0,5-1-99 15,13-3-111-15,14-4-118 0,1-3-152 16,7 2-168-16,3-4-199 0,4 2 48 0,0-3 95 15,0 1-692-15,0 0-844 16</inkml:trace>
  <inkml:trace contextRef="#ctx0" brushRef="#br0" timeOffset="-11495.19">9791 14159 1923 0,'0'9'184'0,"0"-9"-23"0,-2 7 8 0,2-7-3 0,2 7-16 0,-2-7 4 0,4 8 11 16,0-3-2-16,1 0 12 0,-5-5 13 16,13 4 7-16,-4-2 3 0,-9-2 3 0,20-4-5 15,-6 2-7-15,0-4-7 0,0-3-17 16,3-3-13-16,4-7-18 0,1 1-12 0,-6 4-9 15,-2-3-9-15,-5 1-12 0,0-2-9 16,-2 0-13-16,-2-2-1 0,-5 3-13 16,-1-6-6-16,-3 0-4 0,-3-10 1 15,-4-4-13-15,-3 2-2 0,3-1-3 0,-1 3-3 16,1 9-6-16,2 5-1 0,5 3-2 16,-1 5-5-16,-1 1-6 0,3 4 0 15,3 6-1-15,0 0 2 0,0 0 4 0,-7 20-4 16,7-3 0-16,2 8-2 0,6 8 2 15,2 6-5-15,4 5 6 0,4-3-1 0,-2-4-1 16,-2-4-3-16,4-4 2 0,-1 2 0 16,-2-6-6-16,0 2 3 0,4-2-3 0,-6-9-6 15,-1 0-29-15,-2-4-50 0,-3 0-68 16,0-4-87-16,0 1-100 0,-2-4-116 0,-3-3-183 16,-2-2-38-16,0 0 56 0,0 0-428 15,0 0-522-15</inkml:trace>
  <inkml:trace contextRef="#ctx0" brushRef="#br0" timeOffset="-11311.57">10079 13739 3280 0,'-4'-6'185'16,"2"3"6"-16,-2-3 13 0,4 6 19 16,0 0 6-16,-3-12-27 0,3 12-17 0,-2-8-19 15,2 8-21-15,0 0-17 16,5-13-33-16,-5 13-80 0,10-2-106 0,-10 2-140 15,11 12-200-15,-3-1-231 0,-2 7 27 0,-1 5 80 16,3 15-344-16,-5 3-381 16</inkml:trace>
  <inkml:trace contextRef="#ctx0" brushRef="#br0" timeOffset="-10678.39">10566 14307 2520 0,'4'-6'247'0,"-4"6"6"0,6-4-20 16,-2 0-18-16,2-2 10 0,-1 3 25 15,-5 3 23-15,13-14 19 0,-2 2-14 0,0-3 1 16,1-11-40-16,6-4-23 0,2-3-20 15,-4-8-22-15,4-1-10 0,-6-5-27 0,6-5-5 16,-1-1-18-16,-4-3-15 0,1-7-13 16,-3-1-10-16,-2 3-2 0,1 3-14 0,-7 17-4 15,4 7 12-15,-5 9-13 0,1 6-12 16,-3 7 1-16,-1 5-4 0,-1 7-9 0,0 0-3 16,0 0 0-16,-5 32-3 0,0 3 1 15,5-6-4-15,2-4 7 0,5 8-13 16,0 0 1-16,2-2-2 0,5 0 4 15,3-2 3-15,-3-4-5 0,-2-2 2 0,6 2-1 16,-7-6 6-16,0-2 12 0,-1-1-1 16,0 2 5-16,-3-7 25 0,-2-1 14 15,0 0 9-15,-1 0 12 0,-4 1 15 0,-4 1 0 16,-4-1-91-16,-9 3-24 0,-6 2 0 16,-6-5 0-16,-1 1 0 0,-1-7 0 0,5-4 0 15,-3-2 0-15,-9-10 0 0,4-1 0 16,0-5 0-16,-5-10 0 0,8-2 0 0,11 3-240 15,1 2-166-15,6 5-75 0,5 5-91 16,2 2-133-16,0 6-98 0,5 2 62 0,1 4-702 16,0 0-893-16</inkml:trace>
  <inkml:trace contextRef="#ctx0" brushRef="#br0" timeOffset="-10362.27">11391 13765 4093 0,'-7'-6'218'0,"2"0"-4"0,-1 3-9 0,6 3 17 0,0 0-8 0,0 0 16 0,0 0-5 0,0 0-15 16,0 0-20-16,38 0-24 0,-17 9-14 15,10 8-15-15,-7 0-16 0,1 5-5 0,-4 3-5 16,-5 3-6-16,-4 4-6 15,0-1-14-15,-7 6-3 0,0-4-9 0,-8-1-9 16,-1 2-2-16,-5 0-5 0,0-3-10 16,-5 0-4-16,-1-2-3 0,-1-4-7 0,0-1-6 15,-4-1 0-15,7-8-8 0,0-3-10 16,2-4-80-16,-2-6-87 0,2-2-109 0,-2-4-132 16,-2-9-147-16,-2-13-208 0,1-9-29 15,2-17 79-15,3-2-661 0,8-1-820 16</inkml:trace>
  <inkml:trace contextRef="#ctx0" brushRef="#br0" timeOffset="-10195.37">11542 13355 4159 0,'0'-14'166'16,"0"6"29"-16,0 0 21 0,0 8 20 16,-2-11 6-16,2 11-21 0,-2-9-24 0,2 9-17 15,0 0-30-15,-2-7-13 0,2 7-28 16,0 0-107-16,0 0-144 0,12 27-201 0,-11-11-282 15,8 7-113-15,-4 10 68 0,1 0-586 16,3 1-716-16</inkml:trace>
  <inkml:trace contextRef="#ctx0" brushRef="#br0" timeOffset="-9977.92">12026 13498 3702 0,'4'-2'277'15,"-4"2"15"-15,16 7 36 0,-5 1 8 0,3 4-10 16,0 11-21-16,4 2-8 0,-3 4-21 16,-2 6-25-16,-3 1-26 0,-3 5-23 0,-1 2-20 15,-3 2-24-15,-10 9-19 0,0 1-9 16,-11 0-60-16,-6-5-92 0,-6 1-104 0,-8-3-103 16,-3-3-134-16,-4-6-136 0,-7-3-144 15,-2-5-150-15,-5-6 67 0,-4-1-667 16,-3-9-845-16</inkml:trace>
  <inkml:trace contextRef="#ctx0" brushRef="#br0" timeOffset="-9745.49">9815 13268 4253 0,'-61'36'146'15,"0"18"-11"-15,2 9 13 0,7 7 28 0,4 0 30 16,8 2 18-16,15-8 6 0,11 1-1 16,10 2-10-16,15 0-17 0,7-1-17 0,23 12-18 15,9-5-17-15,22-6-15 0,9-8-19 16,9-11-89-16,6-11-127 0,10-10-177 0,3-2-235 16,-3-15-303-16,-20-3 55 0,-2-7 81 15,-1 0-615-15,-1-2-753 0</inkml:trace>
  <inkml:trace contextRef="#ctx0" brushRef="#br0" timeOffset="-9528.2">9989 14611 4354 0,'-34'0'492'15,"13"-2"-47"-15,2 0-25 0,13 0-15 16,6 2-2-16,0 0-21 0,46-18-31 0,19-3-29 15,44-4-30-15,18-2-37 0,20-4-185 16,47-10-70-16,6 4 0 0,-40 11 0 0,48-6-113 16,-50 11-302-16,2 4-163 0,-10-3-209 15,-3 7-64-15,-17 7 84 0,-18-2-825 0,-38 6-1032 16</inkml:trace>
  <inkml:trace contextRef="#ctx0" brushRef="#br0" timeOffset="-9345.57">10190 14919 4960 0,'-72'10'299'0,"29"-3"-36"16,12-3-12-16,18-1-23 0,13-1-20 0,0-2 8 15,48-2 1-15,26-8 0 0,42-7-18 16,29-8-21-16,67-12-15 0,-1-2-29 0,3-6-110 16,-12 0-168-16,-10 4-158 15,-49 10-173-15,-8 0-221 0,-13 8-133 0,-18-1 84 16,-42 11-740-16,-16 6-932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&lt;Pivot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Pivot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&gt;Pivot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f1e14b84e8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g2f1e14b84e8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f1e14b84e8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g2f1e14b84e8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f1e14b84e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g2f1e14b84e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B154E16-1278-4642-AF55-61DB5B8A95BC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563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5E4B3E-223D-4B07-9DF8-70AC07D3C5E9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598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C3EC65-B402-492C-8589-A94A6682FF39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405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57464CF-10FA-4DD7-AFE9-A213C92116CD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9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122483-FDB8-4182-B974-06CAEBE2F258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15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3D0D2E-0AFC-4E53-B766-795FE1A20A3A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7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63444D-5B37-4795-B2FB-44C8FE93CBE6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56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customXml" Target="../ink/ink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3.png"/><Relationship Id="rId42" Type="http://schemas.openxmlformats.org/officeDocument/2006/relationships/image" Target="../media/image27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12.xml"/><Relationship Id="rId24" Type="http://schemas.openxmlformats.org/officeDocument/2006/relationships/image" Target="../media/image16.png"/><Relationship Id="rId32" Type="http://schemas.openxmlformats.org/officeDocument/2006/relationships/image" Target="../media/image22.png"/><Relationship Id="rId37" Type="http://schemas.openxmlformats.org/officeDocument/2006/relationships/customXml" Target="../ink/ink25.xml"/><Relationship Id="rId40" Type="http://schemas.openxmlformats.org/officeDocument/2006/relationships/image" Target="../media/image26.png"/><Relationship Id="rId45" Type="http://schemas.openxmlformats.org/officeDocument/2006/relationships/customXml" Target="../ink/ink29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18.png"/><Relationship Id="rId36" Type="http://schemas.openxmlformats.org/officeDocument/2006/relationships/image" Target="../media/image24.png"/><Relationship Id="rId10" Type="http://schemas.openxmlformats.org/officeDocument/2006/relationships/image" Target="../media/image9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28.png"/><Relationship Id="rId4" Type="http://schemas.openxmlformats.org/officeDocument/2006/relationships/image" Target="../media/image6.png"/><Relationship Id="rId9" Type="http://schemas.openxmlformats.org/officeDocument/2006/relationships/customXml" Target="../ink/ink11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20.xml"/><Relationship Id="rId30" Type="http://schemas.openxmlformats.org/officeDocument/2006/relationships/image" Target="../media/image21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8" Type="http://schemas.openxmlformats.org/officeDocument/2006/relationships/image" Target="../media/image8.png"/><Relationship Id="rId3" Type="http://schemas.openxmlformats.org/officeDocument/2006/relationships/customXml" Target="../ink/ink8.xml"/><Relationship Id="rId12" Type="http://schemas.openxmlformats.org/officeDocument/2006/relationships/image" Target="../media/image10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20" Type="http://schemas.openxmlformats.org/officeDocument/2006/relationships/image" Target="../media/image14.png"/><Relationship Id="rId41" Type="http://schemas.openxmlformats.org/officeDocument/2006/relationships/customXml" Target="../ink/ink27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.xml"/><Relationship Id="rId21" Type="http://schemas.openxmlformats.org/officeDocument/2006/relationships/image" Target="../media/image39.png"/><Relationship Id="rId42" Type="http://schemas.openxmlformats.org/officeDocument/2006/relationships/customXml" Target="../ink/ink49.xml"/><Relationship Id="rId47" Type="http://schemas.openxmlformats.org/officeDocument/2006/relationships/image" Target="../media/image52.png"/><Relationship Id="rId63" Type="http://schemas.openxmlformats.org/officeDocument/2006/relationships/image" Target="../media/image60.png"/><Relationship Id="rId68" Type="http://schemas.openxmlformats.org/officeDocument/2006/relationships/customXml" Target="../ink/ink62.xml"/><Relationship Id="rId16" Type="http://schemas.openxmlformats.org/officeDocument/2006/relationships/customXml" Target="../ink/ink36.xml"/><Relationship Id="rId11" Type="http://schemas.openxmlformats.org/officeDocument/2006/relationships/image" Target="../media/image34.png"/><Relationship Id="rId32" Type="http://schemas.openxmlformats.org/officeDocument/2006/relationships/customXml" Target="../ink/ink44.xml"/><Relationship Id="rId37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customXml" Target="../ink/ink57.xml"/><Relationship Id="rId74" Type="http://schemas.openxmlformats.org/officeDocument/2006/relationships/customXml" Target="../ink/ink65.xml"/><Relationship Id="rId79" Type="http://schemas.openxmlformats.org/officeDocument/2006/relationships/image" Target="../media/image68.png"/><Relationship Id="rId5" Type="http://schemas.openxmlformats.org/officeDocument/2006/relationships/image" Target="../media/image31.png"/><Relationship Id="rId61" Type="http://schemas.openxmlformats.org/officeDocument/2006/relationships/image" Target="../media/image59.png"/><Relationship Id="rId82" Type="http://schemas.openxmlformats.org/officeDocument/2006/relationships/customXml" Target="../ink/ink69.xml"/><Relationship Id="rId19" Type="http://schemas.openxmlformats.org/officeDocument/2006/relationships/image" Target="../media/image38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Relationship Id="rId27" Type="http://schemas.openxmlformats.org/officeDocument/2006/relationships/image" Target="../media/image42.png"/><Relationship Id="rId30" Type="http://schemas.openxmlformats.org/officeDocument/2006/relationships/customXml" Target="../ink/ink43.xml"/><Relationship Id="rId35" Type="http://schemas.openxmlformats.org/officeDocument/2006/relationships/image" Target="../media/image46.png"/><Relationship Id="rId43" Type="http://schemas.openxmlformats.org/officeDocument/2006/relationships/image" Target="../media/image50.png"/><Relationship Id="rId48" Type="http://schemas.openxmlformats.org/officeDocument/2006/relationships/customXml" Target="../ink/ink52.xml"/><Relationship Id="rId56" Type="http://schemas.openxmlformats.org/officeDocument/2006/relationships/customXml" Target="../ink/ink56.xml"/><Relationship Id="rId64" Type="http://schemas.openxmlformats.org/officeDocument/2006/relationships/customXml" Target="../ink/ink60.xml"/><Relationship Id="rId69" Type="http://schemas.openxmlformats.org/officeDocument/2006/relationships/image" Target="../media/image63.png"/><Relationship Id="rId77" Type="http://schemas.openxmlformats.org/officeDocument/2006/relationships/image" Target="../media/image67.png"/><Relationship Id="rId8" Type="http://schemas.openxmlformats.org/officeDocument/2006/relationships/customXml" Target="../ink/ink32.xml"/><Relationship Id="rId51" Type="http://schemas.openxmlformats.org/officeDocument/2006/relationships/image" Target="../media/image54.png"/><Relationship Id="rId72" Type="http://schemas.openxmlformats.org/officeDocument/2006/relationships/customXml" Target="../ink/ink64.xml"/><Relationship Id="rId80" Type="http://schemas.openxmlformats.org/officeDocument/2006/relationships/customXml" Target="../ink/ink68.xml"/><Relationship Id="rId3" Type="http://schemas.openxmlformats.org/officeDocument/2006/relationships/image" Target="../media/image30.png"/><Relationship Id="rId12" Type="http://schemas.openxmlformats.org/officeDocument/2006/relationships/customXml" Target="../ink/ink34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38" Type="http://schemas.openxmlformats.org/officeDocument/2006/relationships/customXml" Target="../ink/ink47.xml"/><Relationship Id="rId46" Type="http://schemas.openxmlformats.org/officeDocument/2006/relationships/customXml" Target="../ink/ink51.xml"/><Relationship Id="rId59" Type="http://schemas.openxmlformats.org/officeDocument/2006/relationships/image" Target="../media/image58.png"/><Relationship Id="rId67" Type="http://schemas.openxmlformats.org/officeDocument/2006/relationships/image" Target="../media/image62.png"/><Relationship Id="rId20" Type="http://schemas.openxmlformats.org/officeDocument/2006/relationships/customXml" Target="../ink/ink38.xml"/><Relationship Id="rId41" Type="http://schemas.openxmlformats.org/officeDocument/2006/relationships/image" Target="../media/image49.png"/><Relationship Id="rId54" Type="http://schemas.openxmlformats.org/officeDocument/2006/relationships/customXml" Target="../ink/ink55.xml"/><Relationship Id="rId62" Type="http://schemas.openxmlformats.org/officeDocument/2006/relationships/customXml" Target="../ink/ink59.xml"/><Relationship Id="rId70" Type="http://schemas.openxmlformats.org/officeDocument/2006/relationships/customXml" Target="../ink/ink63.xml"/><Relationship Id="rId75" Type="http://schemas.openxmlformats.org/officeDocument/2006/relationships/image" Target="../media/image66.png"/><Relationship Id="rId83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28" Type="http://schemas.openxmlformats.org/officeDocument/2006/relationships/customXml" Target="../ink/ink42.xml"/><Relationship Id="rId36" Type="http://schemas.openxmlformats.org/officeDocument/2006/relationships/customXml" Target="../ink/ink46.xml"/><Relationship Id="rId49" Type="http://schemas.openxmlformats.org/officeDocument/2006/relationships/image" Target="../media/image53.png"/><Relationship Id="rId57" Type="http://schemas.openxmlformats.org/officeDocument/2006/relationships/image" Target="../media/image57.png"/><Relationship Id="rId10" Type="http://schemas.openxmlformats.org/officeDocument/2006/relationships/customXml" Target="../ink/ink33.xml"/><Relationship Id="rId31" Type="http://schemas.openxmlformats.org/officeDocument/2006/relationships/image" Target="../media/image44.png"/><Relationship Id="rId44" Type="http://schemas.openxmlformats.org/officeDocument/2006/relationships/customXml" Target="../ink/ink50.xml"/><Relationship Id="rId52" Type="http://schemas.openxmlformats.org/officeDocument/2006/relationships/customXml" Target="../ink/ink54.xml"/><Relationship Id="rId60" Type="http://schemas.openxmlformats.org/officeDocument/2006/relationships/customXml" Target="../ink/ink58.xml"/><Relationship Id="rId65" Type="http://schemas.openxmlformats.org/officeDocument/2006/relationships/image" Target="../media/image61.png"/><Relationship Id="rId73" Type="http://schemas.openxmlformats.org/officeDocument/2006/relationships/image" Target="../media/image65.png"/><Relationship Id="rId78" Type="http://schemas.openxmlformats.org/officeDocument/2006/relationships/customXml" Target="../ink/ink67.xml"/><Relationship Id="rId81" Type="http://schemas.openxmlformats.org/officeDocument/2006/relationships/image" Target="../media/image69.png"/><Relationship Id="rId4" Type="http://schemas.openxmlformats.org/officeDocument/2006/relationships/customXml" Target="../ink/ink30.xml"/><Relationship Id="rId9" Type="http://schemas.openxmlformats.org/officeDocument/2006/relationships/image" Target="../media/image33.png"/><Relationship Id="rId13" Type="http://schemas.openxmlformats.org/officeDocument/2006/relationships/image" Target="../media/image35.png"/><Relationship Id="rId18" Type="http://schemas.openxmlformats.org/officeDocument/2006/relationships/customXml" Target="../ink/ink37.xml"/><Relationship Id="rId39" Type="http://schemas.openxmlformats.org/officeDocument/2006/relationships/image" Target="../media/image48.png"/><Relationship Id="rId34" Type="http://schemas.openxmlformats.org/officeDocument/2006/relationships/customXml" Target="../ink/ink45.xml"/><Relationship Id="rId50" Type="http://schemas.openxmlformats.org/officeDocument/2006/relationships/customXml" Target="../ink/ink53.xml"/><Relationship Id="rId55" Type="http://schemas.openxmlformats.org/officeDocument/2006/relationships/image" Target="../media/image56.png"/><Relationship Id="rId76" Type="http://schemas.openxmlformats.org/officeDocument/2006/relationships/customXml" Target="../ink/ink66.xml"/><Relationship Id="rId7" Type="http://schemas.openxmlformats.org/officeDocument/2006/relationships/image" Target="../media/image32.png"/><Relationship Id="rId71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29" Type="http://schemas.openxmlformats.org/officeDocument/2006/relationships/image" Target="../media/image43.png"/><Relationship Id="rId24" Type="http://schemas.openxmlformats.org/officeDocument/2006/relationships/customXml" Target="../ink/ink40.xml"/><Relationship Id="rId40" Type="http://schemas.openxmlformats.org/officeDocument/2006/relationships/customXml" Target="../ink/ink48.xml"/><Relationship Id="rId45" Type="http://schemas.openxmlformats.org/officeDocument/2006/relationships/image" Target="../media/image51.png"/><Relationship Id="rId66" Type="http://schemas.openxmlformats.org/officeDocument/2006/relationships/customXml" Target="../ink/ink6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customXml" Target="../ink/ink75.xml"/><Relationship Id="rId18" Type="http://schemas.openxmlformats.org/officeDocument/2006/relationships/image" Target="../media/image78.png"/><Relationship Id="rId26" Type="http://schemas.openxmlformats.org/officeDocument/2006/relationships/image" Target="../media/image82.png"/><Relationship Id="rId3" Type="http://schemas.openxmlformats.org/officeDocument/2006/relationships/customXml" Target="../ink/ink70.xml"/><Relationship Id="rId21" Type="http://schemas.openxmlformats.org/officeDocument/2006/relationships/customXml" Target="../ink/ink79.xml"/><Relationship Id="rId7" Type="http://schemas.openxmlformats.org/officeDocument/2006/relationships/customXml" Target="../ink/ink72.xml"/><Relationship Id="rId12" Type="http://schemas.openxmlformats.org/officeDocument/2006/relationships/image" Target="../media/image75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77.png"/><Relationship Id="rId20" Type="http://schemas.openxmlformats.org/officeDocument/2006/relationships/image" Target="../media/image79.png"/><Relationship Id="rId29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customXml" Target="../ink/ink74.xml"/><Relationship Id="rId24" Type="http://schemas.openxmlformats.org/officeDocument/2006/relationships/image" Target="../media/image81.png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83.png"/><Relationship Id="rId10" Type="http://schemas.openxmlformats.org/officeDocument/2006/relationships/image" Target="../media/image74.png"/><Relationship Id="rId19" Type="http://schemas.openxmlformats.org/officeDocument/2006/relationships/customXml" Target="../ink/ink78.xml"/><Relationship Id="rId4" Type="http://schemas.openxmlformats.org/officeDocument/2006/relationships/image" Target="../media/image71.png"/><Relationship Id="rId9" Type="http://schemas.openxmlformats.org/officeDocument/2006/relationships/customXml" Target="../ink/ink73.xml"/><Relationship Id="rId14" Type="http://schemas.openxmlformats.org/officeDocument/2006/relationships/image" Target="../media/image76.png"/><Relationship Id="rId22" Type="http://schemas.openxmlformats.org/officeDocument/2006/relationships/image" Target="../media/image80.png"/><Relationship Id="rId27" Type="http://schemas.openxmlformats.org/officeDocument/2006/relationships/customXml" Target="../ink/ink82.xml"/><Relationship Id="rId30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customXml" Target="../ink/ink8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customXml" Target="../ink/ink8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8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E0270F-3355-49F3-F8D9-2C8AFD8E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DFA0A4-DD06-69D0-C812-533AFECCE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0107"/>
              </p:ext>
            </p:extLst>
          </p:nvPr>
        </p:nvGraphicFramePr>
        <p:xfrm>
          <a:off x="1513173" y="2039151"/>
          <a:ext cx="9165653" cy="640080"/>
        </p:xfrm>
        <a:graphic>
          <a:graphicData uri="http://schemas.openxmlformats.org/drawingml/2006/table">
            <a:tbl>
              <a:tblPr firstRow="1" bandRow="1">
                <a:tableStyleId>{6D93F2BA-12AC-4E3E-8EDC-AAE0573C1F7D}</a:tableStyleId>
              </a:tblPr>
              <a:tblGrid>
                <a:gridCol w="1309379">
                  <a:extLst>
                    <a:ext uri="{9D8B030D-6E8A-4147-A177-3AD203B41FA5}">
                      <a16:colId xmlns:a16="http://schemas.microsoft.com/office/drawing/2014/main" val="1205975375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2487910183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2635971131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2546420267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3314528593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2449927061"/>
                    </a:ext>
                  </a:extLst>
                </a:gridCol>
                <a:gridCol w="1309379">
                  <a:extLst>
                    <a:ext uri="{9D8B030D-6E8A-4147-A177-3AD203B41FA5}">
                      <a16:colId xmlns:a16="http://schemas.microsoft.com/office/drawing/2014/main" val="3675951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/>
                        <a:t>10</a:t>
                      </a:r>
                      <a:endParaRPr lang="en-IN" sz="3600" dirty="0"/>
                    </a:p>
                  </a:txBody>
                  <a:tcP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20</a:t>
                      </a:r>
                      <a:endParaRPr lang="en-IN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50</a:t>
                      </a:r>
                      <a:endParaRPr lang="en-IN" sz="3600" dirty="0"/>
                    </a:p>
                  </a:txBody>
                  <a:tcP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100</a:t>
                      </a:r>
                      <a:endParaRPr lang="en-IN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200</a:t>
                      </a:r>
                      <a:endParaRPr lang="en-IN" sz="3600" dirty="0"/>
                    </a:p>
                  </a:txBody>
                  <a:tcP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500</a:t>
                      </a:r>
                      <a:endParaRPr lang="en-IN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2000</a:t>
                      </a:r>
                      <a:endParaRPr lang="en-IN" sz="3600" dirty="0"/>
                    </a:p>
                  </a:txBody>
                  <a:tcP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954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D156D5-BA9A-EF09-5592-E0F126AF9455}"/>
              </a:ext>
            </a:extLst>
          </p:cNvPr>
          <p:cNvSpPr txBox="1"/>
          <p:nvPr/>
        </p:nvSpPr>
        <p:spPr>
          <a:xfrm>
            <a:off x="3357797" y="4272197"/>
            <a:ext cx="2488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Search </a:t>
            </a:r>
            <a:r>
              <a:rPr 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20</a:t>
            </a:r>
            <a:endParaRPr lang="en-IN" sz="4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9214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077200" y="6248400"/>
            <a:ext cx="2133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2945" tIns="41473" rIns="82945" bIns="41473" rtlCol="0" anchor="ctr"/>
          <a:lstStyle>
            <a:lvl1pPr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fld id="{39F42B67-CA6D-4089-95AF-161D516EE260}" type="slidenum">
              <a:rPr lang="en-US" altLang="en-US" sz="800">
                <a:latin typeface="Arial Black" panose="020B0A04020102020204" pitchFamily="34" charset="0"/>
              </a:rPr>
              <a:pPr/>
              <a:t>3</a:t>
            </a:fld>
            <a:endParaRPr lang="en-US" altLang="en-US" sz="800">
              <a:latin typeface="Arial Black" panose="020B0A040201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2028826" y="249238"/>
            <a:ext cx="8639175" cy="1308100"/>
          </a:xfrm>
        </p:spPr>
        <p:txBody>
          <a:bodyPr/>
          <a:lstStyle/>
          <a:p>
            <a:pPr eaLnBrk="1" hangingPunct="1"/>
            <a:r>
              <a:rPr lang="en-US" altLang="en-US"/>
              <a:t>Example: Binary Search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325" y="1500187"/>
            <a:ext cx="10133350" cy="4976813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500" dirty="0"/>
              <a:t>Searching for an element k in a sorted array A with n elements</a:t>
            </a:r>
          </a:p>
          <a:p>
            <a:pPr marL="0" indent="0"/>
            <a:r>
              <a:rPr lang="en-US" altLang="en-US" sz="2500" dirty="0"/>
              <a:t>Idea: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dirty="0"/>
              <a:t>Choose the middle element A[n/2]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If k == A[n/2], </a:t>
            </a:r>
            <a:r>
              <a:rPr lang="en-US" altLang="en-US" sz="2500" dirty="0"/>
              <a:t>we are done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If k &lt; A[n/2], </a:t>
            </a:r>
            <a:r>
              <a:rPr lang="en-US" altLang="en-US" sz="2500" dirty="0"/>
              <a:t>search for k between A[0] and A[n/2 -1]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If k &gt; A[n/2], </a:t>
            </a:r>
            <a:r>
              <a:rPr lang="en-US" altLang="en-US" sz="2500" dirty="0"/>
              <a:t>search for k between A[n/2 + 1] and A[n-1]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 dirty="0"/>
              <a:t>Repeat until either k is found, or no more elements to search</a:t>
            </a:r>
          </a:p>
          <a:p>
            <a:pPr marL="0" indent="0"/>
            <a:r>
              <a:rPr lang="en-US" altLang="en-US" sz="2500" dirty="0"/>
              <a:t>Requires a smaller number of comparisons than linear search in the worst case (log</a:t>
            </a:r>
            <a:r>
              <a:rPr lang="en-US" altLang="en-US" sz="2500" baseline="-25000" dirty="0"/>
              <a:t>2</a:t>
            </a:r>
            <a:r>
              <a:rPr lang="en-US" altLang="en-US" sz="2500" dirty="0"/>
              <a:t>n instead of n)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500" dirty="0"/>
          </a:p>
          <a:p>
            <a:pPr lvl="1" eaLnBrk="1" hangingPunct="1">
              <a:lnSpc>
                <a:spcPct val="90000"/>
              </a:lnSpc>
            </a:pPr>
            <a:endParaRPr lang="en-US" altLang="en-US" sz="2500" dirty="0"/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7883526" y="898526"/>
            <a:ext cx="828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8021639" y="1036638"/>
            <a:ext cx="8286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5326063" y="276225"/>
            <a:ext cx="35242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07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6950" y="368798"/>
            <a:ext cx="5475799" cy="1028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100"/>
              </a:spcAft>
            </a:pPr>
            <a:r>
              <a:rPr lang="en-IN" sz="2400" b="1" dirty="0">
                <a:solidFill>
                  <a:srgbClr val="FF0000"/>
                </a:solidFill>
                <a:latin typeface="Helvetica Neue"/>
              </a:rPr>
              <a:t>Binary Search</a:t>
            </a:r>
            <a:endParaRPr lang="en-IN" sz="2400" dirty="0">
              <a:solidFill>
                <a:srgbClr val="FF0000"/>
              </a:solidFill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71276" y="1330959"/>
            <a:ext cx="10050449" cy="5050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100"/>
              </a:spcAft>
            </a:pP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operates by iteratively dividing the search range in half, progressively narrowing down the possibilities at each step. </a:t>
            </a:r>
          </a:p>
          <a:p>
            <a:pPr algn="just">
              <a:spcBef>
                <a:spcPts val="900"/>
              </a:spcBef>
              <a:spcAft>
                <a:spcPts val="100"/>
              </a:spcAft>
            </a:pPr>
            <a:endParaRPr lang="en-US" sz="28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900"/>
              </a:spcBef>
              <a:spcAft>
                <a:spcPts val="100"/>
              </a:spcAft>
            </a:pP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denote the time taken for a dataset of size 'n' as T(n), where T(n/2) accounts for the time spent searching within one-half of the dataset, and O(1) represents the constant time required for comparisons and calculations. </a:t>
            </a:r>
          </a:p>
          <a:p>
            <a:pPr algn="just">
              <a:spcBef>
                <a:spcPts val="900"/>
              </a:spcBef>
              <a:spcAft>
                <a:spcPts val="100"/>
              </a:spcAft>
            </a:pP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be expressed using the recurrence relation: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100"/>
              </a:spcAft>
            </a:pP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T(n)=T(n/2)+O(1)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D8990-9C48-0964-54C6-3952B60F89D0}"/>
              </a:ext>
            </a:extLst>
          </p:cNvPr>
          <p:cNvSpPr txBox="1"/>
          <p:nvPr/>
        </p:nvSpPr>
        <p:spPr>
          <a:xfrm>
            <a:off x="3046751" y="324058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59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8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884420" y="311328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5" name="Google Shape;625;p28"/>
          <p:cNvSpPr txBox="1"/>
          <p:nvPr/>
        </p:nvSpPr>
        <p:spPr>
          <a:xfrm>
            <a:off x="884420" y="914401"/>
            <a:ext cx="10867869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indent="-1143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This algorithm follows divide and conquer strategy</a:t>
            </a:r>
            <a:endParaRPr sz="2400" dirty="0"/>
          </a:p>
          <a:p>
            <a:pPr indent="-1143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Also known as partition exchange algorithm</a:t>
            </a:r>
            <a:endParaRPr sz="2400" dirty="0"/>
          </a:p>
          <a:p>
            <a:pPr indent="-1143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One of the fastest sorting algorithms</a:t>
            </a:r>
            <a:endParaRPr sz="2400" dirty="0"/>
          </a:p>
          <a:p>
            <a:pPr indent="-1143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Divide the list of numbers into sub-list until no more division possible.</a:t>
            </a:r>
            <a:endParaRPr sz="2400" dirty="0"/>
          </a:p>
          <a:p>
            <a:pPr>
              <a:lnSpc>
                <a:spcPct val="150000"/>
              </a:lnSpc>
              <a:buClr>
                <a:schemeClr val="dk1"/>
              </a:buClr>
              <a:buSzPts val="1800"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do we partition the array ?</a:t>
            </a:r>
            <a:endParaRPr dirty="0"/>
          </a:p>
          <a:p>
            <a:pPr indent="-1143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Choose pivot – a random element initially (generally 0</a:t>
            </a:r>
            <a:r>
              <a:rPr lang="en-US" sz="24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 element)</a:t>
            </a:r>
            <a:endParaRPr sz="24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choosing a right pivot is very important and affect the complexity of algorithm.</a:t>
            </a:r>
            <a:endParaRPr sz="2400" dirty="0"/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Once pivot gets final position then,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1800"/>
              <a:buFont typeface="Noto Sans Symbols"/>
              <a:buChar char="⮚"/>
            </a:pPr>
            <a:endParaRPr dirty="0"/>
          </a:p>
          <a:p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7" name="Google Shape;627;p28"/>
          <p:cNvGraphicFramePr/>
          <p:nvPr>
            <p:extLst>
              <p:ext uri="{D42A27DB-BD31-4B8C-83A1-F6EECF244321}">
                <p14:modId xmlns:p14="http://schemas.microsoft.com/office/powerpoint/2010/main" val="4088945837"/>
              </p:ext>
            </p:extLst>
          </p:nvPr>
        </p:nvGraphicFramePr>
        <p:xfrm>
          <a:off x="3045876" y="5943599"/>
          <a:ext cx="6096000" cy="518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3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&lt;Pivot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Pivot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&gt;Pivot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9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649574" y="99298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6" name="Google Shape;636;p29"/>
          <p:cNvSpPr txBox="1"/>
          <p:nvPr/>
        </p:nvSpPr>
        <p:spPr>
          <a:xfrm>
            <a:off x="810966" y="632698"/>
            <a:ext cx="1073146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</a:t>
            </a:r>
            <a:r>
              <a:rPr lang="en-US" sz="24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Quick_sort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4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A,low,high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algorithm sort the elements in ascending order.</a:t>
            </a:r>
            <a:r>
              <a:rPr lang="en-US" sz="2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is linear array where low is equal to 0 and high is highest index i.e. n-1. A sub algorithm partition is used to split an array into two parts, and it returns final position of pivot element. </a:t>
            </a:r>
            <a:endParaRPr sz="2400" dirty="0"/>
          </a:p>
          <a:p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 txBox="1"/>
          <p:nvPr/>
        </p:nvSpPr>
        <p:spPr>
          <a:xfrm>
            <a:off x="1524000" y="3518078"/>
            <a:ext cx="8077200" cy="19389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low &lt; high  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	pivot = Partition(A, low, high)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	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Quick_sort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 low, pivot-1)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	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Quick_sort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 pivot+1, high)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1183AC-A6BF-1BBC-78ED-C6931C27DC52}"/>
                  </a:ext>
                </a:extLst>
              </p14:cNvPr>
              <p14:cNvContentPartPr/>
              <p14:nvPr/>
            </p14:nvContentPartPr>
            <p14:xfrm>
              <a:off x="1882800" y="3538800"/>
              <a:ext cx="7897680" cy="200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1183AC-A6BF-1BBC-78ED-C6931C27DC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3440" y="3529440"/>
                <a:ext cx="7916400" cy="202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1524000" y="168303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Partition 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7" name="Google Shape;647;p30"/>
          <p:cNvSpPr txBox="1"/>
          <p:nvPr/>
        </p:nvSpPr>
        <p:spPr>
          <a:xfrm>
            <a:off x="1676400" y="632699"/>
            <a:ext cx="8839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1828800" y="2002572"/>
            <a:ext cx="8382000" cy="409342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/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= low+1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high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( left &lt;= right ) 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While( A[left] &lt; pivot ) 		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left=left+1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While( A[right] &gt; pivot ) 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right=right-1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If ( left &lt; right )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swap(A[left],A[right])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swap(A[right], pivot)</a:t>
            </a:r>
            <a:endParaRPr/>
          </a:p>
          <a:p>
            <a:pPr marL="457200" indent="-457200"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right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1752600" y="762000"/>
            <a:ext cx="8534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Partition(A, low, high) –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algorithm split the array into two parts and fixed the position of pivot element. Function swap is used to exchange the element in array.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2C1802-7387-004B-5E76-1C8D2779D895}"/>
                  </a:ext>
                </a:extLst>
              </p14:cNvPr>
              <p14:cNvContentPartPr/>
              <p14:nvPr/>
            </p14:nvContentPartPr>
            <p14:xfrm>
              <a:off x="3521160" y="5808960"/>
              <a:ext cx="851040" cy="272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2C1802-7387-004B-5E76-1C8D2779D8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1800" y="5799600"/>
                <a:ext cx="869760" cy="29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1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58" name="Google Shape;658;p31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660" name="Google Shape;660;p31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1" name="Google Shape;661;p31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2" name="Google Shape;662;p31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3" name="Google Shape;663;p31"/>
          <p:cNvCxnSpPr/>
          <p:nvPr/>
        </p:nvCxnSpPr>
        <p:spPr>
          <a:xfrm>
            <a:off x="8534400" y="19050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64" name="Google Shape;664;p31"/>
          <p:cNvCxnSpPr/>
          <p:nvPr/>
        </p:nvCxnSpPr>
        <p:spPr>
          <a:xfrm>
            <a:off x="3657600" y="19050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65" name="Google Shape;665;p31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 txBox="1"/>
          <p:nvPr/>
        </p:nvSpPr>
        <p:spPr>
          <a:xfrm>
            <a:off x="8229600" y="1535668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 txBox="1"/>
          <p:nvPr/>
        </p:nvSpPr>
        <p:spPr>
          <a:xfrm>
            <a:off x="3429000" y="15240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31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73" name="Google Shape;673;p31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74" name="Google Shape;674;p31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160280" y="266760"/>
              <a:ext cx="1289160" cy="2255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5960" y="260280"/>
                <a:ext cx="1299960" cy="226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2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2" name="Google Shape;682;p32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2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684" name="Google Shape;684;p32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5" name="Google Shape;685;p32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86" name="Google Shape;686;p32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87" name="Google Shape;687;p32"/>
          <p:cNvCxnSpPr/>
          <p:nvPr/>
        </p:nvCxnSpPr>
        <p:spPr>
          <a:xfrm>
            <a:off x="8534400" y="19050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88" name="Google Shape;688;p32"/>
          <p:cNvCxnSpPr/>
          <p:nvPr/>
        </p:nvCxnSpPr>
        <p:spPr>
          <a:xfrm>
            <a:off x="3657600" y="19050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89" name="Google Shape;689;p32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 txBox="1"/>
          <p:nvPr/>
        </p:nvSpPr>
        <p:spPr>
          <a:xfrm>
            <a:off x="8229600" y="1535668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 txBox="1"/>
          <p:nvPr/>
        </p:nvSpPr>
        <p:spPr>
          <a:xfrm>
            <a:off x="3429000" y="15240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2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2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2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32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97" name="Google Shape;697;p32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98" name="Google Shape;698;p32"/>
          <p:cNvSpPr/>
          <p:nvPr/>
        </p:nvSpPr>
        <p:spPr>
          <a:xfrm>
            <a:off x="34290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2"/>
          <p:cNvSpPr/>
          <p:nvPr/>
        </p:nvSpPr>
        <p:spPr>
          <a:xfrm>
            <a:off x="83058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3685309" y="1620982"/>
            <a:ext cx="4876800" cy="741218"/>
          </a:xfrm>
          <a:custGeom>
            <a:avLst/>
            <a:gdLst/>
            <a:ahLst/>
            <a:cxnLst/>
            <a:rect l="l" t="t" r="r" b="b"/>
            <a:pathLst>
              <a:path w="4876800" h="1122218" extrusionOk="0">
                <a:moveTo>
                  <a:pt x="0" y="1122218"/>
                </a:moveTo>
                <a:cubicBezTo>
                  <a:pt x="704272" y="561109"/>
                  <a:pt x="1408545" y="0"/>
                  <a:pt x="2216727" y="0"/>
                </a:cubicBezTo>
                <a:cubicBezTo>
                  <a:pt x="3024909" y="0"/>
                  <a:pt x="4849091" y="1122218"/>
                  <a:pt x="4849091" y="1122218"/>
                </a:cubicBezTo>
                <a:lnTo>
                  <a:pt x="4849091" y="1122218"/>
                </a:lnTo>
                <a:lnTo>
                  <a:pt x="4876800" y="1094509"/>
                </a:lnTo>
              </a:path>
            </a:pathLst>
          </a:cu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 txBox="1"/>
          <p:nvPr/>
        </p:nvSpPr>
        <p:spPr>
          <a:xfrm>
            <a:off x="5562600" y="16764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2"/>
          <p:cNvSpPr txBox="1"/>
          <p:nvPr/>
        </p:nvSpPr>
        <p:spPr>
          <a:xfrm>
            <a:off x="6705600" y="3957936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2"/>
          <p:cNvSpPr txBox="1"/>
          <p:nvPr/>
        </p:nvSpPr>
        <p:spPr>
          <a:xfrm>
            <a:off x="5257800" y="1066801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left &lt; right 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2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3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3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3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715" name="Google Shape;715;p33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16" name="Google Shape;716;p33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7" name="Google Shape;717;p33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18" name="Google Shape;718;p33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0" name="Google Shape;720;p33"/>
          <p:cNvGrpSpPr/>
          <p:nvPr/>
        </p:nvGrpSpPr>
        <p:grpSpPr>
          <a:xfrm>
            <a:off x="7620000" y="1535668"/>
            <a:ext cx="685800" cy="826532"/>
            <a:chOff x="6705600" y="1535668"/>
            <a:chExt cx="685800" cy="826532"/>
          </a:xfrm>
        </p:grpSpPr>
        <p:cxnSp>
          <p:nvCxnSpPr>
            <p:cNvPr id="721" name="Google Shape;721;p33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22" name="Google Shape;722;p33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33"/>
          <p:cNvGrpSpPr/>
          <p:nvPr/>
        </p:nvGrpSpPr>
        <p:grpSpPr>
          <a:xfrm>
            <a:off x="4038600" y="1524000"/>
            <a:ext cx="685800" cy="838200"/>
            <a:chOff x="1905000" y="1524000"/>
            <a:chExt cx="685800" cy="838200"/>
          </a:xfrm>
        </p:grpSpPr>
        <p:cxnSp>
          <p:nvCxnSpPr>
            <p:cNvPr id="724" name="Google Shape;724;p33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25" name="Google Shape;725;p33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6" name="Google Shape;726;p33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3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9" name="Google Shape;729;p33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30" name="Google Shape;730;p33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31" name="Google Shape;731;p33"/>
          <p:cNvSpPr/>
          <p:nvPr/>
        </p:nvSpPr>
        <p:spPr>
          <a:xfrm>
            <a:off x="40386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3"/>
          <p:cNvSpPr/>
          <p:nvPr/>
        </p:nvSpPr>
        <p:spPr>
          <a:xfrm>
            <a:off x="7696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4267200" y="1620982"/>
            <a:ext cx="3657601" cy="741218"/>
          </a:xfrm>
          <a:custGeom>
            <a:avLst/>
            <a:gdLst/>
            <a:ahLst/>
            <a:cxnLst/>
            <a:rect l="l" t="t" r="r" b="b"/>
            <a:pathLst>
              <a:path w="4876800" h="1122218" extrusionOk="0">
                <a:moveTo>
                  <a:pt x="0" y="1122218"/>
                </a:moveTo>
                <a:cubicBezTo>
                  <a:pt x="704272" y="561109"/>
                  <a:pt x="1408545" y="0"/>
                  <a:pt x="2216727" y="0"/>
                </a:cubicBezTo>
                <a:cubicBezTo>
                  <a:pt x="3024909" y="0"/>
                  <a:pt x="4849091" y="1122218"/>
                  <a:pt x="4849091" y="1122218"/>
                </a:cubicBezTo>
                <a:lnTo>
                  <a:pt x="4849091" y="1122218"/>
                </a:lnTo>
                <a:lnTo>
                  <a:pt x="4876800" y="1094509"/>
                </a:lnTo>
              </a:path>
            </a:pathLst>
          </a:cu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 txBox="1"/>
          <p:nvPr/>
        </p:nvSpPr>
        <p:spPr>
          <a:xfrm>
            <a:off x="5562600" y="16002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3"/>
          <p:cNvSpPr txBox="1"/>
          <p:nvPr/>
        </p:nvSpPr>
        <p:spPr>
          <a:xfrm>
            <a:off x="5257800" y="1066801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left &lt; right 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3"/>
          <p:cNvSpPr txBox="1"/>
          <p:nvPr/>
        </p:nvSpPr>
        <p:spPr>
          <a:xfrm>
            <a:off x="6705600" y="3957936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7138B7-F96F-9116-4C3F-693A3056DB9D}"/>
                  </a:ext>
                </a:extLst>
              </p14:cNvPr>
              <p14:cNvContentPartPr/>
              <p14:nvPr/>
            </p14:nvContentPartPr>
            <p14:xfrm>
              <a:off x="2765160" y="982800"/>
              <a:ext cx="7285680" cy="94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7138B7-F96F-9116-4C3F-693A3056DB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5800" y="973440"/>
                <a:ext cx="7304400" cy="96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4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4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4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6" name="Google Shape;746;p34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748" name="Google Shape;748;p34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9" name="Google Shape;749;p34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50" name="Google Shape;750;p34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51" name="Google Shape;751;p34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4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4"/>
          <p:cNvGrpSpPr/>
          <p:nvPr/>
        </p:nvGrpSpPr>
        <p:grpSpPr>
          <a:xfrm>
            <a:off x="7620000" y="1535668"/>
            <a:ext cx="685800" cy="826532"/>
            <a:chOff x="6705600" y="1535668"/>
            <a:chExt cx="685800" cy="826532"/>
          </a:xfrm>
        </p:grpSpPr>
        <p:cxnSp>
          <p:nvCxnSpPr>
            <p:cNvPr id="754" name="Google Shape;754;p34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55" name="Google Shape;755;p34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34"/>
          <p:cNvGrpSpPr/>
          <p:nvPr/>
        </p:nvGrpSpPr>
        <p:grpSpPr>
          <a:xfrm>
            <a:off x="4038600" y="1524000"/>
            <a:ext cx="685800" cy="838200"/>
            <a:chOff x="1905000" y="1524000"/>
            <a:chExt cx="685800" cy="838200"/>
          </a:xfrm>
        </p:grpSpPr>
        <p:cxnSp>
          <p:nvCxnSpPr>
            <p:cNvPr id="757" name="Google Shape;757;p34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58" name="Google Shape;758;p34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9" name="Google Shape;759;p34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4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2" name="Google Shape;762;p34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63" name="Google Shape;763;p34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64" name="Google Shape;764;p34"/>
          <p:cNvSpPr/>
          <p:nvPr/>
        </p:nvSpPr>
        <p:spPr>
          <a:xfrm>
            <a:off x="40386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7696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5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5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5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74" name="Google Shape;774;p35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5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776" name="Google Shape;776;p35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77" name="Google Shape;777;p35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78" name="Google Shape;778;p35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79" name="Google Shape;779;p35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5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1" name="Google Shape;781;p35"/>
          <p:cNvGrpSpPr/>
          <p:nvPr/>
        </p:nvGrpSpPr>
        <p:grpSpPr>
          <a:xfrm>
            <a:off x="7010400" y="1535668"/>
            <a:ext cx="685800" cy="826532"/>
            <a:chOff x="6705600" y="1535668"/>
            <a:chExt cx="685800" cy="826532"/>
          </a:xfrm>
        </p:grpSpPr>
        <p:cxnSp>
          <p:nvCxnSpPr>
            <p:cNvPr id="782" name="Google Shape;782;p35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83" name="Google Shape;783;p35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35"/>
          <p:cNvGrpSpPr/>
          <p:nvPr/>
        </p:nvGrpSpPr>
        <p:grpSpPr>
          <a:xfrm>
            <a:off x="4648200" y="1524000"/>
            <a:ext cx="685800" cy="838200"/>
            <a:chOff x="1905000" y="1524000"/>
            <a:chExt cx="685800" cy="838200"/>
          </a:xfrm>
        </p:grpSpPr>
        <p:cxnSp>
          <p:nvCxnSpPr>
            <p:cNvPr id="785" name="Google Shape;785;p35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786" name="Google Shape;786;p35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7" name="Google Shape;787;p35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5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35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91" name="Google Shape;791;p35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92" name="Google Shape;792;p35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70866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5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5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6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6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03" name="Google Shape;803;p36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6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805" name="Google Shape;805;p36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06" name="Google Shape;806;p36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07" name="Google Shape;807;p36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08" name="Google Shape;808;p36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6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0" name="Google Shape;810;p36"/>
          <p:cNvGrpSpPr/>
          <p:nvPr/>
        </p:nvGrpSpPr>
        <p:grpSpPr>
          <a:xfrm>
            <a:off x="6400800" y="1535668"/>
            <a:ext cx="685800" cy="826532"/>
            <a:chOff x="6705600" y="1535668"/>
            <a:chExt cx="685800" cy="826532"/>
          </a:xfrm>
        </p:grpSpPr>
        <p:cxnSp>
          <p:nvCxnSpPr>
            <p:cNvPr id="811" name="Google Shape;811;p36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812" name="Google Shape;812;p36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3" name="Google Shape;813;p36"/>
          <p:cNvGrpSpPr/>
          <p:nvPr/>
        </p:nvGrpSpPr>
        <p:grpSpPr>
          <a:xfrm>
            <a:off x="4648200" y="1524000"/>
            <a:ext cx="685800" cy="838200"/>
            <a:chOff x="1905000" y="1524000"/>
            <a:chExt cx="685800" cy="838200"/>
          </a:xfrm>
        </p:grpSpPr>
        <p:cxnSp>
          <p:nvCxnSpPr>
            <p:cNvPr id="814" name="Google Shape;814;p36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815" name="Google Shape;815;p36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6" name="Google Shape;816;p36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6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6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36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820" name="Google Shape;820;p36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21" name="Google Shape;821;p36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6"/>
          <p:cNvSpPr/>
          <p:nvPr/>
        </p:nvSpPr>
        <p:spPr>
          <a:xfrm>
            <a:off x="64770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6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6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f1e14b84e8_0_199"/>
          <p:cNvSpPr/>
          <p:nvPr/>
        </p:nvSpPr>
        <p:spPr>
          <a:xfrm>
            <a:off x="-45720" y="0"/>
            <a:ext cx="456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g2f1e14b84e8_0_199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g2f1e14b84e8_0_199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40" name="Google Shape;1040;g2f1e14b84e8_0_199"/>
          <p:cNvSpPr txBox="1"/>
          <p:nvPr/>
        </p:nvSpPr>
        <p:spPr>
          <a:xfrm>
            <a:off x="1676400" y="914400"/>
            <a:ext cx="88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2f1e14b84e8_0_199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042" name="Google Shape;1042;g2f1e14b84e8_0_199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43" name="Google Shape;1043;g2f1e14b84e8_0_199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44" name="Google Shape;1044;g2f1e14b84e8_0_199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45" name="Google Shape;1045;g2f1e14b84e8_0_199"/>
          <p:cNvSpPr txBox="1"/>
          <p:nvPr/>
        </p:nvSpPr>
        <p:spPr>
          <a:xfrm>
            <a:off x="2743200" y="32004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2f1e14b84e8_0_199"/>
          <p:cNvSpPr txBox="1"/>
          <p:nvPr/>
        </p:nvSpPr>
        <p:spPr>
          <a:xfrm>
            <a:off x="8305800" y="32004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7" name="Google Shape;1047;g2f1e14b84e8_0_199"/>
          <p:cNvGrpSpPr/>
          <p:nvPr/>
        </p:nvGrpSpPr>
        <p:grpSpPr>
          <a:xfrm>
            <a:off x="5791200" y="1535668"/>
            <a:ext cx="685800" cy="826532"/>
            <a:chOff x="6705600" y="1535668"/>
            <a:chExt cx="685800" cy="826532"/>
          </a:xfrm>
        </p:grpSpPr>
        <p:cxnSp>
          <p:nvCxnSpPr>
            <p:cNvPr id="1048" name="Google Shape;1048;g2f1e14b84e8_0_199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49" name="Google Shape;1049;g2f1e14b84e8_0_199"/>
            <p:cNvSpPr txBox="1"/>
            <p:nvPr/>
          </p:nvSpPr>
          <p:spPr>
            <a:xfrm>
              <a:off x="6705600" y="15356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0" name="Google Shape;1050;g2f1e14b84e8_0_199"/>
          <p:cNvGrpSpPr/>
          <p:nvPr/>
        </p:nvGrpSpPr>
        <p:grpSpPr>
          <a:xfrm>
            <a:off x="4648200" y="1524000"/>
            <a:ext cx="685800" cy="838200"/>
            <a:chOff x="1905000" y="1524000"/>
            <a:chExt cx="685800" cy="838200"/>
          </a:xfrm>
        </p:grpSpPr>
        <p:cxnSp>
          <p:nvCxnSpPr>
            <p:cNvPr id="1051" name="Google Shape;1051;g2f1e14b84e8_0_199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52" name="Google Shape;1052;g2f1e14b84e8_0_199"/>
            <p:cNvSpPr txBox="1"/>
            <p:nvPr/>
          </p:nvSpPr>
          <p:spPr>
            <a:xfrm>
              <a:off x="1905000" y="1524000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3" name="Google Shape;1053;g2f1e14b84e8_0_199"/>
          <p:cNvSpPr txBox="1"/>
          <p:nvPr/>
        </p:nvSpPr>
        <p:spPr>
          <a:xfrm>
            <a:off x="1905000" y="4034135"/>
            <a:ext cx="243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2f1e14b84e8_0_199"/>
          <p:cNvSpPr txBox="1"/>
          <p:nvPr/>
        </p:nvSpPr>
        <p:spPr>
          <a:xfrm>
            <a:off x="3124200" y="3669268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2f1e14b84e8_0_199"/>
          <p:cNvSpPr txBox="1"/>
          <p:nvPr/>
        </p:nvSpPr>
        <p:spPr>
          <a:xfrm>
            <a:off x="7696200" y="3669268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6" name="Google Shape;1056;g2f1e14b84e8_0_199"/>
          <p:cNvCxnSpPr/>
          <p:nvPr/>
        </p:nvCxnSpPr>
        <p:spPr>
          <a:xfrm>
            <a:off x="3962400" y="3886200"/>
            <a:ext cx="990600" cy="15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7" name="Google Shape;1057;g2f1e14b84e8_0_199"/>
          <p:cNvCxnSpPr/>
          <p:nvPr/>
        </p:nvCxnSpPr>
        <p:spPr>
          <a:xfrm rot="10800000">
            <a:off x="6781800" y="3886288"/>
            <a:ext cx="914400" cy="15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58" name="Google Shape;1058;g2f1e14b84e8_0_199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g2f1e14b84e8_0_199"/>
          <p:cNvSpPr/>
          <p:nvPr/>
        </p:nvSpPr>
        <p:spPr>
          <a:xfrm>
            <a:off x="58674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2f1e14b84e8_0_199"/>
          <p:cNvSpPr txBox="1"/>
          <p:nvPr/>
        </p:nvSpPr>
        <p:spPr>
          <a:xfrm>
            <a:off x="3810000" y="3962400"/>
            <a:ext cx="1143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2f1e14b84e8_0_199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8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8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8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98" name="Google Shape;1098;p38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8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100" name="Google Shape;1100;p38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01" name="Google Shape;1101;p38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02" name="Google Shape;1102;p38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03" name="Google Shape;1103;p38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8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5" name="Google Shape;1105;p38"/>
          <p:cNvGrpSpPr/>
          <p:nvPr/>
        </p:nvGrpSpPr>
        <p:grpSpPr>
          <a:xfrm>
            <a:off x="5181600" y="1535668"/>
            <a:ext cx="685800" cy="826532"/>
            <a:chOff x="6705600" y="1535668"/>
            <a:chExt cx="685800" cy="826532"/>
          </a:xfrm>
        </p:grpSpPr>
        <p:cxnSp>
          <p:nvCxnSpPr>
            <p:cNvPr id="1106" name="Google Shape;1106;p38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07" name="Google Shape;1107;p38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8" name="Google Shape;1108;p38"/>
          <p:cNvGrpSpPr/>
          <p:nvPr/>
        </p:nvGrpSpPr>
        <p:grpSpPr>
          <a:xfrm>
            <a:off x="4648200" y="1524000"/>
            <a:ext cx="685800" cy="838200"/>
            <a:chOff x="1905000" y="1524000"/>
            <a:chExt cx="685800" cy="838200"/>
          </a:xfrm>
        </p:grpSpPr>
        <p:cxnSp>
          <p:nvCxnSpPr>
            <p:cNvPr id="1109" name="Google Shape;1109;p38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0" name="Google Shape;1110;p38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1" name="Google Shape;1111;p38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8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8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4" name="Google Shape;1114;p38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5" name="Google Shape;1115;p38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16" name="Google Shape;1116;p38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8"/>
          <p:cNvSpPr/>
          <p:nvPr/>
        </p:nvSpPr>
        <p:spPr>
          <a:xfrm>
            <a:off x="52578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8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8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9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9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9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27" name="Google Shape;1127;p39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9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129" name="Google Shape;1129;p39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30" name="Google Shape;1130;p39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31" name="Google Shape;1131;p39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32" name="Google Shape;1132;p39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9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4" name="Google Shape;1134;p39"/>
          <p:cNvGrpSpPr/>
          <p:nvPr/>
        </p:nvGrpSpPr>
        <p:grpSpPr>
          <a:xfrm>
            <a:off x="4800600" y="1535668"/>
            <a:ext cx="685800" cy="826532"/>
            <a:chOff x="6705600" y="1535668"/>
            <a:chExt cx="685800" cy="826532"/>
          </a:xfrm>
        </p:grpSpPr>
        <p:cxnSp>
          <p:nvCxnSpPr>
            <p:cNvPr id="1135" name="Google Shape;1135;p39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36" name="Google Shape;1136;p39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7" name="Google Shape;1137;p39"/>
          <p:cNvGrpSpPr/>
          <p:nvPr/>
        </p:nvGrpSpPr>
        <p:grpSpPr>
          <a:xfrm>
            <a:off x="4419600" y="1524000"/>
            <a:ext cx="685800" cy="838200"/>
            <a:chOff x="1905000" y="1524000"/>
            <a:chExt cx="685800" cy="838200"/>
          </a:xfrm>
        </p:grpSpPr>
        <p:cxnSp>
          <p:nvCxnSpPr>
            <p:cNvPr id="1138" name="Google Shape;1138;p39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39" name="Google Shape;1139;p39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0" name="Google Shape;1140;p39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9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9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3" name="Google Shape;1143;p39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44" name="Google Shape;1144;p39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45" name="Google Shape;1145;p39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9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9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9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0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0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0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56" name="Google Shape;1156;p40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0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158" name="Google Shape;1158;p40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59" name="Google Shape;1159;p40"/>
          <p:cNvCxnSpPr/>
          <p:nvPr/>
        </p:nvCxnSpPr>
        <p:spPr>
          <a:xfrm rot="10800000">
            <a:off x="3048000" y="28194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60" name="Google Shape;1160;p40"/>
          <p:cNvCxnSpPr/>
          <p:nvPr/>
        </p:nvCxnSpPr>
        <p:spPr>
          <a:xfrm rot="10800000">
            <a:off x="8534400" y="2743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61" name="Google Shape;1161;p40"/>
          <p:cNvSpPr txBox="1"/>
          <p:nvPr/>
        </p:nvSpPr>
        <p:spPr>
          <a:xfrm>
            <a:off x="27432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0"/>
          <p:cNvSpPr txBox="1"/>
          <p:nvPr/>
        </p:nvSpPr>
        <p:spPr>
          <a:xfrm>
            <a:off x="8305800" y="32004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3" name="Google Shape;1163;p40"/>
          <p:cNvGrpSpPr/>
          <p:nvPr/>
        </p:nvGrpSpPr>
        <p:grpSpPr>
          <a:xfrm>
            <a:off x="3962400" y="1535668"/>
            <a:ext cx="685800" cy="826532"/>
            <a:chOff x="6705600" y="1535668"/>
            <a:chExt cx="685800" cy="826532"/>
          </a:xfrm>
        </p:grpSpPr>
        <p:cxnSp>
          <p:nvCxnSpPr>
            <p:cNvPr id="1164" name="Google Shape;1164;p40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65" name="Google Shape;1165;p40"/>
            <p:cNvSpPr txBox="1"/>
            <p:nvPr/>
          </p:nvSpPr>
          <p:spPr>
            <a:xfrm>
              <a:off x="6705600" y="1535668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6" name="Google Shape;1166;p40"/>
          <p:cNvGrpSpPr/>
          <p:nvPr/>
        </p:nvGrpSpPr>
        <p:grpSpPr>
          <a:xfrm>
            <a:off x="4648200" y="1524000"/>
            <a:ext cx="685800" cy="838200"/>
            <a:chOff x="1905000" y="1524000"/>
            <a:chExt cx="685800" cy="838200"/>
          </a:xfrm>
        </p:grpSpPr>
        <p:cxnSp>
          <p:nvCxnSpPr>
            <p:cNvPr id="1167" name="Google Shape;1167;p40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68" name="Google Shape;1168;p40"/>
            <p:cNvSpPr txBox="1"/>
            <p:nvPr/>
          </p:nvSpPr>
          <p:spPr>
            <a:xfrm>
              <a:off x="1905000" y="1524000"/>
              <a:ext cx="685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9" name="Google Shape;1169;p40"/>
          <p:cNvSpPr txBox="1"/>
          <p:nvPr/>
        </p:nvSpPr>
        <p:spPr>
          <a:xfrm>
            <a:off x="1905000" y="4034136"/>
            <a:ext cx="2438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0"/>
          <p:cNvSpPr txBox="1"/>
          <p:nvPr/>
        </p:nvSpPr>
        <p:spPr>
          <a:xfrm>
            <a:off x="3124200" y="3669268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0"/>
          <p:cNvSpPr txBox="1"/>
          <p:nvPr/>
        </p:nvSpPr>
        <p:spPr>
          <a:xfrm>
            <a:off x="7696200" y="3669268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2" name="Google Shape;1172;p40"/>
          <p:cNvCxnSpPr/>
          <p:nvPr/>
        </p:nvCxnSpPr>
        <p:spPr>
          <a:xfrm>
            <a:off x="3962400" y="3886200"/>
            <a:ext cx="990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73" name="Google Shape;1173;p40"/>
          <p:cNvCxnSpPr/>
          <p:nvPr/>
        </p:nvCxnSpPr>
        <p:spPr>
          <a:xfrm rot="10800000">
            <a:off x="6781800" y="3886200"/>
            <a:ext cx="9144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74" name="Google Shape;1174;p40"/>
          <p:cNvSpPr/>
          <p:nvPr/>
        </p:nvSpPr>
        <p:spPr>
          <a:xfrm>
            <a:off x="46482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0"/>
          <p:cNvSpPr/>
          <p:nvPr/>
        </p:nvSpPr>
        <p:spPr>
          <a:xfrm>
            <a:off x="4038600" y="2209800"/>
            <a:ext cx="457200" cy="685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40"/>
          <p:cNvSpPr txBox="1"/>
          <p:nvPr/>
        </p:nvSpPr>
        <p:spPr>
          <a:xfrm>
            <a:off x="3810000" y="3962401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0"/>
          <p:cNvSpPr txBox="1"/>
          <p:nvPr/>
        </p:nvSpPr>
        <p:spPr>
          <a:xfrm>
            <a:off x="6705600" y="3957936"/>
            <a:ext cx="114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0"/>
          <p:cNvSpPr/>
          <p:nvPr/>
        </p:nvSpPr>
        <p:spPr>
          <a:xfrm>
            <a:off x="3048000" y="1828800"/>
            <a:ext cx="1219201" cy="533400"/>
          </a:xfrm>
          <a:custGeom>
            <a:avLst/>
            <a:gdLst/>
            <a:ahLst/>
            <a:cxnLst/>
            <a:rect l="l" t="t" r="r" b="b"/>
            <a:pathLst>
              <a:path w="4876800" h="1122218" extrusionOk="0">
                <a:moveTo>
                  <a:pt x="0" y="1122218"/>
                </a:moveTo>
                <a:cubicBezTo>
                  <a:pt x="704272" y="561109"/>
                  <a:pt x="1408545" y="0"/>
                  <a:pt x="2216727" y="0"/>
                </a:cubicBezTo>
                <a:cubicBezTo>
                  <a:pt x="3024909" y="0"/>
                  <a:pt x="4849091" y="1122218"/>
                  <a:pt x="4849091" y="1122218"/>
                </a:cubicBezTo>
                <a:lnTo>
                  <a:pt x="4849091" y="1122218"/>
                </a:lnTo>
                <a:lnTo>
                  <a:pt x="4876800" y="1094509"/>
                </a:lnTo>
              </a:path>
            </a:pathLst>
          </a:cu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0"/>
          <p:cNvSpPr/>
          <p:nvPr/>
        </p:nvSpPr>
        <p:spPr>
          <a:xfrm>
            <a:off x="28194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0"/>
          <p:cNvSpPr txBox="1"/>
          <p:nvPr/>
        </p:nvSpPr>
        <p:spPr>
          <a:xfrm>
            <a:off x="2133600" y="1371601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>
                <a:solidFill>
                  <a:srgbClr val="1D12AE"/>
                </a:solidFill>
                <a:latin typeface="Calibri"/>
                <a:ea typeface="Calibri"/>
                <a:cs typeface="Calibri"/>
                <a:sym typeface="Calibri"/>
              </a:rPr>
              <a:t>left &gt; right </a:t>
            </a:r>
            <a:endParaRPr sz="2400" b="1">
              <a:solidFill>
                <a:srgbClr val="1D12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0"/>
          <p:cNvSpPr txBox="1"/>
          <p:nvPr/>
        </p:nvSpPr>
        <p:spPr>
          <a:xfrm>
            <a:off x="3276600" y="19050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41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1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1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9" name="Google Shape;1189;p41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1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191" name="Google Shape;1191;p41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2" name="Google Shape;1192;p41"/>
          <p:cNvSpPr/>
          <p:nvPr/>
        </p:nvSpPr>
        <p:spPr>
          <a:xfrm>
            <a:off x="4038600" y="2286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3" name="Google Shape;1193;p41"/>
          <p:cNvCxnSpPr/>
          <p:nvPr/>
        </p:nvCxnSpPr>
        <p:spPr>
          <a:xfrm rot="5400000">
            <a:off x="3695700" y="2476500"/>
            <a:ext cx="1752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4" name="Google Shape;1194;p41"/>
          <p:cNvCxnSpPr/>
          <p:nvPr/>
        </p:nvCxnSpPr>
        <p:spPr>
          <a:xfrm rot="5400000">
            <a:off x="3086894" y="2475706"/>
            <a:ext cx="1752600" cy="15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5" name="Google Shape;1195;p41"/>
          <p:cNvSpPr txBox="1"/>
          <p:nvPr/>
        </p:nvSpPr>
        <p:spPr>
          <a:xfrm>
            <a:off x="3581400" y="3283804"/>
            <a:ext cx="1371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Position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29E4ED-C680-BEA5-C277-C74CF893590C}"/>
                  </a:ext>
                </a:extLst>
              </p14:cNvPr>
              <p14:cNvContentPartPr/>
              <p14:nvPr/>
            </p14:nvContentPartPr>
            <p14:xfrm>
              <a:off x="2795400" y="2007360"/>
              <a:ext cx="6024600" cy="106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29E4ED-C680-BEA5-C277-C74CF8935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6040" y="1998000"/>
                <a:ext cx="6043320" cy="10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f1e14b84e8_0_227"/>
          <p:cNvSpPr/>
          <p:nvPr/>
        </p:nvSpPr>
        <p:spPr>
          <a:xfrm>
            <a:off x="-45720" y="0"/>
            <a:ext cx="456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2f1e14b84e8_0_227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g2f1e14b84e8_0_227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3" name="Google Shape;1203;g2f1e14b84e8_0_227"/>
          <p:cNvSpPr txBox="1"/>
          <p:nvPr/>
        </p:nvSpPr>
        <p:spPr>
          <a:xfrm>
            <a:off x="1676400" y="914400"/>
            <a:ext cx="88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g2f1e14b84e8_0_227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205" name="Google Shape;1205;g2f1e14b84e8_0_227"/>
          <p:cNvGraphicFramePr/>
          <p:nvPr/>
        </p:nvGraphicFramePr>
        <p:xfrm>
          <a:off x="2590800" y="2743200"/>
          <a:ext cx="1295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6" name="Google Shape;1206;g2f1e14b84e8_0_227"/>
          <p:cNvGraphicFramePr/>
          <p:nvPr/>
        </p:nvGraphicFramePr>
        <p:xfrm>
          <a:off x="4114800" y="2743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7" name="Google Shape;1207;g2f1e14b84e8_0_227"/>
          <p:cNvGraphicFramePr/>
          <p:nvPr/>
        </p:nvGraphicFramePr>
        <p:xfrm>
          <a:off x="4876803" y="2753360"/>
          <a:ext cx="4724475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08" name="Google Shape;1208;g2f1e14b84e8_0_227"/>
          <p:cNvCxnSpPr/>
          <p:nvPr/>
        </p:nvCxnSpPr>
        <p:spPr>
          <a:xfrm rot="10800000">
            <a:off x="2895600" y="3124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9" name="Google Shape;1209;g2f1e14b84e8_0_227"/>
          <p:cNvCxnSpPr/>
          <p:nvPr/>
        </p:nvCxnSpPr>
        <p:spPr>
          <a:xfrm rot="10800000">
            <a:off x="3581400" y="3124200"/>
            <a:ext cx="0" cy="457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210" name="Google Shape;1210;g2f1e14b84e8_0_227"/>
          <p:cNvGrpSpPr/>
          <p:nvPr/>
        </p:nvGrpSpPr>
        <p:grpSpPr>
          <a:xfrm>
            <a:off x="3429000" y="1916668"/>
            <a:ext cx="685800" cy="826532"/>
            <a:chOff x="6705600" y="1535668"/>
            <a:chExt cx="685800" cy="826532"/>
          </a:xfrm>
        </p:grpSpPr>
        <p:cxnSp>
          <p:nvCxnSpPr>
            <p:cNvPr id="1211" name="Google Shape;1211;g2f1e14b84e8_0_227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12" name="Google Shape;1212;g2f1e14b84e8_0_227"/>
            <p:cNvSpPr txBox="1"/>
            <p:nvPr/>
          </p:nvSpPr>
          <p:spPr>
            <a:xfrm>
              <a:off x="6705600" y="15356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3" name="Google Shape;1213;g2f1e14b84e8_0_227"/>
          <p:cNvGrpSpPr/>
          <p:nvPr/>
        </p:nvGrpSpPr>
        <p:grpSpPr>
          <a:xfrm>
            <a:off x="8991600" y="1916668"/>
            <a:ext cx="685800" cy="826532"/>
            <a:chOff x="6705600" y="1535668"/>
            <a:chExt cx="685800" cy="826532"/>
          </a:xfrm>
        </p:grpSpPr>
        <p:cxnSp>
          <p:nvCxnSpPr>
            <p:cNvPr id="1214" name="Google Shape;1214;g2f1e14b84e8_0_227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15" name="Google Shape;1215;g2f1e14b84e8_0_227"/>
            <p:cNvSpPr txBox="1"/>
            <p:nvPr/>
          </p:nvSpPr>
          <p:spPr>
            <a:xfrm>
              <a:off x="6705600" y="15356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6" name="Google Shape;1216;g2f1e14b84e8_0_227"/>
          <p:cNvSpPr txBox="1"/>
          <p:nvPr/>
        </p:nvSpPr>
        <p:spPr>
          <a:xfrm>
            <a:off x="2590800" y="3516868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7" name="Google Shape;1217;g2f1e14b84e8_0_227"/>
          <p:cNvGrpSpPr/>
          <p:nvPr/>
        </p:nvGrpSpPr>
        <p:grpSpPr>
          <a:xfrm>
            <a:off x="4876800" y="3124200"/>
            <a:ext cx="685800" cy="761968"/>
            <a:chOff x="3352800" y="3124200"/>
            <a:chExt cx="685800" cy="761968"/>
          </a:xfrm>
        </p:grpSpPr>
        <p:cxnSp>
          <p:nvCxnSpPr>
            <p:cNvPr id="1218" name="Google Shape;1218;g2f1e14b84e8_0_227"/>
            <p:cNvCxnSpPr/>
            <p:nvPr/>
          </p:nvCxnSpPr>
          <p:spPr>
            <a:xfrm rot="10800000">
              <a:off x="3657600" y="31242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19" name="Google Shape;1219;g2f1e14b84e8_0_227"/>
            <p:cNvSpPr txBox="1"/>
            <p:nvPr/>
          </p:nvSpPr>
          <p:spPr>
            <a:xfrm>
              <a:off x="3352800" y="35168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0" name="Google Shape;1220;g2f1e14b84e8_0_227"/>
          <p:cNvGrpSpPr/>
          <p:nvPr/>
        </p:nvGrpSpPr>
        <p:grpSpPr>
          <a:xfrm>
            <a:off x="8991600" y="3124200"/>
            <a:ext cx="685800" cy="761968"/>
            <a:chOff x="7467600" y="3124200"/>
            <a:chExt cx="685800" cy="761968"/>
          </a:xfrm>
        </p:grpSpPr>
        <p:cxnSp>
          <p:nvCxnSpPr>
            <p:cNvPr id="1221" name="Google Shape;1221;g2f1e14b84e8_0_227"/>
            <p:cNvCxnSpPr/>
            <p:nvPr/>
          </p:nvCxnSpPr>
          <p:spPr>
            <a:xfrm rot="10800000">
              <a:off x="7772400" y="31242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22" name="Google Shape;1222;g2f1e14b84e8_0_227"/>
            <p:cNvSpPr txBox="1"/>
            <p:nvPr/>
          </p:nvSpPr>
          <p:spPr>
            <a:xfrm>
              <a:off x="7467600" y="35168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3" name="Google Shape;1223;g2f1e14b84e8_0_227"/>
          <p:cNvSpPr txBox="1"/>
          <p:nvPr/>
        </p:nvSpPr>
        <p:spPr>
          <a:xfrm>
            <a:off x="3276600" y="3516868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4" name="Google Shape;1224;g2f1e14b84e8_0_227"/>
          <p:cNvGrpSpPr/>
          <p:nvPr/>
        </p:nvGrpSpPr>
        <p:grpSpPr>
          <a:xfrm>
            <a:off x="3048000" y="1905000"/>
            <a:ext cx="685800" cy="838200"/>
            <a:chOff x="1905000" y="1524000"/>
            <a:chExt cx="685800" cy="838200"/>
          </a:xfrm>
        </p:grpSpPr>
        <p:cxnSp>
          <p:nvCxnSpPr>
            <p:cNvPr id="1225" name="Google Shape;1225;g2f1e14b84e8_0_227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26" name="Google Shape;1226;g2f1e14b84e8_0_227"/>
            <p:cNvSpPr txBox="1"/>
            <p:nvPr/>
          </p:nvSpPr>
          <p:spPr>
            <a:xfrm>
              <a:off x="1905000" y="1524000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7" name="Google Shape;1227;g2f1e14b84e8_0_227"/>
          <p:cNvGrpSpPr/>
          <p:nvPr/>
        </p:nvGrpSpPr>
        <p:grpSpPr>
          <a:xfrm>
            <a:off x="5638800" y="1905000"/>
            <a:ext cx="685800" cy="838200"/>
            <a:chOff x="1905000" y="1524000"/>
            <a:chExt cx="685800" cy="838200"/>
          </a:xfrm>
        </p:grpSpPr>
        <p:cxnSp>
          <p:nvCxnSpPr>
            <p:cNvPr id="1228" name="Google Shape;1228;g2f1e14b84e8_0_227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29" name="Google Shape;1229;g2f1e14b84e8_0_227"/>
            <p:cNvSpPr txBox="1"/>
            <p:nvPr/>
          </p:nvSpPr>
          <p:spPr>
            <a:xfrm>
              <a:off x="1905000" y="1524000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0" name="Google Shape;1230;g2f1e14b84e8_0_227"/>
          <p:cNvSpPr txBox="1"/>
          <p:nvPr/>
        </p:nvSpPr>
        <p:spPr>
          <a:xfrm>
            <a:off x="2133600" y="4343400"/>
            <a:ext cx="243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pivot = A[low]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2f1e14b84e8_0_227"/>
          <p:cNvSpPr/>
          <p:nvPr/>
        </p:nvSpPr>
        <p:spPr>
          <a:xfrm>
            <a:off x="2667000" y="2667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g2f1e14b84e8_0_227"/>
          <p:cNvSpPr/>
          <p:nvPr/>
        </p:nvSpPr>
        <p:spPr>
          <a:xfrm>
            <a:off x="4953000" y="2667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f1e14b84e8_0_263"/>
          <p:cNvSpPr/>
          <p:nvPr/>
        </p:nvSpPr>
        <p:spPr>
          <a:xfrm>
            <a:off x="-45720" y="0"/>
            <a:ext cx="456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g2f1e14b84e8_0_263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2f1e14b84e8_0_263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40" name="Google Shape;1240;g2f1e14b84e8_0_263"/>
          <p:cNvSpPr txBox="1"/>
          <p:nvPr/>
        </p:nvSpPr>
        <p:spPr>
          <a:xfrm>
            <a:off x="1676400" y="914400"/>
            <a:ext cx="88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g2f1e14b84e8_0_263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graphicFrame>
        <p:nvGraphicFramePr>
          <p:cNvPr id="1242" name="Google Shape;1242;g2f1e14b84e8_0_263"/>
          <p:cNvGraphicFramePr/>
          <p:nvPr/>
        </p:nvGraphicFramePr>
        <p:xfrm>
          <a:off x="4114800" y="2743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3" name="Google Shape;1243;g2f1e14b84e8_0_263"/>
          <p:cNvGraphicFramePr/>
          <p:nvPr/>
        </p:nvGraphicFramePr>
        <p:xfrm>
          <a:off x="3429000" y="2743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4" name="Google Shape;1244;g2f1e14b84e8_0_263"/>
          <p:cNvGraphicFramePr/>
          <p:nvPr/>
        </p:nvGraphicFramePr>
        <p:xfrm>
          <a:off x="2743200" y="275336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5" name="Google Shape;1245;g2f1e14b84e8_0_263"/>
          <p:cNvGraphicFramePr/>
          <p:nvPr/>
        </p:nvGraphicFramePr>
        <p:xfrm>
          <a:off x="4876800" y="2743200"/>
          <a:ext cx="4191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6" name="Google Shape;1246;g2f1e14b84e8_0_263"/>
          <p:cNvGraphicFramePr/>
          <p:nvPr/>
        </p:nvGraphicFramePr>
        <p:xfrm>
          <a:off x="9220200" y="2743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47" name="Google Shape;1247;g2f1e14b84e8_0_263"/>
          <p:cNvGrpSpPr/>
          <p:nvPr/>
        </p:nvGrpSpPr>
        <p:grpSpPr>
          <a:xfrm>
            <a:off x="5638800" y="1905000"/>
            <a:ext cx="685800" cy="838200"/>
            <a:chOff x="1905000" y="1524000"/>
            <a:chExt cx="685800" cy="838200"/>
          </a:xfrm>
        </p:grpSpPr>
        <p:cxnSp>
          <p:nvCxnSpPr>
            <p:cNvPr id="1248" name="Google Shape;1248;g2f1e14b84e8_0_263"/>
            <p:cNvCxnSpPr/>
            <p:nvPr/>
          </p:nvCxnSpPr>
          <p:spPr>
            <a:xfrm>
              <a:off x="21336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49" name="Google Shape;1249;g2f1e14b84e8_0_263"/>
            <p:cNvSpPr txBox="1"/>
            <p:nvPr/>
          </p:nvSpPr>
          <p:spPr>
            <a:xfrm>
              <a:off x="1905000" y="1524000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left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0" name="Google Shape;1250;g2f1e14b84e8_0_263"/>
          <p:cNvGrpSpPr/>
          <p:nvPr/>
        </p:nvGrpSpPr>
        <p:grpSpPr>
          <a:xfrm>
            <a:off x="8382000" y="1916668"/>
            <a:ext cx="685800" cy="826532"/>
            <a:chOff x="6705600" y="1535668"/>
            <a:chExt cx="685800" cy="826532"/>
          </a:xfrm>
        </p:grpSpPr>
        <p:cxnSp>
          <p:nvCxnSpPr>
            <p:cNvPr id="1251" name="Google Shape;1251;g2f1e14b84e8_0_263"/>
            <p:cNvCxnSpPr/>
            <p:nvPr/>
          </p:nvCxnSpPr>
          <p:spPr>
            <a:xfrm>
              <a:off x="7010400" y="19050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52" name="Google Shape;1252;g2f1e14b84e8_0_263"/>
            <p:cNvSpPr txBox="1"/>
            <p:nvPr/>
          </p:nvSpPr>
          <p:spPr>
            <a:xfrm>
              <a:off x="6705600" y="15356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3" name="Google Shape;1253;g2f1e14b84e8_0_263"/>
          <p:cNvSpPr/>
          <p:nvPr/>
        </p:nvSpPr>
        <p:spPr>
          <a:xfrm>
            <a:off x="4953000" y="2667000"/>
            <a:ext cx="457200" cy="533400"/>
          </a:xfrm>
          <a:prstGeom prst="ellipse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4" name="Google Shape;1254;g2f1e14b84e8_0_263"/>
          <p:cNvGrpSpPr/>
          <p:nvPr/>
        </p:nvGrpSpPr>
        <p:grpSpPr>
          <a:xfrm>
            <a:off x="4876800" y="3124200"/>
            <a:ext cx="685800" cy="761968"/>
            <a:chOff x="3352800" y="3124200"/>
            <a:chExt cx="685800" cy="761968"/>
          </a:xfrm>
        </p:grpSpPr>
        <p:cxnSp>
          <p:nvCxnSpPr>
            <p:cNvPr id="1255" name="Google Shape;1255;g2f1e14b84e8_0_263"/>
            <p:cNvCxnSpPr/>
            <p:nvPr/>
          </p:nvCxnSpPr>
          <p:spPr>
            <a:xfrm rot="10800000">
              <a:off x="3657600" y="31242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56" name="Google Shape;1256;g2f1e14b84e8_0_263"/>
            <p:cNvSpPr txBox="1"/>
            <p:nvPr/>
          </p:nvSpPr>
          <p:spPr>
            <a:xfrm>
              <a:off x="3352800" y="35168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7" name="Google Shape;1257;g2f1e14b84e8_0_263"/>
          <p:cNvGrpSpPr/>
          <p:nvPr/>
        </p:nvGrpSpPr>
        <p:grpSpPr>
          <a:xfrm>
            <a:off x="8382000" y="3124200"/>
            <a:ext cx="685800" cy="761968"/>
            <a:chOff x="7467600" y="3124200"/>
            <a:chExt cx="685800" cy="761968"/>
          </a:xfrm>
        </p:grpSpPr>
        <p:cxnSp>
          <p:nvCxnSpPr>
            <p:cNvPr id="1258" name="Google Shape;1258;g2f1e14b84e8_0_263"/>
            <p:cNvCxnSpPr/>
            <p:nvPr/>
          </p:nvCxnSpPr>
          <p:spPr>
            <a:xfrm rot="10800000">
              <a:off x="7772400" y="3124200"/>
              <a:ext cx="0" cy="457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59" name="Google Shape;1259;g2f1e14b84e8_0_263"/>
            <p:cNvSpPr txBox="1"/>
            <p:nvPr/>
          </p:nvSpPr>
          <p:spPr>
            <a:xfrm>
              <a:off x="7467600" y="3516868"/>
              <a:ext cx="68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260" name="Google Shape;1260;g2f1e14b84e8_0_263"/>
          <p:cNvGraphicFramePr/>
          <p:nvPr/>
        </p:nvGraphicFramePr>
        <p:xfrm>
          <a:off x="4876800" y="4505960"/>
          <a:ext cx="2057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1" name="Google Shape;1261;g2f1e14b84e8_0_263"/>
          <p:cNvGraphicFramePr/>
          <p:nvPr/>
        </p:nvGraphicFramePr>
        <p:xfrm>
          <a:off x="8077200" y="4495800"/>
          <a:ext cx="12192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2" name="Google Shape;1262;g2f1e14b84e8_0_263"/>
          <p:cNvGraphicFramePr/>
          <p:nvPr/>
        </p:nvGraphicFramePr>
        <p:xfrm>
          <a:off x="7239000" y="450596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3" name="Google Shape;1263;g2f1e14b84e8_0_263"/>
          <p:cNvSpPr/>
          <p:nvPr/>
        </p:nvSpPr>
        <p:spPr>
          <a:xfrm>
            <a:off x="6781800" y="3429000"/>
            <a:ext cx="3810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2f1e14b84e8_0_263"/>
          <p:cNvSpPr/>
          <p:nvPr/>
        </p:nvSpPr>
        <p:spPr>
          <a:xfrm>
            <a:off x="8534400" y="4953000"/>
            <a:ext cx="3810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5" name="Google Shape;1265;g2f1e14b84e8_0_263"/>
          <p:cNvGraphicFramePr/>
          <p:nvPr/>
        </p:nvGraphicFramePr>
        <p:xfrm>
          <a:off x="8153400" y="5791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6" name="Google Shape;1266;g2f1e14b84e8_0_263"/>
          <p:cNvGraphicFramePr/>
          <p:nvPr/>
        </p:nvGraphicFramePr>
        <p:xfrm>
          <a:off x="8915400" y="5791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7" name="Google Shape;1267;g2f1e14b84e8_0_263"/>
          <p:cNvGraphicFramePr/>
          <p:nvPr/>
        </p:nvGraphicFramePr>
        <p:xfrm>
          <a:off x="4876800" y="5791200"/>
          <a:ext cx="12192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8" name="Google Shape;1268;g2f1e14b84e8_0_263"/>
          <p:cNvGraphicFramePr/>
          <p:nvPr/>
        </p:nvGraphicFramePr>
        <p:xfrm>
          <a:off x="6324600" y="579120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9" name="Google Shape;1269;g2f1e14b84e8_0_263"/>
          <p:cNvSpPr/>
          <p:nvPr/>
        </p:nvSpPr>
        <p:spPr>
          <a:xfrm>
            <a:off x="5715000" y="4953000"/>
            <a:ext cx="3810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0" name="Google Shape;1270;g2f1e14b84e8_0_263"/>
          <p:cNvGraphicFramePr/>
          <p:nvPr/>
        </p:nvGraphicFramePr>
        <p:xfrm>
          <a:off x="2590800" y="4495800"/>
          <a:ext cx="2057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g2f1e14b84e8_0_263"/>
          <p:cNvGraphicFramePr/>
          <p:nvPr/>
        </p:nvGraphicFramePr>
        <p:xfrm>
          <a:off x="7239000" y="580136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g2f1e14b84e8_0_263"/>
          <p:cNvGraphicFramePr/>
          <p:nvPr/>
        </p:nvGraphicFramePr>
        <p:xfrm>
          <a:off x="2590800" y="5801360"/>
          <a:ext cx="2057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g2f1e14b84e8_0_263"/>
          <p:cNvGraphicFramePr/>
          <p:nvPr/>
        </p:nvGraphicFramePr>
        <p:xfrm>
          <a:off x="9448800" y="450596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4" name="Google Shape;1274;g2f1e14b84e8_0_263"/>
          <p:cNvGraphicFramePr/>
          <p:nvPr/>
        </p:nvGraphicFramePr>
        <p:xfrm>
          <a:off x="9677400" y="5801360"/>
          <a:ext cx="5334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44"/>
          <p:cNvSpPr/>
          <p:nvPr/>
        </p:nvSpPr>
        <p:spPr>
          <a:xfrm>
            <a:off x="-45720" y="0"/>
            <a:ext cx="45719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44"/>
          <p:cNvSpPr/>
          <p:nvPr/>
        </p:nvSpPr>
        <p:spPr>
          <a:xfrm>
            <a:off x="1524000" y="685800"/>
            <a:ext cx="9144000" cy="5867400"/>
          </a:xfrm>
          <a:prstGeom prst="roundRect">
            <a:avLst>
              <a:gd name="adj" fmla="val 4394"/>
            </a:avLst>
          </a:prstGeom>
          <a:noFill/>
          <a:ln w="254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4"/>
          <p:cNvSpPr/>
          <p:nvPr/>
        </p:nvSpPr>
        <p:spPr>
          <a:xfrm>
            <a:off x="1524000" y="76200"/>
            <a:ext cx="9144000" cy="533400"/>
          </a:xfrm>
          <a:prstGeom prst="roundRect">
            <a:avLst>
              <a:gd name="adj" fmla="val 40909"/>
            </a:avLst>
          </a:prstGeom>
          <a:solidFill>
            <a:schemeClr val="lt1"/>
          </a:solidFill>
          <a:ln w="317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2700000" sy="-23000" kx="-8004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82875" tIns="0" rIns="91425" bIns="0" anchor="ctr" anchorCtr="0">
            <a:noAutofit/>
          </a:bodyPr>
          <a:lstStyle/>
          <a:p>
            <a:r>
              <a:rPr lang="en-US" sz="2800">
                <a:solidFill>
                  <a:srgbClr val="538CD5"/>
                </a:solidFill>
                <a:latin typeface="Arimo"/>
                <a:ea typeface="Arimo"/>
                <a:cs typeface="Arimo"/>
                <a:sym typeface="Arimo"/>
              </a:rPr>
              <a:t>Quick Sort Illustration</a:t>
            </a:r>
            <a:endParaRPr sz="2800">
              <a:solidFill>
                <a:srgbClr val="538CD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01" name="Google Shape;1401;p44"/>
          <p:cNvSpPr txBox="1"/>
          <p:nvPr/>
        </p:nvSpPr>
        <p:spPr>
          <a:xfrm>
            <a:off x="1676400" y="914401"/>
            <a:ext cx="8839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4"/>
          <p:cNvSpPr txBox="1">
            <a:spLocks noGrp="1"/>
          </p:cNvSpPr>
          <p:nvPr>
            <p:ph type="ftr" idx="11"/>
          </p:nvPr>
        </p:nvSpPr>
        <p:spPr>
          <a:xfrm>
            <a:off x="3352800" y="6477001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endParaRPr dirty="0">
              <a:solidFill>
                <a:srgbClr val="7F7F7F"/>
              </a:solidFill>
            </a:endParaRPr>
          </a:p>
        </p:txBody>
      </p:sp>
      <p:sp>
        <p:nvSpPr>
          <p:cNvPr id="1403" name="Google Shape;1403;p44"/>
          <p:cNvSpPr txBox="1"/>
          <p:nvPr/>
        </p:nvSpPr>
        <p:spPr>
          <a:xfrm>
            <a:off x="1905000" y="1219201"/>
            <a:ext cx="2438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Final Output: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4" name="Google Shape;1404;p44"/>
          <p:cNvGraphicFramePr/>
          <p:nvPr/>
        </p:nvGraphicFramePr>
        <p:xfrm>
          <a:off x="2743200" y="2372360"/>
          <a:ext cx="6096000" cy="370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260BAB-8821-4955-8EE3-0E1AB95ECA82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Small Arrays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412875"/>
            <a:ext cx="8229600" cy="49974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For very small arrays, quick sort does not perform as well as insertion sort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Do not use quick sort recursively for small arrays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Use a sorting algorithm that is efficient for small arrays, such as insertion sort.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When using quick sort recursively, switch to insertion sort when the sub-arrays have between 5 to 20 elements (10 is usually good).</a:t>
            </a:r>
          </a:p>
          <a:p>
            <a:pPr lvl="1" eaLnBrk="1" hangingPunct="1"/>
            <a:r>
              <a:rPr lang="en-US" altLang="zh-CN" sz="2300">
                <a:ea typeface="宋体" panose="02010600030101010101" pitchFamily="2" charset="-122"/>
              </a:rPr>
              <a:t>saves about 15% in the running time.</a:t>
            </a:r>
          </a:p>
          <a:p>
            <a:pPr lvl="1" eaLnBrk="1" hangingPunct="1"/>
            <a:r>
              <a:rPr lang="en-US" altLang="zh-CN" sz="2300">
                <a:ea typeface="宋体" panose="02010600030101010101" pitchFamily="2" charset="-122"/>
              </a:rPr>
              <a:t>avoids taking the median of three when the sub-array has only 1 or 2 elements.</a:t>
            </a: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8D268B-8541-9368-3C6B-4D96F5FD663B}"/>
                  </a:ext>
                </a:extLst>
              </p14:cNvPr>
              <p14:cNvContentPartPr/>
              <p14:nvPr/>
            </p14:nvContentPartPr>
            <p14:xfrm>
              <a:off x="399960" y="402120"/>
              <a:ext cx="10143360" cy="630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8D268B-8541-9368-3C6B-4D96F5FD66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600" y="392760"/>
                <a:ext cx="10162080" cy="63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0156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849E63-E6F8-4756-A933-85EA75C288E9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Quick Sort: Pseudo-code</a:t>
            </a:r>
          </a:p>
        </p:txBody>
      </p:sp>
      <p:pic>
        <p:nvPicPr>
          <p:cNvPr id="19460" name="Picture 3" descr="7"/>
          <p:cNvPicPr>
            <a:picLocks noChangeAspect="1" noChangeArrowheads="1"/>
          </p:cNvPicPr>
          <p:nvPr/>
        </p:nvPicPr>
        <p:blipFill>
          <a:blip r:embed="rId3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1302" b="13008"/>
          <a:stretch>
            <a:fillRect/>
          </a:stretch>
        </p:blipFill>
        <p:spPr bwMode="auto">
          <a:xfrm>
            <a:off x="1752600" y="1457326"/>
            <a:ext cx="582930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286000" y="6019800"/>
            <a:ext cx="4572000" cy="4572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19462" name="AutoShape 5"/>
          <p:cNvSpPr>
            <a:spLocks/>
          </p:cNvSpPr>
          <p:nvPr/>
        </p:nvSpPr>
        <p:spPr bwMode="auto">
          <a:xfrm>
            <a:off x="8001000" y="6080125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27273"/>
              <a:gd name="adj4" fmla="val -51852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/>
              <a:t>For small arrays</a:t>
            </a:r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286000" y="5334000"/>
            <a:ext cx="5105400" cy="5334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19464" name="AutoShape 7"/>
          <p:cNvSpPr>
            <a:spLocks/>
          </p:cNvSpPr>
          <p:nvPr/>
        </p:nvSpPr>
        <p:spPr bwMode="auto">
          <a:xfrm>
            <a:off x="8001000" y="54102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0301"/>
              <a:gd name="adj4" fmla="val -26389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/>
              <a:t>Recursion</a:t>
            </a: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auto">
          <a:xfrm>
            <a:off x="2286000" y="1828800"/>
            <a:ext cx="4343400" cy="3048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19466" name="AutoShape 9"/>
          <p:cNvSpPr>
            <a:spLocks/>
          </p:cNvSpPr>
          <p:nvPr/>
        </p:nvSpPr>
        <p:spPr bwMode="auto">
          <a:xfrm>
            <a:off x="8077200" y="18288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3333"/>
              <a:gd name="adj4" fmla="val -66435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/>
              <a:t>Choose pivot</a:t>
            </a:r>
          </a:p>
        </p:txBody>
      </p:sp>
      <p:sp>
        <p:nvSpPr>
          <p:cNvPr id="19467" name="Rectangle 10"/>
          <p:cNvSpPr>
            <a:spLocks noChangeArrowheads="1"/>
          </p:cNvSpPr>
          <p:nvPr/>
        </p:nvSpPr>
        <p:spPr bwMode="auto">
          <a:xfrm>
            <a:off x="2286000" y="2514600"/>
            <a:ext cx="4572000" cy="26670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19468" name="AutoShape 11"/>
          <p:cNvSpPr>
            <a:spLocks/>
          </p:cNvSpPr>
          <p:nvPr/>
        </p:nvSpPr>
        <p:spPr bwMode="auto">
          <a:xfrm>
            <a:off x="8077200" y="3695700"/>
            <a:ext cx="2057400" cy="419100"/>
          </a:xfrm>
          <a:prstGeom prst="borderCallout1">
            <a:avLst>
              <a:gd name="adj1" fmla="val 27273"/>
              <a:gd name="adj2" fmla="val -3704"/>
              <a:gd name="adj3" fmla="val 30301"/>
              <a:gd name="adj4" fmla="val -56944"/>
            </a:avLst>
          </a:prstGeom>
          <a:solidFill>
            <a:schemeClr val="folHlink"/>
          </a:solidFill>
          <a:ln w="31750">
            <a:solidFill>
              <a:schemeClr val="accent1"/>
            </a:solidFill>
            <a:miter lim="800000"/>
            <a:headEnd type="triangl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/>
              <a:t>Partitioning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64AD5C-C295-FE23-4704-A79F58D8E248}"/>
                  </a:ext>
                </a:extLst>
              </p14:cNvPr>
              <p14:cNvContentPartPr/>
              <p14:nvPr/>
            </p14:nvContentPartPr>
            <p14:xfrm>
              <a:off x="1002960" y="6033240"/>
              <a:ext cx="5527800" cy="50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64AD5C-C295-FE23-4704-A79F58D8E2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3600" y="6023880"/>
                <a:ext cx="554652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975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85A793-F6F8-4756-B4AF-31B8A5F50643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Partitioning Part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1341438"/>
            <a:ext cx="4843462" cy="510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The partitioning code we just saw works only if pivot is picked as </a:t>
            </a: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median-of-three</a:t>
            </a:r>
            <a:r>
              <a:rPr lang="en-US" altLang="zh-CN" sz="2400">
                <a:ea typeface="宋体" panose="02010600030101010101" pitchFamily="2" charset="-122"/>
              </a:rPr>
              <a:t>. 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A[left]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ea typeface="宋体" panose="02010600030101010101" pitchFamily="2" charset="-122"/>
              </a:rPr>
              <a:t> pivot and A[right]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000">
                <a:ea typeface="宋体" panose="02010600030101010101" pitchFamily="2" charset="-122"/>
              </a:rPr>
              <a:t> pivot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Need to partition only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    A[left + 1, …, right – 2]</a:t>
            </a: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j will not run past the beginning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because A[left]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ea typeface="宋体" panose="02010600030101010101" pitchFamily="2" charset="-122"/>
              </a:rPr>
              <a:t> pivot</a:t>
            </a:r>
          </a:p>
          <a:p>
            <a:pPr lvl="1" eaLnBrk="1" hangingPunct="1"/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i will not run past the end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</a:rPr>
              <a:t>because A[right-1] = pivot</a:t>
            </a:r>
          </a:p>
        </p:txBody>
      </p:sp>
      <p:pic>
        <p:nvPicPr>
          <p:cNvPr id="20485" name="Picture 4" descr="7"/>
          <p:cNvPicPr>
            <a:picLocks noChangeAspect="1" noChangeArrowheads="1"/>
          </p:cNvPicPr>
          <p:nvPr/>
        </p:nvPicPr>
        <p:blipFill>
          <a:blip r:embed="rId3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19513" r="31694" b="42928"/>
          <a:stretch>
            <a:fillRect/>
          </a:stretch>
        </p:blipFill>
        <p:spPr bwMode="auto">
          <a:xfrm>
            <a:off x="6456363" y="3141664"/>
            <a:ext cx="4114800" cy="27955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14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49587D8-42FA-4B37-93C7-67426EBB397B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Quick Sort 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Faster</a:t>
            </a:r>
            <a:r>
              <a:rPr lang="en-US" altLang="zh-CN">
                <a:ea typeface="宋体" panose="02010600030101010101" pitchFamily="2" charset="-122"/>
              </a:rPr>
              <a:t> Than Merge Sort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375650" cy="4114800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Both quick sort and merge sort take O(N log N) in the average case.</a:t>
            </a: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But quick sort is faster in the average case: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inner loop consists of an increment/decrement (by 1, which is fast), a test and a jump. 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There is no extra juggling as in merge sort.</a:t>
            </a:r>
          </a:p>
        </p:txBody>
      </p:sp>
      <p:pic>
        <p:nvPicPr>
          <p:cNvPr id="46084" name="Picture 4" descr="7"/>
          <p:cNvPicPr>
            <a:picLocks noChangeAspect="1" noChangeArrowheads="1"/>
          </p:cNvPicPr>
          <p:nvPr/>
        </p:nvPicPr>
        <p:blipFill>
          <a:blip r:embed="rId3">
            <a:lum bright="-2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19513" r="31694" b="42928"/>
          <a:stretch>
            <a:fillRect/>
          </a:stretch>
        </p:blipFill>
        <p:spPr bwMode="auto">
          <a:xfrm>
            <a:off x="3810000" y="4114801"/>
            <a:ext cx="37338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419600" y="4724400"/>
            <a:ext cx="3124200" cy="1676400"/>
          </a:xfrm>
          <a:prstGeom prst="rect">
            <a:avLst/>
          </a:prstGeom>
          <a:noFill/>
          <a:ln w="317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7896225" y="5373689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CC"/>
                </a:solidFill>
              </a:rPr>
              <a:t>inner loop</a:t>
            </a:r>
          </a:p>
        </p:txBody>
      </p:sp>
    </p:spTree>
    <p:extLst>
      <p:ext uri="{BB962C8B-B14F-4D97-AF65-F5344CB8AC3E}">
        <p14:creationId xmlns:p14="http://schemas.microsoft.com/office/powerpoint/2010/main" val="471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nimBg="1"/>
      <p:bldP spid="4608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0A44AF5E-AD3F-4F9A-AEE7-24142F4CA817}" type="slidenum">
              <a:rPr lang="en-US" altLang="en-US" sz="1000"/>
              <a:pPr algn="r" eaLnBrk="1" hangingPunct="1"/>
              <a:t>26</a:t>
            </a:fld>
            <a:endParaRPr lang="en-US" altLang="en-US" sz="10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宋体" panose="02010600030101010101" pitchFamily="2" charset="-122"/>
              </a:rPr>
              <a:t>Analysis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609600" indent="-609600">
              <a:buNone/>
            </a:pPr>
            <a:r>
              <a:rPr lang="en-US" altLang="zh-CN" sz="2400">
                <a:ea typeface="宋体" panose="02010600030101010101" pitchFamily="2" charset="-122"/>
              </a:rPr>
              <a:t>Assumptions:</a:t>
            </a:r>
          </a:p>
          <a:p>
            <a:pPr marL="609600" indent="-609600"/>
            <a:r>
              <a:rPr lang="en-US" altLang="zh-CN" sz="2400">
                <a:ea typeface="宋体" panose="02010600030101010101" pitchFamily="2" charset="-122"/>
              </a:rPr>
              <a:t>A random pivot (no median-of-three partitioning)</a:t>
            </a:r>
          </a:p>
          <a:p>
            <a:pPr marL="609600" indent="-609600"/>
            <a:r>
              <a:rPr lang="en-US" altLang="zh-CN" sz="2400">
                <a:ea typeface="宋体" panose="02010600030101010101" pitchFamily="2" charset="-122"/>
              </a:rPr>
              <a:t>No cutoff for small arrays ( to make it simple)</a:t>
            </a:r>
          </a:p>
          <a:p>
            <a:pPr marL="609600" indent="-609600"/>
            <a:endParaRPr lang="en-US" altLang="en-US" sz="240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/>
              <a:t>If the number of elements in S is 0 or 1, then return (base case).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/>
              <a:t>Pick an element v in S (called the pivot).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/>
              <a:t>Partition the elements in S except v into two disjoint groups:</a:t>
            </a:r>
          </a:p>
          <a:p>
            <a:pPr marL="971550" lvl="1" indent="-514350">
              <a:buFont typeface="Wingdings" panose="05000000000000000000" pitchFamily="2" charset="2"/>
              <a:buAutoNum type="arabicPeriod"/>
            </a:pPr>
            <a:r>
              <a:rPr lang="en-US" altLang="en-US"/>
              <a:t>S</a:t>
            </a:r>
            <a:r>
              <a:rPr lang="en-US" altLang="en-US" b="1" baseline="-25000"/>
              <a:t>1</a:t>
            </a:r>
            <a:r>
              <a:rPr lang="en-US" altLang="en-US"/>
              <a:t> = {x</a:t>
            </a:r>
            <a:r>
              <a:rPr lang="en-US" altLang="en-US">
                <a:sym typeface="Symbol" panose="05050102010706020507" pitchFamily="18" charset="2"/>
              </a:rPr>
              <a:t> </a:t>
            </a:r>
            <a:r>
              <a:rPr lang="en-US" altLang="en-US"/>
              <a:t>S – {v} | x </a:t>
            </a:r>
            <a:r>
              <a:rPr lang="en-US" altLang="en-US">
                <a:sym typeface="Symbol" panose="05050102010706020507" pitchFamily="18" charset="2"/>
              </a:rPr>
              <a:t> v}</a:t>
            </a:r>
          </a:p>
          <a:p>
            <a:pPr marL="971550" lvl="1" indent="-514350">
              <a:buFont typeface="Wingdings" panose="05000000000000000000" pitchFamily="2" charset="2"/>
              <a:buAutoNum type="arabicPeriod"/>
            </a:pPr>
            <a:r>
              <a:rPr lang="en-US" altLang="en-US"/>
              <a:t>S</a:t>
            </a:r>
            <a:r>
              <a:rPr lang="en-US" altLang="en-US" b="1" baseline="-25000"/>
              <a:t>2</a:t>
            </a:r>
            <a:r>
              <a:rPr lang="en-US" altLang="en-US"/>
              <a:t> = {x</a:t>
            </a:r>
            <a:r>
              <a:rPr lang="en-US" altLang="en-US">
                <a:sym typeface="Symbol" panose="05050102010706020507" pitchFamily="18" charset="2"/>
              </a:rPr>
              <a:t> </a:t>
            </a:r>
            <a:r>
              <a:rPr lang="en-US" altLang="en-US"/>
              <a:t>S – {v} | x </a:t>
            </a:r>
            <a:r>
              <a:rPr lang="en-US" altLang="en-US">
                <a:sym typeface="Symbol" panose="05050102010706020507" pitchFamily="18" charset="2"/>
              </a:rPr>
              <a:t> v}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/>
              <a:t>Return {QuickSort(S</a:t>
            </a:r>
            <a:r>
              <a:rPr lang="en-US" altLang="en-US" sz="2400" b="1" baseline="-25000"/>
              <a:t>1</a:t>
            </a:r>
            <a:r>
              <a:rPr lang="en-US" altLang="en-US" sz="2400"/>
              <a:t>) + v + QuickSort(S</a:t>
            </a:r>
            <a:r>
              <a:rPr lang="en-US" altLang="en-US" sz="2400" b="1" baseline="-25000"/>
              <a:t>2</a:t>
            </a:r>
            <a:r>
              <a:rPr lang="en-US" altLang="en-US" sz="2400"/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349400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52D0D4-E717-4FC9-859F-CEEEE09B81AB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Analysis (2)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188" y="1484313"/>
            <a:ext cx="7848600" cy="4629150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Running time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pivot selection: constant time, i.e. O(1)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partitioning: linear time, i.e. O(N)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running time of the two recursive calls </a:t>
            </a: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T(N)= T(i) + T(N – i – 1) + cN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i: number of elements in S1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c is a constant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18B917-5EDC-23E7-D435-FDD3935C6213}"/>
              </a:ext>
            </a:extLst>
          </p:cNvPr>
          <p:cNvGrpSpPr/>
          <p:nvPr/>
        </p:nvGrpSpPr>
        <p:grpSpPr>
          <a:xfrm>
            <a:off x="3088204" y="3066008"/>
            <a:ext cx="6457680" cy="2112480"/>
            <a:chOff x="3088204" y="3066008"/>
            <a:chExt cx="6457680" cy="21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88DCF46-66F6-F81F-AD5B-88803A51DC09}"/>
                    </a:ext>
                  </a:extLst>
                </p14:cNvPr>
                <p14:cNvContentPartPr/>
                <p14:nvPr/>
              </p14:nvContentPartPr>
              <p14:xfrm>
                <a:off x="3088204" y="3383168"/>
                <a:ext cx="3157920" cy="681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88DCF46-66F6-F81F-AD5B-88803A51DC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82084" y="3377048"/>
                  <a:ext cx="31701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8D1EBC6-08DC-E8E4-1734-9ACA8A7A6982}"/>
                    </a:ext>
                  </a:extLst>
                </p14:cNvPr>
                <p14:cNvContentPartPr/>
                <p14:nvPr/>
              </p14:nvContentPartPr>
              <p14:xfrm>
                <a:off x="5335684" y="3326648"/>
                <a:ext cx="801360" cy="751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8D1EBC6-08DC-E8E4-1734-9ACA8A7A69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29564" y="3320528"/>
                  <a:ext cx="8136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BFE85E-B334-A003-DF29-3BA6768B085B}"/>
                    </a:ext>
                  </a:extLst>
                </p14:cNvPr>
                <p14:cNvContentPartPr/>
                <p14:nvPr/>
              </p14:nvContentPartPr>
              <p14:xfrm>
                <a:off x="6080164" y="3383168"/>
                <a:ext cx="905400" cy="174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BFE85E-B334-A003-DF29-3BA6768B08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74044" y="3377048"/>
                  <a:ext cx="917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6FECDD-47D1-369E-97F6-476E1FC734A7}"/>
                    </a:ext>
                  </a:extLst>
                </p14:cNvPr>
                <p14:cNvContentPartPr/>
                <p14:nvPr/>
              </p14:nvContentPartPr>
              <p14:xfrm>
                <a:off x="6925084" y="3175448"/>
                <a:ext cx="130680" cy="418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6FECDD-47D1-369E-97F6-476E1FC734A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18964" y="3169328"/>
                  <a:ext cx="1429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C1C1ED-AE66-729E-98AA-7E3326FA2960}"/>
                    </a:ext>
                  </a:extLst>
                </p14:cNvPr>
                <p14:cNvContentPartPr/>
                <p14:nvPr/>
              </p14:nvContentPartPr>
              <p14:xfrm>
                <a:off x="7229284" y="3332408"/>
                <a:ext cx="33480" cy="349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C1C1ED-AE66-729E-98AA-7E3326FA29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23164" y="3326288"/>
                  <a:ext cx="45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FA22D1-2E02-82FA-9EE0-7EB8FD859595}"/>
                    </a:ext>
                  </a:extLst>
                </p14:cNvPr>
                <p14:cNvContentPartPr/>
                <p14:nvPr/>
              </p14:nvContentPartPr>
              <p14:xfrm>
                <a:off x="7198684" y="3311528"/>
                <a:ext cx="142560" cy="197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FA22D1-2E02-82FA-9EE0-7EB8FD85959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92564" y="3305408"/>
                  <a:ext cx="154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A6E0BB9-003C-09A1-DFDB-710BECE8753C}"/>
                    </a:ext>
                  </a:extLst>
                </p14:cNvPr>
                <p14:cNvContentPartPr/>
                <p14:nvPr/>
              </p14:nvContentPartPr>
              <p14:xfrm>
                <a:off x="7382284" y="3375968"/>
                <a:ext cx="74880" cy="207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A6E0BB9-003C-09A1-DFDB-710BECE8753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76164" y="3369848"/>
                  <a:ext cx="871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591B5A-6D53-F5EA-F941-48C4A75C5E30}"/>
                    </a:ext>
                  </a:extLst>
                </p14:cNvPr>
                <p14:cNvContentPartPr/>
                <p14:nvPr/>
              </p14:nvContentPartPr>
              <p14:xfrm>
                <a:off x="7464364" y="3330968"/>
                <a:ext cx="12600" cy="61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591B5A-6D53-F5EA-F941-48C4A75C5E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58244" y="3324848"/>
                  <a:ext cx="24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926697-1725-F4F6-A2B8-B0943325A1B2}"/>
                    </a:ext>
                  </a:extLst>
                </p14:cNvPr>
                <p14:cNvContentPartPr/>
                <p14:nvPr/>
              </p14:nvContentPartPr>
              <p14:xfrm>
                <a:off x="7483804" y="3357248"/>
                <a:ext cx="231840" cy="18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926697-1725-F4F6-A2B8-B0943325A1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77684" y="3351128"/>
                  <a:ext cx="244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58A8E2-A31D-7783-56C3-E3020CD77B2E}"/>
                    </a:ext>
                  </a:extLst>
                </p14:cNvPr>
                <p14:cNvContentPartPr/>
                <p14:nvPr/>
              </p14:nvContentPartPr>
              <p14:xfrm>
                <a:off x="7736884" y="3313328"/>
                <a:ext cx="151920" cy="153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58A8E2-A31D-7783-56C3-E3020CD77B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30764" y="3307208"/>
                  <a:ext cx="164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562004-3BEA-C8C5-F502-0002EAA0ACD0}"/>
                    </a:ext>
                  </a:extLst>
                </p14:cNvPr>
                <p14:cNvContentPartPr/>
                <p14:nvPr/>
              </p14:nvContentPartPr>
              <p14:xfrm>
                <a:off x="7978804" y="3066008"/>
                <a:ext cx="87120" cy="39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562004-3BEA-C8C5-F502-0002EAA0AC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72684" y="3059888"/>
                  <a:ext cx="99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8DD0A1-9C01-4CFE-9053-7B2D943558B5}"/>
                    </a:ext>
                  </a:extLst>
                </p14:cNvPr>
                <p14:cNvContentPartPr/>
                <p14:nvPr/>
              </p14:nvContentPartPr>
              <p14:xfrm>
                <a:off x="7994644" y="3408008"/>
                <a:ext cx="131760" cy="75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8DD0A1-9C01-4CFE-9053-7B2D943558B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88524" y="3401888"/>
                  <a:ext cx="14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262F3D-0721-9D34-311C-A393C7A49390}"/>
                    </a:ext>
                  </a:extLst>
                </p14:cNvPr>
                <p14:cNvContentPartPr/>
                <p14:nvPr/>
              </p14:nvContentPartPr>
              <p14:xfrm>
                <a:off x="4434964" y="3331688"/>
                <a:ext cx="144360" cy="13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262F3D-0721-9D34-311C-A393C7A4939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8844" y="3325568"/>
                  <a:ext cx="156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5FFCD6-B02C-F814-84BC-7F0E094CB379}"/>
                    </a:ext>
                  </a:extLst>
                </p14:cNvPr>
                <p14:cNvContentPartPr/>
                <p14:nvPr/>
              </p14:nvContentPartPr>
              <p14:xfrm>
                <a:off x="3675364" y="3373808"/>
                <a:ext cx="164880" cy="12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5FFCD6-B02C-F814-84BC-7F0E094CB3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669244" y="3367688"/>
                  <a:ext cx="177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EFAE506-1706-2D31-396D-B3C7968579D9}"/>
                    </a:ext>
                  </a:extLst>
                </p14:cNvPr>
                <p14:cNvContentPartPr/>
                <p14:nvPr/>
              </p14:nvContentPartPr>
              <p14:xfrm>
                <a:off x="7377604" y="4200368"/>
                <a:ext cx="255600" cy="40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EFAE506-1706-2D31-396D-B3C7968579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71484" y="4194248"/>
                  <a:ext cx="2678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56E29E-244D-C063-4214-3BF0D99B4364}"/>
                    </a:ext>
                  </a:extLst>
                </p14:cNvPr>
                <p14:cNvContentPartPr/>
                <p14:nvPr/>
              </p14:nvContentPartPr>
              <p14:xfrm>
                <a:off x="7744084" y="3982928"/>
                <a:ext cx="14040" cy="170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56E29E-244D-C063-4214-3BF0D99B43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37964" y="3976808"/>
                  <a:ext cx="26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7367C0-D53B-5842-F163-A4650242D0A6}"/>
                    </a:ext>
                  </a:extLst>
                </p14:cNvPr>
                <p14:cNvContentPartPr/>
                <p14:nvPr/>
              </p14:nvContentPartPr>
              <p14:xfrm>
                <a:off x="7942804" y="4186688"/>
                <a:ext cx="482040" cy="185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7367C0-D53B-5842-F163-A4650242D0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36684" y="4180568"/>
                  <a:ext cx="494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0D2683-FD7C-75DC-0726-998FA0307E6D}"/>
                    </a:ext>
                  </a:extLst>
                </p14:cNvPr>
                <p14:cNvContentPartPr/>
                <p14:nvPr/>
              </p14:nvContentPartPr>
              <p14:xfrm>
                <a:off x="8001844" y="4416368"/>
                <a:ext cx="313920" cy="101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0D2683-FD7C-75DC-0726-998FA0307E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95724" y="4410248"/>
                  <a:ext cx="32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2B9C431-A551-13E1-9096-C902295033F4}"/>
                    </a:ext>
                  </a:extLst>
                </p14:cNvPr>
                <p14:cNvContentPartPr/>
                <p14:nvPr/>
              </p14:nvContentPartPr>
              <p14:xfrm>
                <a:off x="8527084" y="3937568"/>
                <a:ext cx="469800" cy="43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2B9C431-A551-13E1-9096-C902295033F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20964" y="3931448"/>
                  <a:ext cx="482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490316-E109-3954-545D-2E9732454905}"/>
                    </a:ext>
                  </a:extLst>
                </p14:cNvPr>
                <p14:cNvContentPartPr/>
                <p14:nvPr/>
              </p14:nvContentPartPr>
              <p14:xfrm>
                <a:off x="9092284" y="3789248"/>
                <a:ext cx="118080" cy="597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490316-E109-3954-545D-2E973245490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6164" y="3783128"/>
                  <a:ext cx="1303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900D8A-A0B8-4333-AB39-192331A6A073}"/>
                    </a:ext>
                  </a:extLst>
                </p14:cNvPr>
                <p14:cNvContentPartPr/>
                <p14:nvPr/>
              </p14:nvContentPartPr>
              <p14:xfrm>
                <a:off x="9170764" y="4201088"/>
                <a:ext cx="270000" cy="140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900D8A-A0B8-4333-AB39-192331A6A07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64644" y="4194968"/>
                  <a:ext cx="282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BDF648-1E8F-DEA0-BB8D-628B58B40DC1}"/>
                    </a:ext>
                  </a:extLst>
                </p14:cNvPr>
                <p14:cNvContentPartPr/>
                <p14:nvPr/>
              </p14:nvContentPartPr>
              <p14:xfrm>
                <a:off x="6507484" y="3350048"/>
                <a:ext cx="3038400" cy="182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BDF648-1E8F-DEA0-BB8D-628B58B40D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01364" y="3343928"/>
                  <a:ext cx="3050640" cy="18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3113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B20E023-69D5-4515-AFF3-DCF8DF4E225B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Worst-Case Scenario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524000"/>
            <a:ext cx="7848600" cy="41148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What will be the worst case?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pivot is the smallest element, all the time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Partition is always unbalanced</a:t>
            </a:r>
          </a:p>
        </p:txBody>
      </p:sp>
      <p:pic>
        <p:nvPicPr>
          <p:cNvPr id="23557" name="Picture 4" descr="untit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132138"/>
            <a:ext cx="4535488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885DCBB-D4E8-BA05-9FDE-421A4AFA4907}"/>
              </a:ext>
            </a:extLst>
          </p:cNvPr>
          <p:cNvGrpSpPr/>
          <p:nvPr/>
        </p:nvGrpSpPr>
        <p:grpSpPr>
          <a:xfrm>
            <a:off x="3509404" y="3164288"/>
            <a:ext cx="406440" cy="258480"/>
            <a:chOff x="3509404" y="3164288"/>
            <a:chExt cx="40644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D63B77-A947-B3AB-5B10-735F3CFE21A5}"/>
                    </a:ext>
                  </a:extLst>
                </p14:cNvPr>
                <p14:cNvContentPartPr/>
                <p14:nvPr/>
              </p14:nvContentPartPr>
              <p14:xfrm>
                <a:off x="3509404" y="3221528"/>
                <a:ext cx="343080" cy="110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D63B77-A947-B3AB-5B10-735F3CFE21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03284" y="3215408"/>
                  <a:ext cx="355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A5414AD-F302-D3B9-1BA6-26F277EABCCB}"/>
                    </a:ext>
                  </a:extLst>
                </p14:cNvPr>
                <p14:cNvContentPartPr/>
                <p14:nvPr/>
              </p14:nvContentPartPr>
              <p14:xfrm>
                <a:off x="3775444" y="3164288"/>
                <a:ext cx="140400" cy="258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A5414AD-F302-D3B9-1BA6-26F277EABC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9324" y="3158168"/>
                  <a:ext cx="15264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25C44E2-C586-3E86-5533-4160B654BCA0}"/>
              </a:ext>
            </a:extLst>
          </p:cNvPr>
          <p:cNvGrpSpPr/>
          <p:nvPr/>
        </p:nvGrpSpPr>
        <p:grpSpPr>
          <a:xfrm>
            <a:off x="3138964" y="3713648"/>
            <a:ext cx="260280" cy="253080"/>
            <a:chOff x="3138964" y="3713648"/>
            <a:chExt cx="26028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4B03EA-9064-492A-4DA4-835DBE5005E5}"/>
                    </a:ext>
                  </a:extLst>
                </p14:cNvPr>
                <p14:cNvContentPartPr/>
                <p14:nvPr/>
              </p14:nvContentPartPr>
              <p14:xfrm>
                <a:off x="3138964" y="3773768"/>
                <a:ext cx="260280" cy="110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4B03EA-9064-492A-4DA4-835DBE5005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32844" y="3767648"/>
                  <a:ext cx="272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E0F319-3533-C00B-C58C-0E8B99A9865A}"/>
                    </a:ext>
                  </a:extLst>
                </p14:cNvPr>
                <p14:cNvContentPartPr/>
                <p14:nvPr/>
              </p14:nvContentPartPr>
              <p14:xfrm>
                <a:off x="3296284" y="3713648"/>
                <a:ext cx="100440" cy="253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E0F319-3533-C00B-C58C-0E8B99A986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90164" y="3707528"/>
                  <a:ext cx="1126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695FB1-00C4-4065-C6ED-58A29FC2073D}"/>
              </a:ext>
            </a:extLst>
          </p:cNvPr>
          <p:cNvGrpSpPr/>
          <p:nvPr/>
        </p:nvGrpSpPr>
        <p:grpSpPr>
          <a:xfrm>
            <a:off x="2910724" y="4270928"/>
            <a:ext cx="341640" cy="230400"/>
            <a:chOff x="2910724" y="4270928"/>
            <a:chExt cx="34164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5EA8577-3297-5F58-8AED-E8B580246605}"/>
                    </a:ext>
                  </a:extLst>
                </p14:cNvPr>
                <p14:cNvContentPartPr/>
                <p14:nvPr/>
              </p14:nvContentPartPr>
              <p14:xfrm>
                <a:off x="2910724" y="4361288"/>
                <a:ext cx="340200" cy="9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5EA8577-3297-5F58-8AED-E8B5802466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04604" y="4355168"/>
                  <a:ext cx="35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A58D8E-A255-C2BF-EEBC-CFE971ABC11C}"/>
                    </a:ext>
                  </a:extLst>
                </p14:cNvPr>
                <p14:cNvContentPartPr/>
                <p14:nvPr/>
              </p14:nvContentPartPr>
              <p14:xfrm>
                <a:off x="3198724" y="4270928"/>
                <a:ext cx="53640" cy="230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A58D8E-A255-C2BF-EEBC-CFE971ABC1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92604" y="4264808"/>
                  <a:ext cx="6588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6BD6F1-770C-AF29-4C8A-5059FAE7F2BD}"/>
              </a:ext>
            </a:extLst>
          </p:cNvPr>
          <p:cNvGrpSpPr/>
          <p:nvPr/>
        </p:nvGrpSpPr>
        <p:grpSpPr>
          <a:xfrm>
            <a:off x="3698404" y="5462528"/>
            <a:ext cx="4683600" cy="1268640"/>
            <a:chOff x="3698404" y="5462528"/>
            <a:chExt cx="4683600" cy="12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101B5C-6F3A-7EB3-2F1B-3BDB0A7B2CF1}"/>
                    </a:ext>
                  </a:extLst>
                </p14:cNvPr>
                <p14:cNvContentPartPr/>
                <p14:nvPr/>
              </p14:nvContentPartPr>
              <p14:xfrm>
                <a:off x="3698404" y="5462528"/>
                <a:ext cx="4683600" cy="1268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101B5C-6F3A-7EB3-2F1B-3BDB0A7B2C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92284" y="5456408"/>
                  <a:ext cx="4695840" cy="12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AAA021-51E7-A935-812A-E688B8EAFFDF}"/>
                    </a:ext>
                  </a:extLst>
                </p14:cNvPr>
                <p14:cNvContentPartPr/>
                <p14:nvPr/>
              </p14:nvContentPartPr>
              <p14:xfrm>
                <a:off x="5231284" y="6285128"/>
                <a:ext cx="450360" cy="25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AAA021-51E7-A935-812A-E688B8EAFF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25164" y="6279008"/>
                  <a:ext cx="4626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122A52E-7A78-3856-0FD6-9520F4CDC574}"/>
              </a:ext>
            </a:extLst>
          </p:cNvPr>
          <p:cNvGrpSpPr/>
          <p:nvPr/>
        </p:nvGrpSpPr>
        <p:grpSpPr>
          <a:xfrm>
            <a:off x="7324684" y="284648"/>
            <a:ext cx="2879640" cy="580680"/>
            <a:chOff x="7324684" y="284648"/>
            <a:chExt cx="287964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5FE51C-2735-EE0D-6ECD-4A5DEBC69AB0}"/>
                    </a:ext>
                  </a:extLst>
                </p14:cNvPr>
                <p14:cNvContentPartPr/>
                <p14:nvPr/>
              </p14:nvContentPartPr>
              <p14:xfrm>
                <a:off x="7324684" y="395528"/>
                <a:ext cx="44280" cy="403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5FE51C-2735-EE0D-6ECD-4A5DEBC69A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18564" y="389408"/>
                  <a:ext cx="565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208FA75-F9D6-E7A4-FDE4-6A64A23FB5B2}"/>
                    </a:ext>
                  </a:extLst>
                </p14:cNvPr>
                <p14:cNvContentPartPr/>
                <p14:nvPr/>
              </p14:nvContentPartPr>
              <p14:xfrm>
                <a:off x="7554004" y="531608"/>
                <a:ext cx="195480" cy="103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208FA75-F9D6-E7A4-FDE4-6A64A23FB5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47884" y="525488"/>
                  <a:ext cx="207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C65EC5-DE20-6E11-E46A-A0BDBE5A6125}"/>
                    </a:ext>
                  </a:extLst>
                </p14:cNvPr>
                <p14:cNvContentPartPr/>
                <p14:nvPr/>
              </p14:nvContentPartPr>
              <p14:xfrm>
                <a:off x="7608004" y="483008"/>
                <a:ext cx="68400" cy="38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C65EC5-DE20-6E11-E46A-A0BDBE5A612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1884" y="476888"/>
                  <a:ext cx="806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347476-B5D1-309E-4D1A-33BC2D3427BE}"/>
                    </a:ext>
                  </a:extLst>
                </p14:cNvPr>
                <p14:cNvContentPartPr/>
                <p14:nvPr/>
              </p14:nvContentPartPr>
              <p14:xfrm>
                <a:off x="7847404" y="474008"/>
                <a:ext cx="420840" cy="286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347476-B5D1-309E-4D1A-33BC2D3427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41284" y="467888"/>
                  <a:ext cx="433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9C37B7-BF5D-7244-C244-EFBCCD90CD5A}"/>
                    </a:ext>
                  </a:extLst>
                </p14:cNvPr>
                <p14:cNvContentPartPr/>
                <p14:nvPr/>
              </p14:nvContentPartPr>
              <p14:xfrm>
                <a:off x="8323324" y="420368"/>
                <a:ext cx="230760" cy="106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9C37B7-BF5D-7244-C244-EFBCCD90CD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17204" y="414248"/>
                  <a:ext cx="243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1CB2D2-E168-1F4A-A5C3-E73290C220F5}"/>
                    </a:ext>
                  </a:extLst>
                </p14:cNvPr>
                <p14:cNvContentPartPr/>
                <p14:nvPr/>
              </p14:nvContentPartPr>
              <p14:xfrm>
                <a:off x="8436364" y="353408"/>
                <a:ext cx="54360" cy="435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1CB2D2-E168-1F4A-A5C3-E73290C220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30244" y="347288"/>
                  <a:ext cx="666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73CF89-4A47-207A-1243-D2881F45B5E3}"/>
                    </a:ext>
                  </a:extLst>
                </p14:cNvPr>
                <p14:cNvContentPartPr/>
                <p14:nvPr/>
              </p14:nvContentPartPr>
              <p14:xfrm>
                <a:off x="8684764" y="391568"/>
                <a:ext cx="85320" cy="389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73CF89-4A47-207A-1243-D2881F45B5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78644" y="385448"/>
                  <a:ext cx="975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603A69F-14D3-288A-60F0-97E1C89DC979}"/>
                    </a:ext>
                  </a:extLst>
                </p14:cNvPr>
                <p14:cNvContentPartPr/>
                <p14:nvPr/>
              </p14:nvContentPartPr>
              <p14:xfrm>
                <a:off x="9012004" y="537728"/>
                <a:ext cx="196200" cy="100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603A69F-14D3-288A-60F0-97E1C89DC9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05884" y="531608"/>
                  <a:ext cx="208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4070FB-B765-F9B9-0AEB-594FFCD6C357}"/>
                    </a:ext>
                  </a:extLst>
                </p14:cNvPr>
                <p14:cNvContentPartPr/>
                <p14:nvPr/>
              </p14:nvContentPartPr>
              <p14:xfrm>
                <a:off x="9089044" y="466088"/>
                <a:ext cx="34560" cy="350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4070FB-B765-F9B9-0AEB-594FFCD6C3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82924" y="459968"/>
                  <a:ext cx="468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E230C5-058F-6E5F-DAEE-24D4B2DA5A00}"/>
                    </a:ext>
                  </a:extLst>
                </p14:cNvPr>
                <p14:cNvContentPartPr/>
                <p14:nvPr/>
              </p14:nvContentPartPr>
              <p14:xfrm>
                <a:off x="9308644" y="445568"/>
                <a:ext cx="316080" cy="27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E230C5-058F-6E5F-DAEE-24D4B2DA5A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02524" y="439448"/>
                  <a:ext cx="328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D059C7-83DF-5941-D067-CA0B64E38937}"/>
                    </a:ext>
                  </a:extLst>
                </p14:cNvPr>
                <p14:cNvContentPartPr/>
                <p14:nvPr/>
              </p14:nvContentPartPr>
              <p14:xfrm>
                <a:off x="9784564" y="509648"/>
                <a:ext cx="216720" cy="74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D059C7-83DF-5941-D067-CA0B64E389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78444" y="503528"/>
                  <a:ext cx="228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F9DA87-F464-772A-B017-58F71846755B}"/>
                    </a:ext>
                  </a:extLst>
                </p14:cNvPr>
                <p14:cNvContentPartPr/>
                <p14:nvPr/>
              </p14:nvContentPartPr>
              <p14:xfrm>
                <a:off x="9696004" y="284648"/>
                <a:ext cx="231840" cy="46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F9DA87-F464-772A-B017-58F7184675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9884" y="278528"/>
                  <a:ext cx="2440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F7A9E2-B175-2CCE-0A5B-016DAE7EAA15}"/>
                    </a:ext>
                  </a:extLst>
                </p14:cNvPr>
                <p14:cNvContentPartPr/>
                <p14:nvPr/>
              </p14:nvContentPartPr>
              <p14:xfrm>
                <a:off x="10049524" y="371768"/>
                <a:ext cx="154800" cy="34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F7A9E2-B175-2CCE-0A5B-016DAE7EAA1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43404" y="365648"/>
                  <a:ext cx="16704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6E5B659-D88C-6BA4-CE81-124D5D4BE407}"/>
              </a:ext>
            </a:extLst>
          </p:cNvPr>
          <p:cNvGrpSpPr/>
          <p:nvPr/>
        </p:nvGrpSpPr>
        <p:grpSpPr>
          <a:xfrm>
            <a:off x="9346084" y="1227848"/>
            <a:ext cx="624240" cy="195120"/>
            <a:chOff x="9346084" y="1227848"/>
            <a:chExt cx="6242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D01E01-654D-2307-E261-310EA8BB687A}"/>
                    </a:ext>
                  </a:extLst>
                </p14:cNvPr>
                <p14:cNvContentPartPr/>
                <p14:nvPr/>
              </p14:nvContentPartPr>
              <p14:xfrm>
                <a:off x="9346084" y="1227848"/>
                <a:ext cx="259200" cy="78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D01E01-654D-2307-E261-310EA8BB68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39964" y="1221728"/>
                  <a:ext cx="271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E1FA11B-7A85-C2DA-E21C-12F7A9D11427}"/>
                    </a:ext>
                  </a:extLst>
                </p14:cNvPr>
                <p14:cNvContentPartPr/>
                <p14:nvPr/>
              </p14:nvContentPartPr>
              <p14:xfrm>
                <a:off x="9532204" y="1344848"/>
                <a:ext cx="203040" cy="27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E1FA11B-7A85-C2DA-E21C-12F7A9D114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26084" y="1338728"/>
                  <a:ext cx="215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1EAADD-71DA-B726-CF12-07D1F68C3E9B}"/>
                    </a:ext>
                  </a:extLst>
                </p14:cNvPr>
                <p14:cNvContentPartPr/>
                <p14:nvPr/>
              </p14:nvContentPartPr>
              <p14:xfrm>
                <a:off x="9817684" y="1352048"/>
                <a:ext cx="152640" cy="70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1EAADD-71DA-B726-CF12-07D1F68C3E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11564" y="1345928"/>
                  <a:ext cx="1648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4E49D5C-076E-E120-4717-A29E138ED125}"/>
                  </a:ext>
                </a:extLst>
              </p14:cNvPr>
              <p14:cNvContentPartPr/>
              <p14:nvPr/>
            </p14:nvContentPartPr>
            <p14:xfrm>
              <a:off x="10500964" y="514688"/>
              <a:ext cx="312480" cy="831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4E49D5C-076E-E120-4717-A29E138ED1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94844" y="508568"/>
                <a:ext cx="32472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038E079-6E7B-1B12-2578-7302B3F7A5AE}"/>
              </a:ext>
            </a:extLst>
          </p:cNvPr>
          <p:cNvGrpSpPr/>
          <p:nvPr/>
        </p:nvGrpSpPr>
        <p:grpSpPr>
          <a:xfrm>
            <a:off x="11077684" y="447008"/>
            <a:ext cx="558000" cy="79560"/>
            <a:chOff x="11077684" y="447008"/>
            <a:chExt cx="55800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7B1F89-2C4E-75A9-34EA-B86645DCAD22}"/>
                    </a:ext>
                  </a:extLst>
                </p14:cNvPr>
                <p14:cNvContentPartPr/>
                <p14:nvPr/>
              </p14:nvContentPartPr>
              <p14:xfrm>
                <a:off x="11077684" y="483728"/>
                <a:ext cx="108720" cy="42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7B1F89-2C4E-75A9-34EA-B86645DCAD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71564" y="477608"/>
                  <a:ext cx="120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738961-5953-A4AA-A391-10E9FF8CCA77}"/>
                    </a:ext>
                  </a:extLst>
                </p14:cNvPr>
                <p14:cNvContentPartPr/>
                <p14:nvPr/>
              </p14:nvContentPartPr>
              <p14:xfrm>
                <a:off x="11334004" y="447008"/>
                <a:ext cx="12600" cy="1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738961-5953-A4AA-A391-10E9FF8CCA7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27884" y="440888"/>
                  <a:ext cx="2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F9AABD-B802-8FD4-D258-A0BE19B205AB}"/>
                    </a:ext>
                  </a:extLst>
                </p14:cNvPr>
                <p14:cNvContentPartPr/>
                <p14:nvPr/>
              </p14:nvContentPartPr>
              <p14:xfrm>
                <a:off x="11363884" y="457808"/>
                <a:ext cx="271800" cy="46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F9AABD-B802-8FD4-D258-A0BE19B205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57764" y="451688"/>
                  <a:ext cx="28404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948269A-D0EF-8153-7CCF-1B0FF7B89956}"/>
              </a:ext>
            </a:extLst>
          </p:cNvPr>
          <p:cNvGrpSpPr/>
          <p:nvPr/>
        </p:nvGrpSpPr>
        <p:grpSpPr>
          <a:xfrm>
            <a:off x="10253284" y="1075208"/>
            <a:ext cx="1288080" cy="518400"/>
            <a:chOff x="10253284" y="1075208"/>
            <a:chExt cx="12880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7F16D3-215B-5DD5-EDE7-E7513121BC12}"/>
                    </a:ext>
                  </a:extLst>
                </p14:cNvPr>
                <p14:cNvContentPartPr/>
                <p14:nvPr/>
              </p14:nvContentPartPr>
              <p14:xfrm>
                <a:off x="10253284" y="1275728"/>
                <a:ext cx="371160" cy="222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7F16D3-215B-5DD5-EDE7-E7513121BC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47164" y="1269608"/>
                  <a:ext cx="383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8DD506-A1ED-1F60-0DED-E65FEC600088}"/>
                    </a:ext>
                  </a:extLst>
                </p14:cNvPr>
                <p14:cNvContentPartPr/>
                <p14:nvPr/>
              </p14:nvContentPartPr>
              <p14:xfrm>
                <a:off x="10662964" y="1107608"/>
                <a:ext cx="52920" cy="452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8DD506-A1ED-1F60-0DED-E65FEC6000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6844" y="1101488"/>
                  <a:ext cx="651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74F46D-F6D5-9910-9004-86E5C1BCB4B6}"/>
                    </a:ext>
                  </a:extLst>
                </p14:cNvPr>
                <p14:cNvContentPartPr/>
                <p14:nvPr/>
              </p14:nvContentPartPr>
              <p14:xfrm>
                <a:off x="10774204" y="1311728"/>
                <a:ext cx="315360" cy="143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74F46D-F6D5-9910-9004-86E5C1BCB4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8084" y="1305608"/>
                  <a:ext cx="327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533959-192D-CDE1-4DA0-9E2D95BF1AD5}"/>
                    </a:ext>
                  </a:extLst>
                </p14:cNvPr>
                <p14:cNvContentPartPr/>
                <p14:nvPr/>
              </p14:nvContentPartPr>
              <p14:xfrm>
                <a:off x="11080204" y="1223528"/>
                <a:ext cx="250200" cy="99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533959-192D-CDE1-4DA0-9E2D95BF1A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74084" y="1217408"/>
                  <a:ext cx="262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B9EC42-0164-6F46-F6A5-227C4656F0A2}"/>
                    </a:ext>
                  </a:extLst>
                </p14:cNvPr>
                <p14:cNvContentPartPr/>
                <p14:nvPr/>
              </p14:nvContentPartPr>
              <p14:xfrm>
                <a:off x="11247604" y="1151168"/>
                <a:ext cx="40320" cy="327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B9EC42-0164-6F46-F6A5-227C4656F0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1484" y="1145048"/>
                  <a:ext cx="525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3194B9-F00D-5C4A-A291-D8DF1226D0D8}"/>
                    </a:ext>
                  </a:extLst>
                </p14:cNvPr>
                <p14:cNvContentPartPr/>
                <p14:nvPr/>
              </p14:nvContentPartPr>
              <p14:xfrm>
                <a:off x="11354164" y="1214528"/>
                <a:ext cx="12960" cy="24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3194B9-F00D-5C4A-A291-D8DF1226D0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48044" y="1208408"/>
                  <a:ext cx="252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11C711-6748-EA90-0E70-53A9CE6EF7C1}"/>
                    </a:ext>
                  </a:extLst>
                </p14:cNvPr>
                <p14:cNvContentPartPr/>
                <p14:nvPr/>
              </p14:nvContentPartPr>
              <p14:xfrm>
                <a:off x="11393404" y="1075208"/>
                <a:ext cx="147960" cy="518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11C711-6748-EA90-0E70-53A9CE6EF7C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87284" y="1069088"/>
                  <a:ext cx="160200" cy="53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7749CE-3A96-7198-8E3A-083ED95A23B5}"/>
              </a:ext>
            </a:extLst>
          </p:cNvPr>
          <p:cNvGrpSpPr/>
          <p:nvPr/>
        </p:nvGrpSpPr>
        <p:grpSpPr>
          <a:xfrm>
            <a:off x="10588804" y="1806008"/>
            <a:ext cx="595440" cy="420480"/>
            <a:chOff x="10588804" y="1806008"/>
            <a:chExt cx="59544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61BFBA-6044-AC88-C54C-780BD6A1F460}"/>
                    </a:ext>
                  </a:extLst>
                </p14:cNvPr>
                <p14:cNvContentPartPr/>
                <p14:nvPr/>
              </p14:nvContentPartPr>
              <p14:xfrm>
                <a:off x="10588804" y="1806008"/>
                <a:ext cx="521640" cy="8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61BFBA-6044-AC88-C54C-780BD6A1F4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82684" y="1799888"/>
                  <a:ext cx="533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36F83E-5913-0493-14DA-01010293374C}"/>
                    </a:ext>
                  </a:extLst>
                </p14:cNvPr>
                <p14:cNvContentPartPr/>
                <p14:nvPr/>
              </p14:nvContentPartPr>
              <p14:xfrm>
                <a:off x="10736404" y="1954688"/>
                <a:ext cx="447840" cy="271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36F83E-5913-0493-14DA-0101029337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30284" y="1948568"/>
                  <a:ext cx="4600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C6A1A02-D542-2618-40BB-44CEB4B03F8E}"/>
              </a:ext>
            </a:extLst>
          </p:cNvPr>
          <p:cNvGrpSpPr/>
          <p:nvPr/>
        </p:nvGrpSpPr>
        <p:grpSpPr>
          <a:xfrm>
            <a:off x="6831844" y="5061128"/>
            <a:ext cx="2417760" cy="1444320"/>
            <a:chOff x="6831844" y="5061128"/>
            <a:chExt cx="2417760" cy="144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D255EB-55AF-BE45-3C58-0604B94C5F1B}"/>
                    </a:ext>
                  </a:extLst>
                </p14:cNvPr>
                <p14:cNvContentPartPr/>
                <p14:nvPr/>
              </p14:nvContentPartPr>
              <p14:xfrm>
                <a:off x="6831844" y="5061128"/>
                <a:ext cx="1546560" cy="1444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D255EB-55AF-BE45-3C58-0604B94C5F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5724" y="5055008"/>
                  <a:ext cx="1558800" cy="14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891E34-6F54-1CB8-6A2C-8664FB8A94BB}"/>
                    </a:ext>
                  </a:extLst>
                </p14:cNvPr>
                <p14:cNvContentPartPr/>
                <p14:nvPr/>
              </p14:nvContentPartPr>
              <p14:xfrm>
                <a:off x="8739844" y="5500688"/>
                <a:ext cx="320040" cy="268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891E34-6F54-1CB8-6A2C-8664FB8A94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33724" y="5494568"/>
                  <a:ext cx="3322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61C3D74-3D36-6914-1467-08065296A94D}"/>
                    </a:ext>
                  </a:extLst>
                </p14:cNvPr>
                <p14:cNvContentPartPr/>
                <p14:nvPr/>
              </p14:nvContentPartPr>
              <p14:xfrm>
                <a:off x="8803564" y="5536328"/>
                <a:ext cx="446040" cy="34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61C3D74-3D36-6914-1467-08065296A9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97444" y="5530208"/>
                  <a:ext cx="458280" cy="36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7648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3518D3-8C96-4192-9D14-4E0FB12C8CE7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Best-Case Scenario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066801"/>
            <a:ext cx="7848600" cy="502602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What will be the best case?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Partition is perfectly balanced.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Pivot is always in the middle (median of the array).</a:t>
            </a: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T(N) = T(N/2) + T(N/2) + cN = 2T(N/2) + cN 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This recurrence is similar to the merge sort recurrence.</a:t>
            </a: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The result is O(NlogN).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69445D-FC20-0CB4-EE29-0A07C77DBA90}"/>
              </a:ext>
            </a:extLst>
          </p:cNvPr>
          <p:cNvGrpSpPr/>
          <p:nvPr/>
        </p:nvGrpSpPr>
        <p:grpSpPr>
          <a:xfrm>
            <a:off x="9044044" y="2062328"/>
            <a:ext cx="2852280" cy="1575360"/>
            <a:chOff x="9044044" y="2062328"/>
            <a:chExt cx="2852280" cy="15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E5E917-629B-F360-4A4B-7D4FF8AD5C2F}"/>
                    </a:ext>
                  </a:extLst>
                </p14:cNvPr>
                <p14:cNvContentPartPr/>
                <p14:nvPr/>
              </p14:nvContentPartPr>
              <p14:xfrm>
                <a:off x="9044044" y="2550848"/>
                <a:ext cx="221400" cy="363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E5E917-629B-F360-4A4B-7D4FF8AD5C2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7924" y="2544728"/>
                  <a:ext cx="2336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AE59F3-3DFB-26A5-22AB-EED0727E2CC2}"/>
                    </a:ext>
                  </a:extLst>
                </p14:cNvPr>
                <p14:cNvContentPartPr/>
                <p14:nvPr/>
              </p14:nvContentPartPr>
              <p14:xfrm>
                <a:off x="9311884" y="2553728"/>
                <a:ext cx="69840" cy="217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AE59F3-3DFB-26A5-22AB-EED0727E2C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05764" y="2547608"/>
                  <a:ext cx="82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CA7595-B55B-534E-41F1-54D7F9F1F2B1}"/>
                    </a:ext>
                  </a:extLst>
                </p14:cNvPr>
                <p14:cNvContentPartPr/>
                <p14:nvPr/>
              </p14:nvContentPartPr>
              <p14:xfrm>
                <a:off x="9741364" y="2417288"/>
                <a:ext cx="142560" cy="311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CA7595-B55B-534E-41F1-54D7F9F1F2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35244" y="2411168"/>
                  <a:ext cx="1548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0AB6C0-8FA2-167B-3BA2-41A82115878D}"/>
                    </a:ext>
                  </a:extLst>
                </p14:cNvPr>
                <p14:cNvContentPartPr/>
                <p14:nvPr/>
              </p14:nvContentPartPr>
              <p14:xfrm>
                <a:off x="9881404" y="2414048"/>
                <a:ext cx="63000" cy="177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0AB6C0-8FA2-167B-3BA2-41A8211587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75284" y="2407928"/>
                  <a:ext cx="75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A2A7F2-7B9E-F1AF-6283-A1B8B7091D8E}"/>
                    </a:ext>
                  </a:extLst>
                </p14:cNvPr>
                <p14:cNvContentPartPr/>
                <p14:nvPr/>
              </p14:nvContentPartPr>
              <p14:xfrm>
                <a:off x="9999124" y="2454728"/>
                <a:ext cx="411120" cy="15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A2A7F2-7B9E-F1AF-6283-A1B8B7091D8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93004" y="2448608"/>
                  <a:ext cx="423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4013CD-78BE-81B8-B597-B53F76A4FE5F}"/>
                    </a:ext>
                  </a:extLst>
                </p14:cNvPr>
                <p14:cNvContentPartPr/>
                <p14:nvPr/>
              </p14:nvContentPartPr>
              <p14:xfrm>
                <a:off x="10665484" y="2062328"/>
                <a:ext cx="368280" cy="58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4013CD-78BE-81B8-B597-B53F76A4F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59364" y="2056208"/>
                  <a:ext cx="3805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FBAA97-7669-EDD1-BF04-EF4E496F3D66}"/>
                    </a:ext>
                  </a:extLst>
                </p14:cNvPr>
                <p14:cNvContentPartPr/>
                <p14:nvPr/>
              </p14:nvContentPartPr>
              <p14:xfrm>
                <a:off x="9557044" y="3392528"/>
                <a:ext cx="402840" cy="245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FBAA97-7669-EDD1-BF04-EF4E496F3D6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50924" y="3386408"/>
                  <a:ext cx="415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853922-F4C1-26FC-3C36-A89C31106462}"/>
                    </a:ext>
                  </a:extLst>
                </p14:cNvPr>
                <p14:cNvContentPartPr/>
                <p14:nvPr/>
              </p14:nvContentPartPr>
              <p14:xfrm>
                <a:off x="10073644" y="3242768"/>
                <a:ext cx="257040" cy="22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853922-F4C1-26FC-3C36-A89C311064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67524" y="3236648"/>
                  <a:ext cx="269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4EA5CB-0A31-35C2-C442-097CE88FB5B1}"/>
                    </a:ext>
                  </a:extLst>
                </p14:cNvPr>
                <p14:cNvContentPartPr/>
                <p14:nvPr/>
              </p14:nvContentPartPr>
              <p14:xfrm>
                <a:off x="10320604" y="3113168"/>
                <a:ext cx="281880" cy="254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4EA5CB-0A31-35C2-C442-097CE88FB5B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314484" y="3107048"/>
                  <a:ext cx="294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1F32BF-746F-E2A0-67B6-C040FD9C9FF9}"/>
                    </a:ext>
                  </a:extLst>
                </p14:cNvPr>
                <p14:cNvContentPartPr/>
                <p14:nvPr/>
              </p14:nvContentPartPr>
              <p14:xfrm>
                <a:off x="10723084" y="3060248"/>
                <a:ext cx="142200" cy="485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1F32BF-746F-E2A0-67B6-C040FD9C9FF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16964" y="3054128"/>
                  <a:ext cx="1544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28A33C-613C-017C-AF41-89D0D1539732}"/>
                    </a:ext>
                  </a:extLst>
                </p14:cNvPr>
                <p14:cNvContentPartPr/>
                <p14:nvPr/>
              </p14:nvContentPartPr>
              <p14:xfrm>
                <a:off x="11001364" y="2939288"/>
                <a:ext cx="172440" cy="24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28A33C-613C-017C-AF41-89D0D15397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95244" y="2933168"/>
                  <a:ext cx="184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2D02971-7AA0-1F13-928D-37CBA69E613C}"/>
                    </a:ext>
                  </a:extLst>
                </p14:cNvPr>
                <p14:cNvContentPartPr/>
                <p14:nvPr/>
              </p14:nvContentPartPr>
              <p14:xfrm>
                <a:off x="11256964" y="2880608"/>
                <a:ext cx="95040" cy="27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2D02971-7AA0-1F13-928D-37CBA69E61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50844" y="2874488"/>
                  <a:ext cx="107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6F0F6E4-11C1-77AF-6B0D-09DAE1C128D3}"/>
                    </a:ext>
                  </a:extLst>
                </p14:cNvPr>
                <p14:cNvContentPartPr/>
                <p14:nvPr/>
              </p14:nvContentPartPr>
              <p14:xfrm>
                <a:off x="11523004" y="2911568"/>
                <a:ext cx="64800" cy="91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6F0F6E4-11C1-77AF-6B0D-09DAE1C128D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16884" y="2905448"/>
                  <a:ext cx="77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CD1BA5-53DA-914C-ED81-EB4571288EB6}"/>
                    </a:ext>
                  </a:extLst>
                </p14:cNvPr>
                <p14:cNvContentPartPr/>
                <p14:nvPr/>
              </p14:nvContentPartPr>
              <p14:xfrm>
                <a:off x="11628124" y="2563448"/>
                <a:ext cx="268200" cy="45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CD1BA5-53DA-914C-ED81-EB4571288EB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622004" y="2557328"/>
                  <a:ext cx="280440" cy="46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9944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pic>
        <p:nvPicPr>
          <p:cNvPr id="4" name="Picture 3" descr="A close-up of a white sheet&#10;&#10;Description automatically generated">
            <a:extLst>
              <a:ext uri="{FF2B5EF4-FFF2-40B4-BE49-F238E27FC236}">
                <a16:creationId xmlns:a16="http://schemas.microsoft.com/office/drawing/2014/main" id="{7D8C6ADF-9572-7678-D282-5C24924D2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9" t="992" r="3106" b="1084"/>
          <a:stretch/>
        </p:blipFill>
        <p:spPr>
          <a:xfrm rot="16200000">
            <a:off x="3142650" y="-2254484"/>
            <a:ext cx="6190937" cy="11366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0B0EF7-F803-855F-34E6-078C52BE1881}"/>
                  </a:ext>
                </a:extLst>
              </p14:cNvPr>
              <p14:cNvContentPartPr/>
              <p14:nvPr/>
            </p14:nvContentPartPr>
            <p14:xfrm>
              <a:off x="2296800" y="744120"/>
              <a:ext cx="7831440" cy="433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0B0EF7-F803-855F-34E6-078C52BE18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7440" y="734760"/>
                <a:ext cx="7850160" cy="43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4863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31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C8103628-0887-9585-D80F-222DB76468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06" t="4390" r="-70" b="2681"/>
          <a:stretch/>
        </p:blipFill>
        <p:spPr>
          <a:xfrm rot="16200000">
            <a:off x="3082977" y="-1920668"/>
            <a:ext cx="6026046" cy="11258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129275-788A-792B-57B6-CE9453C63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507" y="1445629"/>
            <a:ext cx="5951093" cy="26836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B9D4C9-E1D3-F5D6-74A2-7A760844116A}"/>
                  </a:ext>
                </a:extLst>
              </p14:cNvPr>
              <p14:cNvContentPartPr/>
              <p14:nvPr/>
            </p14:nvContentPartPr>
            <p14:xfrm>
              <a:off x="1842840" y="1664280"/>
              <a:ext cx="9508320" cy="183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B9D4C9-E1D3-F5D6-74A2-7A76084411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3480" y="1654920"/>
                <a:ext cx="9527040" cy="185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251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32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F14C48B2-CE94-7162-5769-3D8C566249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46" t="1766" b="2496"/>
          <a:stretch/>
        </p:blipFill>
        <p:spPr>
          <a:xfrm rot="16200000">
            <a:off x="2832635" y="-1857910"/>
            <a:ext cx="6526731" cy="1051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25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/>
          </p:cNvSpPr>
          <p:nvPr/>
        </p:nvSpPr>
        <p:spPr>
          <a:xfrm>
            <a:off x="8358021" y="5905625"/>
            <a:ext cx="2320829" cy="308907"/>
          </a:xfrm>
          <a:prstGeom prst="rect">
            <a:avLst/>
          </a:prstGeom>
        </p:spPr>
        <p:txBody>
          <a:bodyPr/>
          <a:lstStyle/>
          <a:p>
            <a:pPr algn="r" defTabSz="768096"/>
            <a:fld id="{00000000-1234-1234-1234-123412341234}" type="slidenum">
              <a:rPr lang="en-IN" sz="151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768096"/>
              <a:t>33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C8282207-A346-D1C9-02F6-6D12BED3C0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83" t="3297" b="2058"/>
          <a:stretch/>
        </p:blipFill>
        <p:spPr>
          <a:xfrm rot="16200000">
            <a:off x="3310467" y="-1550117"/>
            <a:ext cx="5571065" cy="9958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387225-D456-BF90-DD31-4DA922700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78" y="3776517"/>
            <a:ext cx="9303041" cy="14945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353939-08A9-0B2F-BFEE-50D9C4818F40}"/>
                  </a:ext>
                </a:extLst>
              </p14:cNvPr>
              <p14:cNvContentPartPr/>
              <p14:nvPr/>
            </p14:nvContentPartPr>
            <p14:xfrm>
              <a:off x="3359160" y="1431360"/>
              <a:ext cx="8490240" cy="396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353939-08A9-0B2F-BFEE-50D9C4818F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9800" y="1422000"/>
                <a:ext cx="8508960" cy="397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322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1228D590-7BD0-A32C-1463-8787255E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679C842-7400-4900-B04B-6A380220C6B2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6FC30B7-E1E8-6951-CBBA-EE968DF8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1925" y="1657507"/>
            <a:ext cx="9328150" cy="5797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Given an array A[ ] of n numbers, find the maximum sum found in any contiguous subarray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FF0000"/>
                </a:solidFill>
              </a:rPr>
              <a:t>A zero length subarray has maximum 0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Example: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A[ ] contains </a:t>
            </a:r>
            <a:r>
              <a:rPr lang="en-US" altLang="en-US" b="1" dirty="0">
                <a:solidFill>
                  <a:srgbClr val="FF0000"/>
                </a:solidFill>
              </a:rPr>
              <a:t>-2, 5, -3, 6, -1</a:t>
            </a:r>
            <a:r>
              <a:rPr lang="en-US" altLang="en-US" dirty="0"/>
              <a:t>, then the maximum sum will be 5-3+6 = </a:t>
            </a:r>
            <a:r>
              <a:rPr lang="en-US" altLang="en-US" b="1" dirty="0">
                <a:solidFill>
                  <a:srgbClr val="FF0000"/>
                </a:solidFill>
              </a:rPr>
              <a:t>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A[ ] contains </a:t>
            </a:r>
            <a:r>
              <a:rPr lang="en-US" altLang="en-US" b="1" dirty="0">
                <a:solidFill>
                  <a:srgbClr val="FF0000"/>
                </a:solidFill>
              </a:rPr>
              <a:t>10, 15, -3, -4, -2, -1, 8, 5</a:t>
            </a:r>
            <a:r>
              <a:rPr lang="en-US" altLang="en-US" dirty="0"/>
              <a:t>, then the maximum sum will be </a:t>
            </a:r>
            <a:r>
              <a:rPr lang="en-US" altLang="en-US" b="1" dirty="0">
                <a:solidFill>
                  <a:srgbClr val="FF0000"/>
                </a:solidFill>
              </a:rPr>
              <a:t>28</a:t>
            </a:r>
            <a:r>
              <a:rPr lang="en-US" altLang="en-US" dirty="0"/>
              <a:t> (all numbers added together)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O(n</a:t>
            </a:r>
            <a:r>
              <a:rPr lang="en-US" altLang="en-US" baseline="30000" dirty="0"/>
              <a:t>2</a:t>
            </a:r>
            <a:r>
              <a:rPr lang="en-US" altLang="en-US" dirty="0"/>
              <a:t>), O(n log n), O(n) time algorithms</a:t>
            </a:r>
            <a:endParaRPr lang="en-GB" altLang="en-US" dirty="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8A4CD7F2-7A3C-E568-E4D9-651385F16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Maximum-sum contiguous subarray</a:t>
            </a:r>
            <a:endParaRPr lang="en-GB" altLang="en-US" sz="4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AC1BE-C830-9C62-1A0E-646F49F4BEC1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37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CA96017-6C26-6D72-5690-508F7B3AD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E98D8-A8F5-5D61-6585-E4F0082660DC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771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CFC4723-38AB-8FD1-9744-EE8B0DB0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35F3504-8938-122A-CE6F-8FAA6A7FA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All possible contiguous subarrays</a:t>
            </a:r>
          </a:p>
          <a:p>
            <a:pPr lvl="1"/>
            <a:r>
              <a:rPr lang="en-GB" altLang="en-US"/>
              <a:t>A[1..1], A[1..2], A[1..3], ..., A[1..(n-1)], A[1..n]</a:t>
            </a:r>
          </a:p>
          <a:p>
            <a:pPr lvl="1"/>
            <a:r>
              <a:rPr lang="en-GB" altLang="en-US"/>
              <a:t>A[2..2], A[2..3], ..., A[2..(n-1)], A[2..n]</a:t>
            </a:r>
          </a:p>
          <a:p>
            <a:pPr lvl="1"/>
            <a:r>
              <a:rPr lang="en-GB" altLang="en-US"/>
              <a:t>...</a:t>
            </a:r>
          </a:p>
          <a:p>
            <a:pPr lvl="1"/>
            <a:r>
              <a:rPr lang="en-GB" altLang="en-US"/>
              <a:t>A[(n-1)..(n-1)], A[(n-1)..n]</a:t>
            </a:r>
          </a:p>
          <a:p>
            <a:pPr lvl="1"/>
            <a:r>
              <a:rPr lang="en-GB" altLang="en-US"/>
              <a:t>A[n..n]</a:t>
            </a:r>
          </a:p>
          <a:p>
            <a:r>
              <a:rPr lang="en-GB" altLang="en-US"/>
              <a:t>How many of them in total?</a:t>
            </a:r>
          </a:p>
          <a:p>
            <a:r>
              <a:rPr lang="en-GB" altLang="en-US"/>
              <a:t>Algorithm: For each subarray, compute the sum. Find the subarray that has the maximum sum.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D5C9A0F-9F4A-C2C9-B746-988F7103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EC71E24-F935-49AE-A06C-B2C70BC8C72B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44689E5-0DFE-B0F2-4F76-394E4B37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3573464"/>
            <a:ext cx="2824162" cy="1006475"/>
          </a:xfrm>
          <a:prstGeom prst="cloudCallout">
            <a:avLst>
              <a:gd name="adj1" fmla="val -71796"/>
              <a:gd name="adj2" fmla="val 6900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O(n</a:t>
            </a:r>
            <a:r>
              <a:rPr lang="en-GB" altLang="en-US" b="1" baseline="30000">
                <a:solidFill>
                  <a:srgbClr val="FF0000"/>
                </a:solidFill>
              </a:rPr>
              <a:t>2</a:t>
            </a:r>
            <a:r>
              <a:rPr lang="en-GB" altLang="en-US" b="1">
                <a:solidFill>
                  <a:srgbClr val="FF0000"/>
                </a:solidFill>
              </a:rPr>
              <a:t>)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13361-0EEB-E6CA-7BDD-6E0CA95EFC59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06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9C14A87-2670-5B37-A7FB-FDA35F81E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Idea of brute-force algorithm</a:t>
            </a:r>
            <a:endParaRPr lang="en-US" altLang="en-US"/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ED4C3807-5582-9DCF-6F50-1F094BFD9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Example:		 2	-6	-1	3	-1	2	-2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A[1]:		2	-4	-5	-2	-3	-1	-3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A[2]:			-6	-7	-4	-5	-3	-5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A[3]:				-1	2	1	3	1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A[4]:					3	2	4	2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A[5]:						-1	1	-1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A[6]:							2	0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/>
              <a:t>sum from A[7]:								-2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35266918-36DD-E2CE-A121-00EA664B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BE3C9AB-0A83-40DA-ACA3-221027E95F8F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B4201-8A16-B5A1-D21A-1A9DF644DBF2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16A96C-5B1B-31C0-EF1C-73133EDEB2F5}"/>
                  </a:ext>
                </a:extLst>
              </p14:cNvPr>
              <p14:cNvContentPartPr/>
              <p14:nvPr/>
            </p14:nvContentPartPr>
            <p14:xfrm>
              <a:off x="1267560" y="206640"/>
              <a:ext cx="10446840" cy="6365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16A96C-5B1B-31C0-EF1C-73133EDEB2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8200" y="197280"/>
                <a:ext cx="10465560" cy="63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52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E1BDC01-3D7D-DC08-47F6-56CEC49D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A41E0F6-7BE1-C205-E658-1FE2200BD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Outer loop: index variable i to indicate start of subarray, for 1 ≤ i ≤ n, i.e., A[1], A[2], ..., A[n]</a:t>
            </a:r>
          </a:p>
          <a:p>
            <a:pPr lvl="1"/>
            <a:r>
              <a:rPr lang="en-GB" altLang="en-US"/>
              <a:t>for i = 1 to n do ...</a:t>
            </a:r>
          </a:p>
          <a:p>
            <a:r>
              <a:rPr lang="en-GB" altLang="en-US"/>
              <a:t>Inner loop: for each start index i, we need to go through A[i..i], A[i..(i+1)], ..., A[i..n]</a:t>
            </a:r>
          </a:p>
          <a:p>
            <a:pPr lvl="1"/>
            <a:r>
              <a:rPr lang="en-GB" altLang="en-US"/>
              <a:t>use an index j for i ≤ j ≤ n, i.e., consider A[i..j]</a:t>
            </a:r>
          </a:p>
          <a:p>
            <a:pPr lvl="1"/>
            <a:r>
              <a:rPr lang="en-GB" altLang="en-US"/>
              <a:t>for j = i to n do ...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B69CBAAA-BFFD-F710-E709-2B4C4EB4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E2A07C6-B53A-44E0-BCEA-93C213FE8FAC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CB130-E441-9DA4-75C5-E4B280A9500D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275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DA0C0EA-3AB2-2C4F-38C6-8698F2DE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C8F1-471E-7DEE-BE64-4027DC65D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0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for i = 1 to n do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en-US" sz="2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for j = i to n do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sum = sum + A[j]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if sum &gt; max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then max = sum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end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C61A835-1DE1-3652-DAA4-244DFACE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508C010-24DA-4921-A12E-B42DDFCEDD25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F01B698-7C99-DF85-E077-63D805CC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89" y="1785938"/>
            <a:ext cx="3240087" cy="1655762"/>
          </a:xfrm>
          <a:prstGeom prst="cloudCallout">
            <a:avLst>
              <a:gd name="adj1" fmla="val 25213"/>
              <a:gd name="adj2" fmla="val 8511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Time complexity?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O(n</a:t>
            </a:r>
            <a:r>
              <a:rPr lang="en-GB" altLang="en-US" b="1" baseline="30000">
                <a:solidFill>
                  <a:srgbClr val="FF0000"/>
                </a:solidFill>
              </a:rPr>
              <a:t>2</a:t>
            </a:r>
            <a:r>
              <a:rPr lang="en-GB" altLang="en-US" b="1">
                <a:solidFill>
                  <a:srgbClr val="FF0000"/>
                </a:solidFill>
              </a:rPr>
              <a:t>)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4DB44E-991C-D59C-CE24-2643B405BA33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DC7459-DDA3-2112-6CC8-D6FE2DDF1282}"/>
                  </a:ext>
                </a:extLst>
              </p14:cNvPr>
              <p14:cNvContentPartPr/>
              <p14:nvPr/>
            </p14:nvContentPartPr>
            <p14:xfrm>
              <a:off x="2313360" y="301680"/>
              <a:ext cx="9111600" cy="617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DC7459-DDA3-2112-6CC8-D6FE2DDF12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4000" y="292320"/>
                <a:ext cx="9130320" cy="619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92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8F85012-2D65-5B9C-3D31-A12C55B446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/>
              <a:t>Divide-and-conquer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5430FE-40D9-67E7-2808-6AD457CBF942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306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41</a:t>
            </a:fld>
            <a:endParaRPr lang="en-IN"/>
          </a:p>
        </p:txBody>
      </p:sp>
      <p:pic>
        <p:nvPicPr>
          <p:cNvPr id="4" name="Picture 3" descr="A close-up of a letter&#10;&#10;Description automatically generated">
            <a:extLst>
              <a:ext uri="{FF2B5EF4-FFF2-40B4-BE49-F238E27FC236}">
                <a16:creationId xmlns:a16="http://schemas.microsoft.com/office/drawing/2014/main" id="{E4FC55BA-21BC-EABE-6063-CCBFB312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5336" y="-1940283"/>
            <a:ext cx="6500095" cy="10794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68023C-797C-93D1-45A4-0CF0D9C1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93" y="3853103"/>
            <a:ext cx="9075780" cy="127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19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2D0F9-1CE2-2C78-2385-04B9A321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25" y="2301923"/>
            <a:ext cx="10272749" cy="22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7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</TotalTime>
  <Words>2089</Words>
  <Application>Microsoft Office PowerPoint</Application>
  <PresentationFormat>Widescreen</PresentationFormat>
  <Paragraphs>505</Paragraphs>
  <Slides>42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Symbol</vt:lpstr>
      <vt:lpstr>Courier New</vt:lpstr>
      <vt:lpstr>宋体</vt:lpstr>
      <vt:lpstr>Calibri</vt:lpstr>
      <vt:lpstr>Arimo</vt:lpstr>
      <vt:lpstr>Arial Black</vt:lpstr>
      <vt:lpstr>Helvetica Neue</vt:lpstr>
      <vt:lpstr>Aptos</vt:lpstr>
      <vt:lpstr>Monotype Sorts</vt:lpstr>
      <vt:lpstr>Verdana</vt:lpstr>
      <vt:lpstr>Noto Sans Symbols</vt:lpstr>
      <vt:lpstr>Aptos Display</vt:lpstr>
      <vt:lpstr>Wingdings</vt:lpstr>
      <vt:lpstr>Arial</vt:lpstr>
      <vt:lpstr>Times New Roman</vt:lpstr>
      <vt:lpstr>Comic Sans MS</vt:lpstr>
      <vt:lpstr>Office Theme</vt:lpstr>
      <vt:lpstr>Designing and Analysis of Algorithms Course Code: ECS 5101/CS514</vt:lpstr>
      <vt:lpstr>PowerPoint Presentation</vt:lpstr>
      <vt:lpstr>Example: Binary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Small Arrays</vt:lpstr>
      <vt:lpstr>Quick Sort: Pseudo-code</vt:lpstr>
      <vt:lpstr>Partitioning Part</vt:lpstr>
      <vt:lpstr>Quick Sort Faster Than Merge Sort</vt:lpstr>
      <vt:lpstr>Analysis</vt:lpstr>
      <vt:lpstr>Analysis (2)</vt:lpstr>
      <vt:lpstr>Worst-Case Scenario</vt:lpstr>
      <vt:lpstr>Best-Case Scenario</vt:lpstr>
      <vt:lpstr>PowerPoint Presentation</vt:lpstr>
      <vt:lpstr>PowerPoint Presentation</vt:lpstr>
      <vt:lpstr>PowerPoint Presentation</vt:lpstr>
      <vt:lpstr>PowerPoint Presentation</vt:lpstr>
      <vt:lpstr>Maximum-sum contiguous subarray</vt:lpstr>
      <vt:lpstr>Brute-force algorithm</vt:lpstr>
      <vt:lpstr>Brute-force algorithm</vt:lpstr>
      <vt:lpstr>Idea of brute-force algorithm</vt:lpstr>
      <vt:lpstr>Brute-force algorithm</vt:lpstr>
      <vt:lpstr>Pseudo code</vt:lpstr>
      <vt:lpstr>Divide-and-conquer algorithm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93</cp:revision>
  <dcterms:created xsi:type="dcterms:W3CDTF">2023-01-02T04:30:03Z</dcterms:created>
  <dcterms:modified xsi:type="dcterms:W3CDTF">2025-09-14T04:05:11Z</dcterms:modified>
</cp:coreProperties>
</file>