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29"/>
  </p:notesMasterIdLst>
  <p:sldIdLst>
    <p:sldId id="405" r:id="rId2"/>
    <p:sldId id="546" r:id="rId3"/>
    <p:sldId id="547" r:id="rId4"/>
    <p:sldId id="548" r:id="rId5"/>
    <p:sldId id="549" r:id="rId6"/>
    <p:sldId id="462" r:id="rId7"/>
    <p:sldId id="569" r:id="rId8"/>
    <p:sldId id="570" r:id="rId9"/>
    <p:sldId id="571" r:id="rId10"/>
    <p:sldId id="573" r:id="rId11"/>
    <p:sldId id="582" r:id="rId12"/>
    <p:sldId id="572" r:id="rId13"/>
    <p:sldId id="555" r:id="rId14"/>
    <p:sldId id="557" r:id="rId15"/>
    <p:sldId id="558" r:id="rId16"/>
    <p:sldId id="559" r:id="rId17"/>
    <p:sldId id="560" r:id="rId18"/>
    <p:sldId id="574" r:id="rId19"/>
    <p:sldId id="575" r:id="rId20"/>
    <p:sldId id="576" r:id="rId21"/>
    <p:sldId id="577" r:id="rId22"/>
    <p:sldId id="578" r:id="rId23"/>
    <p:sldId id="579" r:id="rId24"/>
    <p:sldId id="561" r:id="rId25"/>
    <p:sldId id="562" r:id="rId26"/>
    <p:sldId id="581" r:id="rId27"/>
    <p:sldId id="568" r:id="rId28"/>
  </p:sldIdLst>
  <p:sldSz cx="12192000" cy="6858000"/>
  <p:notesSz cx="6858000" cy="9144000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Verdana" panose="020B0604030504040204" pitchFamily="34" charset="0"/>
      <p:regular r:id="rId34"/>
      <p:bold r:id="rId35"/>
      <p:italic r:id="rId36"/>
      <p:boldItalic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2" roundtripDataSignature="AMtx7mg1RiiH1V00hBFey73LGlFy9jFH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671F3B-156B-4A3C-987B-9127A84353F0}" v="3" dt="2025-11-08T04:06:09.696"/>
  </p1510:revLst>
</p1510:revInfo>
</file>

<file path=ppt/tableStyles.xml><?xml version="1.0" encoding="utf-8"?>
<a:tblStyleLst xmlns:a="http://schemas.openxmlformats.org/drawingml/2006/main" def="{6D93F2BA-12AC-4E3E-8EDC-AAE0573C1F7D}">
  <a:tblStyle styleId="{6D93F2BA-12AC-4E3E-8EDC-AAE0573C1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69" d="100"/>
          <a:sy n="69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07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10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103" Type="http://schemas.openxmlformats.org/officeDocument/2006/relationships/presProps" Target="presProps.xml"/><Relationship Id="rId10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ishra" userId="57c6469e-ac64-4888-811b-35f0aabddbad" providerId="ADAL" clId="{2587B58E-4F3B-47AB-B3EB-62407C9160B0}"/>
    <pc:docChg chg="custSel modSld">
      <pc:chgData name="Rahul Mishra" userId="57c6469e-ac64-4888-811b-35f0aabddbad" providerId="ADAL" clId="{2587B58E-4F3B-47AB-B3EB-62407C9160B0}" dt="2025-11-08T04:06:09.696" v="3"/>
      <pc:docMkLst>
        <pc:docMk/>
      </pc:docMkLst>
      <pc:sldChg chg="addSp">
        <pc:chgData name="Rahul Mishra" userId="57c6469e-ac64-4888-811b-35f0aabddbad" providerId="ADAL" clId="{2587B58E-4F3B-47AB-B3EB-62407C9160B0}" dt="2025-11-08T02:53:53.895" v="0"/>
        <pc:sldMkLst>
          <pc:docMk/>
          <pc:sldMk cId="545609971" sldId="405"/>
        </pc:sldMkLst>
        <pc:inkChg chg="add">
          <ac:chgData name="Rahul Mishra" userId="57c6469e-ac64-4888-811b-35f0aabddbad" providerId="ADAL" clId="{2587B58E-4F3B-47AB-B3EB-62407C9160B0}" dt="2025-11-08T02:53:53.895" v="0"/>
          <ac:inkMkLst>
            <pc:docMk/>
            <pc:sldMk cId="545609971" sldId="405"/>
            <ac:inkMk id="4" creationId="{0F2FB0C2-1168-6FF0-15EF-797500CEC54F}"/>
          </ac:inkMkLst>
        </pc:inkChg>
      </pc:sldChg>
      <pc:sldChg chg="addSp">
        <pc:chgData name="Rahul Mishra" userId="57c6469e-ac64-4888-811b-35f0aabddbad" providerId="ADAL" clId="{2587B58E-4F3B-47AB-B3EB-62407C9160B0}" dt="2025-11-08T03:33:28.385" v="2"/>
        <pc:sldMkLst>
          <pc:docMk/>
          <pc:sldMk cId="232324117" sldId="462"/>
        </pc:sldMkLst>
        <pc:inkChg chg="add">
          <ac:chgData name="Rahul Mishra" userId="57c6469e-ac64-4888-811b-35f0aabddbad" providerId="ADAL" clId="{2587B58E-4F3B-47AB-B3EB-62407C9160B0}" dt="2025-11-08T03:33:28.385" v="2"/>
          <ac:inkMkLst>
            <pc:docMk/>
            <pc:sldMk cId="232324117" sldId="462"/>
            <ac:inkMk id="3" creationId="{3C289C02-6C66-97F3-92A0-043B0675ADD3}"/>
          </ac:inkMkLst>
        </pc:inkChg>
      </pc:sldChg>
      <pc:sldChg chg="addSp delSp mod">
        <pc:chgData name="Rahul Mishra" userId="57c6469e-ac64-4888-811b-35f0aabddbad" providerId="ADAL" clId="{2587B58E-4F3B-47AB-B3EB-62407C9160B0}" dt="2025-11-08T03:33:28.385" v="2"/>
        <pc:sldMkLst>
          <pc:docMk/>
          <pc:sldMk cId="199675297" sldId="546"/>
        </pc:sldMkLst>
        <pc:inkChg chg="add del">
          <ac:chgData name="Rahul Mishra" userId="57c6469e-ac64-4888-811b-35f0aabddbad" providerId="ADAL" clId="{2587B58E-4F3B-47AB-B3EB-62407C9160B0}" dt="2025-11-08T02:53:56.692" v="1" actId="478"/>
          <ac:inkMkLst>
            <pc:docMk/>
            <pc:sldMk cId="199675297" sldId="546"/>
            <ac:inkMk id="2" creationId="{9929B53E-280A-6F39-9BCD-3D34CFA13F56}"/>
          </ac:inkMkLst>
        </pc:inkChg>
        <pc:inkChg chg="add">
          <ac:chgData name="Rahul Mishra" userId="57c6469e-ac64-4888-811b-35f0aabddbad" providerId="ADAL" clId="{2587B58E-4F3B-47AB-B3EB-62407C9160B0}" dt="2025-11-08T03:33:28.385" v="2"/>
          <ac:inkMkLst>
            <pc:docMk/>
            <pc:sldMk cId="199675297" sldId="546"/>
            <ac:inkMk id="3" creationId="{E2DE83A5-904F-CB27-C650-CC52B22AAA06}"/>
          </ac:inkMkLst>
        </pc:inkChg>
      </pc:sldChg>
      <pc:sldChg chg="addSp">
        <pc:chgData name="Rahul Mishra" userId="57c6469e-ac64-4888-811b-35f0aabddbad" providerId="ADAL" clId="{2587B58E-4F3B-47AB-B3EB-62407C9160B0}" dt="2025-11-08T03:33:28.385" v="2"/>
        <pc:sldMkLst>
          <pc:docMk/>
          <pc:sldMk cId="3377484224" sldId="547"/>
        </pc:sldMkLst>
        <pc:inkChg chg="add">
          <ac:chgData name="Rahul Mishra" userId="57c6469e-ac64-4888-811b-35f0aabddbad" providerId="ADAL" clId="{2587B58E-4F3B-47AB-B3EB-62407C9160B0}" dt="2025-11-08T03:33:28.385" v="2"/>
          <ac:inkMkLst>
            <pc:docMk/>
            <pc:sldMk cId="3377484224" sldId="547"/>
            <ac:inkMk id="2" creationId="{D3DD4859-F023-148D-E596-42F41CDAEBA3}"/>
          </ac:inkMkLst>
        </pc:inkChg>
      </pc:sldChg>
      <pc:sldChg chg="addSp">
        <pc:chgData name="Rahul Mishra" userId="57c6469e-ac64-4888-811b-35f0aabddbad" providerId="ADAL" clId="{2587B58E-4F3B-47AB-B3EB-62407C9160B0}" dt="2025-11-08T03:33:28.385" v="2"/>
        <pc:sldMkLst>
          <pc:docMk/>
          <pc:sldMk cId="1311247545" sldId="549"/>
        </pc:sldMkLst>
        <pc:inkChg chg="add">
          <ac:chgData name="Rahul Mishra" userId="57c6469e-ac64-4888-811b-35f0aabddbad" providerId="ADAL" clId="{2587B58E-4F3B-47AB-B3EB-62407C9160B0}" dt="2025-11-08T03:33:28.385" v="2"/>
          <ac:inkMkLst>
            <pc:docMk/>
            <pc:sldMk cId="1311247545" sldId="549"/>
            <ac:inkMk id="2" creationId="{956E9F43-7801-8165-E263-8CE6BC9C94CD}"/>
          </ac:inkMkLst>
        </pc:inkChg>
      </pc:sldChg>
      <pc:sldChg chg="addSp">
        <pc:chgData name="Rahul Mishra" userId="57c6469e-ac64-4888-811b-35f0aabddbad" providerId="ADAL" clId="{2587B58E-4F3B-47AB-B3EB-62407C9160B0}" dt="2025-11-08T03:33:28.385" v="2"/>
        <pc:sldMkLst>
          <pc:docMk/>
          <pc:sldMk cId="3321988931" sldId="555"/>
        </pc:sldMkLst>
        <pc:inkChg chg="add">
          <ac:chgData name="Rahul Mishra" userId="57c6469e-ac64-4888-811b-35f0aabddbad" providerId="ADAL" clId="{2587B58E-4F3B-47AB-B3EB-62407C9160B0}" dt="2025-11-08T03:33:28.385" v="2"/>
          <ac:inkMkLst>
            <pc:docMk/>
            <pc:sldMk cId="3321988931" sldId="555"/>
            <ac:inkMk id="6" creationId="{7C1EDA31-0962-2DF8-7399-1DBEF2535C3E}"/>
          </ac:inkMkLst>
        </pc:inkChg>
      </pc:sldChg>
      <pc:sldChg chg="addSp">
        <pc:chgData name="Rahul Mishra" userId="57c6469e-ac64-4888-811b-35f0aabddbad" providerId="ADAL" clId="{2587B58E-4F3B-47AB-B3EB-62407C9160B0}" dt="2025-11-08T04:06:09.696" v="3"/>
        <pc:sldMkLst>
          <pc:docMk/>
          <pc:sldMk cId="3329315197" sldId="557"/>
        </pc:sldMkLst>
        <pc:inkChg chg="add">
          <ac:chgData name="Rahul Mishra" userId="57c6469e-ac64-4888-811b-35f0aabddbad" providerId="ADAL" clId="{2587B58E-4F3B-47AB-B3EB-62407C9160B0}" dt="2025-11-08T04:06:09.696" v="3"/>
          <ac:inkMkLst>
            <pc:docMk/>
            <pc:sldMk cId="3329315197" sldId="557"/>
            <ac:inkMk id="5" creationId="{7ECCF4AE-AAB8-6519-A583-20E6B780E932}"/>
          </ac:inkMkLst>
        </pc:inkChg>
      </pc:sldChg>
      <pc:sldChg chg="addSp">
        <pc:chgData name="Rahul Mishra" userId="57c6469e-ac64-4888-811b-35f0aabddbad" providerId="ADAL" clId="{2587B58E-4F3B-47AB-B3EB-62407C9160B0}" dt="2025-11-08T03:33:28.385" v="2"/>
        <pc:sldMkLst>
          <pc:docMk/>
          <pc:sldMk cId="3630848284" sldId="569"/>
        </pc:sldMkLst>
        <pc:inkChg chg="add">
          <ac:chgData name="Rahul Mishra" userId="57c6469e-ac64-4888-811b-35f0aabddbad" providerId="ADAL" clId="{2587B58E-4F3B-47AB-B3EB-62407C9160B0}" dt="2025-11-08T03:33:28.385" v="2"/>
          <ac:inkMkLst>
            <pc:docMk/>
            <pc:sldMk cId="3630848284" sldId="569"/>
            <ac:inkMk id="3" creationId="{6B9E1EC7-AED2-F44A-26CD-1351A0102E95}"/>
          </ac:inkMkLst>
        </pc:inkChg>
      </pc:sldChg>
      <pc:sldChg chg="addSp">
        <pc:chgData name="Rahul Mishra" userId="57c6469e-ac64-4888-811b-35f0aabddbad" providerId="ADAL" clId="{2587B58E-4F3B-47AB-B3EB-62407C9160B0}" dt="2025-11-08T03:33:28.385" v="2"/>
        <pc:sldMkLst>
          <pc:docMk/>
          <pc:sldMk cId="220813046" sldId="570"/>
        </pc:sldMkLst>
        <pc:inkChg chg="add">
          <ac:chgData name="Rahul Mishra" userId="57c6469e-ac64-4888-811b-35f0aabddbad" providerId="ADAL" clId="{2587B58E-4F3B-47AB-B3EB-62407C9160B0}" dt="2025-11-08T03:33:28.385" v="2"/>
          <ac:inkMkLst>
            <pc:docMk/>
            <pc:sldMk cId="220813046" sldId="570"/>
            <ac:inkMk id="3" creationId="{3203A78B-D33A-E8E7-0374-B49B84C25161}"/>
          </ac:inkMkLst>
        </pc:inkChg>
      </pc:sldChg>
      <pc:sldChg chg="addSp">
        <pc:chgData name="Rahul Mishra" userId="57c6469e-ac64-4888-811b-35f0aabddbad" providerId="ADAL" clId="{2587B58E-4F3B-47AB-B3EB-62407C9160B0}" dt="2025-11-08T03:33:28.385" v="2"/>
        <pc:sldMkLst>
          <pc:docMk/>
          <pc:sldMk cId="2166454129" sldId="571"/>
        </pc:sldMkLst>
        <pc:inkChg chg="add">
          <ac:chgData name="Rahul Mishra" userId="57c6469e-ac64-4888-811b-35f0aabddbad" providerId="ADAL" clId="{2587B58E-4F3B-47AB-B3EB-62407C9160B0}" dt="2025-11-08T03:33:28.385" v="2"/>
          <ac:inkMkLst>
            <pc:docMk/>
            <pc:sldMk cId="2166454129" sldId="571"/>
            <ac:inkMk id="3" creationId="{DDC3C1C5-6EAE-C5D2-980F-B0168614BC68}"/>
          </ac:inkMkLst>
        </pc:inkChg>
      </pc:sldChg>
      <pc:sldChg chg="addSp">
        <pc:chgData name="Rahul Mishra" userId="57c6469e-ac64-4888-811b-35f0aabddbad" providerId="ADAL" clId="{2587B58E-4F3B-47AB-B3EB-62407C9160B0}" dt="2025-11-08T03:33:28.385" v="2"/>
        <pc:sldMkLst>
          <pc:docMk/>
          <pc:sldMk cId="1942157202" sldId="572"/>
        </pc:sldMkLst>
        <pc:inkChg chg="add">
          <ac:chgData name="Rahul Mishra" userId="57c6469e-ac64-4888-811b-35f0aabddbad" providerId="ADAL" clId="{2587B58E-4F3B-47AB-B3EB-62407C9160B0}" dt="2025-11-08T03:33:28.385" v="2"/>
          <ac:inkMkLst>
            <pc:docMk/>
            <pc:sldMk cId="1942157202" sldId="572"/>
            <ac:inkMk id="3" creationId="{59B7A9F0-7AFE-8552-7953-42C9EAE9F25C}"/>
          </ac:inkMkLst>
        </pc:inkChg>
      </pc:sldChg>
      <pc:sldChg chg="addSp">
        <pc:chgData name="Rahul Mishra" userId="57c6469e-ac64-4888-811b-35f0aabddbad" providerId="ADAL" clId="{2587B58E-4F3B-47AB-B3EB-62407C9160B0}" dt="2025-11-08T04:06:09.696" v="3"/>
        <pc:sldMkLst>
          <pc:docMk/>
          <pc:sldMk cId="4237367068" sldId="573"/>
        </pc:sldMkLst>
        <pc:inkChg chg="add">
          <ac:chgData name="Rahul Mishra" userId="57c6469e-ac64-4888-811b-35f0aabddbad" providerId="ADAL" clId="{2587B58E-4F3B-47AB-B3EB-62407C9160B0}" dt="2025-11-08T03:33:28.385" v="2"/>
          <ac:inkMkLst>
            <pc:docMk/>
            <pc:sldMk cId="4237367068" sldId="573"/>
            <ac:inkMk id="5" creationId="{D7F8A9B7-F9B1-A048-4307-33574FF48CFB}"/>
          </ac:inkMkLst>
        </pc:inkChg>
        <pc:inkChg chg="add">
          <ac:chgData name="Rahul Mishra" userId="57c6469e-ac64-4888-811b-35f0aabddbad" providerId="ADAL" clId="{2587B58E-4F3B-47AB-B3EB-62407C9160B0}" dt="2025-11-08T04:06:09.696" v="3"/>
          <ac:inkMkLst>
            <pc:docMk/>
            <pc:sldMk cId="4237367068" sldId="573"/>
            <ac:inkMk id="6" creationId="{DD1F1339-61BC-8DE2-9037-E007B0B0209A}"/>
          </ac:inkMkLst>
        </pc:inkChg>
      </pc:sldChg>
      <pc:sldChg chg="addSp">
        <pc:chgData name="Rahul Mishra" userId="57c6469e-ac64-4888-811b-35f0aabddbad" providerId="ADAL" clId="{2587B58E-4F3B-47AB-B3EB-62407C9160B0}" dt="2025-11-08T03:33:28.385" v="2"/>
        <pc:sldMkLst>
          <pc:docMk/>
          <pc:sldMk cId="2242925869" sldId="582"/>
        </pc:sldMkLst>
        <pc:inkChg chg="add">
          <ac:chgData name="Rahul Mishra" userId="57c6469e-ac64-4888-811b-35f0aabddbad" providerId="ADAL" clId="{2587B58E-4F3B-47AB-B3EB-62407C9160B0}" dt="2025-11-08T03:33:28.385" v="2"/>
          <ac:inkMkLst>
            <pc:docMk/>
            <pc:sldMk cId="2242925869" sldId="582"/>
            <ac:inkMk id="4" creationId="{CFE27937-DE04-A8EC-268D-C881C003ECE2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02:52:09.9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11707 9943 4568 0,'-7'-16'205'0,"1"4"-9"0,3 1 23 16,-1 2 42-16,0-1 5 15,3 3 9-15,-3 0-21 0,2 2-10 0,0-2-21 16,2 7 2-16,-3-7-15 0,3 7-16 16,0 0-1-16,0 0 7 0,0 0-4 0,-3 26-12 15,3-7-106-15,-2 6-78 0,4 11 0 16,-2 3 0-16,0-2 0 0,0-4 0 0,0-6 0 16,0-2 0-16,0 0 0 0,0-3 0 15,0-3 0-15,0-4 0 0,-2 1 0 0,4-5 0 16,-4 1 0-16,4-4 0 0,-2-8 0 15,-2 9 0-15,2-9 0 0,0 0 0 0,0 0 0 16,0 0 0-16,-8-29 0 0,8 12 0 16,0-7 0-16,-1-11 0 0,2-3 0 15,-2-3 0-15,1 1 0 0,1 2 0 16,-1 9 0-16,0 7 0 0,0 5 0 0,0 1 0 16,2 4 0-16,-2 2 0 0,0 3 0 15,2 1 0-15,-2 6 0 0,0 0 0 0,0 0 0 16,0 0 0-16,0 0 0 0,20 20 0 15,-15-11 0-15,2-1 0 0,2 2 0 0,-2 1 0 16,2-3 0-16,-1 1 0 0,0-3 0 16,0 2 0-16,-3-4 0 0,1 0 0 0,-6-4 0 15,13 4 0-15,-13-4 0 0,17-8 0 16,-5 0 0-16,1-5 0 0,-2-5 0 16,9-7 0-16,-3-3 0 0,2-1 0 15,0 1 0-15,-2 5 0 0,-5 4 0 0,-5 5 0 16,0 4 0-16,2 2 0 0,-6 3 0 15,-3 5 0-15,0 0 0 0,0 0 0 0,24 21 0 16,-17-5 0-16,0 3 0 0,1 13 0 16,-5 4 0-16,8 0 0 0,-4 3 0 0,4-4 0 15,1 2 0-15,-5-4 0 0,4-2 0 16,-2-2 0-16,-2-3 0 0,-1-7 0 0,-3-4 0 16,3-1 0-16,-1-2 0 15,-5-2 0-15,5 0 0 0,-3-4 0 0,2-1 0 16,-2-2 0-16,-2-3 0 0,0 0 0 15,0 0 0-15,0 0 0 0,3-18-377 0,1 5-261 16,3-4-79-16,2 0-129 0,-2-3 58 16,4 2 82-16,1 1-695 0,-3-1-853 0</inkml:trace>
  <inkml:trace contextRef="#ctx0" brushRef="#br0" timeOffset="515.3">12587 9852 3646 0,'0'0'-69'0,"0"0"69"15,4-5 62-15,-4 5 51 0,1-5 34 0,-1 5 19 16,0 0 10-16,-1-10 8 0,1 10-1 16,0 0 7-16,0-13 4 0,0 13-4 0,-6-9-5 15,3 3-2-15,3 6-12 0,-7-10-3 16,1 5-10-16,-1 0-1 0,0 0-16 0,-4 1-13 15,2-2-2-15,9 6-11 0,-21 0-7 16,8-2-7-16,13 2-5 0,-27 2-8 0,13 3-5 16,1-2-12-16,1 2-7 0,-2 2-2 15,3 0-12-15,-2 0-6 0,6 1-4 16,2-1-4-16,-1 3-5 0,4 2-7 16,2-3 0-16,4 3-2 0,1 2 0 0,5 3-3 15,5 8-1-15,7-1 10 0,-2 3 1 16,5-2 4-16,2 0 11 0,-2-3 1 15,-7-2-4-15,3 1 11 0,-3-4 23 0,-7-2 31 16,0 0-85-16,-3-3-21 0,-2 2 0 16,-1-2 0-16,-5 0 0 0,2-2 0 0,-2 0 0 15,-2 2 0-15,-3-4 0 0,-1 0 0 16,0-1 0-16,0-1 0 0,-5 0 0 0,2 0 0 16,-3-6 0-16,1 5 0 15,11-5 0-15,-27-3 0 0,11 1 0 0,2-2 0 0,-4-2 0 16,3 0 0-16,0 0 0 15,2-1 0-15,-3 3 0 0,3-2 0 0,2 0 0 16,1 2 0-16,1-1 0 0,1-2 0 16,3 3-316-16,-2-1-400 0,5-3-110 0,2 8-24 15,4-14 71-15,6 2-821 0,3-2-1040 16</inkml:trace>
  <inkml:trace contextRef="#ctx0" brushRef="#br0" timeOffset="749.04">12731 9900 4014 0,'21'-12'-103'0,"-5"2"94"0,-7 1 97 0,0 4 77 0,-1 0 74 15,-2 0 58-15,-6 5 45 0,8-8 23 0,-8 8 5 16,5-4 0-16,-5 4 4 16,0 0-3-16,0 0 17 0,11 19-4 0,-8-2-17 15,-1 5-198-15,4 11-169 0,-5 4 0 16,1 4 0-16,0-1 0 0,4-1 0 0,-3 3 0 16,1-3 0-16,1-3 0 0,-2-2 0 15,1-7 0-15,0-4 0 0,-1-4 0 0,-1-3 0 16,0 1 0-16,2-5 0 0,-1 0 0 15,-3-7 0-15,0-2-151 0,0-3-447 0,0 0-89 16,0 0-126-16,0 0-3 16,5-20 90-16,-8 8-770 0,0-11-944 0</inkml:trace>
  <inkml:trace contextRef="#ctx0" brushRef="#br0" timeOffset="932.82">12695 9864 3919 0,'-13'-12'80'0,"1"2"85"16,5 1 65-16,-1 3 71 0,5 0 53 0,-3 0 27 15,6 6 7-15,-6-7-11 0,6 7-22 16,-2-9-30-16,2 9-28 0,6-9-29 0,-6 9-29 16,19-4-27-16,-7 4-27 0,2-2-70 15,2 2-115-15,3 2 0 0,2-2 0 0,4 3-148 16,2 0-160-16,-9-1-135 0,7 2-128 16,0-1-136-16,-5-1-105 0,5 3 68 0,-2-3-772 15,2 3-962-15</inkml:trace>
  <inkml:trace contextRef="#ctx0" brushRef="#br0" timeOffset="1316.15">13839 10278 4030 0,'3'4'-56'0,"-3"-4"95"0,0 0 66 15,0 0 57-15,0 0 52 0,0 0 34 0,0 0 28 16,0 0 10-16,10 5-1 0,-10-5 4 16,15 2-2-16,0-2-21 0,6-2-25 0,8 1-25 15,14 0-23-15,5-3-38 16,2 1-34-16,13-1-38 0,2 2-49 0,0-2-66 0,1 1-68 16,2 2-86-16,2-3-91 15,-6 0-118-15,-3-1-117 0,-1 1-132 0,-13-4-94 16,-7 2 46-16,-4-1-634 0,-13 2-782 15</inkml:trace>
  <inkml:trace contextRef="#ctx0" brushRef="#br0" timeOffset="1565.54">14755 10151 3706 0,'-7'-2'77'0,"7"2"62"0,-12-3 55 0,12 3 47 16,0 0 39-16,-11-6 11 0,11 6-10 0,0 0 10 15,0 0 4-15,0 0 3 0,0 0-7 16,0 0-16-16,11 22-15 0,-5-11-14 15,3-1-11-15,-1 2-10 0,-1 3-19 16,2-1-10-16,-6 1-32 0,1-1-164 0,0 3 0 16,-4 0 0-16,-4 3 0 0,-2-1 0 15,-4 1 0-15,-3 3 0 0,-4 0 0 0,0 0 0 16,0-1 0-16,0-5 0 0,1-4 0 16,2-2 0-16,-2 0-232 0,-1-5-264 0,5-1-118 15,-1-5-154-15,1 0-58 0,-3-5 78 16,4-1-785-16,-1-3-977 0</inkml:trace>
  <inkml:trace contextRef="#ctx0" brushRef="#br0" timeOffset="2316.08">15468 10011 4154 0,'8'-4'-53'0,"-6"0"50"0,-2 4 53 0,0 0 64 15,0 0 64-15,0 0 49 0,5 19 31 16,-5-1 27-16,0-1 6 0,2 8-3 0,-2 3-9 16,0 8-10-16,0 3-17 0,2-2-15 15,-4 3-18-15,2-5-21 0,-2 4-17 0,-2-3-21 16,3-9-13-16,1-3-16 0,-2-3-13 16,-2-4-12-16,2-3-9 0,2-2-89 15,0-1-8-15,0-2 0 0,-2 0 0 0,2-9 0 16,0 6 0-16,0-6 0 0,0 0 0 15,0 0 0-15,-1-32 0 0,2 13 0 16,-1-6 0-16,4-13 0 0,2-1 0 0,-3 2 0 16,1 2-44-16,0 6-28 0,-1 12 9 15,-3 1 6-15,4 0 4 0,-1 7 6 0,-1-3-1 16,-2 6-1-16,0 6 5 0,0 0 6 16,0 0 6-16,0 0 6 0,0 0 2 0,0 0 4 15,13 18 5-15,-10-10-5 0,1 1 8 16,4 0 0-16,-2 2-9 0,-1-5-15 15,1 3-8-15,1-1-2 0,0-2-2 0,-2-1 8 16,1-1-1-16,-6-4 8 0,11 0 2 16,-11 0 3-16,21-13 2 0,-8 1 3 15,-1-3-1-15,7-11 5 0,-2-3 7 0,8-5 5 16,-2-4 26-16,-2 10 4 0,-6 5 1 16,-2 4 13-16,-1 5 7 0,-4 4 4 0,-3 1 1 15,1 5-2-15,-1 4 8 0,-5 0-3 16,0 0 5-16,22 17-9 0,-17-1-4 0,3 5-2 15,0 0-8-15,-1 11 0 16,2-1-3-16,0 1-7 0,-4-1-3 0,3-4-5 16,-3-6 0-16,4 1 1 0,-4 1-1 0,2-2-6 15,-3-1-9-15,2-5-36 0,-3 1-28 16,-1-6-30-16,0 1-25 0,3-1-43 16,-2-3-54-16,-3-1-66 0,2 0-84 0,0-1-88 15,-2-5-94-15,0 0-124 0,0 0-35 16,0 0 68-16,0 0-552 0,21-15-655 15</inkml:trace>
  <inkml:trace contextRef="#ctx0" brushRef="#br0" timeOffset="2531.57">16109 10135 3467 0,'0'-12'163'0,"0"6"50"0,0 0 37 16,0 6 28-16,0 0 26 0,0 0 6 0,0 0 5 16,0 0-6-16,0 0-27 0,3 24-26 15,-1-7-26-15,2 6-24 0,0 0-20 0,-3 3-23 16,1 6-17-16,4 5-31 15,-6-10-37-15,0-1-41 0,2-7-45 0,-2 2-45 16,0-3-42-16,0-1-42 0,2 1-42 16,-2-5-65-16,0-1-66 0,0-3-62 0,-2-1-67 15,0-4-68-15,2-4-92 0,0 0-44 16,0 0 48-16,0 0-469 0,0 0-535 0</inkml:trace>
  <inkml:trace contextRef="#ctx0" brushRef="#br0" timeOffset="2682.9">16135 10038 2769 0,'-4'-18'6'16,"2"7"63"-16,0-1 47 0,-2 4 43 0,4 1 19 16,0 7 2-16,-3-8-20 15,3 8-19-15,-4-6-15 0,4 6-33 0,0 0-56 16,0 0-65-16,0 0-88 0,0 0-90 16,0 0-105-16,9 17-101 0,-1-5-95 0,-2-2 24 15,2 3-188-15,1 5-165 0</inkml:trace>
  <inkml:trace contextRef="#ctx0" brushRef="#br0" timeOffset="3081.76">16173 10297 1894 0,'0'0'189'0,"0"0"33"0,0 0 6 16,0 0 13-16,0 0 8 0,0 0 6 0,0 0 7 16,0 0 6-16,-15 0 1 15,15 0-6-15,0 0-15 0,10 17-9 0,-7-11-15 16,3 2-6-16,0 2-8 0,-1-2-1 15,1 1-13-15,-2-1-11 0,2 1-7 0,-3-2-15 16,-1 0-7-16,2 1-17 0,0-1-11 16,-4-7-12-16,5 10-14 0,-3-6-7 0,-2-4-8 15,7 6-7-15,-7-6-7 0,0 0-6 16,0 0-10-16,0 0-12 0,0 0-16 0,18-20-13 16,-8 6-8-16,-1-4-19 0,4-7 3 15,-1 5 1-15,-1 5-6 0,-1 0 11 16,-4 6-4-16,2-2 10 0,-5 2 3 15,3 2 6-15,-3 5-2 0,-3 2 5 0,0 0-1 16,0 0-3-16,0 0-6 0,25 14-1 16,-19-4 1-16,-1 1-3 0,0 3-11 0,1 0-13 15,-3-1-9-15,1 5-23 0,2-3-9 16,-5 1-21-16,1 2-23 0,3 1-25 0,-3-2-37 16,-4 4-45-16,-1-1-52 0,1-1-66 15,0 0-65-15,-1-2-76 0,-1-3-76 0,0-3-108 16,4-2 16-16,0-4-542 0,0-5-648 15</inkml:trace>
  <inkml:trace contextRef="#ctx0" brushRef="#br0" timeOffset="3281.79">16588 10247 3341 0,'5'-11'149'0,"-3"4"88"0,-2 0 62 16,0 7 38-16,1-12 12 0,-1 12 5 0,0 0-13 15,-1-8-20-15,1 8-23 0,0 0-22 16,0 0-25-16,0 0-28 0,12 17-22 0,-6-9-21 15,0 6-24-15,-2 1-40 0,0 3-47 16,0 5-45-16,-3-5-56 0,-1 3-48 0,0 3-51 16,0 0-54-16,-1-4-57 15,1 1-66-15,-2-2-71 0,0-1-70 0,0-2-70 16,0-4-91-16,2-4-62 0,-2 1 54 0,2-4-503 16,0-5-591-16</inkml:trace>
  <inkml:trace contextRef="#ctx0" brushRef="#br0" timeOffset="3448.56">16573 10077 3024 0,'-2'-10'4'15,"-1"3"46"-15,-1 2 25 0,4 5 8 0,-4-7-1 16,4 7-8-16,0 0-7 0,0 0-14 16,0 0-28-16,0 0-63 0,0 0-67 15,0 0-91-15,-8 21-112 0,12-13-153 16,-2 1-6-16,2-1-201 0,2 2-162 0</inkml:trace>
  <inkml:trace contextRef="#ctx0" brushRef="#br0" timeOffset="4016.39">16814 10301 1994 0,'0'-7'259'0,"0"7"49"15,0 0 21-15,0 0 19 0,0 0 18 0,0 0 23 16,0 0 9-16,0 0-4 0,0 0-17 15,0 21-25-15,3-10-34 0,-1 3-28 16,4 1-20-16,-5 2-26 0,3-2-20 16,3 4-18-16,-6-2-18 0,-1-1-20 0,2 1-16 15,-2-4-15-15,2-1-9 0,-2 0-14 16,2-1-11-16,-2-5-11 0,2 3-49 0,-2-9-43 16,2 10 0-16,-2-10 0 0,0 6 0 15,0-6 0-15,0 0 0 0,0 0 0 0,0 0 0 16,7-33 0-16,-1 20 0 0,0-3 0 15,0 0 0-15,-1 1-38 0,1 3-4 16,-3 2 4-16,-1 3-4 0,3 0 8 0,-5 7 2 16,5-7 4-16,-5 7 4 0,0 0 1 15,0 0 4-15,0 0-2 0,13 16 5 0,-11-10 4 16,0 3-5-16,2 0-2 0,0 1 3 16,-2-2-7-16,0 2-4 0,0-4 4 15,0 1-6-15,-2-7 1 0,3 12-6 16,-3-7-10-16,0-5-3 0,4 7-6 0,-4-7 9 15,6 1-3-15,-6-1-1 0,0 0 2 16,0 0-2-16,19-15 0 0,-12 5 10 0,5-2-1 16,0-4 5-16,-1 1 5 0,3 1 5 15,-3-1 10-15,0 3 6 0,-1 2 14 0,-1 1 16 16,-2 1 9-16,-1 6 7 0,-6 2 4 16,16-6 1-16,-16 6 3 0,13 2-9 0,-13-2 0 15,12 9-8-15,-9-2 3 16,5 1-6-16,-5 1-13 0,3 1-18 0,1 1-21 15,-6-1-22-15,3 0-22 0,0 0-33 16,-2 0-41-16,-1 1-46 0,1-4-63 0,0 1-66 16,2-2-72-16,-2 0-77 0,-2-6-72 15,1 5-134-15,-1-5 27 0,0 0-550 0,0 0-661 16</inkml:trace>
  <inkml:trace contextRef="#ctx0" brushRef="#br0" timeOffset="4315.33">17328 10287 3346 0,'0'0'74'0,"-21"12"71"0,21-12 47 15,-9 10 31-15,3-5 17 0,4 1 0 16,-1 0-10-16,2 4-12 0,1-10-21 0,0 16-13 16,0-7-28-16,1 2-9 0,2-1-15 15,1 0-14-15,0-1-18 0,-1 1-14 0,3-1-7 16,-2-2-10-16,-1-2-10 0,6 0-14 15,-9-5-3-15,11 5-7 0,-11-5-7 0,15 2-6 16,-15-2-11-16,0 0-5 0,26-9-5 16,-16 6-9-16,-2-4-7 0,-1-1-2 0,3-3-11 15,-4-3-5-15,-1 1-21 0,3-3-22 16,-5 1-34-16,1-5-42 0,1 6-51 16,-3 1-63-16,0 1-43 0,-1 3-44 15,-1-1-44-15,0 4-57 0,0 6-66 0,-3-8-36 16,3 8-422-16,-7-7-454 0</inkml:trace>
  <inkml:trace contextRef="#ctx0" brushRef="#br0" timeOffset="4933.06">17610 10320 3115 0,'0'0'300'0,"0"0"34"0,0 0 53 15,0 0 21-15,0 0 25 0,0 0 4 16,0 0-16-16,0 0-13 0,-25 16-32 0,23-8-29 16,2 1-35-16,0 1-28 0,0-1-30 15,0 1-16-15,0 0-101 0,2 1-137 0,0-3 0 16,0 1 0-16,-2-2 0 0,0-1 0 16,1 1 0-16,-1-7 0 0,0 9 0 0,0-9 0 15,3 7 0-15,-3-7 0 0,0 0 0 16,8 1 0-16,-8-1 0 0,0 0 0 15,9-11 0-15,-4 2 0 0,1 0 0 16,2-6 0-16,2 0 0 0,-5-1 0 0,5 3 0 16,-2 1 0-16,-1 1 0 0,0 3 0 15,0 0 0-15,-2 4 0 0,-3-2 0 0,-2 6 0 16,9-1 0-16,-9 1 0 0,0 0 0 16,12 7 0-16,-8-1 0 0,0 0 0 0,-2 0 0 15,1 0 0-15,-1-1 0 0,0 1 0 16,2 0 0-16,-4-6 0 0,3 7 0 0,-3-7 0 15,4 5 0-15,-4-5 0 0,9 3 0 16,-9-3 0-16,0 0 0 0,0 0 0 16,20-10 0-16,-10 1 0 0,-1 1 0 0,2-3 0 15,0 5 0-15,-2-6 0 0,2 5 0 16,-3 2 0-16,0-2 0 0,-3 3 0 0,2 0 0 16,-7 4 0-16,12-2 0 0,-12 2 0 15,0 0 0-15,17 4 0 0,-17-4 0 16,12 4 0-16,-6 0 0 0,-6-4 0 0,13 2 0 15,-13-2 0-15,12 3 0 0,-12-3 0 16,13 0 0-16,-13 0 0 0,17-4 0 0,-8 1 0 16,1-3 0-16,0 2 0 0,-3 1 0 15,1-2 0-15,-3 2 0 0,-5 3 0 0,10-8 0 16,-4 4 0-16,-4-2 0 16,-2 6 0-16,1-12-152 0,-1 7-405 0,2-1-115 0,0-3-113 15,2 0-22-15,3-2 74 0,13-12-792 16,-1 1-971-16</inkml:trace>
  <inkml:trace contextRef="#ctx0" brushRef="#br0" timeOffset="6015.42">19118 10127 3896 0,'1'-16'-161'0,"1"3"52"0,-2 1 37 0,0 3 36 16,0 1 32-16,-2 0 25 0,1-2 19 15,-3 2 18-15,-3-1 12 0,4 1 4 0,-3-2 6 16,-1 5-5-16,-1-3-8 0,-2 2-5 16,-1 3-5-16,-2 0-9 0,-1 3-4 0,0 2-11 15,-6 2-1-15,-3 6-3 16,-6 3 1-16,3 5-8 0,-1 0-4 0,3 1 6 0,3 2-8 16,-3 0 3-16,10-5-5 15,0 0-2-15,6-3-2 0,-1 0-2 0,6 0 0 16,-2-1 4-16,5-2-3 0,3 2 5 15,0-1-2-15,5 3 4 0,1-5 2 0,3 5 1 16,5-2 7-16,-3 0 4 0,0 1 11 16,4-1 15-16,-7-5 15 0,2 5 13 0,-5-4 28 15,1 1 22-15,-1-1 23 0,-3-2 25 16,0 4 25-16,-1 0 10 0,-4-3 8 0,0 3-2 16,-4 1-6-16,-1-1-14 15,-2 0-21-15,0 2-16 0,-3 0-16 0,-4-2-19 0,3 0-9 16,-3-1-14-16,3-1-13 15,0-1-25-15,-1-2-34 0,1-1-41 0,0-2-47 16,1-2-53-16,10 0-59 0,-17-2-54 16,17 2-60-16,-17-4-80 0,9 4-69 0,8 0-84 15,-12-3-89-15,12 3-126 0,-5-5 53 16,5 5-590-16,0 0-723 0</inkml:trace>
  <inkml:trace contextRef="#ctx0" brushRef="#br0" timeOffset="6314.47">19349 9559 3214 0,'2'-15'-56'0,"-4"4"77"16,2 1 48-16,0 2 36 0,-1 4 21 16,1 4 25-16,0 0 19 0,0 0 15 0,-11 17 10 15,3 4 2-15,-2 15-8 0,-3 14-11 16,0 8 8-16,-1 6 6 0,1 7-5 0,-2 22-8 15,-4 2-17-15,3 7-17 0,4-1-14 16,-4 2-13-16,3-5-10 0,3-2-11 0,0-24-16 16,3-3-19-16,2-4-21 15,-6-7-28-15,6-3-35 0,-1-14-39 0,3-6-38 16,-3-6-37-16,4-7-38 0,-1-7-48 16,2 0-43-16,-1-8-44 0,-2-2-47 0,4-5-48 15,-6 0-53-15,6 0-73 0,0 0-21 16,0-29-422-16,0 6-450 0</inkml:trace>
  <inkml:trace contextRef="#ctx0" brushRef="#br0" timeOffset="6580.83">19209 10216 2527 0,'6'-14'-69'0,"-3"4"37"16,-1 1 24-16,4 2 24 0,0 4 23 0,-6 3 11 16,13-2 18-16,-13 2 0 15,18 4 1-15,-7 2 5 0,0-1-1 0,3 6 9 0,-1 2 7 16,0-1 12-16,-1 5 30 15,-3 0 27-15,-4 1 33 0,-2-1 26 0,-3 2 19 16,-5 3 11-16,0 1-2 0,-2-3-4 16,-8 8-15-16,1-3-12 0,-4 1-26 0,2-5-24 15,0-6-10-15,3-1-22 0,2-4-18 16,-3-2-35-16,5-4-39 0,-3-1-44 0,3-3-44 16,9 0-48-16,-19-10-51 0,9 1-66 15,3-6-63-15,1 1-60 0,2-3-64 0,4 0-63 16,2-5-80-16,6 1-28 0,6-2-459 15,6-1-503-15</inkml:trace>
  <inkml:trace contextRef="#ctx0" brushRef="#br0" timeOffset="6964.25">19532 10181 2776 0,'9'-3'21'0,"-9"3"56"0,13-2 56 16,-13 2 41-16,0 0 31 0,15 9 26 0,-9-4 8 15,-1 3 4-15,-1 4 4 0,2 0 1 16,-3 5-1-16,4 0 8 0,-5-1-3 0,-2 3-3 15,0 0-3-15,0 1-15 0,-6 2-10 16,1-5-23-16,2 4-8 0,-5-1-17 16,1-2-24-16,0 0-15 0,-2-3-13 15,0-3-10-15,4 0-12 0,-3-4-10 0,0-1-8 0,0-3-14 16,3-3-22-16,5-1-18 16,0 0-23-16,-21-15-33 0,13 1-20 0,5-6-21 15,-3-4-11-15,4-2-6 0,2-1-8 16,6-9-4-16,-3 3 6 0,5 8 2 0,-3 5 5 15,6 4 12-15,-6 2 1 0,2 3 2 16,3 5 9-16,-2 2 7 0,1 4 4 0,-9 0 5 16,23 7 3-16,-10 3 3 0,1 4 7 15,5 6 4-15,-2 1 0 0,2 3 5 16,-4 0-1-16,-2-1-4 0,3 4-10 0,-3-7-14 16,-6-1-26-16,5-2-26 0,-2-3-49 15,-5-1-54-15,5-2-52 0,-2 0-33 0,-3-5-37 16,-1 1-35-16,1-5-54 15,-5-2-103-15,12 1-35 0,-12-1 36 0,13-7-300 16,-7 1-308-16</inkml:trace>
  <inkml:trace contextRef="#ctx0" brushRef="#br0" timeOffset="7397.92">19982 10057 2407 0,'0'-6'143'0,"-2"1"62"0,2 5 39 0,-1-6 27 0,1 6 18 16,0 0 4-16,0 0 8 0,0 0 1 15,0 0-9-15,-8 21-4 0,6-8-18 0,2 3-26 16,-1 9-22-16,-3 9-22 16,0 2-17-16,-1 0-14 0,0 1-11 0,-1-2-19 15,3-2-14-15,-3 1-10 0,3-7-4 16,-2-6-8-16,1-2-13 0,0-2-10 0,3-4-10 16,-1-1-2-16,0 0-3 0,0-3-8 15,0-2-2-15,0-2 0 0,2-5-13 0,0 0-1 16,0 0-8-16,0 0-8 0,0 0-16 15,8-29-10-15,-5 8-11 0,10-8-2 0,-2-2-11 16,1 0-4-16,1 0-5 0,-1 2 3 16,1 8 5-16,-6 3 11 0,0 5-6 0,1 0-6 15,-5 4 2-15,4 3 7 0,-2 1 2 16,-5 5-3-16,10-2 1 0,-10 2-3 16,0 0 5-16,12 8 3 0,-11-1 4 15,3 3 6-15,0 0-8 0,0 1 0 0,-3-1-8 16,3 2-12-16,0 3-9 0,-1-2-8 15,-1-3-8-15,1 2-10 0,-1 0-22 16,0-1-25-16,0 1-39 0,-1-4-40 0,-1 1-51 16,2-3-67-16,-2 0-63 0,0-6-81 15,2 7-100-15,-2-7-125 0,0 0 46 0,0 0-513 16,0 0-611-16</inkml:trace>
  <inkml:trace contextRef="#ctx0" brushRef="#br0" timeOffset="7815.59">20310 10181 2992 0,'0'0'34'0,"0"0"84"0,0 0 52 0,-3-10 36 0,3 10 26 0,0 0 18 16,0 0 11-16,-8-5-4 0,8 5-10 15,0 0-9-15,0 0-12 0,-14 17-17 0,12-7-16 16,-1 3-11-16,-3 0-24 0,3 4-15 16,-1 0-8-16,-3 2-17 0,2 3-7 0,-3-1-13 15,1 0-10-15,2-2-7 0,-4 1-8 16,5-3-7-16,-1-1-2 0,-1-3-13 0,6-2-4 15,-3-1-8-15,-1-1 4 16,-1-1-4-16,5 0-8 0,-3-2-5 0,3-6-11 16,0 0-16-16,0 0-9 0,0 0-7 15,0 0-5-15,0 0 0 0,15-34-6 16,-2 8 5-16,7-3 1 0,-4-2 1 0,7-7 4 16,-1 9 1-16,-6-1-1 0,4 7 6 15,-6 6 8-15,-3 5 4 0,-4 1-1 0,0 4 1 16,2 4 5-16,-4 1-6 0,-5 2 7 15,0 0 1-15,19 11 1 0,-13-3-1 0,0 2 3 16,-4 2-7-16,0 5 6 0,-1-3-6 16,-1 3 4-16,0-1-5 0,0 1-8 15,2 2-7-15,-2-1-18 0,0-3-21 0,0-1-26 16,0 3-39-16,2-4-41 0,0-1-49 0,-2-2-52 16,0-1-50-16,2-2-42 15,0-2-46-15,-2-5-56 0,1 7-53 0,-1-7-69 16,0 0-3-16,0 0-449 0,16-12-501 15</inkml:trace>
  <inkml:trace contextRef="#ctx0" brushRef="#br0" timeOffset="8032.68">20626 10157 2739 0,'10'-15'10'0,"-2"5"87"0,-5-1 67 0,-1 7 40 0,-2 4 31 16,0 0 27-16,0 0 20 0,0 0 12 16,0 0-7-16,0 0 1 0,6 29-19 0,-6-16-9 15,-4 4-25-15,2 2-16 0,-1 4-26 16,1-2-18-16,-4 4-22 0,4-3-8 15,-3 1-28-15,-2-2-47 0,4-1-26 16,-5-1-46-16,6-2-51 0,-1-2-53 0,-1 1-61 16,0-5-86-16,3 1-79 0,-1-1-72 15,-1-5-86-15,3-1-118 0,0-5-43 0,0 0 53 16,0 0-449-16,0 0-520 0</inkml:trace>
  <inkml:trace contextRef="#ctx0" brushRef="#br0" timeOffset="8180.77">20697 10063 2875 0,'0'-14'23'0,"2"3"49"16,-4 1 39-16,2 4 29 0,0 0 15 0,0 6-10 16,0-7-8-16,0 7-16 15,0-8-10-15,0 8-31 0,0 0-49 0,0 0-65 16,0 0-82-16,0 0-84 0,0 0-94 16,0 0-126-16,0 0-91 0,-15 19 36 0,13-11-189 15,4 4-159-15</inkml:trace>
  <inkml:trace contextRef="#ctx0" brushRef="#br0" timeOffset="8748">20913 10330 1874 0,'0'0'188'0,"3"4"82"16,-3-4 38-16,0 0 33 0,0 0 18 16,0 0 8-16,0 0 5 0,0 0-9 15,0 0-15-15,-2 12-17 0,2-12-19 0,2 9-29 16,-2-9-29-16,2 10-25 0,-2-10-23 15,2 10-20-15,2-4-18 0,-4-6-22 0,3 8-24 16,-3-8-18-16,5 9-32 0,-5-9-28 16,6 5-19-16,-6-5-21 0,0 0-14 0,0 0-10 15,16 0-7-15,-16 0-4 0,14-11 2 16,-7 6 6-16,3 0-1 0,-5 0 4 0,4 2 11 16,-9 3 5-16,11-9 7 0,-6 5 9 15,-5 4 7-15,12-6 3 0,-12 6 3 0,9-5 0 16,-1 1 3-16,-8 4 1 15,12-6-6-15,-12 6 6 0,13-4-13 0,-8 0 13 16,4 0-23-16,0 2 14 0,-4-4-24 16,5 1 9-16,0 0-23 0,-3 0 6 0,2-1 0 15,-9 6 0-15,12-6 3 0,-4 2-9 16,-8 4 1-16,0 0 8 0,0 0-6 0,13 12 10 16,-11-3-7-16,-1 1 14 0,-1 6 1 15,-1 3 26-15,-1 5 9 0,0 1 19 0,-2 17 39 16,4 2 63-16,4 2 48 15,1 11 19-15,4-2-79 0,-2-2-147 0,2-2 0 16,-1-7 0-16,-4-5 0 0,0-2 0 16,0-8 0-16,-2-4 0 0,-4-1 0 0,-2-5 0 15,0 4 0-15,-2-5 0 0,-3-1 0 16,-1 0 0-16,-3-1 0 0,-6-7 0 0,-6 7 0 16,4-8 0-16,-2-3 0 0,-6-1 0 15,3-2 0-15,0-4 0 0,-13-4 0 0,1-3 0 16,4-3 0-16,1-2 0 0,5 0 0 15,-1 0 0-15,2-2 0 0,9 3 0 0,-2 3 0 16,6-2-60-16,0 5-562 16,-1-1-84-16,1 1-178 0,7 0 57 0,-1 0 86 15,2 0-739-15,2-2-927 0</inkml:trace>
  <inkml:trace contextRef="#ctx0" brushRef="#br0" timeOffset="9197.9">22449 10127 3793 0,'6'-17'-5'0,"-6"1"112"0,0 6 67 0,0 1 49 16,0 3 37-16,-2 0 20 0,2 6 12 0,-2-7-7 15,2 7 7-15,0 0-1 0,-10 26-13 16,6-5-20-16,-3 11-28 0,-3 4-21 0,2 3-23 16,-1 2-16-16,0-3-20 15,-2 1-34-15,0 2-42 0,2-6-45 0,1-2-47 16,-3-2-53-16,1-2-46 0,2-7-51 16,3-5-47-16,-1-4-59 0,0-4-59 0,3 1-64 15,-5-2-57-15,4-4-65 0,-2-2-86 16,6-2-62-16,0 0 48 0,-11-10-481 0,7 0-571 15</inkml:trace>
  <inkml:trace contextRef="#ctx0" brushRef="#br0" timeOffset="9397.87">22220 10077 2854 0,'-4'-20'28'0,"4"7"76"0,-2 0 61 0,2 2 42 16,0 2 39-16,0-3 19 15,4 2 15-15,0 1-4 0,1-6-13 0,5 6-15 16,2-2-26-16,0-1-21 0,8 1-17 15,-3 3-22-15,2 1-25 0,0 0-40 0,4 2-56 16,0 0-55-16,-2 5-63 0,-4-2-80 16,4 2-94-16,-4 4-88 0,2 1-99 0,-4 0-117 15,7 5-80-15,-8 0 52 0,11 11-414 16,-12-4-473-16</inkml:trace>
  <inkml:trace contextRef="#ctx0" brushRef="#br0" timeOffset="9849.18">22464 10576 2937 0,'-9'14'149'0,"-2"-5"53"16,4 1 33-16,1-5 23 0,5 0 18 0,-3-1 5 15,4-4-2-15,0 0-6 0,0 0-25 16,0 0-20-16,15 5-24 0,-15-5-19 0,25-4-34 16,-10-1-39-16,6-4-33 0,4-4-30 15,0-4-24-15,-1-1-14 0,-1-1-8 16,-2-2-7-16,-2-1 0 0,-2-2 6 0,-1 0 4 15,-3-3 8-15,-1 0 8 0,-7 3 2 16,1 3 2-16,-5-2 1 0,1 8 1 16,-2 1 0-16,2-1-4 0,-4 1-2 15,0 2-5-15,-1 3-3 0,-3 1-4 0,1 1 2 16,-4 2-3-16,0 1 1 0,0 4-2 16,9 0-3-16,-19 2-1 0,9 0 3 0,3 2-2 15,7-4-4-15,-16 4-1 0,13 0-2 16,3-4-5-16,0 0-3 0,0 0-6 0,0 0-16 15,0 0-2-15,28 0-5 16,-13-4-1-16,1 4 0 0,0 0 1 0,2 0 6 16,1 2 1-16,0 2 3 0,-4 2 10 0,0 3 18 15,3 1 20-15,-5 5 18 0,-1-3 19 16,-3 5 8-16,-2-1 6 0,-1 0 0 0,0 5-5 16,2-2-6-16,-5-2-8 0,-1 0-4 15,2 2-18-15,-2-4-35 0,0 0-50 16,-1-1-60-16,1-2-72 0,3 0-101 0,-1-3-103 15,-4-1-109-15,3-1-110 0,3-2-61 16,-1-2 65-16,5 1-501 0,-10-4-578 0</inkml:trace>
  <inkml:trace contextRef="#ctx0" brushRef="#br0" timeOffset="10231.71">23299 10299 2921 0,'0'0'22'0,"0"0"59"0,-18 0 42 0,18 0 35 0,0 0 26 16,0 0 12-16,0 0-8 0,0 0-14 0,0 0-15 15,0 0-15-15,0 0-16 0,33-12-16 16,-20 7-23-16,2 1-12 0,-2-2-12 0,5-1-11 16,-3 0-17-16,2-2-2 0,-1-1-4 15,-1-3 6-15,-2-1 5 0,-3 4 2 0,-5-2 5 16,3 0 14-16,-5 0 2 15,-1 3 2-15,-4 3-4 0,1-1-1 0,-5 2-2 16,-3 1 0-16,-7 2-6 0,1 4-4 0,-6 5-5 16,0 2-3-16,-10 6-3 0,5 0-6 15,1 6 0-15,2-1-5 0,0 5-4 16,5-2 0-16,-2 4-3 0,5-4-3 0,4-3 2 16,1-3-3-16,2 0 0 0,2-2-5 15,3-1-6-15,-3 0-24 0,4-3-32 0,2-2-43 16,0 1-70-16,0-1-78 0,4-3-90 15,2 0-104-15,4-1-138 0,3-3-60 0,6-1 63 16,3-1-439-16,19-5-484 0</inkml:trace>
  <inkml:trace contextRef="#ctx0" brushRef="#br0" timeOffset="10630.61">23923 10310 2701 0,'0'0'70'0,"0"0"89"15,0 0 65-15,0 0 43 0,0 0 31 0,0 0 23 16,0 0 8-16,0 0 4 0,0 0-8 16,0 0-9-16,0 0-23 0,0 0-13 0,0 0-25 15,0 0-27-15,0 0-20 0,0 0-24 16,6-13-16-16,-1 10-21 0,6-2-15 16,-4 1-19-16,2-5-26 0,2-2-17 15,-2 2-21-15,-2-4-9 0,0-3-2 0,2 1-13 16,-4-2 6-16,-3 3 9 0,-2-3 0 15,0 4-8-15,-3-3-8 0,-10 6-1 0,2 3-4 16,-8 6 0-16,-5 2-1 0,-10 9-4 16,-3 6 3-16,-5 4-5 0,4 8 5 0,6 1-5 15,11-1 2-15,0 1-4 0,6-2 8 16,-1 0 3-16,7-4 3 0,5-3 6 0,2-1 4 16,4-2 8-16,0 0-22 0,2 1-20 15,-1-5 0-15,7-1 0 0,-2-2 0 0,-3-1 0 16,5-1 0-16,0-2 0 0,-3 0 0 15,4-2 0-15,-3 0 0 0,-2-3 0 16,-6-1-194-16,17 3-136 0,-17-3-103 0,9 0-104 16,-9 0-119-16,0 0-163 0,0 0 73 15,7 2 82-15,-7-2-633 0,0 0-754 16</inkml:trace>
  <inkml:trace contextRef="#ctx0" brushRef="#br0" timeOffset="11779.26">14185 11130 1216 0,'7'-16'510'16,"-4"2"-195"-16,3 3-76 0,-2 2-25 0,-3 0-1 16,-1 2-30-16,2 1-13 0,-2 6-24 15,0 0 46-15,0 0 36 0,-13 15 13 16,-6 12 1-16,-8 12 6 0,-2 4-1 0,-5 8 2 15,-14 14-8-15,1 1 1 0,-3 0-8 16,3-6-5-16,8-12-12 0,5-2-12 16,4-3-18-16,1-3-13 0,7-2-8 0,6-8-9 15,5-2-12-15,7-5-10 0,3-2-10 16,2 0-10-16,10 4-11 0,9 2-9 16,4-2-8-16,15 0-7 0,2-3-10 0,9-1-9 15,7-5-7-15,4 0-23 0,0-2-16 16,8-3-5-16,-1 3-10 0,2-7-12 0,0 3-18 15,-8-5-45-15,-13-2-14 0,-1-1-11 16,-6 2-27-16,-10-4-18 0,-5-2-29 0,-4 2-34 16,-1-4-42-16,-8-1-64 15,0 2-66-15,-3-1-53 0,-3-2-80 0,-5-1-139 0,2 2-45 16,-5 0 70-16,0 5-464 16,0-16-560-16</inkml:trace>
  <inkml:trace contextRef="#ctx0" brushRef="#br0" timeOffset="12030.98">14751 11775 3087 0,'6'-4'7'0,"-6"4"9"0,0 0 35 16,0 0 42-16,12 17 25 0,-5-7 26 0,-3 1 16 16,2 3 15-16,-1 4 2 0,4 1-3 15,-4 0-12-15,2 2-14 0,-3 1-5 0,-2-1 3 16,-2 0-11-16,-2-2-7 15,-2 3-7-15,-3-1-9 0,-5 4-15 0,-1 2-7 16,-4-3-10-16,0-3-5 0,1-1-24 16,1-6-22-16,2 0-34 0,0-3-43 0,-1-2-52 15,3 0-88-15,0-4-112 0,-3-2-139 16,5 1-179-16,-3-4-15 0,12 0 64 0,-19-6-390 16,12 0-437-16</inkml:trace>
  <inkml:trace contextRef="#ctx0" brushRef="#br0" timeOffset="12829.79">15601 11685 2901 0,'0'0'127'0,"0"-6"-5"0,0 6-8 0,0 0 7 15,0 0 31-15,0 0 35 0,0 0 28 16,0 0 12-16,-15 26 3 0,9-9-3 16,1 3-1-16,-3 1 10 0,1 9-6 0,2-8-14 15,2 3-15-15,1-2-10 0,-2 1-19 16,2 0-12-16,0-5-16 0,0 1-13 15,2-4-11-15,0-2-14 0,-1-1-8 16,1-3-8-16,0-1-7 0,0-2 4 0,0-1 23 16,0-6 10-16,0 9-9 0,0-9-11 15,0 0-3-15,0 0-18 0,13-26-6 0,-5 7-11 16,5-10-11-16,0-2-8 0,2-4-10 16,-2 3-2-16,3 3-5 0,-5 0-1 0,1 5-5 15,-3 8-4-15,-1 3 0 0,-3 1-4 16,2 1-2-16,-2 2-3 0,-1 4-4 0,2 1 0 15,-6 4-5-15,0 0 5 0,0 0-3 16,19 9 2-16,-12-2 2 0,-1 1-2 0,-1-2-4 16,4 2 7-16,-4-1-6 0,3 2 3 15,-3-2 2-15,3 0-3 0,-4-2 2 16,4-2 4-16,-3 3-6 0,4-5-1 16,2 0 0-16,-11-1 0 0,28-6 0 0,-7-2 0 15,5-7 0-15,3 1 0 0,0-3 0 16,-4 1-2-16,-4 3-2 0,-5 4-5 0,-3 2 8 15,-2-1-10-15,-2 6 0 0,-2-1 3 16,-7 3-1-16,21 9 5 0,-13-1 0 0,0 7-1 16,1 2-3-16,-1 3 9 0,-3 0-6 15,4 3 0-15,-2 8 3 0,0 0-2 16,1-1 2-16,-2-4-11 0,0-5-27 16,-2-2-42-16,-1-3-52 0,1-2-49 0,0 1-51 15,-3-1-58-15,3-5-80 0,1 2-64 16,-2-4-68-16,-3 0-77 0,2-2-119 15,-2-5 3-15,8 2-606 0,-8-2-760 0</inkml:trace>
  <inkml:trace contextRef="#ctx0" brushRef="#br0" timeOffset="13029.9">16401 11794 3365 0,'13'-11'14'0,"-8"1"82"0,-1 1 44 0,-2 4 23 16,1 0 13-16,-3 5 6 0,0 0 24 15,0 0 20-15,0 0 2 0,0 0-7 0,14 24-15 16,-10-9-18-16,-2 2-17 15,-2 2-20-15,0 2-20 0,0 1-4 0,-2 2-19 16,2-4-40-16,-2-1-48 0,-2 0-52 16,4-1-64-16,-3-3-69 0,2 1-83 0,-1-5-80 15,-2 0-68-15,2-2-104 0,0-3-174 16,1 0 61-16,1-6-453 0,0 0-539 0</inkml:trace>
  <inkml:trace contextRef="#ctx0" brushRef="#br0" timeOffset="13180">16455 11683 2996 0,'-4'-19'-2'0,"3"5"20"16,-3 1 30-16,2 3 32 15,-2 0 18-15,1 1-2 0,2 1-7 0,-3 1-9 16,2 0-22-16,0 1-62 0,2 6-58 16,0 0-59-16,0 0-75 0,0 0-99 0,0 0-162 15,0 0-32-15,-9 16-170 0,9-6-155 16</inkml:trace>
  <inkml:trace contextRef="#ctx0" brushRef="#br0" timeOffset="13579.97">16556 11792 2011 0,'6'1'142'0,"-6"-1"32"0,0 0 24 0,9 4 25 16,-9-4 35-16,0 0 28 0,4 5 11 16,-4-5-1-16,0 0 5 0,8 8-4 15,-7-3-18-15,-1-5-11 0,9 11-7 0,-6-6-18 16,-1 0-17-16,4 2-25 0,-6-7-11 15,3 14-25-15,1-9-14 0,-2 0-14 0,-2-5-14 16,6 12-13-16,-4-7-9 0,-2-5-8 16,4 9-12-16,-4-9-4 0,4 5-6 0,-4-5-1 15,3 6-12-15,-3-6-1 0,0 0-5 16,0 0-7-16,12-18-2 0,-7 8-5 0,3-4-2 16,0 0-8-16,3-3 4 15,-1 1-8-15,1 1-4 0,-2 3-4 0,2 2 0 0,-2 0-8 16,0 3 3-16,-1 0-1 15,2 4-4-15,1 3-2 0,-11 0 5 0,19 3-8 16,-8 2 5-16,1 4-5 0,-1 1 2 16,-2 2 1-16,3 0-4 0,0 0 6 0,-1 3-6 15,-1-3-3-15,-3 0-28 0,2 2-21 16,0-4-40-16,-4 0-41 0,1 1-43 0,-1-4-45 16,-1 1-59-16,0-3-54 0,0 2-58 15,0-2-53-15,-4-5-66 0,4 5-85 16,-4-5-89-16,0 0 54 0,0 0-485 0,0 0-586 15</inkml:trace>
  <inkml:trace contextRef="#ctx0" brushRef="#br0" timeOffset="13746.46">17056 11751 3058 0,'5'-12'41'0,"2"3"47"0,-3 1 37 16,3 4 31-16,-4 0 28 0,-3 4 19 16,0 0 21-16,0 0 4 0,0 0-18 0,13 20-1 15,-11-9-15-15,-2 5-19 0,0 1-21 16,-2 2-15-16,0 3-14 0,-1 0-21 0,-5 9-48 15,3-5-52-15,-4-6-72 16,0 9-81-16,0-6-101 0,1-2-91 0,-2-4-115 0,3-3-169 16,2-1 9-16,-6-1 66 15,6-4-342-15,-1 1-374 0</inkml:trace>
  <inkml:trace contextRef="#ctx0" brushRef="#br0" timeOffset="13913.43">16996 11586 2573 0,'0'-24'51'16,"-3"6"16"-16,3 5 1 0,-4 1 4 16,4 3-6-16,-2 1-10 0,2 0-19 0,0 2-42 15,0 6-52-15,0 0-68 0,0 0-105 16,0 0-170-16,0 0-54 0,0 0-131 0,0 0-85 16</inkml:trace>
  <inkml:trace contextRef="#ctx0" brushRef="#br0" timeOffset="14729.77">17206 11826 1965 0,'0'0'254'16,"0"0"-4"-16,-7 2 11 0,7-2 15 16,0 0 19-16,0 0 14 0,-9 8-5 0,9-8-14 15,-5 10-21-15,3-1-23 0,0-2-17 16,2 6-3-16,-2-4-17 0,2 0-18 15,0 2-23-15,0 0-11 0,0-1-13 16,2 0-15-16,-2 1-14 0,0-3-14 0,0 2-7 16,0-4-14-16,0-6-4 0,0 13-2 15,0-13-9-15,2 10-2 0,-2-10 4 16,0 0-3-16,7 3-8 0,-7-3-5 0,0 0 0 16,20-20-7-16,-11 10-8 0,7-2-3 15,-3 1 3-15,1 1-3 0,-5 0 8 0,-2 3 9 16,2 1-6-16,2 1 0 0,-6 1-6 15,3 1-1-15,-8 3 8 0,0 0-4 16,15 0-2-16,-15 0-6 0,13 6 1 0,-5-4-4 16,-8-2 1-16,13 9-5 0,-7-6 1 0,-1 2-1 15,6-1-8-15,-11-4 0 16,13 8 3-16,-6-6-4 0,-7-2 3 0,18 4-5 0,-18-4-3 16,18-2 5-16,-6-2-4 15,3 2-4-15,2-6-1 0,0-1 4 0,1 3-4 16,-6 0-1-16,4-2 3 0,-7 3-9 15,3 0 10-15,-2 1-12 0,-1 1 0 0,-9 3 0 16,16-4 3-16,-16 4 10 0,0 0 6 16,0 0 7-16,23 5-6 0,-20-1-15 0,-3-4-4 15,12 7 0-15,-7-4 0 0,-5-3 0 16,12 7 0-16,-5-2 0 0,-7-5 0 0,13 4 0 16,-13-4 0-16,16 3 0 15,-9-3 0-15,-7 0 0 0,22-3 0 0,-11 1 0 16,1-2 0-16,-1 1 0 0,0-2 0 0,1 2 0 15,-3-3 0-15,2 1 0 0,0 2 0 16,-4 0 0-16,-2-2 0 0,3 3 0 16,-8 2 0-16,12-6 0 0,-7 3 0 0,-5 3 0 15,8-3 0-15,-8 3 0 0,0 0 0 16,12-2 0-16,-12 2 0 0,0 0 0 16,0 0 0-16,16 3 0 0,-16-3 0 0,8 2 0 15,-8-2 0-15,8 3 0 0,-8-3 0 16,9 4 0-16,-9-4 0 0,10 2 0 15,-10-2 0-15,12 3 0 0,-12-3 0 0,9 5 0 16,-5-3 0-16,-4-2 0 0,9 7 0 0,-9-7 0 16,6 5 0-16,-6-5 0 0,8 5 0 15,-8-5 0-15,3 5 0 0,-3-5 0 16,0 0 0-16,8 7 0 0,-8-7 0 16,0 0 0-16,3 5 0 0,-3-5 0 0,0 0 0 15,0 0 0-15,0 0 0 0,0 0 0 16,-7 9 0-16,7-9-77 0,-18 3-468 0,7-1-161 15,-2 0-203-15,0-2 79 0,3 0 87 16,10 0-747-16,-14 4-937 0</inkml:trace>
  <inkml:trace contextRef="#ctx0" brushRef="#br0" timeOffset="15512.8">19138 11877 3840 0,'-11'-5'-18'0,"0"2"36"0,-5 3 10 16,-2 3 23-16,-15 5 45 0,-4 5 40 16,-6 5 31-16,-3 6 19 0,2-1 2 0,5 2 0 15,3 3-13-15,12-5-11 0,1 0-16 16,8 0-12-16,7-1-8 0,4-5-12 15,6 0-18-15,2-3-2 0,6 3-40 16,3-2-40-16,10 3-57 0,-1-6-67 0,1-6-81 16,2-2-87-16,4-3-69 0,11-2-85 15,2 0-89-15,2-5-118 0,-2-1 48 16,3-1-390-16,-3-1-457 0</inkml:trace>
  <inkml:trace contextRef="#ctx0" brushRef="#br0" timeOffset="15863.08">19447 12064 2623 0,'0'0'56'0,"-26"16"35"0,14-13 29 16,-3 2 42-16,-5 0 30 16,6 0 20-16,-4 1 17 0,3-1 2 0,3-2-5 15,1 4-15-15,4-3-7 0,-2 2-13 16,6-1-16-16,3-5-14 0,-6 7-11 0,6-7-16 16,0 0-12-16,14 10-18 0,-14-10-17 15,19 2-24-15,-6-2-22 0,-13 0-15 16,37-6-15-16,-21 0-16 0,4 3-9 0,1-6-6 15,-5-1-1-15,6 0 1 0,-8-1 2 16,4-1-2-16,-5 1 5 0,1-5-1 16,-5-1 3-16,1-3 0 0,-1-1 2 0,-1 1 0 15,-5 3 3-15,5 0-2 0,-5 5 0 16,0 0-5-16,-3 5-2 0,2 2-4 16,-2 5-10-16,0 0-10 0,0 0-14 0,-16-5-14 15,16 5-18-15,0 0-33 0,-20 10-41 16,14-5-39-16,-2 1-44 0,5 2-49 0,-3-4-55 15,2 1-36-15,4-5-33 0,2 8-45 16,-2-8-27-16,9 6-240 0,-9-6-221 0</inkml:trace>
  <inkml:trace contextRef="#ctx0" brushRef="#br0" timeOffset="16129.96">19710 11935 1927 0,'0'0'-35'0,"0"0"36"16,0 0 28-16,0 0 28 0,0 0 22 15,0 0 13-15,0 0 4 0,3 8 8 0,-3-8 1 16,0 0 7-16,-5 13 5 15,5-13 4-15,-4 12 6 0,2-4 9 0,2-1 12 16,0 3 0-16,0 2 15 0,0 1 54 16,4-1-7-16,-2 0-12 0,-2 1-14 0,4 3 32 15,-3 1 23-15,4-1 2 0,-1-1-19 16,-2-3-25-16,-1 0-15 0,-1 0 1 0,0-4-3 16,0 1-14-16,0 1-11 0,-1-1-7 15,-1-2-12-15,0 0-16 0,2-7-17 0,-7 11-6 16,4-5-14-16,3-6-24 15,-9 7-38-15,9-7-50 0,-12 1-53 0,12-1-64 0,0 0-78 16,-15-8-109-16,9 1-103 0,3-4-101 16,3-4-160-16,1-11-6 0,9-9 77 15,7-13-487-15,5-2-581 0</inkml:trace>
  <inkml:trace contextRef="#ctx0" brushRef="#br0" timeOffset="16345.86">20129 11517 3092 0,'9'-12'94'16,"0"1"69"-16,-6 3 57 0,1 2 43 0,-2 0 22 15,-2 6 0-15,4-6-6 0,-4 6-26 16,0 0 25-16,0 0 12 0,3 20-6 16,-3-1-19-16,0 5-23 0,-1 12-22 0,-3 2-23 15,0 3-19-15,-1 2-13 0,1 0-18 16,-3-2-19-16,0 9-12 0,2-8-15 16,-3-3-43-16,4-4-43 0,0-1-29 0,-4-8-49 15,5-3-59-15,-1-3-49 0,0-3-59 16,1-1-65-16,1-5-70 0,-5 1-56 0,5-5-82 15,-1-1-94-15,1-2-115 0,2-4 59 16,-6 4-528-16,6-4-646 0</inkml:trace>
  <inkml:trace contextRef="#ctx0" brushRef="#br0" timeOffset="16512.9">20009 12048 3207 0,'-4'-4'46'0,"-3"-3"85"0,3 4 61 16,4 3 62-16,-6-8 48 0,6 8 27 15,-4-7 7-15,4 7-9 0,0 0-17 16,10-11-24-16,-2 6-28 0,3-1-21 15,3 0-27-15,-1 2-24 0,2-3-35 0,2 3-55 16,-1-2-74-16,0 0-84 0,2 2-95 16,-2-2-118-16,0 2-150 0,2-2-150 0,-2 1-180 15,2 1 55-15,-2-1 86 0,0 0-514 16,-3 2-597-16</inkml:trace>
  <inkml:trace contextRef="#ctx0" brushRef="#br0" timeOffset="17180.91">21436 11970 3136 0,'4'-10'1'0,"0"1"25"0,-1 1 37 0,-3 0 53 0,0-2 42 0,-3 3 29 0,1-1 17 16,-2-1 2-16,2 1 0 0,-1 1-7 15,-3-2-12-15,1 3-16 0,-4-2-10 16,4 3-19-16,-4 0-6 0,-2 2-6 15,-3 1-1-15,-1 2-2 0,-5 3-7 0,-5 1-3 16,4 3-10-16,3 0-14 0,-3 1-5 16,2 2-4-16,1 1-8 0,3 1-10 0,2 3-6 15,2 1-1-15,2-3-5 0,6 5 1 16,-1-3-9-16,2 3 1 0,6-1-9 0,-2 1-2 16,1 1 0-16,4 0-5 0,-2 1-2 15,3-1-2-15,-3-3 4 0,-1-1 5 16,3-1 11-16,-6-1 15 0,1-4 20 0,0 1 14 15,-2 0 23-15,-2-2 7 0,0 1 3 16,1-3-3-16,-4 2-12 0,-1-2-10 16,3 0-10-16,-7-1-23 0,3 1-71 15,-1 0 0-15,-1-2 0 0,-3 0 0 0,12-4 0 16,-17 0 0-16,6-2-73 0,11 2-189 16,-20-8-96-16,13 0-113 0,0-3-111 0,0-5-143 15,3-1-86-15,1-4 86 0,3 1-698 16,0-6-874-16</inkml:trace>
  <inkml:trace contextRef="#ctx0" brushRef="#br0" timeOffset="17445.38">21714 11296 4125 0,'7'-12'-16'0,"-1"3"36"0,-5 2 19 0,1 3 29 15,-2 4 15-15,0 0 37 0,0 0 33 16,0 0 18-16,-2 30 16 0,-5 8 5 15,-1 13 4-15,-3 9 6 0,0 6-6 0,-2 2-4 16,1 5-18-16,-10 17-14 0,-1 4 0 16,5 1-2-16,0-2-13 0,7 0-14 0,1-19-19 15,1 1-6-15,-1-9-27 0,-2-3-27 16,3-5-52-16,-2-4-51 0,-1-6-55 0,5-12-54 16,-2-3-58-16,-2-9-73 15,8-7-59-15,-5-4-48 0,5-4-67 0,-1-2-89 0,0-4-102 16,4-3 27-16,0 0-503 0,0 0-599 15</inkml:trace>
  <inkml:trace contextRef="#ctx0" brushRef="#br0" timeOffset="17713.25">21627 12059 3048 0,'4'-13'28'16,"2"-1"44"-16,-4 4 31 0,0 4 30 0,-1 0 25 15,-1 6 6-15,2-7 17 0,-2 7 4 16,0 0-1-16,0 0-3 0,0 0-10 0,25 9-6 15,-16-2 8-15,-1 2-9 0,0 0-11 16,0 2-8-16,-3 0-9 0,1-1-5 0,-5 1-5 16,3 1-13-16,-4 0-6 15,0-1-9-15,-2 2-10 0,-3-3-5 0,-1 0-9 16,3 0-9-16,-5-1-12 0,2 0-9 16,-2-3-33-16,5-1-31 0,-5 0-41 0,8-5-48 15,-7 4-65-15,7-4-82 0,0 0-79 16,0 0-63-16,-7-19-60 0,14 4-31 0,6-7-39 15,6-3-34-15,1 2-508 0,4 2-543 16</inkml:trace>
  <inkml:trace contextRef="#ctx0" brushRef="#br0" timeOffset="18081.59">21850 11996 2749 0,'15'-9'-60'0,"1"3"63"15,-9 5 50-15,2-3 55 0,-9 4 70 16,12 0 41-16,-12 0 30 0,0 0 17 0,21 5 9 0,-15 3-1 16,2-4-2-16,-1 6 4 15,0-1-18-15,4 1-16 0,-6 3-4 0,1-1-19 16,-3 0-11-16,-1-2-18 0,2 1-11 15,-2-1-12-15,-2-2-10 0,-2 3-13 0,2-3-13 16,-4 1-12-16,1-1-5 0,-3 1-9 16,-1-4-16-16,-4 2-8 0,4-4-12 0,0 1-9 15,7-4-19-15,-22 0-14 0,22 0-27 16,-23-7-20-16,10-1-20 0,2-3-23 0,1-6-4 16,5-4-5-16,5 1-9 0,1-4 2 15,5 0 6-15,2-5 2 0,5 8 6 16,-2 5 6-16,-1 4 10 0,2 4 4 15,-3 1 6-15,1 5 10 0,-1 2 6 0,-9 0 3 16,21 9 7-16,-9-1 4 0,0 4 0 16,-1 4 4-16,2-3 0 0,0 4 0 0,-2-2-7 15,3 2-10-15,1-2-29 0,-4 1-44 16,3-3-36-16,-3-2-39 0,-1-1-47 0,0-3-29 16,-1 0-27-16,-2-2-26 0,3-2-23 15,-2-3-28-15,-8 0-17 0,0 0-15 0,15-1 4 16,-15 1 2-16,8-7 20 0,-4 1 19 15,-1-4-471-15,1-1-295 0</inkml:trace>
  <inkml:trace contextRef="#ctx0" brushRef="#br0" timeOffset="18461.8">22214 12012 2082 0,'6'-21'-40'0,"-1"0"37"16,-1 3 43-16,2 1 41 15,-4 4 37-15,2-3 39 0,2 4 35 0,-3 0 12 16,-1 6 12-16,0-1 2 0,0 3 18 16,-2 4 10-16,0 0 5 0,0 0 4 0,0 0-6 15,5 22-7-15,-5-8-2 0,0 3-5 16,-1 6 0-16,-1 0-3 0,-2 2-14 0,0-2-10 15,3 2-13-15,-1 1-10 0,-4-4-10 16,2-2-13-16,0-3-16 0,-2 1-8 16,3-5-15-16,-1-1-9 0,2 0-11 15,-2-3-14-15,2-1-7 0,1-1-2 0,1-7-11 16,-2 11-9-16,2-11-4 0,0 0-17 16,0 0-12-16,0 0-11 0,0 0-17 0,0 0-8 15,18-37-7-15,0 9-8 0,-2-2-1 16,6-1-5-16,3-4-7 0,-4 6 10 0,-3 6 0 15,0 5 5-15,-5 5 2 0,-1 3-2 16,-5 3 1-16,1 0 3 0,1 4 6 0,-9 3 5 16,16 0 5-16,-16 0 1 0,12 10 1 15,-3-1 0-15,-5 4 6 0,-1 5-6 0,1-4 2 16,-2 6 4-16,0-1-24 0,-2-2-22 16,-2 2-29-16,2-1-34 0,0 1-42 15,0-2-38-15,-2-3-51 0,2 0-56 16,-4-1-73-16,6-4-58 0,-4-1-78 0,2 0-101 15,0-2-98-15,0-6 62 0,0 8-509 16,0-8-611-16</inkml:trace>
  <inkml:trace contextRef="#ctx0" brushRef="#br0" timeOffset="18911.7">22673 11952 3407 0,'2'-6'102'0,"-2"6"21"0,-2-9 21 0,2 9 23 0,0 0 23 15,0 0 15-15,0 0 14 0,0 0-2 16,0 0 15-16,-5 27-10 0,-1-15 5 16,2 5-14-16,-2 2-3 0,3 4-13 0,-5-3-6 15,3 1-16-15,-4 0-12 0,4-1-7 16,-3-1-12-16,5-4-10 0,-5 1-6 0,6-6-12 16,-4 2-14-16,2-3-10 0,2-1-7 15,-1 0-6-15,1-1-8 0,2-7-12 16,-2 6-22-16,2-6-15 0,0 0-20 0,0 0-18 15,0 0-26-15,0 0-12 0,21-21-13 16,-10 7-15-16,7-7-2 0,0-3-5 0,2-1 5 16,-2 3 8-16,3 2 8 15,-5 4 7-15,-5 3 7 0,0 4 13 0,0 2 7 16,-2 2 13-16,-4 0 20 0,-5 5 16 16,14 0 9-16,-14 0 5 0,11 9 12 0,-7-1 5 15,-2 1 0-15,1 3-1 0,-3 0-3 16,0 1-4-16,2 1-3 0,-2-1-6 0,0 1-2 15,0 3-20-15,-2-6-12 0,2 3-23 16,0-4-18-16,-1 1-28 0,-1-2-30 0,0 0-45 16,2-1-44-16,0-1-48 0,0-2-69 15,0-5-69-15,0 11-71 0,0-11-81 0,0 0-124 16,0 0-6-16,0 0 79 0,0 0-429 16,0 0-487-16</inkml:trace>
  <inkml:trace contextRef="#ctx0" brushRef="#br0" timeOffset="19080.71">23075 11981 2620 0,'12'-11'-15'16,"-1"3"57"-16,-3 0 42 0,-3 5 54 0,-5 3 49 16,0 0 19-16,0 0 10 0,0 0 3 15,11 19-9-15,-11-6-9 0,-2 3-12 16,-3 4-23-16,0 3-14 0,1 1-19 0,-5 4-24 16,-1 1-40-16,-2-1-42 0,-1 0-48 15,1-7-66-15,3-5-71 0,2 3-64 0,-1-7-75 16,0-3-86-16,4-1-113 0,-1-2-62 15,3-3 58-15,2-3-259 0,0 0-249 16</inkml:trace>
  <inkml:trace contextRef="#ctx0" brushRef="#br0" timeOffset="19228.75">23129 11950 1962 0,'4'-20'-9'0,"-1"3"30"0,-1 4 11 15,2 2 15-15,-2 1 4 0,1 2-5 0,-3-1 2 16,0 2-29-16,1 0-47 0,-1 0-71 15,0 0-97-15,0 7-155 0,0-13-174 16,2 7-29-16</inkml:trace>
  <inkml:trace contextRef="#ctx0" brushRef="#br0" timeOffset="19845.71">23272 11951 1691 0,'-5'7'189'0,"5"-7"17"0,0 0 34 15,-5 10 37-15,-1-5 41 0,3 2 18 16,3-7 0-16,-8 13-4 0,5-5-18 0,1 1-21 16,0-1-22-16,-3 2-15 0,3-1-38 15,1 0-13-15,-1-1-25 0,2 1-19 0,-2-1-14 16,2-8-15-16,-2 15-15 0,2-8-11 16,0-7-14-16,-2 12-8 0,2-12-10 15,2 9-14-15,-2-9-8 0,6 7-12 0,-6-7-11 16,0 0-6-16,23-6-10 0,-10 0 4 15,2 1-9-15,-2-2-2 0,5 0 5 16,-5 2-5-16,-3 0 8 0,-1 0 12 0,0 1 13 16,0 1 3-16,-9 3 4 0,13-7 1 15,-13 7-11-15,5-4 0 0,-5 4-4 16,0 0 5-16,0 0-4 0,20 2-16 0,-20-2 2 16,0 0 3-16,0 0-7 0,11 7 1 15,-11-7-12-15,0 0-7 0,10 5-11 0,-10-5-6 16,0 0-1-16,9 4-1 0,-9-4-9 15,0 0-10-15,0 0-10 0,0 0-13 16,19-6-7-16,-19 6-5 0,0 0-2 16,12-3-11-16,-12 3-20 0,0 0-14 0,9-2-4 15,-9 2 9-15,5 7 11 0,2 0 13 16,-7 1 16-16,4 4 24 0,-3 7 52 0,5 5 34 16,-1 12 21-16,1 3 12 0,8 9 11 15,-5-1 9-15,2 1 12 0,-2-5 2 0,-4-2 6 16,1-3-6-16,-3 2-3 0,3-7-5 15,-4-5 1-15,-2-5-3 0,-2-6 19 0,-4 1 17 16,3-1 20-16,-5-3 16 16,-4 2 15-16,-1-3 16 0,-2-2 7 0,-6-3-121 15,-9 1-78-15,-1-4 0 0,-5-2 0 16,-4-1 0-16,-2-4 0 0,-1 0 0 0,6 1 0 16,-1-3 0-16,7 1 0 0,8 1 0 15,7 0 0-15,-2-1 0 0,-1 1 0 0,2-1 0 16,-2 0-119-16,6 1-416 0,-9 0-142 15,9 0-217-15,-4-1 70 0,0 1 83 0,2 0-756 16,3-1-943-16</inkml:trace>
  <inkml:trace contextRef="#ctx0" brushRef="#br0" timeOffset="20345.32">24734 11577 3903 0,'7'-34'-60'15,"0"-4"50"-15,2 2 25 0,-4 3 37 0,3 7 54 16,-5 6 48-16,-3 5 18 0,2 4 3 15,0-1-14-15,-2 10 5 0,0 2 12 0,0 0 27 16,-18 39 4-16,-2 4 11 16,1 5-8-16,-1 7-20 0,-2 2-8 0,3 2-18 15,0 0-14-15,4 0-18 0,-2 1-14 16,3-3-12-16,5-2-12 0,-5 0-13 0,8-16-37 16,-3 2-41-16,4-5-49 0,-4 0-65 15,2-3-66-15,0-4-77 0,-4 0-94 0,0-4-96 16,0-9-110-16,-4 7-173 0,-2-6 40 15,1-3 71-15,1-6-474 0,0 1-560 0</inkml:trace>
  <inkml:trace contextRef="#ctx0" brushRef="#br0" timeOffset="20512.07">24226 12260 3396 0,'0'0'216'0,"-3"-8"20"0,3 8 19 16,-2-7 6-16,2 7-13 0,2-8-27 0,-2 8-19 15,9-8-19-15,-1 4-41 0,5 1-57 16,7 2-70-16,4-4-92 0,2 3-118 0,10-2-124 16,7 0-135-16,0 6-199 0,-2-2 39 15,1 4 76-15,-5-1-350 0,0 0-370 0</inkml:trace>
  <inkml:trace contextRef="#ctx0" brushRef="#br0" timeOffset="20978.07">24726 12376 2652 0,'0'0'178'0,"-14"2"15"16,14-2 25-16,0 0 32 0,0 0 35 0,0 0 19 15,0 0 6-15,-16-5-1 16,16 5-21-16,0 0-28 0,0 0-33 0,0 0-21 16,27-10-24-16,-16 6-13 0,0 0-13 15,1 0-28-15,-1 0-22 0,2-1-18 0,1-2-16 16,-1-2-10-16,0 1-3 0,-1-5-13 15,0-1-5-15,-1-1-6 0,-4-5 13 0,0-1-7 16,4-8 2-16,-6 4-8 0,-1 2-8 16,-2 5 0-16,-1 1-6 0,-2 6 2 15,-1-1-2-15,-4 2-13 0,-2 3 2 16,-1 2 2-16,-4 3-3 0,-3 2-2 0,16 0 6 16,-29 4-9-16,16 1 0 0,1 0 0 15,1-2-5-15,8 2 5 0,3-5 1 0,-6 9 3 16,6-9 0-16,0 0-2 0,17 8 2 15,-5-8 1-15,3 0-5 0,4-1 4 0,-1 1-10 16,2-2 4-16,-3 2 1 0,2 2-2 16,-2-1 4-16,0 3-3 0,-1 0 11 15,-3 6 5-15,-1-2 10 0,-3 4-4 0,-2 0 1 16,2 4 3-16,-6 1-4 0,-1 0-5 16,4 7-2-16,-3-1-4 0,-3-2 1 0,2 4-21 15,0-3-22-15,0-4-39 16,-2 2-58-16,0-3-65 0,2-2-77 0,0-1-100 15,-1 0-102-15,-1-4-109 0,3-2-171 16,-1-1 52-16,4-2 76 0,-6-5-500 0,9 4-590 16</inkml:trace>
  <inkml:trace contextRef="#ctx0" brushRef="#br0" timeOffset="21361.84">25390 12212 3081 0,'-11'-6'62'0,"11"6"49"0,0 0 46 0,-11-5 42 0,11 5 31 16,0 0 24-16,-5-5 6 0,5 5-4 16,0 0-9-16,0 0-22 0,0 0-25 15,0 0-18-15,0 0-21 0,27 0-10 16,-27 0-18-16,22-2-17 0,-10 0-24 0,-1-1-16 16,0 1-12-16,1-3-14 0,-1 2-3 15,-2-4-7-15,1 2-7 0,2-5-5 0,-3 1 1 16,-3 1-3-16,0-1-1 0,-3 1-8 15,-3 8 1-15,0-9-7 0,0 9 2 0,-12-5 5 16,12 5-1-16,-22 3 7 16,1 2 0-16,-6 9-1 0,0 2 4 0,2 0-1 15,2 5 7-15,-1-1 3 0,7-1 10 16,4-1-2-16,1-3 3 0,4-1-11 0,5-1 2 16,-3 1-3-16,4-1 3 0,2-5-2 15,0 0-8-15,0 1-13 0,6 0-22 0,-2-5-31 16,1 2-37-16,5 1-47 0,0-4-60 15,-1 1-87-15,5-4-102 0,-3 1-101 0,-11-1-123 16,27-5-130-16,-10 4 54 0,0-3-573 16,2 0-706-16</inkml:trace>
  <inkml:trace contextRef="#ctx0" brushRef="#br0" timeOffset="21777.97">25852 12291 3228 0,'-10'-4'-38'0,"10"4"45"0,0 0 35 0,0 0 48 16,-7-5 42-16,7 5 36 0,0 0 21 15,0 0 5-15,0 0-5 0,0 0-4 0,0 0-9 16,19-6-13-16,-19 6-9 0,21 0-6 16,-21 0-17-16,21-4-12 0,-7 2-9 0,-1 0-11 15,0 0-7-15,0-2-9 0,0-2-10 16,1 0-7-16,1-1-2 0,-3-1-12 15,-1 0-4-15,0-3-8 0,-1 1-6 0,-2-2-3 16,-5 4 4-16,-1-3-17 0,-2 1 4 16,0 10-6-16,-9-14 0 0,-7 9 1 15,2-1-2-15,-10 6 6 0,0 1 9 16,-13 9 14-16,1 2-8 0,2 6 16 0,-3 6 43 16,10-4 8-16,2 5 22 0,2-2 21 15,1 1 1-15,9 1 8 0,1-3-8 0,5-5-8 16,1-2-11-16,5-1-11 0,-1 0-5 15,2-2-14-15,2 0-12 0,-1 0-3 0,5-4-27 16,0 2-24-16,2-3-41 16,-3 3-58-16,1-6-67 0,-1 3-65 0,3-4-63 15,-2 2-85-15,-2-1-101 0,2-1-99 16,-6-3-157-16,7 5-76 0,-7-5 87 0,2 6-657 16,-2-6-806-16</inkml:trace>
  <inkml:trace contextRef="#ctx0" brushRef="#br0" timeOffset="24160.86">17375 13336 3988 0,'0'0'19'15,"-11"-5"-4"-15,11 5 12 0,-19 3 23 16,6 4 27-16,-10 10 23 0,0 8 18 0,-3 8 9 16,1 4-5-16,0 1-3 0,2 5-7 15,4-4-9-15,2 4-7 0,4-11-10 16,1 4-5-16,4-4-10 0,1-7-7 0,3-2-5 16,1-3-7-16,0-3-5 0,-1-1-4 15,4-4-4-15,-2-2 3 0,2-2 9 16,0-1 9-16,0-7-4 0,6 7-5 0,-6-7-5 15,0 0-6-15,28-14-2 0,-4-3-4 16,1-8-7-16,5-4 0 0,2-10-6 16,-1-1-4-16,3-2-2 0,-7 1-2 0,0 2 1 15,-9 8-2-15,0 5 1 0,-5 8-2 16,-3 2 1-16,-3 4-4 0,-1 2 1 0,-1 1-2 16,2 3 4-16,-2-2-8 15,-3 2-3-15,-2 6 1 0,0 0-2 0,0 0-1 0,0 0 6 16,15 14-4-16,-13-6 0 15,-1 1 0-15,4-1 3 0,-1 2-3 0,1-1 2 16,-1 1-2-16,2 0-2 0,-3-1-11 16,6 0-2-16,-4-4-11 0,3 0 5 0,3-2-3 15,-1-3 1-15,5-2-1 0,2-1 5 16,6-2-1-16,-2 0 1 0,-4 0 3 0,2 1 3 16,-2 3-6-16,-4 1 5 0,5 3 3 15,-4 2 0-15,4 4 1 0,-2 6 4 0,-2 1 3 16,0 1 1-16,-4 1-1 0,2 8 3 15,1-2-4-15,-4-4 5 0,-4-3-5 16,9 12 5-16,-5-9-3 0,-5-5-25 16,3 1-36-16,-3-3-34 0,4 0-51 15,-6-3-56-15,2-2-66 0,2 1-58 0,-5-2-70 16,3-2-106-16,-2 2-125 0,-2-7 50 16,5 7-336-16,-5-7-397 0</inkml:trace>
  <inkml:trace contextRef="#ctx0" brushRef="#br0" timeOffset="25244.02">18365 13683 2478 0,'11'-6'-34'0,"-1"4"24"0,-1-3 28 16,0 1 36-16,2 0 35 0,-2 0 28 0,0 0 27 15,1 0 23-15,-1 0 6 0,1-1 11 16,-10 5 4-16,14-6-2 0,-9 2 4 0,-5 4-1 16,9-10-3-16,-3 5-6 15,-1 0-6-15,-5 5-10 0,7-11-13 0,-5 3-6 16,-2 8-11-16,0-16-7 0,0 8-12 15,-4 1-13-15,-2-3-13 0,-4 3-10 16,-1 0-7-16,-3 2-7 0,0 0-7 0,-6 3-8 16,-1 2-5-16,1 0-2 0,-5 4-3 15,-2 1-6-15,6 0-7 0,-2 2 1 0,10-2-2 16,-2 3-6-16,3 1 3 0,4 1 1 16,3-1 7-16,1 4 5 0,4-4 4 0,4 3 7 15,1 2 8-15,3 1-3 0,4 1 11 16,1 1-17-16,2 4-5 0,2-3 5 0,1 3 0 15,-4-5 7-15,0-1-2 16,-3-1-3-16,0-2 6 0,-2-1 9 0,-4 0 9 16,3-1 13-16,-5 0 2 0,-1-1 10 15,0-1 1-15,-2-1 2 0,-2 2 1 16,2-9-7-16,-5 15-7 0,-1-5-10 0,-1-4-6 16,-2 0-8-16,-2-1-10 0,2 1-53 15,-3 0 0-15,3-6 0 0,-4 4 0 0,13-4 0 16,-21 0 0-16,10-4-27 0,0 0-173 15,0-5-79-15,2-1-81 0,4-4-92 0,4 4-71 16,-1-4-81-16,4 2-122 0,6-2-22 16,-1 4 73-16,8-2-548 0,3 0-687 15</inkml:trace>
  <inkml:trace contextRef="#ctx0" brushRef="#br0" timeOffset="25461.03">18809 13534 3395 0,'18'-19'41'0,"-2"2"56"0,-5 3 55 0,-2 4 53 0,0 1 32 15,-5 3 7-15,-1 0-11 0,-3 6-16 16,0 0 45-16,0 0-1 0,0 0 4 0,0 38-19 16,-7-7-21-16,-5 5-23 0,3 0-15 15,-2 1-21-15,-2 0-18 0,2-4-15 0,-1 0-11 16,1 0-16-16,2-2-13 16,4-9-38-16,0-3-34 0,-1-4-55 0,1 2-56 15,1-8-51-15,4 1-51 0,-2-4-80 0,2-6-91 16,-2 6-78-16,2-6-81 0,0 0-102 0,0 0-78 15,0 0 61-15,0 0-478 16,6-31-589-16</inkml:trace>
  <inkml:trace contextRef="#ctx0" brushRef="#br0" timeOffset="25628.05">18551 13437 3234 0,'-5'-7'93'0,"-1"3"28"15,4-1 12-15,2 5 20 0,0 0 21 0,8-15 5 16,5 10-11-16,4 1-9 15,4-4-22-15,16 0-13 0,-3 2-35 0,5 3-57 16,0 0-71-16,3-1-103 0,-3 3-112 0,-4-1-137 16,4 2-207-16,-7-2 17 0,-4 2 65 15,-4 0-258-15,0 0-263 0</inkml:trace>
  <inkml:trace contextRef="#ctx0" brushRef="#br0" timeOffset="25861.83">19474 13273 2103 0,'11'3'122'16,"0"4"30"-16,0 4 32 0,-2 4 45 0,4 12 41 16,1 9 31-16,-2 10 41 0,4 2 21 15,-1 3-2-15,-3-2-9 0,1 4-3 16,-4 0-16-16,1-13-32 0,-6 3-31 16,0-4-27-16,-8 1-27 0,-1-3-23 0,-6 4-43 15,0-7-48-15,-5-1-87 0,-4-4-73 16,-7 6-80-16,-5-2-89 0,-9-2-102 0,-4-6-98 15,-7-5-112-15,-5-2-188 0,-2-6 31 16,-4-7 68-16,-3-2-454 0,-5-3-554 16</inkml:trace>
  <inkml:trace contextRef="#ctx0" brushRef="#br0" timeOffset="26110.83">17303 12816 3037 0,'-50'2'161'0,"-14"7"-12"0,-28 26-12 0,-7 21 18 15,-3 19 38-15,-34 48 45 0,12 8 36 16,13 5 24-16,18-1 18 0,36-24 1 0,13 10-6 16,19 7-26-16,23 2-31 0,18 1-21 15,20-8-25-15,20-5-21 0,8-6-46 0,12-9-67 16,29 19-85-16,-22-39-82 0,7-7-86 15,-4-5-109-15,-2-13-135 0,-10-9-152 16,-17-17-206-16,-5-9 66 0,-9-3 79 16,-9-8-475-16,-14-2-581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02:54:18.7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8322 11629 1112 0,'0'0'238'15,"0"0"-50"-15,0 0-23 0,0 0-8 0,0 0-11 16,-6-6-4-16,6 6-6 0,0 0-3 16,0 0 0-16,0 0 9 0,0 0 4 15,0 0 4-15,0 0-8 0,0 0-5 16,0 0 1-16,0 0 0 0,-7-2 1 15,7 2-2-15,0 0-3 0,0 0-2 0,0 0-13 0,0 0 0 16,0 0 1-16,0 0-3 0,0 0-2 16,0 0 0-16,0 0-1 0,0 0 4 15,0 0-8-15,0 0 4 0,0 0 0 16,-12 14 1-16,12-14-12 0,0 0 5 0,0 0-1 16,-8 4-2-16,8-4-4 0,0 0 1 15,-9 5-7-15,9-5-9 0,0 0-3 0,-12 3-3 16,12-3-6-16,-7 4 0 0,7-4-9 15,-12 3-1-15,12-3-5 0,-10 6 0 16,10-6-5-16,-13 4-4 0,13-4 5 16,-11 4-4-16,11-4 7 0,-14 4 4 0,14-4-3 15,-13 3-4-15,5-2 2 0,8-1-4 0,-13 5-2 16,13-5 4-16,-15 6-2 0,9-4-1 16,6-2-5-16,-15 4-2 0,15-4-5 15,-14 8-7-15,9-6 3 0,5-2-4 16,-13 5-3-16,7-3-5 0,-2 4 0 0,8-6-3 15,-9 6 1-15,1-3 1 0,8-3 2 16,-12 7-4-16,12-7 6 0,-9 5 3 0,9-5 6 16,-5 3-4-16,5-3 0 0,-10 3-25 15,10-3-7-15,0 0 0 0,-10 5 0 0,10-5 0 16,-7 3 0-16,7-3 0 0,0 0 0 16,-13 10 0-16,8-8 0 0,5-2 0 15,-9 6 0-15,9-6 0 0,-7 6 0 0,7-6 0 16,-10 5 0-16,10-5 0 0,-8 6 0 15,8-6 0-15,-7 6 0 0,7-6 0 16,-8 6 0-16,8-6 0 0,-7 6 0 16,7-6 0-16,-8 6 0 0,8-6 0 0,-8 5 0 15,8-5 0-15,-9 7 0 0,9-7 0 16,-7 7 0-16,7-7 0 0,-11 7 0 0,8-3 0 16,3-4 0-16,-10 8 0 0,5-3 0 15,5-5 0-15,-8 9 0 0,0-4 0 16,8-5 0-16,-7 9 0 0,3-6 0 15,4-3 0-15,-10 8 0 0,4-2 0 0,6-6 0 16,-9 11 0-16,7-9 0 0,2-2 0 16,-7 10 0-16,2-4 0 0,5-6 0 0,-7 8 0 15,7-8 0-15,-6 9 0 0,5-4 0 16,1-5 0-16,-6 10 0 0,4-4 0 0,2-6 0 16,-4 10 0-16,4-10 0 0,-6 10 0 15,4-5 0-15,2-5 0 0,-2 8 0 0,2-8 0 16,-2 12 0-16,2-12 0 0,-1 7 0 15,1-7 0-15,-2 10 0 0,2-10 0 16,-2 6 0-16,2-6 0 0,0 0 0 0,0 12 0 16,0-12 0-16,0 8 0 0,0-8 0 15,0 9 0-15,0-9 0 0,-2 9 0 16,2-9 0-16,2 7 0 0,-2-7 0 16,0 7 0-16,0-7 0 0,2 12 0 0,-2-12 0 15,0 8 0-15,0-8 0 0,2 7 0 16,-2-7 0-16,1 8 0 0,-1-8 0 0,0 8 0 15,0-8 0-15,2 10 0 0,-2-10 0 16,0 8 0-16,0-8 0 0,2 7 0 0,-2-7 0 16,2 10 0-16,-2-10 0 0,0 7 0 15,0-7 0-15,2 11 0 0,-2-11 0 0,3 6 0 16,-3-6 0-16,1 9 0 16,-1-9 0-16,4 9 0 0,-4-9 0 0,2 8 0 15,-2-8 0-15,2 8 0 0,-2-8 0 0,2 7 0 16,-2-7 0-16,2 10 0 0,-2-10 0 15,1 8 0-15,-1-8 0 0,0 6 0 16,0-6 0-16,4 11 0 0,-4-11 0 0,4 10 0 16,-2-2 0-16,-1-4 0 0,-1 3 0 15,4-1 0-15,-1 0 0 0,-1 0 0 16,2 0 0-16,-4-6 0 0,1 9 0 0,1-4 0 16,0 0 0-16,-2-5 0 0,4 9 0 15,-4-9 0-15,3 8 0 0,-3-4 0 16,0-4 0-16,4 10 0 0,0-5 0 15,-4-5 0-15,4 9 0 0,-4-4 0 0,0-5 0 16,4 10 0-16,-2-5 0 0,0 0 0 16,2 0 0-16,-3 1 0 0,1 0 0 0,0-1 0 15,0 2 0-15,3-2 0 0,-3 1 0 16,3 0 0-16,-1-1 0 0,-3 2 0 0,3-2 0 16,0 1 0-16,0 0 0 0,-4-6 0 15,1 8 0-15,3-4 0 0,-2 1 0 0,-2-5 0 16,6 8 0-16,-4-3 0 0,2-2 0 15,-4-3 0-15,5 10 0 0,-5-7 0 0,0-3 0 16,8 8 0-16,-4-2 0 0,-3-2 0 16,6 2 0-16,-2-1 0 0,-1-1 0 0,4 4 0 15,-5-2 0-15,6 2 0 0,-4-2 0 16,2 1 0-16,-1 1 0 0,1 0 0 16,4 2 0-16,-6-3 0 0,4 3 0 15,-1-2 0-15,0-1 0 0,-1 1 0 0,-1 0 0 16,1-2 0-16,4 1 0 0,-6 0 0 15,2-2 0-15,1 0 0 0,-2 0 0 16,0 1 0-16,1-1 0 0,2-2 0 0,-9-3 0 16,14 9 0-16,-6-4 0 0,-3-2 0 15,5 1 0-15,-2 1 0 0,-8-5 0 0,16 8 0 16,-5-6 0-16,-2 2 0 0,0-1 0 16,3 0 0-16,-3 1 0 0,2-1 0 0,1 1 0 15,-2-2 0-15,-1 2 0 0,3-4 0 16,-12 0 0-16,18 6 0 0,-6-4 0 15,-4 2 0-15,1-2 0 0,-9-2 0 16,19 2 0-16,-7-1 0 0,-12-1 0 0,15 0 0 16,-15 0 0-16,15 2 0 0,-15-2 0 15,18 0 0-15,-18 0 0 0,14-3 0 0,-14 3 0 16,16-2 0-16,-7 0 0 0,2-2 0 16,-11 4 0-16,16-6 0 0,-9 4 0 0,-7 2 0 15,16-8 0-15,-7 4 0 0,-1-1 0 16,2 2 0-16,-1-4 0 0,0 5 0 15,3-6 0-15,-4 3 0 0,1 0 0 0,1-1 0 16,0 1 0-16,-3 0 0 0,0-2 0 16,3 2 0-16,-4 0 0 0,3-2 0 15,0 2 0-15,-2 0 0 0,0 0 0 0,3-2 0 16,-5 2 0-16,3-2 0 0,-2 0 0 16,1 2 0-16,-1-3 0 0,2 4 0 15,1-4 0-15,-3 4 0 0,1-3 0 0,-2 1 0 16,2 0 0-16,-1 0 0 0,-1 0 0 15,-1-1 0-15,0 1 0 0,-4 6 0 0,10-12 0 16,-4 4 0-16,-3 1 0 0,3 1 0 16,-3 0 0-16,1-2 0 0,1 2 0 15,-1-1 0-15,-4 7 0 0,7-14 0 16,-3 8 0-16,-1-1 0 0,1 3 0 0,-4 4 0 0,8-12 0 16,-6 4 0-16,2 3 0 15,-4 5 0-15,7-12 0 0,-5 6 0 0,2 0 0 16,-1 0 0-16,1-1 0 0,-4 7 0 15,7-12 0-15,-5 5 0 0,1 0 0 0,-1-2 0 16,4 1 0-16,-5-1 0 0,1 1 0 16,0-2 0-16,2 1 0 0,0-1 0 0,-4 0 0 15,4 3 0-15,-4-3 0 0,2 2 0 16,-2-2 0-16,2 2 0 0,0 1 0 16,0-1 0-16,-2-2 0 0,0 3 0 15,1-3 0-15,-1 10 0 0,0-16 0 0,-1 7 0 16,1-2 0-16,-2-1 0 0,0 0 0 15,0-2 0-15,2 1 0 0,-2-1 0 0,0-1 0 16,0-1 0-16,0 4 0 0,-2-1 0 16,2 1 0-16,0-1 0 0,0 2 0 0,-1-1 0 15,-1 2 0-15,0-2 0 0,3 1 0 16,-5 1 0-16,-1-3 0 0,2 1 0 0,1 2 0 16,1 0 0-16,-5-1 0 0,-2-1 0 15,3 1 0-15,-1 1 0 0,-1-1 0 16,2 2 0-16,0 1 0 0,2-1 0 15,-3 1 0-15,-2-3 0 0,4 5 0 0,-1-3 0 16,-2 2 0-16,2 0 0 0,-2 1 0 16,0-3 0-16,2 2 0 0,-4 2 0 0,2-3 0 15,-3 3 0-15,3-2 0 0,-2 0 0 16,2 1 0-16,-7-1 0 0,3 1 0 0,-3 1 0 16,-1 0 0-16,-4-2 0 0,0 1 0 15,-2 3 0-15,-1-3 0 0,-1 6 0 16,4-2 0-16,-6 2 0 0,0 0 0 0,0 2 0 15,3-2 0-15,-2 4 0 0,-1 1 0 16,2 2 0-16,4 1 0 0,-2-2 0 0,2 2 0 16,2 1-103-16,0-2-368 0,0 2-111 15,6-4-156-15,-3 2-128 0,5-4 92 16,-3-1-810-16,5 0-1025 0</inkml:trace>
  <inkml:trace contextRef="#ctx0" brushRef="#br0" timeOffset="5882.09">9013 12102 3797 0,'0'0'-345'0,"0"0"44"0,0 0 35 16,0 0 44-16,0 0 29 0,0 0 26 0,0 0 29 16,0 0 33-16,0 0 24 0,-11-2 15 15,11 2 21-15,0 0 19 0,0 0 16 0,-10-2 11 16,10 2 11-16,0 0 16 0,0 0 8 16,0 0 9-16,-7-4 10 0,7 4 7 0,0 0 10 15,0 0 11-15,0 0 0 0,0 0 7 16,0 0 1-16,-8-4 5 0,8 4 6 15,0 0 16-15,-5-4-7 0,5 4 0 16,0 0 4-16,0 0-7 0,-10-3 6 0,10 3-3 16,0 0 2-16,0 0-3 0,0 0 3 15,-13 0-1-15,13 0 1 0,0 0-2 16,0 0-3-16,-8-3-3 0,8 3 3 0,0 0-2 16,0 0-2-16,0 0-5 0,-8-2 4 15,8 2-7-15,0 0-5 0,0 0-5 16,0 0-1-16,0 0-4 0,0 0-3 0,0 0 2 15,0 0-5-15,0 0-2 0,0 0 1 16,0 0-4-16,0 0 1 0,0 0-1 16,0 0 4-16,0 0 6 0,0 0 6 0,0 0 2 15,0 0-9-15,0 0-1 0,0 0-2 16,0 0-16-16,32-3-1 0,-32 3-7 0,0 0-2 16,0 0-13-16,20 5 2 0,-20-5-3 15,9 0-7-15,-9 0-1 0,0 0-2 0,0 0-2 16,18 3-7-16,-18-3 1 0,0 0-4 15,9 2-1-15,-9-2-1 0,0 0-3 0,0 0 1 16,12 1 0-16,-12-1 1 0,0 0-3 16,11 6 0-16,-11-6 4 0,0 0-6 15,9 2 4-15,-9-2-10 0,0 0 8 16,12 3-8-16,-12-3 4 0,9 3-2 0,-9-3 2 16,12 4-6-16,-12-4 2 0,12 1 4 15,-9 3-4-15,-3-4 0 0,13 3 1 16,-4-1-1-16,-9-2 5 0,12 3 1 0,-6-1-2 15,1 1-3-15,4-2 2 16,-4 2-3-16,-7-3 1 0,16 3 1 0,-3 1-2 0,-4-4 8 16,-2 1-4-16,-7-1-2 0,21 4 4 15,-11-2-3-15,-4-1-3 0,-6-1-2 0,15 0 5 16,-8 2-3-16,-7-2-3 16,12 4-2-16,-12-4 2 0,11 1 4 0,-11-1 4 15,12 3-10-15,-12-3 10 0,12 2-8 0,-12-2 2 16,11 2-2-16,-11-2-1 0,13 3 9 15,-5-3-3-15,-8 0-3 0,17 2 8 16,-7 0-4-16,-10-2 12 0,18 1 2 0,-18-1-6 16,19 0-2-16,-6 2 3 0,-13-2-5 15,16 0-4-15,-16 0 4 0,18 2-2 0,-18-2 2 16,14 2-5-16,-14-2 4 0,13 0 4 16,-13 0-1-16,0 0-6 0,14 2-2 15,-14-2 2-15,13 1-1 0,-13-1 2 0,14 3 2 16,-14-3 5-16,17 1 2 15,-17-1 10-15,19 0-11 0,-19 0 5 0,20 0 1 16,-20 0-3-16,18-1 3 0,-18 1-2 0,19 1-6 16,-19-1-6-16,15-1 1 0,-15 1 3 15,16 1-4-15,-16-1 0 0,11 0-2 16,-11 0 6-16,0 0-7 0,18 0 7 0,-18 0-1 16,0 0 2-16,16 1-3 0,-16-1-8 15,14 0 8-15,-14 0 2 0,17 0-5 0,-17 0-4 16,25 0-4-16,-10 0 7 0,0-1 1 15,3 0 1-15,-4 1-4 0,0 0-3 0,1 1-1 16,-15-1 5-16,25 0-3 16,-16 0-3-16,1 0 8 0,-10 0-2 0,17-1 1 0,-17 1-5 15,16 1 6-15,-16-1 1 0,0 0-7 16,16-1 3-16,-16 1 3 0,12 1 1 16,-12-1 0-16,10 0-1 0,-10 0 3 15,0 0-11-15,12 0 10 0,-12 0 1 0,0 0-8 16,14 1 5-16,-14-1 3 0,0 0-5 15,13 0 3-15,-13 0-12 0,0 0 7 0,0 0 0 16,16 0 2-16,-16 0 1 0,0 0 1 16,11 2-2-16,-11-2-4 0,0 0 3 15,0 0-2-15,18 0 2 0,-18 0-8 0,9 0 6 16,-9 0 8-16,19 0-6 0,-9 0-4 16,-10 0 14-16,24 0-9 0,-11 0-4 15,-1 0-1-15,1 0 4 0,1 2 2 16,-1-2-2-16,0 0-3 0,-1 0 1 0,-12 0 1 15,19 1-3-15,-19-1 6 0,15-1-5 16,-7 2 8-16,-8-1-1 0,14 0-8 0,-14 0 5 16,12 2 0-16,-12-2-1 0,0 0 1 15,20-2-4-15,-20 2 2 0,15 0 5 0,-3 2-2 16,-3-4 2-16,6 2-9 0,0 0-3 16,0 0 4-16,1 0 3 0,0 0 4 15,2 0-5-15,1 0 1 0,0 0-4 16,-2 0 3-16,3 2 3 0,-4 0-1 0,0-2-2 15,-1 0 0-15,-4 1-2 0,1-1 4 16,-12 0 3-16,17 2 0 0,-17-2-5 0,14-2 6 16,-14 2-1-16,11 2 0 0,-11-2 1 15,0 0-7-15,15 0 3 0,-15 0 0 0,11 2 0 16,-11-2 7-16,16 0-10 0,-5 0 8 16,2 0-4-16,-13 0 5 0,31-2-9 0,-16 2 2 15,0 0-6-15,-1 0 10 0,-1 2-11 16,3-2 8-16,-2 0-4 0,-14 0 2 0,18 0 1 15,-18 0-1-15,17 1 2 0,-17-1 2 16,13 0-4-16,-13 0 7 0,0 0-2 0,17 0 2 16,-17 0 2-16,0 0-7 15,19 0 6-15,-19 0-4 0,0 0-2 0,18-1 0 16,-5-1 1-16,-2 0-5 0,-11 2 2 16,25 0 2-16,-15 0 1 0,5-1-3 0,1 1 0 15,-3 0 0-15,-1 0 1 0,2-2-2 16,-3 4 0-16,1-2 5 0,-12 0-6 15,23 0 0-15,-17 0 8 0,-6 0-7 0,17-2 4 16,-17 2-6-16,14 0 1 0,-14 0 8 16,11 0-4-16,-11 0 3 0,13 0-2 0,-13 0 6 15,13 0-3-15,-13 0-8 0,13-3 5 16,-1 3 1-16,-12 0-3 0,17 0 0 0,-5-2 1 16,-3 2-4-16,-9 0 10 0,23-2-7 15,-12 2-2-15,-1 0 2 0,-10 0 1 16,17-1-4-16,-8 1 9 0,-9 0-12 15,14 1 8-15,-14-1-2 0,0 0-2 0,13-1 2 16,-13 1-1-16,11 0 3 0,-11 0 1 16,11-1-2-16,-11 1-5 0,12-3 2 0,-1 2-1 15,2-1 1-15,4 0 1 0,5 2 4 16,3-2-3-16,4 0 1 0,-6 2 3 0,-2 0-6 16,1 0-9-16,-8 0-5 0,3 0 6 15,-1 0 1-15,-3 0 2 0,-1 0-2 0,-12 0 3 16,18 0 1-16,-18 0 3 15,18-1 2-15,-18 1-4 0,12-2 2 0,-12 2 1 16,11 0-2-16,-11 0 4 0,0 0 2 0,14-2-2 16,-14 2 0-16,0 0 5 0,12 0-7 15,-12 0 1-15,0 0 0 0,0 0-5 16,0 0 11-16,12 0-12 0,-12 0 3 16,0 0 5-16,0 0-2 0,0 0-3 0,0 0 5 15,0 0-5-15,12 2 0 0,-12-2-1 16,0 0-2-16,0 0 3 0,11 0 3 0,-11 0 4 15,0 0-12-15,0 0 4 0,13 2 0 16,-13-2 2-16,0 0 1 0,12-2 2 0,-12 2-2 16,0 0-3-16,14 2-2 15,-14-2 3-15,11-2-7 0,-11 2-3 0,0 0 0 16,22 2-2-16,-22-2 2 0,11-2-5 16,-11 2 2-16,16 0 8 0,-16 0-3 0,12 0 0 15,-12 0 0-15,12-2 4 0,-12 2-4 16,0 0 4-16,13 0 4 0,-13 0-6 0,10-1 7 15,-10 1-1-15,0 0 0 0,0 0 3 16,13 0-2-16,-13 0 0 0,0 0 0 0,13-2-1 16,-13 2 1-16,11-2-3 0,-11 2 3 15,11 0 1-15,-11 0-4 0,0 0 3 0,13-2-1 16,-13 2 7-16,0 0-7 16,0 0 7-16,15-1-5 0,-15 1 4 0,0 0 0 0,10 0-5 15,-10 0 1-15,0 0 6 16,0 0-6-16,0 0 3 0,0 0 4 0,12-2-2 15,-12 2 2-15,0 0-1 0,0 0 0 16,0 0-1-16,0 0-5 0,0 0 5 0,0 0-5 16,0 0 4-16,0 0 4 0,0 0-3 15,0 0-8-15,0 0 10 0,0 0-7 16,0 0 7-16,0 0-1 0,7-1 0 0,-7 1 0 16,0 0 0-16,0 0-4 0,0 0 8 15,0 0 1-15,0 0 1 0,0 0 5 0,0 0-4 16,0 0 7-16,0 0-4 15,0 0-1-15,0 0-5 0,0 0 3 0,0 0-2 16,0 0 3-16,0 0-2 0,0 0-7 16,0 0 4-16,0 0-6 0,0 0-22 0,0 0-40 15,0 0-73-15,0 0-106 0,0 0-146 16,0 0-178-16,0 0-247 0,0 0 68 0,0 0 70 16,0 0-572-16,0 0-706 0</inkml:trace>
  <inkml:trace contextRef="#ctx0" brushRef="#br0" timeOffset="8264.71">12372 11685 3118 0,'0'0'-201'0,"0"0"41"0,-9-5 33 0,9 5 37 15,0 0 32-15,0 0 32 0,-9-1 27 16,9 1 16-16,0 0 18 0,0 0 9 15,0 0 13-15,-9-3 14 0,9 3 14 0,0 0 7 16,0 0 4-16,0 0 5 0,-14-1 0 16,14 1-3-16,0 0-8 0,0 0 2 0,-13 1 0 15,13-1 8-15,0 0-10 0,-14 3-3 16,14-3-5-16,-9 2 4 0,9-2 2 16,-13 4-4-16,5 0-1 0,0-3 0 15,8-1 4-15,-14 7-4 0,3-3 1 0,2 0 1 16,0-1-4-16,9-3-6 0,-18 6-2 15,11-2-4-15,1 0-4 0,-4 0-3 0,10-4-5 16,-13 8-4-16,4-3-5 0,3-2 2 16,-4 2-1-16,5-1-5 0,-3 0 4 0,2 2-4 15,0 1 2-15,-3 0 2 0,4-2-3 16,-4 3 5-16,2-2-2 0,1 2-4 0,-1-1-2 16,2 1-1-16,-2-2-1 0,1 2 0 15,1-1-3-15,-1 1 3 0,3-1-3 16,-3 2-1-16,1-2-2 0,0 1 3 15,1-1 1-15,1 2-5 0,-3-2 1 16,2 1-4-16,1 0 0 0,-4 1-4 0,5-1 1 16,0 0-1-16,-1-2-7 0,-3 3 1 15,4-1 4-15,-1 4-9 0,-1-5-4 0,2 3 6 16,-2-4-3-16,2 0 3 0,-2 3-3 16,2-1-3-16,2-8 3 0,-5 13-8 0,3-6 4 15,-2 2-1-15,2-3-4 0,0 1 9 16,1 2-5-16,-4-2 4 0,3 1 5 0,0-2-4 15,0 4-2-15,1-3 1 0,1-7 1 16,-4 15 2-16,2-8-3 0,2 1-2 0,0-8-1 16,-2 12 2-16,0-5 3 0,0 0-1 15,2 2 0-15,0-9 10 0,-1 13-9 16,-3-4 6-16,4-2 3 0,0-7 5 16,-2 16-6-16,2-10-3 0,0 2-1 0,0-8 2 15,0 16 3-15,0-7-1 0,2-1 4 16,-2 0-8-16,0 1 7 0,2-1-5 15,-2 2 1-15,2-2-3 0,-1 1 1 0,-1-1 1 16,2 1 2-16,0-2 7 0,0 0-4 16,2 3-2-16,-2-2 11 0,-1-1-11 0,1 2 0 15,2-1 0-15,1-1 3 0,-4 0 1 16,3 0-7-16,0 1 2 0,-1 1-3 16,1-2 3-16,2 1-3 0,-3 1-3 15,2-1 0-15,2 1-3 0,-3-2 5 0,3 1 0 16,-3-3-5-16,5 3 7 0,-6 0 2 15,5-2-5-15,-5 1 2 0,5-1 3 0,-2 2 1 16,0-4 0-16,-1 2 0 0,3-1-1 16,-3-1 1-16,4 2-5 0,-4-2 1 0,2 2-3 15,1 0-3-15,-3-2 3 0,6 2-6 16,-4-1 2-16,0 0-3 0,3 0 0 0,-2-1-3 16,-1 0 6-16,2 0-3 0,4 0-1 15,-4-1-4-15,0-1-1 0,1 2 3 0,1-2-4 16,-2 2 3-16,3-2-5 15,-2-2 1-15,-3 3 1 0,3 0 0 0,-1-1-2 16,1 0 0-16,-2 0-5 0,-8-2 4 0,17 3 0 16,-12 1-2-16,4-3 5 0,-9-1-4 15,12 3 1-15,-4-1 1 0,-8-2-2 16,14 5-2-16,-9-3-2 0,-5-2 8 16,13 2-2-16,-4-1-2 0,-9-1 1 0,11 6 1 15,-11-6-3-15,12 1 3 0,-5 1-1 16,0 2 2-16,-7-4-4 0,11 1 3 0,0 1-4 15,-11-2 7-15,13 5 0 0,-13-5-4 16,11 2 0-16,-11-2-3 0,12 1 5 0,-12-1 1 16,9 2-1-16,-9-2 1 0,9 2 1 15,-9-2 0-15,14 0-4 0,-14 0 8 16,11 0-7-16,-11 0 5 0,14 0-6 0,-14 0 4 16,17-4 0-16,-17 4-3 0,15 0 5 15,-4 0-8-15,-11 0 2 0,18-3 2 16,-9 1 2-16,0 1-5 0,2-1 0 0,-11 2 2 15,14-2-1-15,-6 1-1 0,-8 1 1 16,15-2-3-16,-15 2 6 0,15-2 0 0,-5 0-3 16,-10 2 5-16,15-1-6 0,-6-1-1 15,-9 2 7-15,16-4-3 0,-7 4-1 0,2-1 1 16,-2-3-1-16,-9 4-2 0,16-3 2 16,-5 1-1-16,-2-2 0 0,-2 2 3 0,3 0 2 15,-2-2-3-15,-1 1 3 0,2-1-4 16,2 1-1-16,-2-2 0 0,-2 1 0 15,3-2 0-15,0 2 0 0,-1-1 0 16,-1 0 0-16,1-2 0 0,1 2 0 0,0 0 0 16,-3-2 0-16,2 2 0 0,1 0 0 15,-2-3 0-15,-1 2 0 0,3 0 0 16,-3-1 0-16,1 1 0 0,0 0 0 0,-1 0 0 16,0 0 0-16,0 1 0 0,0-3 0 15,2 2 0-15,-3-2 0 0,2 1 0 0,-2 1 0 16,1-2 0-16,1-2 0 0,-2 3 0 15,3-3 0-15,1 0 0 0,-3-2 0 16,1 2 0-16,-2-1 0 0,1 1 0 16,-1 0 0-16,-3 0 0 0,4-1 0 0,0-2 0 15,-3 4 0-15,3-3 0 0,-3-1 0 16,3 1 0-16,-2 0 0 0,1-2 0 0,-3 1 0 16,3-1 0-16,-1 3 0 0,0 0 0 15,-1-1 0-15,1 0 0 0,-1 0 0 0,0-1 0 16,-1 1 0-16,-1 1 0 0,2 0 0 15,2-3 0-15,-4 0 0 0,2 2 0 0,-2-2 0 16,0 1 0-16,-2 1 0 0,0-1 0 16,0-2 0-16,2 3 0 0,-2-2 0 15,0 1 0-15,-2 1 0 0,0-1 0 0,0 1 0 16,0-1 0-16,0-1 0 0,0 2 0 0,1 2 0 16,-4-1 0-16,3 0 0 15,0 0 0-15,2 4 0 0,-2-5 0 0,-1 2 0 16,-1 1 0-16,0-1 0 0,1 2 0 15,-3-1 0-15,0 1 0 0,0 1 0 0,1-2 0 16,-3 2 0-16,-4-1 0 0,5-1 0 16,-1 3 0-16,-6-2 0 0,3 0 0 0,-1 1 0 15,-1 1 0-15,-1-3 0 0,-4 2 0 16,2-1 0-16,-6 1 0 0,1-3 0 16,1 4 0-16,-2-1 0 0,-2 0 0 15,0 1 0-15,1 1 0 0,1 1 0 0,-3-2 0 16,6 4 0-16,-6-2 0 0,1 2 0 15,3 2 0-15,-8-2 0 0,2 4 0 16,0 0 0-16,1-1 0 0,-5 3 0 0,4-1 0 16,-7 5 0-16,0-2 0 0,3 2 0 15,6 1 0-15,3-1-203 0,1 4-161 0,-6 1-110 16,0 3-122-16,7-5-162 0,-7 7-60 16,2-1 83-16,2 3-708 0,2 2-893 0</inkml:trace>
  <inkml:trace contextRef="#ctx0" brushRef="#br0" timeOffset="15180.06">13156 12402 3564 0,'-6'-4'-213'15,"6"4"33"-15,0 0 36 0,0 0 36 0,-5-5 43 16,5 5 37-16,0 0 35 0,0 0 30 16,0 0 25-16,0 0 18 0,0 0 19 0,0-7 20 15,0 7 16-15,0 0 8 0,0 0 7 16,0 0 2-16,0 0-4 0,0 0-2 16,0 0-7-16,0 0-6 0,0 0-1 15,0 0-3-15,0 0-4 0,0 0-5 0,0 0 1 16,0 0-3-16,0 0 1 0,0 0 4 15,0 0-2-15,0 0-2 0,0 0 5 16,0 0-8-16,0 0 6 0,0 0-6 0,0 0-4 16,9-8-9-16,-9 8 6 0,0 0 2 15,0 0 3-15,0 0-1 0,0 0-7 0,0 0 0 16,0 0 1-16,20 12 6 0,-20-12-6 16,11 8 1-16,-3-2-2 0,-1-1-5 0,3 2 2 15,-3-2-4-15,3 3-3 0,1-1 1 16,0 3-5-16,1-3-3 0,1 2-71 0,1 0-18 15,-1-1 0-15,1 0 0 0,-3 1 0 16,0 0 0-16,3-2 0 0,-3 2 0 16,1-1 0-16,-3 0 0 0,2 2 0 15,1-3 0-15,-1 3 0 0,-1-4 0 0,-2 3 0 16,-1-2 0-16,3 0 0 0,-3-1 0 16,3 0 0-16,-1 2 0 0,-1-1 0 0,-3-2 0 15,6 2 0-15,-4-2 0 0,0 2 0 16,2-2 0-16,-4-1 0 0,1 0 0 15,-1 0 0-15,1 1 0 0,-1 0 0 0,0 0 0 16,1-1 0-16,-1 1 0 0,1 0 0 16,-3 0 0-16,1 0 0 0,2 0 0 0,-2 1 0 15,2-1 0-15,-3 0 0 0,1 0 0 16,-4-5 0-16,7 8 0 0,-5-2 0 16,3-3 0-16,-5-3 0 0,7 9 0 15,-3-4 0-15,0 0 0 0,-4-5 0 0,5 7 0 16,-3-1 0-16,2-2 0 0,0 1 0 15,-4-5 0-15,4 10 0 0,-2-6 0 0,4 2 0 16,-5-2 0-16,-1-4 0 0,4 10 0 16,0-4 0-16,-1-1 0 0,-3-5 0 0,2 8 0 15,1-2 0-15,-3-6 0 0,4 8 0 16,-1-4 0-16,-3-4 0 0,2 9 0 0,0-5 0 16,-2-4 0-16,4 8 0 15,-4-8 0-15,4 8 0 0,-3-3 0 0,-1-5 0 16,4 7 0-16,-4-7 0 0,4 5 0 15,-4-5 0-15,4 7 0 0,-4-7 0 0,0 0 0 16,2 5 0-16,-2-5 0 0,0 0 0 16,4 5 0-16,-4-5 0 0,0 0 0 0,0 0 0 15,4 5 0-15,-4-5 0 0,0 0 0 16,0 0 0-16,0 0 0 0,0 0 0 0,0 0 0 16,1 7 0-16,-1-7 0 0,0 0 0 15,0 0 0-15,0 0 0 0,0 0 0 0,0 0 0 16,0 0 0-16,0 0 0 0,0 0 0 15,0 0 0-15,0 0 0 0,2 4 0 0,-2-4 0 16,0 0 0-16,0 0 0 0,0 0 0 16,0 0 0-16,0 0 0 0,0 0 0 15,0 0 0-15,0 0 0 0,0 0 0 16,0 0 0-16,0 0 0 0,0 0 0 0,0 0 0 16,0 0 0-16,0 0 0 0,0 0 0 15,0 0 0-15,0 0 0 0,0 0 0 16,0 0 0-16,0 0 0 0,0 0 0 0,0 0 0 15,0 0 0-15,0 0 0 0,0 0 0 16,0 0 0-16,0 0 0 0,0 0 0 0,0 0 0 16,0 0 0-16,0 0 0 0,0 0 0 15,0 0 0-15,0 0 0 0,0 0 0 16,0 0 0-16,0 0 0 0,0 0 0 16,0 0 0-16,0 0 0 0,0 0 0 0,0 0 0 15,0 0 0-15,0 0 0 0,0 0 0 16,0 0 0-16,0 0 0 0,0 0 0 0,0 0 0 15,0 0 0-15,-2 10 0 0,2-10 0 16,0 0 0-16,0 0 0 0,0 0 0 0,0 0 0 16,0 0 0-16,0 0 0 0,0 0 0 15,0 0 0-15,0 0 0 0,0 0 0 0,0 0 0 16,0 0 0-16,0 0 0 0,0 0 0 16,0 0 0-16,0 0 0 0,0 0 0 0,0 0 0 15,0 0 0-15,0 0-909 16,0 0-70-16,-11 2 105 0,11-2-972 0,-19 3-1273 15</inkml:trace>
  <inkml:trace contextRef="#ctx0" brushRef="#br0" timeOffset="17396.52">12752 12724 4462 0,'0'0'-371'16,"-3"-7"58"-16,3 7 49 0,-4-5 38 0,4 5 44 0,0 0 34 0,-4-5 35 15,4 5 34-15,0 0 27 0,0 0 28 16,0 0 30-16,-2-7 25 0,2 7 25 0,0 0 27 16,0 0 18-16,0 0 28 0,0 0 1 15,-6-5 16-15,6 5 10 0,0 0-1 0,0 0 6 16,0 0-9-16,-4-5-3 0,4 5-6 16,0 0-8-16,0 0-13 0,0 0-12 0,0 0-6 15,0 0-8-15,0 0-9 0,0 0-10 16,0 0-6-16,0 0 6 0,0 0 16 15,0 0 8-15,0 0 5 0,0 0 7 0,0 0 7 16,-13 21 0-16,11-16 3 0,2-5-2 16,-3 15 12-16,-1-5-7 0,-1-1 7 15,4 3 2-15,-3-2-8 0,0 5 0 16,0-2-11-16,3 1-2 0,-5 2-4 0,4 1-7 16,0 0-7-16,-1-1-6 0,0 0-5 15,1 1 4-15,0-2 1 0,0-1-7 0,2 3-6 16,0 0-2-16,-1-3-7 0,1 0-2 15,-2-1-2-15,2 1-44 0,0 1-20 0,0-3 0 16,-2-1 0-16,0 3 0 16,2-3 0-16,-2-1 0 0,2 4 0 0,0-4 0 0,0-1 0 15,0 1 0-15,0 2 0 16,0-5 0-16,0 3 0 0,-2 0 0 0,2-2 0 16,0 1 0-16,-2-1 0 0,2-1 0 15,0 2 0-15,-1-2 0 0,1 1 0 0,-2-1 0 16,0 2 0-16,2-3 0 0,-2 1 0 15,2 2 0-15,-2-1 0 0,-1 0 0 0,3 0 0 16,0 0 0-16,-1-1 0 0,1 3 0 16,-2-5 0-16,2 4 0 0,-2-2 0 15,0 1 0-15,0-1 0 0,2 3 0 0,0-4 0 16,-2 2 0-16,0 0 0 0,2-1 0 16,0 1 0-16,-1-2 0 0,1 2 0 0,-2-1 0 15,2-7 0-15,-2 12 0 0,0-6 0 16,2 0 0-16,-2 1 0 0,2-7 0 15,-2 12 0-15,2-8 0 0,0-4 0 16,-1 13 0-16,1-8 0 0,0 2 0 0,-5-1 0 16,5 1 0-16,0-7 0 0,-2 12 0 15,2-5 0-15,-2 0 0 0,0 1 0 0,2-1 0 16,0 0 0-16,-1 0 0 0,1 0 0 16,-2 1 0-16,2 0 0 0,0-2 0 0,-2 1 0 15,0 0 0-15,2 0 0 0,-2-1 0 16,2 1 0-16,-2 3 0 0,2-4 0 0,0-6 0 15,-2 12 0-15,2-5 0 16,0-1 0-16,0 4 0 0,0-4 0 0,-1 2 0 0,1-1 0 16,0 1 0-16,0 0 0 15,-2 1 0-15,2-9 0 0,0 14 0 0,-2-6 0 16,2 1 0-16,0-9 0 0,0 15 0 16,-2-6 0-16,2-1 0 0,0-1 0 15,0-7 0-15,-3 15 0 0,1-10 0 0,2-5 0 16,0 14 0-16,0-7 0 0,-1 1 0 15,1 1 0-15,-2-2 0 0,2-7 0 0,-2 15 0 16,2-8 0-16,-2 3 0 16,2-3 0-16,0 2 0 0,0-9 0 0,0 15 0 15,0-5 0-15,-2-1 0 0,2 1 0 16,0 2 0-16,0 0 0 0,0-3 0 0,-2 2 0 16,2-3 0-16,-1 2 0 0,1 1 0 15,0-1 0-15,0 0 0 0,-2 1 0 0,2-3 0 16,0 0 0-16,-2 3 0 0,0-2 0 15,2-1 0-15,0 1 0 0,-2 1 0 0,2 0 0 16,0-1 0-16,0 1 0 0,0-1 0 16,-2-1 0-16,2 1 0 0,0 1 0 0,0 0 0 15,0 0 0-15,0 1 0 0,0-1 0 16,0-2 0-16,-2 3 0 0,4 1 0 0,-2 0 0 16,0-1 0-16,2-1 0 0,-2 0 0 15,0-1 0-15,0 4 0 0,2 1 0 16,-2-2 0-16,2 2 0 0,0-4 0 15,-2 2 0-15,0-2 0 0,2-1 0 0,-2 3 0 16,1-2 0-16,-1 2 0 0,0-2 0 16,0 1 0-16,0-3 0 0,0 1 0 15,2 1 0-15,-2-2 0 0,0 0 0 0,0 0 0 16,2 1 0-16,-2-2 0 0,0 2 0 16,0-1 0-16,2 1 0 0,0-1 0 0,-2 2 0 15,0-3 0-15,2 1 0 0,-4 1 0 16,4 2 0-16,-2-4 0 0,1 3 0 0,-1 0 0 15,0-1 0-15,0-1 0 0,2 1 0 16,-2 3 0-16,0-4 0 0,3 2 0 16,-3-1 0-16,2 0 0 0,-2-1 0 15,2 4 0-15,0-2 0 0,-2-1 0 0,0 1 0 16,1-1 0-16,-1 1 0 0,0-2 0 16,0 4 0-16,2-4 0 0,-2 0 0 0,0 2 0 15,0-3 0-15,2 1 0 0,-2 2 0 16,0-10 0-16,2 13 0 0,-2-2 0 0,0-3 0 15,2 0 0-15,-4 1 0 0,2-9 0 16,2 16 0-16,-2-8 0 0,0 1 0 0,0 1 0 16,0-1 0-16,2-2 0 0,-2 3 0 15,0 0 0-15,0-1 0 0,-2-1 0 16,4 1 0-16,-2-2 0 0,-2 3 0 16,4-2 0-16,-4 2 0 0,2-4 0 0,0 2 0 15,-2-1 0-15,2 1 0 0,0-2 0 16,0-6 0-16,-2 14 0 0,2-8 0 15,0 1 0-15,0 3 0 0,0-4 0 0,0-6 0 16,-2 11 0-16,2-2 0 0,-2-2 0 16,2 1 0-16,0-3 0 0,0 3 0 0,-1 1 0 15,1-2 0-15,0-7 0 0,0 13 0 16,0-8 0-16,-2 4 0 0,2-2 0 16,-2 2 0-16,2-1 0 0,0-1 0 0,0 0 0 15,0 3 0-15,-2-2 0 0,2 3 0 0,0-1 0 16,0 0 0-16,0 2 0 0,0-1 0 15,2 0 0-15,-2 1 0 0,0 3 0 16,0-3 0-16,0 2 0 0,2-4 0 16,0 1 0-16,-2-3 0 0,0 4 0 0,0-7 0 15,1 4 0-15,-1-2 0 0,0 1 0 16,0-8 0-16,0 10 0 0,0-10 0 0,-1 7 0 16,1-7 0-16,0 10 0 0,0-10 0 15,1 4 0-15,-1-4 0 0,0 0 0 0,-1 10 0 16,1-10 0-16,0 0 0 15,0 0 0-15,0 0 0 0,0 6 0 0,0-6 0 0,0 0 0 16,0 0 0-16,0 0 0 16,0 0 0-16,0 0 0 0,0 0 0 0,0 0 0 15,0 0 0-15,-11-22 0 0,8 14 0 16,-3 1-37-16,3-3-691 0,-1 2-131 16,-2 0-39-16,3 3 78 0,-6-2-829 0,2 2-1087 15</inkml:trace>
  <inkml:trace contextRef="#ctx0" brushRef="#br0" timeOffset="20778.45">12638 15499 4291 0,'0'0'-170'0,"2"-9"34"0,-2 9 33 0,0 0 34 0,0-8 44 16,0 8 29-16,0 0 34 0,-2-9 11 16,2 9 9-16,0 0-9 0,0 0 7 15,-2-10 4-15,2 10 9 0,0 0-1 16,-2-9 4-16,2 9 4 0,0 0 0 15,0 0-2-15,0 0-11 0,-2-7 11 0,2 7-6 16,0 0 3-16,0 0-3 0,0 0 3 16,0 0 4-16,0 0-1 0,0 0 2 0,-5-6 0 15,5 6-1-15,0 0-2 0,0 0 1 16,0 0-5-16,-10-6-1 0,10 6 3 16,0 0-2-16,-10-3-6 0,10 3 1 0,0 0-1 15,-11-3-6-15,11 3 2 0,-9-4 5 16,9 4-10-16,0 0-1 0,-18-3-3 15,18 3 1-15,-11-2 0 0,11 2-4 16,-12-4 3-16,12 4 2 0,0 0 2 0,-15-1-1 16,15 1 0-16,0 0-2 0,-19 0 0 15,19 0-2-15,-13 0 10 0,13 0-12 0,0 0-3 16,-17 0 1-16,17 0-8 0,0 0 2 16,-22 1-1-16,22-1-9 0,-13 2-1 15,13-2-1-15,-12 2 2 0,12-2-6 0,-16 4 3 16,16-4-8-16,-13 5 4 0,13-5 2 15,-14 3 7-15,14-3-3 0,-15 3 6 0,15-3-7 16,-14 6 1-16,14-6 0 16,-13 4 1-16,13-4-1 0,-9 4 0 0,9-4 3 0,-12 5 0 15,12-5 0-15,-9 5 2 16,3-3 3-16,6-2-1 0,-12 5-3 0,12-5-3 16,-11 7 1-16,11-7-7 0,-7 5-1 15,7-5-2-15,-10 6 0 0,4-2-4 16,6-4 3-16,-7 7-1 0,7-7-5 0,-8 5 1 15,8-5-4-15,-8 7 1 0,8-7 0 16,-11 6 0-16,11-6 1 0,-7 6 0 0,1-2 2 16,6-4-1-16,-10 7-6 0,10-7-7 15,-7 8 0-15,1-5 0 0,6-3 0 0,-6 7 0 16,6-7 0-16,-10 7 0 0,7-3 0 16,3-4 0-16,-10 8 0 0,7-3 0 15,3-5 0-15,-9 7 0 0,9-7 0 16,-7 7 0-16,7-7 0 0,-6 9 0 15,6-9 0-15,-5 6 0 0,5-6 0 0,-8 10 0 16,8-10 0-16,-6 8 0 0,6-8 0 16,-6 8 0-16,6-8 0 0,-5 10 0 0,3-5 0 15,-2 1 0-15,4-6 0 0,-7 10 0 16,2-5 0-16,5-5 0 0,-7 12 0 0,3-7 0 16,4-5 0-16,-3 9 0 15,-1-3 0-15,4-6 0 0,-4 9 0 0,2-1 0 0,2-8 0 16,0 10 0-16,0-10 0 0,-3 12 0 15,1-5 0-15,2-7 0 0,-5 12 0 16,3-6 0-16,2-6 0 0,-2 11 0 16,2-5 0-16,0-6 0 0,0 11 0 15,0-11 0-15,0 10 0 0,0-10 0 0,0 14 0 16,-1-9 0-16,1-5 0 0,0 12 0 16,-2-4 0-16,2-8 0 0,-2 11 0 0,2-11 0 15,0 14 0-15,0-9 0 0,0-5 0 16,2 11 0-16,0-4 0 0,-2-7 0 0,1 11 0 15,1-6 0-15,2 1 0 0,1 1 0 16,-3 3 0-16,-1-4 0 0,-1-6 0 16,4 13 0-16,-2-3 0 0,0-4 0 15,0 2 0-15,-2-8 0 0,5 11 0 0,-3-5 0 16,2 0 0-16,-4-6 0 0,3 14 0 16,0-7 0-16,1-2 0 0,-4-5 0 15,5 10 0-15,-5-5 0 0,0-5 0 0,6 11 0 16,-2-3 0-16,-3-1 0 0,3 0 0 15,3 0 0-15,-6-1 0 0,3 1 0 0,0 0 0 16,0 0 0-16,-1 0 0 0,1 0 0 16,0 0 0-16,-3-1 0 0,4 1 0 0,-5-7 0 15,9 16 0-15,-7-10 0 16,2 2 0-16,0-3 0 0,-1 2 0 0,-1-1 0 0,5 1 0 16,-4 2 0-16,1 0 0 15,2-2 0-15,-3-1 0 0,3 2 0 0,-3 0 0 16,4-1 0-16,-2-1 0 0,1 2 0 15,1 0 0-15,-1 0 0 0,0-1 0 0,0-1 0 16,-1 0 0-16,1 0 0 0,0 0 0 16,-6-6 0-16,8 11 0 0,-3-8 0 0,-1 2 0 15,-4-5 0-15,8 9 0 0,-8-9 0 16,10 7 0-16,-7-2 0 0,-3-5 0 16,11 4 0-16,-5 0 0 0,-6-4 0 0,14 7 0 15,-5-5 0-15,-9-2 0 16,21 3 0-16,-10 1 0 0,0-4 0 0,3 1 0 15,-1 1 0-15,-13-2 0 0,27 0 0 16,-11 4 0-16,-1-4 0 0,-2 0 0 0,0 1 0 16,3 1 0-16,-3-2 0 0,0 0 0 15,-13 0 0-15,27 0 0 0,-15 2 0 0,-12-2 0 16,27-2 0-16,-15 2 0 0,4 0 0 16,-16 0 0-16,24-2 0 0,-12 2 0 0,1 0 0 15,-13 0 0-15,23-1 0 0,-12-1 0 16,-11 2 0-16,23-2 0 0,-12 0 0 0,-11 2 0 15,18-1 0-15,-18 1 0 0,18-2 0 16,-18 2 0-16,16-4 0 0,-8 3 0 16,-8 1 0-16,15-4 0 0,-5 3 0 15,-10 1 0-15,15-8 0 0,-4 6 0 0,-1-4 0 16,-2 3 0-16,1-2 0 0,0 0 0 16,3-1 0-16,-2 0 0 0,-1 2 0 15,5-1 0-15,-1-3 0 0,-4 4 0 0,1-1 0 16,-1 0 0-16,1-1 0 0,0 1 0 15,-1 1 0-15,-2-2 0 0,4 0 0 0,-4 0 0 16,-2-1 0-16,5-1 0 0,-4 0 0 16,2 0 0-16,-3-1 0 0,1 1 0 0,-1-1 0 15,4 0 0-15,-4 0 0 16,1 2 0-16,-3-2 0 0,5-1 0 0,-7 3 0 16,4-2 0-16,1-1 0 0,-3 1 0 15,-1-2 0-15,2 0 0 0,0 1 0 0,-4-4 0 16,1 2 0-16,-1-1 0 0,0-1 0 15,0-1 0-15,0 1 0 0,0-3 0 0,-1-2 0 16,-3-1 0-16,2 3 0 0,-2-2 0 16,3 3 0-16,-1-2 0 0,-2 1 0 0,2 0 0 15,-3 2 0-15,2-3 0 0,-3 3 0 16,3 0 0-16,-7-2 0 0,2 0 0 0,1 0 0 16,-3-1 0-16,1 1 0 15,-1 1 0-15,1-1 0 0,-5 2 0 0,3 1 0 0,-2 0 0 16,3 4 0-16,-7-2 0 0,1 3 0 15,3-1 0-15,-4 5 0 0,0 0 0 16,0 0 0-16,-3 2 0 0,2 1 0 16,-2 2 0-16,2 0 0 0,-1 0 0 0,-3 2 0 15,9-1 0-15,-4 1 0 0,4 0 0 16,-3 0 0-16,3-2-128 0,-1 0-513 0,1 0-174 16,-1 0-88-16,-2-2 87 0,1 2-846 15,-1 0-1100-15</inkml:trace>
  <inkml:trace contextRef="#ctx0" brushRef="#br0" timeOffset="23662.34">13406 15475 4153 0,'0'0'-195'0,"0"0"45"16,-1-9 34-16,1 9 39 0,0 0 44 15,-2-7 41-15,2 7 36 0,0 0 19 0,0 0 1 16,-7-8 12-16,7 8-7 0,0 0-5 15,0 0-5-15,0 0-7 0,0 0 11 0,0 0 4 16,0 0-1-16,0 0-7 0,0 0-9 16,0 0-1-16,-4 22-10 0,4-22 0 15,0 9-5-15,0-9-1 0,0 10-10 0,0-10-6 16,0 0-17-16,2 10-33 0,-2-10-62 16,-2 3-100-16,2-3-144 0,0 0-204 0,0 0-49 15,-16-1 64-15,16 1-253 0,0 0-269 16</inkml:trace>
  <inkml:trace contextRef="#ctx0" brushRef="#br0" timeOffset="26777.26">13308 12390 2038 0,'0'0'-81'0,"0"0"14"0,0 0 22 16,0 0 29-16,2 5 27 0,-2-5 23 0,0 0 14 15,0 0 13-15,0 0 6 0,0 0 8 16,0 0 7-16,0 0 9 0,0 0 6 0,0 0 9 16,0 0 6-16,0 0-2 0,0 0 9 15,0 0-5-15,0 0 3 0,0 0 2 0,0 0 2 16,0 0-1-16,0 0-5 16,0 0-1-16,0 0-1 0,0 0-7 0,0 0-4 15,0 0 0-15,0 0-8 0,0 0 3 16,0 0 1-16,10 5 1 0,-10-5-6 0,0 0-4 15,0 0-4-15,0 11-2 0,0-11-2 16,2 8 3-16,-2-8-5 0,2 10-9 16,-2-10 6-16,6 11-1 0,-4-5-2 0,-1 1-4 15,-1-7-1-15,4 12-4 0,1-5 7 16,-2-2-3-16,-1 3 4 0,2-2-10 0,-4-6-8 16,5 13-3-16,-1-9-1 0,2 4-5 15,-4-3-2-15,-2-5-4 0,6 9-1 0,-2-2-8 16,-1-1 3-16,1 1-5 0,-4-7-4 15,7 10 0-15,-3-4 0 0,3 0 0 0,-7-6-1 16,7 10 5-16,-1-5-2 0,-3 1 8 16,1-2-7-16,-4-4-1 0,10 11-3 15,-6-6 0-15,1-1-4 0,-5-4 5 16,6 8-5-16,-6-8-2 0,7 9-1 16,-7-9-1-16,9 5 1 0,-9-5-2 0,7 8 20 15,-1-4-12-15,-6-4 15 0,7 6-14 16,-2-2 1-16,-5-4-4 0,13 8 2 0,-10-2 0 15,3-3-5-15,-6-3 5 0,9 9-6 16,-3-4 3-16,-6-5-11 0,10 8 5 0,-7-3-1 16,3 1-1-16,-6-6 8 15,10 6-11-15,-4-1-2 0,-6-5 7 0,7 7-10 0,-1-2 0 16,-6-5 4-16,7 9-2 0,-1-6 6 16,-6-3-6-16,8 9-1 0,-4-4-4 15,-4-5 3-15,9 9-3 0,-6-3 0 16,2-2 4-16,-5-4-5 0,7 10 1 0,-3-5 1 15,2 2 1-15,-3-2-2 0,-3-5 4 16,8 12 3-16,-4-6 2 0,0 0 0 16,2 1-9-16,-3 3 13 0,5-4-9 0,-5 0-4 15,2 1-5-15,2 1 10 0,-3 0-10 16,2-1 2-16,-1 1 4 0,1 0-2 0,-2-2-1 16,0 1-2-16,3 0 2 0,-3 2 5 15,0-1 23-15,1-1-13 0,-3 0 3 0,5 0-6 16,-4-1 6-16,1 3-7 0,2 0 0 15,-5-3-3-15,5 1 1 0,-1 2-2 16,-2-1 6-16,1-2-6 0,2 0-2 16,-3 1 8-16,1-2-3 0,0 2 1 0,-1 0-1 15,-1 0 2-15,1-2-13 0,1 3 4 16,-1-2 4-16,-3 2-5 0,4-1 1 0,-2 1 0 16,2-2 0-16,-3 2 8 0,-1 0-7 15,2-1-2-15,0 1 2 0,0-2 0 16,3 2 1-16,-5 1-2 0,2-3-2 0,-1 3-2 15,-1-2 3-15,2 1-2 0,0-1 0 16,0 0 5-16,0 2-1 0,0-3 1 0,-1 3 4 16,-1-2-5-16,2 0 1 0,-2 1 1 15,2-1-6-15,0 1 1 0,-2 1-2 16,4 0 11-16,-4 0-13 0,1 0 6 16,1 2 0-16,1-1 1 0,-1 2-2 0,2 0-1 15,-2 2 7-15,1-1-4 0,1 1 3 16,0 1-4-16,1 1 1 0,2-1-2 0,-4 1 1 15,1-3 2-15,0 1 2 0,-1 2-4 16,1-4 1-16,0 0 6 0,-1 0-12 0,2 2 11 16,1-1 27-16,-3-1-3 0,-1 0-4 15,2 1-4-15,0-4 3 0,-1 2-3 0,-1-1-6 16,0-3 0-16,4 3 0 16,-4-1-1-16,0-3-9 0,2 2 4 0,0-2-5 15,-3 1 6-15,3 1-3 0,0 2-2 16,-1-1-4-16,4 1 6 0,-2 2-2 0,1-3 1 15,1 4 1-15,1-1-6 0,-2 2 2 16,2-4 0-16,-1 2 3 0,0-5-5 0,0 1 3 16,-2 1-2-16,-1-1-2 0,4 1-2 15,-5-4 3-15,3 0 2 0,-2 2 2 0,0-2-4 16,0 0 3-16,-1 0-2 0,-3-5 2 16,6 7-6-16,-6-7 4 0,6 5 5 15,-6-5-7-15,1 7 3 0,-1-7-2 0,5 4 1 16,-5-4 6-16,4 6 2 0,-4-6 1 15,0 0 4-15,0 0 3 0,3 6 0 16,-3-6 4-16,0 0-5 0,0 0-3 16,0 0 7-16,0 0-10 0,0 0 5 0,0 0-5 15,0 0-37-15,0 0-47 0,0 0-62 16,0 0-65-16,0 0-79 0,0 0-112 0,0 0-123 16,0 0-130-16,0 0-168 0,0 0 57 15,0 0 81-15,0 0-537 0,-21 1-673 0</inkml:trace>
  <inkml:trace contextRef="#ctx0" brushRef="#br0" timeOffset="29326.48">14631 13540 2996 0,'0'0'-170'0,"-7"-8"30"0,7 8 25 0,0 0 38 16,0 0 39-16,0 0 38 0,-7-3 26 0,7 3 19 16,0 0 13-16,0 0 13 0,0 0 11 15,0 0 18-15,-22 1 9 0,22-1 17 0,0 0-2 16,0 0 9-16,-17 0 3 0,17 0-1 16,0 0 3-16,-17 4-10 0,17-4 7 15,-14 0-4-15,14 0-7 0,-14 0-5 0,14 0 0 16,-16 5-7-16,16-5-8 15,-19 0-3-15,19 0-8 0,-19 1-4 0,8 1-3 16,-1 0-3-16,12-2-5 0,-27 3-3 0,16-1-2 16,-2 0 3-16,1-2-11 0,-1 3-1 15,-3-1-4-15,5 0 3 0,11-2 0 16,-17 3-12-16,8-1 3 0,9-2 1 0,-20 3 1 16,13-1-3-16,7-2 0 0,-20 1-9 15,20-1 11-15,-13 4-13 0,13-4-3 16,-14 2-3-16,3-1-6 0,11-1-1 0,-14 4 3 15,14-4-7-15,-20 5 12 0,13-3-20 16,7-2 12-16,-18 5-14 0,11-1 0 0,7-4 1 16,-18 4 2-16,13-2-4 0,5-2 6 15,-15 7 4-15,7-4 2 0,-2-1-1 0,10-2 2 16,-12 7-7-16,1-3 0 16,11-4-6-16,-13 4 1 0,6 0-1 0,-1 1-7 15,0-2 8-15,8-3 5 0,-13 9-12 16,6-5-2-16,7-4 3 0,-14 8 4 0,9-2 0 15,-1-3-2-15,6-3-1 0,-12 8-1 16,8-4 5-16,4-4-5 0,-9 8-1 16,9-8 2-16,-9 10 11 0,4-7-1 0,5-3 8 15,-9 10 3-15,5-6 5 0,4-4-5 16,-7 12-1-16,3-8-4 0,4-4-4 16,-8 11-8-16,4-6 8 0,1 0 1 15,3-5-1-15,-10 12 1 0,9-7 3 0,-3 2 0 0,0 0 6 16,-1 0-1-16,2 0-3 15,-1-2 1-15,0 3 4 0,3-1-16 0,-3 2 3 16,0-2-2-16,2 1-3 0,0 0 4 16,1-1-6-16,-2 2 5 0,1-2-7 0,0 1 4 15,0-1-1-15,0 3 7 0,2-3 14 16,-1 2 0-16,-1 0-2 0,0-1-3 0,2 2-2 16,-2 1-2-16,0 1-1 0,0-1-1 15,2-1-1-15,-1 3 1 0,1-1-2 16,-2-2 4-16,2 1-2 0,0-1-8 0,0 0 6 15,0 1-1-15,2-1-1 0,-2 2 2 16,1-2 0-16,-1 1-6 0,2-3-16 16,0 0 0-16,2 1 0 0,-2-2 0 15,-1 3 0-15,-1-3 0 0,2 2 0 0,0-3 0 16,0 3 0-16,3-2 0 0,-4 0 0 16,1 1 0-16,0-1 0 0,0 0 0 0,4 2 0 15,-5-3 0-15,3 4 0 0,0-3 0 16,-1 3 0-16,2-2 0 0,1-2 0 0,-3 3 0 15,-1-3 0-15,2 4 0 0,0-3 0 16,-1 0 0-16,-1-2 0 0,5 1 0 0,-6 1 0 16,-1-7 0-16,6 13 0 0,-2-8 0 15,-1 1 0-15,-3-6 0 0,8 12 0 16,-5-6 0-16,-1 0 0 0,3 1 0 16,-5-7 0-16,7 12 0 0,-3-5 0 0,2 0 0 15,-3 1 0-15,3 1 0 0,-2 0 0 16,2-1 0-16,1 0 0 0,-3 1 0 15,3 0 0-15,-2 0 0 0,2-1 0 0,-3 0 0 16,4 1 0-16,-3-1 0 0,2-3 0 16,-2 3 0-16,1-4 0 0,-1 4 0 0,1-4 0 15,-1 2 0-15,2-1 0 0,-7-5 0 16,9 10 0-16,-4-6 0 0,-5-4 0 0,10 9 0 16,-6-6 0-16,-4-3 0 15,13 9 0-15,-5-5 0 0,-8-4 0 0,12 6 0 0,-7-3 0 16,-5-3 0-16,13 5 0 15,-3-1 0-15,-2 0 0 0,-8-4 0 0,14 3 0 16,-3 1 0-16,-4 0 0 0,2 0 0 16,0-2 0-16,-9-2 0 0,16 8 0 0,-8-4 0 15,0-1 0-15,-8-3 0 0,13 5 0 16,-8-2 0-16,-5-3 0 0,16 5 0 0,-8-1 0 16,-8-4 0-16,12 3 0 0,-3 1 0 15,-9-4 0-15,15 3 0 0,-15-3 0 16,13 4 0-16,-13-4 0 0,13 1 0 0,-13-1 0 15,13 2 0-15,-13-2 0 16,14 0 0-16,-14 0 0 0,0 0 0 0,20 3 0 16,-20-3 0-16,0 0 0 0,14 0 0 15,-14 0 0-15,0 0 0 0,18 0 0 0,-18 0 0 16,0 0 0-16,15 0 0 0,-15 0 0 16,0 0 0-16,14 0 0 0,-14 0 0 0,0 0 0 15,14 0 0-15,-14 0 0 0,0 0 0 16,0 0 0-16,18 0 0 0,-18 0 0 0,0 0 0 15,13-3 0-15,-13 3 0 0,0 0 0 16,16-2 0-16,-16 2 0 0,9-1 0 0,-9 1 0 16,11-4 0-16,-11 4 0 0,0 0 0 15,17-3 0-15,-17 3 0 0,10-4 0 16,-10 4 0-16,12-3 0 0,-12 3 0 0,13-4 0 16,-13 4 0-16,11-5 0 0,-11 5 0 15,14-5 0-15,-9 4 0 0,-5 1 0 16,15-5 0-16,-7 1 0 0,-8 4 0 15,15-5 0-15,-8 1 0 0,-7 4 0 0,16-7 0 16,-7 3 0-16,0 2 0 0,-9 2 0 16,12-7 0-16,-4 3 0 0,-8 4 0 0,16-6 0 15,-11 4 0-15,3-4 0 0,-8 6 0 16,13-7 0-16,-9 3 0 0,3-1 0 16,-7 5 0-16,13-9 0 0,-6 4 0 0,-2-2 0 15,5 2 0-15,-5-3 0 0,4 2 0 0,-4 0 0 16,2-2 0-16,3 1 0 15,-5 1 0-15,4-2 0 0,-4 0 0 0,1 3 0 16,-1-2 0-16,1 0 0 0,-2 2 0 16,0-2 0-16,2 0 0 0,-3 2 0 0,3-2 0 15,-3-1 0-15,1-1 0 0,3 2 0 16,-4-3 0-16,1 2 0 0,2-4 0 16,-3 1 0-16,1-1 0 0,2 0 0 0,0-1 0 15,0-1 0-15,-3 1 0 0,3-1 0 16,-3-1 0-16,1 1 0 0,3 2 0 15,-4-1 0-15,-1 3 0 0,4-6 0 16,-4 5 0-16,-1-3 0 0,1-2 0 0,0 4 0 16,2-5 0-16,-1 2 0 0,-3-2 0 15,0 1 0-15,1-1 0 0,-1 4 0 0,0-3 0 16,0-1 0-16,0 3 0 0,0-2 0 16,-1 1 0-16,1 1 0 0,0-1 0 0,-3 1 0 15,1 1 0-15,0 1 0 0,2-1 0 16,-2 1 0-16,0 0 0 0,1 2 0 0,-1-2 0 15,-2 2 0-15,2 0 0 0,0-2 0 16,1 1 0-16,-1 1 0 0,-2 0 0 16,-1 0 0-16,3-1 0 0,1 5 0 15,-5-5 0-15,2 5 0 0,3-3 0 0,-3 2 0 16,0-2 0-16,-2 1 0 0,2 0 0 16,0 2 0-16,1-2 0 0,-3 3 0 0,2-1 0 15,-3 0 0-15,0 0 0 0,4 0 0 16,-3 1 0-16,3-3 0 0,-5 4 0 0,5-2 0 15,-4 0 0-15,1 0 0 0,3 1 0 16,-5-1 0-16,5 0 0 0,-4 0 0 0,2 1 0 16,-1-2 0-16,1 2 0 0,-1 1 0 15,2-2 0-15,-4 1 0 0,4 0 0 0,1 0 0 16,-3-1 0-16,6 6 0 16,-9-8 0-16,2 5 0 0,7 3 0 0,-7-9 0 15,3 6 0-15,4 3 0 0,-9-7 0 16,9 7 0-16,-5-7 0 0,5 7 0 0,-11-5 0 15,11 5 0-15,-7-4 0 0,7 4 0 16,-7-5 0-16,7 5 0 0,-12-3 0 0,4 1 0 16,8 2 0-16,-15-4 0 0,7 3 0 15,8 1 0-15,-17-3 0 0,5 3 0 0,12 0 0 16,-18 0 0-16,8-2 0 0,10 2 0 16,-19 0 0-16,19 0 0 0,-19 2 0 15,10-2 0-15,-1 0 0 0,-2 4 0 0,0-2 0 16,-2 2 0-16,3 1 0 0,0-2 0 15,-3 4-467-15,1 0-430 0,1 2-28 16,2-1 86-16,1 3-883 0,-5 2-1155 16</inkml:trace>
  <inkml:trace contextRef="#ctx0" brushRef="#br0" timeOffset="41391.22">10749 13556 132 0,'0'0'50'0,"0"0"-1"0,0 0-8 0,0 0 11 0,0 0 4 16,0 0 2-16,0 0-3 15,0 0 5-15,0 0 0 0,0 0 12 0,-3 3 7 16,3-3 6-16,0 0 10 0,0 0-1 15,0 0 5-15,0 0 2 0,0 0 6 0,0 0 9 16,0 0 7-16,0 0 3 0,0 0 2 16,0 0 4-16,0 0-3 0,0 0-4 15,0 0-5-15,0 0-2 0,0 0 1 0,21-13-7 16,-21 13-8-16,9-7-9 0,-3 2-10 16,-6 5-6-16,14-7-10 0,-9 2-4 15,3-2-6-15,-1 1-9 0,5 0-1 0,-1-3-1 16,-2 3-7-16,1-3-9 0,1 2 4 15,2-3 1-15,3 1 1 0,-3 3-2 16,1-4-3-16,-3 3 8 0,3-2-2 0,-1 0-4 16,1 1 1-16,-3 1 6 0,2-1-5 15,-3 2 3-15,-1 0 2 0,0 0-10 16,1 0 4-16,2 1-7 0,-5-1 2 0,3 0 3 16,-1 1-5-16,1 0-3 0,-3-2 4 15,3 1-2-15,-1 2-1 0,-1-3 1 0,0 4 2 16,1-3-8-16,1 1 4 15,-3 1 0-15,1-2-2 0,2 1 0 0,-3 0 1 16,1-2-4-16,1 2-1 0,-1 0 3 16,-1 1-2-16,3-2-6 0,-2 2-6 0,-3-1 5 15,-5 5 5-15,14-10-5 0,-6 8-3 16,-8 2 2-16,9-7-1 0,-6 2-1 16,-3 5 9-16,13-7-13 0,-13 7 8 0,7-8-12 15,-2 6 7-15,-5 2-2 0,6-9-4 16,-6 9 3-16,7-6-4 0,-7 6 1 0,7-8-2 15,-2 4 5-15,-5 4 0 0,10-8-4 16,-7 4 0-16,4-1 5 0,-7 5-6 16,9-12 2-16,-2 8 1 0,-3-2-2 15,3 2 1-15,0-1-2 0,0-2 1 0,-3 2-6 16,3-1 2-16,-1 0-5 0,2-2 1 16,-2 3 2-16,-1 1-3 0,1-2 5 0,-6 6 0 15,12-12-9-15,-5 8 7 0,-5-1-1 16,6 0 2-16,-8 5 3 0,12-12-4 15,-7 9 4-15,4-3-2 0,-1 0 2 0,0 1-1 16,1-2 3-16,1 2 0 0,2-4-2 16,-5 2 0-16,2 0 4 0,0 1-3 0,3-3-1 15,0 0-2-15,-5 4 5 0,3-1 1 16,-3-1 2-16,3 0-2 0,-2 2 0 0,-1-3 1 16,-1 4-1-16,1-1 0 15,-7 5 4-15,12-12-6 0,-4 8 2 0,-3-1-3 0,-5 5 0 16,11-8 0-16,-6 2 4 15,2 0-5-15,-7 6 0 0,10-8 2 0,-7 4 3 16,6-1-7-16,-9 5-1 0,9-9 6 16,-4 4-4-16,1-1 1 0,1 1 1 15,0 0 1-15,-7 5-6 0,15-11 6 0,-10 7-4 16,3-2-2-16,2 2 4 0,-5-4-3 16,4 3 0-16,0-2 5 0,-2 0 2 0,2 2 6 15,2-2 3-15,-6 0-1 0,3 3 5 16,-1-4 2-16,1 3 0 0,0-3-6 0,-3 3 7 15,4-2 2-15,-5 0-5 16,4 0 3-16,-4 2-4 0,3-2 4 0,-1 2-9 16,1-2 1-16,-2 0-1 0,2 2-3 15,-1-2 3-15,1 0-6 0,-1 1 3 0,2-1-2 16,1 2 3-16,-3-2-1 0,1 0 0 16,4 2 4-16,-6-2 3 0,2 2 0 0,-1-2 1 15,2 2 4-15,-2 0 0 0,-1 0-1 16,-1 1-2-16,3-2 2 0,-7 6-1 15,9-8-2-15,-4 4 2 0,-5 4-2 0,4-4 5 16,-4 4-5-16,6-6 3 0,-6 6-2 16,0 0-2-16,3-7-3 0,-3 7-1 15,0 0-2-15,0 0-2 0,0 0 0 0,0 0-3 16,0 0 0-16,0 0 1 0,0 0-2 0,-16-2 1 16,16 2-2-16,0 0 2 15,-22 2-2-15,22-2-3 0,-12 4 2 0,3-2-3 16,9-2 4-16,-15 5 1 0,6-1-1 15,-1-2-1-15,-1 2-4 0,2 0 2 0,-1 0 1 16,-3 2 0-16,1-1-2 0,-3 1 1 16,1 0 0-16,-1 3-1 0,-1-2 1 0,4 0 1 15,-8 1-1-15,4 1 3 0,0-1-5 16,-1 0 2-16,1 3 0 0,4-2 0 16,-6 1 0-16,5-2 1 0,-1 1 0 15,1 1 2-15,-1-1-1 0,3 1 2 0,-3 2-3 16,0-1-1-16,-1-3 3 0,-1 5 1 15,3-4 0-15,-2 3 6 0,0 0 4 16,-1-2 4-16,1 2 0 0,1-3 4 0,1 2-2 16,0-2 1-16,0 4-2 0,0-5 4 15,-1 3-6-15,1-3 4 0,1 1-3 0,-1 1 1 16,-1-2-2-16,3 3 1 0,0-2-2 16,-3 1 0-16,1 2-1 0,1-2-4 0,1-1-3 15,0-1 6-15,1 1-3 0,1 1 2 16,-1-1 1-16,-2-1-3 0,1 1-1 15,4-1 2-15,-3-1 2 0,2 0 2 16,-1 0-1-16,0-1 1 0,2 3-1 0,-2-2-1 16,0 0 4-16,2-1-6 0,-2 2 0 15,2-2 1-15,-1 0-1 0,0 0-4 16,1 1 2-16,-1 1-2 0,3-3 0 0,-4 2 0 16,2 0-1-16,2-3 1 0,-5 4-5 15,5-4 2-15,-4 4 4 0,2-2-5 0,2 1 8 16,-5 0 1-16,4 0-2 0,-2-2 0 15,1 2 3-15,1-2-5 0,-2 2 3 0,3-2-5 16,-5 2 3-16,5 0-2 0,-4-2-3 16,0 1 5-16,2 1-5 0,1 0 5 15,-4 0-5-15,5 0-1 0,-3 0 4 16,1 1-5-16,-1-1 2 0,0 3 2 0,3-3 8 0,-5 0-9 16,2 4 9-16,-1-3 6 15,1 2-2-15,-4-1 3 0,5 1 2 0,-2 0 3 16,1 1-3-16,-4-1 0 0,3 1-6 15,0-1 4-15,-1 0-6 0,2 1 3 16,-1-1-1-16,0 0-7 0,1-1 3 0,-2 1 16 16,1 0-14-16,3-1-4 0,-4-1 4 15,3 2-5-15,-2 1 5 0,0-3 7 0,2 1 10 16,0 1 1-16,-4-3 11 16,6 2-1-16,-1-3 4 0,-3 3 15 0,4-2-12 15,-4-2 4-15,6 3 4 0,-5-2 2 0,5-1-3 16,-1 1 1-16,-2-2 1 0,6-4 4 15,-6 8 9-15,2-6-5 0,4-2 0 16,-4 6 1-16,4-6 5 0,-5 4-1 0,5-4 3 16,0 0-42-16,-4 5-34 0,4-5 0 15,0 0 0-15,0 0 0 0,-5 4 0 0,5-4 0 16,0 0 0-16,0 0 0 0,0 0 0 16,0 0 0-16,0 0 0 0,0 0 0 15,-7 8 0-15,7-8 0 0,0 0 0 0,0 0 0 16,0 0 0-16,0 0 0 0,0 0 0 15,0 0 0-15,0 0 0 0,0 0 0 0,0 0 0 16,0 0 0-16,0 0 0 16,0 0 0-16,0 0 0 0,0 0 0 0,0 0 0 15,0 0 0-15,0 0 0 0,0 0 0 16,0 0 0-16,0 0-392 0,0 0-350 0,0 0-213 16,0 0 88-16,0 0 105 0,0 0-759 15,0 0-967-15</inkml:trace>
  <inkml:trace contextRef="#ctx0" brushRef="#br0" timeOffset="55223.69">8911 16095 1273 0,'0'0'326'0,"-12"2"-119"16,12-2-58-16,0 0-14 0,0 0 0 0,0 0 6 15,0 0 2-15,0 0-5 0,-15-9 2 16,15 9 0-16,0 0-6 0,-6-5 7 16,6 5-6-16,0 0-8 0,0 0 5 0,0 0-2 15,-4-7-11-15,4 7-4 0,0 0-4 16,0 0 2-16,0 0 1 0,0 0 2 0,0 0 10 16,0 0 5-16,0 0 4 0,0 0 1 15,0 0-3-15,0 0 3 0,14-10 3 16,-14 10-3-16,0 0-3 0,18-1-4 15,-18 1 1-15,22-2-3 0,-11 0-5 0,4 0-16 16,-2 1-5-16,5-1-8 0,-1-1-5 16,2 1-4-16,6-4-13 0,-2 2-4 15,-5 0-7-15,2 1-1 0,-1-1-7 0,1-2 3 16,-2 4-8-16,-1-2 3 0,-3 2-1 16,-2-2-4-16,2 4 3 0,-14 0-2 0,19-4-6 15,-11 4-3-15,-8 0-3 16,20-2 3-16,-20 2-7 0,16-2-2 0,-16 2-2 0,19 0 1 15,-11-1 1-15,-8 1-7 16,20-2-3-16,-20 2-1 0,22-1-1 0,-13 1 1 16,-9 0-2-16,21-2-9 0,-21 2 3 15,19-3-3-15,-19 3-1 0,15 0 1 16,-15 0-2-16,14 0 2 0,-14 0-5 0,0 0 2 16,17 0 0-16,-17 0 1 0,12 0-1 15,-12 0 2-15,0 0-3 0,20 0 4 0,-20 0 7 16,19 3-3-16,-9-3-2 0,-10 0 10 15,25 0 0-15,-13 0-2 0,2 2 5 0,-14-2-7 16,25 1-2-16,-12-1 4 16,1 0-4-16,1 0 0 0,-15 0 0 0,23 2-2 15,-12-2-1-15,-11 0 3 0,20 1-7 0,-20-1 0 16,12 0-3-16,-12 0 4 0,0 0-2 16,18 0 1-16,-18 0 1 0,0 0-4 15,15 0 6-15,-15 0-5 0,0 0 0 0,15 0 0 16,-15 0-1-16,13 4 1 0,-13-4 3 15,14 2-10-15,-14-2 7 0,15 2 0 16,-15-2-2-16,18 0 0 0,-18 0-4 0,13 3 2 16,-13-3 4-16,13 1-2 0,-13-1-4 15,17 4 3-15,-9-2 0 0,-8-2 2 0,13 3 0 16,-13-3 2-16,18 2-5 16,-18-2 2-16,15 2-2 0,-15-2 5 0,15 3 6 15,-15-3-13-15,15 2-1 0,-15-2 8 0,16 2-4 16,-16-2 0-16,16 1 2 0,-8-1 3 15,-8 0-7-15,19 1 2 0,-19-1 2 16,20 3-3-16,-11-3-4 0,-9 0 3 0,19 0 0 16,-8 0 3-16,-11 0 1 0,22 3-2 15,-13-3 2-15,-9 0-2 0,19 0 3 16,-19 0-3-16,15 1 1 0,-15-1-2 0,18 0 3 16,-18 0-3-16,0 0 1 0,14 0 1 15,-14 0-1-15,0 0 1 0,16 0-2 0,-16 0 1 16,0 0-2-16,20 0 5 0,-20 0-6 15,23-1 5-15,-13 1 2 0,-10 0-6 0,26 0-2 16,-12 0 1-16,-3 0 2 16,-11 0-3-16,25 1 2 0,-14-1 2 0,3 0 1 15,-14 0-5-15,22 2 1 0,-22-2 4 16,18 0-6-16,-18 0 1 0,18 0 5 0,-18 0 1 16,14 2-4-16,-14-2 1 0,11 2 2 15,-11-2 1-15,0 0-2 0,20 0 7 0,-20 0-4 16,17-2-2-16,-5 0-4 0,-12 2 3 15,24-2 2-15,-11 2-3 0,1 0 0 16,1 0 1-16,3-1-2 0,-4 2 4 0,2-1-4 16,1 0 0-16,-2 0 3 15,-2 0 3-15,-13 0-4 0,25 0 3 0,-16 2-5 0,-9-2 5 16,20 0-1-16,-20 0 0 16,16 0-1-16,-16 0 0 0,14 0 1 0,-14 0-2 15,16-2 0-15,-16 2 0 0,24 0 0 16,-10 0 0-16,4 0 0 0,6-1 1 0,-1 2-1 15,3-2 0-15,1 2-1 0,0-1 3 16,-3 0 0-16,-3 0-6 0,1 2 4 0,-4-2-1 16,1 2 1-16,-5-2-1 0,1 0 3 15,-2 0-2-15,-13 0 0 0,21 0 1 0,-9 2 2 16,-12-2-5-16,17-2 1 0,-17 2 8 16,19 0-7-16,-6-2 4 0,3 2 6 15,-1 0-9-15,4-2 0 0,1 1 0 16,2 1 0-16,-3-3 1 0,1 3-3 15,2 0-1-15,-3 0 4 0,1 0-6 0,0 0 4 16,-3-3 0-16,-2 3 1 0,-1 0 4 16,-14 0-6-16,24-1-1 0,-12 0 0 0,-12 1 6 15,18-2-4-15,-5 2 3 0,-13 0-3 16,24-4 3-16,-9 3 0 0,6-3-3 0,-2 4-3 16,2-3 5-16,4 1-5 0,0 0 1 15,0 0-1-15,-1 2 3 0,-3-1 0 0,2-2 0 16,-1 3-1-16,-4 0 2 0,3 0-1 15,-6 0 6-15,1-2-7 0,-3 2 1 16,-13 0 3-16,21-2-5 0,-21 2 1 16,19-2 4-16,-19 2-3 0,15-2 8 0,-15 2-7 15,14 0-3-15,-14 0 7 0,0 0-5 16,17 0 4-16,-17 0-1 0,0 0 2 16,15 0-2-16,-15 0 4 0,0 0-5 0,13-1-4 15,-13 1 4-15,0 0-1 0,0 0-2 16,0 0 0-16,18 0 8 0,-18 0-10 0,0 0 1 15,0 0 7-15,13-3-6 0,-13 3 0 16,0 0 1-16,14 0-5 0,-14 0 6 16,0 0-3-16,0 0-1 0,14 0-1 15,-14 0 3-15,0 0 1 0,0 0 1 0,13-2-4 16,-13 2 4-16,0 0 2 0,0 0-2 16,0 0-2-16,16-3 4 0,-16 3-2 0,0 0 1 15,0 0 0-15,0 0 1 0,11-2 8 16,-11 2 8-16,0 0 7 0,0 0 5 0,0 0-10 15,0 0-21-15,0 0 0 0,0 0 0 16,0 0 0-16,0 0 0 0,0 0 0 16,0 0 0-16,0 0 0 0,12-2 0 0,-12 2 0 15,0 0 0-15,0 0 0 0,0 0 0 16,0 0 0-16,0 0 0 0,0 0 0 0,0 0 0 16,0 0 0-16,0 0 0 0,0 0 0 15,0 0 0-15,0 0 0 0,0 0 0 0,0 0 0 16,0 0 0-16,0-8 0 15,0 8 0-15,0 0 0 0,0 0 0 0,0 0-166 16,0 0-561-16,-16-10-238 0,11 7 75 16,5 3 95-16,-9-8-786 0,9 8-1022 0</inkml:trace>
  <inkml:trace contextRef="#ctx0" brushRef="#br0" timeOffset="67686.28">25511 10408 1282 0,'0'0'366'16,"-10"-4"-82"-16,10 4-15 0,0 0 8 0,0 0 13 15,-3-5-3-15,3 5-17 0,0 0-11 16,0 0 12-16,0 0 3 0,-4-5 0 0,4 5-2 15,0 0-7-15,0 0-13 0,0 0-12 16,0 0-11-16,-6-7-19 0,6 7-16 0,0 0-17 16,0 0-14-16,0 0-9 0,0 0-7 15,0 0-14-15,-8-5-13 0,8 5-5 16,0 0-8-16,0 0-16 0,0 0-9 16,0 0-10-16,0 0-8 0,-32 10-7 0,21-1-10 15,-5 3-3-15,1 3-6 0,-4 4-3 16,2 3-3-16,1 4 1 0,0 1-1 0,4 2-8 15,1-2-1-15,3-2 4 0,5-2-1 16,0 1-1-16,1-2-5 0,4 0-4 0,-2-1-16 16,6 3 4-16,-4-3-1 0,6-3 0 15,-1 1-3-15,3 0 4 0,1-4-2 0,0-1-11 16,1-4-27-16,-1 0-38 0,2-3-34 16,5-3-49-16,-1 0-49 0,-4-4-61 0,7 0-71 15,-2-2-65-15,5-2-46 16,8-6-39-16,-3-1-16 0,1-3-20 0,-2 1 7 15,0-3 14-15,-5-1-654 0,3 0-624 16</inkml:trace>
  <inkml:trace contextRef="#ctx0" brushRef="#br0" timeOffset="68019.17">25776 10692 2860 0,'9'-13'-152'0,"-3"1"54"0,0 3 49 15,-2 1 42-15,-2 1 43 0,-1 0 40 16,-1 7 37-16,0-10 24 0,0 10 22 0,0 0 12 16,-3-7 21-16,3 7 18 0,0 0 14 15,0 0 13-15,-22 13 4 0,15-5 11 0,2 2-5 16,-1 1 7-16,-1 3-3 15,4-3-12-15,-1 2-1 0,2-1-13 0,2 0-14 16,4 0-23-16,0-1-14 0,-1-1-18 16,8 1-12-16,0-2-14 0,-1 0-15 0,5-4-10 15,-6 1-7-15,5-5-12 0,-3 0-8 16,-11-1-4-16,25-2-9 0,-12-4-7 0,0-1-3 16,-1-1-6-16,-2-3-5 0,-1-1-4 15,-4-1-5-15,1-5 3 0,0-5-10 0,-5 0 1 16,2 3-6-16,-3 1-3 0,0 0-1 15,-3 1-2-15,2 1-7 0,-1 5-5 0,-4 4-16 16,1-1-21-16,-3 5-23 16,8 4-32-16,-15-2-32 0,15 2-34 0,-24 4-43 15,13 0-52-15,0-1-65 0,-1 7-73 16,5-4-61-16,-2 0-81 0,-2 0-90 16,6 1-104-16,-1-1 64 0,5 0-559 0,1-6-679 15</inkml:trace>
  <inkml:trace contextRef="#ctx0" brushRef="#br0" timeOffset="68485.55">26005 10539 3290 0,'0'0'19'15,"4"-6"62"-15,-4 6 48 0,0 0 36 0,1-7 21 16,-1 7 14-16,0 0 14 16,0 0 9-16,0 0 18 0,0 0 5 0,11 23 6 0,-7-12 4 15,0 5 0-15,-1 2-7 16,-1 2-15-16,-1 2-15 0,3 0-19 0,-4 2-11 15,0-5-18-15,2 2-18 0,-2-3-13 16,0 0-15-16,-2-3-10 0,2-1-12 0,0-3-7 16,0-2-9-16,0 0-5 0,0-1-2 15,0-8-12-15,0 9-7 0,0-9-6 16,0 0-49-16,0 0-6 0,0 0 0 0,0 0 0 16,9-36 0-16,-3 14 0 0,-1-9 0 15,4-3 0-15,0-1 0 0,-2 3 0 0,5-1 0 16,-2 3 0-16,-3 10 0 15,0 3 0-15,0 3 0 0,-3 4 0 0,1 1 0 16,-1 1-2-16,-1 4-8 0,-3 4 6 16,12-1 1-16,-12 1-2 0,0 0 3 0,15 15-3 15,-9-5 1-15,2 1 2 0,-2 3-2 16,1 1 3-16,0 3 0 0,-1 1 0 0,0 3 3 16,2-3-4-16,-4-1 1 0,1-1 2 15,-1 0-1-15,-1-3-2 0,-1 1-1 0,3-3-16 16,-1-1-16-16,-3 1-20 0,1-6-38 15,0 3-30-15,2-4-26 0,-2 0-45 0,-2-5-47 16,0 0-63-16,9 2-62 16,-9-2-48-16,0 0-58 0,8-10-55 0,-2 1-83 0,1-3-71 15,-1 2 67-15,2-4-490 16,-1-3-573-16</inkml:trace>
  <inkml:trace contextRef="#ctx0" brushRef="#br0" timeOffset="68936.34">26393 10439 2981 0,'0'-9'30'0,"0"0"56"0,-2 5 43 0,2 4 29 16,0-9 29-16,0 9 21 0,0 0 13 16,0 0 17-16,0 0 7 0,0 0 10 15,0 0 11-15,0 0-7 0,0 31-7 0,-4-13-7 16,2 1-11-16,1 5-13 0,-1 0-18 16,-6 8-16-16,7-3-14 0,-3-5-13 0,0-3-10 15,0 2-15-15,-2-2-31 0,4-3-10 16,0-4-8-16,0-2-8 0,1 0-9 15,-1-3-9-15,2-1-3 0,-2 1 3 16,2-9-4-16,-4 11-4 0,4-11-4 0,0 0-7 16,0 0-6-16,0 0-3 0,0 0 0 15,8-34-16-15,-1 4 0 0,3-4-11 0,1 1 2 16,4-2-7-16,1 2 2 0,-5 4-10 16,3 2 6-16,-5 5 1 0,-2 7-2 0,2 1-1 15,0 4-2-15,-4 3-3 0,3 2 2 16,-5 5 3-16,-3 0-5 0,0 0 4 0,22 12 8 15,-17-2-8-15,1 4-1 16,0 1 2-16,2 5 3 0,-5-1-2 0,3 1 3 16,-1-1-2-16,0 1 0 0,-1-1-4 15,-1-2 5-15,-1-1-3 0,2 1 6 0,-2-6-7 16,0 2 0-16,1-2-16 0,-3-4-16 16,2 2-17-16,0-2-20 0,0-4-37 0,-2-3-40 15,5 5-50-15,-5-5-62 0,0 0-77 16,0 0-80-16,0 0-83 0,3-20-114 0,-1 9-140 15,2-4 73-15,0-1-623 0,1-1-765 16</inkml:trace>
  <inkml:trace contextRef="#ctx0" brushRef="#br0" timeOffset="69335.63">26738 10485 3599 0,'-5'5'32'0,"-2"0"47"0,4-2 47 0,3-3 36 0,-8 9 33 15,8-9 20-15,-2 7 11 0,2-7 3 16,0 8 15-16,0-8 6 0,0 0 4 16,4 9-4-16,-4-9-10 0,6 5-15 0,-6-5-23 15,12 3-16-15,-12-3-23 0,13 0-21 16,-13 0-31-16,23-6-32 0,-14 0-20 16,5 1-26-16,-3-5-9 0,0 2-13 0,-3-1 4 15,3-1-2-15,-3 1-1 0,-5 0-1 16,4-2 0-16,-3 4-1 0,-4 0-7 15,0 7 3-15,-9-10-3 0,4 8 1 0,5 2-3 16,-20 0 4-16,4 5 4 0,-4 2 2 16,2 3-4-16,-2 0 6 0,4 4-2 0,-2 0 4 15,-1 6-2-15,6-4-2 0,2 0 0 16,1-2-2-16,2 2-7 0,3-2 5 0,1 1-3 16,0-1 0-16,4-3 3 0,0 2-18 15,0 0-21-15,2-4-31 0,4 2-36 0,-1-2-49 16,3-3-56-16,4-1-73 0,3 1-72 15,4-3-44-15,8-1-41 0,3-4-74 0,15 0-92 16,15-5-72-16,-1-1 59 0,4-2-462 16,-6-4-547-16</inkml:trace>
  <inkml:trace contextRef="#ctx0" brushRef="#br0" timeOffset="69569.11">27463 10442 2874 0,'-12'-7'-12'16,"-1"2"53"-16,1 0 50 0,1 1 50 0,-2 1 35 15,1 2 32-15,12 1 14 0,-25 0 7 16,12 1 2-16,2 4 0 0,-3 2-3 0,3 3-7 16,-1 2-7-16,4 0-18 0,-3 4-12 15,2 2-22-15,1 0-14 0,2-3-20 16,3 3-7-16,1-3-20 0,0 1-26 16,0-5-31-16,6 3-39 0,-2 0-37 0,3-5-55 15,1 6-54-15,-3-8-71 0,7 0-65 16,-2-3-64-16,3 0-62 0,-3-2-42 0,-8-2-43 15,22-4-51-15,-10-2-16 0,1-3-377 16,5-5-411-16</inkml:trace>
  <inkml:trace contextRef="#ctx0" brushRef="#br0" timeOffset="69835.6">27752 9703 2417 0,'5'-35'0'0,"2"2"65"15,-5 4 61-15,-2 6 53 0,-2 4 48 0,0-1 30 16,-1 6 23-16,1 2 2 15,1 0-13-15,-3 5-21 0,-2 2-9 0,6 5 3 16,0 0 10-16,-21 21-2 0,6 6-12 16,1 7-13-16,-2 14-23 0,-2 4-6 0,3 4-6 15,2 8-14-15,0 2-30 0,3 1-12 16,2 1-15-16,4-5-11 0,3 0-38 0,2-5-32 16,-1-13-30-16,0-1-42 0,0-4-41 15,4 0-43-15,-2-6-29 0,0-7-31 16,1-6-44-16,-3-6-42 0,0-1-23 0,0-2-17 15,0-4-21-15,0 0-22 0,0-8-16 0,-5 4-27 16,5-4-26-16,0 0-2 0,0 0 16 16,0 0-582-16,-15-20-461 0</inkml:trace>
  <inkml:trace contextRef="#ctx0" brushRef="#br0" timeOffset="70003.82">27569 10442 2420 0,'-9'-9'-105'0,"-1"-1"62"16,-2 5 43-16,3 0 43 0,0 0 47 0,-3 3 48 16,-1-1 50-16,-1 1 32 0,3 0 24 15,2 2 15-15,9 0 5 0,-20-3 1 0,20 3 2 16,0 0-16-16,-17-2-1 0,17 2-10 15,0 0-3-15,0 0-26 0,0 0-21 0,0 0-21 16,0 0-27-16,0 0-54 0,0 0-67 16,35-10-77-16,-17 5-76 0,7-5-115 15,8 1-98-15,1-5-104 0,16 0-101 16,5 1-107-16,8-1 62 0,4-2-432 16,3 3-500-16</inkml:trace>
  <inkml:trace contextRef="#ctx0" brushRef="#br0" timeOffset="70919.42">28560 10198 3034 0,'-5'-3'123'0,"-4"0"41"0,9 3 26 16,-7-4 19-16,7 4 10 0,0 0 7 15,0 0-1-15,0 0-3 0,-17 7-3 16,11-2-17-16,2 5-10 0,0-1-12 0,-1 3-5 15,-1 2 0-15,1 1-8 0,-3 1-9 16,-4 1-8-16,5-1-11 0,-5 1-12 0,3 0-12 16,-2-5-9-16,-3 5-7 0,1-3-18 15,1-1-7-15,1-2-5 0,0-3-27 0,-1-1-14 16,1-2-19-16,1-3-24 0,2-1-22 16,8-1-14-16,-16-6-18 0,7-1-14 0,5-3-7 15,1-2 2-15,1 0 9 16,2-2 7-16,0 2 2 0,2 2 5 0,0 0 3 15,-1 0 3-15,3 4 7 0,1 1 6 16,-1 1 5-16,-4 4 4 0,9-4 4 0,-9 4 4 16,0 0 0-16,23 4 6 0,-14 0 1 0,5-1 5 15,1 1-2-15,2 0-2 16,5 0-6-16,3 2-6 0,0-6-15 0,0 4-14 16,-2-4-7-16,-2 0-13 0,4-4-11 15,0 2-8-15,1-6 1 0,5-2-10 0,-2-3-21 16,-3-3-11-16,0-3-12 0,-3-2 0 15,0-6-2-15,2-11-1 0,-2-2 4 0,0-10 1 16,0-6 13-16,0-8 13 0,4-24 11 16,-1-6 15-16,5-6 14 0,-5-2 30 15,-1 6 24-15,-2 6 31 0,-8 27 35 16,-7 6 41-16,-3 18 28 0,-3 7 37 0,-2 11 5 16,-2 1-2-16,-1 6 4 0,-1 5 9 15,-4 5 14-15,0 2 6 0,8 2 5 0,-20 10 3 16,6 4 5-16,-5 15 5 0,-2 11-5 15,6 8-9-15,0 9 4 0,1 5-7 0,7 2-16 16,3 0-17-16,4 1-11 0,5-1-13 16,5-2-13-16,4-2-10 0,0-2-9 0,8-3-15 15,1-7-16-15,2-4-23 0,1-2-32 16,-2-8-23-16,-4-9-32 0,1-4-23 0,-4-5-10 16,-2-8-13-16,0-1-2 15,1-5-6-15,-1-2-10 0,0-4-12 0,4-4-14 0,6-13-2 16,0-4-4-16,3-8 13 15,-1-6-1-15,0-7 5 0,-2-8 13 0,-1-8 13 16,5-21 6-16,1-5 19 0,-3-1 14 16,0 3 25-16,-2 23 15 0,-11 5 22 0,-2 9 21 15,-4 15 11-15,-5 10 0 0,-4 9 9 16,-5 6 14-16,-1 7 18 0,-5 6 17 0,-3 6 20 16,-8 10 10-16,-6 13 2 15,4 4 6-15,0 12 8 0,3 3 8 0,1-1 14 16,1 3-1-16,6 5 3 0,0-3-13 15,3 5-4-15,7-7-8 0,0 3-16 0,4-9-13 16,8 6-11-16,-3-12-11 0,5 8 0 0,2-11-16 16,-1-3-10-16,1-5-31 0,-1-2-30 15,-2-9-34-15,1-4-26 0,-2-3-24 16,-1-1-26-16,0-4-28 0,3-4-36 16,0 1-48-16,-3-5-64 0,-7 0-66 0,19-5-76 15,-6-5-90-15,3 0-124 0,-1-3-15 16,8-10 66-16,4 1-432 0,-6-5-504 0</inkml:trace>
  <inkml:trace contextRef="#ctx0" brushRef="#br0" timeOffset="71701.59">30510 9370 3136 0,'-6'-12'171'0,"0"4"22"0,5 1 14 0,1 7 28 0,0 0 29 0,0 0 28 0,-25 15 23 16,11 12 6-16,-1 6-1 0,-6 16-14 16,2 2-21-16,0 4-24 0,-1-1-27 0,4 6-23 15,0 0-17-15,1 3-13 0,2-2-15 16,1-3-16-16,5-2-14 0,1-13-18 0,0-2-8 16,0-2-15-16,1-7-8 15,-1-8-11-15,3-3-10 0,-2-4-8 0,1-3-55 16,1-3-3-16,-1-2 0 0,-2 0 0 15,1-5 0-15,5-4 0 0,-14 0 0 0,14 0 0 16,-22-10-34-16,6-3-78 0,-3-7-25 16,-2-5-14-16,0 0-9 0,2-3 3 0,2 4-6 15,3 6 10-15,5 4 14 0,2 2 6 16,-2 1 6-16,2 2-3 0,1 3-2 0,5-2 5 16,-1 4 8-16,2 4 10 0,3-11 10 15,7 7 14-15,5-4 4 0,7 0-8 0,14-3-1 16,13-5-9-16,8 0 0 0,8-5-1 15,20-4 6-15,11-2-10 0,2-6 8 16,0-3-2-16,-1-1 11 0,0-6 14 0,-3-2 19 16,-6-3 13-16,-10 0 13 0,-10-4 24 15,-7 1 20-15,-21 12 30 0,-8-3 20 16,0 6 21-16,-16 7 11 0,-4 1 16 0,-6 10-6 16,-6-1 4-16,-6 5-6 0,-6 1-2 15,-2 2 1-15,-9 6-2 0,-4 4 0 0,-2 2 14 16,-11 8 1-16,-11 10 7 0,1 8 1 15,1 4-4-15,-1 6-2 0,-5 18-1 16,13-10 0-16,6 3-4 0,-1 0-3 16,6 0-9-16,6-2-6 0,3-2-11 0,3-3-5 15,4-7-8-15,3-4-11 0,3-1-7 16,2-6 0-16,3-4-7 0,-2-5-4 16,4 1-4-16,0-5 1 0,0 0-4 0,0-5 2 15,2-5 1-15,4 9-2 0,-4-9 1 16,10 3-3-16,-10-3-6 0,0 0-3 0,22-6-3 15,-14 2-2-15,2 2 4 0,-10 2-26 16,12-5 0-16,-3 5 0 0,-9 0 0 0,11 0 0 16,-11 0 0-16,0 0 0 0,18 9 0 15,-13-6 0-15,1 6 0 0,-1-1 0 0,-1 0 0 16,-1 1 0-16,6 3 0 16,-4-2 0-16,1-3 0 0,-2 2 0 0,-1-4 0 0,4 1-178 15,0 0-38-15,2-2-46 16,-1-3-50-16,-8-1-63 0,19 2-67 0,-10-2-67 15,3-3-78-15,0-1-107 0,0-2-14 16,10-2 74-16,-3-2-480 0,1 3-582 0</inkml:trace>
  <inkml:trace contextRef="#ctx0" brushRef="#br0" timeOffset="72084.95">31194 9898 2976 0,'0'0'-5'0,"0"0"72"0,0 0 63 0,13-1 47 0,-13 1 33 0,0 0 30 0,0 0 16 16,0 0 11-16,0 0-1 0,0 0 7 15,19 1-12-15,-19-1-19 0,13 0-16 0,-13 0-17 16,20-1-15-16,-9-1-22 0,-11 2-21 16,23-5-30-16,-12 1-39 0,1 1-32 0,1-4-31 15,1-1-31-15,-3-1-12 16,0 0-10-16,-4-1 0 0,2-2 5 0,-4-1 2 16,-1 1 2-16,-4 1 0 0,-2 1 1 15,-3 2 1-15,-6 3 2 0,-2 1 3 0,1 6 1 16,-12 0 10-16,1 8 10 0,-5 5 12 15,1 6 9-15,2 1 25 0,3 2 24 0,1 3 32 16,3 2 13-16,5 1 26 16,2-1 20-16,4-6 9 0,4 0 4 0,1-5 3 15,2-5-4-15,4 3-8 0,2-3-8 16,0 1-13-16,3-2-96 0,0-2-51 0,1-1 0 16,1-3 0-16,0 1 0 0,3-1 0 15,-4-1 0-15,0-4 0 0,-10-1 0 0,15 5 0 16,-15-5 0-16,11 4-175 0,-11-4-168 15,10 1-102-15,-10-1-109 0,5 2-148 0,-5-2-134 16,0 0 78-16,0 0-731 0,-23 11-936 16</inkml:trace>
  <inkml:trace contextRef="#ctx0" brushRef="#br0" timeOffset="73038.63">25494 11755 1331 0,'0'6'555'15,"-2"1"-225"-15,2-7-73 0,0 10 15 16,0-5 11-16,0-5-6 0,4 10 0 16,-2-6-15-16,0 3 11 0,-2-7-3 15,9 13-5-15,-3-8-6 0,3 2-20 0,1-3-26 16,4 1-16-16,-3 0-24 0,3-2-19 0,0-3-12 15,1 2-16-15,1-2-9 16,-16 0-18-16,28-4-4 0,-15 0-6 0,3-2-5 16,-5 0-5-16,1-3-8 0,-3-1-2 15,-3-2 4-15,-2 0 0 0,-4-2 0 0,0 0-5 16,-6 0-8-16,1-1-5 0,-6 5-8 16,-2-3-7-16,-1 9-3 0,-6 2-9 0,1 2 1 15,-6 6-1-15,-7 3-4 0,-1 5 5 16,5 1 8-16,4 6 11 0,-1 1 9 0,3 6 6 15,8-2-4-15,2 3-5 0,2-5 2 16,9-1-27-16,-1 2-1 0,4-2 3 16,1 0-2-16,6 4-5 0,9-1 2 15,-1-5-2-15,4-2-3 0,-2-7-22 0,10 1-38 16,-2-7-50-16,-1-2-64 0,0-4-47 16,15-3-73-16,-3-5-113 0,2-4-97 0,-4-5-110 15,8-4-132-15,-4-3-27 0,-4-3 76 16,-9 4-595-16,3-7-732 0</inkml:trace>
  <inkml:trace contextRef="#ctx0" brushRef="#br0" timeOffset="73502">26279 11122 3377 0,'0'-22'18'0,"-2"3"53"0,1 5 42 0,-1 1 41 16,-1 3 32-16,1 1 17 0,-2 3 7 15,4 6 13-15,0 0 24 0,0 0 29 16,-14 17 10-16,2 12 3 0,2 6-2 15,-3 19 7-15,1 4-9 0,5 4-9 0,-2 1-22 16,-3 2-19-16,4-3-24 0,-3-1-10 16,5-4-28-16,-2-5-21 0,1-11-10 0,2-1-114 15,1-4-28-15,-3-11 0 0,5-2 0 16,1-6 0-16,-3-2 0 0,4-3 0 0,-2-2 0 16,0-1 0-16,2-1 0 0,-2-4 0 15,2-4 0-15,0 0 0 0,0 0 0 16,0 0 0-16,0 0 0 0,6-26 0 0,-8 12 0 15,2-4 0-15,-2-3 0 0,0 2 0 0,-1-2 0 16,-1 4 0-16,-3-1 0 0,-5 2 0 16,2 7 0-16,-4 3 0 0,0 4 0 0,-2 2 0 15,-4 6 0-15,-3 1 0 16,-6 5 0-16,4 8 0 0,2-1 0 0,1 0 0 16,8-1 0-16,3-2 0 0,3-1 0 15,7 0 0-15,-4 3 0 0,3-4 0 0,2-1 0 16,2-1 0-16,3 0 0 0,-2 2 0 15,5-4 0-15,1-3 0 0,1 1 0 0,3-4 0 16,0 0 0-16,3-4-35 0,1-2-187 16,9-4-64-16,6 0-73 0,4-5-88 15,-2-2-65-15,-4-1-86 0,4-3-103 16,2 2-37-16,-1-4 75 0,-5 2-572 0,-1-4-696 16</inkml:trace>
  <inkml:trace contextRef="#ctx0" brushRef="#br0" timeOffset="74001.53">26434 11640 3290 0,'3'-7'-60'0,"1"1"37"0,-4 2 42 0,0 4 47 0,0 0 58 0,0 0 38 16,0 0 32-16,-23 10 16 0,15-4 12 16,-3 6 0-16,-3-1 0 0,3 2-5 15,-1 1-15-15,5-2-6 0,-2-1-16 0,1 2-18 16,5-3-14-16,0 0-11 0,-1 0-14 16,2-1-15-16,2 0-9 0,0-9-7 0,6 13-7 15,-1-7-14-15,-5-6-29 16,12 2-17-16,-4-2-22 0,-8 0-20 0,21-6-11 15,-8-2-9-15,5-3-12 0,-4-1-5 16,0-3 2-16,8-5 2 0,-4-1 7 0,-2-4 6 16,-2 1 6-16,-2 7 14 0,-2 0 11 15,-5 5 17-15,1 4 2 0,-1-1 3 0,0 2 5 16,-3 4 14-16,-2 3 8 0,0 0 11 16,0 0 14-16,0 0 20 0,-10 32 17 0,0-8 14 15,1 8 11-15,4 11 67 0,-6 10 42 16,8 5-6-16,-1 1-26 0,0 4 2 0,4-3 0 15,0 0-132-15,0-4-77 0,-1-10 0 16,-1 1 0-16,-4-3 0 0,0-3 0 16,0-3 0-16,-1-2 0 0,-1-5 0 15,0-7 0-15,-1-4 0 0,0-3 0 0,-2-4 0 16,0 0 0-16,-3-2 0 0,-4-1 0 16,0-4 0-16,0-4 0 0,-5 1 0 0,-2-3 0 15,-2-5 0-15,-7-5 0 0,0-2 0 16,1-5 0-16,1 0 0 0,3-3 0 0,3-1 0 15,2 2 0-15,8 4 0 0,0 1 0 16,3 0 0-16,4 3 0 0,-1 0 0 0,2 1 0 16,1-2-16-16,3 2-576 15,1-2-90-15,3 0-129 0,0-3-35 0,2 1 89 16,5-1-769-16,4-14-971 0</inkml:trace>
  <inkml:trace contextRef="#ctx0" brushRef="#br0" timeOffset="74701.09">26579 11761 3966 0,'0'0'-110'0,"11"0"52"0,-11 0 47 0,0 0 60 0,0 0 48 16,0 0 31-16,11-4 10 15,-11 4 8-15,0 0-2 0,10-6-7 0,-5 3-9 16,5-2-7-16,-7 1-7 0,9-3-13 0,-1-3-9 15,2 2-9-15,5-3-8 0,0-2-7 16,-4-1-9-16,8-4-3 0,-8 2-5 16,2 1-4-16,-3 1-4 0,-6 5 6 0,2-2 12 15,-6 2 10-15,3 2-3 0,-4 1-6 16,-2 0 0-16,0 6-7 0,0 0 2 0,0 0 0 16,-25 12-1-16,10 3-5 0,-4 6-1 15,-3 1 3-15,6 3-7 0,-2 2-4 0,3-2 0 16,3 2-1-16,5-5 2 15,0-3-4-15,3-2 3 0,0 0-4 0,4-3-8 16,0-1 7-16,0-1 4 0,4-2 5 0,-2-2 4 16,1-3-6-16,-3-5-2 0,15 4-3 15,-5-2-3-15,-10-2-9 0,33-7-5 16,-12-3-13-16,8-5-14 0,3-6-10 16,2-8-4-16,0-3-9 0,2-6-6 0,-1-5 1 15,-1 2 3-15,-6-1 5 0,3-2 2 16,-8 3-4-16,-4 10 12 0,-4 4 0 0,-1 5 3 15,-7 5 0-15,-1 7 0 0,-1 1 0 16,-5 2-2-16,0 7 3 0,0 0 0 0,0 0 2 16,0 0 3-16,0 0 3 15,0 0-1-15,0 0-5 0,-18 26 6 0,15-14-1 0,3 2 8 16,0 3 16-16,5 1 6 16,-1 3 8-16,1-2 11 0,2 2 15 0,-3 0 27 15,6 1 15-15,-4-3 10 0,-1 0 9 16,3 2 21-16,-3-3 17 0,2-1 20 0,-5 1 13 15,0 1-65-15,-4-2-127 0,-2-1 0 16,-3-2 0-16,0 4 0 0,-6 8 0 0,-1-7 0 16,-2 3 0-16,-4-1 0 0,-1-3 0 15,-1-1 0-15,2-2 0 0,-6-1 0 0,4-3 0 16,4-3 0-16,-1 0 0 16,4-2 0-16,-1-1 0 0,3-2 0 0,-3 0 0 0,5-3 0 15,11 0 0-15,-23-6 0 16,16 1 0-16,0-1 0 0,-4-5 0 0,6 3-462 15,1 0-184-15,-1-4-111 0,1 2-106 16,4 2 80-16,-2-1-809 0,4 2-1032 0</inkml:trace>
  <inkml:trace contextRef="#ctx0" brushRef="#br0" timeOffset="75984.56">27708 11613 4362 0,'2'-5'-57'0,"-2"5"19"0,0 0 14 15,-2-10 28-15,2 10 31 0,0 0 37 16,-5-5 27-16,5 5 11 0,0 0 6 16,0 0-5-16,0 0-6 0,0 0-3 0,-23 11 1 15,23-11-5-15,-8 7-9 0,8-7-1 16,-1 10-4-16,1-10-8 0,1 9-6 15,-1-9-3-15,13 10-5 0,-3-6-6 16,2-2-5-16,1-1-6 0,0-1-3 0,4 3 0 16,1-6-7-16,-4 2-6 0,4 1 11 15,-5-2-18-15,-1 2-6 0,-1 0-8 0,0 0 0 16,-3 3-2-16,0 1 0 16,1 1 2-16,-4 3 7 0,2-2-9 0,-1 0 0 0,-1 1 0 15,-1 0-2-15,1 0 2 0,4 1 2 16,-2-3 6-16,2 1-1 0,0-3 4 0,5 0 14 15,-3 0 13-15,7-6 2 16,-1 3 3-16,4-6-2 0,2-2-7 0,7-4 1 16,-1-4-7-16,0 0 2 0,-2-4 8 15,-2 1 10-15,-3-1-2 0,-3-3 3 0,-1-1-11 16,-2 1-3-16,-1-2-4 0,-3 7-5 16,-3-2-6-16,0-1-6 0,2 4 0 15,-4-5 2-15,0 3-10 0,1-1 2 0,-2 5 8 16,0 3-24-16,-1 1-23 0,-1 1-37 15,-2 3-35-15,2 2-39 0,-4 5-32 0,1-5-34 16,-1 5-63-16,0 0-76 0,0 0-68 16,0 0-105-16,0 0-140 0,-11 21-16 0,10-15 74 15,-1 1-413-15,0 2-483 16</inkml:trace>
  <inkml:trace contextRef="#ctx0" brushRef="#br0" timeOffset="76451.75">28655 10957 2924 0,'6'-11'61'0,"-1"3"22"0,-3-2 13 0,3 8 19 16,-5 2 10-16,2-7 7 0,-2 7 37 15,0 0 37-15,0 0 16 0,-9 27-5 0,-2 2 0 16,0 4 27-16,-3 11 7 0,-2 1-3 15,-4 0 4-15,5 3-9 0,-2-2-7 16,-2-1-15-16,2-3-21 0,1-7-18 0,5-3-9 16,-1 0-11-16,3-11-11 0,3-1-10 15,1-5-17-15,-1 0-11 0,2-1-11 0,2-4-5 16,-2-4-5-16,2 2 4 0,2-8 9 16,-1 12 2-16,1-12-23 0,0 0-84 15,0 0 0-15,0 0 0 0,30-28 0 0,-11 6 0 16,5 1 0-16,-4 0 0 0,-3-2 0 15,0 7 0-15,-3 5 0 0,-3 0 0 16,-2 2 0-16,1 3 0 0,0 0 0 16,-1 5 0-16,-9 1 0 0,0 0 0 0,27 8 0 15,-17-1 0-15,-5 3 0 0,5 1 0 16,-3 1 0-16,-1 2 0 0,4-1 0 0,-5 1 0 16,3 0 0-16,-3 0 0 0,2-1 0 15,-4 0-198-15,3 2-107 0,-2-3-61 0,-1-2-73 16,1 0-59-16,1-1-64 0,2-3-50 15,0-2-67-15,4-1-12 0,1-1-615 0,7-5-765 16</inkml:trace>
  <inkml:trace contextRef="#ctx0" brushRef="#br0" timeOffset="76767.61">29052 11457 3354 0,'5'-6'-103'0,"1"3"50"0,-4 0 46 0,-2 3 52 16,0 0 40-16,0 0 41 0,0 0 20 15,0 0 17-15,0 0 6 0,0 0-1 16,0 0-2-16,-33 6-11 0,33-6-7 0,-5 6-10 15,5-6-5-15,-4 7-3 0,4-7 2 16,0 0-1-16,2 7-7 0,-2-7-11 0,7 5-9 16,-7-5-7-16,16 2-13 0,-5-2-6 15,-11 0-10-15,21-4-12 0,-3 1-6 0,-1-3-3 16,-4 2-2-16,2-2-10 16,-2-1-2-16,-3-2-3 0,1 2 2 0,-3-3 7 0,0-2 7 15,-1-1 3-15,-3-3 5 0,0 3-1 16,0-3-14-16,-3 4-2 0,1 1-10 15,-4-1 5-15,2 1-12 0,-1 3-1 16,-3 2-10-16,4 6-2 0,-9-11-13 0,-1 11-25 16,10 0-24-16,-15 0-40 0,15 0-51 15,-22 8-74-15,9-1-80 0,4 0-69 16,-1 0-87-16,1-2-89 0,3 2-99 0,6-2 24 16,0-5-457-16,0 0-548 15</inkml:trace>
  <inkml:trace contextRef="#ctx0" brushRef="#br0" timeOffset="77117.44">29479 11151 2785 0,'1'-6'-60'0,"-1"0"32"16,0 6 21-16,0 0 15 0,0 0 12 16,-5-4 13-16,5 4 14 0,0 0 9 0,-21 10 3 15,10-4 12-15,-1 6 6 0,-1 1 5 16,1 1 2-16,0 3 10 0,3 2-13 0,2-1-1 15,-1 3 2-15,6 0 14 0,0-3 40 16,4 3 18-16,0 0 7 0,4 0-12 0,-2-3 4 16,-1-2 15-16,1 1 20 0,0-1 15 15,-2-3 10-15,-1-1 22 0,-1-2 13 0,2 1 8 16,-2-1 4-16,-2 0 6 0,1-1-5 16,-5 1-15-16,1-3-16 0,-1 2-25 15,-4-4-20-15,2 1-16 0,-3-1-18 16,1-1-18-16,1-1-13 0,-2 1-79 0,-3-2-41 15,3-1 0-15,11-1 0 0,-25-1-63 16,14-5-140-16,1 1-88 0,0-2-114 16,5-4-121-16,-1-3-124 0,6 0-183 0,4 0 62 15,2-1 89-15,5 0-599 0,3 0-741 16</inkml:trace>
  <inkml:trace contextRef="#ctx0" brushRef="#br0" timeOffset="77484.75">29690 11361 3357 0,'0'0'-58'0,"7"3"30"16,-7-3 40-16,0 0 57 0,0 0 47 0,0 0 34 15,9 5 27-15,-9-5 18 0,0 0 6 16,9 4 2-16,-9-4 3 0,0 0-5 16,15 2-12-16,-15-2-9 0,17-2-16 0,-17 2-19 15,20-6-10-15,-11 3-13 0,2-3-8 16,1-1-14-16,-1-2-12 0,-2 2-3 0,3-5-8 15,-2 0-3-15,-3 1 0 0,1-2-1 16,-4 1-3-16,-2 1-2 0,-2 0-1 0,-2 1-15 16,-2 1-7-16,-6 4-4 15,-1-1-3-15,-6 5 6 0,-2 1 14 0,-6 6 1 16,2 0 7-16,-7 8-1 0,3 2-4 16,2 2 6-16,6 3 3 0,0 1-6 0,6-1-5 15,5-3-4-15,2-3-7 0,2 2-2 16,3-3-8-16,-1 2-1 0,4-3-7 0,-2 2-17 15,0-1-45-15,1-2-48 0,-1 1-56 16,2-1-77-16,0 0-98 0,0-1-113 0,0 1-97 16,-2-1-132-16,-2 2-115 15,-4 0 78-15,-13 11-621 0,-1 2-768 0</inkml:trace>
  <inkml:trace contextRef="#ctx0" brushRef="#br0" timeOffset="77817.64">26883 12712 4049 0,'-10'-8'173'0,"5"6"-19"0,5 2-11 15,0 0 9-15,-22 5 16 0,11 2 0 16,2 1-13-16,-5 6-20 0,1 4-9 16,-1 5-11-16,3-2-5 0,0 6-15 0,3-2-11 15,1-3-6-15,3-1-11 0,0 3-12 16,2-2-7-16,2-3-23 0,0 3-28 0,4-4-36 16,0 0-45-16,1-3-46 0,4 0-67 15,0-6-70-15,2-1-60 0,7-2-72 0,0-6-64 16,7-2-110-16,7-7-33 0,2-3 66 15,2-5-301-15,1-7-326 0</inkml:trace>
  <inkml:trace contextRef="#ctx0" brushRef="#br0" timeOffset="78133.72">27251 12787 2461 0,'9'-10'104'0,"-5"4"41"0,2-2 23 16,-6 8 22-16,1-5 33 0,-1 5 23 16,0 0 8-16,0 0-6 0,0 0-4 0,0 0-13 15,-14 29-15-15,8-20-3 0,1 1-20 16,0 2-19-16,-1-1-9 0,5 1-19 0,-1 0-12 15,2-1-14-15,2 1-9 0,-1 0-8 16,5-3 9-16,0-1-15 0,4 2-2 0,-1-5-28 16,-2-2-26-16,7 0-24 0,-1-3-17 15,-13 0-19-15,27-4-5 0,-13-1 4 0,-3-1 2 16,0-2 2-16,-3-2 0 16,1-1 2-16,-1-3 8 0,-4-1 6 0,-3-1 0 15,4 0 10-15,-5 1-1 0,0 1 4 16,0 3-4-16,0-1-3 0,-5 1-2 0,2 7-2 15,-1-2-3-15,4 6 0 0,-15-2-14 16,15 2-16-16,0 0-30 0,0 0-38 16,-19 8-54-16,13-5-53 0,3 2-64 0,1 2-50 15,2-7-42-15,0 10-64 0,0-10-41 16,3 8-51-16,7-8-34 0,1 2-454 0,3-2-480 16</inkml:trace>
  <inkml:trace contextRef="#ctx0" brushRef="#br0" timeOffset="78433.6">27550 12740 2601 0,'13'-7'-50'16,"-3"3"55"-16,-4-1 45 15,0 3 46-15,-6 2 39 0,5-6 29 0,-5 6 6 16,0 0-1-16,0 0-10 0,0 0-1 16,0 0 1-16,0 0-5 0,0 0-3 0,0 0-5 15,-23 22-3-15,18-14-9 0,-1 3-7 16,2-1-11-16,1-2-10 0,-2 6-11 0,5-3-6 16,0 1-4-16,2 0-2 0,1-1 5 15,-2 4 9-15,1-3 11 0,4 2 16 16,-2 3 15-16,-3-5 35 0,-1 3 15 0,0-3 2 15,4 0-2-15,-2 0 2 0,-2 0-3 16,0 0-5-16,0-2-5 0,-2 2-12 16,2-2-17-16,-2 1-14 0,-1-1-12 15,1-3-15-15,0 1-17 0,0-2-26 0,2-6-36 16,-6 9-41-16,6-9-54 0,0 0-64 16,0 0-64-16,0 0-63 0,-15-13-66 0,15 1-76 15,0-3-61-15,3-8-54 0,5-9-41 16,2-6-54-16,7-12-40 0,4-5 9 0,4-5-497 15,2 0-604-15</inkml:trace>
  <inkml:trace contextRef="#ctx0" brushRef="#br0" timeOffset="78633.62">27829 12359 3070 0,'16'-34'-11'0,"-2"5"53"16,-3 6 63-16,-4 2 49 0,4 8 55 15,-8-1 36-15,3 5 18 0,-2 1-2 16,-3 0-13-16,1 2-16 0,-2 6-23 16,9-5 21-16,-9 5 24 0,0 0 2 0,3 26-12 15,1-6-16-15,-4 5-26 0,-2 16-18 16,-2 0-19-16,-2 12-17 0,-1 0-14 0,-3-3-11 15,5-13-18-15,-5 4-30 0,0-4-35 16,-1-4-56-16,-1-1-49 0,3-5-50 16,2-3-56-16,-2-5-63 0,6-4-74 0,-1 1-70 15,-2-3-54-15,5-4-67 0,-3 0-93 16,-2-3-101-16,5-1 71 0,1-5-497 16,-7 4-588-16</inkml:trace>
  <inkml:trace contextRef="#ctx0" brushRef="#br0" timeOffset="78784.82">27733 12806 2903 0,'0'0'-10'0,"-6"-2"65"0,6 2 55 16,0 0 44-16,-7-6 27 0,7 6 26 16,0 0 3-16,0 0 2 0,0-7-18 0,0 7-20 15,12-7-13-15,-3 2-31 0,2 1-37 16,5 0-30-16,9-4-45 0,12 3-75 16,5-3-94-16,13-1-122 0,1 1-130 15,3-1-182-15,4 1 9 0,-4-1 56 0,0-1-259 16,2 0-268-16</inkml:trace>
  <inkml:trace contextRef="#ctx0" brushRef="#br0" timeOffset="79002.35">28813 12476 2545 0,'0'-5'242'0,"0"5"11"16,0 0 10-16,0 0 24 0,0 0 48 16,0 0 16-16,0 0-7 0,0 0-4 0,-14 27-27 15,7-7-27-15,2 1-24 0,-7 8-22 16,1 2-27-16,-1 0-23 0,-1 0-15 15,1-2-27-15,1-2-32 0,-2-4-48 0,5-5-60 16,3-1-63-16,-3-1-64 0,5-3-70 16,-3-1-81-16,-1-4-75 0,6-2-82 0,-1-2-98 15,2-4-99-15,0 0-59 0,0 0 72 16,0 0-454-16,0 0-537 0</inkml:trace>
  <inkml:trace contextRef="#ctx0" brushRef="#br0" timeOffset="79167.53">28874 12405 2897 0,'6'-17'86'15,"-1"2"58"-15,-4 5 34 0,1-2 38 0,0 7 31 16,-2-2 18-16,0 7-2 0,2-11-22 16,-2 11-28-16,2-8-22 0,-2 8-23 0,0 0-23 15,2-9-42-15,-2 9-53 0,0 0-68 16,0 0-77-16,0 0-92 0,0 0-84 16,23 11-82-16,-16-8-89 0,4 0-109 0,-1 1-46 15,3-2 64-15,0-1-270 0,5 1-290 16</inkml:trace>
  <inkml:trace contextRef="#ctx0" brushRef="#br0" timeOffset="79451.2">29191 12305 2151 0,'4'-2'95'0,"-4"2"48"0,0 0 42 15,0 0 35-15,0 0 28 0,0 0 32 0,-36 8 20 16,22-1 3-16,1 1-1 0,-1 1-5 16,-1 3-3-16,2 2-14 0,0 0-10 15,3 1-17-15,0-1-19 0,5-1-20 0,1 1-20 16,0 1-17-16,4 1-16 15,0-2-7-15,4-1 1 0,-2-1 6 0,0 5 4 16,1-2 3-16,1-3 7 0,-2 1 12 16,-2-1 10-16,2 0 23 0,-4-1-212 0,-2 1-8 15,-1 1 0-15,-4-3 0 0,-4 4 0 16,-1-2 0-16,-2-2 0 0,-2 2 0 0,0-3 0 16,0 1 0-16,-2-1 0 0,-1-2 0 15,1-2 0-15,2-2 0 0,-1 0 0 0,0 1 0 16,2-2 0-16,2-2 0 0,-1-2-169 15,-1 2-618-15,4 0-159 0,0 0 77 0,-1 2 100 16,1-1-813-16,-3 4-1023 0</inkml:trace>
  <inkml:trace contextRef="#ctx0" brushRef="#br0" timeOffset="80183.88">26643 14175 4832 0,'-2'-5'173'0,"2"5"-11"0,2-7-8 0,-2 7 16 0,0 0 64 15,0 0 19-15,0 0 8 0,4 27-6 0,-2-11-15 16,0 3-15-16,-1 4-19 0,-1-1-4 16,0 3-15-16,-1-2-12 0,1 2-19 15,-2-1-19-15,0 0-9 0,2-5-87 0,-2 0-41 16,0-4 0-16,0-1 0 0,2-2 0 15,0-2 0-15,0-2 0 0,0-1 0 16,0-2 0-16,0-5 0 0,0 0 0 0,0 0 0 16,0 0 0-16,21-20 0 0,-11 3 0 15,5-10 0-15,0-2 0 0,2 1 0 16,1 0 0-16,-4 5 0 0,2 4 0 0,-9 5 0 16,3 3 0-16,-4 3 0 0,2 2 0 15,-3 2 0-15,-5 4 0 0,9 2 0 0,-9-2 0 16,12 10 0-16,-6-1 0 0,-1 3 0 15,-1 0 0-15,2 1 0 0,-3 1 0 0,2 1 0 16,-1 1 0-16,-1-3 0 0,1-1 0 16,0-1 0-16,-2-1 0 0,-1-2 0 0,1-1 0 15,2-1 0-15,1-1 0 16,-5-5 0-16,9 0 0 0,-9 0 0 0,21-12 0 16,-6 0-123-16,8-5-9 0,-3-4 2 15,5 1 15-15,-4 3 9 0,-1 3 20 0,-7 2 9 16,-2 3 10-16,-1 2 23 0,-3 0 21 15,-1 1 9-15,1 3 12 0,-7 3 11 0,11-1 8 16,-11 1 7-16,11 6 4 0,-8 2-5 16,3 0-2-16,-1 3-2 0,-2 2-3 15,3 3-2-15,-4 1-9 0,1-2-34 0,1 2-15 16,-2 1-43-16,0-1-35 0,-1-2-49 16,1-1-52-16,3-2-62 0,-3-2-57 0,2 0-49 15,-3 0-48-15,1-8-48 0,-2-2-57 16,4 7-72-16,-4-7 6 0,0 0-430 15,0 0-514-15</inkml:trace>
  <inkml:trace contextRef="#ctx0" brushRef="#br0" timeOffset="80350.69">27321 14297 2904 0,'11'-16'57'0,"-4"3"57"0,-2 3 55 0,1 0 35 0,-4 3 25 16,0 3 5-16,-2 4-12 0,3-8-3 16,-3 8-11-16,0 0-14 0,0 0-17 0,0 0-19 15,6 25-14-15,-6-13-21 0,0 0-35 16,-2 3-38-16,2 5-49 0,-4-3-58 15,3 0-72-15,-1 3-85 0,0 1-70 16,-2-4-107-16,2 0-145 0,0 0-95 0,-1-4 62 16,-1 0-344-16,-1-3-394 0</inkml:trace>
  <inkml:trace contextRef="#ctx0" brushRef="#br0" timeOffset="80549.69">27382 14136 2882 0,'-2'-16'232'0,"-1"4"11"0,1 0 1 16,-2 5-1-16,2-2 12 0,2 3-3 15,0 6-17-15,-1-15-26 0,1 9-32 0,0 6-40 16,0-10-49-16,0 10-55 0,0-9-65 16,0 9-83-16,-3-6-96 0,3 6-82 15,0 0-94-15,0 0-116 0,0 0-99 16,0 0 55-16,0 0-317 0,3 29-348 0</inkml:trace>
  <inkml:trace contextRef="#ctx0" brushRef="#br0" timeOffset="80917.37">27506 14250 2539 0,'2'8'112'0,"0"-2"33"0,-2 0 25 16,2 2 34-16,-2-3 26 0,1 1 19 15,-1-6 1-15,4 15-3 0,-1-8-8 16,-1-2-4-16,2 1 4 0,-4-6 2 15,5 8-1-15,-5-8 1 0,2 8-7 0,-2-8-19 16,4 7-14-16,-4-7-23 0,0 0-16 16,1 8-15-16,-1-8-14 0,0 0-13 0,0 0-22 15,0 0-24-15,0 0-26 0,18-19-34 16,-11 7-14-16,1 1-12 0,2-5-4 0,1-1 5 16,-4 5 1-16,4 0 3 0,-2 1 6 15,-4 3-2-15,3 2 14 0,-3 0 6 0,2 2 19 16,-7 4 16-16,9-3 12 0,-9 3 11 15,0 0 3-15,13 10 12 0,-8-1-2 0,-4-3-5 16,5 5-11-16,-2 1-1 0,-1-1-11 16,1 3-8-16,0 2-4 0,-1 1-8 15,4-3-22-15,-5-3-46 0,1 1-43 16,-1-2-49-16,0 0-55 0,0-1-59 0,2-3-69 16,-2 1-76-16,-1-1-75 0,-1-6-86 15,4 5-92-15,-4-5-122 0,0 0 63 16,0 0-574-16,16-14-725 0</inkml:trace>
  <inkml:trace contextRef="#ctx0" brushRef="#br0" timeOffset="81100.8">27899 14132 3616 0,'-2'-7'115'0,"2"7"43"0,-2-10 31 16,2 10 22-16,0 0 29 0,0 0 25 16,0 0-15-16,0 0-1 0,0 0-21 15,0 0-22-15,6 27-25 0,-6-13-6 16,-2 1-29-16,2 2-14 0,-4 3-40 0,0-3-44 15,3 3-42-15,-3-3-57 0,2 2-73 16,-3-1-80-16,5-4-100 0,-2-1-115 16,1-1-132-16,1-5-177 0,-2-2 72 0,2-5-524 15,3 5-646-15</inkml:trace>
  <inkml:trace contextRef="#ctx0" brushRef="#br0" timeOffset="81266.75">27908 13960 3542 0,'-7'-21'136'0,"-3"3"11"0,-2 3-1 16,5 3 11-16,0 0 18 0,1 3-5 16,2 1-19-16,-2-1-21 0,2 4-23 15,4 5-44-15,-4-9-51 0,4 9-63 0,0 0-85 16,0 0-90-16,0 0-103 0,-11 17-105 16,10-5-140-16,-3 0 17 0,-1 5-337 0,3 0-377 15</inkml:trace>
  <inkml:trace contextRef="#ctx0" brushRef="#br0" timeOffset="81801.92">27852 14175 2676 0,'0'0'158'0,"0"0"33"15,-7 12 27-15,7-12 34 0,0 0 43 16,0 8 29-16,0-8 3 0,0 0-1 0,4 9-5 16,-4-9-6-16,5 5-18 0,-5-5-24 15,0 0-21-15,9 7-24 0,-9-7-17 0,7 3-27 16,-7-3-16-16,7 4-17 0,-7-4-16 15,0 0-15-15,14 2-11 0,-14-2-10 0,0 0-18 16,0 0-9-16,23-6-17 0,-17 1-6 16,1 0-1-16,1-2-6 0,-3 5-4 0,6-4-8 15,-11 6-2-15,11-7-1 0,-6 2-4 16,-5 5-2-16,10-5-6 0,-10 5 5 16,11-4-8-16,-11 4-12 0,0 0 0 15,0 0 0-15,0 0 0 0,23 7 0 0,-23-7 0 16,10 3 0-16,-10-3 0 0,9 5 0 15,-9-5 0-15,8 6 0 0,-8-6 0 0,11 3 0 16,-11-3 0-16,13 0 0 0,-13 0 0 16,18-5 0-16,-9 1 0 0,3-2 0 15,-3-3 0-15,7 1 0 0,-3-1 0 0,0 0 0 16,-1 3 0-16,1-1 0 0,-3 2 0 16,-3-1 0-16,1 1 0 0,-3 2 0 15,-5 3 0-15,12-6 0 0,-12 6 0 0,11-2 0 16,-11 2 0-16,0 0 0 0,15 0 0 0,-15 0 0 15,0 0 0-15,16 10 0 16,-9-4 0-16,5 5 0 0,7 1 0 0,9 5 0 16,-3-2 0-16,4-3 0 0,-10-2 0 15,-2-2 0-15,-3-2 0 0,-5 1 0 0,0-2 0 16,2-2 0-16,-4 5 0 0,0-4 0 16,-3 0-330-16,2-1-170 0,-5 3-60 0,-1-6-75 15,0 10-79-15,0-4-67 16,0-6 77-16,-3 13-645 0,-1-7-805 0</inkml:trace>
  <inkml:trace contextRef="#ctx0" brushRef="#br0" timeOffset="82118.39">27022 14948 3640 0,'-54'23'113'0,"13"-6"46"16,12 0 2-16,10-3 15 0,6-1 29 15,6-1 32-15,7-2 53 0,7 2 0 16,18 2 0-16,11-2-41 0,19-4-22 0,14-8-25 16,7-3-23-16,31-5-30 0,2-4-20 15,2 1-12-15,8-4-10 0,-3 4-8 16,0-6-12-16,-7 7-12 0,-27 0-41 0,-9-5-59 15,-9 1-79-15,-6 2-64 0,-19 2-39 16,-3-1-35-16,-5 0-24 0,-6 7-29 0,-8-3-22 16,-4 1-49-16,-5 2-65 0,-3 2-88 15,-5 2-140-15,7-3 45 0,-7 3-407 0,0 0-496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02:57:02.2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3794 9209 2436 0,'-8'-13'208'0,"-2"-1"-38"0,3 1-27 15,1 1-8-15,1 2 14 0,-1 0 12 0,2 1 3 16,-2 1-3-16,2 2-4 0,1-2-4 16,-1 3-10-16,2-2-15 0,2 7-14 15,0 0 6-15,0 0 25 0,0 0 5 0,-7 20-4 16,10-2-6-16,-3-1-4 0,4 6-10 15,0-1-7-15,5 7-10 0,3-2-4 16,3-1-4-16,6-5-11 0,8-6-6 0,7-5-5 16,12-10-4-16,18-7-11 0,26-13-6 15,16-12-13-15,12-13-8 0,14-4-3 16,49-19-4-16,-4-4 0 0,0 6 1 0,-10 2 25 16,-41 18-1-16,-3 1 1 0,-8 7-8 15,-8 7 2-15,-16 6-6 0,-28 7-10 0,-10 5-1 16,-17 3-5-16,-4 1-4 0,-9 6 0 15,-5-1 11-15,-6 1-1 0,-1 1 3 16,-4 0 12-16,-9 2-11 0,16-3-10 0,-16 3-3 16,14-2-9-16,-14 2-9 15,13-1-25-15,-13 1-57 0,10-2-61 0,-10 2-79 16,0 0-105-16,10 3-119 0,-10-3-148 0,1 7-169 16,-1-7 52-16,-5 12 80 0,5-12-506 15,-9 12-599-15</inkml:trace>
  <inkml:trace contextRef="#ctx0" brushRef="#br0" timeOffset="1316.14">19386 7703 3027 0,'0'-17'41'0,"0"5"48"16,0-2 46-16,0-1 42 15,0 5 47-15,-1 2 49 0,1-1 35 0,-2 1 22 16,2 8 2-16,0-13-23 0,-5 8-30 16,5 5-28-16,0 0 3 0,0 0-7 0,-5 22-9 15,1 1-18-15,0 11-19 0,2 4-21 16,2 2-14-16,-1 1-21 0,2 1-12 0,1 0-27 15,2-1-10-15,0-4-9 0,-3-7-9 16,1-6-6-16,2-6-6 0,1-2 1 16,-4-3-7-16,-1-1-60 0,2-2 0 15,0 0 0-15,-2-10 0 0,4 3 0 0,-4-3 0 0,0 0 0 16,11-15 0-16,-7 0 0 16,4-5 0-16,-1-9 0 0,4-3 0 0,0-5 0 15,-2-1 0-15,2-11 0 0,-3 13 0 16,1 5 0-16,-1 6 0 0,-3 6 0 0,-3 3 0 15,2 5 0-15,1-1 0 0,-4 4 0 16,3 3 0-16,-2 1 0 0,-2 4 0 0,0 0 0 16,9-1 0-16,-9 1 0 0,0 0 0 15,16 12 0-15,-11-6 0 0,1-2 0 0,1 4 0 16,2-3 0-16,-4 1 0 0,3 0 0 16,-3-2 0-16,1-2 0 0,-6-2 0 0,17 0 0 15,-6-6 0-15,7-2 0 0,7-9 0 16,-1-4 0-16,3-3 0 0,5-6 0 0,-3 8 0 15,-3 1 0-15,-3 2 0 16,-5 5 0-16,-5 4 0 0,0 3 0 0,-3 1 0 16,-1 5 0-16,1 2 0 0,0 5 0 15,1 4 0-15,3 4 0 0,-3 2 0 0,0 1 0 16,-1 1 0-16,-1 1 0 0,0 0 0 16,4 0 0-16,-4 1 0 0,-2-2 0 0,0-3 0 15,2-1 0-15,-5-3 0 0,-1 1 0 16,3-2-193-16,-3-2-81 0,1-1-64 0,0 0-72 15,0 0-56-15,0-3-75 0,2 0-81 16,-1-2-126-16,-5-2 60 0,21 0-642 16,-2-2-787-16</inkml:trace>
  <inkml:trace contextRef="#ctx0" brushRef="#br0" timeOffset="2049.21">20674 7471 3383 0,'4'-10'-90'0,"-2"-2"71"16,0 7 63-16,-4-3 70 0,2 8 32 15,-6-8 24-15,6 8 17 0,-7-2 8 0,7 2 9 16,0 0 3-16,-27 6 0 0,13 4-3 16,-1 0-17-16,1 3-4 0,-9 6-10 0,1 0-18 15,5 3-14-15,4-2-17 0,2-5-10 16,1 2-13-16,2-4-11 0,6 3-7 16,1-4-5-16,2 1-5 0,1-1-11 15,4-3-10-15,2 3-2 0,1 1-4 0,6-1 0 16,1-1 3-16,7 4 21 0,-5-1 2 15,0-3 7-15,-3 1-3 0,0-3 9 0,-4 1-5 16,0 0 23-16,-2-1 18 0,-4-3 12 16,3 1 16-16,-5 0 6 0,2 0 3 0,-1-3-7 15,-2 4-151-15,-2-8 0 0,0 12 0 16,0-7 0-16,0-5 0 0,-9 10 0 0,6-6 0 16,-5 1 0-16,3-2 0 0,-3 1 0 15,8-4 0-15,-15 3 0 0,15-3 0 16,-20-5 0-16,13 0 0 0,-2-6 0 15,-1 0 0-15,7-7 0 0,0-4 0 0,6-12-258 16,6-3-70-16,8-6-8 0,7-1 7 16,5 2 16-16,7 2 38 0,3 2 25 0,-5 5 31 15,0 5 48-15,-9 8 51 0,-3 0 63 16,-2 6 62-16,-7 3 53 0,-3 2 36 0,-3 2 34 16,3 3 56-16,0 4 37 0,-10 0 22 15,14 11 8-15,-6 2 6 0,2 1-12 16,-1 7-8-16,2 8-14 0,-2 2-18 0,0 0-18 15,-2 0-69-15,2 1-118 0,-4-6 0 16,1-4 0-16,-3 0 0 0,1-1 0 0,0-1 0 16,-2-5 0-16,-1-1 0 0,1-1 0 15,0-1 0-15,-2-2 0 0,5-2 0 16,-3-1 0-16,0 1-210 0,-2-3-202 0,0-5-55 16,0 0-32-16,0 0-12 0,0 0 9 15,0 0 36-15,-11-21 59 0,8 2 52 16,-7-10 64-16,3-4 57 0,-5 4 70 0,5 8 69 15,-1-1 64-15,3 4 48 0,-4 4 46 16,6-1 30-16,-1 2 24 0,0 2 8 0,2 2 9 16,1 0 2-16,1 1 4 0,1-3 1 15,1 1-9-15,4-1-10 0,1 1-12 16,5-1-11-16,-1 1-8 0,1-2-12 16,1 5-21-16,-2 0-37 0,1 0-48 0,-1 1-60 15,0 1-84-15,-2 3-76 0,-9 2-84 16,13 2-88-16,-13-2-150 0,12 9 6 0,-8 0 48 15,-1 1-266-15,-3 6-270 0</inkml:trace>
  <inkml:trace contextRef="#ctx0" brushRef="#br0" timeOffset="3982.9">13335 9457 2098 0,'-25'-6'-18'0,"3"-2"17"0,3 1 22 0,-3 3 25 16,0 0 37-16,1-2 35 0,3 0 41 15,4 1 34-15,-4 2 8 0,5 0 5 0,-1-1-4 16,3 2-1-16,-2 0-2 0,1-1-3 16,3 2 5-16,9 1-3 0,-16-4 0 0,7 2-8 15,9 2-8-15,-11 0-12 0,11 0-14 16,0 0-9-16,0 0 2 0,0 0 8 15,0 0 19-15,0 0 16 0,0 0-1 16,43 19-13-16,6-15-9 0,21 0-11 0,16 0-17 16,28 0-10-16,12 2-20 0,7-3-10 15,10 2-9-15,8 2-5 0,5-5-11 0,7 2-10 16,2 0-13-16,-4 0 5 0,-4-1-14 16,-11 0 1-16,-4 3-7 0,-15-3-1 0,-7-1-7 15,-28 2 1-15,-8 2-4 16,-6-4-6-16,-9 2 0 0,-18-2-2 0,-3 2-4 0,-14-2 1 15,-7-1-1-15,-11-1 1 0,7 0-2 16,-9 0 1-16,-1 0 0 0,-4 0 0 0,-9 0-9 16,0 0 4-16,0 0-4 15,0 0-2-15,0 0 0 0,-36-9 1 0,11 9-2 16,-18-1-1-16,3 1-6 0,-10-3-10 16,-14 3 3-16,-1 0-1 0,-6 0-9 0,-3-2 5 15,-5 0-12-15,-5 0 3 0,-33-2-3 16,26 4 2-16,-29 0 6 0,3 0-1 15,-3 2 3-15,0 2 1 0,4 0 8 0,-5-1-5 16,-1 2 1-16,-1 2 1 0,1 0-2 16,2 0 10-16,3 1 4 0,5 1-4 0,27-8 5 15,-1 5 1-15,2-1-1 0,1-5 0 16,8 5 2-16,3-4 3 0,4 1 11 0,19 0 1 16,5 0 10-16,11-1 12 15,8-1 10-15,5 0 1 0,4 0-3 0,4 0-1 16,-1 0-7-16,13 0-5 0,0 0-7 15,-7-3-28-15,7 3 0 0,0 0 0 0,44-10 0 16,-2 3 0-16,21-2 0 0,12-1 0 16,6 1 0-16,35 1 0 0,10-1 0 0,14-3 0 15,5 1 0-15,4 3 0 0,10 0 0 16,5-2 0-16,0 5 0 0,0-2 0 0,-12 0 0 16,-1 3 0-16,-13 4 0 0,-9-4 0 15,-36 4 0-15,-7 0 0 0,-10 2 0 16,-25-2 0-16,-4 0 0 0,-6 2 0 15,-10-2 0-15,-9 2 0 0,-5-2 0 0,-6 0 0 16,0 0 0-16,-11 0 0 0,0 0 0 16,0 0 0-16,0 0 0 0,-56-6 0 0,8 4 0 15,-17 2 0-15,-7 0 0 0,-12 0 0 16,-27 4 0-16,-9 2 0 0,-2 1 0 0,-7 2 0 16,2 0 0-16,3 2 0 0,4-4 0 15,3 2 0-15,8 1 0 0,24-6 0 0,7 4 0 16,8-5 0-16,5 2 0 0,19-2 0 15,11-1 0-15,11 0 0 0,2-2 0 16,9 0 0-16,6 2 0 0,7-2 0 16,0 0 0-16,32-6 0 0,15 3 0 0,21 0 0 0,13-1 0 15,34-1 0-15,8-3 0 16,15 4 0-16,9-4 0 0,1 3 0 0,4-1 0 16,-1 0 0-16,-4-2 0 0,-11 2 0 15,-11-3 0-15,-15 3 0 0,-28 0 0 0,-13 2 0 16,-19 0 0-16,-11 1 0 0,-6 2 0 15,-10-1 0-15,-6 0 0 0,-2-1 0 0,-5-1 0 16,0 2 0-16,-5-2-70 0,-5 4-167 16,6-8-51-16,-6 8-69 0,0 0-74 15,-10-10-57-15,10 10-67 0,-13-5-119 0,5 3-63 16,8 2 64-16,-16 0-579 0,3 0-713 16</inkml:trace>
  <inkml:trace contextRef="#ctx0" brushRef="#br0" timeOffset="9848.03">17646 8969 3313 0,'4'-5'-30'16,"-4"5"64"-16,4-10 73 0,0 3 55 16,0 0 48-16,-4 2 33 0,1-2 33 15,-1 7 16-15,4-13 16 0,-2 7-4 0,0 0 2 16,0 1-5-16,-2 5-7 0,0-9-8 15,0 9-26-15,3-7-15 0,-3 7-26 16,0 0-25-16,0 0-18 0,0 0-3 16,0 0-1-16,0 0-12 0,0 0-6 0,4 25-122 15,-4-9-32-15,-2 3 0 0,0 5 0 16,1-2 0-16,1 4 0 0,-4-1 0 0,0 1 0 16,2-2 0-16,0-2 0 0,-1-1 0 15,-1-2 0-15,2-1 0 0,-1-1 0 0,3-5 0 16,-1-1 0-16,-1 1 0 0,0-3 0 15,0-1 0-15,0-2 0 0,0 2 0 0,1-3 0 16,1-5 0-16,-2 9 0 0,2-9-478 16,0 0-78-16,0 0-70 0,0 0-78 15,0 0-92-15,0 0 68 0,14-28-736 16,-5 17-911-16</inkml:trace>
  <inkml:trace contextRef="#ctx0" brushRef="#br0" timeOffset="10081.09">17846 8928 3801 0,'4'-7'-103'0,"0"1"69"16,-4 6 63-16,3-6 46 0,-3 6 37 16,2-6 20-16,-2 6 25 0,0 0 16 0,0 0 17 15,0 0 7-15,14 24 2 0,-12-9-7 16,-2 6-6-16,2 2-23 0,-2 5-17 16,0-1-21-16,-2 0 2 0,2 9-20 15,-4-6-5-15,2-4-12 0,2-2-16 0,-1-2-35 16,-1-5-35-16,-3 2-35 0,3-4-42 15,0-1-54-15,2-2-64 0,0-3-70 0,-1-1-69 16,1-4-87-16,0-4-90 0,0 0-131 16,0 0 42-16,0 0-463 0,0 0-530 0</inkml:trace>
  <inkml:trace contextRef="#ctx0" brushRef="#br0" timeOffset="10264.74">17999 8950 2889 0,'0'-8'32'0,"2"-2"58"0,0 1 58 16,1 1 27-16,3 0 18 0,0 0 7 0,3-2-10 16,3-3-17-16,0 5-18 0,-1-3-18 15,2 3-15-15,0-1-34 0,0 4-51 0,1-2-76 16,-3 5-81-16,0-2-91 0,1 2-96 16,-2 0-106-16,-10 2-145 0,15 4 29 0,-5 0-305 15,-5 3-320-15</inkml:trace>
  <inkml:trace contextRef="#ctx0" brushRef="#br0" timeOffset="10464.68">17959 9190 2534 0,'-16'8'201'16,"3"-3"47"-16,3-2 42 0,5 0 35 16,5-3 31-16,-11 4 8 0,11-4-17 15,0 0-16-15,-11 2-16 0,11-2-37 0,0 0-17 16,0 0-39-16,0 0-23 0,0 0-37 15,0 0-56-15,0 0-68 0,0 0-85 0,39-6-89 16,-28 4-106-16,0 1-103 0,3-2-95 16,-1 1-127-16,5-1-124 0,-2 1 51 0,-2 0-540 15,8 0-645-15</inkml:trace>
  <inkml:trace contextRef="#ctx0" brushRef="#br0" timeOffset="10814.29">18971 8884 3293 0,'0'-15'74'0,"0"6"85"0,0 2 55 15,0-2 51-15,0 9 26 0,-2-11 29 0,2 11-1 16,0 0-19-16,0-9-23 15,0 9-25-15,0 0-2 0,0 0 4 0,0 0-2 16,0 0-22-16,-14 31-10 0,10-14-29 16,-3 14-13-16,0 1-17 0,-4 6-17 0,2-3-14 15,2 1-12-15,-4-1-13 0,0 0-10 16,4-4-8-16,0 0-75 0,1-4-12 0,1-7 0 16,0-1 0-16,1-2 0 0,1-3-80 15,1-2-82-15,-2 0-48 0,4-4-37 0,-2 1-53 16,2-4-61-16,0-5-65 15,0 0-51-15,0 0-46 0,0 0-51 0,0 0-53 16,0 0-1-16,0 0-588 0,13-21-680 16</inkml:trace>
  <inkml:trace contextRef="#ctx0" brushRef="#br0" timeOffset="11363.74">18801 9132 2995 0,'-11'-10'-150'0,"1"4"48"16,-2 0 43-16,3 4 39 0,4-2 34 0,-3 1 26 15,8 3 11-15,-8-2-2 0,8 2-1 16,0 0 0-16,-6-5-1 0,6 5-6 0,0 0-6 15,0 0-1-15,38 0-6 0,5-1-2 16,7-1 0-16,24-2-8 0,3-1-1 0,11 0-9 16,19-4-11-16,-1 1-13 0,-2-4-7 15,-25 0-11-15,2-2-12 0,-15-3-10 0,-5-2 8 16,-11-1 5-16,-8-4 15 16,-16 3 31-16,-4-2 34 0,-9-1 33 0,-6 3 39 15,-4-1 31-15,-3 6 17 0,-7-2 12 16,2 0 12-16,-5 1 9 0,-2-1 2 0,-1 3 5 15,-1 3-1-15,-2-2 0 0,0 6-1 16,2 1-13-16,-2 4-1 0,3 1-16 0,-7 4 2 16,2 5-6-16,-11 4 3 0,3 8-11 15,-1 3 1-15,-6 9-8 0,5 4-15 0,1 2-5 16,2 5-18-16,3 1-13 0,2 1-19 16,3 2-2-16,0-3 1 0,8-6-14 0,-3 0 5 15,3-2-8-15,-2-2-5 16,-1-2-9-16,3-1-3 0,-2-6-7 0,6-6 4 15,-3-2-12-15,5-1-3 0,-3-5-7 16,2 1-1-16,3-3-1 0,1-3 0 0,0-5-5 16,0 0-5-16,0 0-5 0,0 0-7 15,22-19 10-15,-8 2-9 0,-1 4-1 0,0-1-1 16,0 0 6-16,0 4-6 0,-1 3 0 16,-1 0-13-16,0 4 19 0,0 1-2 15,-11 2-14-15,17 0 17 0,-17 0 1 0,21 7-4 16,-9-2 8-16,-5 2-10 0,2 2 11 15,0 1-8-15,2 0 2 0,-6 2 0 0,2-2-12 16,-1 1-30-16,1-3-28 16,-4 2-28-16,3-3-38 0,-3 0-53 0,-1 0-58 0,2 1-79 15,0-4-79-15,-3 1-93 16,4 0-145-16,-1 0-52 0,1 1 60 0,-5-6-541 16,8 6-644-16</inkml:trace>
  <inkml:trace contextRef="#ctx0" brushRef="#br0" timeOffset="11747.41">19932 9298 3171 0,'-9'-1'49'0,"9"1"69"0,0 0 48 0,-7-5 39 0,7 5 21 0,0 0 4 16,-8-4 0-16,8 4-10 15,0 0-14-15,0 0-15 0,0 0-18 0,0 0-14 16,17-5-22-16,-17 5-13 0,14-4-16 15,-7 1-21-15,1 0-20 0,2 1-17 0,-3-3-16 16,2 0 1-16,2 0-9 0,-6-2 1 16,3 0-6-16,-5 0 1 0,3 0-1 0,-4 0-3 15,-1 1 1-15,-1 6-4 0,-1-9-6 16,1 9 2-16,-11-5 0 0,1 5 2 0,10 0-1 16,-25 2 2-16,11 4-2 0,3 0 5 15,-3 4 3-15,-4 2 7 0,2 0 12 16,3 3 12-16,1 0 18 0,-8 8 26 15,9-4-18-15,1-4 14 0,2-1 0 0,3-2 2 16,1-1-6-16,2 1-10 0,2-3-5 16,2 0-8-16,2 2-7 0,1-3-36 0,3-2-58 15,4 0-73-15,3 0-88 0,-1-6-108 16,0 0-114-16,8-2-98 0,3-2-134 0,7-6-72 16,-2 0 63-16,6 2-584 0,-1 1-705 15</inkml:trace>
  <inkml:trace contextRef="#ctx0" brushRef="#br0" timeOffset="12247.46">20358 9364 3353 0,'-10'1'54'0,"10"-1"74"0,-15 0 58 16,15 0 53-16,0 0 38 0,0 0 18 0,0 0 0 15,-17-1-10-15,17 1-29 0,0 0-25 16,0 0-26-16,0 0-18 0,0 0-22 0,0 0-21 15,0 0-8-15,0 0-25 0,0 0-22 16,-8-6-23-16,8 6-19 0,0 0-13 0,0 0-14 16,0 0 0-16,11-15-6 0,-11 15-8 15,5-16 3-15,-1 4-6 0,-2 1-2 0,0-3-4 16,-1-5 1-16,-1 0 2 0,0-1 7 16,0-5-1-16,0 7-7 0,-3-2 2 15,1 4 1-15,-2 2 0 0,-1 3-7 16,0-1 3-16,-1 6 1 0,-3 0-4 0,1 3-3 15,8 3 5-15,-15-2 6 0,15 2-9 16,0 0 2-16,-16 5-5 0,16-5 5 0,0 0 2 16,0 0-2-16,0 10 5 0,0-10-1 15,0 0-3-15,34-3 3 0,-20 2 2 16,6-3-3-16,0-3 3 0,1 5 3 0,1-2-6 16,-8 0 10-16,2 2 2 0,-3 0 3 15,1 2 17-15,-1 2 9 0,-2 5 15 16,-1 1-9-16,-1 4 3 0,1 2 6 0,-4-2-1 15,1 5-8-15,-1 0 4 0,-2-1-18 16,-2 3-1-16,-1 0 2 0,1-3-5 16,0 4-12-16,0-3-27 0,-2-3-36 0,0-1-38 15,0 1-51-15,0 0-69 0,0-4-96 16,0 0-109-16,2-2-121 0,1-2-174 0,-2-1-23 16,-1-5 73-16,4 7-573 0,-4-7-689 15</inkml:trace>
  <inkml:trace contextRef="#ctx0" brushRef="#br0" timeOffset="12697.53">20817 9140 3448 0,'-10'-3'115'0,"7"0"71"0,3 3 47 16,-10-6 42-16,10 6 12 0,-3-2 24 15,3 2-13-15,0 0-12 0,0 0-19 0,0 0-15 16,0 0-29-16,0 0-23 0,0 0-17 15,25-4-20-15,-25 4-16 0,20 2-15 0,-10-2-16 16,1-2-16-16,0-2-10 0,1 0-13 16,-1 1-6-16,1 0-10 0,-2-3-5 0,-1 1-4 15,-4-3-6-15,6 1-9 0,-8 0-2 16,3 0-1-16,-4 3-8 0,-2 4 0 16,-2-11-5-16,2 11-7 0,-13-7 0 15,3 7-5-15,-5 2 3 0,-3 1 0 0,-5 2-4 16,-3 7-4-16,1 2 2 0,-1 3 1 15,3 2 2-15,1 0 4 0,9-3 1 0,2 0-1 16,1 1 1-16,5 0 4 0,-1-1 6 16,4 2 7-16,2-5 12 0,4 3 5 0,0-3-24 15,-1 0-24-15,7-1 0 0,-2 1 0 16,3-3 0-16,3-1 0 0,1-1 0 0,0-2 0 16,0 0 0-16,1 0 0 0,-1-3 0 15,0 0 0-15,-4-1 0 0,0-2-130 16,1 2-73-16,-12-2-57 0,21-2-77 15,-15 0-71-15,3-1-68 0,-9 3-80 0,13-3-94 16,-13 3-70-16,11-4 41 0,-11 4-604 16,5-2-742-16</inkml:trace>
  <inkml:trace contextRef="#ctx0" brushRef="#br0" timeOffset="13181.08">21755 9026 3857 0,'0'-9'145'0,"0"4"32"0,0 5 17 0,0-9 5 15,0 9 6-15,0 0 22 0,0 0 1 0,0 0-14 16,-3 28 1-16,0-9-18 0,-3 1-26 16,2 4-19-16,-1 10-10 0,1-9-20 0,1-2-43 15,3-1-62-15,-4-2-62 16,2-1-63-16,-1-4-69 0,1-1-72 0,2-4-77 15,0-1-61-15,-2-2-74 0,4-2-78 16,-2-5-88-16,0 0 45 0,12 3-452 0,-12-3-508 16</inkml:trace>
  <inkml:trace contextRef="#ctx0" brushRef="#br0" timeOffset="13363.39">21985 8828 2713 0,'-2'-8'48'0,"2"8"69"0,0-12 61 15,-1 8 36-15,1 4 2 0,-4-7-4 16,4 7-23-16,0 0-22 0,-2-4-20 0,2 4-37 16,0 0-56-16,0 0-84 0,0 0-109 0,0 0-103 15,0 22-129-15,2-11-188 0,0 2 28 16,1 3 57-16,-1 1-213 0,4 3-181 16</inkml:trace>
  <inkml:trace contextRef="#ctx0" brushRef="#br0" timeOffset="13713.48">22222 9021 1959 0,'0'0'106'0,"-10"-9"39"15,10 9 28-15,-12-7 23 0,12 7 13 16,-14 0-2-16,14 0-10 0,-20 3-17 16,13 3-17-16,-2-1-16 0,0 2-15 15,2 0-16-15,0 4-9 0,1 1-14 0,2 0-15 16,3 1-2-16,-2-1-7 0,3-1-7 15,0 1 11-15,3 3 15 0,-2-3 19 0,1 0 21 16,2 0 21-16,-2-1 24 0,1 0 18 16,-1 1 23-16,0-2 1 0,0 0 10 0,0-1 8 15,-2 1-5-15,-2-1-5 0,2 1-13 16,-4 0-11-16,2-1-18 0,-1 1-19 0,-5-1-17 16,2-1-14-16,-3-1-14 0,-1 2-13 15,-4-1-17-15,5-2-21 0,-2 0-25 0,1-3-27 16,-1 1-27-16,2-1-28 0,9-3-33 15,-23 0-33-15,13-1-40 0,-2-1-41 16,1-2-45-16,6 1-54 0,-4 1-70 16,2-2-73-16,0-2-96 0,7 6-164 0,-10-5-29 15,10 5 61-15,0 0-583 0,0 0-703 16</inkml:trace>
  <inkml:trace contextRef="#ctx0" brushRef="#br0" timeOffset="14013.51">23449 9046 3547 0,'-17'-7'77'0,"-2"2"51"0,-2 5 42 16,0 5 35-16,-6 0 20 0,-9 9 7 15,2 3-1-15,2 2-19 0,-7 5-11 0,15-3-21 16,1 1-11-16,0 1-20 0,10 0-8 15,3 0-12-15,4-4-5 0,4-4-17 16,0 0-5-16,6-4-10 0,0 4-13 0,-1-1-3 16,8 0 0-16,-2-3-25 0,4 1-6 15,1-3-50-15,-2-1-45 0,12 0-64 0,-1-4-76 16,2 0-108-16,0-2-114 0,16-4-121 16,4-2-188-16,2 1 54 0,0-2 73 15,10-2-482-15,2-1-548 0</inkml:trace>
  <inkml:trace contextRef="#ctx0" brushRef="#br0" timeOffset="14263.47">24063 9176 3001 0,'-4'-7'108'0,"0"1"74"0,4 6 41 16,-13-6 41-16,13 6 32 0,-16 3 24 16,1 0 11-16,-2 3 3 0,-7 11-13 0,-3 3-11 15,-7 11-15-15,-3 3-13 0,-3 9-18 16,-2 3-20-16,-9 18-22 0,1-2-22 15,3-4-20-15,13-7-19 0,-4-3-17 16,6-2-9-16,4 1-20 0,2-4-34 0,1-3-27 16,3-9-45-16,10 0-41 0,-4-6-57 15,5-7-52-15,3-3-45 0,2-4-51 0,0-5-47 16,5 0-71-16,-3-3-65 0,4-3-57 16,0 0-71-16,0 0-89 0,0-18-36 0,4 4 60 15,-1-7-538-15,9-13-618 0</inkml:trace>
  <inkml:trace contextRef="#ctx0" brushRef="#br0" timeOffset="14447.19">23642 9194 3085 0,'3'-12'17'0,"-1"-1"72"15,-2 7 57-15,2 0 29 0,-2 6 16 0,2-6 15 16,-2 6 14-16,0 0 11 0,0 0-9 16,0 0-8-16,-6 21-17 0,6-11-16 0,0 4-24 15,0 3-10-15,0 2-20 0,0 1-18 16,0-1-42-16,6 5-45 0,-4 0-57 0,3 0-68 15,0-3-87-15,0 0-87 0,-1-1-95 16,4-1-123-16,-5-3-141 0,5-1 48 16,0-1-469-16,-1-1-529 0</inkml:trace>
  <inkml:trace contextRef="#ctx0" brushRef="#br0" timeOffset="14913.9">24411 9250 2702 0,'-5'-13'-11'0,"1"-1"53"0,-2 2 38 0,3 4 27 0,-6 1 27 16,4 1 24-16,-2 2 7 15,-6 2-3-15,2 2-5 0,-1 2-15 0,-10 6-2 0,5 1-9 16,-2 3-17-16,-6 5-8 16,4 1-9-16,3 3-9 0,0-4-4 0,7-1-7 15,1 1 0-15,2-2 2 0,3 2 22 16,3-2 11-16,2-2-2 0,-2-1-15 0,4 0-2 16,0-3-11-16,1 3-11 0,5-4-29 15,0 1-51-15,5-3-65 0,-2 0-91 0,3-4-97 16,1-2-98-16,4 0-127 0,3 0-134 15,1-6 46-15,13-2-440 0,0-4-490 0</inkml:trace>
  <inkml:trace contextRef="#ctx0" brushRef="#br0" timeOffset="15164.47">25040 8708 2905 0,'-11'-13'157'0,"3"3"72"16,1 3 44-16,-3 0 29 0,2 3 24 15,8 4 20-15,-18 0 4 0,18 0-1 0,-29 16-12 16,8 3-23-16,-2 5-24 0,0 10-25 16,-2 8-21-16,1 1-35 0,0 8-20 0,-1 0-19 15,7 0-18-15,-3 1-15 0,2-1-17 16,4 1-25-16,2-2-37 0,2-11-60 0,0 0-77 16,6-1-69-16,-4-4-70 0,8-5-78 15,-3-5-84-15,0-2-95 0,2-7-104 16,2-1-137-16,2-2 11 0,2-1 53 15,4-5-561-15,3 0-677 0</inkml:trace>
  <inkml:trace contextRef="#ctx0" brushRef="#br0" timeOffset="15596.28">24985 9310 3368 0,'0'0'80'0,"-13"0"78"16,13 0 50-16,0 0 40 0,-12-3 36 0,12 3 29 15,0 0-12-15,0 0 6 16,0 0 0-16,0 0-14 0,0 0-16 0,0 0-28 16,0 0-23-16,0 0-24 0,0 0-20 15,0 0-22-15,41-7-29 0,-30 4-25 0,0-1-21 16,1-1-2-16,-1 2-13 0,-2-3-2 16,-1 1-7-16,2-1-1 0,-7-1 0 0,5 0-4 15,-6-3-3-15,-4 3-10 0,0-2-2 16,-4 0-4-16,3 3-4 0,-7 0-5 0,-2 2-15 15,1 4-13-15,-3 0 0 0,-4 3 0 16,0 2 0-16,-2-1 0 0,1 8 0 0,-10 1 0 16,4 3 0-16,0 1 0 0,5 2 0 15,1 1 0-15,4-5 0 0,3 1 0 0,2 1 0 16,3-4 0-16,2 5 0 16,4-4 0-16,-1-1 0 0,4 1 0 0,-1 3 0 15,8-3 0-15,0 3 0 0,4-5 0 16,5 0 0-16,-3-1 0 0,2-5 0 0,0 0 0 15,2-3 0-15,-2-1 0 0,5 1-147 16,-6-1-174-16,0-2-61 0,-1 0-75 0,-3 0-60 16,-3 0-92-16,-9 0-133 0,18-2 21 15,-18 2 68-15,14-2-586 0,-14 2-700 0</inkml:trace>
  <inkml:trace contextRef="#ctx0" brushRef="#br0" timeOffset="16196.45">25876 9101 3423 0,'9'-4'73'0,"-9"4"61"16,0 0 36-16,0 0 37 0,0 0 44 15,0 0 39-15,3 17 30 0,-3-5 8 0,0 6-16 16,-1 5-15-16,-1 2-18 0,-2 11-25 16,-1 2-26-16,2-2-17 0,-1 1-25 0,0-4-22 15,3-6-21-15,-3-4-52 0,2-2-61 16,0-4-64-16,-2-3-69 0,4-2-62 15,0 1-68-15,-1-4-86 0,1-2-59 16,0-1-49-16,0-6-75 0,0 0-115 0,0 0-54 16,0 0 56-16,0 0-517 0,0 0-599 15</inkml:trace>
  <inkml:trace contextRef="#ctx0" brushRef="#br0" timeOffset="16380.11">26020 8952 2936 0,'0'-8'40'0,"0"0"80"0,0 2 49 0,0-1 17 16,0 7 8-16,0-10-9 0,0 10-11 15,1-7-20-15,-1 7-18 0,2-10-33 0,0 6-55 16,-2 4-81-16,7-6-91 0,-7 6-90 16,9-4-98-16,-9 4-99 0,13 0-120 15,-13 0 30-15,17 7-288 0,-9-2-277 0</inkml:trace>
  <inkml:trace contextRef="#ctx0" brushRef="#br0" timeOffset="16747.31">26157 9079 2254 0,'8'6'69'0,"-8"-6"35"0,2 8 46 0,-2-8 53 16,0 0 25-16,3 11 23 0,-1-4 3 16,-2-7-5-16,2 15-5 0,-2-9 1 15,0 2-5-15,0 1 3 0,-2-1-17 0,0 2-9 16,0-3-22-16,1 3-14 0,-1-4-18 15,2-6-24-15,-4 13-5 0,0-7-19 0,4-6-1 16,-2 9-13-16,2-9-31 0,0 0-2 16,0 0 0-16,0 0-18 0,0 0-11 0,0 0-22 15,17-19-10-15,-10 9-12 0,7-5-11 16,1 1-1-16,1-2 1 0,-1 4-1 16,-2 0 1-16,0 3 1 0,-1 2 2 15,-2 2 5-15,1 0-5 0,-3 4 5 0,-8 1-2 0,17 6 4 16,-10-3-4-16,1 5 5 15,0 0-3-15,-5 2-5 0,5 2-2 0,-3 1-12 16,4 1-12-16,-6-3-21 0,5 1-14 16,-5 1-15-16,3-1-21 0,1-4-24 0,-2 2-28 15,-1-5-34-15,-1 1-43 0,-1 2-47 16,4-3-62-16,-6-5-77 0,5 7-144 16,2-5-10-16,-2 1 50 0,-5-3-342 0,22 4-355 15</inkml:trace>
  <inkml:trace contextRef="#ctx0" brushRef="#br0" timeOffset="17046.36">27481 8956 2494 0,'-5'-12'214'0,"-1"6"48"0,-3 3 20 0,1 0 18 0,8 3 32 0,-23 10 30 0,8 2 17 0,-8 8 1 15,-6 16-9-15,-2 7-17 0,-1 5-19 16,-11 18-22-16,5 7-27 0,-8 8-29 0,0 3-25 16,2 0-24-16,2 3-25 0,0-1-34 15,0-1-32-15,4 0-35 0,4-13-25 0,9-14-38 16,4-6-53-16,-6-5-44 16,7-7-27-16,2-9-37 0,7-2-44 0,-1-9-44 15,7-9-49-15,-3-3-41 0,7-4-52 16,1-4-55-16,0 0-56 0,0 0-67 0,9-29-81 15,2 1 8-15,5-4-570 0,5-16-658 16</inkml:trace>
  <inkml:trace contextRef="#ctx0" brushRef="#br0" timeOffset="17232.62">27156 9186 3273 0,'2'-8'29'0,"-2"2"67"0,0 6 44 15,-7-7 36-15,7 7 27 0,0 0 18 16,0 0-5-16,0 0-9 0,0 0-15 15,-14 15-18-15,12-9-17 0,-2 4-18 16,4 0-14-16,-4 2-23 0,4 3-42 0,0-1-60 16,0 2-74-16,0 0-100 0,2 0-104 15,2 3-103-15,0-4-145 0,-1 0-89 0,5 1 40 16,0-3-407-16,5 3-459 0</inkml:trace>
  <inkml:trace contextRef="#ctx0" brushRef="#br0" timeOffset="17579.95">27830 9269 2935 0,'0'0'161'0,"-12"-3"45"0,12 3 31 16,-14 3 24-16,14-3 17 0,-22 7 10 0,13-2 0 16,-5 4-7-16,3-1-20 0,-4 6-2 15,3-2-13-15,-1 3-11 0,1-3-21 0,5 2-18 16,2-2-18-16,-1 0-20 0,0 0-16 15,5-2-10-15,2-1-18 0,-1-1-18 0,4 0-14 16,2-4-29-16,1 1-20 0,2-1-23 16,3-2-27-16,3-2-19 0,1-2-18 0,0-2-9 15,2-1-9-15,0 1 12 0,0-4 13 16,-2-2 7-16,-2 0 13 0,0-1 7 0,-4-1 14 16,-1-5 14-16,-4 5-6 15,0-1-1-15,-1 1-1 0,-2 0-3 0,-1 1-17 16,-2 3-11-16,-1 0-27 0,-2 2-21 15,-3 1-23-15,0 2-34 0,7 3-37 0,-16-4-63 16,3 4-69-16,13 0-61 0,-18 2-72 16,6 1-67-16,3-1-103 0,0 2 5 0,2-1-502 15,7-3-576-15</inkml:trace>
  <inkml:trace contextRef="#ctx0" brushRef="#br0" timeOffset="17829.48">28021 9209 2969 0,'0'0'0'0,"2"9"67"0,-2-9 49 16,-2 12 41-16,2-5 24 0,0 0 18 15,0 1 2-15,0 1 2 0,0-1-3 0,2 1-12 16,-1-1-17-16,1 1-14 0,2-2-15 16,-2-1-12-16,2 1-15 0,2-1-10 0,-2-1-18 15,1-2-25-15,1 3-28 0,-1-2-31 16,-5-4-31-16,14 0-35 0,-14 0-33 15,15 0-46-15,-5-6-41 0,-1 0-38 0,1 0-32 16,3-5-38-16,-2-1-57 0,3-3-43 16,-3 0-72-16,7-9-50 0,0-5-336 15,-4 4-333-15</inkml:trace>
  <inkml:trace contextRef="#ctx0" brushRef="#br0" timeOffset="18380.31">28602 9447 2561 0,'-9'8'190'0,"1"-3"40"0,2-2 30 16,-2-1 17-16,8-2 9 0,0 0 3 0,-11 2-6 15,11-2-22-15,0 0-21 0,0 0-25 16,-9 2-15-16,9-2-24 0,0 0-23 0,0 0-22 15,0 0-24-15,0 0-21 0,9-20-12 16,-5 11-6-16,1-3-11 0,1-2-6 0,1-3 1 16,-2-5-9-16,2-10 5 0,1-1-1 15,-5 4-3-15,-1-5 7 0,0 8 1 16,-2 4-1-16,-2 3 4 0,-1 2-10 0,-1 1-1 16,-5 3-9-16,1 3-6 0,-6 2-3 15,3 3 1-15,-3 4-2 0,2-1-7 0,-4 5-4 16,1 0 1-16,1 1-3 0,5 0-1 15,0-2-10-15,1 2-2 0,2-1-1 16,6-3-2-16,-6 6-5 0,6-6-4 16,0 0-7-16,18 3-3 0,-5-4 2 0,4-1-1 15,4-1 2-15,5-3 2 0,-1 2 7 16,0-2-1-16,0 2 1 0,-4 1 4 0,-6 3 17 16,5 0 14-16,-4 3 21 0,0 5 30 15,-1-2 25-15,-3 3 23 0,1 5 20 0,-4 2 9 16,-1 1 3-16,0-2-8 15,-5 1-1-15,-1 2-9 0,0-1-11 0,-2 1-64 0,0-3-62 16,2 2 0-16,-2-2 0 16,0-1 0-16,0-2 0 0,2 0 0 0,0 0 0 15,0-2 0-15,-1 0-68 0,3-1-181 16,1-2-63-16,-2-2-95 0,1 0-91 0,-4-5-106 16,8 5-137-16,-8-5-12 0,9 4 68 15,-9-4-633-15,0 0-774 0</inkml:trace>
  <inkml:trace contextRef="#ctx0" brushRef="#br0" timeOffset="19396.22">29113 9139 3541 0,'3'-11'50'0,"-4"-3"35"16,1 6 12-16,0 1 8 0,0 7 15 16,-2-8 11-16,2 8 27 0,0 0 20 0,0 0 12 15,-20 11 2-15,11 3-1 0,-8 9-5 16,2 5-17-16,0-3-8 0,-1 4-12 0,1 2-7 16,2 0-8-16,0-2-18 15,1-2-12-15,4-2-1 0,3-7-16 0,-3-1-11 16,7-2-6-16,-4-1-12 0,1-2 0 15,2-5-8-15,0 1 0 0,1-2-1 0,1-6-10 16,0 0-1-16,0 0-7 0,7 4 0 16,-7-4 0-16,16-18-6 0,-3 5-3 0,6-10-5 15,2-3 3-15,8-9-4 0,-9 6-4 16,3 1 7-16,-3 1-8 0,-2 5-3 0,-4 6 9 16,-5 3 7-16,-1 5 5 0,-1 0 7 15,0 1-8-15,-4 1-7 0,-3 6 0 16,8-4-2-16,-8 4-1 0,0 0 3 15,0 0-9-15,0 0-3 0,0 0 5 0,14 14 3 16,-14-14-10-16,7 10 5 0,-5-3 1 16,1-2-5-16,-3-5-7 0,8 10 6 15,-4-6-5-15,-4-4-8 0,10 5-2 0,-10-5-12 16,14 0-11-16,-14 0-7 0,29-9 0 16,-9 0-5-16,8-4 10 0,1-7 0 0,1 3 7 15,-1 5 0-15,-11 0 5 0,2 4 2 16,-7 2 13-16,-1 1 8 0,-3-1 19 0,-2 4 3 15,-7 2 4-15,0 0-8 16,23 6 2-16,-17-2-1 0,0 2 1 0,-3 0-7 16,2 5-2-16,0-1-3 0,-3 1-1 15,2-1-9-15,-2 2-23 0,2-3-36 0,-3 1-39 16,3 0-46-16,-2-1-48 0,0-3-53 16,2 0-56-16,2 0-67 0,1 0-69 0,3-5-84 15,2 1-110-15,0-2-19 0,6-2 63 16,2-3-454-16,5 0-513 0</inkml:trace>
  <inkml:trace contextRef="#ctx0" brushRef="#br0" timeOffset="19945.53">30086 8928 2711 0,'8'-13'-8'0,"-5"1"60"0,0 3 51 16,-1 1 25-16,-4 2 37 0,2 6 5 16,-3-11 11-16,3 11-6 0,-7-4-2 15,7 4-15-15,-13-2-8 0,13 2-8 0,0 0-6 16,-30 9-12-16,14-3-8 0,3 2-10 15,-6 4-15-15,4-1-2 0,1 1-11 0,3 3-7 16,0 1-10-16,1 1-2 0,0-1-5 16,9-1 5-16,1-1 15 0,1 3-3 0,3-2 2 15,0 1 6-15,1-1 27 0,6 1 19 16,-6-1 27-16,2-1 23 0,1 0 23 0,-2-1 18 16,0-1 11-16,-2 1 3 15,-3-3 0-15,1 2-3 0,0-5-7 0,-2 5-15 0,-2-4-19 16,0 2-133-16,-1-1-53 15,-1-2 0-15,-1 1 0 0,-2-2 0 0,0-1 0 16,-1 0 0-16,8-5 0 0,-14 5 0 16,14-5 0-16,-13 1 0 0,13-1 0 0,0 0 0 15,-13-10-73-15,11 2-230 0,4-4-42 16,2-4-35-16,9-14-20 0,12-10 16 16,7-1 20-16,4 1 20 0,4 4 31 0,3 2 36 15,-5 1 34-15,-1 4 34 0,-10 9 36 16,-2 1 58-16,-5 4 68 0,-8 3 67 0,0 2 56 15,-2 2 52-15,-1 2 32 16,-2-1 23-16,2 3 21 0,0 0 14 0,-9 4 15 16,13 0 10-16,-13 0 0 0,16 12 2 15,-13-1-6-15,3 1-17 0,-3 4-9 0,-3 3-16 16,0 2-19-16,-1 4-17 0,-3 7-16 16,-2 1-18-16,1-1-12 0,-3-8-20 0,0-2-38 15,1-2-42-15,3-5-55 0,-1-1-54 16,1-4-52-16,-3 1-50 0,6-1-48 0,-1-4-67 15,0 2-64-15,2-8-46 0,0 0-43 16,0 0-37-16,0 0-26 0,0 0-15 0,0 0-8 16,0 0-650-16,0-31-663 15</inkml:trace>
  <inkml:trace contextRef="#ctx0" brushRef="#br0" timeOffset="20112.66">30294 8959 3069 0,'-2'-27'-69'0,"2"6"77"0,0 2 63 0,-1 5 63 0,1 2 35 15,-2 3 29-15,0-1 18 0,2 2 0 16,0 0-7-16,0 8-3 0,5-9-11 15,3 5-15-15,-8 4-18 0,16-7-20 0,-5 6-15 16,2-3-35-16,0 2-47 0,-2 0-45 16,5 1-52-16,-1 1-59 0,1-2-69 0,0 2-85 15,0 2-103-15,-3-2-138 16,-3 0-106-16,-2 3 48 0,-8-3-359 0,0 0-402 0</inkml:trace>
  <inkml:trace contextRef="#ctx0" brushRef="#br0" timeOffset="21448.21">18902 9929 2092 0,'8'-34'663'16,"-3"-4"-243"-16,1 6-138 0,-3 5-42 15,-1 6 7-15,1 5-8 0,-1 2-24 16,0 3-29-16,-2 1-20 0,0 8 3 16,0 2 22-16,0 0 11 0,-21 37-4 0,5-2-16 15,-3 13-18-15,2 6-3 0,-2 6-16 16,-2 0-28-16,2 1-1 0,2-5-9 0,0 2-8 16,4-4-14-16,-1-4-7 0,4-7-8 15,-1-9-8-15,1-4-14 0,5-4-15 0,-3-7-19 16,6-4-11-16,-1 1-26 0,-1-6-12 15,2 0-27-15,-1-3-30 0,3-2-35 16,0-5-35-16,0 0-26 0,0 0-33 0,0 0-16 16,-16-20-11-16,10 4-2 0,1-1 4 15,-4-3 18-15,-2-9 21 0,-3 0 19 0,3 1 19 16,-2 1 18-16,1 6 19 16,1 2 21-16,2 1 25 0,1 6 19 0,0 1 18 15,1 2 11-15,3 0 3 0,4 3 4 16,0 1 6-16,0 5 4 0,11-9 0 0,9 6-1 15,12-6-2-15,10 2-12 0,9-3-20 16,10 0-21-16,4-1 0 0,7 0 6 0,21-10 9 16,-1-8 4-16,-2-2 9 0,-5 0 14 15,-2-6 17-15,-11-4 24 0,-19 6 18 16,-5-3 23-16,-4-3 16 0,-8-3 21 0,-6-5 18 16,-5 1 20-16,-7 3 18 0,-5 8 17 0,-8 1 8 15,-3 10 7-15,-2 4-2 16,-4 6-14-16,-5 3-3 0,-5 5-3 0,0 6-3 15,-8 4 3-15,-16 13-4 0,-5 9-11 16,-5 8-12-16,0 6-9 0,3 1-6 0,0 2-15 16,6 6-4-16,1 1-17 0,4 2 2 15,3-1-7-15,4-3-7 0,8 1-9 0,0-6-2 16,6-7-9-16,3-4 0 0,5-8-7 16,-1-4-5-16,3-4 0 0,2-1-2 0,1-3-2 15,1-4-1-15,2-2 1 0,-3-4 0 16,15 2-3-16,1-9-5 0,-2-3 4 0,13-8-5 15,-2-4 1-15,0 1-3 16,1 0 18-16,-7 8 10 0,-3 1 2 0,-5 4-2 16,-2 0-5-16,0 6 2 0,-4 0-1 15,-5 2 0-15,0 0-1 0,21 12 5 0,-18-4-1 16,6 5-9-16,-7-1-5 0,1 5-1 16,1-2-5-16,0 1-5 0,-3-1-26 0,3 0-27 15,1-1-40-15,-3 0-33 0,-1-4-40 16,3 2-45-16,0-5-50 0,-2 1-58 0,0-2-50 15,-1-2-80-15,-1-4-102 0,6 5-135 16,-6-5 51-16,0 0-512 0,0 0-599 0</inkml:trace>
  <inkml:trace contextRef="#ctx0" brushRef="#br0" timeOffset="22079.05">19708 10099 3198 0,'0'0'56'0,"5"-7"46"0,-5 7 36 0,0 0 29 0,0 0 20 16,7-3 7-16,-7 3-4 0,9-3-12 15,-9 3-18-15,15 0-13 0,-5-2-17 0,-1 0-14 16,2 2-9-16,1-3-10 0,-2 1-9 16,-1-1-10-16,-1-2-4 0,1 3-8 0,-3-2-8 15,1-2 0-15,-2 4 3 16,-1-5 4-16,-1 2 0 0,-3-2-1 0,0 7-1 15,-1-16-6-15,-8 7-6 0,4 1-8 16,-5 2-1-16,-2 2-10 0,-2 0 1 0,-1 4-7 16,-3 2-2-16,-5 4-2 0,-4 8 0 15,2 1-1-15,0-1-3 0,2 6-3 0,1 1 1 16,9-3-5-16,1 0-1 0,5 0-3 16,1-4-3-16,6-1 4 0,0 1-6 0,0-2 7 15,8 0-4-15,-3-2-3 0,7-2 0 16,1-2 3-16,3 1 1 0,-1-5 1 15,1-2 3-15,0 0 12 0,4-2 7 16,3-3 11-16,-5-2 11 0,5-2 15 0,-3 1 13 16,6-8 8-16,-5 5 5 0,-6 2 13 15,-2 0 21-15,-1 4 9 0,-4 0 3 0,-1 0-3 16,1 3-8-16,-4-1-5 0,4-1-12 16,-8 4-13-16,7-3-7 0,-7 3-11 0,0 0-35 15,0 0-44-15,0 0 0 0,18 7 0 16,-18-7 0-16,5 7 0 0,-1-2 0 0,-1 0 0 15,1 0 0-15,2-2 0 0,-3 3 0 16,6-3 0-16,-4 1 0 0,4-1 0 0,2 0 0 16,0-1 0-16,2 0 0 0,2-1 0 15,-2 1 0-15,3 0 0 0,-3 0 0 16,1 1 0-16,1-1 0 0,-3 3 0 0,1-3 0 16,-1 4 0-16,0-2 0 0,0 1 0 15,-2-2 0-15,-3 2 0 0,0-1 0 16,1 0 0-16,-3 0 0 0,4 0-173 0,-6 0-145 15,-3-4-59-15,11 4-86 0,-5-2-68 16,-6-2-102-16,12 5-142 0,-5-3 54 0,6 0 86 16,1 0-578-16,8 2-675 0</inkml:trace>
  <inkml:trace contextRef="#ctx0" brushRef="#br0" timeOffset="22330.33">21250 10152 3605 0,'2'-6'172'0,"-2"0"37"0,0 6 23 0,0-8 15 16,0 8 17-16,0 0 28 0,0 0 15 16,0 0-5-16,0 0-20 0,-11 29-27 0,7-12-22 15,-3 3-21-15,-4 11-27 0,6 0-19 16,-3 2-45-16,-2 0-55 0,1-2-70 15,3-6-74-15,-1-1-58 0,2-5-66 0,0 0-71 16,-1-4-60-16,3-1-60 0,-3-2-62 16,2-4-80-16,3-1-119 0,-4-2 31 15,5-5-555-15,0 0-644 0</inkml:trace>
  <inkml:trace contextRef="#ctx0" brushRef="#br0" timeOffset="22498.26">21379 9953 3020 0,'2'-14'-14'16,"-4"4"60"-16,0 2 41 0,2 1 31 16,-2 0-1-16,2 7-12 0,-1-7-12 0,1 7-15 15,0 0-39-15,-2-8-61 0,2 8-55 16,0 0-69-16,0 0-79 0,0 0-100 16,0 0-154-16,0 0 15 0,3 25-200 15,-1-15-159-15</inkml:trace>
  <inkml:trace contextRef="#ctx0" brushRef="#br0" timeOffset="22896.24">21662 9892 1872 0,'7'-17'208'0,"-1"-2"78"0,-3 3 33 15,1 3 39-15,-2 1 35 0,0 1 31 16,0 3-11-16,-2 1-17 0,0 7-38 0,3-10-33 16,-3 10-8-16,0 0-7 0,0 0-22 15,-11 24-26-15,6-2-26 0,-6 10-24 16,-3 15-20-16,-5-1-18 0,4 1-19 15,0 0-19-15,-5 1-38 0,5-5-46 0,2-7-59 16,-2-3-64-16,1-1-56 0,7 0-57 16,-2-9-56-16,0-4-63 0,6-3-43 0,-1-4-27 15,0 0-16-15,2-7-18 0,2 1-14 16,0-6 1-16,0 0 8 0,0 0 28 16,0 0 40-16,0 0 46 0,0 0 58 0,0 0 63 15,-5-29 72-15,3 19 61 0,-3-1 55 16,3 1 47-16,-1 0 39 0,1 1 30 0,-2 3 34 15,2 0 7-15,1 0 4 16,1 6-3-16,-4-8-9 0,4 8-11 0,-2-7 3 0,2 7-4 16,0 0-11-16,0 0-14 15,0 0-15-15,0 0-9 0,13-2-11 0,-13 2-28 16,0 0-45-16,30 6-42 0,-8-3-46 16,14 3-66-16,3 0-73 0,11-2-93 0,15 5-122 15,1-3-122-15,6 0 31 0,-4 0-313 16,4 2-318-16</inkml:trace>
  <inkml:trace contextRef="#ctx0" brushRef="#br0" timeOffset="23113.23">22685 10229 2688 0,'1'-10'253'0,"3"1"48"16,-1 3 41-16,-1 0 38 16,-2 6 26-16,0-10-14 0,0 10-13 0,0 0-18 15,0 0-9-15,0 0-26 0,0 0-30 16,-22 24-31-16,15-9-27 0,-3 5-24 0,-5 7-45 15,-1 2-60-15,5 0-71 0,-2-4-89 16,1 4-89-16,3-5-81 0,2-6-87 0,-2 0-85 16,4-3-73-16,-1-1-88 0,1-2-122 15,-1-4-8-15,4 2 53 0,0-3-520 0,2-3-619 16</inkml:trace>
  <inkml:trace contextRef="#ctx0" brushRef="#br0" timeOffset="23261.35">22822 10171 3083 0,'0'-15'53'0,"-2"3"71"16,2 3 35-16,-1 2 21 0,1 7 0 0,-2-11-15 15,2 11-20-15,0-9-28 0,0 9-56 16,0 0-70-16,0-7-85 0,0 7-93 0,0 0-101 16,13 2-120-16,-13-2-127 0,0 0 37 15,26 5-267-15,-6-2-254 0</inkml:trace>
  <inkml:trace contextRef="#ctx0" brushRef="#br0" timeOffset="23595.26">23087 10157 2039 0,'0'0'92'0,"0"0"67"15,0 0 53-15,0 0 36 0,-35-6 22 16,35 6 11-16,0 0-4 0,-26 5-8 0,14 0-16 16,5 2-18-16,-2-2-17 0,-1 5-9 15,2 0 5-15,5 1-3 0,-3-1-4 0,2 2 0 16,2 1-1-16,0-1 12 0,2 2-4 15,0 1 1-15,0-2 11 0,-2 3 6 0,4 1 5 16,-2 0 1-16,0-5-5 0,0 5-10 16,0-2 13-16,-2-1-124 0,-2 2-112 0,0-3 0 15,-3 1 0-15,-2 1 0 0,-5-1 0 16,-1-2 0-16,-2 0 0 0,-5-2 0 16,-2 5 0-16,-1-8 0 0,6 0 0 15,1-1 0-15,0-1 0 0,0-1 0 0,2-2 0 16,0 0 0-16,1-1 0 0,0-1 0 15,2 0 0-15,-1 0 0 0,1 0 0 0,-5 0 0 16,7 0 0-16,-2-1 0 0,5-1-366 16,8 2-306-16,-19-2-153 0,14-2-19 0,0-1 74 15,5 5-833-15,0 0-1044 0</inkml:trace>
  <inkml:trace contextRef="#ctx0" brushRef="#br0" timeOffset="24496.17">24273 10396 4212 0,'2'-7'-56'0,"-1"2"54"0,-1 5 32 0,0-7 16 0,0 7 10 16,0 0 25-16,0 0 37 0,0 0 17 16,0 0 7-16,2 26 1 0,-2-12-7 15,-2-1-8-15,2 6-2 0,-1-1-12 0,-1 0-4 16,0 1-9-16,-1-1-9 0,-1-1-5 16,1-3-11-16,1 1-1 0,0-3-6 15,-2-1-5-15,2-1-7 0,2-1-2 0,-1 0 1 16,1-4 4-16,0-5 12 0,0 8-10 15,0-8-5-15,0 0-7 0,0 0-4 0,23-21-5 16,-10 7 2-16,8-7-11 0,1-2-5 16,-1 1 1-16,2 1-4 0,-6 6 8 15,-3 3 3-15,-5 4 7 0,1 1 12 0,-2 0-18 16,-3 3 3-16,3 1-5 0,-8 3 1 16,0 0-3-16,19 8-6 0,-12-1 1 0,-1 2-10 15,2 3 1-15,1 0-4 0,-1 2-8 16,-3-3-4-16,7 1-18 0,-4 0-16 0,-3-1-21 15,3-1-22-15,-2-2-16 16,2 0-16-16,-5-2-23 0,5-1-25 0,-5 1-16 16,6-2-15-16,0-3-30 0,-9-1-28 15,27-5-31-15,-7-3-18 0,1 1-12 0,10-9 4 16,-1 0 20-16,3 1 23 0,-7-2 32 16,1 1 31-16,-6 4 41 0,-4 3 41 0,-5 1 43 15,-3 3 38-15,1 0 26 0,-3 3 42 16,-7 2 36-16,0 0 27 0,0 0 27 0,12 7 9 15,-10-2-1-15,-2-5 0 0,0 16-11 16,0-8-9-16,0 3-9 0,2-1-10 0,-1 3-9 16,3-3-10-16,2 1-12 0,-3-3-14 15,8 4-34-15,0-4-23 0,1 1-34 16,2-3-18-16,-1-2-18 0,1-2-16 16,4-2-8-16,-2-2-3 0,2-2 8 0,-3-2 12 15,0 0 26-15,-2-3 17 0,-2 1 20 16,0-2 39-16,-6-3 36 0,1 1 21 0,-3-3 19 15,-3 1 5-15,0-1 6 0,0 1-6 16,-3 1-5-16,-1 1-12 0,0 0-10 0,-1 3-10 16,-4 2-26-16,4 2-31 0,-4 2-44 15,-1 1-54-15,0 1-58 0,10 1-60 0,-20 3-68 16,8 0-88-16,1 2-130 16,2 0-45-16,-2 1 43 0,2 1-235 0,6-2-225 15</inkml:trace>
  <inkml:trace contextRef="#ctx0" brushRef="#br0" timeOffset="24744.56">25670 9869 2404 0,'0'-19'281'0,"-5"6"32"0,3 1 28 0,-2 2 1 15,2 6-1-15,2 4 7 0,-11 0 6 0,11 0-7 16,-21 19-11-16,3 8-27 0,-2 6-41 15,-1 13-25-15,-2 3-22 0,4 6-22 16,-2-1-25-16,8 1-32 0,-1 2-58 0,3-7-71 16,0 3-60-16,7-12-62 0,-2-1-54 15,2-2-70-15,-1-2-75 0,3-8-71 16,-2-2-61-16,1-5-54 0,-2 0-80 0,1-5-57 16,2-2 35-16,-1-3-454 0,-1-2-522 15</inkml:trace>
  <inkml:trace contextRef="#ctx0" brushRef="#br0" timeOffset="24912.1">25343 10568 2754 0,'-1'-15'-17'0,"-3"4"49"16,-3 0 44-16,6 2 44 16,-1 1 38-16,0 4 28 0,0-4 8 0,2 8-7 15,-4-10-18-15,4 10-19 0,-2-7-15 16,2 7-13-16,0 0-16 0,10-7-6 0,-10 7-31 16,12 0-45-16,-12 0-79 0,23 0-94 15,-10 2-100-15,6-2-114 0,3 3-141 0,19 1-38 16,1 1 48-16,6 0-258 0,13 0-241 15</inkml:trace>
  <inkml:trace contextRef="#ctx0" brushRef="#br0" timeOffset="25344.87">26326 10524 2091 0,'0'0'173'16,"0"0"55"-16,0 0 31 0,0 0 25 15,0 0 26-15,0 0 27 0,0 0 10 16,-20 15 5-16,12-5-13 0,-3-3-16 0,0 5-26 15,0 0-19-15,0-2-26 0,-1 1-22 16,3 2-22-16,-2-1-23 0,-3 0-17 0,1 0-16 16,-1-4-13-16,1 1-11 0,0-1-12 15,1-2-14-15,0-1-13 0,-1-2-22 0,1-3-25 16,12 0-32-16,-25-3-31 0,12-2-21 16,1-4-29-16,1-3-21 0,3-5-13 0,5-3-17 15,3-6-4-15,1-6 8 16,10-6 12-16,2 4 10 0,5 0 8 0,0 5 10 15,-4 3 11-15,2 9 17 0,-5 5 16 16,-2 2 12-16,1 5 16 0,2 2 27 0,-12 3 24 16,19 8 24-16,-10-1 10 0,2 5 7 15,1 3 10-15,-1 3-12 0,7 5-2 0,0 1-2 16,4 1-3-16,1-4-8 0,-3 0-1 16,5-1-6-16,0-6-10 0,-4-3 0 0,-2-5-5 15,2 2-3-15,0-5-4 0,-1-2-9 16,4-2-6-16,1-2-16 0,-2-1-15 0,-3-4-36 15,1-2-16-15,0 0-20 16,4-6-27-16,-6 0-32 0,2-3-39 0,-1-1-50 0,-6-5-72 16,0 9-76-16,-5-2-83 15,-1 7-105-15,-5-3-137 0,-1 3 39 0,-2 3-565 16,-2 1-688-16</inkml:trace>
  <inkml:trace contextRef="#ctx0" brushRef="#br0" timeOffset="26761.42">27585 10551 3194 0,'13'-4'-43'16,"-4"0"52"-16,-1 0 35 0,0 1 33 15,-8 3 26-15,0 0 40 0,11-1 34 0,-11 1 22 16,0 0 18-16,3 12 3 0,-3-6-10 16,0 3-7-16,0-9-1 0,-3 18-7 15,1-5-9-15,-6 1-14 0,3 0-15 0,-3-1-17 16,2 1-16-16,-1-2-12 0,-3 0-9 16,3 0-14-16,-1-2-8 0,2-1-7 0,2-2-9 15,1-2-5-15,3-5-12 16,-8 7-13-16,8-7-11 0,0 0-17 0,0 0-7 0,8-21-8 15,1 2-4-15,9-8 4 16,0-4 1-16,7-5 3 0,-6 6-2 0,0 5 2 16,-5 4 3-16,-5 7 13 0,1 3-2 15,-4 0-2-15,-1 3-5 0,1 1-2 0,-3 2 3 16,-3 5 0-16,8-4-3 0,-8 4 4 16,0 0-4-16,0 0 4 0,17 7-5 0,-9-4 3 15,0 2 3-15,-1-3-4 0,3 0-1 16,1 2 3-16,-1-4-7 0,-10 0-3 0,27 0-9 15,-14-2-3-15,2-3-4 0,2-1-6 16,2 0-2-16,0-3-2 0,2-1 5 0,-1-2 2 16,-2 4-1-16,1-3 5 15,1 3 4-15,-7 0 1 0,-4 4 12 0,3-1 3 16,-5-2 10-16,1 2 5 0,0 5 6 16,-8 0 3-16,9-6 15 0,-9 6 10 0,11 0 0 15,-11 0-7-15,0 0 1 0,12 6-9 16,-12-6-7-16,8 6-4 0,-5-2 3 15,1 1-8-15,2 0-11 0,-3 0-29 0,6 2-28 16,-2 0-31-16,0 0-32 0,3-1-30 16,4 1-28-16,-3 0-44 0,4-2-34 0,2-1-19 15,2-1-16-15,5-3-12 0,0-1 0 16,14-5 12-16,0-1 14 0,2-3 12 16,6-9 30-16,1 2 42 0,-2-5 44 15,-13 5 53-15,-2 1 49 0,-1-1 51 0,-12 3 48 16,-2 4 43-16,-5 1 39 0,-2 1 11 15,-4-1 12-15,-1 0 6 0,-3 4 4 0,0 5 1 16,-3-10-4-16,3 10-4 0,-12-5-3 16,12 5-11-16,-23 3-10 0,23-3-11 0,-26 12-11 15,12-5-13-15,1 3-13 0,1 2-8 16,3-1-9-16,3 3-6 0,2 0-8 0,4 1-4 16,4-1-3-16,2 1-5 0,3 3 7 15,3-1 14-15,3 5 17 0,0-5 11 0,-4 0 25 16,3-3 17-16,-4-1 16 15,-1-2 20-15,-2-1 11 0,0-2 4 0,-4 0-2 0,3 0-3 16,-4-1-11-16,0-1-11 0,-1 2-14 16,-1-8-49-16,0 11-103 0,0-11 0 15,-1 10 0-15,1-10 0 0,-6 8 0 16,6-8 0-16,-7 6 0 0,7-6 0 0,-7 4 0 16,7-4-50-16,0 0-166 0,0 0-30 15,0 0-14-15,0 0-9 0,-4-18 15 16,17 5 23-16,7-7 21 0,7-5 21 0,10-4 25 15,0 2 29-15,5-2 35 0,-2 3 40 16,-5-4 48-16,-9 13 48 0,-1-3 47 0,-6 5 42 16,-6 3 34-16,-3 4 25 0,-1 0 8 15,-1 1-5-15,-3 5-12 0,2-2 0 16,-7 4-3-16,0 0-3 0,0 0-5 16,9 13-11-16,-9-5-13 0,-4 5-13 0,3 3-14 15,-5 4-71-15,-2 1-42 0,0-1 0 16,1 3 0-16,-1-3 0 0,0 1 0 0,-1-3 0 15,2 3 0-15,-4-1 0 0,2-4 0 16,0 0 0-16,2-3-178 0,-2 0-102 0,2-1-49 16,-1-4-48-16,3 1-52 0,-4-5-35 15,4 2-21-15,-1-4-11 0,6-2 26 0,0 0 53 16,0 0 71-16,-19-16 82 0,13 5 82 16,3-3 76-16,-1-7 64 0,-1-4 58 15,3-12 66-15,-2-1 49 0,4-3 33 16,4-2 25-16,-1 6 4 0,7 2 9 0,1 0-16 15,1 6-4-15,2 6-16 0,8 0-12 16,-1 4-18-16,4 3-13 0,3 3-9 0,0 1-15 16,5 2-11-16,-7 5-33 0,-1 0-40 15,-2 3-51-15,1 2-57 0,-4 2-70 0,-3 0-81 16,3 3-82-16,-5 0-107 0,0 0-161 16,-2 2-8-16,-2 1 57 0,0-1-334 15,-6 2-363-15</inkml:trace>
  <inkml:trace contextRef="#ctx0" brushRef="#br0" timeOffset="45492.3">26542 1651 2305 0,'-11'-21'172'0,"-1"4"-21"16,2 5-16-16,3 4-5 0,-2 3-15 16,-5 1 39-16,-6 6 25 0,-16 8 2 15,-7 11 2-15,-5 8 6 0,-1 5-3 0,-5 5-6 16,-7 9-13-16,18-6-13 0,4 2-8 15,9-1-4-15,8 0-10 0,9-6-8 0,10 0-8 16,5 2-7-16,10-2-12 0,10 2-6 16,12-3-8-16,9-4-5 15,5-6-7-15,10-7-9 0,1-9-1 0,0-2-8 16,-5-8-5-16,5-4-1 0,-2-7-8 16,-8-6-2-16,-3-5 0 0,-6-6-5 0,-6-4-3 15,-5-3-4-15,-14 2-4 0,-5-6-3 16,-9-2-4-16,-1-3 0 0,-9-13-6 0,-5-1 0 15,0 0-6-15,-8 6 1 0,6 4-4 16,-7 5-5-16,5 12-10 0,-4 6-29 16,1 4-32-16,-1 8-51 0,4 5-54 0,-1 7-66 15,-1 2-69-15,0 7-83 0,-11 5-108 16,6 4-207-16,6-3 62 0,6 0-378 16,8-1-506-16</inkml:trace>
  <inkml:trace contextRef="#ctx0" brushRef="#br0" timeOffset="45707.46">26954 1930 3048 0,'0'0'46'0,"16"-6"19"0,-4 2 22 16,1-1 22-16,7 0 10 0,5 0-7 0,12-2-13 16,12 2-1-16,13 0-18 0,16 0-3 15,10 1-7-15,30 6 1 0,11 0-19 16,7-1-6-16,3 3-16 0,2-1-19 15,0 1-43-15,-6-3-31 0,-2 1-40 0,-2 1-46 16,-13 1-63-16,-29-3-99 0,-7 1-125 16,-13-4-135-16,-20 2 32 0,-7 4-75 15,-14-4-112-15</inkml:trace>
  <inkml:trace contextRef="#ctx0" brushRef="#br0" timeOffset="46091.9">29141 1814 1650 0,'-5'-8'63'0,"-3"2"27"16,2 2 10-16,6 4 12 0,-15 0 21 16,15 0 30-16,-21 10 13 0,2 0 22 15,-4 5 10-15,-2 6 4 0,4 3-5 0,1 1-13 16,0 2-27-16,5 6-11 0,4-2-10 15,7 6-12-15,4-6-10 0,5 6-4 0,9-1-20 16,8 3-6-16,11-1-9 0,4-4-6 16,4-2-8-16,3-8-5 0,2-5-5 15,-6-7-9-15,2-5-2 0,-2-3-6 0,-4-4-1 16,0-6-7-16,-2 1 1 0,-3-9 1 16,-3-5 24-16,-1-3 22 0,-8-7-4 15,-2 0-3-15,-9-3-6 0,0-2-9 16,-10-2-6-16,-4-3-9 0,-7-7-6 0,-4 0-9 15,-6 5-10-15,-2 3-26 0,-7 8-31 16,-6 6-41-16,-9 5-63 0,-7 9-59 16,-12 6-75-16,0 8-86 0,-10 8-97 0,-26 5-145 15,4 7-50-15,-9 5 70 0,-2 1-259 16,-5 5-326-16</inkml:trace>
  <inkml:trace contextRef="#ctx0" brushRef="#br0" timeOffset="46541.62">26670 2501 2505 0,'7'-22'59'0,"1"7"13"0,-3-1 36 16,-1 3 45-16,1 2 42 0,-2 3 18 15,-1-2-7-15,2 5-20 0,-2-1-23 16,-2 6-16-16,0 0 5 0,0 0 16 0,0 0 12 15,-25 38 6-15,5-5 2 0,-5 11 8 16,-4 5-8-16,-3 5-29 0,-2 1-13 0,7 3-8 16,-4-2-21-16,-8 15-5 15,12-14-4-15,4-3-8 0,-4 1-6 0,4-5-7 16,1-3-14-16,6-4-12 0,0-14-47 16,3 0-54-16,3-7-67 0,4-7-73 0,-1 1-79 15,3-6-72-15,2-3-92 0,1-2-117 16,1-5-167-16,0 0 46 0,0 0-436 15,0 0-568-15</inkml:trace>
  <inkml:trace contextRef="#ctx0" brushRef="#br0" timeOffset="46874.29">26432 3130 2990 0,'-22'14'-20'0,"-3"7"32"15,-1 2 30-15,-1 1 34 0,3-1 50 16,-1 5 36-16,4-2 20 0,1 1-3 15,7 0 3-15,4-3 7 0,5-2 1 16,3-2 2-16,2-2-3 0,5 1-7 0,5 0-12 16,8 0-16-16,6-3-10 0,6-3-18 15,-1-3-13-15,1-6-7 0,-4-2-10 0,0-2-15 16,16-4-6-16,-5-3-8 0,-2-3-4 16,-4-2-6-16,-1-1-3 0,-5-7-4 15,-4-1 0-15,-6-5-6 0,-6-2-9 0,-2-5-1 16,-8 2-5-16,-8-10-3 0,-4-7-6 15,-1 1-7-15,1 12 1 0,-6 2-9 0,-1 4-1 16,-4 5-22-16,0 7-22 0,4 4-32 16,0 7-35-16,0 5-47 0,-2 1-58 15,-1 7-63-15,0 1-77 0,5 4-100 16,4 0-124-16,4 0-117 0,4 0 67 0,7-2-369 16,10 0-472-16</inkml:trace>
  <inkml:trace contextRef="#ctx0" brushRef="#br0" timeOffset="47208.23">28905 2621 3036 0,'0'-16'148'0,"0"5"26"0,-2 2 28 0,2 4 26 16,0 5 5-16,2-9-22 0,-2 9-30 0,0 0-12 16,0 0 0-16,0 0 6 0,-8 30 2 15,3-8-3-15,-2 15-12 0,-2 5-2 16,0 9 2-16,0 4-20 0,0 0-24 0,2 3-8 16,0 1-7-16,-1-1-7 0,0-5-13 15,1 0-6-15,1-9-1 0,-1-3-13 16,-4-2-34-16,4-3-49 0,-2-2-55 15,1-8-79-15,0-6-102 0,3-1-102 0,-5-2-123 16,7-5-185-16,-4-2-55 0,2-2 75 16,1-2-470-16,0 0-585 0</inkml:trace>
  <inkml:trace contextRef="#ctx0" brushRef="#br0" timeOffset="47524.08">28738 3342 3254 0,'-23'3'84'0,"-1"2"29"0,-1 2 28 16,-3 7 55-16,-3 2 33 0,6 0 22 0,-2 3 6 16,4 1 7-16,1 5-12 0,6-1 5 15,2 2-7-15,5-4-12 0,3-2-15 16,6-1-13-16,4 4-6 0,1-3-9 0,15 6-20 16,2-2-14-16,6-4-15 0,7-1-10 15,0-4-19-15,3-2-8 0,0-5-10 0,-1 0-6 16,-6-6-16-16,-6-2-4 0,-2-1-3 15,-4-2-8-15,-2-3-3 0,-1-1-9 16,-5-2-3-16,-2-4-5 0,-5-1-9 0,-1-2-9 16,-8-4-24-16,-1-4 0 0,-5-7 0 15,-4-3 0-15,-9-2-5 0,-1-1-60 0,0 11-30 16,-10-3-45-16,5 13-52 0,-6 2-62 16,-8 7-73-16,-2 4-93 0,-4 6-93 15,-11 2-124-15,-1 1-169 0,-5 4 73 16,1 4-629-16,0 0-816 0</inkml:trace>
  <inkml:trace contextRef="#ctx0" brushRef="#br0" timeOffset="47892.57">26738 3699 3766 0,'-28'-4'-15'0,"1"0"23"0,4 1 22 16,4-1 52-16,0 1 69 0,3 2 49 16,7-3 11-16,0 2-8 0,9 2-21 15,-16-3-11-15,16 3-18 0,0 0-8 0,0 0-13 16,32-11-9-16,16 8-12 0,21 3-11 16,13-2-11-16,10 4-10 0,24 0-10 0,8 1 1 15,0 5-14-15,-3-4-3 0,0 3-5 16,-11 0-7-16,-25-4-8 0,-4 1-2 15,-11-3 5-15,-18 2-8 0,-11-3 1 16,-6 1 6-16,-11-1-6 0,-2-1 4 16,-5 1-2-16,-2-3-1 0,-1 0-1 0,-14 3-7 15,15-4 6-15,-10 2-13 0,-5 2-8 16,6-6-8-16,-6 6-42 0,3-7-48 0,-3 7-87 16,0 0-87-16,0 0-112 0,-14-8-126 15,14 8-176-15,-15-2-30 0,15 2 74 0,0 0-451 16,-25 3-557-16</inkml:trace>
  <inkml:trace contextRef="#ctx0" brushRef="#br0" timeOffset="49023.62">29733 2077 2692 0,'0'0'-171'15,"0"0"41"-15,0 0 34 0,-18 3 40 16,18-3 29-16,0 0 29 0,0 0 21 0,0 0 24 16,-16 0 10-16,16 0 12 0,0 0 17 15,0 0 15-15,0 0 18 0,0 0 15 16,0 0 4-16,0 0 2 0,0 0 1 0,-14 0-7 16,14 0-10-16,0 0-3 0,0 0-1 15,0 0-8-15,0 0 6 0,0 0 7 0,0 0 13 16,0 0 24-16,0 0 11 0,0 0 10 15,47 3-6-15,-9 1-14 0,8-2-6 16,17 1-14-16,6 0-12 0,1 0-9 16,2 1-13-16,3 3-5 0,-1-2-11 15,-4 0-9-15,-1-1 1 0,-2 3-1 0,-4-4 9 16,-15-1 6-16,-5 2 22 0,-3 0-2 16,-6 0-1-16,-7-4 0 0,0 1 10 0,-2 1-4 15,-2-2 9-15,4 2-6 0,-4-1-6 16,2 1-5-16,-1-2-1 0,-5 2-3 15,-1 1-6-15,-2-3-6 0,-3 2 5 0,-1-2-100 16,-12 0-5-16,19 0 0 0,-19 0 0 16,13 2 0-16,-13-2 0 0,0 0 0 0,15 0 0 15,-15 0 0-15,0 0 0 16,0 0 0-16,16 0 0 0,-16 0 0 0,0 0 0 16,9 0 0-16,-9 0 0 0,0 0-410 15,0 0-277-15,0 0-282 0,0 0 69 16,0 0 101-16,0 0-706 0,-25 12-952 0</inkml:trace>
  <inkml:trace contextRef="#ctx0" brushRef="#br0" timeOffset="50556.48">31687 2017 3779 0,'0'0'-216'0,"0"0"59"16,4-6 49-16,-4 6 42 0,0 0 28 0,0 0 19 15,0-10 19-15,0 10 21 16,0 0 13-16,-2-9 19 0,2 9 22 0,0 0 4 15,-3-10 11-15,3 10 11 0,-6-6 1 16,6 6 3-16,-5-10 6 0,5 10 4 16,-7-7 5-16,7 7-4 0,-7-6-3 0,1 2-8 15,-4-3-7-15,3 4-3 0,-5-2-3 16,-1 1-5-16,-2 0-9 0,-5 2-4 16,4-2-9-16,-5 2-6 0,-3 1-6 0,-2 1-3 15,0 1-4-15,-13 3-4 0,1 2-1 16,-2 3 1-16,3 3-6 0,0 0 1 0,1 3 0 15,-6 10 1-15,3-1 6 16,3 7 2-16,2 2 3 0,3 4-3 0,7 1 5 16,9-6 12-16,1 4 6 0,5-1-4 0,7 0 2 15,2-6 4-15,5 8 16 16,6-4 4-16,5-3 5 0,4-1-8 0,10 6 0 16,6-6 0-16,4-4-1 0,6-3-18 15,5-5-5-15,2-3-10 0,1-5-3 16,-4-3-1-16,-3-6-4 0,1-3-9 0,1-4 0 15,5-2 10-15,-5-7 21 0,-1-1 14 16,-6-6-1-16,-6-1 6 0,0-6-2 0,-5-5-4 16,-5-2-1-16,-4-4-10 0,-6-3-8 15,-2-5-7-15,-8 9-9 0,-4-1-5 16,-4 4-7-16,-9 1-3 0,0 3-11 0,-5 1-4 16,-9 7-24-16,-11-2-36 15,-10 4-35-15,-6 8-64 0,-4 3-54 0,0 6-62 16,-5 2-74-16,9 6-82 0,2 1-75 15,-7 4-87-15,16 0-135 0,5-1-57 0,5 6 63 16,8-4-465-16,4 1-637 0</inkml:trace>
  <inkml:trace contextRef="#ctx0" brushRef="#br0" timeOffset="51806.34">25940 999 3015 0,'4'-12'-74'0,"-4"2"23"15,0 0 22-15,0 5 26 0,0 5 27 0,-2-10 23 16,2 10-3-16,0 0 4 0,0 0 8 16,0 0 5-16,0 0 15 0,-37 18 1 15,17 1 12-15,-5 2 2 0,2-1-3 0,0 2 8 16,-1 2 3-16,1-3-9 0,-1 1-1 15,5-1-3-15,2-4-13 0,4-3-2 16,0-2-12-16,3-1 1 0,-2 1-10 0,7-4-1 16,-3-1 0-16,5-2 9 0,-3 0 11 15,6-5 14-15,0 0-4 0,0 0-9 0,0 0-10 16,0 0-6-16,0 0-9 16,19-31-3-16,-2 8-7 0,5-3-2 15,9-6-2-15,-4 0-4 0,-2 6-1 0,-2 0 9 16,-2 6 3-16,-8 3-2 0,1 4-6 15,-5 4-4-15,-2 2-7 0,1 2-2 0,-2 1-4 16,-6 4 3-16,19 2-3 0,-19-2-1 16,21 14 0-16,-8-6-3 0,3 6 3 15,7 3-2-15,-1 0 4 0,3 2-3 0,2-2-1 16,-4-2 2-16,-3-1-4 0,-2-2-9 16,-4-2-2-16,-2-1 19 0,-1-3 35 15,-3-4 35-15,0 4 36 0,0 0 34 16,-8-6 21-16,0 0-14 0,0 0-19 15,0 0-14-15,0 0-19 0,0 0-3 0,0 0-19 16,-40-17-5-16,19 14-8 0,-3-3-11 16,-1 3-3-16,0-1-8 0,-2-2-9 0,0 2 4 15,2 1-13-15,-2 2-4 0,8-3-3 16,0 2-6-16,0 0-9 0,4 2-1 16,1-1-22-16,0 1-35 0,2 0-33 0,1 1-48 15,-1 1-47-15,2 0-58 0,1 2-69 16,9-4-78-16,-9 6-82 0,7-2-117 0,2-4-214 15,0 0 62-15,15 6-476 0,0-4-668 16</inkml:trace>
  <inkml:trace contextRef="#ctx0" brushRef="#br0" timeOffset="52290.23">28976 1175 3502 0,'-5'-4'-9'0,"5"4"-9"16,-5-7 3-16,5 7 8 0,0 0 33 0,0 0 30 15,-19 19 19-15,5-4 15 0,0 8-1 16,-4 3-8-16,2 3-7 0,0 0 2 16,3 1-12-16,-3-1-4 0,3-1-6 0,3-6-6 15,3-2-2-15,1-2-9 0,-1-3-5 16,2-1-33-16,1-3-48 0,1-1-26 0,1-2-32 16,-2-2-35-16,4-6-45 0,0 0-47 15,0 0-29-15,0 0-34 0,0 0-19 16,0 0-20-16,9-27-12 0,2 7-335 0,2-7-176 15</inkml:trace>
  <inkml:trace contextRef="#ctx0" brushRef="#br0" timeOffset="52623.39">28987 1155 1665 0,'21'-25'-103'0,"1"0"49"0,0 2 38 15,-1 0 36-15,-6 6 25 0,-1 5 17 16,-1 0 2-16,0 2 4 0,-2 3-4 0,-1 0-3 16,2 4-2-16,-5 1-4 0,2 0-1 15,-9 2-1-15,0 0-6 0,23 6 2 16,-15-3-2-16,-4 4 6 0,2 0 5 0,-2 3 2 15,-2 0 8-15,-2 1-2 0,-4 0-2 16,-3 3 2-16,4 2-7 0,-3-3-6 16,1-1 10-16,1 0 0 0,-2-1-5 0,5-1-6 15,-4 1-3-15,3 1 2 16,2 0 10-16,0-1 7 0,2 3 9 0,3 0 2 16,0 1 4-16,-1 1 8 0,3-1 11 15,-3 1-6-15,0-3 11 0,-3 1 14 0,1-2 21 16,1 0 22-16,-8 0 11 0,4 0 15 15,-3 0 1-15,-4 1-6 0,-3-1-16 16,-2-1-22-16,-7-1-10 0,-6 3-12 0,-1-1-14 16,-3 2-12-16,3-7-37 0,-3 3-46 15,-4-2-64-15,5-4-90 0,-5 4-101 16,0 1-94-16,-3-3-120 0,1 0-184 0,-4 6-67 16,-6 3 73-16,-7 7-300 0,-6 4-412 15</inkml:trace>
  <inkml:trace contextRef="#ctx0" brushRef="#br0" timeOffset="53223.57">25610 3370 2671 0,'2'-10'60'0,"-2"0"23"0,0 2 16 0,0 8 27 0,-3-14 34 16,-2 9 23-16,-2-2 17 0,-3 3-4 0,-1 1-3 16,11 3-9-16,-40 7 2 0,4 5-3 15,-10 9 15-15,-2 2 3 0,0 6-15 0,3 4-14 16,1 4-10-16,4 0-22 0,8-2-15 16,5 4-14-16,5-8-4 0,11-1-8 0,4 1-5 15,3-5-11-15,6-2-7 0,4-2-4 16,5 3-2-16,10 2-14 0,0-5-20 15,4-3-3-15,3 0-19 0,2-6-30 16,4-2-44-16,-7-4-64 0,-2-4-65 16,2-3-91-16,9-3-95 0,1-6-119 0,1-3-169 15,0-1-34-15,-2-3 71 0,6-5-406 16,-7 3-507-16</inkml:trace>
  <inkml:trace contextRef="#ctx0" brushRef="#br0" timeOffset="53706.47">28632 4182 3066 0,'2'-11'169'0,"0"3"16"0,0 1 11 16,-2 7 22-16,2-10 27 0,-2 10 13 0,0 0-5 15,0-7-17-15,0 7-21 0,0 0 5 16,0 0 1-16,0 0-10 0,0 27-11 0,0-15-22 16,-4 5-18-16,2-1-10 0,-2 1-17 15,3 0-16-15,-1 2-13 0,-2-1-41 16,0-1-40-16,1-3-59 0,-1 1-54 15,-1-4-57-15,3 2-56 0,-1-3-68 16,-1-1-71-16,0-5-65 0,1 0-63 0,3-4-58 16,0 0-69-16,0 0-32 0,0 0-426 15,-8-15-527-15</inkml:trace>
  <inkml:trace contextRef="#ctx0" brushRef="#br0" timeOffset="53924.41">28666 4191 2806 0,'13'-16'-5'0,"-4"4"56"0,-2 2 40 15,0 0 46-15,-4 6 33 0,3-1 22 16,-6 5 13-16,11-5 15 0,-11 5 15 15,0 0 1-15,19 10 2 0,-11-1 0 0,-3 1-5 16,4 3-1-16,-6 3-3 0,1 1-3 16,-2 0-11-16,0 3-11 0,-4 0-5 15,-2 1-1-15,-1-2-18 0,-6 3-13 16,-3 0-22-16,-2 0-14 0,-3-5-11 0,4-5-33 16,-3-2-42-16,-2-2-67 0,-3-2-56 15,0-2-66-15,2-3-74 0,-5-4-76 0,-1-1-118 16,-11-6-129-16,-1-2-166 0,-6-5-44 15,2-3 74-15,2-3-541 0,3 0-681 0</inkml:trace>
  <inkml:trace contextRef="#ctx0" brushRef="#br0" timeOffset="54888.92">26980 2145 3104 0,'0'0'-41'0,"-1"-10"34"0,1 10 16 16,-2-5 17-16,2 5 25 0,0 0 32 15,0 0 34-15,-2-7 18 0,2 7 7 0,0 0-14 16,0 0-12-16,0 0-9 0,0 0-10 15,0 0 20-15,0 0 11 0,0 0 10 0,0 0 2 16,18 27 0-16,-6-10-1 0,7 7-2 16,-2 0 4-16,7 3 3 0,6 9 13 15,2 0 5-15,4 1-12 0,6 1-2 0,2-1-27 16,7 3 6-16,-1-3-20 16,0 1-10-16,-1-1-4 0,1 2 1 0,-3 2 5 15,-3-5-14-15,0 0-10 0,-2-2 0 16,0 2-4-16,-3-2-1 0,-2-1 13 0,-1 0 4 15,0-3-3-15,0 0-1 0,-3-2-8 16,-6-4-4-16,-2-1 0 0,-1-1-7 0,-3-1-5 16,-4-4-5-16,-1-3-4 0,-3-1-7 15,0 3 1-15,-3-5-9 0,3 5-3 16,-4-2-3-16,3-1 0 0,-1 3-4 0,1-1 0 16,-1 3-3-16,2-3-1 0,-1 1 3 15,5 6-1-15,1 0 2 0,-2 0-14 0,4 2-11 16,-1-2 0-16,-1-1 0 15,4 1 0-15,-5-3 0 0,-2-2 0 0,-1-5 0 16,-7-2 0-16,4 1 0 0,-3-1 0 16,0-3 0-16,-1 0 0 0,1 0 0 0,-4 0 0 15,2-2 0-15,0-1 0 0,-6-4 0 16,9 11 0-16,-4-7 0 0,-1 1 0 16,-4-5 0-16,10 8 0 0,-4-2 0 0,-3-3 0 15,-3-3 0-15,6 7 0 16,-6-7 0-16,7 6 0 0,-7-6 0 0,7 6 0 0,-7-6 0 15,0 0 0-15,7 5 0 0,-7-5 0 16,0 0 0-16,0 0 0 0,6 5 0 0,-6-5 0 16,0 0 0-16,0 0 0 15,0 0 0-15,0 0 0 0,0 0 0 0,0 0 0 16,0 0 0-16,0 0-280 0,0 0-417 16,-15-16-188-16,7 8-11 0,-2 1 102 0,-1 0-784 15,-6-5-1019-15</inkml:trace>
  <inkml:trace contextRef="#ctx0" brushRef="#br0" timeOffset="56556.28">26568 3142 4026 0,'2'-4'-171'0,"-2"4"34"16,2-8 21-16,-2 8 26 0,0 0 42 0,0-8 35 15,0 8 33-15,0 0 18 0,0 0 8 16,0 0 2-16,-4-9 9 0,4 9 7 15,0 0 6-15,-3-10 7 0,3 10-1 16,0 0 0-16,0 0 6 0,-2-7-1 0,2 7 3 16,0 0 4-16,-8-5-7 0,8 5 5 0,0 0-2 15,-10-4-6-15,10 4 0 0,-13-3-6 16,13 3-1-16,-13-2-3 0,13 2 2 0,-19 0-4 16,19 0-1-16,-21 2-3 15,8-2-1-15,13 0-4 0,-23 3 0 0,12-2-1 16,-3 0 1-16,14-1 1 0,-19 4 3 15,11-2 1-15,8-2 2 0,-18 3-4 16,7-1-1-16,11-2-1 0,-16 7-2 0,7-4-1 16,-2 0-4-16,0 1 11 0,2 1-11 15,-1 0 8-15,1 2 0 0,-1 1-7 0,-2-3-5 16,5 4 0-16,-2-2 0 0,0 1-3 16,-2 0 6-16,6-2 3 0,-4 1-5 15,0 1-3-15,2 2-7 0,1-3 6 0,1 1-1 16,-4 1-11-16,4-2-4 15,-1 0 0-15,3 3 4 0,-1-4-5 0,0 3 0 16,2 0 5-16,-2-2-7 0,0 3 6 16,0 0 1-16,4-2 6 0,-1 1 3 0,1 0 1 15,0 1-2-15,1-2 2 0,1 3 2 16,2-3 2-16,-2 4 12 0,2-3-1 0,2 1 2 16,0 0 3-16,1-1-5 0,-2-1-7 15,8 1-1-15,-4 2-1 0,3-2-2 16,1-1 1-16,3 0 8 0,6 1 3 0,-7-2-2 15,4-2-54-15,-2-1-2 0,3-2 0 16,-4 2 0-16,4-2 0 0,-4-2 0 0,2 0 0 16,-2 0 0-16,0 0 0 0,1-3 0 15,0 0 0-15,-1 1 0 0,-1 2 0 16,1-2 0-16,-2-2 0 0,-3 1 0 16,3 0 0-16,-3 0 0 0,1 1 0 0,0-2 0 15,-1-2 0-15,-1 4 0 0,-1-4 0 16,-2 0 0-16,4 0 0 0,-4-2 0 0,0-1 0 15,3-3 0-15,-4-2 0 0,1-3 0 16,1-4 0-16,-3-1 0 0,-1-2 0 16,1-1 0-16,-3 1 0 0,-1-3 0 15,-1 4 0-15,-1 4 0 0,-4-1 0 0,-1 3 0 16,-3-1 0-16,-2 3 0 0,-3 1 0 16,-1 0 0-16,-4 4 0 0,0-1 0 15,-14 1 0-15,6 3 0 0,5 4 0 0,-3 0 0 16,0 1 0-16,2 2 0 0,3 0-290 15,-3 5-322-15,3-2-129 0,2 4-172 0,2 1 85 16,5-2-807-16,3 1-1073 0</inkml:trace>
  <inkml:trace contextRef="#ctx0" brushRef="#br0" timeOffset="57354.81">28123 1376 3986 0,'-2'-10'-259'0,"1"0"55"0,-3 1 62 0,2 3 54 0,0-1 53 0,2 7 42 16,-4-11 43-16,4 11 31 0,0-10 42 15,0 10 31-15,-1-10 25 0,1 10 16 0,0-9 17 16,0 9 14-16,0-10 9 0,0 10 13 16,0-10 13-16,0 10 5 0,1-10-5 15,-1 10-20-15,0-8-24 0,0 8-22 0,0 0-25 16,0 0-23-16,0 0-13 15,0 0-18-15,0 0-9 0,0 0-4 0,-12 27-9 16,7-7-8-16,-1 0-5 0,-1 13 6 16,1-5-8-16,1 7-2 0,-2 0-6 15,2-2 2-15,-1-8-6 0,4-2-3 0,-1-2-2 16,1-3-4-16,-2-3 0 0,1 1-10 16,0-3-48-16,1-3 0 0,0 1 0 0,2-3 0 15,-4 0 0-15,4-2 0 0,0-6 0 16,-1 12 0-16,1-12 0 0,-2 9 0 15,2-9 0-15,0 8 0 0,0-8 0 0,0 0 0 16,-2 9 0-16,2-9 0 0,0 0 0 16,-2 10 0-16,2-10-321 0,-6 10-173 15,3-4-127-15,-7 5-192 0,-9 11-59 16,-2 1 89-16,-6 15-675 0,-3 3-907 0</inkml:trace>
  <inkml:trace contextRef="#ctx0" brushRef="#br0" timeOffset="58155.22">28438 2764 4206 0,'-7'-9'-45'0,"5"4"39"16,2 5 48-16,-3-9 45 0,3 9 28 15,3-8 18-15,-3 8 9 0,7-9 5 0,1 4 4 16,1 0-2-16,-1 0-3 0,3 2-6 16,-1 3-18-16,-10 0-10 0,19-2-10 15,-19 2-10-15,20 2-7 0,-11 4-3 0,0 1-3 16,-4 4 12-16,-1-1 11 0,1 2 9 16,-5 2 8-16,-5 1 12 0,0 0 11 15,-3 2 1-15,3 0 4 0,-3-3 0 16,0 1 2-16,2-3-5 0,1-3-5 0,-1 1-10 15,3 0-4-15,-1-2-5 0,-1-3-2 16,5-5-65-16,-1 8-53 0,1-8 0 0,0 9 0 16,0-9 0-16,3 9 0 0,-3-9 0 15,10 5 0-15,-10-5 0 0,15 2 0 16,-15-2 0-16,16 2 0 0,-11-2 0 0,-5 0-33 16,11 6-319-16,-11-6-87 0,11 2-99 15,-11-2-116-15,0 0-145 0,9 2-1 16,-9-2 87-16,0 0-601 0,0 0-771 15</inkml:trace>
  <inkml:trace contextRef="#ctx0" brushRef="#br0" timeOffset="59040.38">27310 2800 3459 0,'0'0'-91'0,"0"0"44"0,0 0 35 16,0 0 36-16,0 0 19 0,0 0 25 15,0 0 31-15,13-14 24 0,-4 10 15 16,5 3 12-16,-3-3 7 0,3 3 2 0,-3-1-5 16,-11 2-11-16,23-2-11 0,-23 2-9 15,21 4-8-15,-9-1-9 0,-3 0-7 0,-2 3-4 16,2 1-7-16,-4-1 10 0,1 3 7 15,-4-2 12-15,-1 1 5 0,-1 3-6 0,-1-3 11 16,-3 3 4-16,-3 1 10 0,-4-3-4 16,0 3-4-16,2-4-10 0,-1 1-2 15,-1-1-5-15,3-2-5 0,1 2-10 16,-1-4-10-16,2 2-9 0,2 1-6 16,4-7-5-16,-9 8-10 0,9-8-3 0,-6 7-12 15,6-7-3-15,-8 11-4 0,8-6-6 16,0-5 3-16,-5 13-6 0,5-7 0 0,-2 1-7 15,-2 1-2-15,2-1-1 16,1 1-1-16,-3 1-1 0,-1 3 4 0,2-4 1 0,-1 1 11 16,0 0-4-16,-1-1 11 15,-3 1 3-15,2-2 0 0,-3-1-12 0,-3 3-32 16,0-1 0-16,1-1 0 0,-3 0 0 0,0-1 0 16,1-5 0-16,-3 2-29 0,1-3-150 15,15 0-73-15,-32-4-86 0,14 0-112 16,1 0-122-16,0-1-132 0,0 0-119 15,0-2 80-15,-2 1-652 0,2-3-847 0</inkml:trace>
  <inkml:trace contextRef="#ctx0" brushRef="#br0" timeOffset="59804.78">26172 2544 3768 0,'0'-6'-53'0,"0"6"33"0,2-12 34 0,-2 12 61 16,0-13 68-16,2 6 58 0,-2 7 33 16,0-11 22-16,0 11 2 0,2-11 16 0,-2 11-1 15,0-8-21-15,0 8-19 0,0 0-33 16,-4-9-25-16,4 9-15 0,0 0-10 0,0 0 4 16,0 0-5-16,-13 29-11 0,7-13-6 15,0-1-13-15,0 4 12 0,-1 2 0 16,2-3-10-16,-1 2-7 0,-1-4-12 15,4 0-12-15,-1-1-9 0,0-3-6 16,3-1-14-16,-1-1-61 0,0-1 0 0,0 1 0 16,0-4 0-16,0 3 0 0,1 0 0 15,1-9 0-15,-5 13 0 0,3-6 0 0,-2 0 0 16,2 0 0-16,2-7 0 0,-1 9 0 16,1-9 0-16,-2 8 0 0,2-8 0 0,-2 7 0 15,2-7-21-15,0 0-244 0,-4 9-82 16,4-9-86-16,0 5-117 0,0-5-157 0,0 0-138 15,0 0 79-15,-2 8-682 0,2-8-897 16</inkml:trace>
  <inkml:trace contextRef="#ctx0" brushRef="#br0" timeOffset="61271.39">27156 4001 3548 0,'0'0'-221'0,"0"0"61"15,0 0 54-15,0 0 44 0,0 0 42 0,0 0 40 0,0 0 39 16,0 0 42-16,0 0 35 16,0 0 26-16,0 0 25 0,0 0 21 0,0 0 18 15,0 0 19-15,15-11 17 0,-15 11 11 16,0 0 15-16,0 0 6 0,0 0-2 15,0 0-3-15,0 0-12 0,0 0-6 0,0 0-22 16,2-9-21-16,-2 9-25 0,0 0-18 16,0 0 1-16,0 0 4 0,-11 28-3 0,5-9 5 15,-6 10-190-15,3 2-2 0,-2-1 0 16,-1 3 0-16,1-4 0 0,-1 2 0 0,0-1 0 16,5-8 0-16,0-3 0 0,0-2 0 15,2-3 0-15,-1-2 0 0,2 1 0 0,1-3 0 16,-1-1 0-16,-1-1 0 0,4-2 0 15,1-6 0-15,-4 13 0 0,4-8 0 16,0-5 0-16,-4 7 0 0,4-7 0 16,-2 9 0-16,2-9 0 0,0 0 0 0,-2 7 0 15,2-7 0-15,-1 5 0 0,1-5 0 16,0 0 0-16,0 0 0 0,0 0 0 0,0 0 0 16,0 0 0-16,0 0-543 0,0 0-404 15,-6-22 20-15,8 15 107 0,-2 0-865 16,0 7-1120-16</inkml:trace>
  <inkml:trace contextRef="#ctx0" brushRef="#br0" timeOffset="63604.36">27065 1959 4046 0,'0'0'-368'0,"0"0"45"16,0 0 43-16,0 0 34 0,0 0 36 15,0 0 37-15,0 0 33 0,0 0 34 0,0 0 24 16,0 0 27-16,0 0 28 0,0 0 14 15,0 0 20-15,0 0 21 0,0 0 16 0,0 0 15 16,0 0 20-16,0 0 18 0,0 0 20 16,0 0 16-16,0 0 43 0,0 0-1 15,0 0 22-15,0 0 13 0,0 0 8 0,0 0 2 16,0 0-1-16,0 0-3 0,0 0-4 16,0 0-3-16,0 0-9 0,0 0-5 15,0 0 0-15,0 0-7 0,0 0-8 0,0 0-1 16,0 0-20-16,0 0-4 15,0 0-7-15,0 0 7 0,0 0 11 0,0 0 3 16,0 0-7-16,0 0-16 0,0 0-5 16,0 0-10-16,50 0-12 0,-34 0-2 0,-1 2-11 15,1 0-9-15,-4-2-10 0,2 0-5 16,1 1-7-16,-1-1-7 0,-14 0-4 16,20 0-9-16,-20 0-42 0,23 0-13 0,-13 2 0 15,-10-2 0-15,21 0 0 0,-12 0 0 16,-9 0 0-16,23 2 0 0,-9-2 0 0,-1 2 0 15,2-1 0-15,0-1 0 0,-2 2 0 16,7 1 0-16,-4-3 0 0,-4 0 0 0,1 0 0 16,1 2 0-16,-1 0 0 0,1-2 0 15,-14 0 0-15,22 2 0 0,-12-2 0 16,-10 0 0-16,22 0 0 0,-22 0 0 16,18 2 0-16,-18-2 0 0,18-2 0 15,-18 2 0-15,14 2 0 0,-14-2 0 0,14 0 0 16,-14 0 0-16,15 0 0 0,-15 0 0 15,0 0 0-15,19-2 0 0,-19 2 0 0,13 0 0 16,-13 0 0-16,0 0 0 0,22 0 0 16,-22 0 0-16,0 0 0 0,14 0 0 15,-14 0 0-15,12-2 0 0,-12 2 0 0,0 0 0 16,0 0 0-16,19 0 0 16,-19 0 0-16,0 0 0 0,17 0 0 0,-9 0 0 0,-8 0 0 15,17 2 0-15,-17-2 0 16,15 0 0-16,-5 0 0 0,0 2 0 0,-10-2 0 15,19 0 0-15,-12 1 0 0,4-1 0 16,-11 0 0-16,16 3 0 0,-16-3 0 0,13-3 0 16,-13 3 0-16,14 3 0 0,-14-3 0 15,13 0 0-15,-13 0 0 0,19 0 0 16,-9 0 0-16,1 0 0 0,3 0 0 0,-2 0 0 16,2 2 0-16,3-2 0 0,-1 0 0 15,-2 0 0-15,8 0 0 0,-8 2 0 0,4 0 0 16,-3-2 0-16,-1 0 0 0,-1 0 0 15,-13 0 0-15,21 2 0 0,-12-2 0 16,-9 0 0-16,19 1 0 0,-19-1 0 16,18 0 0-16,-18 0 0 0,15 2 0 0,-15-2 0 15,17 0 0-15,-17 0 0 0,17 0 0 16,-17 0 0-16,19-2 0 0,-19 2 0 16,22 0 0-16,-13 0 0 0,-9 0 0 0,16-1 0 15,-16 1 0-15,16-2 0 0,-16 2 0 16,15-2 0-16,-15 2 0 0,14 0 0 0,-14 0 0 15,0 0 0-15,20 0 0 0,-20 0 0 16,16-2 0-16,-16 2 0 0,17 0 0 16,-17 0 0-16,19-2 0 0,-5 4 0 0,-14-2 0 15,24 0 0-15,-12 0 0 16,-12 0 0-16,21 0 0 0,-10 0 0 0,-11 0 0 16,21 2 0-16,-21-2 0 0,19 0 0 15,-7 0 0-15,-12 0 0 0,18 2 0 0,-18-2 0 16,23 0 0-16,-13 0 0 0,-10 0 0 15,19 0 0-15,-19 0 0 0,19 0 0 0,-19 0 0 16,15 0 0-16,-15 0 0 0,13 0 0 16,-13 0 0-16,0 0 0 0,16 2 0 15,-16-2 0-15,0 0 0 0,0 0 0 0,13 0 0 16,-13 0 0-16,0 0 0 16,0 0 0-16,0 0 0 0,14 1 0 0,-14-1 0 15,0 0 0-15,0 0 0 0,0 0 0 16,0 0 0-16,0 0 0 0,0 0 0 0,0 0 0 15,0 0 0-15,0 0 0 0,0 0 0 16,0 0 0-16,13-1 0 0,-13 1 0 0,0 0 0 16,0 0-212-16,0 0-578 0,-60-2-198 15,15 2 83-15,-19 2 97 0,-9-2-718 16,-12 6-972-16</inkml:trace>
  <inkml:trace contextRef="#ctx0" brushRef="#br0" timeOffset="64603.17">26496 2460 3851 0,'0'-5'-222'0,"0"5"46"0,0-10 52 16,0 10 46-16,0-14 39 0,0 14 35 0,0-13 38 15,0 5 21-15,2 2 23 0,-2 6 6 16,2-12 15-16,-2 12 16 0,2-11 6 0,-2 11-1 16,2-8-4-16,-2 8-9 0,0 0-2 15,0-10-7-15,0 10-5 0,0 0 0 16,2-7 5-16,-2 7 5 0,0 0 10 15,0 0 6-15,0 0 9 0,1-8 9 16,-1 8 2-16,0 0-2 0,0 0 4 0,0 0-7 16,0 0-3-16,0 0-16 0,0 0-12 15,0 0-12-15,0 0-24 0,0 0 0 0,0 0-15 16,0 0 11-16,0 0 0 0,0 0 20 16,0 0 16-16,-11 27-1 0,10-15 5 15,-3 0 6-15,-3 3 6 0,2 1-5 0,-1 2 1 16,1 1-12-16,-3 2 2 0,2 1 4 15,-2-2 9-15,-1 11-4 0,-2-4-8 0,3-2-6 16,2-7-10-16,-1 2-63 0,0-1-23 16,2-4 0-16,-1 1 0 0,1-3 0 15,-3 1 0-15,3-2 0 0,-2 0 0 16,4-2 0-16,-1 0 0 0,0-1 0 0,1-1 0 16,-1 1 0-16,0 0 0 0,2 1 0 15,-1-2 0-15,-4 3 0 0,4-3 0 16,-3 3 0-16,2-3 0 0,1 2 0 0,-1 1 0 15,-3-1 0-15,6-2 0 0,-3 3 0 16,-2-1 0-16,4-2 0 0,-1 2 0 0,-3-3 0 16,3 3 0-16,1-4 0 0,-3 2 0 15,1-3 0-15,3 3 0 0,1-8 0 0,-6 10 0 16,6-10 0-16,-4 9 0 0,4-9 0 16,-2 8 0-16,2-8 0 0,0 0 0 15,-1 7 0-15,1-7 0 0,0 0 0 16,-4 5 0-16,4-5 0 0,0 0 0 0,0 0 0 15,0 0 0-15,-2 9 0 0,2-9 0 16,0 0 0-16,0 0 0 0,0 0 0 0,0 0 0 16,0 0 0-16,0 0 0 0,0 0 0 15,0 0 0-15,2-24-652 0,-2 24-356 16,2-8 89-16,1 4 106 0,-3 4-819 0,8-8-1071 16</inkml:trace>
  <inkml:trace contextRef="#ctx0" brushRef="#br0" timeOffset="65703.27">26866 3543 4165 0,'0'0'-195'0,"-9"-1"43"0,9 1 35 16,0 0 47-16,-14-3 55 0,14 3 37 0,0 0 26 15,-13-2 24-15,13 2 22 0,0 0 9 16,-12-6 11-16,12 6 14 0,0 0 11 16,0 0 5-16,0 0-1 0,-9-2 0 0,9 2 3 15,0 0-4-15,0 0 4 0,0 0 4 16,0 0 3-16,0 0 9 0,0 0 0 15,0 0 12-15,23-11-3 0,-12 10-9 16,3-3-13-16,-1 3-8 0,2-3-5 0,4 1-8 16,2 0-9-16,-2 1-9 0,5 0-7 15,3-2-4-15,0 2-9 0,0-2-6 0,0 4-9 16,-1-3 0-16,-4 2 9 0,-6-2-5 16,6 3 8-16,-4-2-6 0,-2 0-1 15,-3 0-3-15,-13 2-17 0,21-2-60 0,-21 2 0 16,17 0 0-16,-17 0 0 0,17-2 0 15,-17 2 0-15,14 0 0 0,-14 0 0 0,17 0 0 16,-17 0 0-16,13 0 0 0,-13 0 0 16,21 0 0-16,-21 0 0 0,21 2 0 0,-6-2 0 15,0 0 0-15,0 2 0 16,1-2 0-16,3 2 0 0,0 0 0 0,0 0 0 16,1-2 0-16,-4 2 0 0,6 0 0 15,-4 1 0-15,1-3 0 0,-1 0 0 16,-3 3 0-16,0-2 0 0,-3-1 0 0,-12 0 0 15,23 2 0-15,-23-2 0 0,18 0 0 16,-18 0 0-16,18 0 0 0,-18 0 0 0,13 0 0 16,-13 0 0-16,13 2 0 15,-13-2 0-15,0 0 0 0,21 0 0 0,-21 0 0 0,15 0 0 16,-15 0 0-16,22 2 0 0,-9 0 0 16,4-2 0-16,2 2 0 0,0 1 0 15,1-2 0-15,-2 3 0 0,1-2 0 16,0-1 0-16,-5 0 0 0,-1 2 0 0,1-3 0 15,-3 1 0-15,-11-1 0 0,19 3 0 16,-19-3 0-16,15 2 0 0,-15-2 0 16,12 0 0-16,-12 0 0 0,0 0 0 0,16 2 0 15,-16-2 0-15,0 0 0 0,0 0 0 16,16 0 0-16,-16 0 0 0,0 0 0 0,0 0 0 16,0 0 0-16,11 2 0 0,-11-2 0 15,0 0 0-15,0 0 0 0,0 0 0 0,0 0 0 16,0 0 0-16,0 0 0 0,0 0 0 15,9 3 0-15,-9-3 0 0,0 0 0 16,0 0 0-16,0 0-274 0,0 0-548 16,-34 0-134-16,21 1 83 0,13-1-918 0,-30 0-1220 15</inkml:trace>
  <inkml:trace contextRef="#ctx0" brushRef="#br0" timeOffset="67502.98">30153 1473 4497 0,'0'0'-224'0,"-9"-6"67"0,9 6 55 16,-10-7 56-16,10 7 75 0,-8-6 59 0,8 6 39 15,-4-6 15-15,4 6 1 0,0 0-1 16,7-14-11-16,-2 10 7 0,5-2-4 15,-1 3-6-15,5 1-11 0,-3 0-13 16,3-1-8-16,-14 3-11 0,28-1-8 16,-11 5-10-16,-1-2-3 0,-2 3-10 0,2 2-7 15,-1 0-8-15,-4 3 1 0,3-3-5 16,-5 3-4-16,1 2-1 0,-2 0-2 0,-3 1 0 16,-1-1-3-16,-4 1-1 0,-4 1-2 15,-1 1-1-15,-3 3 6 0,-4-3-6 16,1 1-5-16,1-4 1 0,1-1-3 0,0 0 0 15,-1-1-3-15,2-1-1 0,2-3-1 16,1 1-2-16,-1 0-4 0,1-1 4 16,-2 0-6-16,4 3 3 0,-1-3-7 15,2 2 13-15,-2-2-5 0,3 3 1 16,-1-1 0-16,0 2 2 0,2-2-4 0,-2 1 2 16,2-1 0-16,-2 1-2 0,0-2-2 15,2-7 6-15,-2 15 3 0,0-11-5 16,2-4 4-16,-2 12 2 0,2-12 0 0,-2 8 6 15,2-8 3-15,-5 9 0 0,5-9 3 16,-8 6-7-16,8-6 1 0,-14 6 0 0,7-5 4 16,7-1-13-16,-23 2-27 15,8-2-51-15,15 0-65 0,-27-5-82 0,11 1-82 16,9 2-77-16,0-2-70 0,3 0-76 0,4 4-86 16,0 0-80-16,15-13-427 15,2 4-584-15</inkml:trace>
  <inkml:trace contextRef="#ctx0" brushRef="#br0" timeOffset="67837.09">30569 1627 2873 0,'13'-15'-108'0,"0"2"47"0,-3 2 35 0,-3 0 45 15,1 1 33-15,0-1 26 0,-3 5 24 16,3-1 11-16,-4-1 11 0,0 2 3 0,-4 6-8 16,4-8-19-16,-4 8-10 0,2-7-19 15,-2 7-7-15,0 0 4 0,0 0-12 16,0 0-10-16,0 0-1 0,0 0-7 15,0 0 6-15,-18 21 7 0,16-11 9 16,2 1 13-16,2 3 18 0,0 0 24 0,4 3 4 16,2 2 1-16,3 0 4 0,-2 0-9 15,7 5-2-15,-7-5-6 0,1-3-8 0,-4-5-8 16,-1-1-4-16,-1 0-1 0,-2-4-3 16,0 0 2-16,-2-6 22 0,1 15 16 15,-6-9 13-15,-2 0 1 0,-5-1-11 0,-3 3-17 16,-8-2-9-16,0-2-12 0,-13 0-11 15,-2 1-4-15,5-3-16 0,-6 1-39 0,3-1-58 16,11-1-81-16,2-1-113 0,1 2-110 16,4-2-118-16,2 0-181 0,1-2-149 15,0 1 85-15,0 1-470 0,15 0-643 16</inkml:trace>
  <inkml:trace contextRef="#ctx0" brushRef="#br0" timeOffset="69120.41">30728 1460 3020 0,'0'0'-99'0,"0"0"45"16,-18-5 33-16,18 5 36 0,0 0 38 16,0 0 28-16,0 0 2 0,0 0 9 0,0 0-9 15,11-11-8-15,0 9-2 16,5-2 6-16,0 0-1 0,4 0 3 0,-1 0 1 16,-2 2-2-16,6-1-4 0,-4 1 1 15,0 0-9-15,-2-2-2 0,-4 2 11 16,3 0-1-16,-5 0-6 0,1 0-3 0,-12 2-4 15,17-3-6-15,-17 3-5 0,14-1-7 16,-14 1-12-16,0 0-22 0,11-4-26 16,-11 4-41-16,0 0-40 0,9-2-45 0,-9 2-46 15,0 0-58-15,0 0-75 0,0 0-70 16,0 0-148-16,0 0-29 0,0 0-142 0,-36 10-202 16</inkml:trace>
  <inkml:trace contextRef="#ctx0" brushRef="#br0" timeOffset="71852.64">32048 1574 1900 0,'-4'-10'69'15,"2"1"32"-15,-1 1 22 0,3-1 31 0,0 9 63 16,-1-15 49-16,1 10 24 0,0 5 4 16,-2-12-19-16,2 12-32 0,0-8-27 15,0 8-30-15,0 0-21 0,0 0-9 0,0 0 5 16,0 0-7-16,-15 25-5 0,9-13-11 16,0 5-9-16,-1 1-5 0,-1 0-4 15,3 2-12-15,-3-1-7 0,2 0-7 0,0-4-10 16,3 0-9-16,-3-3-9 0,0 2-5 15,5-3-4-15,-6-1-8 0,3 1-4 16,3-3-25-16,-3-2-42 0,0 2-56 0,4-8-64 16,-3 11-93-16,1-5-81 15,2-6-91-15,3 8-147 0,-3-8-202 0,11 0 76 16,-11 0-408-16,27-6-560 0</inkml:trace>
  <inkml:trace contextRef="#ctx0" brushRef="#br0" timeOffset="72052.49">32141 1428 3148 0,'-10'-9'-5'0,"4"1"37"0,3 2 38 0,1 2 50 15,2 4 14-15,-4-9-4 0,4 9-16 16,0 0-10-16,0 0-13 0,0 0-2 16,20-4-12-16,-20 4-10 0,36 2-10 0,-11 3-4 15,-2-1-39-15,6-1-50 0,-2 0-61 16,0 1-54-16,-2 1-60 0,0 0-86 15,-5-5-135-15,1 2-165 0,-3 1 59 0,-3 1-121 16,-5-1-154-16</inkml:trace>
  <inkml:trace contextRef="#ctx0" brushRef="#br0" timeOffset="72221.02">32242 1620 1848 0,'-6'2'41'0,"6"-2"29"0,-7 6 32 16,7-6 24-16,0 0 33 0,-2 6 17 15,2-6 3-15,0 0-18 0,0 0-23 16,0 0-11-16,0 0-35 0,24 0-55 16,-24 0-76-16,19 1-87 0,-9-1-108 15,4 2-176-15,-3 0-120 0,-4 0-122 0,-7-2-149 16</inkml:trace>
  <inkml:trace contextRef="#ctx0" brushRef="#br0" timeOffset="72419.12">32076 1792 2035 0,'-12'0'154'0,"5"4"26"0,7-4 29 16,-9 4-1-16,9-4-11 0,-4 6 6 15,4-6 31-15,0 0-6 0,17 15-19 0,-2-7-20 16,14 4-21-16,3 2-16 0,4-2-37 16,0-2-57-16,-1-1-76 0,-9-2-79 0,-2-2-75 15,-1-2-68-15,-7-1-80 0,-2 0-150 16,-7-4-134-16,-7 2 59 0,0 0-160 15,0 0-199-15</inkml:trace>
  <inkml:trace contextRef="#ctx0" brushRef="#br0" timeOffset="101146.44">20987 14861 2700 0,'-2'-12'338'0,"0"4"-67"16,2-1 2-16,-2 2 16 0,0-2 12 15,0 1 4-15,2 8-12 0,-2-14-22 0,1 7-24 16,1 7-11-16,0-10-16 0,0 10-12 16,-2-9-20-16,2 9-14 0,0 0-20 0,-2-10-13 15,2 10-18-15,0 0-3 16,0-7-13-16,0 7-10 0,0 0-5 0,0 0-1 16,0 0-1-16,0 0 3 0,2-9-2 15,-2 9-6-15,0 0-4 0,0 0-7 0,0 0-7 16,0 0-7-16,0 0-2 0,0 0-4 15,0 0-3-15,0 0-5 0,-2-10-2 0,2 10-1 16,0 0-28-16,0 0-15 0,0 0 0 16,0 0 0-16,0 0 0 0,0 0 0 15,-2-7 0-15,2 7 0 0,0 0 0 0,-2-8 0 16,2 8 0-16,0 0 0 0,-3-10 0 16,3 10 0-16,-3-9 0 0,3 9 0 0,-4-7 0 15,4 7 0-15,0 0 0 16,-4-8 0-16,4 8 0 0,0 0 0 0,0 0 0 15,-2-9 0-15,2 9 0 0,0 0 0 16,0 0 0-16,0 0 0 0,0 0 0 0,0 0 0 16,0 0 0-16,0 0 0 0,0 0 0 15,-9 24 0-15,9-10 0 0,0 1 0 0,0 4 0 16,2 6 0-16,2 10 0 16,-1 0 0-16,1 4 0 0,2-6 0 0,0 2 0 15,0-7 0-15,-1 3 0 0,3-6 0 16,-5-3 0-16,2-6 0 0,-1 0 0 0,-1-2 0 0,-1-2 0 15,2 0 0-15,-2-3 0 16,0-1 0-16,-1 0 0 0,1-2 0 0,2 0 0 16,-2-1 0-16,-2-5 0 0,0 0 0 15,0 0 0-15,0 0 0 0,23-15 0 16,-16-3 0-16,7-7 0 0,-1-6 0 0,5 0 0 16,-4 0 0-16,0 4 0 0,-3 4 0 15,-3 5 0-15,0 0 0 0,0 2 0 0,-3 3 0 16,1 3 0-16,-3 0 0 0,4 0 0 15,-4 2 0-15,-1 1 0 0,2 3 0 0,0-2 0 16,-4 6 0-16,0 0 0 0,0 0 0 16,0 0 0-16,19 16 0 0,-12-7 0 15,-1 5 0-15,1 6 0 0,4-2 0 16,-2 3 0-16,2-5 0 0,1 2 0 0,-1-2 0 16,3-2 0-16,-5-2 0 0,2-2 0 15,1 1 0-15,-1-3 0 0,0-2 0 0,0-6 0 16,0 4 0-16,-11-4 0 0,26-8 0 15,-13-1 0-15,5-3 0 0,-1-9 0 0,2-1 0 16,-1-5 0-16,-6-2 0 0,4-1 0 16,-5-4 0-16,0-3 0 0,1 0 0 15,-2-1 0-15,-1 3 0 0,-3 2 0 0,2 6 0 16,-7 10 0-16,3 1 0 0,0 4 0 16,-2 5-8-16,-2 1-456 0,0 6-61 0,0 0-70 15,0 0-100-15,0 0-137 16,-17 15 67-16,13-3-700 0,0 2-913 0</inkml:trace>
  <inkml:trace contextRef="#ctx0" brushRef="#br0" timeOffset="101564.75">21845 14820 4289 0,'0'0'26'0,"0"0"37"0,11-5 49 0,-11 5 49 0,0 0 30 15,0 0 17-15,0 0 3 0,5-6-28 0,-5 6-4 16,0 0 5-16,12-5-4 16,-12 5-7-16,10-4-11 0,-5-1-19 0,4 2-9 15,0-2-9-15,-9 5-16 0,13-10-3 16,-6 1-16-16,1 2-6 0,2-2-11 0,-7-1-3 16,3-2-6-16,-1 1-9 0,-5-1-11 15,2-1-5-15,-2 3-2 0,-2-2-3 0,-3 2-8 16,-1 1-7-16,-1 4-2 0,-5 5-4 15,12 0-2-15,-38 9 3 0,9 5-3 16,1 4-2-16,-3 4 14 0,4 1 5 16,5 2 10-16,-1 2 8 0,6 2 9 0,2-1 12 15,3-1 8-15,4 0 10 0,7-5 13 16,-1-3-71-16,4-2-27 0,1 0 0 0,3-1 0 16,2-3 0-16,5 1 0 0,3-4 0 15,0-1 0-15,8-2 0 0,-1-4 0 16,3 1 0-16,7-4 0 0,7 0 0 0,5-4-283 15,8-4-218-15,3-1-141 0,-1-3-172 16,10 2-30-16,-4-1 83 0,5 0-717 0,1 0-926 16</inkml:trace>
  <inkml:trace contextRef="#ctx0" brushRef="#br0" timeOffset="101813.42">23233 14722 4309 0,'-16'1'93'0,"-2"5"16"16,3-1 44-16,3 0 60 0,1 4 35 16,-3 2 11-16,1 1 10 0,2 4-11 0,8-1-8 15,-4 1-11-15,5-2-20 0,2 5-17 16,2 0-20-16,3-5-20 0,0 9-14 0,1-6-15 16,-1-1-17-16,1-1-42 0,2-1-57 15,0 0-65-15,1-4-73 0,2 0-77 0,3-1-86 16,-3-2-107-16,3-4-96 0,-3-2-106 15,1-1-133-15,-12 0-8 0,24-8 76 16,-10 0-503-16,-1-5-627 0</inkml:trace>
  <inkml:trace contextRef="#ctx0" brushRef="#br0" timeOffset="102366.57">23439 14804 3163 0,'8'-10'48'0,"-6"3"52"0,2 3 28 16,-2-2 45-16,-2 6 47 0,6-7 27 0,-6 7 7 15,0 0 29-15,0 0 33 0,0 0 17 16,25 13-1-16,-20-8-3 0,2 4-11 0,1 6-10 15,0-1 10-15,0 5-11 0,-1-2-20 16,-3 1-21-16,-3-1-7 0,3-1-57 0,-4-1-202 16,0-2 0-16,0 1 0 0,-2-2 0 15,-1 0 0-15,-5 0 0 0,3-2 0 16,-5 1 0-16,0-4 0 0,3-1 0 16,-4-2 0-16,1-3 0 0,10-1 0 0,-19-7 0 15,7-1 0-15,7-6 0 0,-5-4 0 16,9 0 0-16,1 1 0 0,0-2 0 15,1 3 0-15,-1 3 0 0,2 0 0 0,2 4 0 16,1 1 0-16,-1 2 0 0,4 3 0 16,2 0 0-16,-10 3 0 0,18 0 0 0,-4 3 0 15,-1-2 0-15,3 3 0 0,-2 0 0 16,2 4 0-16,1-3 0 0,-1-1 0 0,-2-1 0 16,0 0 0-16,-1-1 0 15,1 0 0-15,-1-2 0 0,1-2 0 0,-1 0 0 16,1-1 0-16,0-3 0 0,1 0 0 15,1-2 0-15,-1 4 0 0,-2-4 0 0,-3 4 0 16,2 1 0-16,-7-3 0 0,3 4 0 16,-1 0 0-16,-7 2 0 0,12-2 0 0,-12 2 0 15,0 0 0-15,15 2 0 0,-15-2 0 16,12 2 0-16,-7 2 0 0,3-2 0 0,1 2 0 16,-9-4 0-16,25 5 0 0,-6-2 0 15,6-2 0-15,1-1 0 0,5 0 0 0,7-4 0 16,0 1 0-16,-2-1 0 0,0-4 0 15,-11 4 0-15,-2-2 0 0,-3 2 0 16,-5 0 0-16,-2 0 0 0,-1 1 0 16,-1 0 0-16,-4 0 0 0,1-3 0 0,0 2 0 15,-3-1-157-15,3-2-255 0,-2 0-88 16,0 3-68-16,-3-5-91 0,5 0-123 0,-5 0 15 16,6 3-711-16,-2-1-926 0</inkml:trace>
  <inkml:trace contextRef="#ctx0" brushRef="#br0" timeOffset="102796.4">24852 14340 4261 0,'4'-18'76'0,"-3"3"29"0,1 5 46 16,0 0 56-16,0 2 64 0,-2 8 9 0,0-9 7 15,0 9-17-15,2-8-34 0,-2 8 17 16,0 0 24-16,0 0 1 0,-4 42-13 15,-1-6-18-15,-3 3-15 0,-2 12 1 0,-1 2-22 16,-1 1-160-16,1-4-51 0,0 3 0 16,2-14 0-16,4 1 0 0,-2-2 0 15,1-5 0-15,0-7 0 0,5-3 0 0,-4-7 0 16,1 1 0-16,2-5 0 0,1-1 0 16,1-5 0-16,0 2 0 0,0-8 0 0,0 0 0 15,0 0 0-15,0 0 0 0,37-22 0 16,-15 5 0-16,-1-4 0 0,2 4 0 15,-4 1 0-15,-6 4 0 0,-2 3 0 0,1 1 0 16,-4 1 0-16,1 4 0 0,-2-1 0 16,-7 4 0-16,16-2 0 0,-16 2 0 0,17 8 0 15,-9-4 0-15,1 5 0 0,-1-1 0 16,4 4 0-16,1 5 0 0,6 5 0 0,1-3 0 16,5 6 0-16,-1-4 0 0,0-3 0 15,0 3 0-15,3-2-105 0,2 0-460 16,-4-4-123-16,3-3-155 0,-3-2-5 15,-1-4 84-15,-6-1-725 0,1-4-936 16</inkml:trace>
  <inkml:trace contextRef="#ctx0" brushRef="#br0" timeOffset="103329.33">25532 14835 4470 0,'-2'-6'142'16,"2"6"40"-16,-6-9 55 0,6 9 74 0,-1-5 23 15,1 5 3-15,0 0 5 0,0 0-6 16,0 0-4-16,0 0-15 0,0 0-17 0,-22 11-23 15,22-11-29-15,-5 11-222 0,1-5-26 16,0 2 0-16,3-1 0 0,-6-1 0 16,3 2 0-16,-1 2 0 0,-1-2 0 15,3-1 0-15,-8 1 0 0,2 0 0 0,-2 3 0 16,-5-1 0-16,2-1 0 0,0 0 0 16,-3-4 0-16,1 1 0 0,5-2 0 15,-2 0 0-15,3-4 0 0,3 1 0 0,7-1 0 16,-20-5 0-16,17 1 0 0,3 4 0 15,-8-6 0-15,8 6 0 0,-1-7 0 0,1 7 0 16,0 0 0-16,0 0 0 0,0 0 0 16,0 0 0-16,0 0 0 0,0 0 0 0,25 17 0 15,-20-12 0-15,2 2 0 0,3 0 0 16,0-2 0-16,-1 2 0 0,2-2 0 0,-1-1 0 16,1 0 0-16,-3-3 0 0,2 0 0 15,-10-1 0-15,17-1 0 0,-17 1 0 16,19-9 0-16,-8 2 0 0,-1-1 0 15,1-3 0-15,0 3 0 0,0-2 0 0,-2 3 0 16,0-2 0-16,-2 4 0 0,2 0 0 16,-6 1 0-16,5 1 0 0,-8 3 0 0,14-2 0 15,-14 2 0-15,13 2 0 0,-13-2 0 16,13 3 0-16,-5 1 0 0,-3-1 0 0,5 1 0 16,-3 1 0-16,1-2 0 0,2 1 0 15,-1 1 0-15,-1-4 0 0,1 0 0 0,1 2 0 16,-10-3 0-16,21-3 0 0,-12 1 0 15,0 0 0-15,3-1 0 0,-2-1 0 0,-3-1 0 16,1 2-297-16,-2-1-344 16,-6 4-143-16,5-6-108 0,-5 6 89 0,0 0-821 15,0 0-1062-15</inkml:trace>
  <inkml:trace contextRef="#ctx0" brushRef="#br0" timeOffset="104380.02">25555 14901 4153 0,'5'-14'-64'15,"3"2"54"-15,-3 1 31 0,2 1 45 0,-2 3 34 16,1 1 36-16,1-2 12 0,-1 4 0 16,-6 4-7-16,12-6 1 0,-12 6 12 0,0 0 6 15,25 10 5-15,-18-2-12 0,1 4 18 16,-3 1 8-16,2 3-2 0,-5 2 6 0,-1 0-2 16,-2 0-8-16,-4 3-9 0,-1-1-12 15,1-1-15-15,-1-3-11 0,1-3-11 16,-4 2-13-16,4-4-9 0,-3-1-7 15,1-1-7-15,2-2-5 0,-6-5-9 16,11-2-10-16,0 0-27 0,-18-13-11 0,10 1-38 16,0-8-18-16,3-14 1 0,1-3 4 15,2-2-15-15,4-2 1 0,0 1 3 0,3 5 7 16,-1 10 8-16,0 3-5 0,-2 7-4 16,-1 3 2-16,8 1 5 0,-4 7 1 0,5 0 7 15,-10 4 2-15,24 2 6 0,-4 4 11 16,9 7 2-16,1 2 2 0,2 2 1 15,1 2-1-15,1 0 1 0,-4 0 1 16,1-1 0-16,-3 0 2 0,-3-3-3 0,-4-4-2 16,-6 1-22-16,-2-6-42 0,-1 2-52 15,-1 0-55-15,-1-1-57 0,-2-5-68 0,-2 2-74 16,-6-4-59-16,0 0-73 0,0 0-64 16,16-6-91-16,-16 6 3 0,4-15-462 15,-4 6-586-15</inkml:trace>
  <inkml:trace contextRef="#ctx0" brushRef="#br0" timeOffset="104662.76">26052 14669 3060 0,'4'-19'49'0,"-4"5"66"0,1 4 30 16,1 0 27-16,-2 3 21 0,0 7 12 16,0-9-11-16,0 9 22 0,0 0 36 0,0 0 21 15,0 0-3-15,18 16-12 16,-13-6-5-16,3 2-10 0,2 1-17 0,-1 3-15 16,5 0-20-16,-3-1-19 0,-2-2-19 15,-1-2-29-15,2 1-10 0,-3-4-10 16,1 2-9-16,-3-3-2 0,4 0-10 0,-4-2 6 15,1-1 7-15,-6-4 2 0,14 5-8 16,-14-5-6-16,0 0-6 0,24-7-12 0,-12-3-6 16,1-3-7-16,2-10-40 0,4-3-13 15,-4-6 0-15,-2-4 0 0,1 2-28 0,-3-3-75 16,0 4-40-16,1 6-42 0,-4 5-39 16,-3 7-61-16,1 2-87 0,-1 5-69 0,-4 5-70 15,-1 3-79-15,0 0-139 16,0 0 12-16,0 0 77 0,0 0-456 0,8 17-567 15</inkml:trace>
  <inkml:trace contextRef="#ctx0" brushRef="#br0" timeOffset="105030.27">26681 14616 3349 0,'0'0'150'15,"0"0"16"-15,0 0 34 0,0 0 36 0,0 0 18 16,0 0 5-16,8-7-11 15,-8 7-7-15,0 0-9 0,0 0-5 0,0 0-9 16,0 0-5-16,7-4-14 0,-7 4-10 0,0 0-15 16,12-5-15-16,-12 5-18 0,13-3-8 15,-3-3-19-15,-3 2-12 0,3-1-11 16,2-5-14-16,-5 2-14 0,-1-1-4 16,-1 1-5-16,-1 0-11 0,-2-2-10 0,-2 10-13 15,-4-10-4-15,4 10 0 0,-17-2-4 16,17 2 0-16,-48 16-5 0,16-2 0 0,0 3 14 15,-1 2-15-15,5 3 0 0,1-1-3 16,4 3-1-16,2 0-16 0,8 0 5 0,3-3 6 16,5-4 4-16,3-1-5 0,4 0 5 15,2 2-3-15,1-4 1 0,4 1-10 16,7-1-39-16,1-2-57 0,11 2-38 16,8 1-23-16,22-2-54 0,3-1-92 0,12 0-144 15,0-1-179-15,8-7-176 0,-5 2 74 16,8-5-641-16,0-4-833 0</inkml:trace>
  <inkml:trace contextRef="#ctx0" brushRef="#br0" timeOffset="105580.21">27987 14628 3646 0,'-8'-12'30'0,"-2"7"33"0,1-1 29 16,-2 1 38-16,-1 4 50 0,12 1 28 15,-19 0 6-15,19 0-3 0,-23 10 0 16,14-1-5-16,-3 6-19 0,1 0-14 15,2 4 1-15,-2 0-11 0,4 0-17 16,-2-1-8-16,0 3-5 0,2-2-14 0,0 1-17 16,-3-3 5-16,4 1-9 0,-2-3-4 15,3-1-7-15,-1-3-8 0,1 1-5 0,-2-4-8 16,2 1-1-16,-1-1-10 0,3-3 0 16,3-5-6-16,-10 4-27 0,10-4-21 0,0 0-15 15,0 0-19-15,-1-28 2 0,8 14-1 16,0-3 2-16,4 1 8 0,1-1 1 0,1 5-1 15,-2-2 2-15,0 3 0 0,-2 2 1 16,1 1 3-16,-3 2 12 0,3 2 5 16,-1 0 5-16,-9 4 2 0,17-3 1 15,-17 3-4-15,18 0 7 0,-18 0-2 16,17 1 0-16,-17-1-5 0,15 4 8 0,-15-4-8 16,13 2 11-16,-13-2-6 0,11 2 0 15,-11-2-1-15,14 0 4 0,-14 0-5 0,0 0-2 16,27-4 1-16,-18-1 4 0,7 1-11 15,-3-3 0-15,4 0 1 0,0-1-1 0,1 0 7 16,-4 1-11-16,2 0 0 16,-3 0 3-16,-1 4 3 0,-1-3-3 0,-2 3 1 0,2 1 3 15,-11 2 9-15,16 0 5 0,-16 0 6 16,20 7-3-16,-13-2 0 0,0 2 2 16,5 2-1-16,-2 2-7 0,-1-2 3 15,3 1 0-15,-3 1-4 0,0 0-3 0,1 0-4 16,-2-3-27-16,-3 1-43 0,3-1-62 15,-3 1-84-15,2 0-103 0,-2 0-138 16,1-3-178-16,-1 2-182 0,-1-2 74 0,0 0 72 16,0 0-511-16,2 1-640 0</inkml:trace>
  <inkml:trace contextRef="#ctx0" brushRef="#br0" timeOffset="106129.38">28680 14901 3595 0,'-14'0'164'0,"7"4"38"0,7-4 43 0,0 0 41 16,0 0 28-16,-23-5 2 0,23 5-24 0,0 0-25 15,-9-1-21-15,9 1-17 0,0 0-23 16,0 0-22-16,0 0-14 0,3-12-18 0,-3 12-20 16,12-9-12-16,-2 1-14 0,1-1-10 15,1-3-10-15,1-2-15 0,4-6-11 0,4-3-23 16,-2-3-14-16,0 1-5 0,-4-1-3 15,-2 9-1-15,-3 3 9 0,0 4-12 0,-5 0 1 16,-1 3-6-16,0 0-8 16,0 4 2-16,-4 3-7 0,0 0 6 0,0 0-3 15,0 0 0-15,-17 20 1 0,9-10 2 16,1 4 1-16,-2 0-4 0,6 1 4 0,-7 4-3 16,7-6 3-16,-1 5-3 0,2-5 5 15,2-1 1-15,-2 1-1 0,4-3 5 16,2-2 0-16,-2 1-1 0,3-3-3 0,5-2-3 15,0-2-20-15,-1-2-13 0,-9 0-9 16,30-8-22-16,-8-2-7 0,5-4-8 0,-2-4 5 16,2-4 7-16,2-2 6 15,1-5 8-15,-5 3 3 0,-3 1 10 0,0 4 7 16,-7 4 13-16,-4 4 6 0,0 4 6 16,-4-1 0-16,-1 6-2 0,-3-2 0 0,-3 6 17 15,0 0-1-15,0 0 9 0,0 0 3 16,-2 22-6-16,1-11-1 0,-3 5 0 0,-2-1 1 15,4 1-3-15,-1 0 1 0,-2 0-2 16,1 1-2-16,4-1 3 0,-1-2-2 0,1-1-6 16,-2 1-4-16,2-3-29 0,0 1-27 15,2-4-46-15,-2 0-59 0,1-1-72 16,3-1-96-16,-1 2-106 0,-3-8-122 0,5 4-149 16,-5-4 12-16,10 0 74 0,-10 0-439 15,14-4-535-15</inkml:trace>
  <inkml:trace contextRef="#ctx0" brushRef="#br0" timeOffset="106379.32">29600 14170 2838 0,'0'-7'22'0,"0"-2"39"16,0 9 30-16,-1-10 53 0,1 10 47 16,0 0 28-16,0 0 15 0,0 0 12 0,0 0 8 15,-22 24 7-15,11 3 16 0,-3 4 7 16,0 3-8-16,-4 11-10 0,0 3-18 15,2 4-23-15,-3-3-23 0,2 1-18 16,2 0-23-16,-1 1-9 0,0-3-23 0,2 0-12 16,3 1-17-16,-1-16-73 0,1 2-51 15,2-4-66-15,0-5-67 0,5-6-79 0,-1-2-98 16,1-2-95-16,1-5-107 0,3-4-113 16,1-2-76-16,-1-5 67 0,0 0-489 15,15-2-613-15</inkml:trace>
  <inkml:trace contextRef="#ctx0" brushRef="#br0" timeOffset="106911.63">30199 13811 3161 0,'0'0'-12'0,"0"0"53"0,0 0 61 16,-27 28 70-16,8 1 57 0,-3 15 46 15,-1 4 15-15,-6 8 10 0,0 2 12 16,-7 17 0-16,0 5-15 0,3-4-23 0,3 3-28 15,6-17-18-15,-1 0-18 0,3-2-23 16,1 0-18-16,1-2-19 0,0-5-12 0,6-5-17 16,-2-2-11-16,5-11-21 0,1-4-49 15,0-8-39-15,3-4-40 0,3-3-39 0,-3-4-35 16,0-2-36-16,6-5-31 16,-3-1-25-16,4-4-7 0,0 0-3 0,0 0-6 15,-17-19 21-15,17 7 10 0,-4-5 13 0,2-1 20 16,-2 1 18-16,0-4 15 15,3 5 12-15,-3 1 18 0,0-1 20 0,2 4 31 16,2 3 11-16,-1-1 11 0,1 1 7 16,-4 2 9-16,4 7 10 0,0 0 18 0,2-11 22 15,-2 11 12-15,5-6 9 0,-5 6 6 16,15-5-4-16,-5 2 2 0,5-3-9 0,4 1-6 16,2-1-5-16,4-1-8 0,7-4 0 15,-2 1-6-15,1 1-1 0,-2-4-7 0,-8 4 1 16,-2 2-2-16,-2-1 14 0,-1 3 15 15,-5 1 1-15,0 1-2 0,-1-1-3 16,-3 3-9-16,-7 1 9 0,0 0 13 0,20 5 7 16,-17 2-4-16,-3 3-4 15,2 2-8-15,-2 2-8 0,-2 4-2 0,1 3-7 16,-6 1 1-16,1-1-5 0,1 4-6 16,-4 2-28-16,0-5-33 0,0-1-42 0,4-3-48 15,-1-2-85-15,1-2-104 0,-2-3-112 16,3 0-137-16,1-4-152 0,1-1 61 0,2-6-467 15,-2 6-586-15</inkml:trace>
  <inkml:trace contextRef="#ctx0" brushRef="#br0" timeOffset="107079.28">30187 14549 3172 0,'5'-17'54'0,"-2"4"19"0,-1 3 26 15,0 1 26-15,-2 3 10 0,0 6-13 0,2-9-22 16,-2 9-6-16,2-6-31 0,-2 6-54 15,0 0-41-15,0 0-87 0,0 0-115 16,0 0-157-16,0 0-183 0,0 0 50 0,0 0-215 16,0 0-230-16</inkml:trace>
  <inkml:trace contextRef="#ctx0" brushRef="#br0" timeOffset="107379.25">30849 13549 2357 0,'-4'-12'185'0,"-2"2"8"0,1 6 14 15,5 4 33-15,0 0 38 0,-27 29 38 16,4 9 10-16,-4 8 37 0,0 15 13 0,-5 24-1 16,-2 11-9-16,0 7-19 0,-1 14-22 15,-1 8-16-15,-1 7-16 0,1 0-17 0,-1 1-21 16,1-1-25-16,0-1-25 0,-3-7-16 15,3-6-20-15,1-10-158 0,-1-7-11 16,4-11 0-16,4-10 0 0,4-25 0 0,3-9 0 16,6-11 0-16,1-9 0 0,7-9-20 15,2-2-318-15,1-7-110 0,4-6-98 16,0-2-118-16,0 0-183 0,13-19 51 16,-3 0 88-16,5-14-593 0,8-8-758 0</inkml:trace>
  <inkml:trace contextRef="#ctx0" brushRef="#br0" timeOffset="107879.43">30536 14658 3440 0,'15'-7'-10'0,"-7"3"32"15,5 0 16-15,-1 3 25 0,-12 1 33 0,23 1 22 16,-10 1 17-16,-2 0 1 0,1 1-6 16,-2 2 8-16,-1-1 3 0,-2 4 5 0,2-1 0 15,-2 1 3-15,-1-3-7 16,-5 2 3-16,3 0-10 0,-4-7-9 0,2 14-12 15,-4-7-11-15,-2 0-9 0,1 1-11 0,-5-1-3 16,3 1-12-16,-5-2-11 0,0-1-28 16,-3-2-35-16,1 1-39 0,1-3-51 0,11-1-75 15,-19-1-78-15,10-1-106 16,-1-3-125-16,4-1-191 0,1-7 13 0,5 3 77 16,1-7-355-16,5-6-416 0</inkml:trace>
  <inkml:trace contextRef="#ctx0" brushRef="#br0" timeOffset="108096.33">31377 13817 2839 0,'4'-9'181'0,"-2"2"37"0,-1 4 16 0,-1 3 25 16,0 0 24-16,4-7 25 16,-4 7 53-16,0 0 23 0,0 0 2 0,-17 46-19 15,4-12-27-15,-9 14-32 0,2 8-27 16,-5 2-27-16,0 2-25 0,-7 15-22 0,0-2-25 15,7-13-20-15,1-2-42 0,4 0-56 16,-1-5-62-16,1-4-99 0,4-4-75 16,4-9-102-16,-1-3-105 0,4-4-101 0,0-5-123 15,2-7-159-15,1-7-13 0,6 0 70 16,2-3-561-16,4-1-726 0</inkml:trace>
  <inkml:trace contextRef="#ctx0" brushRef="#br0" timeOffset="108478.36">31442 14558 3531 0,'0'0'32'0,"0"0"35"0,0 0 52 15,-23 25 35-15,19-21 40 0,4-4 17 0,-6 8 7 16,6-8-6-16,0 9-11 0,0-9-22 16,0 0-12-16,6 10-14 0,-6-10-13 0,7 4-17 15,-7-4-4-15,12 2-15 0,-12-2-10 16,0 0-6-16,22-6-6 0,-13 1-7 15,-2-3-6-15,1 0-6 0,-1-2-3 0,-3 2-11 16,0-1-6-16,-4 1-8 16,0 8-2-16,-15-11 6 0,-5 9 5 0,-6 2 26 15,-13 4 26-15,0 5 28 0,1 3 21 16,4 5 20-16,-1 0 16 0,6-1 16 0,7 7 17 16,1-1 9-16,8-3-145 0,2-2-78 15,8 1 0-15,1 0 0 0,2 2 0 16,5 0 0-16,8 9 0 0,-2-9 0 0,-2 1 0 15,5 2 0-15,-1-3 0 0,-1-3 0 16,-5-5 0-16,0-2 0 0,1 4 0 0,-5-2 0 16,4 0-485-16,-5 0-295 15,-2-3-170-15,-2 4 88 0,-2-1-877 0,-4 5-1172 16</inkml:trace>
  <inkml:trace contextRef="#ctx0" brushRef="#br0" timeOffset="109694.86">21545 16058 4402 0,'0'0'-191'0,"0"0"44"0,0 0 40 15,13-11 44-15,-13 11 36 0,6-9 33 0,-1 3 40 16,-4-1 11-16,1-2 32 0,-2 1 6 16,0 0 2-16,0-3 8 0,-2-1-5 15,-2 1 1-15,-2-1-4 0,-3-1-4 0,-2-3-10 16,-1 2-2-16,-3-1-6 0,-1 3-8 15,0 0-5-15,-4 5-9 0,3 1-7 0,-3 4-5 16,-4 0-6-16,-1 6-1 0,-12 4 0 16,2 2 8-16,1 4 6 0,4 6 5 0,-1 0 5 15,6 3-2-15,4-2 2 0,8-1 1 16,8 0 16-16,2-3 8 0,7 4 3 16,9 4-1-16,9-1-8 0,4 2 3 15,10-1-18-15,6-1-2 0,1 1-12 16,-2-4 4-16,-9-4-8 0,-1-1-6 0,-4 0 15 15,-9-5 28-15,-2 1 46 0,-3 0 39 16,-5-1 28-16,0 0 20 0,-7-1 15 0,-1 0 8 16,-3 0 2-16,-5 3-116 0,-2-2-123 15,-5 1 0-15,-2 0 0 0,-2 0 0 0,-7 0 0 16,-3 1 0-16,-2-2 0 0,6-4 0 16,-1-2 0-16,1-3 0 0,0 2 0 0,3-4 0 15,-2-2 0-15,5-2 0 0,1-1 0 16,-4-2 0-16,5-1 0 0,6-1 0 15,0-1 0-15,2 1-518 0,4 1-165 16,3 1-155-16,2 0-49 0,0 7 90 0,5-12-723 16,4 5-964-16</inkml:trace>
  <inkml:trace contextRef="#ctx0" brushRef="#br0" timeOffset="110228.16">21904 16250 4147 0,'0'-13'-50'0,"-3"3"26"0,3 3 34 0,-2-2 51 16,2 9 46-16,0-15 22 0,0 15 4 16,0-10-6-16,0 10-15 0,2-9-13 0,-2 9-10 15,0-8-13-15,0 8-25 0,3-7-27 16,-3 7-24-16,0 0-32 0,5-7-40 16,-5 7-34-16,0 0-30 0,0 0-22 15,0 0-15-15,19 2-2 0,-19-2 3 16,0 0 13-16,0 0 12 0,8 8 9 0,-8-8 10 15,0 0 13-15,4 4 12 0,-4-4 13 16,0 0 7-16,0 0 7 0,0 0 5 0,-12 8 0 16,12-8-8-16,0 0-17 0,-7 4-26 15,7-4-30-15,0 0-29 0,0 0-29 0,0 0-32 16,0 0-372-16,0 0-112 0</inkml:trace>
  <inkml:trace contextRef="#ctx0" brushRef="#br0" timeOffset="110529.49">21976 15958 1641 0,'4'-25'-20'0,"-2"0"18"0,-2 1 14 16,1-3 21-16,-1-9 29 0,0 5 29 0,0 6 28 15,0 1 14-15,-1-1 12 0,1 4 5 16,0 3 6-16,-2 1 8 0,2 5-4 16,-2 0-23-16,2 3-10 0,0 9-17 0,0 0 24 15,0 0 32-15,0 0 39 0,-21 56 15 16,9-5 9-16,0 9 14 0,-2 7 0 0,1 5-12 15,-1 24-21-15,-1 1-23 0,1 2-1 16,1 0-29-16,3-22-17 0,3-4-14 0,-2-4-12 16,3-4-9-16,-2-8-14 15,0-4-6-15,5-14-12 0,-5-5-4 0,5-6-24 16,-1-10-26-16,-1-1-30 0,1-7-33 16,4-2-65-16,-3-2-79 0,3-6-66 0,0 0-59 15,0 0-50-15,0 0-65 0,-8-26-80 16,10 7-116-16,-2-6-11 0,4-18-392 15,0-3-501-15</inkml:trace>
  <inkml:trace contextRef="#ctx0" brushRef="#br0" timeOffset="110732.59">21942 16200 2740 0,'3'-2'-33'0,"-3"2"54"0,0 0 52 0,0 0 43 16,0 0 42-16,0 0 12 0,13 13 14 15,-13-13 7-15,9 14-3 0,-6-4-1 16,1-1-9-16,2 3 5 0,-4 1-3 0,-1-1-9 15,-1 0-14-15,0 0-19 0,-1 1-11 16,-3 1-15-16,-4-1-21 0,1 1-35 0,1 0-41 16,-4-2-54-16,1-2-64 0,-3-1-75 15,1 1-87-15,4-5-98 0,-4-3-114 0,2-2-146 16,9 0 9-16,-11-7-318 0,7-1-413 16</inkml:trace>
  <inkml:trace contextRef="#ctx0" brushRef="#br0" timeOffset="111095.45">22241 16059 2537 0,'13'2'-7'0,"-2"2"46"16,1 3 49-16,-3-1 51 0,-1 6 50 0,0 2 35 15,-1 5 18-15,1 1 14 0,-3 2 22 16,-3-1 5-16,-2 1 0 0,-2 1 1 16,-1 0-1-16,-3 0-23 0,1-2-17 0,-3-1-22 15,0-1-14-15,1-2-28 0,-1-3-18 16,1-2-14-16,-3 0-18 0,0-3-27 0,-3-3-46 15,1-1-46-15,-1-3-38 0,13-2-32 16,-23-3-39-16,10-6-39 0,1-6-32 0,3-7-29 16,4-9-22-16,3-5 3 15,6 2 20-15,3-1 18 0,0 4 13 0,5 2 22 16,-1 8 14-16,0 3 15 0,1 4 18 16,0 4 24-16,-1 3 29 0,-1 3 23 15,1 4 27-15,-11 0 16 0,21 7 13 0,-6 2 0 16,1 4-1-16,-5 3-2 0,3-1-5 15,0 9-4-15,-2-1-2 0,-4-5-8 0,1 2-22 16,-2 0-27-16,2-1-56 0,-4 0-60 16,3-5-67-16,-3 1-79 0,1-3-92 0,-2-2-156 15,-2-3-27-15,2-2 68 16,0-1-151-16,-4-4-154 0</inkml:trace>
  <inkml:trace contextRef="#ctx0" brushRef="#br0" timeOffset="111494.95">22673 16128 1995 0,'0'-4'158'16,"0"4"26"-16,0 0 48 0,0 0 45 0,0 0 37 16,0 0 21-16,0 0 1 0,-13 28-7 15,9-14-21-15,0 2-18 0,-1 6-29 0,1-3-19 16,-2 0-21-16,3 5-18 0,-4-7-15 16,4 3-9-16,-1-5-28 0,0 1-8 15,2-1-17-15,1-5-12 0,-3 1-6 0,2-1-13 16,0-3-4-16,0 1-4 0,2-8-6 15,-2 9-14-15,2-9-17 0,0 0-26 16,0 0-25-16,0 0-21 0,0 0-34 16,15-36-16-16,1 12-16 0,1-4-9 0,2 3-4 15,-1 0 5-15,4 1 9 0,-5 5 12 16,-2 2 7-16,-4 5 7 0,-1 0 14 0,-2 6 13 16,-1-1 13-16,1 5 17 0,-8 2 15 15,11-1 14-15,-11 1-2 0,13 7 1 16,-6-1-2-16,-2 5-4 0,1 3-3 0,-4 1 3 15,1 1-4-15,-3 3 0 0,2-1-2 16,-2 3-6-16,-2-2-21 0,1 1-23 0,-1-1-29 16,0 0-44-16,2-6-48 15,-6 3-57-15,5-1-56 0,1-3-58 0,-2 0-72 16,2-5-86-16,0 0-108 0,0-7-36 16,0 0-434-16,0 0-539 0</inkml:trace>
  <inkml:trace contextRef="#ctx0" brushRef="#br0" timeOffset="111678.18">22952 16275 2808 0,'13'-21'6'15,"-3"7"77"-15,-3-1 69 0,-1 5 28 0,-1 1 50 16,2 1 33-16,-4 4 9 0,-3 4 1 16,8-8 16-16,-8 8 11 0,0 0-11 0,0 0-19 15,0 0-23-15,15 22-26 0,-15-11-23 16,0 7-19-16,-2 3-18 0,0 2-38 16,-4 3-46-16,3-3-51 0,-3 8-53 15,-1 0-50-15,0-7-61 0,2-4-66 0,-5-1-79 16,5-3-89-16,-3-3-103 0,4-3-131 15,-2-2-86-15,4-2 57 0,1-3-432 0,1-3-540 16</inkml:trace>
  <inkml:trace contextRef="#ctx0" brushRef="#br0" timeOffset="111844.85">23098 16018 3002 0,'-1'-6'30'16,"1"6"24"-16,-2-11 2 0,2 11-2 0,0 0-1 15,0 0-9-15,0-6-20 16,0 6-36-16,0 0-60 0,0 0-83 0,0 0-113 16,0 0-155-16,0 0-68 0,0 25-154 15,0-16-142-15</inkml:trace>
  <inkml:trace contextRef="#ctx0" brushRef="#br0" timeOffset="112578.26">23244 16213 1915 0,'0'0'146'15,"0"0"36"-15,0 0 27 0,0 0 33 16,0 0 21-16,0 0 9 0,14-5 2 0,-14 5-19 16,0 0-23-16,0 0-22 15,0 0-24-15,0 0-18 0,0 0-11 0,0 0-23 16,0 0-11-16,0 0-15 0,6 7-9 16,-6-7-13-16,-2 10-1 0,2-10-17 0,-4 15-7 15,2-11-3-15,2-4-7 0,-3 14-8 16,1-6-9-16,-2-2-8 0,4-6-3 0,-5 11-5 15,3-5-3-15,2-6 0 0,-5 6 0 16,5-6-3-16,0 0-6 0,0 0-2 0,0 0-5 16,0 0-6-16,0 0 4 15,0 0 1-15,0 0-1 0,9-26 0 0,-8 21 1 16,3-3 2-16,-4 8 10 0,6-8 5 16,-6 8 7-16,1-7 0 0,-1 7 5 15,0 0 13-15,0 0 27 0,0 0 18 0,6 23 18 16,-8-8 14-16,-2 7 6 0,1 2 16 0,-5 10 8 15,-4 1-2-15,3 1-2 0,0-1-2 16,0-4-9-16,0 0-7 0,4-6-5 16,-3-5-8-16,5-5-13 0,-2 1-10 0,1-6-8 15,2 1-4-15,-1-1-5 0,1-1-2 16,2-3-5-16,0-6-36 0,-2 9-29 0,2-9 0 16,0 0 0-16,0 0 0 0,0 0 0 15,21-24 0-15,-10 6 0 0,5-9 0 16,4-2-80-16,7-11-14 0,2 2 12 15,1 3-3-15,-6 9 12 0,-1 2 4 16,-3 7 3-16,-3 2 9 0,-5 4 4 0,-2 4 7 16,-1 4 22-16,-4 3 25 0,-5 0 15 15,0 0 7-15,18 7 12 0,-12 0 17 0,-5 0 2 16,5 3 5-16,-4-2 0 0,2 3-1 16,-3-4-3-16,-1 1-5 0,0-8-3 0,4 12-3 15,-1-7-2-15,-3-5-2 0,4 10-2 16,-4-10-2-16,7 4-16 0,-7-4-20 0,0 0 0 15,17 0 0-15,-17 0 0 0,21-4 0 16,-9-1 0-16,-1 0 0 0,0 0-5 16,3 0-9-16,-3 0 5 0,0 1-1 15,-1 1 8-15,-1 0-1 0,2-1 0 0,-11 4-2 16,16-5 5-16,-16 5 2 0,13-2-1 16,-13 2-1-16,16-2 3 0,-16 2-3 15,11 0-1-15,-11 0 1 0,0 0-1 0,0 0-14 16,19 0-30-16,-19 0-40 0,10-3-57 15,-10 3-60-15,12-2-79 0,-9-1-97 0,5-2-130 16,-3 0-169-16,1 0-146 0,-2-2 65 16,-4 7-681-16,11-11-888 0</inkml:trace>
  <inkml:trace contextRef="#ctx0" brushRef="#br0" timeOffset="112861.79">24230 16473 4455 0,'-16'-2'250'0,"0"0"3"0,5 2 45 0,11 0 36 16,-16-4 30-16,16 4 16 0,0 0-24 0,-11 0-32 15,11 0-25-15,0 0-33 16,0 0-28-16,52 12-25 0,-14-7-52 0,5 3-161 16,12 0 0-16,-8 0 0 0,-2-3-78 15,3-3-244-15,-3 2-133 0,0-6-120 0,-6 2-157 16,-6-4-130-16,-7 1 76 0,-1-3-704 16,-3 0-937-16</inkml:trace>
  <inkml:trace contextRef="#ctx0" brushRef="#br0" timeOffset="113129.27">25342 15788 4099 0,'-2'-8'-14'0,"-2"4"43"0,4 4 57 16,0 0 69-16,-21 19 70 0,1 4 76 0,4 4 21 15,-7 12 0-15,1 8-14 0,-3 3-21 16,3 5-24-16,3-3-23 0,-1 3-24 0,4 0-23 15,-2-1-20-15,5-3-17 0,2-3-18 16,3-9-25-16,1-6-37 0,1 1-37 0,0-10-62 16,3-3-67-16,-2-4-65 0,1 1-57 15,1-6-55-15,-1-1-58 0,2-1-64 0,0-1-59 16,-1-5-70-16,-1 2-77 16,4-6-101-16,-10 4 27 0,10-4-467 0,0 0-604 15</inkml:trace>
  <inkml:trace contextRef="#ctx0" brushRef="#br0" timeOffset="113294.59">24834 16387 3091 0,'-7'-14'20'16,"1"4"62"-16,3 1 70 0,-4 4 55 16,7 5 46-16,-2-8 38 0,2 8 18 0,0 0-3 15,0-7 14-15,0 7-8 0,0 0-23 16,22-4-31-16,-9 4-25 0,-13 0-25 0,32 0-56 16,-13-1-86-16,4-1-109 0,8 2-113 15,-2 0-110-15,16 0-98 0,1 0-107 16,3 3-146-16,-1 3-96 0,-5-1 60 15,-4 3-458-15,-5 4-580 0</inkml:trace>
  <inkml:trace contextRef="#ctx0" brushRef="#br0" timeOffset="113744.66">25412 16511 3404 0,'0'0'186'0,"0"0"44"0,0 0 45 0,0 0 48 15,0 0 27-15,0 0 8 0,0 0-12 16,-23-3-18-16,23 3-24 0,0 0-34 15,0 0-29-15,0 0-35 0,0 0-30 0,0 0-38 16,15-18-33-16,-5 14-29 0,2-3-33 16,-1 1-16-16,-2-5-21 0,3 1-10 0,-3-2 5 15,2-4-4-15,-1 1-4 0,0-4 1 16,-1-1 0-16,-4-1 2 0,2 1-2 16,-3-1 4-16,-3 4 6 0,-1 1 8 15,0 3-1-15,-1-1 2 0,-3 3 4 0,-3 3 0 16,2-1 6-16,-2 2-4 0,-3 2 5 15,5 3-2-15,5 2 5 0,-14-6 7 0,8 2 11 16,6 4 2-16,0 0 8 0,0 0 8 16,0 0 9-16,0 0-9 0,0 0-3 15,0 0-6-15,23-12-3 0,-4 9-4 0,-2 1-9 16,2-1-20-16,-2 1-18 0,5 1 0 16,-6 1 0-16,2 1 0 0,-1 1 0 15,-4-1 0-15,2 6 0 0,-1 0 0 16,-5 0 0-16,2 3 0 0,0 1 0 0,-6 1 0 15,1-1 0-15,-1 3 0 0,-1-1 0 16,1 1 0-16,-4-2 0 0,1 1 0 0,0-1 0 16,0 0 0-16,-2 0 0 0,2-2 0 15,0-1-369-15,-1 1-145 0,-1-1-174 0,2-3-209 16,2 1 59-16,-4-7 98 0,4 9-670 16,2-4-861-16</inkml:trace>
  <inkml:trace contextRef="#ctx0" brushRef="#br0" timeOffset="114128.39">26113 16235 4180 0,'-7'-6'100'0,"7"6"53"0,-13-4 54 0,13 4 54 0,-11 0 40 0,11 0 4 0,0 0-6 0,0 0-13 0,0 0-17 15,0 0-15-15,0 0-24 0,0 0-20 16,0 0-21-16,0 0-18 0,0 0-21 0,0 0-28 15,0 0-32-15,41 6-26 0,-41-6-20 16,20-4-12-16,-8 0-9 0,-2-2-7 0,-1 0-4 16,-2 1 0-16,4-3 1 15,-4 0 6-15,-3 0-8 0,-3 2 8 0,3 1 3 16,-4 5-6-16,0 0 0 0,-9-12 6 16,9 12 7-16,-23 2 7 0,23-2-28 0,-34 10-8 15,12-2 0-15,6 4 0 0,-9 5 0 16,3 4 0-16,4 2 0 0,-1-1 0 0,6-1 0 15,4-4 0-15,0 0 0 0,4-2 0 16,1 0 0-16,2-2 0 0,0-2 0 0,2 0 0 16,4 1 0-16,0-4 0 0,-1 1 0 15,3-1 0-15,2-1 0 0,1-1 0 16,1-3 0-16,5 2-565 0,2-4-181 16,1-2-184-16,0 1 77 0,11-2 95 15,15-1-718-15,11-4-923 0</inkml:trace>
  <inkml:trace contextRef="#ctx0" brushRef="#br0" timeOffset="114514.45">26719 16295 3919 0,'0'0'67'15,"-34"5"80"-15,34-5 66 0,-20 3 68 0,20-3 57 16,-14 2 29-16,14-2 8 0,-18 2-13 16,18-2-16-16,-11 1-19 0,11-1-23 0,0 0-25 15,0 0-19-15,-16 0-31 0,16 0-20 16,0 0-41-16,0 0-168 0,0 0 0 0,0 0 0 15,0 0 0-15,37-13 0 16,-26 7 0-16,0 0 0 0,1-2 0 0,1-1 0 16,-1-1 0-16,-2 0 0 0,-1 1 0 15,-4-3 0-15,2 4 0 0,-7 2 0 0,0 6 0 16,-14-13 0-16,-3 10 0 0,-6-1 0 16,-4 7 0-16,-10 1 0 0,1 9 0 0,-1 1 0 15,2 3 0-15,-1 11 0 0,11-5 0 16,5 2 0-16,-1 1 0 0,5 3 0 15,9-7 0-15,-1-1 0 0,7-1 0 0,-1-4 0 16,2-3 0-16,0 1 0 0,2-2 0 16,-1 1 0-16,1-4 0 0,-2 1 0 0,4-4 0 15,-2 2 0-15,1-2 0 0,-3-6 0 16,11 11 0-16,-8-7 0 0,1-2 0 16,-4-2-228-16,7 4-477 0,-7-4-149 15,0 0-31-15,11 2 73 0,-11-2-789 0,0 0-1041 16</inkml:trace>
  <inkml:trace contextRef="#ctx0" brushRef="#br0" timeOffset="118744.75">20626 16812 3604 0,'-16'2'22'0,"5"0"6"16,0 1-21-16,11-3 59 0,0 0 19 16,0 0 10-16,0 0 4 0,59-2-1 0,13-3 2 15,11 1-9-15,37 0-12 0,14 0-7 16,10 2-5-16,1 0-8 0,6 2-7 16,5 0-1-16,-2 0 1 0,-3 0 5 0,-10-2 4 15,-12-1 7-15,-10-2 3 16,-19-4 4-16,-27 1-4 0,-14 1-3 0,-13-2 7 15,-8 1 8-15,-7-1 2 0,-7 3-9 16,-7-1-7-16,-4 0-11 0,-1 0-10 0,-2 0-30 16,-7 0-40-16,-1 2-57 0,0-2-87 15,-2 7-87-15,-4-10-109 0,1 7-147 16,-5-2-170-16,-4 1 39 0,1 1-380 0,-2 1-496 16</inkml:trace>
  <inkml:trace contextRef="#ctx0" brushRef="#br0" timeOffset="119127.28">21036 16173 2909 0,'-5'-8'-8'0,"-7"-2"-1"15,-7 2 2-15,-15-3 0 0,-19-2 4 16,-16-4 1-16,-34-1 0 0,-19-2 2 16,-17 1 3-16,-11 2 9 0,-17-3 9 0,-55 1 5 15,1 3 11-15,47 5 12 0,2 5 16 16,7-2 18-16,11 2 10 0,12 1 18 0,20-2 11 15,38 4-1-15,11-1-6 0,21 2-4 16,7 0 3-16,12-1-17 0,6 3-7 0,10-1-3 16,2 1-19-16,5-2-10 0,10 2-34 15,0 0-48-15,0 0-67 0,0 0-71 16,0 0-79-16,0 0-120 0,0 0-192 16,0 0-6-16,0 0 64 0,0 0-149 15,30 12-140-15</inkml:trace>
  <inkml:trace contextRef="#ctx0" brushRef="#br0" timeOffset="120060.25">16939 16038 2133 0,'-4'-4'226'0,"4"4"-41"16,-3-9-2-16,3 9-22 0,0 0-21 16,0 0 3-16,0 0 7 0,0 0 0 0,0 0 7 15,-4 20-14-15,4-6-11 0,-4 3 8 16,2 1 4-16,-8 1-7 0,-1 11-7 0,-3 0-10 15,0-3-13-15,-6 0-8 0,4-2-12 16,-2-2-8-16,0 0-6 0,2-9-5 16,-4 6-11-16,2-8-2 0,2-5-5 15,3-4-6-15,1-3-17 0,12 0-15 16,-28-13-15-16,15-3-18 0,-7-14-18 0,9-5-5 0,0 0 7 16,5-4 3-16,0 0 2 15,4 8 4-15,4 5 6 0,0 2-1 0,2 2 1 16,0 3-2-16,4 2 1 0,-1 4 14 15,2 5-6-15,3 4-10 0,-1 2 20 0,5 4 1 16,3 4 3-16,0 5 4 0,12 5 3 16,-1 5 1-16,8 5 1 0,0-1-1 15,2 5-1-15,-2-3-2 0,-2-3-2 0,0 2 4 16,-7-8-4-16,-2 0 6 16,-6-7 0-16,-4-1-3 0,-2-4 3 0,0-2-1 15,-1-2 2-15,1-2-3 0,2-8-2 16,0 0-9-16,6-11-13 0,0-2-10 0,0-18-23 15,-2 10 3-15,-4-10-13 0,3-9 13 16,-6-4 5-16,0-7 2 0,-6-6 0 0,-5-5 10 16,-3-2 7-16,0 6 4 0,-2 5 5 15,2 18 25-15,-1 4 11 0,-1 12 3 16,0 3-9-16,0 7 17 0,2 0-9 0,-2 8-2 16,0 2-2-16,2 7 9 0,0 0 16 15,-15 24 8-15,5 9-2 0,0 6-5 0,3 12 2 16,-1 4-5-16,7 4 0 0,1 0-1 15,1 1-2-15,5 1-5 0,3-7-2 16,3 1-3-16,7-6 1 0,-2-3-7 16,6-7 0-16,-2-12-4 0,5-4 4 0,1-6-3 15,6-7-5-15,-5-6-5 0,1-8-16 16,9-8-10-16,6-12-13 0,0-2-2 16,-4-8-11-16,4-3-19 0,-7-10-6 0,8-15-17 15,-4-10-12-15,-5-8-14 0,-7-12-20 16,2-9 2-16,-6-4 8 0,-6-12 7 0,-4 9 15 15,-8 7 11-15,-2 27 22 0,-5 16 30 16,0 16-2-16,-7 17 3 0,2 10 0 0,-5 13 21 16,-5 9 37-16,-16 22 43 0,1 23 28 15,1 5 11-15,-7 26 3 0,7 9-3 16,9 1-3-16,3-3-11 0,7-15-5 16,5-4-9-16,0 3-9 0,10-11-6 15,-1-2-9-15,3-3-3 0,2-7-7 0,3-11-17 16,-3-5-41-16,1-2-39 0,-3-8-63 15,-1-5-79-15,4 1-82 0,-5-8-100 0,1 3-158 16,-3-4-85-16,-3 1 53 0,0 1-246 16,0 5-301-16</inkml:trace>
  <inkml:trace contextRef="#ctx0" brushRef="#br0" timeOffset="120578.23">16817 17087 2394 0,'2'-10'113'0,"-2"10"16"0,0 0-11 0,0 0 25 16,0 0 61-16,0 0 36 0,0 0 13 0,19 29 2 15,-9-10-15-15,-1 12-11 0,5 1-24 16,-5 0-15-16,2 1-10 0,-1-4-18 0,0-4-12 15,-1-6-17-15,-5 0-10 0,4-3-14 16,-5-6-6-16,3 0 0 0,0 0 3 16,-3-3 7-16,4-1-3 0,-7-6-4 15,0 0-9-15,24-10-14 0,-10-5-6 16,4-6-10-16,3-9-7 0,4-8-2 0,2-3-12 16,0-3-11-16,-9-7-12 0,4-1-8 15,-5 0-20-15,0 3-9 0,-2 2-9 0,-7 15-2 16,-3 5-27-16,1 10-30 0,-2 1-51 15,-3 6-55-15,2 1-49 0,-3 3-48 16,0 6-47-16,0 0-52 0,0 0-69 0,0 0-108 16,0 0-104-16,-6 29 47 0,4-19-306 15,0 1-403-15</inkml:trace>
  <inkml:trace contextRef="#ctx0" brushRef="#br0" timeOffset="121842.8">17307 17114 2789 0,'0'0'91'0,"7"-3"17"0,-7 3 31 0,10-5 48 15,-10 5 26-15,11-10 6 0,-5 8-7 16,2-4-13-16,3-3-14 0,-1-1-15 0,2 0-14 16,-3-1-14-16,0-1-13 0,3 2-12 15,-3-1-9-15,2 0-12 0,-5 2-10 16,2 1-5-16,-4-1-8 0,2 3-7 0,-5 0-3 15,-1 6 3-15,4-10-5 16,-4 10-10-16,0 0-7 0,0 0-5 0,0 0-6 16,0 0-2-16,0 0-8 0,-43 21 0 15,21-1-1-15,-1 4-3 0,7 0-5 0,-4 4 0 16,6 1-3-16,2-2 1 0,2-2-5 16,7-3 4-16,1-3-5 0,4-2 3 0,-1-2-1 15,7 0 0-15,-3-1-1 0,7-4 2 16,-1-1-1-16,5-4 0 0,1-3 3 15,2-6 1-15,12-4-1 0,-1-3-3 0,3-4 2 16,-5-5-1-16,1 4-1 16,-2-4-1-16,-3-2 2 0,1-1-1 0,-4 0-2 15,-2 3 4-15,-8 3-2 0,0 3-1 16,-2 2 2-16,-2 3-6 0,0-1 6 0,-1 3-8 16,-2 2-1-16,-4 5-1 0,0 0 1 15,0 0-2-15,0 0-1 0,0 0 0 0,0 0-1 16,0 0 1-16,-10 27 0 0,10-19 3 15,0-8-2-15,-1 10-1 0,1-10 2 16,1 10 1-16,-1-10 0 0,4 7 4 0,-4-7-2 16,9 3 0-16,-9-3 2 0,0 0-4 15,29-10 0-15,-13 3-12 0,-1-5-16 16,2-2-17-16,6-4-12 0,2-3 1 16,-3-1 4-16,1 3 3 0,-5 5 7 0,-7 1 7 15,0 4 1-15,-3 1 5 0,2 1 5 16,-7 0 0-16,5 4 4 0,-5-3 1 0,-3 6 1 15,11-6 0-15,-11 6 1 0,5-8 2 16,-5 8-1-16,8-3-1 0,-8 3 3 16,0 0-8-16,10-5-6 0,-10 5-13 0,5-5-7 15,-5 5-15-15,6-8-7 0,-6 8-16 16,7-12-6-16,1-1-21 0,-4-3-1 0,5-3-13 16,-1-13 8-16,-1-6-11 0,3-3-15 15,0-13-2-15,-3-9 8 0,0-4 15 16,4 1 14-16,-2-1 11 0,3 7 27 15,-7 8 30-15,1 15 34 0,-2 10 15 0,-3 6 4 16,-2 6 2-16,-1 8 10 0,-4 5 27 16,6 2 16-16,-14 17 17 0,0 13 19 15,-6 16 10-15,2 5 5 0,-2 6-1 0,-1 1-8 16,4 3-7-16,2-5-14 0,0 2-7 16,1-3-4-16,5-4-14 0,0-3-6 0,-2-12-5 15,6 0-3-15,-1-4-6 0,3-5-5 16,-3-5-13-16,1-5-12 0,4-2-10 0,-5 1-9 15,2-3-7-15,1-2-3 0,-5-1-8 16,3-3 1-16,-4 0-11 0,-2-2 5 16,2-2 5-16,-5-1 5 0,14-2 0 15,-30-3 5-15,11-3 13 0,4 1 12 16,2-1 14-16,-1-3 7 0,3 6 9 0,1-3 3 16,0 1-8-16,10 5-4 0,-9-3-4 15,9 3-8-15,0 0 2 0,0 0-5 0,0 0-2 16,0 0 0-16,32-2 0 0,-10 0-1 15,4-3-1-15,12-3-1 0,4-3 0 0,10-1-3 16,-2-3 1-16,-3-2-5 0,-11 1-3 16,-4 0-3-16,-2-5 6 0,-5 4-4 15,0-1 5-15,-5 4 20 0,-5 3 28 0,-4 3 14 16,-1 0 12-16,-3 1-2 16,1 5-5-16,-5-4-11 0,-3 6-9 0,12-4-3 15,-12 4-7-15,0 0-4 0,0 0-3 16,13 12-3-16,-7-5-7 0,-3-2-1 0,6 0 0 15,-4 2-5-15,3-2-3 0,-1 2-3 16,3-3 1-16,-10-4 1 0,19 1-1 0,-7-1-1 16,-12 0-2-16,22-5 1 0,-8 0 0 15,-1 1 3-15,-1 0-4 0,-1-2-2 16,-2 4 2-16,-1-2-2 0,-8 4-5 0,15-2 4 16,-15 2-1-16,16 0 2 0,-16 0-2 15,15 6-2-15,-8 0 1 0,1 0-1 0,2-2-1 16,-5 3-5-16,4-1-25 0,3 2-38 15,1 1-17-15,-1-4-45 0,-2 2-89 16,2 1-91-16,6 1-53 0,-2-2-89 16,0-2-135-16,0-1-100 0,-1 4 60 0,-1-3-357 15,-7 0-458-15</inkml:trace>
  <inkml:trace contextRef="#ctx0" brushRef="#br0" timeOffset="126991.18">27574 16356 2423 0,'2'-11'-126'0,"-2"11"26"0,0 0 19 0,5-6 10 15,-5 6 33-15,0 0 34 0,-2-9 25 16,2 9 21-16,0 0 22 0,-5-12 20 0,5 12 14 15,-1-6 27-15,1 6 15 0,0-9 22 16,0 9 13-16,-4-8 4 0,4 8-1 16,0-12-7-16,0 12-4 0,0-8-11 15,0 8-5-15,2-9-10 0,-2 9-9 16,-2-10-16-16,2 10-8 0,0 0-10 0,0-12-11 16,0 12-12-16,0 0-6 0,0-7-5 15,0 7-10-15,0 0-5 0,0 0-5 0,0-10-7 16,0 10-5-16,0 0 1 0,0 0-2 15,0 0-5-15,-2-7-3 0,2 7-2 0,0 0 0 16,0 0-5-16,0 0 0 0,0 0-2 16,0 0 5-16,0 0 8 0,-4-9 13 15,4 9 9-15,0 0 1 0,0 0 6 0,0 0-6 16,0 0-4-16,0 0-2 16,0 0-3-16,0 0-4 0,-5-5-3 0,5 5-2 15,0 0 1-15,0 0-5 0,0 0 0 16,0 0 2-16,0 0-7 0,0 0 1 0,-6-6-6 15,6 6-6-15,0 0 0 0,0 0-4 16,0 0-2-16,0 0-4 0,0 0 5 16,-15 20-2-16,7-5 0 0,-1 0 1 0,-1 4 0 15,1-1 2-15,-1 2 0 0,2-3-4 16,1 2 4-16,3-6 0 0,-2 3 0 0,5-5-3 16,1 0 4-16,-2-1 3 0,2 0 4 15,2-3 6-15,-1 0 9 0,1 1 0 16,-2-8 0-16,9 9-2 0,-3-7 1 15,-6-2-5-15,14 1-2 0,-14-1 1 16,16-6-6-16,-5 0-2 0,0-6-1 0,0-1-3 16,3-3-1-16,0-7-2 0,0-2-2 15,-6 2-7-15,-1 2 2 0,-3-1 0 0,-1-1-2 16,-2 5 1-16,-1 3 2 0,-1-2-3 16,-4 3 0-16,-1-1-1 0,1 3-4 15,-2 6 0-15,-4-2-3 0,2 3 5 0,-4 4-2 16,-1-1-3-16,14 2 1 0,-28 5-3 15,13 2 7-15,1 2-11 0,-3 1-12 0,4 5-25 16,-6 5-29-16,1 4-43 0,2 1-41 16,-4-2-41-16,9 4-42 0,5-5-30 15,0-3-43-15,3-2-74 0,3-5-76 16,2 2-122-16,-1-4-20 0,10 0-340 0,0-1-431 16</inkml:trace>
  <inkml:trace contextRef="#ctx0" brushRef="#br0" timeOffset="127224.63">27617 16269 2618 0,'0'0'31'0,"-4"-15"19"0,4 15 13 0,-2-8 25 15,2 8 19-15,0 0 4 0,0-9-3 16,0 9-16-16,0 0 1 0,0 0 14 0,0 0 17 16,0 0 5-16,13 29-3 0,-7-16-11 15,-1 6-5-15,4-1-7 0,0 10-7 16,-2-4-14-16,4-4-5 0,-2 1-10 15,2 6-4-15,-1-6-14 0,-3-4-7 0,1 0-33 16,-3 0-36-16,3-6-41 0,-4-1-36 16,4 2-59-16,-5-4-57 0,5-1-87 15,-4-1-115-15,-4-6-165 0,10 2 45 0,-10-2-213 16,0 0-246-16</inkml:trace>
  <inkml:trace contextRef="#ctx0" brushRef="#br0" timeOffset="128041.46">27929 16274 2280 0,'0'0'85'0,"0"0"0"0,0 0-7 0,0 0 26 15,0 0 29-15,0 0 19 0,0 0-3 16,0 0-4-16,0 0-8 0,-3 31-6 16,3-18 8-16,0 1 4 0,-2 1-5 0,2 1 9 15,-2 1 5-15,2-2-10 0,-2 2-10 16,0-3-4-16,0-2-18 0,0 0-10 0,2-3-9 15,-1-1-8-15,1 2-5 0,0-10 7 16,0 11 22-16,0-11 5 0,0 7-12 16,0-7-11-16,0 0-10 0,0 0-6 15,25-26-7-15,-12 12-4 0,-1-1-7 0,2-1-8 16,-1 3-6-16,1-1-2 0,-5 4-7 0,2-2-5 16,0 3-2-16,-2 2-5 15,0 2-5-15,-2 0-1 0,5 5 0 0,-12 0-3 16,0 0-1-16,31 7-3 0,-22-2 0 15,2 2 1-15,-1 2-2 0,1-1 2 16,-1-1-1-16,-2 2-1 0,-2-3 4 0,-1-1-3 16,1 1-3-16,-3-1 2 0,6 0 0 15,-9-5 1-15,9 8 1 0,-9-8 2 0,7 0-1 16,-7 0-1-16,0 0-2 16,27-15-3-16,-13 3 1 0,1 0-1 0,0 0 2 15,-2 0-2-15,-3 4 3 0,0 1-6 16,-3 0-2-16,1 1-2 0,-3 4 0 15,-5 2 4-15,12-4 5 0,-12 4 7 0,0 0-2 16,13 15 2-16,-9-4-1 0,-1-1-4 16,1 2 4-16,3 2-5 0,-6-3 0 0,5 3-1 15,0-2-1-15,1 0-1 0,-1-3 2 16,0-1-1-16,1 2 0 0,3-6-1 16,0-1-12-16,1-3-10 0,2 0-17 0,4-3-13 15,1-1-14-15,8-11-15 0,0 0-19 16,-1-2-10-16,6-2 3 0,-6 0 7 0,0 0 12 15,-2 2 11-15,-6 5 9 16,-4 0 14-16,-1 4 19 0,-3 0 8 0,-2 2 8 16,0 3-4-16,-7 3 13 0,9-6 12 15,-9 6 9-15,0 0-3 0,0 0 3 16,0 0-7-16,5 15 0 0,-5-15-2 0,0 13-2 16,0-8 0-16,0-5 0 0,8 11 2 15,-4-5-3-15,-4-6 4 0,10 8-1 0,-7-4 1 16,-3-4 0-16,15 2 2 0,-15-2-4 15,18-2 4-15,-18 2 0 0,15-5 3 16,-5 0 14-16,-3-1 14 0,0 0 10 0,0-1 15 16,-2-3-3-16,-1 1-2 15,-2-3-3-15,0 0-5 0,0 0-8 0,-2-1-8 16,0 1-4-16,-4 2-12 0,0 3-19 16,-1-3-26-16,-4 3-32 0,-2 4-37 0,0 1-59 15,11 2-56-15,-27 0-53 0,15 4-62 16,-2 2-76-16,-2 0-84 0,3 3-157 15,4-1 34-15,0-2-348 0,4 4-434 0</inkml:trace>
  <inkml:trace contextRef="#ctx0" brushRef="#br0" timeOffset="128592.92">28915 16303 2723 0,'0'0'74'0,"0"0"21"0,0 0 41 15,7-5 28-15,-7 5 32 0,0 0 24 16,0 0 1-16,0 0-12 0,0 0-17 0,19 9-19 15,-14-6-16-15,-5-3-7 0,9 6-23 16,-6 0-15-16,-3-6-8 0,11 8-12 0,-4-2 0 16,-7-6-20-16,11 7-4 0,-7-5-8 15,-4-2-9-15,11 2-9 0,-11-2-8 16,0 0-10-16,17-4-5 0,-7-2-9 0,-2-1-2 16,3-1 5-16,-4-2-3 0,5 1-3 15,-4 1 0-15,-1 2 0 0,1 0 1 0,-3 0-1 16,2 3-4-16,-7 3-2 0,7-8 0 15,-7 8 2-15,0 0 2 0,0 0 3 16,0 0 2-16,0 0-1 0,0 0 0 0,7 17 0 16,-7-17-5-16,0 12-1 15,0-12 0-15,2 8 0 0,-2-8-2 0,2 7 3 16,-2-7 1-16,0 0-1 0,7 6 1 16,-7-6-1-16,0 0 0 0,9 6-1 0,-9-6 1 15,3 5 2-15,-3-5 12 0,8 12 19 16,-4 0 36-16,-4 2 31 0,0 4 35 15,-4 6 23-15,-2 11 7 0,-1 2 16 0,0 3 18 16,-4-1 17-16,-2 10 7 0,1-13-14 16,1 9-19-16,-4-12-4 0,4-1-8 15,-4-1-102-15,1-3-80 0,3-7 0 16,1-2 0-16,0-2 0 0,-2-2 0 0,-1-4 0 16,-1 2 0-16,-2-3 0 0,1-1 0 15,-1-4 0-15,0 0 0 0,-4-1 0 16,2-2 0-16,-1-1 0 0,-3-1 0 0,1-5 0 15,1 0 0-15,-1-5 0 0,1 1-195 16,-2-11-260-16,8 4-54 0,5-1-58 0,0-2-59 16,2-1-106-16,5 3-44 0,4-1 71 15,3 3-528-15,2-3-696 0</inkml:trace>
  <inkml:trace contextRef="#ctx0" brushRef="#br0" timeOffset="129641.38">29355 16385 3444 0,'3'-7'22'0,"1"2"29"0,-4 5 29 0,2-7 28 15,-2 7 27-15,0 0 34 0,0 0 10 0,0 0 8 16,0 0-4-16,0 0-2 0,-2 24-4 16,-2-13 0-16,4-1-5 0,0 0-12 0,0-1-10 15,0 1-18-15,2 0-10 16,0 1-9-16,2-3-6 0,0 2-9 0,2-3 2 15,0 1-4-15,1-4-13 0,0 0-4 16,3-2-9-16,3 0-6 0,-13-2-5 0,22 0-4 16,-22 0-4-16,21-2-3 0,-21 2-8 15,17-2 2-15,-17 2-4 0,13-2-9 16,-13 2-6-16,13 2 4 0,-13-2-6 0,15 6 4 16,-7-3-5-16,-8-3-3 0,13 6-5 15,-5-3 7-15,-8-3-6 0,15 7 5 0,-3-3-1 16,-2-2-8-16,-1 0 2 0,-9-2 4 15,23 2-8-15,-23-2-4 0,24-4-2 16,-10 0-5-16,-1 0 1 0,3-1-9 16,-5 2 4-16,1-3 2 0,-1 1 3 15,-2-3 2-15,1 1-8 0,-1 2 6 0,-1 0 6 0,-1 1-2 16,0 0 6-16,-7 4 8 16,9-8-7-16,-9 8-4 0,7-6 5 0,-7 6-8 15,0 0-5-15,8-4 2 0,-8 4-5 16,0 0-6-16,0 0 0 0,0 0-12 15,0 0-7-15,0 0-11 0,0 0-19 0,0 0-11 16,0 0-18-16,0 0-21 0,0 0-15 16,0 0-19-16,0 0-15 0,0 0-22 0,15 10-29 15,-15-10-5-15,35-10 6 0,-3-1-11 16,4-5-26-16,12-3-32 0,-1-5-27 16,1-5-22-16,0-3-8 0,-3-6 29 15,3-6 24-15,-2 0 46 0,-6-4 22 16,0 4 38-16,-8 1 52 0,-8 5 42 0,-12 11 45 15,-1 6 39-15,-4 6 37 0,-5 3 24 16,-2-1 27-16,-4 5 22 0,-1 2 14 0,5 6 7 16,-14-6 17-16,14 6 4 0,-34 12 14 15,7 7-4-15,-7 8-4 0,1 8 7 0,1 4-1 16,1 4-4-16,3 1-2 0,3 1-13 16,2 1-12-16,1-1-8 0,6-1-15 15,3-11-8-15,3 0-11 0,1-3-10 16,5-6-6-16,-2-5-6 0,6-1-7 15,0-7-6-15,0 1-2 0,0-2-5 0,6-5-5 16,-1 3-8-16,5-7-8 0,-10-1-7 16,25-3-4-16,-13-3 0 0,8-1 1 0,-1-6-1 15,2 3 9-15,-4 0 11 0,-1 0 19 16,-3 2 15-16,-4 2 10 0,-1 1-1 16,2-1-13-16,-10 6-3 0,11 0 4 0,-11 0-3 15,0 0-1-15,12 9-2 0,-9-2-9 16,1 0-5-16,-2-1-5 0,-2-6-8 0,5 14 8 15,-3-9-10-15,4 2 3 0,0-2-2 16,-2 1 3-16,-4-6 2 0,13 6-8 0,-6-6 5 16,-7 0 5-16,23-2-14 0,-9-2 3 15,-1-2-2-15,2 1-8 0,1-2 10 16,-2 2 17-16,0-3 9 0,-3 2 7 16,2 2 1-16,-4-2 10 0,0 3 0 15,-9 3-4-15,16-5-8 0,-16 5 3 0,13 0-1 16,-13 0-4-16,0 0-4 0,17 5-8 15,-17-5 1-15,9 5-9 0,-3-1-4 0,-2 0-6 16,-4-4 1-16,10 9-7 0,-5-4-9 16,-5-5-10-16,8 7-27 0,-8-7-30 0,7 5-38 15,-7-5-53-15,3 5-60 0,-3-5-78 16,0 0-91-16,0 0-114 0,5 6-142 16,-5-6-187-16,0 0 45 0,0 0 95 0,0 0-530 15,0 0-669-15</inkml:trace>
  <inkml:trace contextRef="#ctx0" brushRef="#br0" timeOffset="130524.03">22767 17013 3626 0,'-8'-7'97'0,"-2"5"-13"0,10 2-4 0,0 0 0 15,-24 15 46-15,12 2 19 16,-1 12 4-16,-1 6 0 0,3 2-3 0,2 2-2 16,-1 2-5-16,3 0-5 0,1-2-12 15,0 0-6-15,3-6-9 0,-4-4-9 0,5-4-7 16,1-8-7-16,-1 0-10 0,2-4-6 16,-2 1 2-16,2-5 39 0,2 1 10 15,-2-5 18-15,0-5-20 0,0 0-6 0,0 0-11 16,0 0-11-16,3-29-11 0,4 5-7 15,0-13-19-15,4-16-25 0,3-5-15 0,5-5-15 16,-4-5-3-16,9-17-16 0,-6 18-3 16,1 4-6-16,0 7 0 0,-2 7-2 15,-6 13-15-15,0 7-25 0,-4 7-28 0,-1 3-48 16,-1 7-61-16,1 4-39 16,-2 2-40-16,4 5-49 0,-8 1-66 0,0 0-97 15,23 13-175-15,-16-4 28 0,2 5-411 16,-1 4-532-16</inkml:trace>
  <inkml:trace contextRef="#ctx0" brushRef="#br0" timeOffset="130725.34">22578 17287 2890 0,'-14'5'134'16,"5"-3"24"-16,4 1 8 0,5-3 13 0,-10 4 31 16,10-4 19-16,0 0 6 15,-10 3-9-15,10-3-18 0,0 0-24 0,0 0-16 16,0 0-20-16,0 0-14 0,0 0-13 15,0 0-12-15,0 0-21 0,43-7-46 16,-28 4-61-16,2 1-87 0,2 0-101 0,6-2-105 16,-4 2-117-16,4-2-181 0,-5 4-68 15,3-2 70-15,-2 4-297 0,4 0-386 16</inkml:trace>
  <inkml:trace contextRef="#ctx0" brushRef="#br0" timeOffset="131074.44">23057 17326 2826 0,'0'0'160'0,"0"0"-3"0,0 0 15 0,0 0 24 0,0 0 16 16,0-7-5-16,0 7-14 0,0 0-17 15,0 0-16-15,13-3-14 0,-13 3-11 16,19-5-14-16,-8 3-13 0,7-3-10 16,-3 0-7-16,0 0-12 0,4-2-7 15,-3 0-1-15,-4 0-14 0,2-1-2 0,-3-1-6 16,-1 1-5-16,-2-3-5 15,-2 1-5-15,-5 2-1 0,-1 1-8 0,0 7-1 0,-12-17-4 16,5 15-5-16,-6 0 1 0,-3 4-2 16,-7 3-2-16,-7 4 1 0,-3 4-4 15,3 3 0-15,-1 1-5 0,5 3 2 0,3-1-3 16,2 2-2-16,6-3-2 16,3-1-1-16,5-3-2 0,1 1 1 0,3-1-2 15,1-1-8-15,2-3-22 0,2 0-18 16,1-1-45-16,1-1-52 0,5-2-50 0,3-4-35 15,3-2-35-15,6-2-35 0,4-4-56 16,11-6-45-16,0 1-63 0,8-11-48 16,0 3-3-16,-4-4-234 0,-8 5-243 0</inkml:trace>
  <inkml:trace contextRef="#ctx0" brushRef="#br0" timeOffset="131457.53">23380 17261 2069 0,'12'-8'37'0,"-3"1"45"0,-1 2 26 0,-3-2 22 16,-5 7 20-16,11-5-5 0,-11 5 4 15,3-5-10-15,-3 5 27 16,0 0 14-16,0 0 0 0,0 0-17 0,11 17-15 15,-9-10-14-15,4 0-11 0,-4-1-14 16,0 3-14-16,4-1-6 0,-1 1-10 0,1-1-5 16,0-1-7-16,2 0-6 0,-3-1-3 15,3 0-4-15,1-1-6 0,-1-3-7 16,-8-2-2-16,21 0-5 0,-7-4 3 0,-2 1-11 16,2 1-2-16,-3-2-3 0,2 0-2 15,-1 0-6-15,-1 3 3 0,-11 1-1 0,20-5-7 16,-9 3 2-16,-11 2-4 0,19-2 7 15,-8 2-6-15,-11 0 0 0,22-2 0 16,-9 2 2-16,-13 0-4 0,25-3 6 0,-12 1-3 16,-2 2 0-16,4-3-2 15,3-2-1-15,-3 1 3 0,-2-1-3 0,2 0-1 16,-3 2 1-16,3-4 1 0,-3 0 3 16,-1 0-11-16,-2-3-3 0,3-2-9 0,-2 2-9 15,-1-7-13-15,-1 0-15 0,1-3-22 16,2-1-31-16,-2 4-28 0,0-3-34 15,-2 7-41-15,1 0-53 0,-5 4-97 16,4 1-113-16,-1 3-121 0,-6 5 41 0,0 0-208 16,0 0-248-16</inkml:trace>
  <inkml:trace contextRef="#ctx0" brushRef="#br0" timeOffset="131824.53">24762 17272 2397 0,'0'0'170'0,"-2"-7"-40"0,2 7 9 0,0 0 36 16,0 0 22-16,0 0-8 0,0 0-16 0,-8 25-14 16,8-13-12-16,2 1-15 0,1 2-7 15,0-1-13-15,3 1-5 0,1 3-6 16,3-6-8-16,0-1-9 0,1 1-2 15,0-4 3-15,5 1 1 0,-3-1-5 16,2-5-5-16,0 0-6 0,-1-5-10 0,1 2-3 16,0-4-5-16,-2-2-2 0,5 0-4 15,-5-1 4-15,1-3 1 0,-5 0-1 0,2-3-4 16,-3-5-1-16,-2 1-1 0,-2 0-3 16,-3-7-7-16,-1 5-2 0,0-6-7 15,-1 6-1-15,-1 0-6 0,-2 4-6 0,0-2-9 16,-4 8-18-16,-1 2-32 15,0 4-38-15,-7 1-72 0,-1 6-65 0,-2 4-66 0,-1 1-65 16,-5 6-108-16,1 4-156 16,1 0-14-16,10-6 56 0,0 1-241 0,5-3-303 15</inkml:trace>
  <inkml:trace contextRef="#ctx0" brushRef="#br0" timeOffset="132291.32">24895 17486 2205 0,'4'2'51'0,"-4"-2"19"0,7 5 26 15,-7-5 27-15,14 6 47 0,-14-6 16 0,15-1 0 16,-15 1-15-16,21-3-10 0,-5-1-15 16,-3-1-14-16,5 0-13 0,-4 0-12 0,4-2-12 15,-2-2-9-15,2-2-6 0,0-1-9 16,-2 0-7-16,-1 1-29 0,-1-7-7 16,-3 1-2-16,3-8-2 0,-5-3-2 15,-2-3-10-15,-1 4 10 0,-3 1-9 16,-1 3-4-16,-2 2 3 0,0 4-5 0,-2 0 4 15,-5 2-5-15,4 6-2 0,-3 0-3 16,-3 3-4-16,0 4 4 0,9 2 6 0,-24 0-7 16,12 4 0-16,0 2 0 0,-1 1 0 15,4-2-4-15,2-1 15 0,-1 1-12 16,8-5 6-16,-3 12 4 0,3-12 6 16,0 0 4-16,15 6-2 0,-15-6 0 15,25 0 17-15,-7-3 4 0,7 0 4 0,-2 1 6 0,-4 0 1 16,2 0 5-16,-6 4 8 15,4 0 2-15,-3 3 0 0,-2 2 0 16,2 3-3-16,-1 2-2 0,-3 3-5 0,-1 2-5 16,3 9-4-16,-3 2-5 0,-4-5-6 15,2-2-2-15,-4-1-6 0,1 1 0 0,-3-1-5 16,3-5-4-16,-2 1-18 0,-1-5-27 16,2-1-34-16,-1 1-50 0,-2-4-67 15,-1 0-73-15,3-1-88 0,2-2-157 16,-6-4-175-16,7 2 52 0,-7-2-354 15,0 0-452-15</inkml:trace>
  <inkml:trace contextRef="#ctx0" brushRef="#br0" timeOffset="132710.01">25791 17333 2794 0,'0'0'97'0,"0"0"21"0,-46 7 24 0,46-7 24 0,0 0 20 0,0 0 0 15,0 0-7-15,-14-4-13 0,14 4-16 16,0 0-15-16,0 0-14 0,0 0-14 16,0 0-11-16,0 0-9 0,25-17-15 0,-14 11-21 15,-2 0-15-15,0 0-12 16,1-1-10-16,-1-1-5 0,-1-3-2 0,-3 1 2 0,2 0-1 16,-3 1 0-16,-4 0-8 15,0 2-1-15,0 7 2 0,-11-11-2 16,4 9 0-16,7 2-1 0,-31 3-2 0,8 4 2 15,-4 5 7-15,-2 2 9 0,2 3 12 16,6 3 15-16,2 1 11 0,6-2 16 0,3-1 26 16,2-1 32-16,4-1 45 0,4 1 39 15,0-3 16-15,4-2 12 0,1 1 7 16,0-1-6-16,4-2-6 0,3-3-14 0,1 1-19 16,2-3-21-16,1-1-19 0,1-1-14 15,0 1-17-15,-2-4-19 0,-1 1-43 16,-1 1-51-16,1-2-65 0,-14 0-108 15,18 0-110-15,-18 0-118 0,16 0-103 0,-16 0-114 16,0 0-184-16,9 0-17 0,-9 0 60 16,0 0-581-16,0 0-780 0</inkml:trace>
  <inkml:trace contextRef="#ctx0" brushRef="#br0" timeOffset="135773.74">26651 17304 3994 0,'1'-18'127'0,"-1"2"-4"0,0 4 27 16,0 3 24-16,0 1 32 0,0 8 9 0,0-11-14 16,0 11-9-16,0 0 15 15,0 0 20-15,0 0-7 0,0 0-17 0,-12 38-17 16,7-16-19-16,1 1-13 0,-1 9-17 16,-1 0-12-16,2 2-9 0,1-8-17 0,1-3-9 15,0-2-12-15,-3-3-7 0,4 0-4 16,1-6-7-16,-2 1-6 0,2-2 1 15,-2-3-4-15,2 1 1 0,0-9 5 0,-2 10 8 16,2-10-4-16,0 0-10 0,0 0-6 16,0 0-10-16,6-31-10 0,2-1-17 0,-1-2-21 15,4-4-11-15,3-7-9 0,-3 10-1 16,2 3 1-16,-3 3 5 0,0 9 5 16,-5 2-2-16,-1 5 0 0,1 2 1 15,-4 1 0-15,3 2-4 0,0 4 3 16,-4 4 7-16,9-1 2 0,-9 1 2 0,0 0-8 15,21 11 9-15,-10-2-2 0,5 3-3 16,-5-2-10-16,5 2-8 0,-5-1-11 0,2 0-12 16,1-2 2-16,-5 0-6 0,5-3 6 15,-5-1 3-15,0-1 7 0,1-1 7 16,2-3 3-16,-12 0 5 0,19 2 2 0,-19-2-2 16,15 3 6-16,-15-3 2 0,11 2 2 15,-11-2 2-15,12 6 1 0,-8-2 1 16,1 4 4-16,1 1 3 0,-3-1 1 15,6 0 0-15,-6 2 2 0,5-1 0 0,-1 2 4 16,1-2 4-16,0 0-6 0,-3-1-1 16,3 0-2-16,0-4-9 0,-1 2-33 15,3-1-41-15,-3-1-48 0,-7-4-55 0,19 0-61 16,-19 0-43-16,31-4-36 0,-15-1-42 16,4-3-39-16,10-6-47 0,1-5-48 0,10-4-46 15,-4-3-14-15,7-1-306 0,-3 2-359 16</inkml:trace>
  <inkml:trace contextRef="#ctx0" brushRef="#br0" timeOffset="136123.76">27537 17189 2371 0,'13'-17'2'0,"-1"1"34"0,-3 1 27 0,-4 3 34 0,4 3 26 16,-4-3 43-16,1 0 28 0,-3 3 8 0,1 1-2 15,-2 2-7-15,-2 6-12 0,2-11-19 16,-2 11-11-16,0 0-15 0,0 0-7 0,0 0 2 16,-34 12 2-16,17-3 5 0,-8 8-6 15,-2-3-4-15,2 1-10 0,0 3-12 16,9-3-13-16,0-1-6 0,1-1-9 0,8-1-14 15,-1 0-5-15,4-1 1 0,2 2-6 16,4-1 0-16,3 0 1 0,9 2 4 16,9 3 4-16,0 2-3 0,1-2-3 0,1-1-1 15,0 1 0-15,0-1 9 16,-4-4 8-16,-6-1 11 0,0 0 16 0,-3-2 11 16,-3 0 13-16,-3-1 11 0,-1 2 3 15,0 0-3-15,-3-1-6 0,-2-1-12 0,-5 2-10 16,3 1-14-16,-3-1-5 0,-4 0-11 15,-1 2-7-15,-2-2-10 0,0-1-9 0,-1 0-27 16,1-3-38-16,-1 1-51 0,-5-3-81 16,7-3-82-16,11-1-91 0,-19-1-72 15,19 1-56-15,-11-14-41 0,11 2-30 0,1-5-11 16,7-4-9-16,5-9-12 0,6-3-1 16,2-4-552-16,3 0-574 0</inkml:trace>
  <inkml:trace contextRef="#ctx0" brushRef="#br0" timeOffset="136306.39">27696 17230 2882 0,'22'-25'-53'0,"-7"8"50"16,-2 1 53-16,-2 4 51 15,0 1 74-15,-4-1 45 0,-2 4 30 0,3 2 5 16,-2 3-11-16,-6 3-21 0,8-8-15 16,-8 8 0-16,0 0 0 0,0 0-10 0,13 25-18 15,-10-8-19-15,-1 8-7 0,1 3-20 16,-6 7-13-16,1 1-12 0,2 1-10 16,-1-7-12-16,-3-4-8 0,2-3-27 0,-2 3-36 15,2-3-42-15,1-4-55 0,-1-2-78 16,0-5-77-16,2 0-68 0,-2-3-72 15,0-4-89-15,2-5-120 0,0 0-93 16,0 0 43-16,0 0-322 0,0 0-435 0</inkml:trace>
  <inkml:trace contextRef="#ctx0" brushRef="#br0" timeOffset="136473.47">27764 17183 2730 0,'-7'-17'95'0,"7"5"40"16,-3-1 28-16,3 7 27 0,0-2 28 15,0 8 17-15,3-9 5 0,4 3-19 16,0 2-16-16,2-2-21 0,7 2-20 0,1 0-14 15,0 0-25-15,5 1-55 0,-4 1-65 16,2-2-99-16,-2 2-109 0,0 2-108 0,-6 0-137 16,-12 0-205-16,14 8 38 0,-14-1 70 15,-3 3-224-15,-8 2-259 0</inkml:trace>
  <inkml:trace contextRef="#ctx0" brushRef="#br0" timeOffset="137006.37">26407 17856 2355 0,'0'0'169'0,"-20"-1"15"0,20 1 19 0,0 0 25 16,-11-4 23-16,11 4 19 0,0 0 10 0,0 0 4 15,33-20 1-15,15 1-7 0,13 4-12 16,9-6-24-16,29-1-29 0,1 1-19 15,4 0-22-15,-3 4-17 0,-4-1-17 0,-23 6-31 16,-2-1-43-16,-7 1-48 16,-9 1-40-16,-14 5-40 0,-10-1-38 0,-6 2-36 15,-6 1-50-15,-8 3-61 0,-9-1-48 16,-3 2-66-16,0 0-97 0,0 0-155 0,0 0-36 16,0 0 59-16,-32 5-296 0,32-5-371 15</inkml:trace>
  <inkml:trace contextRef="#ctx0" brushRef="#br0" timeOffset="137789.7">22965 17665 2531 0,'-37'0'47'0,"5"-3"6"16,-8 1 3-16,-1 0 12 0,-2 0 13 0,11 2 29 0,3-2 20 16,4 0 30-16,5 0 15 0,4 2 12 0,3-2-1 15,13 2-16-15,-15 0-14 0,15 0 1 16,0 0 9-16,0 0 5 0,34 10-8 16,12-6-13-16,21 5-13 0,13-3-12 15,8 0-11-15,25 2-11 0,6-4-12 16,-10 1-9-16,-20-1-10 0,-5-2-9 0,-12 0-21 15,-5 1-20-15,-19-3-21 0,-8 1-12 16,-10 1-7-16,-5 0-5 0,-8-2-3 16,-7 0-8-16,-10 0-14 0,0 0-11 0,0 0-8 15,0 0-12-15,-57-4 3 0,12 4-12 16,-2-1-4-16,-5 1-11 0,-14 0 9 0,-1 1 8 16,-2-1 7-16,3 4 8 0,-3 0 13 15,3 0-2-15,-1 5 7 16,4-1 5-16,2 3 6 0,8-1 4 0,8 0 6 15,8-1 3-15,10-2 6 0,7-2 18 16,2-3-7-16,9 1 16 0,0 0 8 0,9-3 17 16,0 0 5-16,0 0 3 0,36 6-1 15,5-8-5-15,18-5 3 0,6-1-4 16,3-3-4-16,3 1-3 0,1 0-5 0,0 0-18 16,0-2-45-16,-8 3-55 0,1 1-57 15,-4 0-62-15,-4 2-60 0,-12 4-98 0,-2-2-201 16,-11 2 6-16,-1 0 70 0,-4 1-110 15,-3 0-112-15</inkml:trace>
  <inkml:trace contextRef="#ctx0" brushRef="#br0" timeOffset="138723.09">28490 16961 2150 0,'-14'-7'214'16,"-1"2"-17"-16,2 4-25 0,13 1 8 15,-37 11 26-15,9 7 27 0,1 2 7 0,-5 13 0 16,5 4-2-16,2 4-9 0,8 5-15 16,3 3-11-16,9-8-6 0,7 5-20 0,5 4-16 15,7-1-16-15,5-3-17 16,4-3-11-16,0-4-10 0,-2-10-14 0,-4-2-7 15,4-3-14-15,-4-2-22 0,-4-5-21 16,-2-5-32-16,0-2-35 0,-4-3-49 16,0 2-72-16,-1-4-56 0,0-1-88 0,4 2-89 15,-7-4-116-15,-3-2-164 0,0 0 26 16,11 4-393-16,-11-4-513 0</inkml:trace>
  <inkml:trace contextRef="#ctx0" brushRef="#br0" timeOffset="140806.19">28654 17365 2881 0,'1'-9'23'16,"5"1"18"-16,-4 2 19 0,-2 6 18 0,5-6 29 16,-5 6 28-16,9-6 14 0,-9 6 14 15,0 0 9-15,0 0 7 0,14 18-2 0,-8-7-4 16,0 3 5-16,-4 2-4 0,4 1 5 16,-4-3-1-16,0 3 0 15,-2-2 0-15,1-1-3 0,-2-1-5 0,-1 3-14 16,0-4 5-16,-2-2-7 0,0 0-19 15,-2-1-10-15,0-3-13 0,-1 1-10 0,2-3-9 16,5-4-19-16,-16 0-21 0,16 0-33 16,-19-11-30-16,11-1-35 0,2-1-29 15,3-9-25-15,1-3-16 0,2-2 1 0,4-12 6 16,-3 2 10-16,7 6 9 0,-2 6 8 16,0 6 2-16,-2 4 12 0,-3 3 3 0,3 5 16 15,0 2 4-15,-4 5 13 0,0 0 13 16,0 0 12-16,17 22 7 0,-7-7 7 15,2 10 8-15,2 2 9 0,4-2 0 0,-1 2 2 16,2-1 3-16,-1-3-6 16,4-4-1-16,-7-3 1 0,-2-6 3 0,3-3 2 15,-1-1-4-15,-2-2-2 0,1-4 0 16,0 0-2-16,2-6-3 0,4-2 0 0,0-9-7 16,-3 2-8-16,4-7-15 0,0-7-8 15,-3-2-23-15,2-8-17 0,-1-2-11 16,1-5-27-16,-4 0-24 0,4-7-18 0,-6 1 4 15,6 2-21-15,-4 2 16 0,-4 14 15 16,-2 3 9-16,-2 9 10 0,-4 5 11 16,-1 2 10-16,1 4 6 0,-4 3 13 0,0 8 21 15,-4-6 4-15,4 6 15 0,0 0 3 16,-19 29 17-16,8-1 14 0,-1 0 20 16,3 2 6-16,-1 4 7 0,5 1-4 15,0 2 4-15,3 0 2 0,4-1-7 0,3-7 1 16,0 3-4-16,3-1-5 0,-3-7 0 15,3-2 2-15,4-6-5 0,-3-1-3 0,3 0-1 16,-1-6-2-16,-2-2-19 0,3 0-16 16,-1-4-19-16,0-3-18 0,-11 0-21 15,22-4-10-15,-9-4-18 0,2-4-20 0,-2-2-8 16,5-9-11-16,-3-6 3 0,-1-2 9 16,-2-3 11-16,6-11 7 0,-7-6 10 15,3 1 4-15,-5 2 14 0,0 10 12 16,-2 4 17-16,-3 10 19 0,-3 6 6 0,-1 3 8 15,0 7 9-15,0 1 22 0,0 7 21 16,0 0 26-16,0 0 16 0,-13 20 16 16,5-1 9-16,3 3 14 0,-1 13 23 0,-2 2 9 15,4 3 12-15,0-1-3 0,3 0-2 16,1-1-14-16,-2-1-11 0,4 2-7 0,-2-3-14 16,1-7-10-16,3-4-8 0,-2-1-12 15,0 1-10-15,2-4-41 16,0-7-59-16,0 2-90 0,-2 0-79 0,0-4-85 0,-1-2-125 15,-2-2-183-15,2 1-16 16,-2 0 64-16,-1-2-206 0,0 3-245 0</inkml:trace>
  <inkml:trace contextRef="#ctx0" brushRef="#br0" timeOffset="141822.69">30000 16973 2375 0,'4'-19'143'0,"1"6"15"0,-3 2 15 0,-2 3 4 16,2-1 8-16,-1 4-3 0,-1 5-12 15,0 0 31-15,0 0 33 0,0 0 14 16,0 43-2-16,-3-4-13 0,-2 4-25 0,-2 14-15 16,-1 2-21-16,3-3-18 0,1 0-12 15,-4-4-14-15,6-9-15 0,-2-5-10 0,-1 1-14 16,-1-6-7-16,2-6-4 0,3-7-12 16,-3-4-4-16,1-4 2 0,-1 0-6 15,4-4-3-15,0-1-8 0,0-7-1 0,-1 9-4 16,1-9-7-16,0 0-15 15,0 0-9-15,19-24-6 0,-8 7-5 0,7-7 0 16,0-2 1-16,1 2-2 0,1 5 5 16,-5 3-5-16,-1 5 2 0,-5 1 3 0,0-2 0 15,-1 7 4-15,0-1 1 0,-1 2 2 16,-7 4 2-16,14 0 1 0,-14 0 2 16,15 10-3-16,-8-3 1 0,0 3-4 0,4 2-3 15,-4-1-6-15,0 1-26 0,0 1-36 16,-2-1-48-16,3-2-59 0,-4-2-89 0,1 1-63 15,1 1-65-15,-4-3-77 0,4 0-111 16,-2 0-144-16,-1-2 65 0,-3-5-401 16,8 10-527-16</inkml:trace>
  <inkml:trace contextRef="#ctx0" brushRef="#br0" timeOffset="142456.44">30438 17379 2933 0,'7'-8'26'16,"-2"2"15"-16,3 2 23 0,-8 4 43 0,0 0 43 15,14 0 12-15,-14 0 1 0,0 0-9 16,9 13-7-16,-5-6-13 0,-3 3-11 16,-1 1-12-16,0-1-9 0,0 2-9 0,0-3-3 15,-1 3-7-15,-3-2 1 0,2 1-2 16,-2-3-6-16,1-1-4 0,-1 2-8 0,-4-4-3 16,2 1-7-16,6-6-5 0,-15 7-5 15,5-5-7-15,10-2-15 16,-22-2-18-16,22 2-14 0,-23-9-19 0,12 1-12 15,-3-5-4-15,5-3 5 0,3 1 3 16,2-3-1-16,2 1 10 0,4 3 11 0,-2 1 14 16,4-3 9-16,0 6 4 0,1 1 12 15,1 4 9-15,-1 0 10 0,-5 5 7 16,14 0 7-16,-14 0 0 0,0 0-3 16,21 8-5-16,-13 0-3 0,-1-2-6 15,1-1-2-15,1 2-5 0,-2 0-3 0,0-1-3 0,-7-6 2 16,15 7-2-16,-9-5-3 15,-6-2-5-15,17 0 3 0,-17 0-4 16,19-2-8-16,-10-3-1 0,2-1-2 0,3-3-5 16,-3 0 0-16,0-2 2 0,0-3 3 15,0 2-3-15,-1 3 1 0,-3-3 12 0,1 4 1 16,-3 1 4-16,2 1 3 0,-2 0-2 16,-5 6-1-16,9-3 9 0,-9 3 6 15,0 0-1-15,0 0 1 0,12 18-3 0,-12-7-4 16,0-1-1-16,0 2-2 15,0-2-4-15,0 0-3 0,2 0-5 0,-2-3 2 16,2 1 0-16,0-2 2 0,-2-6-2 16,7 10 0-16,1-8-1 0,-8-2 0 0,16 0 1 15,-16 0 19-15,20-6 8 0,-8 0 12 16,-3 0 19-16,-2-2 3 0,6 2-4 16,-6-1-6-16,-2-1-1 0,3 2-3 0,-2-2-11 15,-2 2-11-15,-4 6-20 0,7-5-30 16,-7 5-38-16,8-6-48 0,-8 6-64 0,0 0-75 15,0 0-64-15,0 0-53 16,0 0-59-16,0 0-87 0,0 0-132 0,0 0-64 16,0 0 52-16,0 0-339 0,0 0-458 15</inkml:trace>
  <inkml:trace contextRef="#ctx0" brushRef="#br0" timeOffset="142787.7">30811 17315 2607 0,'0'0'14'0,"14"-2"33"15,-14 2 37-15,0 0 39 0,0 0 50 16,18 0 29-16,-18 0 9 0,11-4-12 16,-11 4-15-16,18-3-18 0,-9 1-12 0,5-1-19 15,-3-1-12-15,3-3-15 0,1 4-8 16,-3-4-8-16,4 0-8 0,0 0-10 16,-3 0-3-16,0 1 2 0,-3 1 14 15,-3-1 8-15,1 3 8 0,-8 3-5 0,10-7-8 16,-10 7-11-16,0 0-8 0,0 0-3 15,0 0 2-15,0 0-3 0,0 0-1 16,-33 14 9-16,20-4 9 0,0 2-3 0,-1 2 0 16,3-1 0-16,2-1 4 0,4 2-5 15,-1-2 1-15,3 0-10 0,-1 1 3 16,4 0-3-16,4 3-5 0,5 1-2 0,5-1-19 16,6 4-35-16,5-1-62 0,4-2-83 15,1-2-111-15,8-1-113 0,10 1-128 0,-5-8-195 16,13 2-80-16,-10-6 73 15,3-3-520-15,-1-3-673 0</inkml:trace>
  <inkml:trace contextRef="#ctx0" brushRef="#br0" timeOffset="143204.91">31777 17321 3142 0,'0'0'57'15,"-7"-10"61"-15,7 10 18 0,-11-4 26 0,11 4 41 16,0 0 38-16,0 0 28 0,0 0 2 15,0 0-12-15,-16 21-14 0,16-13-23 16,0-8-25-16,-2 14-14 0,4-5-9 16,0-1-24-16,0-1-20 0,-1 0-14 15,5 3-6-15,-1-5-17 0,-1 3-19 0,3-4-13 16,-7-4-25-16,9 10-10 0,-4-8-13 16,-5-2-14-16,18 0-2 0,-18 0 1 0,17 0-2 15,-17 0 4-15,19-8 1 0,-12 7 2 16,-7 1 8-16,14-7 10 0,-14 7 12 15,11-4 3-15,-11 4 1 0,8-2-8 0,-8 2 10 16,0 0 2-16,0 0 15 0,15 8 1 16,-11-2 5-16,-4-6 7 0,6 12 4 0,-1-5-4 15,1-1 7-15,-3 0-5 0,8 0-6 16,-6 2 0-16,3-1 5 16,-1-2-5-16,1 0-3 0,-8-5-8 0,15 5-5 15,-8-1-6-15,-7-4-9 0,18 3 1 16,-11-1-7-16,-7-2-23 0,12 3-25 0,-12-3-36 15,10 4-39-15,-10-4-60 0,0 0-65 16,13 0-82-16,-13 0-84 0,0 0-107 16,0 0-139-16,0 0-186 0,0 0 59 0,0 0-636 15,0 0-847-15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03:00:32.1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3336 6924 1725 0,'0'0'341'0,"0"0"-52"0,0 0 1 16,0 0-8-16,0 0 1 0,0 0 0 0,0 0-4 15,-25 5-21-15,25-5 5 0,0 0 0 16,0 0-1-16,0 0-3 0,-14-4-24 0,14 4-2 15,0 0-5-15,-9-5-8 0,9 5-8 16,0 0-8-16,-3-9-8 0,3 9-8 0,2-8-12 16,-2 8-9-16,8-13-15 0,-3 7-18 15,1 0-14-15,1-2-10 0,1 1-14 0,4-1-9 16,1 2-10-16,-1 2-9 16,1 0-6-16,0 0-11 0,0 3-5 0,-13 1-4 15,25 5-32-15,-12-1-10 0,-1 4 0 16,-1 2 0-16,0 2 0 0,-5 3 0 15,2 2 0-15,-6-3 0 0,0 7 0 0,-4 2 0 16,-1 3 0-16,-10 6 0 0,2-1 0 16,-3 0 0-16,-2-2 0 0,-4-2 0 0,4-1 0 15,0-1 0-15,1 0 0 0,1-6 0 16,3-6 0-16,2 0 0 0,3-3 0 0,0-3 0 16,4 1 0-16,0-1 0 0,2-7 0 15,4 12 0-15,2-7 0 0,2-2 0 0,1 1 0 16,2-2 0-16,3-1 0 0,3-1 0 15,2 0 0-15,3-1 0 0,-4-1 0 0,3 0 0 16,-3 0 0-16,-2 1 0 0,-2-1 0 16,-3 2 0-16,-11 0 0 0,22-3 0 0,-22 3 0 15,16 0 0-15,-16 0 0 16,12-4 0-16,-12 4 0 0,9-1 0 0,-9 1 0 16,8-1 0-16,-8 1 0 0,0 0 0 15,7-5 0-15,-7 5 0 0,0 0 0 0,0 0 0 16,0 0-155-16,0 0-579 0,-15 17-195 15,6-10 45-15,-1 3 93 0,1-1-807 16,-4 5-1038-16</inkml:trace>
  <inkml:trace contextRef="#ctx0" brushRef="#br0" timeOffset="1151.45">3260 7918 4047 0,'0'0'-169'0,"0"0"62"0,0 0 43 16,0 0 47-16,0 0 44 0,0 0 44 0,0 0 32 16,0 0 20-16,-15 1 19 0,15-1 13 15,0 0 13-15,0 0 16 0,0 0 8 16,0 0 8-16,0 0-3 0,0 0 2 15,0 0-30-15,0 0 2 0,0 0-8 16,0 0-2-16,0 0-6 0,0 0-10 0,0 0-10 16,0 0-4-16,0 0-11 0,0 0-8 15,0 0-20-15,0 0-7 0,0 0-10 0,0 0-8 16,0 0-6-16,-2 13 1 0,2 0-5 16,-2-1-4-16,4 5-5 0,0 0-8 0,0 7 1 15,-2-4-6-15,2-2 1 16,3 3-3-16,-3-2-1 0,2-2 0 0,2-2-7 0,-2-1 5 15,0-2 3-15,-1 0 13 0,1-3 3 16,3 0 2-16,-3-4 3 0,4-1-1 16,-8-4-3-16,15 6-12 0,-15-6-38 15,21-6 0-15,-8 2 0 0,-1-5 0 0,1 0 0 16,1-3 0-16,1 0 0 0,-4-1 0 16,-1 1 0-16,-1 3 0 0,-3 2 0 15,2 0 0-15,-2 1 0 0,-1 2 0 0,-5 4 0 16,0 0 0-16,0 0 0 15,0 0 0-15,0 0 0 0,11 18 0 0,-11-7 0 0,0 3 0 16,-1 0 0-16,1-1 0 0,1 6 0 16,-1-2 0-16,2 1 0 0,0-2 0 0,0 1 0 15,1 0 0-15,1-3 0 16,-3-2 0-16,1 1 0 0,-2-3 0 0,2 1 0 16,0-5 0-16,-2 3 0 0,2-4 0 15,1 2 0-15,-1-2 0 0,-2-5 0 0,2 6 0 16,-2-6 0-16,0 0 0 0,2 7 0 15,-2-7 0-15,0 0 0 0,0 0-434 16,0 0-104-16,0 0-123 0,0 0-156 0,0 0 5 16,12-13 75-16,-12 13-689 0,0-10-876 15</inkml:trace>
  <inkml:trace contextRef="#ctx0" brushRef="#br0" timeOffset="2150.06">3439 8880 3639 0,'0'-6'-35'0,"2"-2"85"16,-4 2 49-16,2 6 38 0,-2-15 33 16,0 9 32-16,2 6 19 0,2-13 17 0,-2 5 7 15,0 8 6-15,0-14-16 0,0 14 7 16,0-7-11-16,0 7-16 0,0 0-25 0,-2-10-16 16,2 10-20-16,0 0-14 0,0 0-10 15,0 0-13-15,0 0-3 0,0 37-14 16,2-28-12-16,2 5-9 0,-1-4-3 0,0 2-5 15,1-1-6-15,0 1-3 0,1-3 0 16,-1-1 5-16,1-2 3 0,1 0 4 16,2-2-3-16,-8-4-4 0,13 3-5 15,-13-3-44-15,20-3-18 0,-9-3 0 0,4-2 0 16,-2 0 0-16,-2-1 0 0,3-3 0 16,-3 2 0-16,1-1 0 0,-4 3 0 0,-1-1 0 15,1 4 0-15,-2 1 0 0,-6 4 0 16,7-4 0-16,-7 4 0 0,0 0 0 0,0 0 0 15,0 26 0-15,0-9 0 0,-3 8 0 16,-1-1 0-16,2 3 0 0,-1 9 0 16,3-3 0-16,0-6 0 0,5 9 0 0,-3-4 0 15,0-9 0-15,1 1 0 0,1-3 0 16,-2-4 0-16,2-1 0 0,-1-1 0 0,-1-5 0 16,3-1 0-16,-3-1 0 15,1-2 0-15,1-3 0 0,-4-3 0 0,0 0 0 16,11 5 0-16,-11-5 0 0,0 0-97 15,12-2-169-15,-12 2-57 0,0 0-91 0,0 0-98 16,6 4-118-16,-6-4-188 0,0 0 67 16,-22 20 85-16,3 1-597 0,-11 11-724 0</inkml:trace>
  <inkml:trace contextRef="#ctx0" brushRef="#br0" timeOffset="2884.52">3595 9917 3384 0,'0'0'20'0,"5"-5"69"0,-5 5 56 0,3-6 36 0,-3 6 36 15,0 0 34-15,2-9 14 0,-2 9 13 16,0 0 11-16,0-9-8 0,0 9-7 0,0 0-14 16,0-7-9-16,0 7-10 0,0 0-17 15,0 0-22-15,-2-12-20 0,2 12-21 16,-5-7-16-16,5 7-13 0,-12-5-17 16,12 5-12-16,-15-1-11 0,15 1-8 15,-23 1-13-15,9 3-8 0,-4-1-3 0,0 2-10 16,0 7-13-16,-2-5-4 0,4 3-22 15,0 2-11-15,5-3 0 0,-1-1 0 0,4 4 0 16,1-1 0-16,3-3 0 0,4 2 0 16,0 0 0-16,0-1 0 0,4 1 0 0,0 2 0 15,3-3 0-15,0 1 0 16,4 2 0-16,-2-1 0 0,0-1 0 0,3 1 0 16,-3 1 0-16,2-2 0 0,2-1 0 0,-8-1 0 15,2 0 0-15,-3 1 0 0,0 2 0 16,-2-4 0-16,-1 3 0 0,-4 0 0 15,-1 0 0-15,0 0 0 0,-5 4 0 0,-3 0 0 16,-1-1 0-16,0 1 0 0,-1-2 0 16,0 0 0-16,-2-1 0 0,-1-1 0 0,3-2 0 15,-2-1 0-15,2 1 0 0,3-6 0 16,-1 4 0-16,1-4 0 0,3-1 0 16,-4 3 0-16,3-2 0 0,2-2 0 0,7 0 0 15,-16 4 0-15,16-4 0 0,-15 2 0 16,15-2 0-16,-12 2 0 0,12-2 0 15,-9 2-348-15,9-2-226 0,0 0-83 0,0 0-138 16,0 0-18-16,-13-4 77 0,13 4-716 16,0 0-900-16</inkml:trace>
  <inkml:trace contextRef="#ctx0" brushRef="#br0" timeOffset="3883.11">3508 10780 3636 0,'0'0'-133'0,"6"3"62"0,-6-3 40 0,0 0 31 0,0 0 33 0,0 0 34 16,0 0 24-16,0 0 16 0,0 0 8 16,0 0-2-16,0 0-4 0,0 0-3 0,0 0-7 15,0 0-5-15,0 0-5 0,23-3 4 16,-23 3-1-16,0 0-1 0,0 0 2 0,0 0 4 15,0 0 8-15,7-5 2 0,-7 5 10 16,0 0 0-16,0 0 2 0,0 0-3 16,0 0 3-16,-15-15-1 0,15 15-5 0,-17-6-13 15,5 3-13-15,-1 3-3 16,-3-2-10-16,-4 4-6 0,-5 1-4 0,-9 4-13 16,5 0-4-16,-3 1-5 0,3 3-6 15,6 0-6-15,6-2-3 0,2 0-1 0,4-1-5 16,-1 4-4-16,6-3 1 0,2 5-2 15,-1-5-6-15,5 3 3 0,0-4 0 0,4 3-17 16,1 4 8-16,6-1 3 0,1 1 16 16,3-1 7-16,6 4 18 0,-6-4 10 0,1 0-2 15,1 0 7-15,-6-6 19 0,4 4 22 16,-3-2 19-16,-3 1 26 0,3 0 15 16,-4-2 19-16,-3 0 22 0,1 0-74 15,-4-1-131-15,-2 2 0 0,-2 1 0 0,-2-1 0 16,-1-2 0-16,-3 0 0 0,-2 4 0 15,-1-4 0-15,-1 1 0 0,-3-1 0 0,2-2 0 16,-1 3 0-16,3-3 0 0,1-1 0 16,-1 0 0-16,2-2 0 0,-1 1 0 15,2-1 0-15,-1 1 0 0,2 1 0 0,-3-3 0 16,0 4 0-16,10-6 0 0,-14 5 0 16,7-1 0-16,3-1 0 0,4-3 0 0,-9 4 0 15,9-4 0-15,-9 3 0 0,9-3 0 16,-7 3 0-16,7-3-385 0,0 0-350 0,0 0-188 15,0 0 73-15,0 0 87 16,0 0-779-16,0 0-987 0</inkml:trace>
  <inkml:trace contextRef="#ctx0" brushRef="#br0" timeOffset="4833.32">3262 11904 3962 0,'13'-6'-182'16,"-1"-1"49"-16,-4 2 49 0,1-1 50 0,-2 3 48 15,-1-2 55-15,2 2 40 0,-2-1 24 16,-1-1 15-16,-5 5 15 0,10-9 7 16,-7 8 7-16,-3 1-2 0,0 0-4 0,9-9 4 15,-9 9 4-15,0 0 1 0,3-7-6 16,-3 7-24-16,0 0-12 0,0 0 2 16,0 0 12-16,-21 24 20 0,-2-2 3 0,-7 13-2 15,-5 1-6-15,-1 2-6 0,-2 3-10 16,4-2-12-16,2-1-7 0,0-2-9 0,12-8-4 15,1-1-6-15,8-2-5 0,2-1-11 16,2-7-7-16,5-1-9 0,2 0-37 16,2-4-44-16,2 0 0 0,2 0 0 0,0-4 0 15,3 0 0-15,2-2 0 0,5-3 0 16,-2-1 0-16,2-2 0 0,4-4 0 0,2 0 0 16,-1-3 0-16,-2 0 0 0,0-2 0 15,-2 1 0-15,-5-1 0 0,-2-1 0 16,-3 2 0-16,-3-3 0 0,0 2 0 15,-4 0 0-15,-2-1 0 0,-2 3 0 0,0-1 0 16,-3 2 0-16,-3 0 0 0,0 2 0 16,-2 4 0-16,0 0 0 0,-3 6 0 0,-5-2 0 15,-1 0 0-15,3 6 0 0,-11 7-96 16,4-2-485-16,0 2-130 0,6-3-194 0,6-2 71 16,4 1 96-16,-2-1-733 0,6-4-920 15</inkml:trace>
  <inkml:trace contextRef="#ctx0" brushRef="#br0" timeOffset="6599.59">3197 12080 3880 0,'5'20'-112'0,"-5"-11"17"0,-3 1 20 16,-1 4 24-16,0 1 35 0,1 2 41 15,-1 0 30-15,-2 5 19 0,3-5-4 16,1 1 8-16,-1-1-4 0,3-1-3 0,0-3-2 16,3 1 3-16,1-2 13 0,1-1 2 15,1-1-5-15,-1-3-5 0,4 0 0 16,0-5-6-16,0 4 5 0,0-6 3 0,-9 0-5 16,22-3-1-16,-13-1 0 0,3-4 2 15,-3-1 6-15,0-1 4 0,1-2 10 0,-4-3-2 16,-1 1-6-16,-5-1-7 0,-3-2-1 15,1 0-8-15,-2 2-1 0,-1 4-8 16,-2-2-7-16,4 4-6 0,-5 3-3 16,-1 1-9-16,-3 1-3 0,-1 6-5 0,13-2-4 15,-27 8-19-15,14-1-34 0,-1 1-38 16,1 5-49-16,1-3-51 0,3 0-70 16,0 0-67-16,5 0-64 0,-2-4-76 0,2 3-129 15,2-5-52-15,2-4 57 0,0 8-333 16,0-8-381-16</inkml:trace>
  <inkml:trace contextRef="#ctx0" brushRef="#br0" timeOffset="7882.21">3595 11880 2437 0,'10'-3'-5'0,"-4"1"39"0,-6 2 32 16,11-4 33-16,-11 4 42 0,10-8 36 15,-8 7 25-15,-2 1 15 0,7-7 7 0,-7 7 4 16,0 0 3-16,6-5 5 0,-6 5 11 16,0 0-12-16,0 0 1 0,0 0-9 0,0 0-15 15,0 0-13-15,-21-10-20 0,4 11-15 16,-2-1-16-16,-8 3-15 0,-11 3-31 0,-2-1-11 15,2-2-7-15,-1 2-9 16,3 3-8-16,6-4-9 0,3 0 7 0,4-1-14 16,3 2-7-16,0-3-5 0,4 0-2 0,2 0-6 15,1 1-1-15,-1-1-3 0,14-2 2 16,-18 0-8-16,7 2 3 0,11-2 3 16,-11 1 11-16,11-1 3 0,-14 4 11 15,14-4 1-15,0 0 3 0,-14 0 5 0,14 0 0 16,0 0-3-16,0 0-4 0,-15 1-4 15,15-1-4-15,0 0-5 0,0 0-3 0,-12 2-9 16,12-2 0-16,0 0-5 16,0 0-4-16,0 0-5 0,-9 5-1 0,9-5 2 0,-6 14-3 15,4-2-3-15,-2 1 0 16,2 5 5-16,-2-3-2 0,2 3 5 0,2-2 6 16,-2 2 2-16,2-4 5 0,0 1-1 15,2-3 3-15,0 2-30 0,0-1-3 0,2-1 0 16,0-1 0-16,2-1 0 0,-1-1 0 15,3-1 0-15,4 0 0 0,1 0 0 0,1-2 0 16,4-1 0-16,0-1 0 0,-2 1 0 16,5 0 0-16,4 3 0 0,-4-2 0 0,0 2 0 15,9 4 0-15,-8 1 0 16,-6-2 0-16,2 3 0 0,-7-2 0 0,-1 1 0 16,-4-1 0-16,-3 5 0 0,-3 1 0 0,-5 1 0 15,-9 7 0-15,-3-2 0 0,-6 1 0 16,-2-1 0-16,-3-1 0 0,-5 4 0 15,1-6 0-15,2-3 0 0,-1 1 0 0,2-1 0 16,1-3 0-16,6-5 0 0,4-1 0 16,2-2 0-16,3-2 0 0,2-1 0 15,1 1 0-15,-1-2 0 0,4-1 0 0,-2 0 0 16,0 1 0-16,9-3 0 0,-15 4 0 16,5-4 0-16,10 0 0 0,-13 1 0 0,13-1 0 15,-12-1 0-15,12 1 0 0,0 0 0 16,-15 1 0-16,15-1 0 0,0 0 0 15,-9 3 0-15,9-3-725 0,-6 6-254 16,6-6 83-16,0 6 99 0,0-6-833 0,8 13-1070 16</inkml:trace>
  <inkml:trace contextRef="#ctx0" brushRef="#br0" timeOffset="8715.42">3483 13071 4465 0,'2'-9'-14'16,"-2"9"36"-16,0-7 26 0,0 7 36 0,0 0 37 16,0 0 30-16,-10-9 15 0,10 9 7 15,0 0-1-15,-28 12 6 0,2 5 8 0,-5 4 13 16,-10 11 13-16,3 4 5 0,-3 3 2 15,2-2-6-15,3 3-6 0,4-1-11 0,5 0-8 16,3-4-18-16,8-6-13 0,0 0-12 16,9-4-12-16,2-5-9 0,3 1-65 0,0-4-59 15,2 0 0-15,2-2 0 16,1 1 0-16,5-2 0 0,0-3 0 0,1-1 0 16,2-1 0-16,3-4 0 0,1-1 0 15,1-4 0-15,-1 0 0 0,-2-2 0 0,2-2 0 16,1 1 0-16,-7-2 0 0,2 0 0 15,-2 0 0-15,-4-2 0 0,1 3 0 16,-6 4 0-16,3-13 0 0,-3 13 0 0,-3-9 0 16,-3 4 0-16,-1 1 0 0,-3 3 0 15,-2-1 0-15,12 2 0 0,-28 2 0 0,8-1 0 16,6 3 0-16,-6 5-47 16,2-3-404-16,-2 6-87 0,3-5-107 0,4 2-137 15,-1 0-33-15,3 1 78 0,2-4-683 16,3 1-872-16</inkml:trace>
  <inkml:trace contextRef="#ctx0" brushRef="#br0" timeOffset="9781.85">3193 14483 3635 0,'9'-6'-41'0,"-9"6"50"16,0 0 18-16,0 0 36 0,0 0 16 0,0 0 33 0,0 0 23 15,0 0 14-15,0 0 2 0,0 0-7 16,0 0 2-16,0 0-1 0,0 0 2 0,0 0-1 16,0 0-2-16,0 0-3 0,3-9-8 15,-3 9-9-15,0 0-11 0,0 0-15 16,6-7-4-16,-6 7-13 0,3-9-7 0,-3 9-2 16,6-11 1-16,-2 2-12 0,-1-1-6 15,-1-2 0-15,0 2-2 0,1-2 0 0,-3 1-4 16,2-1 0-16,-2 4 0 15,-2-2-2-15,2 3-6 0,-3-3 2 0,1 2-7 16,2 8 0-16,-7-11-2 0,-1 5-3 16,1 2-9-16,7 4 6 0,-21-1-9 15,21 1 2-15,-27 11-2 0,14-6 0 0,1 7-7 16,-1 0 4-16,-1 1-2 0,5 3-5 16,2-3 2-16,-1 1 0 0,4 0 0 0,2-4-3 15,0 2 0-15,0-3 8 0,2-1-1 16,2 1 3-16,3-2-3 0,-5-7 7 0,7 12 2 15,-3-7 6-15,1-2 4 0,-5-3-2 16,11 7 5-16,-4-4 0 0,-7-3-5 16,13 5-3-16,-13-5 2 0,11 4-7 0,-8 1-3 15,-3-5-3-15,14 10 1 16,-8-3 1-16,1 6 4 0,3 0 20 0,-2 1 6 16,-3 2 7-16,-1-1 27 0,0 1 10 15,-2 0-2-15,-1 2 14 0,-1-3-54 0,-1 0-52 16,-3 2 0-16,-2-3 0 0,1 1 0 15,-6 4 0-15,-9 2 0 0,-1-4 0 0,-4 3 0 16,1-8 0-16,-3 2 0 0,-5 1 0 16,7-7 0-16,2-2 0 0,2 1 0 0,0-1 0 15,4-2 0-15,2-1 0 0,1-2 0 16,3 1 0-16,-3 0 0 0,14-2 0 16,-20 0 0-16,20 0 0 0,-18-2 0 0,18 2 0 15,-13 0 0-15,13 0 0 16,-15 0 0-16,15 0 0 0,-13-2 0 0,13 2 0 15,-12 0 0-15,12 0 0 0,0 0 0 16,0 0-375-16,-13 2-427 0,13-2-136 0,0 0 75 16,0 0-910-16,0 0-1203 0</inkml:trace>
  <inkml:trace contextRef="#ctx0" brushRef="#br0" timeOffset="11631.4">1423 7054 4426 0,'0'0'-177'0,"-7"-7"63"0,0 3 36 0,4-1 33 16,-1 0 31-16,4 5 22 0,-2-10 35 15,0 3 17-15,2 7 8 0,4-10-8 16,-4 10-2-16,4-7-3 0,-4 7-9 0,5-2 1 16,-5 2 7-16,0 0 2 0,14 12 4 15,-8-1 14-15,-1 1 5 0,-1 1 16 0,0 4 16 16,-2 2 10-16,-2-1 15 0,-2 0 10 15,2-1 4-15,-4 2 1 0,-2 1 3 16,-1-3 1-16,-2 0 0 0,-2 1-9 16,-1-3-2-16,-4-1-11 0,1-3-15 0,-1 1-18 15,3-6-4-15,-4 2-8 0,2-5-12 16,1-5-17-16,14 2-6 0,-27-9-9 16,11 0-9-16,-4-15-15 0,7-1-14 0,2 0-16 15,1 0 1-15,6 2-5 0,1 5-9 16,3-1 4-16,-2 3 3 0,2 2-7 0,2 0 3 15,1 2 0-15,1 2 0 0,2 1 6 16,0 2-3-16,3 5 2 0,1-1 1 16,-10 3 1-16,25 4-3 0,-6 2 8 15,1 3-3-15,9 8 6 0,0 0-3 16,-1 1 2-16,-3 0 4 0,0 1-4 0,-2-2 0 16,-6-3 2-16,0 0-7 0,-7-5-15 15,1 3-26-15,1-3-37 0,-3 1-47 0,-2 0-54 16,0-2-61-16,-2 1-71 0,1-1-79 15,-4-1-112-15,0 0-176 0,-2-2 12 16,0-5 63-16,0 0-396 0,7 3-484 0</inkml:trace>
  <inkml:trace contextRef="#ctx0" brushRef="#br0" timeOffset="11815.3">1703 7190 2973 0,'0'0'134'0,"0"0"52"0,0 0 30 0,0 0 27 0,0 0 11 0,0 0 1 0,0 0-17 15,0 0-18-15,2-8-22 0,-2 8-21 0,0 0-19 16,14-1-14-16,-14 1-14 0,18-3-31 16,-4 3-51-16,1-3-68 0,2 2-73 15,2 0-84-15,2 1-104 0,0-2-100 0,0 2-127 16,0-2-157-16,0-2 50 0,4 0-383 16,-6 4-473-16</inkml:trace>
  <inkml:trace contextRef="#ctx0" brushRef="#br0" timeOffset="12318.95">2250 6728 2699 0,'-6'-8'54'16,"3"-1"42"-16,-1 2 20 0,2 3 14 0,2 4 9 16,-6-4-4-16,6 4-6 0,0 0 13 15,0 0 20-15,-10 25 9 0,9-6 2 16,-3 3-3-16,0 15 4 0,-1 1 6 0,0 3-5 15,1 5 3-15,1-3-3 0,1-1-6 16,0-1-11-16,-2-1-2 0,4-10-13 0,-2-5-18 16,2-3-6-16,-1-3-10 15,1-1-9-15,-2-3-13 0,2-3-2 0,0-1-8 16,0-3-1-16,0-2-2 0,0-6 6 16,-2 11 8-16,2-11-12 0,0 0-11 15,0 0-5-15,0 0-11 0,0 0-28 0,5-25-22 16,-3 8-6-16,0-1-3 0,-4 1 3 15,0-2-10-15,-3 1 2 0,-1-1-6 0,-4 5 1 16,1 1-2-16,-2 5 2 0,-1 4-1 16,-3 4 1-16,-1 2 2 0,-7 7 2 0,-5 5 0 15,6 2 1-15,-2 3 1 0,7 1 6 16,4 0 2-16,4-4 4 0,2 0-4 16,2-1 0-16,5-1 8 0,0 2 1 0,1-3 6 15,6 1 19-15,-1 0 10 0,1-4 23 16,0-1 0-16,5-1-3 0,-1-1-3 15,-1 0-6-15,5-1-1 0,-4-2 1 16,1 0-8-16,1-2-7 0,-2 2-6 0,-11-4-1 16,16 3-16-16,-10-1-58 0,-6-2-68 15,11 4-74-15,-11-4-82 0,8 6-100 0,-8-6-113 16,2 2-133-16,-2-2-153 0,0 0 68 16,0 12-612-16,0-12-771 0</inkml:trace>
  <inkml:trace contextRef="#ctx0" brushRef="#br0" timeOffset="15546.76">1526 8110 3450 0,'0'0'-61'16,"3"-12"33"-16,-3 4 30 0,2 1 39 16,-2-2 45-16,3 2 28 0,-1 1 35 15,-2 6 11-15,2-9-3 0,-2 4-17 0,0 5-19 16,0 0-10-16,0 0-10 0,0 0 16 16,0 0 26-16,9 27-6 0,-7-3-10 0,0 11-11 15,-1 7-10-15,-1-1 8 16,2 0 2-16,0-1-18 0,0-1-9 15,0-2-4-15,-2-7-5 0,0-6-1 0,2-3 2 16,-2-2-8-16,0 0-2 0,0-6-11 16,0 2-4-16,0-3-4 0,0-5-2 0,0 3-6 15,3-4 0-15,-3-6 17 0,0 11-2 16,0-11-5-16,0 0-10 0,0 0-4 0,0 0 0 16,0 0-11-16,-7-34-5 0,3 18-5 15,1 0 3-15,-3-5-7 0,-3 5-2 16,-1-3-7-16,-1 3-5 0,-3 2-3 0,-3 2-3 15,0 6 0-15,-2 2-1 16,-2 4 4-16,-4 4-6 0,-9 6 10 0,3 2-4 0,4 3-2 16,1 2 0-16,7 4 2 0,3-4 0 15,5 0-2-15,1 0 4 0,3 0 5 16,3-1 2-16,2-3 1 0,2 3 0 16,0-2 0-16,2-3 4 0,2 4 4 15,1-1-5-15,2-4-2 0,0 0-1 0,2-1 8 16,1-1 2-16,4-1-10 0,-2-2 0 15,2-1-4-15,-1-3-41 0,5-2-52 0,-3 1-65 16,4-4-75-16,0-1-74 16,4-2-97-16,-2-1-97 0,9-3-129 0,-1 1-94 15,1-2 62-15,-5 2-463 0,4-2-591 16</inkml:trace>
  <inkml:trace contextRef="#ctx0" brushRef="#br0" timeOffset="15747.57">1816 8528 3465 0,'0'0'261'0,"0"0"46"0,0 0 31 0,0 0 21 0,0 0 20 16,-14-12 4-16,14 12-19 0,0 0-34 0,0 0-31 15,0 0-30-15,0 0-32 0,6-8-23 16,-6 8-23-16,10-6-26 0,-10 6-48 0,14-6-65 16,-2 4-97-16,-1-3-99 15,5 2-81-15,-1-2-84 0,3-1-81 0,-4-1-90 16,8 2-98-16,-3-2-132 0,-1-1-22 15,0 1 68-15,0-2-511 0,-2 4-639 16</inkml:trace>
  <inkml:trace contextRef="#ctx0" brushRef="#br0" timeOffset="16014.58">2311 8121 3127 0,'-2'-9'-44'0,"2"9"36"16,0 0 44-16,0 0 47 0,0 0 40 15,-30 24 39-15,17-9 23 0,-5 7 10 0,3 1 7 16,0 3 1-16,5-5 7 16,0-2 3-16,3 1-6 0,3-3-2 0,0-1-4 15,4 1 5-15,0 0-7 0,2-5-14 16,2 3-18-16,3-3-9 0,0-2-21 16,-2-1-10-16,5-2 0 0,-1-2-19 0,3 0-14 15,-1-2-10-15,0-1-13 0,1-2-71 16,-1 0-78-16,-11 0-90 0,23-4-108 0,-14 3-135 15,2-1-141-15,-4-1-200 0,-7 3 28 16,7-2 73-16,-7 2-489 0,0 0-607 16</inkml:trace>
  <inkml:trace contextRef="#ctx0" brushRef="#br0" timeOffset="17663.25">1818 9034 3111 0,'0'-8'-4'16,"0"-4"34"-16,0 3 23 0,-2-3 34 15,2 2 36-15,0-2 26 0,0 4 27 0,2-1 14 16,-2-1-3-16,0 4-16 0,0 6-21 16,0-10-17-16,0 10-14 0,0 0-8 15,0 0-8-15,-2 31-8 0,-2 3-6 0,0 6-8 16,-2-1-6-16,4 3-8 0,-2-3-9 16,1 2-5-16,1-3-9 0,0-7-1 0,2-6-3 15,-2-5-5-15,2-1-3 16,0-2-1-16,0-3-1 0,0 0 26 0,2-4 9 0,-2-1 20 15,2-1 29-15,-2-8 18 16,2 9 8-16,-2-9-9 0,0 0-17 0,0 0-14 16,0 0-10-16,9-23-18 0,-7 10-4 15,2-3-5-15,-4-1-5 0,2-5-7 16,-4 3-2-16,1-3-9 0,-4 3-6 0,1 4 3 16,-3 3-5-16,-2 0-2 0,-5 5-6 15,-3 3-3-15,-4 4-5 0,-15 8 4 0,0 4-7 16,-1 3-3-16,4 2-5 0,3 2 3 15,1 3 12-15,5-1-7 0,1 1-4 16,6 3 0-16,6-6 5 0,3-1-4 0,2-3 4 16,2 1-1-16,4-3-4 0,0-1 10 15,2 1 3-15,0-3-3 0,6 2 1 16,-1-4 5-16,3 3-4 0,2-5-4 16,1 1 5-16,4-2-9 0,-2-1 1 0,3-1-1 15,-2-1-3-15,2 0-2 0,-4-2 0 16,2 0 2-16,-1 0-27 0,1 0-54 0,-2-2-52 15,2-1-51-15,-1 1-55 0,1-3-63 16,-2 0-76-16,2 1-65 0,-1-1-96 16,1-2-129-16,-2 0-58 0,2 2 58 0,-3-2-507 15,3 1-630-15</inkml:trace>
  <inkml:trace contextRef="#ctx0" brushRef="#br0" timeOffset="17915.33">2022 9314 3427 0,'0'0'159'0,"-12"-2"25"15,12 2 23-15,0 0 28 0,0 0 33 0,0 0 21 16,-11-4 1-16,11 4-24 0,0 0-21 16,0 0-22-16,0 0-24 0,0 0-23 0,18-10-14 15,-6 7-17-15,1 0-18 0,1-1-13 16,4 2-18-16,0-3-57 0,1 2-65 15,-2-2-58-15,6-2-59 0,0 2-67 16,-1 0-74-16,1-1-69 0,-5 3-76 16,-1 0-84-16,-2-3-110 0,-4 3-38 0,2 1 55 15,-6 1-387-15,-7 1-469 0</inkml:trace>
  <inkml:trace contextRef="#ctx0" brushRef="#br0" timeOffset="18448.33">2481 9215 2781 0,'0'0'45'0,"0"0"30"16,0 0 23-16,0 0 22 0,0 0 35 15,0 0 24-15,0 0 19 0,0 0 1 0,0 0-4 16,0 0-8-16,0 0-6 0,20 10-14 15,-20-10-14-15,20 0-13 0,-20 0-13 0,23-4-12 16,-10-2-14-16,1 4-7 0,-2-4-8 16,4-2-3-16,-3 3-1 0,0-3 9 0,-1-4 11 15,-5 7 12-15,1-4 3 0,0-2 6 16,-4 1-4-16,-2-1-3 0,-4-1-7 16,-2 2-6-16,-2 3-9 0,-4-3-9 15,-1 3-10-15,-4 7-6 0,0 0-16 16,-5 3-2-16,-1 1-8 0,-5 8-2 0,0 3-2 15,1 1-6-15,2 5 1 0,3 2-5 16,2 4 2-16,4 0 14 0,3 0 1 0,3-3 6 16,5-1 11-16,1 0 11 0,4-4-1 15,0 3 6-15,3 1 4 0,2-4-4 0,5-1-3 16,1-3-2-16,0 2-4 0,3-8-5 16,3 2-3-16,2-5-44 0,2-3-18 15,-2-2 0-15,1-1 0 0,1 0 0 0,-3 0 0 16,-4-4 0-16,2 4 0 0,-5 0 0 15,-1-2 0-15,-12 2 0 0,18-2 0 16,-18 2 0-16,14-2 0 0,-14 2 0 0,9-4 0 16,-9 4 0-16,0 0-55 0,0 0-230 15,0 0-72-15,0 0-81 0,0 0-87 16,0 0-100-16,0 0-157 0,0 0 28 0,0 0 72 16,0 0-572-16,-32 10-716 0</inkml:trace>
  <inkml:trace contextRef="#ctx0" brushRef="#br0" timeOffset="20729.74">1558 10135 3672 0,'-2'-22'-10'16,"4"5"29"-16,-2 2 44 0,0 1 45 15,0 3 44-15,0 3 12 0,0 0-5 0,0 8-21 16,0-9-16-16,0 9-10 0,0 0-10 15,0 0 4-15,0 0-7 0,0 26-11 0,-2-4-8 16,2 2-9-16,2 3-4 16,-2 0-8-16,2 9-6 0,4 0-3 0,-6-7-4 15,4-5-9-15,-4-3 1 0,2-2-4 16,0-3-6-16,1-1 0 0,-3-3-1 0,0-2-1 16,2-1-2-16,0-1 0 0,-2-1 0 15,2 0 19-15,0-3 11 0,-2-4 6 16,0 0-6-16,0 0-11 0,0 0-6 0,19-16-2 15,-10 3-6-15,4-5-3 0,1-5-10 16,-1 2 2-16,-1 5-4 0,-1 2-4 16,1 3-2-16,-2 1 1 0,-3 4-6 15,2 2-2-15,1 2-1 0,-10 2 2 0,22 8-2 16,-11-2 0-16,0 5 4 0,-1 1 3 16,-1 0 0-16,0 5 1 0,-3-1 19 15,0 1 22-15,-4 0 27 0,0 0 29 0,-4 0 15 16,0 0 13-16,-2 0 9 0,-2-1-6 15,1 1-12-15,-5 0-10 0,2-3-7 0,-1-2-15 16,-2-1-2-16,2-2-14 0,-3 0-9 16,-1-1-9-16,2-5-14 0,-1 1-20 15,-2-4-38-15,14 0-37 0,-28-9-61 0,14 3-36 16,1 0-42-16,-1-4-44 16,3 3-61-16,-1-3-64 0,5 3-67 0,-1 2-69 15,3-2-87-15,3 3-157 0,0-4 53 16,2 8-522-16,9-13-671 0</inkml:trace>
  <inkml:trace contextRef="#ctx0" brushRef="#br0" timeOffset="20930.38">2063 10326 3569 0,'6'-6'83'0,"-6"6"33"0,0 0 28 0,9-6 7 0,-9 6-10 0,8-5-10 0,-8 5-13 16,8-4-16-16,-8 4-8 0,13-6-13 0,-3 4-6 15,-10 2-10-15,22-4-45 16,-10 0-56-16,1 2-68 0,-1 1-78 0,3-3-59 16,-1 2-65-16,-3 0-81 0,2 0-123 15,-1 0-40-15,-12 2 35 0,16 0-186 16,-16 0-193-16</inkml:trace>
  <inkml:trace contextRef="#ctx0" brushRef="#br0" timeOffset="21496.22">2456 10256 1926 0,'-9'-5'151'0,"9"5"40"0,0 0 24 0,0 0 5 16,0 0 12-16,0 0 12 0,0 0 3 15,0 0 8-15,0 0-2 0,0 0-12 16,0 0-13-16,0 0-13 0,28 0-19 0,-28 0-18 15,19 0-14-15,-5 0-15 0,-1-2-19 16,4 0-3-16,0-2-20 0,0 0-11 16,0 0-10-16,-1-2-3 0,0-1-15 0,-4 3 8 15,-1-4 6-15,-1 2 2 0,0-1 2 16,-5-2-1-16,-1-1 8 0,0 1-19 0,-4 1-13 16,-2-1 0-16,-2-1-12 15,-3 1-2-15,-3 1-7 0,-3 2-10 0,-5 4-5 16,3 0 3-16,-4 4-4 0,-1-1-4 15,0 2-2-15,-1 3-7 0,6 0 0 0,-4 1 3 16,6 2-5-16,-1-1 13 0,1-1 6 16,1 0 14-16,5 3 11 0,-1-5 8 15,1 4 13-15,1 0 7 0,2-1 9 0,0 1 2 16,4-1 3-16,-2-1 0 0,2-7-6 16,2 17-4-16,0-10-7 0,2 1-1 0,-2 2-4 15,0-3-47-15,2-1-26 16,-4-6 0-16,4 12 0 0,-4-12 0 0,3 8 0 0,-3-8 0 15,0 9 0-15,0-9 0 0,4 6 0 16,-4-6 0-16,0 0 0 0,2 10 0 16,-2-10 0-16,0 0 0 0,0 7 0 15,0-7 0-15,0 0 0 0,0 0 0 16,0 0 0-16,0 0 0 0,0 0 0 0,0 9 0 16,0-9 0-16,0 0-184 0,0 0-120 15,0 0-66-15,0 0-65 0,0 0-70 0,0 0-85 16,0 0-114-16,0 0-54 0,0 0 70 15,0 0-555-15,0 0-703 0</inkml:trace>
  <inkml:trace contextRef="#ctx0" brushRef="#br0" timeOffset="22329.4">2485 10265 3188 0,'0'0'-102'0,"0"0"50"0,0 0 42 0,0 0 35 0,0 0 29 16,0 0 26-16,0 0 28 0,0 0 25 0,0 0 9 15,0 0 14-15,14 17 10 0,-14-17 3 16,9 3 3-16,-9-3-12 0,15 1-8 0,-6-1-9 15,-9 0-16-15,23-4-4 0,-9 3-1 16,2-2 1-16,-2-3-11 0,1 2-6 16,1-6 1-16,-3 3 17 0,-2 1 4 0,1-3 10 15,-5-1 6-15,-1 0-4 16,-5 0-9-16,1 1-14 0,-4-2-6 0,1 0-19 16,-5 2-12-16,-1 0 0 0,-2 3-16 15,-7 2-4-15,0 1-6 0,-2 5-13 0,-6 3-2 16,-6 5 2-16,1 4-14 0,1 4-1 15,1 1-4-15,3 4 1 0,3 0-4 0,3 1-5 16,5 1 1-16,4-6-4 0,2 1 9 16,6-3 3-16,1 1 9 0,1-1 8 15,6 0 19-15,2 0 9 0,0-2 14 0,7 0 8 16,4 3 5-16,2-5 13 0,-5-6 5 16,5 0 3-16,0-2-16 0,-1-3-100 15,-1 0 0-15,3-4 0 0,-1 0 0 16,-4 0 0-16,1-1 0 0,-1 0 0 0,-3-1 0 15,-1 2 0-15,-1-1 0 0,-4 1 0 16,-9 2 0-16,17-3 0 0,-17 3 0 0,11-3 0 16,-11 3 0-16,11-4 0 0,-11 4 0 15,0 0 0-15,0 0-209 0,7-2-266 16,-7 2-88-16,0 0-119 0,0 0-173 0,0 0 67 16,0 0 80-16,-36 12-622 0,22-5-787 15</inkml:trace>
  <inkml:trace contextRef="#ctx0" brushRef="#br0" timeOffset="24795.06">1880 11126 3642 0,'2'-4'-30'15,"-2"4"25"-15,8-8 23 0,-8 8 28 0,3-9 24 16,-1 6 18-16,-2 3 14 0,3-9 2 16,-1 5-1-16,-2 4-5 0,2-9 5 0,-2 9 4 15,3-9-2-15,-3 9 5 0,-1-7-1 16,1 7-5-16,-6-12-7 0,1 7-13 15,0 2-7-15,5 3-8 0,-20-4-9 0,6 6-6 16,-8 6-5-16,-8 3-6 16,-1 8-4-16,1 1-2 0,-6 8-3 0,4-1 1 0,8-2 0 15,4 4 0-15,4-2 0 0,2 2 4 16,5-5 3-16,6-2 7 0,1-3 15 16,2 1-1-16,3-1 14 0,6 1 3 15,0-2 3-15,0-3-1 0,5 2-9 0,1-5-3 16,1 0-4-16,0-4-3 0,2-3-10 15,-2-1-4-15,4-1-12 0,1-3-2 16,-2-3-57-16,-2 3-59 0,3-2-65 0,-4-2-74 16,0-1-71-16,-1 0-87 0,-1 2-109 15,-3-3-155-15,0 5-40 0,1-2 56 0,-3 0-431 16,0 2-529-16</inkml:trace>
  <inkml:trace contextRef="#ctx0" brushRef="#br0" timeOffset="25013.47">2126 11332 3229 0,'0'0'186'15,"-3"-9"15"-15,3 9 23 0,-4-6 20 16,4 6 10-16,0 0-3 0,0 0-22 16,-2-11-16-16,2 11-31 0,0 0-19 0,9-8-15 15,-3 4-18-15,-6 4-13 0,15-1-64 16,-3-3-60-16,-12 4-72 0,19-3-85 0,-6 1-102 15,1 0-99-15,-3-1-105 0,6-1-140 16,-2 1-30-16,1-1 65 0,-1 1-326 0,-1 2-382 16</inkml:trace>
  <inkml:trace contextRef="#ctx0" brushRef="#br0" timeOffset="25496.21">2511 11198 2480 0,'0'0'14'0,"0"0"33"16,17 5 33-16,-17-5 34 0,0 0 26 15,10 4 23-15,-10-4 13 0,15 2-2 0,-15-2 5 16,19 1-6-16,-19-1-8 16,24-3-3-16,-12 1-9 0,1 0-17 0,5-1-1 15,-3-3-4-15,0 2-7 0,-2-4 1 0,3 2 3 16,-5-2 4-16,-1-1 3 0,0-2-5 15,-5-1-4-15,1 1-10 0,-5-2-9 16,-1 3-3-16,-1 1-12 0,-3-3-9 16,-3 4-8-16,-6 3-7 0,1 4-9 0,-10 1-3 15,0 4-7-15,-10 5-3 0,0 4-4 16,-2 4-5-16,8-1 3 0,0 3-3 0,4 4 3 16,3-1 2-16,6 3 10 0,4-2 3 15,2-1 10-15,5-5 15 0,2 4 10 0,4 2 13 16,3-4 12-16,6 10 4 0,2-2 2 15,2-5 5-15,6-4 0 0,0 0-1 16,-3-7 0-16,2 0 3 0,-3-4-2 0,3 0-106 16,-1-3-20-16,-3 0 0 0,-1-4 0 15,-2 0 0-15,0 0 0 0,-15 0 0 16,23 0 0-16,-14-1 0 0,-9 1 0 16,18-3 0-16,-18 3 0 0,0 0 0 0,18 0 0 15,-18 0 0-15,5-1 0 0,-5 1-97 16,0 0-357-16,0 0-100 0,0 0-118 0,0 0-186 15,0 0 53-15,-32 12 91 0,16-6-659 16,-2 6-827-16</inkml:trace>
  <inkml:trace contextRef="#ctx0" brushRef="#br0" timeOffset="26879.04">1608 12322 4030 0,'0'0'14'0,"-2"-17"15"16,2 13 41-16,2-4 50 0,-2 8 35 0,4-10 10 16,-4 10-6-16,3-7-11 15,-3 7-19-15,0 0-13 0,6-4-5 0,-6 4-3 16,0 0 1-16,16 17 10 0,-11-5 7 16,1 2 5-16,-3 3 8 0,-1-1 11 15,-4 5 12-15,0 2 4 0,-1-3-10 0,-3 4 1 16,-1-3-13-16,-7 8 4 0,1-3-15 15,-5-3-4-15,4-4-7 0,-2-3-14 0,1-4-12 16,1 2-7-16,1-5-9 0,2-3-5 16,-1 0-7-16,1-3-9 0,11-3-15 15,-19-3 0-15,8-6-5 0,-1-6-11 0,1-14-16 16,0-2-11-16,4-6-4 16,3 1-8-16,4 5 3 0,0 7-4 0,0 4 0 15,2 3 2-15,3 0-3 0,-1 3 5 16,1 3-4-16,3 3-1 0,1 3 3 0,3 2 5 15,3 1-3-15,2 4-3 0,6 3 7 16,11 5 1-16,2 2-4 0,0 2 1 16,0 1 6-16,1-1 0 0,-2 1 2 0,-5 1-3 15,-1-3 0-15,-2 1-5 0,-9-4 4 16,1-1-2-16,-9-1 1 0,4-2 0 0,-5 0-8 16,-2 0-28-16,2-3-52 0,-4 0-66 15,2 0-64-15,-7-3-84 0,11 4-86 16,-11-4-102-16,10 0-122 0,-10 0-188 0,12-5 66 15,-12 5 79-15,11-12-530 16,-4 2-653-16</inkml:trace>
  <inkml:trace contextRef="#ctx0" brushRef="#br0" timeOffset="27080.67">2166 12317 3508 0,'0'0'154'0,"0"0"34"0,0 0 26 0,0 0 31 16,0 0 34-16,0 0 12 0,0 0-12 15,0 0-22-15,0 0-17 0,0 0-26 0,0 0-18 16,0 0-22-16,17-4-16 0,-7 4-17 16,-10 0-16-16,23-2-62 0,-10 1-69 15,2-1-67-15,5-1-78 0,0-3-99 16,3 0-106-16,-1 2-99 0,-2-3-87 16,3 1-111-16,-2 0-17 0,-4 0 66 0,0 0-405 15,1 0-484-15</inkml:trace>
  <inkml:trace contextRef="#ctx0" brushRef="#br0" timeOffset="27328.49">2571 12147 2626 0,'-4'-6'-6'0,"4"6"52"0,-7-12 35 15,2 9 34-15,5 3 43 0,-8-7 18 16,8 7 22-16,-11-4 6 0,11 4 7 0,0 0 13 16,-30 16 7-16,20-6 7 15,-3 6-6-15,1 2-16 0,1-1-3 0,0 9-23 0,0-3-17 16,4-4-14-16,3 0-13 15,3-2-12-15,-1 0-13 0,4-2-14 16,-1 1-6-16,3-3-10 0,0 1-13 0,3-2-6 16,0-3-16-16,0-1-40 0,0-1-51 15,1-3-52-15,-8-4-58 0,17 5-60 0,-9-7-52 16,-8 2-51-16,17 0-53 0,-17 0-86 16,13-5-134-16,-13 5-72 0,10-2 54 0,-10 2-397 15,0 0-473-15</inkml:trace>
  <inkml:trace contextRef="#ctx0" brushRef="#br0" timeOffset="29627.51">1671 13772 2656 0,'5'-10'14'0,"-1"-1"38"15,-2-1 25-15,2 3 33 0,0 1 45 0,0 2 31 16,-2 0 20-16,-2 6 8 0,3-9-13 16,-3 9-19-16,6-6-20 0,-6 6 1 15,0 0 28-15,0 0 16 0,17 23-4 0,-11-5 0 16,0 5-1-16,-1 9 6 0,-1 0-1 16,0-3-14-16,-4-5-10 0,2 0 0 0,-2 1-8 15,0-7-6-15,2 1-6 0,-2-4-2 16,0-3-13-16,0 3-9 0,0-5-6 0,0-2-2 15,0 0-2-15,2 0 0 0,-2-8-4 16,-2 8-5-16,2-8-9 0,0 0-111 16,0 0 0-16,0 0 0 0,0 0 0 15,0 0 0-15,-4-25 0 0,3 12 0 16,-6-2 0-16,3 1 0 0,-1-1 0 0,-3 1 0 16,-4-1 0-16,1 5 0 0,-4 2 0 15,0 3 0-15,-6 5 0 0,-1 4 0 0,-14 3 0 16,4 3 0-16,3 5 0 0,-1 1 0 15,8 3 0-15,0-1 0 0,7-1 0 16,7-1 0-16,-1 1 0 0,4 1 0 16,3-3 0-16,0 2 0 0,2 0 0 15,2-1 0-15,1-3 0 0,1 3 0 0,0-1 0 16,3-1 0-16,3-2 0 0,-2 1 0 16,3-1 0-16,1-2 0 0,1-3 0 0,3-1 0 15,-2 0 0-15,4-6-10 0,-2 0-410 16,9 0-99-16,0-8-115 0,10-1-163 15,-3 1-47-15,0-2 82 0,2 1-668 0,1-3-881 16</inkml:trace>
  <inkml:trace contextRef="#ctx0" brushRef="#br0" timeOffset="29828.25">2002 14093 4263 0,'-7'-7'107'0,"7"7"42"0,0 0 39 16,-4-7 49-16,4 7 21 0,-4-7 11 0,4 7-8 15,0 0-19-15,0 0-25 0,-2-8-22 16,2 8-22-16,0 0-18 0,8-9-17 0,-8 9-21 16,11-9-39-16,-2 3-72 0,4-1-91 15,-1-2-74-15,4-1-86 0,1-3-86 16,0 3-90-16,6-9-103 0,0 1-155 0,-2-1-31 16,2-2 65-16,-3 4-462 0,-2 2-576 15</inkml:trace>
  <inkml:trace contextRef="#ctx0" brushRef="#br0" timeOffset="30294.56">2416 13367 2951 0,'-2'-7'26'0,"0"1"36"0,2 6 29 16,-4-11 15-16,4 11 1 0,0 0-1 16,0 0 9-16,0 0 58 0,0 0 29 0,-9 28 11 15,5-4 0-15,-1 14 15 0,-4-1-13 16,2 4-23-16,1 0-14 0,-3 1-14 15,2-3-19-15,-2 0-9 0,4-1-11 0,-1-3-9 16,1-1-19-16,1-8-6 0,-1-2-8 16,2-7-7-16,-1-2-7 0,2-3-4 15,0 0-11-15,0-3 0 0,2-3 1 16,0-6-10-16,-1 9-7 0,1-9-5 0,0 0-3 16,0 0-3-16,0 0-2 0,9-19-7 15,-2 5 7-15,2 1-12 0,-2-1 3 16,2 1-9-16,1 0 4 0,-2 1-2 0,1 2-7 15,-2 3 9-15,2 1-6 0,-2 0 0 16,0 4 0-16,-7 2 2 0,0 0 27 0,20 8 25 16,-15-2 16-16,1 3 29 0,-1 5 13 15,2-1 8-15,-3 4 10 0,-3-1 11 0,3 1 20 16,-2 3 20-16,-4-1 14 0,-2 3-196 16,-1-1-4-16,-2 0 0 0,-2 0 0 15,0-3 0-15,-9 6 0 0,7-6 0 16,-1-3 0-16,-1 0 0 0,-1-2 0 15,5-3 0-15,-2-2 0 0,-3 1 0 0,1-2 0 16,2-2 0-16,-3 0 0 0,3-4 0 16,3 3 0-16,-1-2 0 0,9-2-234 0,-17 0-474 15,17 0-139-15,-14-2-36 0,14 2 75 16,0 0-794-16,-13 3-1043 0</inkml:trace>
  <inkml:trace contextRef="#ctx0" brushRef="#br0" timeOffset="31927.91">1383 15050 4585 0,'-1'-9'-104'0,"-2"0"18"15,3 9 45-15,4-17 49 0,0 10 45 16,0 0 21-16,1 2 2 0,-1 0-3 15,5 0-8-15,-9 5-7 0,20 0-6 0,-20 0 1 16,26 8 8-16,-13 1 7 0,1 1 10 16,-3 4 10-16,1 1 16 0,-2 1 7 0,-5-1 7 15,-1 1 4-15,0 1 8 0,-6 1 1 16,0-1-12-16,-4 0-2 0,-5 9-9 16,-3-5-15-16,-2 3-6 0,0-6-8 15,3-3-4-15,-3-3-3 0,5-3-5 16,-3-1-9-16,5-5 3 0,2-1-6 0,7-2-16 15,-20-8-5-15,11-6-2 0,2-5-6 16,-2-11-6-16,4-7-9 0,5 7 5 0,2-6 0 16,1 6-12-16,-1 7 9 0,3 0-5 15,0 4-2-15,1 4-8 0,1 3 9 16,1 0-3-16,2 7 12 0,3-1-11 0,1 3 1 16,-1 3-3-16,6 2 2 0,1 4-1 15,13 0 0-15,0 4 7 0,1 0-6 0,-1 1-1 16,-1-1 0-16,-2 1 3 0,-3-3-2 15,-7 1-1-15,-2-3 4 16,1 2-33-16,-6 0-51 0,-2 0-67 0,0-3-92 16,-4 3-100-16,0 0-110 0,-3-1-140 15,0-2-203-15,-1 1 73 0,-2 1 83 0,-1-7-461 16,4 8-564-16</inkml:trace>
  <inkml:trace contextRef="#ctx0" brushRef="#br0" timeOffset="32110.46">1941 15051 3393 0,'0'0'201'0,"0"0"17"0,0 0 27 0,0 0 35 0,-1-10 18 0,1 10-4 15,0 0-29-15,5-5-24 0,2-1-39 16,6-1-20-16,-1 3-24 0,2-3-9 16,5-4-45-16,2 3-75 0,-2-2-81 0,7-2-95 15,-3-1-104-15,4 2-103 0,-7-3-122 16,-2 3-164-16,0 2-43 0,-4 1 52 0,0-4-398 15,-1 2-503-15</inkml:trace>
  <inkml:trace contextRef="#ctx0" brushRef="#br0" timeOffset="32544.22">2381 14512 3068 0,'0'0'63'15,"-2"-10"8"-15,2 10 1 16,0 0 6-16,0 0 44 0,0 0 41 0,0 0 18 15,2 31 7-15,-2-12-9 0,0 1-15 16,0 7 2-16,0 0 0 0,0-2-12 0,0 13-13 16,0-7-13-16,-2-3-9 0,2-5-14 15,-2 3-14-15,1-2 1 0,-1-2 2 16,0-3 1-16,0-1-4 0,0-7-3 0,0 3 4 16,1-6-6-16,-1 1 9 0,0-2-8 15,2-7-22-15,-2 7-3 0,2-7-13 0,0 0-5 16,0 0-7-16,0 0-3 0,17-32-3 15,-9 19-5-15,5 0 2 0,-6-1-7 16,5 4-1-16,-1 1 0 0,-3-1-3 16,2 4-2-16,-3 2 4 0,1 0 2 15,-8 4 18-15,0 0 16 0,25 8 27 0,-16-2 12 16,-2 2 14-16,2 4 6 0,-2 1 21 16,-1 2 13-16,-3 2 27 0,-1 1 19 0,0 0 6 15,-2 0-101-15,-2 0-99 0,0-2 0 16,-1 1 0-16,-5-3 0 0,3 1 0 15,-6 1 0-15,0-3 0 0,0-1 0 0,-3-4 0 16,1 3 0-16,-2-5 0 0,-4 2 0 16,2-1 0-16,2-2 0 0,-3-1-670 15,1-2-271-15,4 1 33 0,0 0 76 0,-1-3-814 16,14 0-1084-16</inkml:trace>
  <inkml:trace contextRef="#ctx0" brushRef="#br0" timeOffset="44625.22">4310 6849 1791 0,'0'0'480'0,"-7"-6"-167"16,7 6-82-16,0 0-30 0,0 0 16 16,0 0-8-16,-21 14 3 0,15-6-2 0,0 5 3 15,0 1-5-15,2 1-7 0,2 3 4 16,6-3-14-16,1 1-6 0,4 1 7 0,4-1-5 16,14-1 20-16,3-3-13 0,3-8-16 15,11-6-18-15,17-3-12 0,9-9-13 0,23-8-17 16,4-5-10-16,5 2-12 0,-3-5-9 15,2-4-15-15,-4 2-4 0,-8 3-4 16,-3 0-2-16,-25 7-7 0,-4 1-13 0,-9 6-4 16,-10 2-4-16,-7 0 0 0,-6 5-6 15,-9 4-8-15,-2 0-8 0,-3 0 0 16,-2 2-9-16,2 2 2 0,-11 0-4 16,0 0-9-16,14 0-35 0,-14 0-25 0,6 5-41 15,-6-5-56-15,3 9-72 0,-3-9-107 16,-7 12-126-16,0-3-143 0,0 4-169 0,-9 2 76 15,-3 6-614-15,-2-1-778 0</inkml:trace>
  <inkml:trace contextRef="#ctx0" brushRef="#br0" timeOffset="46625.05">18635 3784 3533 0,'-36'-5'-93'0,"-3"-3"23"0,0 0 22 16,-6 1 31-16,-4 1 39 0,-4-2 43 15,9 2 38-15,0 0 14 0,6 1 11 0,11 1-5 16,5 0-4-16,7 3-9 0,5-2-10 16,10 3-5-16,0 0-10 0,0 0-8 0,0 0-9 15,101 4 0-15,-15 1-8 16,36 0-3-16,21 4-7 0,13-3-5 0,11 4-5 15,11 1-6-15,49 3 0 0,-50-3-1 16,50 1-4-16,-64-4-1 0,-5-2-4 0,-4-2-2 16,-19 0-1-16,-15-4 0 0,-33-2-8 15,-15 2-2-15,-9-2 4 0,-18 1 2 16,-13 1-6-16,-9-4-7 0,-8 1-3 0,-6-1-6 16,-7 0 1-16,-2 4-4 0,-19-8 0 15,-7 3-2-15,-19-1-3 0,-19-2 0 0,-12 1-1 16,-8 4 7-16,-29-3-2 0,-9 2-1 15,-9 3 3-15,-10-1 3 0,-5 2 1 0,-8 2-2 16,7-2 1-16,9 2 22 0,20 1 18 16,33 0 4-16,17-2 0 0,23 1 2 15,14 1-4-15,14 0-2 0,9 0 0 16,8-3 0-16,0 0-5 0,58 11-1 16,1-5-4-16,9-1-7 0,11-1 5 0,6 2-3 15,4-4-34-15,24 2-42 0,-21-3-58 16,-5-1-93-16,-1 1-96 0,-8-3-127 0,-9 0-153 15,-22-3-66-15,-7 0 61 0,-15 1-287 16,-11 0-357-16</inkml:trace>
  <inkml:trace contextRef="#ctx0" brushRef="#br0" timeOffset="47124.26">19195 4055 2379 0,'9'-13'116'0,"-4"1"28"0,1 3 20 0,-5 1 29 15,3 0 20-15,0 3 32 0,-2 0 17 16,-1-2-10-16,-1 7-26 0,0 0-28 0,0 0 4 15,0 0 33-15,0 0 14 0,-22 44-17 16,-3-2 15-16,-7 6-5 0,0 7 5 16,-14 13 11-16,0 3-14 0,0-4-10 15,14-13-3-15,-1 1-12 0,3-4-7 0,5-2-16 16,7-3-5-16,4-10-8 0,4-2-6 16,5-6-177-16,5-4 0 0,5-2 0 0,6 2 0 15,13-2 0-15,2-1 0 0,21 0 0 16,13-5 0-16,5-2 0 0,9-1 0 0,5-1 0 15,2-2 0-15,1-3 0 0,4 3 0 16,-6-2 0-16,-4-2 0 0,-4-1 0 0,-9-1 0 16,-15 0 0-16,-4-2 0 0,-16-2 0 15,-3 3 0-15,-5-3 0 0,-8 2 0 0,1-2 0 16,-2 0 0-16,-11 0 0 16,11 0 0-16,-11 0 0 0,0 0 0 0,0 0 0 15,0 0-332-15,0 0-146 0,0 0-100 16,0 0-87-16,0 0-165 0,-27-9 52 0,27 9 70 15,-17-3-592-15,14 0-758 0</inkml:trace>
  <inkml:trace contextRef="#ctx0" brushRef="#br0" timeOffset="47393.22">19957 4878 3650 0,'0'0'36'0,"0"0"27"0,-2-8 11 0,2 8 9 16,0 0 13-16,0 0 29 0,0 0 31 15,0 0 25-15,0 0-7 0,13 22 3 0,-10-10-4 16,3 3 6-16,-3 1 1 0,1 1 0 16,0 0 5-16,-4 2 18 0,0 1-2 0,-4-1-11 15,0 2 2-15,-3-3-9 0,-6 8-12 16,1-6-16-16,-3 6-15 0,-6-7-13 16,5-1-14-16,3-5-14 0,1-1-5 0,-4 1-15 15,1-1-31-15,3-4-55 0,3-1-52 16,0-2-58-16,-2 0-60 0,4-3-51 0,7-2-70 15,-11 0-90-15,11 0-72 0,0 0-88 16,-7-12-101-16,12 5-70 0,1-3 54 16,-1 0-489-16,10-4-620 0</inkml:trace>
  <inkml:trace contextRef="#ctx0" brushRef="#br0" timeOffset="48524.36">20758 4760 3028 0,'0'0'-29'0,"0"0"57"0,0 0 49 0,-30-7 59 16,30 7 40-16,-6-7 43 0,6 7 32 16,0 0 15-16,-6-9 5 0,6 9-11 15,0 0-28-15,-6-5-13 0,6 5-33 0,0 0 7 16,0 0 35-16,-22 22 3 0,5 1-3 15,-7 5 0-15,-2 5-14 0,-1 0-15 0,-2 3-12 16,9-6-9-16,-7 2-11 0,8-3-4 16,-2 0-13-16,0-3-6 0,5-4-16 0,4-2-8 15,0-6-7-15,2-3-113 0,3-3 0 16,1 2 0-16,1-3 0 0,-2 1 0 16,7-8 0-16,-3 4 0 0,3-4 0 15,0 0 0-15,0 0 0 0,6-27 0 0,3 9 0 16,8-11 0-16,2-1 0 0,6-8 0 15,4-2 0-15,0 2 0 0,-3 3 0 16,-5 7 0-16,-4 7 0 0,-4 4 0 0,-1 5 0 16,-3 0 0-16,-1 6 0 0,-3 3 0 15,-5 3 0-15,0 0 0 0,0 0 0 0,25 13 0 16,-16-3 0-16,-4 5 0 0,4 1 0 16,1 1 0-16,0 1 0 0,-1 1 0 15,0-2 0-15,5-3 0 0,-3 1 0 16,0 1 0-16,1-6 0 0,-2 0 0 0,-1-3 0 0,1-2 0 15,1-3 0-15,-2-2 0 0,-9 0 0 16,23-4 0-16,-11 1 0 0,3-4 0 16,-1-2 0-16,1-1 0 0,-2-4 0 15,1-4 0-15,2-5 0 0,2-4 0 0,-2 0 0 16,0-4 0-16,5-8 0 0,-4 5 0 16,-1 5 0-16,-3 0 0 0,-1 7 0 0,-3 5 0 15,-4 1 0-15,3 4 0 0,-4 4 0 16,2-1 0-16,-2 3 0 0,-4 6 0 0,5-2-391 15,-5 2-180-15,0 0-75 0,0 0-139 16,8 14-57-16,-7-4 88 0,1-3-675 16,5 1-880-16</inkml:trace>
  <inkml:trace contextRef="#ctx0" brushRef="#br0" timeOffset="48840.49">21395 4761 3707 0,'0'0'-35'0,"0"0"77"0,0 0 63 0,0 0 50 0,0 0 45 0,-18 14 44 15,13-9 21-15,-1 0 11 0,1 1-17 0,-4 0 6 16,4 3-8-16,-3-1-9 0,5-1-4 16,1 4-19-16,-2-5-19 0,2 3-16 15,2-9-14-15,-1 14-15 0,2-5-15 0,-1-9-12 16,6 12-14-16,-1-8-9 16,5 2-7-16,2-2-17 0,-1-1-9 0,2-3-8 15,-13 0-11-15,28-3-3 0,-12-3-20 16,-1 0-36-16,-1-4 0 0,0-1 0 0,-1-5 0 15,-4-1 0-15,-2-4 0 0,1-10 0 16,-4 6 0-16,0 1 0 0,-4 5 0 0,0 0 0 16,-2 3 0-16,-2 5 0 0,1-1 0 15,-6 2 0-15,2 6-22 0,-4 1-158 0,-3 3-46 16,14 0-62-16,-31 7-89 0,17-1-99 16,-6 1-113-16,7 0-155 0,-1 2-49 15,9-5 83-15,3 2-578 0,2-6-746 0</inkml:trace>
  <inkml:trace contextRef="#ctx0" brushRef="#br0" timeOffset="49059.86">22258 4677 3812 0,'-2'-9'83'16,"2"9"34"-16,0 0 55 0,0 0 35 15,0 0 14-15,-32 3 7 0,32-3-16 16,-15 10-21-16,6-5-19 0,4 4-13 0,-1-1-32 15,5 2-11-15,-1 1-11 0,2-3-10 16,2 3-34-16,1 0-38 0,6 1-52 0,3-1-54 16,3-1-78-16,7-1-70 15,1-4-76-15,2 0-56 0,11 1-51 0,-4-4-34 16,9 0-14-16,4-4-18 0,-2 0-18 16,3-4-395-16,-2-1-375 0</inkml:trace>
  <inkml:trace contextRef="#ctx0" brushRef="#br0" timeOffset="49274.32">22769 4732 2310 0,'23'-19'-6'16,"-2"1"69"-16,-6 2 72 0,-2 3 62 0,-5 2 53 15,-1 1 30-15,1 1 27 0,-6 3 1 16,-2 6 12-16,0 0 8 0,0 0 5 16,-27 1-1-16,3 16-8 0,-13 6-9 0,-7 9-16 15,3 1-21-15,-5 4-22 0,0 1-14 16,2 6-25-16,3-3-21 0,2 5-19 16,3 0-11-16,3-3-18 0,3-6-41 0,3-1-50 15,7-6-51-15,2-7-54 0,3-1-64 16,2-2-61-16,3-6-48 0,5-6-43 15,-4-4-73-15,6 0-67 0,3-4-50 0,0 0-46 16,0 0-19-16,-8-16-17 0,8 3-19 16,4-10 3-16,2-12-560 0,4-4-582 0</inkml:trace>
  <inkml:trace contextRef="#ctx0" brushRef="#br0" timeOffset="49442.3">22401 4749 2897 0,'25'-49'-90'0,"-5"9"53"0,-2 13 65 16,-2 1 63-16,-7 9 44 0,-2 3 22 0,-1 5 0 15,-3 3 6-15,-1 4 29 16,-2 2 20-16,0 0-4 0,0 0-6 0,-7 29-12 0,-1-14-16 15,5 5-14-15,-5-1-23 16,4 3-10-16,0-2-16 0,0 2-49 0,2-3-50 16,4-2-61-16,-4-1-80 0,4 1-89 15,2 0-102-15,0-3-126 0,-1-2-209 0,0 0 51 16,3-4 77-16,-3 1-269 0,3-1-284 16</inkml:trace>
  <inkml:trace contextRef="#ctx0" brushRef="#br0" timeOffset="50074.16">23197 4630 2502 0,'0'0'200'0,"-13"-7"31"16,13 7 41-16,-21 0 26 0,21 0 10 0,-30 8-22 16,10 3-11-16,-6 2-24 0,0 6-17 15,-1 0-22-15,4 1-26 0,3 3-12 0,7-5-23 16,6-1-14-16,1-1-12 0,2 2-25 15,2-7-38-15,4 1-40 0,4 1-38 16,4-4-32-16,6 2-32 0,-2-5-37 0,5-3-27 16,2-3-21-16,5-3-31 0,14-9-17 15,8-5-1-15,0-5 10 0,-1-5 7 0,3-13 12 16,9-14 19-16,2-8 14 16,2-8 16-16,-4-10 10 0,4-7 12 0,-2-8 21 15,-4-2 25-15,-4-1 25 0,-9 1 32 16,-6 2 34-16,-7 8 24 0,-17 25 15 0,-5 6 50 15,-7 14 27-15,-4 5 11 0,-4 4-3 16,-8 6-5-16,0 5-8 0,-6 9 0 0,2 8 3 16,-7 9 0-16,-11 8-2 0,-14 15 7 15,-4 13 11-15,-7 17 8 0,-1 12 1 0,1 9-1 16,5 7-1-16,9 6-2 0,6 1-2 16,7 3-7-16,14-1-11 0,12-16-17 15,6-5-11-15,5 1-4 0,9-6-15 16,7-5-8-16,4-5-8 0,6-9 6 15,1-8-19-15,2-8-3 0,-5-12 1 0,6-8-13 16,1-3-3-16,-4-8-5 0,8-4-7 0,3-8 2 16,6-9-2-16,1-6-6 0,-5-3 0 15,0 3 17-15,-7-1 34 0,-7 6 42 16,-11 6 34-16,-4 3 14 0,-5 5-40 0,-2 1-127 16,-2 1 0-16,-5 4 0 0,0 0 0 15,0 0 0-15,0 0 0 0,-21 27 0 0,14-13 0 16,-6 1 0-16,2 1 0 0,4 1 0 15,1-2 0-15,0-1 0 0,2-2 0 0,2 1 0 16,2-4 0-16,0 2 0 0,6-2 0 16,0-2 0-16,4-1 0 0,3-3 0 0,4 2 0 15,6-5 0-15,5 0 0 16,2 0-83-16,11 0-496 0,-1 0-85 0,-8-2-103 16,-3 4-84-16,-4 0 77 0,-6 2-747 15,2 2-967-15</inkml:trace>
  <inkml:trace contextRef="#ctx0" brushRef="#br0" timeOffset="50374.34">24590 5058 4346 0,'-26'-4'111'0,"-7"3"71"16,-6-3 57-16,-22-1 99 0,-11 2 63 0,-1 3 35 15,-13 0 12-15,-34 0-28 16,-13 0-18-16,-9 1-37 0,-14 1-19 0,-11 0-189 15,-11 0-157-15,-4-2 0 0,-5 3 0 16,8 2 0-16,5 0 0 0,12 2 0 0,21 3 0 16,17 1 0-16,21-1 0 0,33 0 0 15,9 1 0-15,21-1 0 0,4 1 0 0,11-3 0 16,5 0 0-16,6-2 0 0,3-2 0 16,6 4 0-16,1-5 0 0,4-3 0 0,0 6 0 15,0-6 0-15,0 0-474 16,11 6-240-16,-11-6-138 0,16 0-15 0,-16 0 84 15,13 0-748-15,-13 0-975 0</inkml:trace>
  <inkml:trace contextRef="#ctx0" brushRef="#br0" timeOffset="51993.48">24590 4601 4231 0,'-19'2'15'0,"2"-2"42"15,5 0 40-15,12 0 49 0,-18 0 56 16,18 0 64-16,0 0 20 0,-18-2 6 0,18 2-18 16,0 0-32-16,0 0-20 0,0 0-24 15,0 0-22-15,43-8-18 0,-16 8-16 0,1 0-20 16,14 3-13-16,-1-3-60 0,-2 0-68 16,1 3-58-16,-8-2-61 0,-1 0-71 0,-10-1-89 15,5 2-94-15,-7 0-89 0,-1-2-96 16,-5 0-152-16,-4 0 27 0,-9 0-544 0,14-4-706 15</inkml:trace>
  <inkml:trace contextRef="#ctx0" brushRef="#br0" timeOffset="52307.31">25118 4316 3807 0,'-6'-5'173'0,"6"5"4"0,-7-6 12 16,7 6 26-16,0 0 18 0,0 0-4 16,0 0-11-16,0 0 28 0,0 0 12 0,-9 18-15 15,9-7-19-15,4 3-14 0,-3 3-17 16,1 1-11-16,0-1-16 0,-2 3-17 16,-4-1-13-16,4 0-12 0,-1 1-8 0,-5 1-11 15,-4 0-10-15,2-3-1 16,-3 1-16-16,1 0-8 0,-3-2-6 0,-4 6-9 15,-2-3-10-15,-2-1-32 0,3-3-58 16,-6-1-69-16,5-3-59 0,0 0-66 0,4-4-65 16,1-1-77-16,3 0-88 0,3-5-99 15,5 0-119-15,3-2-82 0,0 0 63 0,0 0-536 16,30-12-704-16</inkml:trace>
  <inkml:trace contextRef="#ctx0" brushRef="#br0" timeOffset="52789.7">25572 4584 3669 0,'10'-8'107'0,"-3"2"59"16,-1 1 53-16,-3-1 43 0,-3 6 27 16,2-6 9-16,-2 6-10 0,0 0-8 0,0 0-6 15,0 0-2-15,0 0-11 0,-24 27-14 16,14-11-28-16,-1 4-17 0,-5 6-16 0,1 3-18 16,-2-2-16-16,0 2-15 0,2-3-12 15,-2 1-13-15,-1-2-8 0,7-5-14 0,-1-2-26 16,3-2-64-16,2-3 0 0,1-3 0 15,0-2 0-15,2-2 0 0,-2 0 0 0,6-6 0 16,0 0 0-16,0 0 0 0,0 0 0 16,0 0 0-16,22-35 0 0,-4 6 0 15,11-13 0-15,-1 0 0 0,5 3 0 0,-1 7 0 16,-7 8 0-16,-4 5 0 0,-4 4 0 16,-3 6 0-16,-3 4 0 0,-1 3 0 15,-3 4 0-15,4 4 0 0,-3 2 0 16,2 3 0-16,-3 1 0 0,1 0 0 0,0-1 0 15,1 4 0-15,-1-1 0 0,1-2 0 16,1 0 0-16,1-2 0 0,-2-1 0 0,5-1 0 16,3-1 0-16,-1-4 0 0,-2-1 0 15,2 1 0-15,2-8 0 0,-2 2 0 0,7-4 0 16,-1-3 0-16,4-4 0 16,0-5 0-16,-1-1 0 0,0-4 0 0,0 0 0 0,-3-3 0 15,1 2 0-15,1 0 0 16,-5 0 0-16,-6 7 0 0,-2 4 0 0,-3 3 0 15,0 1 0-15,-5 2 0 0,3 2 0 16,-4 3 0-16,-2 3 0 0,0 0 0 0,0 0-455 16,0 0-240-16,-21 19-148 0,13-7-41 15,3 3 98-15,-3 3-754 0,5 5-984 0</inkml:trace>
  <inkml:trace contextRef="#ctx0" brushRef="#br0" timeOffset="53123.51">26454 4698 3974 0,'0'0'-20'0,"0"0"96"16,6-3 51-16,-6 3 43 0,0 0 35 0,0 0 38 16,0 0 37-16,0 0 1 0,0 0 8 15,0 0-2-15,-15 18-4 0,9-9-21 16,2-2-13-16,3 0-22 0,-3-1-19 0,2 3-20 16,2 0-13-16,0-9-21 0,0 15-13 15,2-8-15-15,2 2-11 0,-1-3-13 16,5 0-53-16,1-2-49 0,1 0 0 0,-1-3 0 15,-9-1 0-15,23-3 0 0,-12 0 0 16,1 0 0-16,0-5 0 0,-3-5 0 16,-1 1 0-16,-1-4 0 0,-1-4 0 15,-4-4 0-15,0 0 0 0,-2-2 0 0,-4 1 0 16,-2 1 0-16,-1 3 0 0,-1 2 0 16,-1 3 0-16,-7 3 0 0,1 5 0 0,-3 4 0 15,6 0-23-15,-6 6-267 0,1 4-68 16,2-2-88-16,0 3-87 0,3 1-98 0,4 0-151 15,5-2 9-15,5-1 86 0,-2-5-561 16,14 12-708-16</inkml:trace>
  <inkml:trace contextRef="#ctx0" brushRef="#br0" timeOffset="53408.31">27544 4674 3318 0,'-6'-14'62'0,"-1"0"60"16,-2 4 33-16,-1 4 47 0,-3 1 43 0,-7-1 37 15,2 4 34-15,-5 2-3 0,-4 6-3 16,-9 2-5-16,-2 6-12 0,1 1-15 16,-3 9-27-16,14-3-24 0,-1 3-22 0,7 0-17 15,0 1-32-15,2 3-9 0,9-6-25 16,2-3-22-16,1 1-46 0,5-3-71 15,-1 1-70-15,4-4-67 0,-1 1-58 16,7-1-64-16,3-5-72 0,3-3-72 0,2 0-68 16,6-6-75-16,4-2-82 0,9-5-52 0,2-5 66 15,8-8-428-15,0-1-531 0</inkml:trace>
  <inkml:trace contextRef="#ctx0" brushRef="#br0" timeOffset="53923.5">27893 4334 2718 0,'31'-50'-52'0,"-6"7"77"0,-5 2 72 16,-6 11 77-16,-5 8 61 0,-2 3 44 15,0 4 23-15,-5 4 3 0,-2 2-13 0,-2 3 3 16,2 6 18-16,-18 0 8 0,18 0-7 16,-36 26-13-16,4 8-21 0,2 3-19 15,-1 7-23-15,1 3-20 0,-1 7-19 16,2 2-21-16,1 1-18 0,3 4-17 0,2-2-17 16,2 1-67-16,2-8-74 0,0 2-71 15,4-6-57-15,6-11-29 0,-2-4-51 0,8-8-44 16,-1-3-25-16,0-5-3 0,4-5 9 15,0-2 10-15,4-3 16 0,0-2 20 0,3-4 26 16,-7-1 26-16,21-4 39 0,-1-5 54 16,4-11 57-16,1 3 44 0,0-5 42 15,-2 5 50-15,-7 5 45 0,0 1 35 0,-7 3 19 16,2 2 1-16,-4 0-12 0,-3 4 18 16,-4 2 17-16,0 0 0 0,0 0-5 0,0 0-8 15,-4 29-16-15,-2-17-20 16,-2 2-20-16,2 3-12 0,1-2-15 0,-1-1-11 15,1 1-14-15,3-1-8 0,-3-4-8 16,4 2-6-16,1-3-8 0,1-3-11 0,4 1-3 16,1-2-4-16,-6-5-13 0,20 7-39 15,-10-9 0-15,-10 2 0 0,25-1 0 0,-12-3 0 16,0-1 0-16,-1-4 0 16,1 1 0-16,-1-7 0 0,-1-1 0 0,-2-1 0 0,1-2 0 15,0 1 0-15,-3-1 0 16,-2 3 0-16,4 3 0 0,-7 2 0 0,0 4 0 15,-2-2 0-15,-4 5 0 0,4 4 0 16,-9-9 0-16,9 9 0 0,-9-1-32 0,9 1-406 16,-9-3-67-16,9 3-63 0,0 0-60 15,0 0-72-15,0 0-65 0,0 0 45 16,32 9-584-16,-3-5-763 0</inkml:trace>
  <inkml:trace contextRef="#ctx0" brushRef="#br0" timeOffset="54239.66">28444 4756 3524 0,'2'-7'2'0,"-2"7"69"16,0 0 53-16,-13-8 39 0,13 8 22 0,-20-5 12 0,11 3-2 16,9 2-3-16,-27 3 0 0,13 1-9 15,2 1-5-15,-1 2-8 0,-1 1-11 16,3 2-2-16,0-1-5 0,4 3 9 16,2-1 1-16,3 2 27 0,4 1 6 0,1 1-4 15,5 7 3-15,2-5 21 0,3 10 12 16,-4-8-17-16,-1-1-10 0,2-4-4 0,-7-1 2 15,1 0-189-15,0-3-9 0,-4 2 0 16,-2-2 0-16,-2 2 0 0,-3 0 0 0,-4-2 0 16,-1 2 0-16,-1-4 0 0,-5 0 0 15,1-1 0-15,2-1 0 0,-3-2 0 0,2 0 0 16,-2-4 0-16,1-2 0 16,0-2 0-16,-2 2 0 0,4-6 0 0,2-1 0 15,3-3 0-15,2-1 0 0,6-4-578 16,8-7-266-16,10-9-90 0,9-1 88 0,9 0-851 15,9 3-1131-15</inkml:trace>
  <inkml:trace contextRef="#ctx0" brushRef="#br0" timeOffset="54609.41">28892 4878 4665 0,'0'0'45'16,"0"0"63"-16,0 0 50 0,-20 4 59 15,20-4 53-15,0 0 16 0,-14 2-11 16,14-2-17-16,0 0-22 0,-10 4-18 15,10-4-11-15,0 0-13 0,-4 6-14 0,4-6-14 16,0 0-16-16,0 0-14 0,0 0-14 0,17 10-11 16,-17-10-9-16,17 0-15 0,-17 0-87 15,19-4 0-15,-8 0 0 0,0-2 0 16,0-2 0-16,-2-2 0 0,-2 1 0 16,-2-1 0-16,-1 0 0 0,-4 3 0 0,0 7 0 15,-9-16 0-15,-4 10 0 0,1 4 0 16,-8 1 0-16,1 1 0 0,-3 5 0 0,-2 4 0 15,-2 4 0-15,1 4 0 0,3 2 0 16,4 3 0-16,2 3 0 0,5-4 0 16,6 1 0-16,1-2 0 0,0 3 0 15,4-3 0-15,4 1 0 0,2 1 0 0,5 5 0 0,-1-6 0 16,1-5 0-16,0-1 0 16,1-5 0-16,-1-2 0 0,0 3 0 0,1-5 0 15,-3 0 0-15,-1-2-383 0,0-2-305 16,-8-2-173-16,7 0-14 0,-7 0 89 0,0 0-778 15,0 0-1006-15</inkml:trace>
  <inkml:trace contextRef="#ctx0" brushRef="#br0" timeOffset="57255.11">29984 4325 4612 0,'0'-29'62'16,"-2"9"30"-16,0 3 11 0,0 5 40 15,2 1 30-15,0 3 9 0,0 0-7 16,0 8-22-16,0 0 46 0,0 0 15 0,-25 43-19 16,8 5-3-16,-4 9 4 0,-2 7 5 15,-3 15 2-15,3-12-14 0,-4 14-16 0,6-16-29 16,2-4-12-16,1-3-14 0,6-5-11 16,-4-4-7-16,5-15-12 0,2-5-43 0,3-5-45 15,-1-7 0-15,4-3 0 0,-1-2 0 16,0-2 0-16,4-3 0 0,-1 0 0 0,1-7 0 15,0 0 0-15,0 0 0 0,0 0 0 16,0 0 0-16,11-31 0 0,1 12 0 16,2-6 0-16,6-3 0 0,0 5 0 15,1 0 0-15,1 4 0 0,-8 5 0 16,-2 4 0-16,1 3 0 0,-3 3 0 0,0 4 0 16,-10 0 0-16,16 10 0 0,-5-3 0 15,-2 5 0-15,-4 1 0 0,1 3 0 0,-4-1 0 16,-2 2 0-16,-2 0 0 0,-4 4 0 15,3 1 0-15,-7-2 0 0,0-1 0 0,-5 7 0 16,4-7 0-16,-1-4 0 0,1-1 0 16,1-3 0-16,1-2 0 0,0 0 0 0,-1-1 0 15,2-2 0-15,1 0 0 0,-1-3 0 16,8-3 0-16,-15-3 0 0,15 3 0 0,-13-12 0 16,9 0 0-16,-3-1 0 15,7 1 0-15,0-5 0 0,5 1-278 0,3-1-279 16,3-1-28-16,6-5-45 0,6 3-49 15,3 1-73-15,3 0 20 0,6 5-621 0,-1-3-808 16</inkml:trace>
  <inkml:trace contextRef="#ctx0" brushRef="#br0" timeOffset="57538.82">30110 4907 3393 0,'14'-5'-109'0,"-4"2"72"0,0 0 47 0,-10 3 40 0,0 0 46 16,0 0 45-16,0 0 28 0,9 10 22 16,-9-10 25-16,-6 15-7 0,5-3 0 15,-3 0 10-15,-2 2-21 0,4 0-12 0,1-1 8 16,-1-1 1-16,0 0-3 0,2 0-11 0,0 0 0 15,2 2-5-15,1-4-3 16,1-2-11-16,4 0-15 0,-1-4-14 0,5 1-13 16,-1-3-8-16,-11-2-16 0,27-3-7 0,-16-1-5 15,5 0-6-15,-3-4-6 16,-1 0-5-16,0-2 0 0,0-2 4 0,-2 0-3 16,-3-7-5-16,1 2-8 0,-3-4-3 15,0 0-9-15,-2 6-6 0,-3 1-10 0,0 1-10 16,0 5-38-16,-1-4-49 0,-6 4-58 15,2 4-57-15,-3 3-66 0,-1 0-78 0,9 1-94 16,-20 1-77-16,9 0-97 0,11-1-127 16,-12 6-20-16,7-2 80 0,5-4-512 15,-2 8-641-15</inkml:trace>
  <inkml:trace contextRef="#ctx0" brushRef="#br0" timeOffset="58722.68">30425 4991 3523 0,'0'0'124'0,"0"0"44"15,0 0 43-15,0 0 38 0,0 0 25 16,0 0 35-16,6 4-8 0,-6-4-13 0,0 0-19 16,0 0 3-16,0 0-2 0,8 5-16 15,-8-5-21-15,0 0-26 0,11 5-16 16,-3-2-19-16,-8-3-19 0,12 2-16 0,-12-2-10 16,16 2-15-16,-16-2-11 0,24-2-16 15,-13-1-18-15,3-1-7 0,0-1-26 0,4 0-34 16,-3 0 0-16,2 0 0 15,-1-1 0-15,-7 3 0 0,2 0 0 0,-3 1 0 16,-8 2 0-16,13-3 0 0,-13 3 0 16,0 0 0-16,0 0 0 0,0 0 0 0,0 0 0 15,13 9 0-15,-13-9 0 0,2 8 0 16,-2-8 0-16,2 10 0 0,-2-10 0 0,3 9 0 16,-1-4 0-16,-2-5 0 15,5 8 0-15,-5-8 0 0,13 5 0 0,-3-3 0 0,-10-2 0 16,22-4 0-16,-4 1 0 0,0-4 0 15,6 1 0-15,6-5 0 0,-1-1 0 16,-6 4 0-16,-7 1 0 0,2 0 0 16,-4 2 0-16,-3-1 0 0,-2 2 0 15,0 2 0-15,0-1 0 0,-9 3 0 0,0 0 0 16,16 0 0-16,-16 0 0 0,0 0 0 16,9 8 0-16,-9-8 0 0,3 9 0 0,1-4 0 15,-4-5 0-15,7 10 0 0,-5-5 0 16,2 0 0-16,-4-5 0 0,7 10 0 0,0-6 0 15,-7-4 0-15,9 7 0 0,-9-7-57 16,13 2-12-16,-13-2-3 0,19-4 0 0,-7-1-11 16,3-7-5-16,0-2 7 0,6-8-4 15,2-7 3-15,8-11 1 0,-1-8 3 0,14-17 3 16,-4-3 6-16,4-2 8 16,-6 0 3-16,-8 11 10 0,-5 0 16 0,-4 5 27 15,-4-1 19-15,-1 3 12 0,-9 12 21 16,-1 6 11-16,-2 9 11 0,-4 2-4 0,-3 8-12 15,0 5-11-15,-5 5-7 0,-6 5 7 16,-8 6 10-16,-8 13-1 0,-6 10 2 16,0 7-4-16,1 5 0 0,2 5 5 0,8 5-4 15,3-3-3-15,3 5-6 0,6 0-3 16,5-2-2-16,4-7-1 0,2 0-2 0,4-1-5 16,2-6-2-16,2-4 3 0,-2-6-27 15,0-6-10-15,-3-3-10 0,3-4 4 0,-2-2-9 16,-2-1 3-16,2-1 5 0,-2-1-6 15,-2-1 5-15,-2 3 1 0,-5-1 2 16,-3 0 10-16,-5 1-1 0,0 1 0 16,-5-4 0-16,4 1 8 0,0-4 8 0,4 2 7 15,0-3 7-15,1 2 7 0,2-1 3 16,1-2 0-16,0 1-9 0,10-4-3 0,-12 7-9 16,12-7 1-16,-3 7-14 0,3-7-2 15,0 0 0-15,8 10 0 0,3-7 0 0,2 1 0 16,10-1 0-16,8-1 0 0,13-2 0 15,3 0 0-15,1-2 0 0,-1-3 0 16,-1-2 0-16,-2-1 0 0,-3-3 0 16,-4-1 0-16,-2 1 0 0,-10 2 0 0,-4-1 0 15,-6 6 0-15,-4-1 0 0,-1 2 0 16,-3-1 0-16,-7 4 0 0,0 0 0 16,0 0 0-16,0 0 0 0,0 0 0 0,0 0 0 15,-19 21 0-15,11-13 0 0,5 0 0 16,-3 1 0-16,3 0 0 0,-1-2 0 0,1 1 0 15,3-8 0-15,0 14 0 0,5-9 0 16,-5-5 0-16,13 9 0 0,-1-8 0 16,2-1 0-16,6-1 0 0,0 1 0 0,9-4 0 15,-2 1 0-15,9-2 0 0,-8-1 0 0,-5 3 0 16,-3 0 0-16,-7 1 0 16,0-1 0-16,-3 3 0 0,-10 0 0 0,14 1 0 15,-14-1 0-15,13 9 0 0,-12-4 0 16,-1-5 0-16,0 14 0 0,0-4 0 0,-3 0 0 15,3 0 0-15,-5 2 0 0,3 1 0 16,-2-3 0-16,4 0 0 0,0-1 0 0,0-1 0 16,-1 0 0-16,1-2 0 0,1 1 0 15,-1-2 0-15,0-5 0 0,4 9 0 0,-4-9 0 16,7 4 0-16,-7-4-8 16,7 3-523-16,-7-3-106 0,0 0-122 0,0 0-126 15,0 0 94-15,0 0-767 0,0 0-1000 16</inkml:trace>
  <inkml:trace contextRef="#ctx0" brushRef="#br0" timeOffset="60638.48">19012 5537 4041 0,'0'0'-47'16,"0"-9"51"-16,0 9 33 0,0-11 26 0,0 11 41 15,0-8 33-15,0 8 24 0,0 0 6 16,-3-10-9-16,3 10-2 0,0 0 21 15,0 0 22-15,-35 39 32 0,10-1 0 0,-7 4-3 16,3 3 9-16,1 3-1 0,6 4-5 16,0-6-6-16,7 2-16 0,7-9-16 0,6 1-10 15,4-1-7-15,8-1-9 16,3-3-15-16,11 4-17 0,1-6-135 0,6-10 0 16,8 1 0-16,-5-10 0 0,4-2 0 15,0-5 0-15,0-4 0 0,-5-3 0 0,-6-1 0 16,7-6-159-16,-4-3-225 0,-8-1-106 15,-2-1-108-15,-3 0-134 0,-6-1-97 0,0-1 87 16,-2 4-706-16,-5-3-897 0</inkml:trace>
  <inkml:trace contextRef="#ctx0" brushRef="#br0" timeOffset="60892.63">19435 5859 4014 0,'4'-5'64'16,"-4"5"33"-16,0 0 16 0,0 0 25 15,0 0 56-15,0 0 43 0,0 0 41 0,19 18 10 16,-15-4 1-16,4 2-8 0,-4 4-17 16,4 1-13-16,-7 2-14 0,3 2-11 15,-4-1-16-15,0 2-10 0,-4-2-15 0,-5 7-9 16,1-2-13-16,-7-2-16 0,1-3-14 16,-2 2-127-16,2-8-6 0,-1-2 0 0,-1-3 0 15,2-1 0-15,-2 1 0 0,1-7 0 16,-1 2 0-16,2-4 0 0,0-1-19 0,1 1-311 15,2-4-100-15,11 0-111 16,-22-7-114-16,19 1-145 0,3-2 12 0,2-4 83 16,3-1-629-16,6-4-791 0</inkml:trace>
  <inkml:trace contextRef="#ctx0" brushRef="#br0" timeOffset="61440.5">20244 5955 3776 0,'0'0'80'0,"0"0"30"0,0 0 38 16,0 0 44-16,-36 8 28 0,20 4 22 15,-1 1 3-15,-4 6-11 0,2 6-17 16,-2 0-8-16,0 3-14 0,5 0-18 0,2-1-18 16,0 0-14-16,1-1-17 0,0 1-14 15,3-6-13-15,2-5-8 0,5-3-11 0,-5-1-9 16,7-2 0-16,-4-1-4 0,-1-3-3 15,4 2-5-15,2-8 10 0,0 6 2 0,0-6-9 16,0 0-8-16,0 0-2 0,0 0-6 16,22-33-7-16,-6 4-6 0,7-13-5 0,4-1-1 15,6-3 0-15,-1-3-3 0,0 2 2 16,2 3-2-16,-3 5 15 0,-8 12-1 16,-4 5 0-16,-6 5-3 0,-1 5-7 15,-2 3-4-15,-5 7 7 0,1 2 12 0,-6 0 1 16,10 12-12-16,-8 1-34 0,0 4 0 15,-1 5 0-15,5 3 0 0,-2 8 0 0,-1 0 0 16,6-6 0-16,-4 4 0 0,4 4 0 16,2-5 0-16,0-1 0 0,-2-5 0 0,-4-8 0 15,3-3 0-15,-4-2 0 0,0-1 0 16,2-2 0-16,-4-2 0 0,-1 0 0 0,-1-6 0 16,0 0 0-16,0 0 0 0,0 0 0 15,0 0 0-15,0 0 0 0,-30-8 0 16,10 0 0-16,0-1 0 0,-8-2 0 0,-3 2 0 15,1-2 0-15,1 6 0 0,-2-4 0 16,-3 1 0-16,7 3 0 0,8-1 0 16,1 3 0-16,4 1 0 0,-8 1 0 0,11 1 0 15,0 0 0-15,11 0 0 0,-15 0-433 16,15 0-260-16,-10-2-121 0,10 2-61 16,0 0 86-16,13-17-771 0,5 10-1003 0</inkml:trace>
  <inkml:trace contextRef="#ctx0" brushRef="#br0" timeOffset="61705.19">20914 5707 4073 0,'2'-16'40'0,"-4"3"68"0,2 5 56 0,-1 1 55 0,-1 0 49 0,2 7 31 16,-2-7-18-16,2 7-4 16,0 0-1-16,0 0-17 0,-14 29-10 0,10-12-22 15,1 8-17-15,-5 8-23 0,-1 0-15 16,-1 4-15-16,4-1-16 0,-5 0-29 0,3-2-11 15,1 0-12-15,-1-2-10 0,1-8-35 16,0-2-39-16,4-4-40 0,-1-2-49 0,0-4-47 16,2 0-53-16,1-3-49 0,-1-1-50 15,2-1-64-15,0-7-65 0,3 2-51 16,-3-2-44-16,0 0-31 0,23-19-45 0,1-2-40 16,-2-5-606-16,6-7-692 0</inkml:trace>
  <inkml:trace contextRef="#ctx0" brushRef="#br0" timeOffset="61905.19">21094 5753 3248 0,'14'-29'-30'0,"4"2"72"15,-5 8 89-15,-5 2 47 0,0 5 37 0,-5 0 20 16,1 6 5-16,0-1-11 0,-4 7 12 16,0 0 26-16,0 0 14 0,0 0-4 0,0 30-16 15,-8-9-17-15,1 11-15 0,-3-1-16 16,-3 8-10-16,2-3-18 0,-1 3-18 0,-3 7-16 16,1 1-13-16,7-8-13 0,-1-2-17 15,1-1-27-15,-1-2-40 0,6-7-51 0,-2-5-60 16,2-3-63-16,2-6-65 0,0 1-63 15,0-4-82-15,2-1-95 0,0-4-129 16,2 1-165-16,-4-6-7 0,12 1 72 16,-12-1-538-16,18-5-668 0</inkml:trace>
  <inkml:trace contextRef="#ctx0" brushRef="#br0" timeOffset="62240.61">21875 5767 3495 0,'-6'-12'159'0,"2"5"36"0,0 0 34 16,1 0 37-16,3 7 25 0,-6-6 27 15,6 6 29-15,0 0 9 0,-12 18 0 0,7-5-6 16,-1 7-11-16,-1 10-15 16,-1-4-41-16,2 8-26 0,-2-1-26 0,3 2-26 15,-2 0-19-15,3-8-182 0,2-2-4 16,-3-1 0-16,5-5 0 0,-2-2 0 0,2-2 0 15,0-3 0-15,2 0 0 0,0-2 0 16,1-1 0-16,3-2 0 0,-3-4 0 0,-3-3 0 16,19-2 0-16,-19 2 0 0,25-10 0 15,-10 1 0-15,10-6 0 0,-3-5 0 0,2-5 0 16,-1 0 0-16,3-10 0 0,1-2 0 16,2-6 0-16,-3 5-2 0,2-1-252 15,-5 13-57-15,-3 0-85 0,-4 3-76 0,-3 7-107 16,-2 3-115-16,-2 5-103 0,-3 2 75 15,4 2-626-15,-5 2-804 0</inkml:trace>
  <inkml:trace contextRef="#ctx0" brushRef="#br0" timeOffset="62904.35">22406 5958 3990 0,'-11'8'87'0,"-1"-2"52"0,5 0 44 16,1-2 37-16,6-4 25 15,-11 6 29-15,11-6 4 0,0 0-17 0,-8 3-19 16,8-3-14-16,0 0-19 0,0 0-22 16,0 0-16-16,0 0-19 0,0 0-15 0,0 0-15 15,34-11-11-15,-24 6-11 0,-2-2-7 16,-1 0-10-16,2 1-5 0,-6 0-3 16,3-2-8-16,-3 3-11 0,-3 5-6 0,0 0-7 15,-7-12-3-15,7 12-7 0,-18-2-4 16,18 2-4-16,-32 10 3 0,13-3-8 0,-2 3-2 15,-4 7-1-15,2 1-1 0,5 1-6 16,2-1-1-16,7-3 0 0,1 2-1 0,0-3-1 16,6-2 2-16,2 1 1 0,2-1 4 15,4-2-6-15,-2 1-8 0,9-3 0 0,-2 1 0 16,5-4 0-16,4-3 0 16,0-2 0-16,1-2 0 0,4-3 0 0,9-8 0 15,-1 2 0-15,-5-5 0 0,3-1 0 16,-4-1 0-16,-3-5 0 0,-1 0 0 0,-2-6 0 15,-2 3 0-15,-2-6 0 0,0 0 0 16,-4-1 0-16,-1 6 0 0,-4 5 0 0,-5 4 0 16,1 4 0-16,-4 5 0 0,0 0 0 15,-4 4 0-15,4 5 0 0,-11-4 0 0,11 4 0 16,0 0 0-16,-25 10 0 16,13-4 0-16,5-1 0 0,2-1 0 0,1 4 0 0,2-3 0 15,2-5 0-15,6 9 0 16,1-8 0-16,5 1 0 0,3 0 0 0,6-2 0 15,-3-2 0-15,7 0-12 0,-3 2-12 16,-4-1 0-16,0 1 16 0,-4 1 15 16,-2 1 16-16,-1 3 15 0,0 0-38 0,-4 3 0 15,-1 3 0-15,-5 1 0 0,-1 0 0 16,0 2 0-16,0 1 0 0,-3 2 0 0,1 0 0 16,-4-1 0-16,1-1 0 0,-2 1 0 15,4-1 0-15,-3-1 0 0,2-2 0 16,3-3 0-16,-3 3 0 0,0-4 0 0,2 1 0 15,2-3-174-15,-1 0-207 0,1-6-76 0,-3 8-70 16,3-8-68-16,0 0-41 16,0 0-43-16,21-17-37 0,-7 5-653 0,6-11-824 15</inkml:trace>
  <inkml:trace contextRef="#ctx0" brushRef="#br0" timeOffset="63272.24">23267 5535 3486 0,'20'-33'-107'0,"-6"6"77"0,-3 0 83 0,-6 3 81 0,1 4 60 0,-2 5 50 16,0 0 45-16,-2 1 44 0,0 2 31 15,0 0-10-15,0 3-19 0,-2 2-32 16,0 7-2-16,0 0 12 0,0 0 2 0,-14 21-14 16,-1 4-24-16,-3 10-15 0,-4 12-26 15,-3 4-23-15,-1 4-192 0,-3-1-21 0,-2 1 0 16,5-1 0-16,1-1 0 0,0-3 0 16,4-1 0-16,-2-4 0 0,6-3 0 15,4-10 0-15,0-3 0 0,5-8-122 16,0-3-185-16,3-4-36 0,1-5-26 0,0-1-28 15,2-3-15-15,2-5-9 0,-6 4 4 16,6-4 23-16,0 0 30 0,0 0 46 0,0-25 52 16,2 13 55-16,2-3 47 0,-2-1 50 15,4 1 62-15,-6 1 64 0,2 3 62 0,-2-2 49 16,2 4 31-16,-2-1 22 0,0 3 15 16,0-1 5-16,0 1 5 0,0 7-3 0,0-9-12 15,0 9-15-15,0-8-18 16,0 8-11-16,1-7-22 0,-1 7-25 0,6-3-48 15,-6 3-72-15,12-2-78 0,-1 0-107 16,2 2-113-16,4-1-118 0,12-1-139 0,2 2-76 16,14 2 70-16,-1-1-378 0,1 1-443 15</inkml:trace>
  <inkml:trace contextRef="#ctx0" brushRef="#br0" timeOffset="63621.35">23486 5924 2862 0,'-18'-2'165'15,"1"2"47"-15,2 0 51 0,2-2 47 16,13 2 43-16,-22 0 11 0,11 0-16 0,11 0-20 16,-13-3-31-16,13 3-25 0,0 0-25 15,-15-1-31-15,15 1-18 0,0 0-24 16,0 0-16-16,0 0-27 0,0 0-26 0,0 0-31 16,0 0-21-16,22-16-14 0,-10 11-14 15,-5-1 4-15,4 2-4 0,-2-5-3 0,0 2 0 16,-4 2-3-16,1-2 3 0,-6 7-10 15,4-8-4-15,-4 8-1 0,0 0-4 0,0 0 10 16,-24 0-6-16,24 0 11 0,-31 10-4 16,16 2-3-16,-2 0 1 0,-1 1 6 0,3 1-12 15,5 1 9-15,1-3-8 0,4 2 0 16,-2 1 5-16,3-1-7 0,4 1-7 16,0-3-27-16,4 0-47 0,3-5-45 15,2 3-60-15,4 0-62 0,3-3-70 0,0-3-69 16,5-2-59-16,1-2-72 0,4-2-69 15,1-1-48-15,7-3-19 0,-1-6-489 0,-5 0-606 16</inkml:trace>
  <inkml:trace contextRef="#ctx0" brushRef="#br0" timeOffset="63855.17">23704 5908 2881 0,'8'-12'-38'0,"-6"2"85"0,0 2 79 0,-4 1 72 16,4 0 55-16,-2 7 33 0,0-10 18 16,0 10 9-16,0 0-8 0,0-12-13 0,0 12-12 15,0 0 11-15,0 0 14 16,0 0-11-16,0 0-27 0,0 0-14 0,25 22-13 15,-22-12-20-15,1 1-22 0,0 0-16 16,-4 3-16-16,2 0-16 0,-4 1-15 0,-4 1-11 16,2 4-13-16,-7-3-103 0,4 2-8 15,-7-2 0-15,-4 5 0 0,-2-5 0 0,3 0 0 16,0-7 0-16,-1 0 0 0,2 0-35 16,0-1-279-16,-2-4-102 0,7-2-94 0,0 1-77 15,1-2-63-15,10-2-110 0,0 0 20 16,-4-12-681-16,4 12-873 0</inkml:trace>
  <inkml:trace contextRef="#ctx0" brushRef="#br0" timeOffset="64040.15">23859 5885 3615 0,'5'-7'-49'15,"-1"0"98"-15,-2 5 75 0,-2 2 54 0,0 0 45 16,0 0 27-16,0 0 23 0,0 0-8 16,-32 9-8-16,20-1-19 0,3 1-16 15,3-1-18-15,0 1-24 0,1 3-15 0,1-2-17 16,0 2-9-16,2 0-27 0,4 0-30 15,2 4-11-15,3 2-31 0,3 2-61 0,5 2-68 16,3-5-86-16,-5-3-118 0,2-2-86 16,2-1-98-16,3 0-109 0,0-4-125 15,10 3 63-15,-5-5-511 0,-2 2-625 16</inkml:trace>
  <inkml:trace contextRef="#ctx0" brushRef="#br0" timeOffset="64637.67">24322 6026 2967 0,'-10'8'-14'15,"5"-4"68"-15,-1 2 54 0,2-2 56 16,4-4 46-16,-6 2 29 0,6-2 9 0,0 0-4 16,0 0-24-16,0 0-21 0,0 0-20 15,43-9-17-15,-25 4-18 0,13-7-15 0,3-1-14 16,8-7-8-16,5-3-19 0,1 0-10 16,0-2-11-16,1-9-10 0,1 0-9 0,-1-2-5 15,-1-1-1-15,-6 2-6 0,-3 0-4 16,-7 4-1-16,-10 9 2 0,-2 2 2 15,-7 4 4-15,-1 4-4 0,-7 4-3 0,-1 1-8 16,-4 3-3-16,0 4 0 0,0 0-3 16,-17-1-2-16,17 1-4 0,-23 10-4 15,7 0-15-15,2 0-18 0,0 3-10 0,4-1 0 16,1-1 6-16,4 3 2 0,0 2 6 16,5-1 4-16,5 1 0 0,-2 5 8 0,5 0 32 15,1 7 9-15,-2-4 7 0,2-2 18 16,-4-1 9-16,1-1 16 0,-4-1 50 15,-1-2 25-15,-1-3 25 0,-3 1 20 0,-5 4 24 16,-1-1 17-16,-10 3 9 0,1-9-22 16,0 2-31-16,-11-3-199 0,6-1 0 0,0-2 0 15,4-1 0-15,-2-1 0 0,4-2 0 16,0-1 0-16,-1-2 0 0,4 1 0 16,-2-2 0-16,-1-2 0 0,3 1 0 15,3-2 0-15,0-1 0 0,-3-3 0 0,3-1 0 16,3-4 0-16,2-3-321 0,6 1-202 15,9-9-70-15,6-12-47 0,19-7-48 0,19-15-88 16,10 3 53-16,7-1-613 0,7 1-791 16</inkml:trace>
  <inkml:trace contextRef="#ctx0" brushRef="#br0" timeOffset="65271.2">25498 5317 3545 0,'19'-15'-34'0,"-2"-3"97"0,-5 5 69 0,-3 1 56 0,-4 3 35 0,3 1 25 15,-4-1-13-15,0 4-11 0,-4 5-17 16,0 0 41-16,0 0 32 0,-33 26 16 15,1 4-11-15,-4 6-5 0,-6 7-11 0,-15 15-13 16,1 0-17-16,6 1-20 0,11-13-22 16,1 2-18-16,4 0-16 0,1-4-14 15,3-3-49-15,5-4-100 0,4-8 0 0,6-1 0 16,-3-4 0-16,7-7 0 0,4-3 0 16,-2-4 0-16,6-2 0 0,-1-1 0 0,2 0 0 15,2-7 0-15,0 0 0 0,9 7 0 16,-9-7 0-16,0 0 0 0,29-4 0 0,-29 4 0 15,21-8 0-15,-10 6 0 16,-2-1 0-16,-9 3 0 0,13-2 0 0,-13 2 0 0,0 0 0 16,13-2 0-16,-13 2 0 0,0 0 0 15,10 7 0-15,-10-7 0 0,5 10 0 16,-1-6 0-16,-4-4 0 0,6 13 0 16,-5-9 0-16,-1-4 0 0,11 8 0 0,-10-2 0 15,-1-6 0-15,13 5 0 0,-13-5 0 16,14 3 0-16,-3 0 0 0,-11-3 0 0,25-3 0 15,-6 0 0-15,-2 0 0 0,6-3 0 16,-2 0 0-16,-4 2 0 0,3 0 0 0,-6-2 0 16,-1 2 0-16,-1 1 0 0,-2-1 0 15,0 4 0-15,-10 0 0 0,0 0 0 16,0 0 0-16,20 2 0 0,-20-2 0 16,12 7 0-16,-6-2 0 0,-1 2 0 0,3-2 0 15,-1 0 0-15,3 1 0 0,-1-1 0 16,1-1 0-16,2 0 0 0,1-2 0 0,0-2 0 15,0-2 0-15,1 2 0 0,1-4 0 16,1 0 0-16,-3-1 0 0,1-3 0 16,-2 2 0-16,-2-3 0 0,-1-1 0 0,-3 0 0 15,2-4 0-15,-5 2 0 0,-1-2 0 16,-2 0 0-16,0 1 0 0,-2-1 0 0,1 1 0 16,-7-1 0-16,3 4 0 15,-5-1 0-15,0 6 0 0,-1 0 0 0,1 1 0 0,-1 4 0 16,11 0 0-16,-21 4 0 0,8-2-269 15,1 1-333-15,-1 4-124 0,4-2-172 16,-2-1 83-16,4 6 83 0,3-5-679 16,4-5-863-16</inkml:trace>
  <inkml:trace contextRef="#ctx0" brushRef="#br0" timeOffset="65854.25">25942 5808 3826 0,'0'-9'-23'0,"2"2"41"0,-2 0 20 0,0 7 26 0,0-6 17 16,0 6 27-16,0 0 25 0,0 0 16 16,0 0 13-16,-23 17 1 0,15-7-5 0,-4 2-1 15,5 3 3-15,-2 2-9 0,0 0-12 16,2 1 2-16,2-3-5 0,3-1-15 16,2-1-6-16,-2-1-12 0,4 0-13 0,0 0 10 15,1-1-9-15,5-5-4 0,4 3-10 16,1-3-14-16,-1-2-1 0,0 0-5 15,1 0-8-15,-1-4 0 0,3-3-3 16,-15 3-8-16,27-7 0 0,-13 1-3 0,-3-5-6 16,0 1 2-16,3-4-7 0,-7 3 0 15,2-3-5-15,2-3-10 0,-4-2 3 0,0 2-12 16,-1 1-30-16,1 3-30 0,-4 1-47 16,3 0-58-16,-3 5-77 0,-1 0-102 0,4 0-101 15,-4 2-114-15,-1-2-187 0,-1 7 52 16,9-10 77-16,-4 7-445 0,3-5-533 15</inkml:trace>
  <inkml:trace contextRef="#ctx0" brushRef="#br0" timeOffset="66087.87">26545 5461 3093 0,'5'-23'145'0,"-3"-1"52"0,0 5 46 16,-2 2 50-16,1 0 59 0,-1 4 38 15,0-1 5-15,-1 4-28 0,1 1-42 0,-2 2-34 16,2 7-24-16,0 0-5 0,-23 17-22 15,1 6-22-15,-6 12-19 0,-5 8-16 0,3 4-20 16,-1 5-16-16,3-1-16 0,-3-2-12 16,9 4-22-16,1-3-43 0,0-1-34 0,6-3-48 15,1-10-71-15,3-2-71 0,2-3-61 16,0-6-73-16,6-4-86 0,1-5-79 16,0-5-65-16,2-1-76 0,2-2-107 15,3-2 9-15,4-6-629 0,2 3-793 0</inkml:trace>
  <inkml:trace contextRef="#ctx0" brushRef="#br0" timeOffset="66504.12">27068 5336 3597 0,'34'-45'-15'15,"-10"8"67"-15,-8 8 62 0,-2 4 60 0,-3 7 55 16,-4 3 22-16,-1 5-12 0,-1 2-23 16,-3 2-10-16,-2 6 20 0,0 0 35 0,0 0 7 15,-38 35 8-15,16-7-6 0,-8 11-10 16,-7 9 4-16,-7 17-2 0,-2 1-11 15,5 0-20-15,7-13-16 0,-1 0-20 16,7 0-46-16,-1-5-149 0,2-1 0 0,6-6 0 16,4-10 0-16,4-2 0 0,1-7 0 15,5-4 0-15,2-5 0 0,-2-1 0 0,2-2 0 16,1-3 0-16,0-2 0 0,4-5 0 16,-4 5 0-16,4-5 0 0,0 0 0 0,0 0 0 15,-3-17 0-15,3 5 0 0,0 0 0 16,-2-1 0-16,-5-3 0 0,4 3 0 0,-5 1 0 15,1-1 0-15,-5 7 0 0,1 1 0 16,-4 5 0-16,-4 0 0 0,-3 5 0 16,-3 1 0-16,0 8 0 0,0 3 0 15,5-1 0-15,7-1 0 0,-1 1 0 0,3 1 0 16,6 2 0-16,-2-2 0 0,5-3 0 16,1 1 0-16,2-1 0 0,1 0 0 15,9-3-82-15,-2 2-109 0,7-4-54 0,2 0-58 16,-2-3-72-16,2-4-73 0,3 1-68 15,6-6-56-15,13 1-85 0,-1-4-71 0,-1 0 71 16,3-5-505-16,11-3-629 0</inkml:trace>
  <inkml:trace contextRef="#ctx0" brushRef="#br0" timeOffset="66919.89">27611 5490 2918 0,'13'-13'-79'0,"-2"1"62"0,-2 2 50 0,-6 4 42 0,-3 1 43 0,0 5 55 16,0-6 34-16,0 6 29 0,0 0 19 15,0 0 24-15,-30 19 29 0,9 1 9 0,-1 3 5 16,-6 10-4-16,-3 3-3 0,1 3-24 16,-1 2-25-16,-3-1-22 0,4-1-25 15,-3 0-21-15,8 2-18 0,0-4-18 0,3-6-18 16,-1 7-13-16,7-11-6 0,-4-5-16 16,4-1-20-16,5-6-17 0,0 1-17 0,3-7-3 15,1 3-8-15,1-4-12 16,1-2-32-16,5-6 0 0,0 0 0 0,0 0 0 15,0 0 0-15,0 0 0 0,48-22 0 16,-15 9 0-16,0-1 0 0,1 2 0 0,-1 1 0 16,-7 5 0-16,-5 2 0 0,-4 2 0 15,-4-1 0-15,-1 3 0 0,-12 0 0 0,21 5 0 16,-13 1 0-16,-6 0 0 0,0 3 0 16,-4-1 0-16,0 4 0 0,-6 3 0 0,-4-1 0 15,0 2 0-15,-1 0 0 0,1-2 0 16,-2-2 0-16,3 0 0 0,0-2 0 0,-1-3 0 15,2 1 0-15,3-1 0 0,-3-2 0 16,2-1 0-16,3-3 0 0,5-1-121 16,-14 2-297-16,14-2-74 0,0 0-81 15,-6-12-93-15,10 1-167 0,4 0 73 0,5-3-712 16,14-6-920-16</inkml:trace>
  <inkml:trace contextRef="#ctx0" brushRef="#br0" timeOffset="67321.53">27708 6007 3994 0,'0'0'12'0,"0"0"84"0,0 0 53 0,0 0 51 16,0 0 49-16,0 0 42 0,0 0 34 0,0 0-2 15,0 0-8-15,0 0-14 0,0 0-30 16,0 0-27-16,0 0-20 0,0 0-26 0,0 0-15 16,0 0-23-16,15-12-15 15,-5 6-18-15,1-3-17 0,2 1-7 0,-1-1-20 16,1-3-9-16,-1 2-60 0,-2 0-14 15,-5 1 0-15,-1 1 0 0,-6 1 0 0,2 7 0 16,-17-11 0-16,2 10 0 0,-7 1 0 16,0 1 0-16,-10 8 0 0,0 2 0 0,1 4 0 15,2 3 0-15,3 3 0 0,1 0 0 16,3 1 0-16,4 3 0 0,0 0 0 0,11-6 0 16,2-2 0-16,3-2 0 0,-1-4 0 15,6 2 0-15,0-1 0 0,3 0 0 16,1-2 0-16,4 1 0 0,1-3 0 15,-1 1 0-15,3-2 0 0,-3-2 0 0,0 0 0 16,2-2 0-16,-6 1 0 0,-2-3 0 16,-5-1 0-16,14 2 0 0,-14-2 0 0,11 0 0 15,-11 0 0-15,10-5-2 0,-10 5-575 16,10-8-104-16,-7 4-177 0,-3 4 8 0,6-12 88 16,-6 5-755-16,0 7-963 0</inkml:trace>
  <inkml:trace contextRef="#ctx0" brushRef="#br0" timeOffset="69702.47">28327 5974 4013 0,'0'-8'-92'0,"2"-2"55"16,0 0 40-16,-2-2 56 0,4 0 41 0,-1 0 43 15,-2 2 30-15,-1-1 18 0,2 3 12 16,0-1-8-16,-2 1-16 0,0 8-30 16,2-7-1-16,-2 7 16 0,0 0 19 0,0 0-7 15,-16 34-9-15,3-5-10 0,3 4-6 16,-1 3 15-16,0 1-6 0,1 2-14 15,2-5-8-15,3 0-8 0,3-7-15 0,0-2-8 16,0-7-3-16,2 1 2 0,0-5-3 16,2-1 2-16,0-1 14 0,-2-1 1 0,2-5 3 15,0 2-99-15,1-3-24 0,-3-5 0 16,14 4 0-16,-14-4 0 0,22-5 0 16,-4-7 0-16,5-5 0 0,-1-3 0 15,1-1 0-15,10-13 0 0,-3 0 0 0,1 0 0 16,-3-2 0-16,1-2 0 0,-2 1 0 15,-8 10 0-15,0 2 0 0,-5 6 0 0,-5 3 0 16,-2 6 0-16,1-2 0 0,-4 5 0 16,2 2 0-16,-6 5-44 0,2-3-276 0,-2 3-77 15,0 0-70-15,0 0-60 0,0 0-59 16,-8 22-86-16,6-13-92 0,0 2 73 0,4 3-575 16,-2-2-727-16</inkml:trace>
  <inkml:trace contextRef="#ctx0" brushRef="#br0" timeOffset="69904.24">28861 5975 3302 0,'11'-14'-17'0,"-1"2"85"0,-4 0 60 0,0 4 46 16,-3-1 30-16,3 3 22 0,-2 0-2 15,-3 1-16-15,-1 5-26 0,7-7-13 0,-7 7-10 16,0 0-10-16,0 0-15 0,0 24-8 16,-7-8-18-16,2 4-6 0,-6 8-12 0,-1-1-11 15,3-2-16-15,-2 4-33 0,0-7-40 16,4-3-41-16,0-2-43 0,1-2-46 0,2-3-60 15,0-2-54-15,0-1-38 16,0-2-46-16,4-2-55 0,0-5-50 0,0 0-52 16,0 0-39-16,0 0-372 0,0 0-388 15</inkml:trace>
  <inkml:trace contextRef="#ctx0" brushRef="#br0" timeOffset="70053.24">28960 5946 2444 0,'11'-24'5'0,"0"4"44"15,-4 3 46-15,-2 1 31 0,-1 6 28 0,-2-2 1 16,2 3-11-16,-2 0-25 0,0 3-15 15,-2 6-12-15,4-7-9 0,-4 7-15 0,0 0-40 16,0 0-52-16,0 0-49 0,0 0-49 16,0 0-48-16,17 13-75 0,-12-5-48 0,4 0-79 15,3 1-83-15,2-1-196 0,3 1-146 16</inkml:trace>
  <inkml:trace contextRef="#ctx0" brushRef="#br0" timeOffset="70369.28">29321 5927 1805 0,'0'0'46'0,"0"0"34"0,0 0 30 15,0 0 19-15,0 0 19 0,0 0 7 16,0 0-4-16,0 0 5 0,0 0-6 0,-50 4-16 16,39-1-4-16,-3 4-8 0,3-2-3 15,0 2-15-15,0 1-2 0,2 3-7 0,2-1-4 16,-1-1-7-16,7 3 0 0,-4 0 1 16,5-1-4-16,2 1 1 0,2 3-6 15,0-1 2-15,2 1-2 0,-1-1 6 0,1 1 7 16,-3-1 11-16,6-1 9 15,-6-1 10-15,-1-2 12 0,2 1 7 0,-4-1 19 16,0 0 17-16,0-1-14 0,-2-2 6 16,-3 2-8-16,-1-3-3 0,-2 1-12 0,-3-2-1 15,0 0-27-15,-1-3-12 0,-1 2-13 16,-1-3-10-16,-1 2-15 0,-3-6-44 0,18 3-45 16,-28-1-48-16,15-3-58 0,1-1-63 15,-1-2-78-15,4-2-84 0,-2-1-79 0,6-2-94 16,3 2-151-16,0 0 1 0,6-2 73 15,3-2-416-15,9 0-495 0</inkml:trace>
  <inkml:trace contextRef="#ctx0" brushRef="#br0" timeOffset="70602.98">29541 5910 2950 0,'8'-8'118'0,"-5"-1"53"0,0 4 44 0,-1 0 27 15,-2 5 10-15,0 0 4 0,4-11-23 16,-4 11-24-16,0 0 4 0,0 0 6 0,0 0 8 15,0 0-11-15,-20 36-14 0,7-10-9 16,-2 6-20-16,-6 9-16 0,4 0-18 0,1-10-8 16,0 3-16-16,2-2-13 0,-1 1-34 15,2-4-54-15,5-5-56 0,0-4-57 16,3-1-55-16,1-3-54 0,-2-5-52 16,4 1-51-16,2-2-36 0,-2-4-47 15,2-6-54-15,2 5-47 0,-2-5-47 0,0 0-45 16,0 0-409-16,21-13-472 0</inkml:trace>
  <inkml:trace contextRef="#ctx0" brushRef="#br0" timeOffset="70737.91">29650 5922 2599 0,'11'-22'-51'0,"2"3"52"15,-8 4 38-15,1 3 30 0,-5 1 14 16,3 3 3-16,-2 1-7 0,0 0-9 16,0 0-13-16,-2 7-10 0,1-6-22 0,-1 6-35 15,0 0-47-15,0 0-63 0,0 0-78 16,0 0-100-16,0 0-154 0,0 0-218 0,0 0-165 15</inkml:trace>
  <inkml:trace contextRef="#ctx0" brushRef="#br0" timeOffset="70986.28">30126 5786 2098 0,'10'-29'187'0,"1"-2"48"0,-3 6 29 15,-5 4 44-15,4 1 44 0,-3 5 17 16,-2 1-10-16,-1 1-34 0,-1 7-49 15,0 6-28-15,0 0-15 0,0 0-20 16,0 0-14-16,-41 41-31 0,16-5-15 16,-4 5-12-16,2 4-12 0,-1 3-32 0,3 3-12 15,-2 0-7-15,2-1-24 0,1-1-32 16,-3-3-59-16,8-2-43 0,6-8-56 0,-3-3-46 16,3-2-59-16,-1-2-41 0,7-6-49 15,-2-7-45-15,1-3-41 0,4-1-32 0,0-4-23 16,0-2-19-16,1-2-5 0,3-4-390 15,0 0-367-15</inkml:trace>
  <inkml:trace contextRef="#ctx0" brushRef="#br0" timeOffset="71136.66">29770 6266 2280 0,'0'-17'-33'16,"2"2"62"-16,-2 3 53 0,0 2 40 15,0 1 42-15,0 1 23 0,0 8 16 0,0-10 11 16,0 10-9-16,-2-7 5 16,2 7-13-16,0 0-9 0,2-12-18 0,-2 12-12 15,0 0-15-15,8-4-14 0,-8 4-13 16,17 0-31-16,-6 2-53 0,11 1-69 0,-4-3-88 15,9 2-95-15,0-2-101 0,12-3-103 16,-3 3-161-16,5-4 20 0,2 4-321 0,4-2-368 16</inkml:trace>
  <inkml:trace contextRef="#ctx0" brushRef="#br0" timeOffset="71519.8">30460 6118 2653 0,'0'0'177'0,"-10"-5"44"15,10 5 29-15,-7-5 21 0,7 5 8 0,-7-6 4 16,7 6-17-16,0 0-19 0,-11-6-17 16,11 6-25-16,0 0-18 0,0 0-18 0,-3-4-11 15,3 4-16-15,0 0-5 0,0 0-9 16,0 0-21-16,0 0-6 0,0 0-10 0,0 0-25 16,17-7-5-16,-17 7-9 0,10-3 0 15,-10 3-2-15,11-7-7 0,-5 2-6 16,0-2 0-16,-3-2-3 0,-3 3-3 15,4-1 3-15,-4 7-7 0,0-11-9 16,0 11-2-16,-11-9-4 0,1 9 0 0,10 0-4 16,-33 0 0-16,17 5 0 0,-5 1-6 15,1 4 7-15,4 4-6 0,-2-3-1 0,3 6 4 16,1-1-3-16,7-3 0 0,-2 3 5 16,3-2-7-16,4-1 8 0,2 0-9 0,2-1 5 15,4 0-6-15,1 0-22 0,2-1-36 16,7-2-46-16,1 2-58 0,6-2-68 0,5 1-66 15,7-4-60-15,-3-1-62 0,-2-5-64 16,13-3-45-16,4 0-44 0,8-6-50 16,5-5-432-16,-3-1-527 0</inkml:trace>
  <inkml:trace contextRef="#ctx0" brushRef="#br0" timeOffset="71936.32">31299 5864 2791 0,'19'-26'-11'16,"-2"-1"67"-16,-4 0 50 15,-5 6 70-15,-1 4 58 0,-3 1 45 0,0 4 21 16,-3 1 10-16,-1 1-7 0,0 4-18 15,0 6 4-15,-5-7 0 0,5 7 0 0,0 0-11 16,-51 27-14-16,16 0-11 16,-3 6-15-16,-2 5-4 0,3 2-15 0,-2 6-20 0,1 0-24 15,0 4-18-15,4 0-14 0,0 0-14 16,5-4-13-16,4-4-26 0,2-1-90 16,3-8 0-16,6-6 0 0,4-6 0 0,0-5 0 15,3-3 0-15,1-1 0 0,1-4 0 16,3-2 0-16,2-6 0 0,0 0 0 15,0 0 0-15,0 0 0 0,0 0 0 0,0 0 0 16,0-31 0-16,0 13 0 0,0 1 0 16,-2-7 0-16,-3 3 0 0,0 0 0 15,-2 4 0-15,-6 1-18 0,-1 4 3 0,-3 4-9 16,1 3 6-16,2 3 1 0,-4 5 6 16,1 2 0-16,2 8 1 0,-1-2 3 0,3 5 1 15,2 1 4-15,1 3-2 0,2-3 3 16,3 5-3-16,3-3 2 0,2-1 1 0,4 5 1 15,7 4-13-15,-1-6-69 0,-1-3-49 16,2-1-40-16,5-3-46 0,1-2-47 16,-2-2-52-16,0-3-54 0,1 0-42 15,-3-2-38-15,1-1-51 0,-3-3-65 0,-2 1-98 16,-9-2 27-16,8 2-467 0,-8-2-574 16</inkml:trace>
  <inkml:trace contextRef="#ctx0" brushRef="#br0" timeOffset="72253.46">28951 6486 3218 0,'-46'2'5'0,"13"-2"26"0,9 2 23 0,5-2 22 16,5 1 20-16,5 1 40 0,9-2 38 0,0 0 26 16,23 17 14-16,28-3-11 15,16-1-13-15,36 9-13 0,17-3-19 0,17 1-11 16,13-1-18-16,62 10-9 0,-2-4 0 15,-40-7-1-15,47 2-9 0,-54-6-6 16,3-2-14-16,-8-2-7 0,-9-1 4 0,-21-4-4 16,-39-3-3-16,-14-1 38 0,-26-1 48 15,-6-1 20-15,-15-3-19 0,-7-1-17 0,-8 0-10 16,-5-2-24-16,-5 0-10 16,-3 1-12-16,0 6-18 0,-11-14-44 0,1 7-57 15,-3 0-74-15,4 2-78 0,-5 2-83 0,3-1-104 16,-5 4-115-16,2 4-129 0,-4-3-198 15,-5 4 81-15,3 0 81 0,-13 6-502 16,3-1-612-16</inkml:trace>
  <inkml:trace contextRef="#ctx0" brushRef="#br0" timeOffset="75918.64">8920 8194 2856 0,'0'0'-173'16,"0"0"42"-16,0 0 26 0,-4-7 37 0,4 7 34 16,0 0 26-16,0 0 22 0,-3-6 18 15,3 6 12-15,0 0 17 0,0 0 15 0,0 0 16 16,0 0 15-16,0 0 23 0,0-11 14 15,0 11 16-15,0 0 12 0,0 0 9 16,0 0 10-16,-7-5 8 0,7 5 4 16,0 0-5-16,-3-7-1 0,3 7-3 0,0 0 0 15,0 0-1-15,-11-5 0 0,11 5 1 16,0 0-13-16,-6-5-9 0,6 5-8 16,0 0 2-16,0 0-14 0,0 0-1 0,-12-2-7 15,12 2-11-15,0 0-13 0,0 0-5 16,0 0-13-16,-7-3-7 0,7 3-6 0,0 0-6 15,0 0-9-15,0 0 4 0,0 0 2 16,0 0 1-16,0 0-3 0,0 0 1 0,0 0-1 16,0 0 1-16,0 0-4 0,0 0 0 15,0 0-34-15,0 0-41 0,0 0 0 0,0 0 0 16,0 0 0-16,0 0 0 16,0 0 0-16,17 15 0 0,-9-12 0 0,-3 1 0 15,2-2 0-15,2 1 0 0,2 0 0 16,-2 1 0-16,3 0 0 0,-3-3 0 0,2 3 0 15,0-3 0-15,-2 2 0 0,0 1 0 16,1-1 0-16,-1-3 0 0,1 4 0 0,-3-2 0 16,-7-2 0-16,18 5 0 0,-11-2 0 15,1 0 0-15,2-2 0 0,-10-1 0 0,14 3 0 16,-3-1 0-16,-4 0 0 0,2-1 0 16,1 1 0-16,1 1 0 0,0 0 0 0,3-2 0 15,-3 2 0-15,-1-1 0 16,4 0 0-16,-5-1 0 0,1 4 0 0,-3-5 0 15,3 2 0-15,-1 0 0 0,-9-2 0 16,17 5 0-16,-9-2 0 0,-1 0 0 0,1-1 0 16,2 2 0-16,-1 0 0 0,-1-2 0 15,2 2 0-15,-1 0 0 0,1-1 0 0,-1 0 0 16,0 1 0-16,1-1 0 0,-2 1 0 16,1-2 0-16,0 2 0 0,2-4 0 0,-2 3 0 15,0 0 0-15,-1-1 0 0,2 2 0 16,-5-4 0-16,-5 0 0 0,16 6 0 0,-11-4 0 15,-5-2 0-15,15 3 0 0,-6-1 0 16,-9-2 0-16,12 4 0 0,-6-4 0 16,-6 0 0-16,18 4 0 0,-11-2 0 0,2 0 0 15,1 0 0-15,1 0 0 0,-1-2 0 16,-2 1 0-16,-8-1 0 0,17 4 0 16,-10-4 0-16,-7 0 0 0,12 1 0 0,-12-1 0 15,13 2 0-15,-13-2 0 0,14 2 0 16,-14-2 0-16,15 2 0 0,-15-2 0 15,15 2 0-15,-15-2 0 0,17 3 0 0,-8-3 0 16,-9 0 0-16,21 0 0 0,-9 3 0 16,-12-3 0-16,19 1 0 0,-19-1 0 15,17 2 0-15,-17-2 0 0,15 0 0 0,-5 2 0 16,-10-2 0-16,0 0 0 0,17 2 0 16,-17-2 0-16,11 2 0 0,-11-2 0 15,0 0 0-15,16 1 0 0,-16-1 0 0,0 0 0 16,13 2 0-16,-13-2 0 0,0 0 0 15,14 3 0-15,-14-3 0 0,0 0 0 0,0 0 0 16,12 2 0-16,-12-2 0 0,0 0 0 16,0 0 0-16,13 2 0 0,-13-2 0 0,0 0 0 15,0 0 0-15,11 3 0 0,-11-3 0 16,0 0 0-16,5 4 0 0,-5-4 0 0,0 0 0 16,0 0 0-16,7 5 0 0,-7-5 0 15,0 0 0-15,0 0 0 0,0 0 0 16,0 0 0-16,0 0 0 0,0 0 0 0,0 0 0 15,0 0 0-15,0 0 0 0,7 5 0 16,-7-5 0-16,0 0 0 0,0 0 0 16,0 0 0-16,0 0 0 0,0 0 0 0,0 0 0 15,0 0 0-15,0 0 0 0,0 0 0 16,0 0 0-16,0 0 0 0,0 0 0 0,0 0 0 16,0 0 0-16,0 0 0 0,0 0 0 15,0 0 0-15,0 0 0 0,0 0 0 16,0 0 0-16,0 0 0 0,0 0 0 15,0 0 0-15,0 0 0 0,0 0 0 0,0 0 0 16,0 0 0-16,0 0 0 0,0 0 0 16,-29-14-410-16,15 9-604 0,3-3 102 0,-6-1 92 15,-2-3-892-15,-6-8-1147 0</inkml:trace>
  <inkml:trace contextRef="#ctx0" brushRef="#br0" timeOffset="84417.52">10088 8860 4140 0,'0'0'-346'15,"0"0"51"-15,0 0 40 0,0 0 43 0,0 0 41 16,0 0 43-16,0 0 46 0,0 0 36 16,0 0 34-16,0 0 34 0,0 0 31 0,0 0 26 15,0 0 28-15,0 0 20 0,0 0 23 16,0 0 12-16,0 0 11 0,0 0 6 0,0 0 0 16,0 0 0-16,0 0-3 15,0 0-7-15,0 0-4 0,0 0-5 0,0 0-10 16,0 0-6-16,0 0-4 0,0 0-8 0,0 0-2 15,0 0-3-15,0 0 2 0,0 0-10 16,0 0 0-16,0 0-6 0,0 0 0 16,0 0-5-16,0 0-1 0,0 0-1 15,0 0-8-15,0 0 6 0,0 0 21 0,0 0 2 16,-17 8-4-16,17-8-3 0,-5 6-7 16,-2 2-9-16,7-8 0 0,-7 12-24 15,1-7 0-15,4 3-5 0,-5 3-1 0,2-2 1 16,0 0 2-16,-1-1-2 0,3 4 1 0,-3-2-6 15,1 2-4-15,-4 0-51 0,4 0-15 16,-1 0 0-16,-1 0 0 0,3 0 0 0,-2 0 0 16,0 0 0-16,1-1 0 15,-1 1 0-15,1 0 0 0,-4 1 0 0,5-3 0 0,-3 4 0 16,2-3 0-16,-1 1 0 16,-1 3 0-16,2-3 0 0,-1 2 0 0,-1-3 0 15,3-1 0-15,-1 1 0 0,-2-1 0 16,5-1 0-16,-3 1 0 0,3-1 0 0,-2 1 0 15,-1-2 0-15,1 1 0 0,2-2 0 16,1-1 0-16,-6 3 0 0,5-2 0 0,2 0 0 16,-4 1 0-16,3-1 0 15,-3 0 0-15,2 0 0 0,0-2 0 0,0 2 0 0,-1 0 0 16,1-1 0-16,-3 2 0 16,3-2 0-16,1 0 0 0,-3-1 0 0,4-5 0 15,-4 10 0-15,4-2 0 0,-2-4 0 16,2-4 0-16,-2 11 0 0,-1-7 0 0,3-4 0 15,-4 10 0-15,4-10 0 0,-2 10 0 16,0-8 0-16,2-2 0 0,0 11 0 0,-2-5 0 16,2-6 0-16,-2 10 0 0,0-5 0 15,2-5 0-15,-2 8 0 0,0-2 0 0,2-6 0 16,-2 10 0-16,0-5 0 0,2-5 0 16,0 9 0-16,0-9 0 0,-1 5 0 15,1-5 0-15,-4 10 0 0,4-10 0 0,0 7 0 16,0-7 0-16,-2 8 0 0,2-8 0 15,-2 7 0-15,2-7 0 0,0 7 0 0,0-7 0 16,-2 7 0-16,2-7 0 0,-1 7 0 16,1-7 0-16,-4 9 0 0,4-9 0 15,-3 6 0-15,3-6 0 0,0 9 0 16,0-9 0-16,-4 8 0 0,4-2 0 0,0-6 0 16,-1 6 0-16,1-6 0 0,-4 9 0 15,4-9 0-15,-2 8 0 0,0-4 0 0,2-4 0 16,0 8 0-16,0-8 0 0,-4 7 0 15,4-7 0-15,0 8 0 0,0-8 0 0,-3 6 0 16,3-6 0-16,-2 8 0 0,2-8 0 16,-2 10 0-16,2-10 0 0,-2 7 0 15,2-7 0-15,-2 10 0 0,2-5 0 16,0-5 0-16,-4 9 0 0,2-4 0 0,0 1 0 16,2-6 0-16,-2 12 0 0,0-6 0 15,1 0 0-15,-3-1 0 0,4-5 0 0,-4 12 0 16,2-6 0-16,0 0 0 0,-1 0 0 15,3-6 0-15,-7 13 0 0,5-6 0 0,1 0 0 16,-5 0 0-16,4-1 0 0,-1 1 0 16,1 2 0-16,-2-2 0 0,0 1 0 0,2-3 0 15,0 2 0-15,-4 2 0 16,4-1 0-16,0-1 0 0,2-7 0 0,-7 14 0 16,5-6 0-16,-2-2 0 0,1 2 0 15,-2-3 0-15,3 2 0 0,-1 2 0 0,-1-1 0 0,0-1 0 16,2 1 0-16,-1 2 0 15,-1-3 0-15,-3 1 0 0,6-2 0 0,-3 2 0 16,0-1 0-16,2-1 0 0,1 0 0 16,-3 0 0-16,2 2 0 0,-2-3 0 0,3 2 0 15,-3-2 0-15,2 3 0 0,-1-3 0 16,-1 2 0-16,3 0 0 0,-3-1 0 0,2 2 0 16,0-2 0-16,-1 3 0 0,-1-4 0 15,2 4 0-15,-2-3 0 0,1 1 0 0,0 2 0 16,-1-4 0-16,0 4 0 0,4-3 0 15,-3 3 0-15,-1 0 0 0,0-3 0 16,1 3 0-16,-2-1 0 0,1 4 0 16,1-5 0-16,-1 3 0 0,-2 2 0 0,5-3 0 15,-5 1 0-15,2 1 0 0,-2-1 0 16,2 2 0-16,0 0 0 0,1-1 0 0,-1 1 0 16,0-2 0-16,-1 2 0 0,0 0 0 15,2-2 0-15,-1 0 0 0,0 1 0 0,0-4 0 16,3 1 0-16,-3 1 0 0,0-1 0 15,2-1 0-15,1 0 0 0,-4 2 0 0,3-3 0 16,0 3 0-16,-2-1 0 0,3 1 0 16,-3 1 0-16,0 0 0 0,2 2 0 15,-3-5 0-15,2 3 0 0,-1 2 0 16,-1-4 0-16,1 3 0 0,0 0 0 0,3 0 0 16,-3 0 0-16,0 0 0 0,0-1 0 15,0 0 0-15,0 1 0 0,1 1 0 0,-1-2 0 16,0 0 0-16,0 2 0 0,-1-2 0 15,0 1 0-15,2-1 0 0,-3 1 0 0,2-3 0 16,-1 2 0-16,3-1 0 0,-2 0 0 16,0-1 0-16,-2 0 0 0,4 2 0 0,0-5 0 15,-3 4 0-15,1 0 0 16,0-3 0-16,3 2 0 0,-3-2 0 0,-1 1 0 16,3 1 0-16,-1-2 0 0,-1 0 0 0,2-1 0 15,0 1 0-15,2-6 0 0,-5 8 0 16,5-8 0-16,-2 10 0 0,2-10 0 15,-4 7 0-15,4-7 0 0,-2 4 0 0,2-4 0 16,-2 7 0-16,2-7 0 0,0 0 0 16,-6 7 0-16,6-7 0 0,-2 6 0 0,2-6 0 15,0 0 0-15,-2 6 0 0,2-6 0 16,0 0 0-16,-1 5 0 0,1-5 0 0,0 0 0 16,0 0 0-16,0 0 0 0,0 0 0 15,-4 6 0-15,4-6 0 0,0 0 0 16,0 0 0-16,0 0 0 0,0 0 0 0,0 0 0 15,0 0 0-15,-2 6 0 0,2-6 0 16,0 0 0-16,0 0 0 0,0 0 0 0,0 0 0 16,-14-17 0-16,10 11-67 0,-1-3-936 15,1-2 64-15,1 1 84 0,-3-2-957 16,-1-4-1239-16</inkml:trace>
  <inkml:trace contextRef="#ctx0" brushRef="#br0" timeOffset="85453.28">3851 8146 4734 0,'0'-13'-170'0,"0"2"48"0,-2 4 47 15,0-1 52-15,2 8 61 16,-2-12 36-16,1 7 28 0,1 5 5 0,-2-7-8 15,2 7-12-15,0 0-7 0,0 0 3 16,0 0 17-16,0 0 10 0,0 0 1 0,0 0 6 16,5 25 13-16,3-16 10 0,3 1 3 15,6-1 10-15,6-1-22 0,10-2 19 0,7-3-10 16,-1-3-14-16,9-7-16 0,10-1 10 16,4-9-15-16,5 0-14 0,1-1-8 0,0-1-8 15,-4 2-10-15,-3-1-6 0,-10 6-9 16,-8-1-3-16,-9 9-5 0,-9-6-11 15,-7 7-5-15,-2-1-5 0,-3 0-8 16,-3 4-21-16,1-4-11 0,-3 4-11 0,-8 0-34 16,12-4-34-16,-12 4-47 0,0 0-57 15,0 0-74-15,12 4-91 0,-12-4-93 16,2 8-98-16,-2-8-188 0,-3 11 45 0,-3-2 69 16,-4 5-455-16,-5 8-559 0</inkml:trace>
  <inkml:trace contextRef="#ctx0" brushRef="#br0" timeOffset="89532.56">10925 8882 2730 0,'0'0'-145'16,"0"0"34"-16,0 0 28 0,0 0 22 15,0 0 19-15,0 0 22 0,0 0 11 0,5-6 10 16,-5 6 7-16,0 0 4 0,0 0 8 15,4-4 8-15,-4 4 11 0,0 0 13 0,0 0 12 16,0 0 16-16,6-6 11 0,-6 6 16 16,0 0 25-16,0 0 11 0,0 0 4 0,0 0 6 15,0 0 1-15,0 0 7 0,0 0 0 16,0-5 3-16,0 5-6 0,0 0-5 0,0 0 1 16,0 0-3-16,0 0 0 0,0 0 0 15,0 0-6-15,0 0 1 0,0 0 0 16,0 0-6-16,0 0 0 0,0 0 1 15,0 0-2-15,0 0 4 0,0 0-13 16,0 0 0-16,0 0-3 0,0 0-8 0,0 0 3 16,0 0-2-16,4-8-14 0,-4 8-7 15,0 0 1-15,0 0-10 0,0 0 31 0,0 0-1 16,0 0 0-16,0 0-4 0,0 0-8 16,19 12-1-16,-14-9-4 0,4 1-3 0,-4-2-5 15,3 4-71-15,-3 0-24 0,2-2 0 16,2 4 0-16,0-3 0 0,-2 1 0 0,4 0 0 15,-4 0 0-15,0 0 0 0,3-1 0 16,-2 1 0-16,-1 0 0 0,1 0 0 0,-1-2 0 16,1 1 0-16,2 0 0 15,-3 0 0-15,0 0 0 0,0 2 0 0,0-2 0 16,3 2 0-16,-3 0 0 0,1 0 0 16,2 0 0-16,-3 0 0 0,3 1 0 0,-3 1 0 15,1-1 0-15,-1 2 0 0,2-4 0 16,-4 2 0-16,2 1 0 0,-1-3 0 0,1 2 0 15,-2-2 0-15,2-3 0 0,-7-3 0 16,8 12 0-16,-5-8 0 0,-3-4 0 0,11 10 0 16,-8-6 0-16,3 1 0 0,-1 1 0 15,-5-6 0-15,10 8 0 0,-7-2 0 0,2-2 0 16,1 0 0-16,-3 0 0 16,1 1 0-16,0-1 0 0,-4-4 0 0,7 11 0 15,0-8 0-15,-4 1 0 0,-3-4 0 16,9 7 0-16,-9-7 0 0,10 8 0 0,-10-8 0 15,8 7 0-15,-2-4 0 0,-6-3 0 16,7 7 0-16,-7-7 0 0,5 5 0 0,-5-5 0 16,11 5 0-16,-11-5 0 0,5 6 0 15,-5-6 0-15,8 6 0 0,-8-6 0 16,5 7 0-16,-5-7 0 0,7 7 0 16,0-3 0-16,-1 1 0 0,-1 1 0 0,2 0 0 0,2 1 0 15,-2-1 0-15,2 1 0 16,2 2 0-16,0-1 0 0,0 1 0 0,-2 1 0 15,1-1 0-15,-1-1 0 0,2 2 0 16,-2-3 0-16,-4 0 0 0,5 0 0 0,-5 1 0 16,3-2 0-16,-4-1 0 0,2 1 0 15,-3 0 0-15,1 2 0 0,2-4 0 0,-2 4 0 16,0-3 0-16,1 5 0 0,-1-5 0 16,0 2 0-16,1 0 0 0,-1-1 0 0,3 3 0 15,-4 0 0-15,1-1 0 0,1 1 0 16,-1-1 0-16,4 1 0 0,-4 1 0 15,2-3 0-15,-3 1 0 0,1-1 0 0,2 0 0 16,-5 0 0-16,3 0 0 0,-2 0 0 16,3-2 0-16,-2 2 0 0,-1-1 0 0,-2-6 0 15,8 11 0-15,-7-5 0 0,3 0 0 16,-4-6 0-16,6 11 0 0,-5-5 0 16,4 0 0-16,-1 0 0 0,0 0 0 0,-1 0 0 15,1 1 0-15,0-1 0 0,-3 0 0 16,3 0 0-16,1 2 0 0,-2-1 0 15,-1-1 0-15,2 0 0 0,0 2 0 0,-1-2 0 16,1 1 0-16,2-1 0 0,-2 2 0 16,0 0 0-16,3 2 0 0,-3-3 0 0,2 1 0 15,-5-1 0-15,5 0 0 0,0 0 0 16,-2-1 0-16,2 3 0 0,-1-2 0 16,3 0 0-16,-7-1 0 0,6 0 0 0,-2 0 0 15,1 1 0-15,1 0 0 0,-1 0 0 16,2 0 0-16,0 0 0 0,-3 0 0 0,4-1 0 15,2 1 0-15,0 2 0 0,-2 0 0 16,3-1 0-16,1 0 0 0,-3 1 0 0,1-1 0 16,0 2 0-16,3-3 0 0,-1 1 0 15,-3 0 0-15,1 2 0 0,-2-5 0 0,2 3 0 16,-4 0 0-16,4 0 0 0,-2 0 0 16,3 0 0-16,-1 1 0 0,1-2 0 0,1 2 0 15,0 0 0-15,7 2 0 16,-5-2 0-16,2 0 0 0,2 2 0 0,-4-1 0 15,5-1 0-15,-7-2 0 0,2 3 0 16,-2-3 0-16,1 1 0 0,-3-1 0 0,1 0 0 16,-1 2 0-16,0-3 0 0,1 3 0 15,-2-2 0-15,-1 0 0 0,3-1 0 0,-1 2 0 16,0 1 0-16,3-1 0 0,-1-2 0 16,3 4 0-16,-4-3 0 0,2 0 0 0,-1 2 0 15,-2-2 0-15,-1-2 0 0,2 0 0 16,-5 1 0-16,1-2 0 0,2 0 0 15,-7 0 0-15,5-2 0 0,-8-2 0 16,8 8 0-16,-3-6 0 0,-5-2 0 0,6 3 0 16,-6-3 0-16,7 2 0 0,-7-2 0 15,0 0 0-15,6 6 0 0,-6-6 0 0,0 0 0 16,0 0 0-16,6 4 0 0,-6-4 0 16,0 0 0-16,0 0 0 0,0 0 0 0,0 0 0 15,0 0 0-15,0 0 0 0,0 0 0 16,0 0 0-16,0 0 0 0,0 0 0 0,0 0 0 15,-15-21 0-15,5 17 0 0,0 0-422 16,-4-4-273-16,-4 2-70 0,-2-1-98 0,-3 1 81 16,-12-4-804-16,1 2-1028 0</inkml:trace>
  <inkml:trace contextRef="#ctx0" brushRef="#br0" timeOffset="90549.43">4276 8985 4148 0,'2'-6'-129'0,"-2"6"37"16,0-8 34-16,0 8 16 0,0 0 4 0,0 0 29 15,0 0 41-15,0 0 32 0,0 0 25 16,0 0 10-16,0 0 13 0,11 21 10 15,-6-13 9-15,7-1 7 0,1 3 14 0,1-3-2 16,8 2-3-16,14-1-5 0,1-5-11 0,7-3-9 16,17-6-15-16,6-6-11 0,7-4-6 15,18-6-5-15,-3 0-13 0,1-2-9 16,-1-3-7-16,-24 8-6 0,3-3 10 16,-7 5-22-16,-5 3 0 0,-18 2-5 15,-6 5-5-15,-7-2 0 0,-6 4-1 0,-6 1-3 16,-2 0 0-16,-2 1-8 0,-2 1-12 15,-7 2-19-15,12-3-26 0,-12 3-40 0,0 0-34 16,0 0-47-16,0 0-71 0,0 0-82 16,9 7-84-16,-9-7-112 0,-12 13-171 15,5-3 54-15,-4 1-450 0,-7 11-548 0</inkml:trace>
  <inkml:trace contextRef="#ctx0" brushRef="#br0" timeOffset="115761.61">1061 10005 2696 0,'-18'4'-175'0,"4"1"21"0,0-4 27 0,5 2 25 15,-1-1 32-15,3 0 28 0,7-2 27 0,-12 2 19 16,12-2 4-16,-9 2 0 15,9-2 6-15,0 0 3 0,-11 0-1 0,11 0 8 16,0 0 6-16,0 0 7 0,0 0 3 16,-14 2-5-16,14-2 2 0,0 0 1 0,0 0 8 15,0 0 3-15,0 0-3 0,0 0-3 16,32-4-7-16,-12 2 0 0,3-2-4 16,14 0 0-16,3-3-7 0,6-3 5 15,11 2 0-15,7-3-3 0,0-3-2 0,6 1 6 16,-1 1-4-16,2-3 2 0,-3 1-2 0,1 1-9 15,-5 1 6-15,-3 0-6 16,-4 1 1-16,-3 1-4 0,-12 2 0 0,0 3-1 0,-4-2 0 16,-9 3-3-16,-4 1 1 15,-3-1-3-15,-3 2-3 0,2-2 1 0,-2 4 1 16,4-4-3-16,-2 1 5 0,2 1 1 16,3-3 3-16,11-2 0 0,-1-1-1 15,4 1-1-15,2-3 3 0,11 1 0 0,1-4-6 16,1 4 0-16,-1-1 2 0,-2 0-5 15,-7 3 0-15,-4-1 0 0,0 2-2 0,-1 2 4 16,-2-4-3-16,-8 5 0 0,-5-2-1 16,11 0 2-16,-2-2-2 0,4 2 0 15,3-2 1-15,-2-2-1 0,8 1-3 16,3-4 4-16,6 0-3 0,3-2 4 16,0 1-3-16,2 3 2 0,2-3-3 0,0 3-1 15,0 0 2-15,-3 1-1 0,1 1 1 16,-1-2-3-16,-3 3 0 0,-2 0 3 0,-8 0 2 15,11-1-6-15,-1 0 2 0,0-1-1 16,2 3 5-16,-3-2-4 0,-9 2 3 16,-3 0-4-16,-2 1 2 0,-1-1 2 0,-11 2-2 15,-8 2-1-15,-1-2 3 0,-5 2 1 16,-1 0 0-16,-4 0 0 0,-1 0-2 16,-10 2 6-16,19 0-3 0,-19 0-1 15,15-4-6-15,-15 4-1 0,11-2-11 0,-11 2-19 16,0 0-25-16,14-2-33 0,-14 2-38 15,0 0-70-15,11 2-79 0,-11-2-179 16,0 0-6-16,0 0-107 0,0 0-69 0</inkml:trace>
  <inkml:trace contextRef="#ctx0" brushRef="#br0" timeOffset="116527.46">1492 10855 1716 0,'-12'0'86'0,"12"0"-1"16,-19-2-3-16,10 2 2 0,9 0 11 15,-20 0 17-15,20 0 17 0,-21-2 2 0,21 2-7 16,-16 0-13-16,16 0-12 0,-12 0-8 16,12 0-8-16,0 0-12 0,-15 0-13 15,15 0-7-15,0 0-1 0,0 0-10 0,0 0 2 16,0 0-4-16,0 0-7 0,0 0 4 16,0 0-2-16,0 0 5 0,76-4-1 15,-28-1-5-15,18-6-1 0,11-2-3 0,23-5-1 16,17 1 0-16,8-5-1 0,13 1-4 15,8-1-1-15,9 0 1 0,1 1-2 16,-1 4-11-16,-7-2-1 0,-7 6 1 0,-13-3-4 16,-10 3-1-16,-11 2 1 0,-27 3-1 15,-8-2 0-15,-9 6-9 0,-17-2 13 16,-6 1 8-16,-10 3-5 0,-8 0 10 16,-6 0 8-16,-2 0 13 0,-3-1-4 0,-2 0-6 15,0-1 5-15,-9 4-15 0,13-9 4 16,-13 9-11-16,9-4-5 0,-9 4-21 0,5-6-42 15,-5 6-57-15,0 0-58 0,0 0-76 16,0 0-107-16,0 0-196 0,0 0 34 16,0 0 52-16,0 0-117 0,0 0-80 0</inkml:trace>
  <inkml:trace contextRef="#ctx0" brushRef="#br0" timeOffset="122759.23">8671 4729 1579 0,'0'0'65'0,"-5"-5"44"15,5 5 34-15,0 0 28 0,-4-11 38 0,4 11 13 16,0-10 11-16,0 10 6 0,0-12-3 16,0 5 1-16,0 7-4 0,9-16-5 15,-4 7 2-15,1 0-6 0,1-1 4 0,3-2 1 16,0 1 4-16,-1 1-5 0,1-1-3 15,-3 5-12-15,3 0-17 0,-5-2-22 0,5 3-19 16,0 1-17-16,-10 4-15 0,0 0-9 16,26 7-7-16,-15 3-14 0,2 2-5 15,-2 5-7-15,-4 5-8 0,7 5 0 16,-9-1-3-16,-1-2 9 0,0 0-3 0,-4 0-11 16,-4 1 13-16,-1 8 6 0,-6 2 11 15,-2-4 4-15,-4-2 4 0,2-2 0 16,-3 0 0-16,-4-3-7 0,1-3-85 0,-2-1-11 15,0-3 0-15,1 0 0 0,2-5 0 16,6-5 0-16,-2 3 0 0,5-8 0 0,-3 0 0 16,5-4 0-16,-3 0 0 0,2-6 0 15,-1-4 0-15,6-3 0 0,-2-8 0 16,5-2 0-16,2-13 0 0,4 2 0 16,4 2 0-16,-2 1 0 0,3 3 0 0,-3 9 0 15,2 2 0-15,1 3 0 0,-1 2 0 16,2 4 0-16,-1 3 0 0,2 2 0 0,1 4 0 15,3 1 0-15,-1 1 0 0,4 3 0 16,5 4 0-16,-1 1 0 0,8 3 0 16,3 3 0-16,-5 0 0 0,3 1 0 0,-3-1 0 15,1-1 0-15,-3 0 0 0,-5-3 0 16,-2-3 0-16,-6 1 0 0,1-2 0 0,-1 0 0 16,-4-3 0-16,0 2 0 0,-2-1 0 15,0-2 0-15,-1 1 0 0,1-1 0 16,-2 1-285-16,-5-4-112 0,9 4-96 15,-3 2-88-15,-1 1-115 0,-1-2-134 0,4-2 73 16,-4 1-655-16,-4-4-864 0</inkml:trace>
  <inkml:trace contextRef="#ctx0" brushRef="#br0" timeOffset="122993.47">9261 4946 3653 0,'0'0'-118'0,"0"0"36"0,0 0 43 0,0 0 47 0,0 0 44 15,18 8 26-15,-15 0 27 0,3 1 22 16,1 3 4-16,3 5 0 0,-4 0-1 16,1 2-9-16,-1-1-10 0,-1 3-10 15,-1-4-8-15,-1 2-8 0,-3-2-8 16,0-3-6-16,-3 3-8 0,1-1-5 0,0-1-1 16,-1-1-12-16,-3-1-22 0,4-2-38 15,-5 1-40-15,1-4-56 0,-2 1-79 0,4-2-80 16,-3-4-93-16,7-3-120 0,0 0-131 15,0 0 54-15,0 0-263 0,-7-21-310 0</inkml:trace>
  <inkml:trace contextRef="#ctx0" brushRef="#br0" timeOffset="123543.29">10084 4286 2397 0,'0'-15'98'0,"0"7"59"0,-2 0 31 0,2 8 6 15,0-8-10-15,0 8-18 0,0 0-14 16,0 0-7-16,0 0 20 0,0 0 6 0,2 29 14 16,-4-9 6-16,2 16 7 15,-1 7 0-15,-7 9-11 0,3 1-3 0,-4-1-8 16,2-10-14-16,1 1-7 0,-1-1 1 15,0-5-6-15,-2-2-33 0,4-3 6 0,-3-6-13 16,5-8-9-16,-4 0-7 0,3-5-8 16,3 2 0-16,-3-5-13 0,0-1-7 15,2 1-5-15,1-2 1 0,-3-2 2 0,4-6 0 16,-4 10-18-16,4-10 0 0,0 0-7 16,0 0-1-16,0 0-13 0,0 0 1 0,-6-22-4 15,4 9-3-15,0-1 11 16,-2-2-16-16,2 5-14 0,-1-1-4 0,-3 1 0 0,1 3-7 15,-11 4 2-15,3 1 2 16,-8 3-7-16,-13 7 9 0,-1 1-8 0,1 5 6 16,2 3 1-16,1 1-1 0,6-3-1 15,1 5-2-15,2 2 2 0,7-3 7 0,5-1-3 16,1 1-1-16,5 1 6 0,-1-3-6 16,5-1 1-16,0-1 10 0,4 1-2 15,1 0 0-15,1-1-1 0,2-2 1 0,7 0 3 16,-2-5-4-16,2-2 5 0,3 0 11 15,4-3-3-15,-3-2-32 0,5 0-25 0,-8-2-31 16,4 2-45-16,-4 0-47 0,5-2-56 16,-5-2-75-16,-3 2-83 0,0-2-91 0,-1 2-114 15,-1-1-167-15,1-2 67 16,-3 1-516-16,2 3-664 0</inkml:trace>
  <inkml:trace contextRef="#ctx0" brushRef="#br0" timeOffset="123809.96">10274 4960 3119 0,'0'0'26'0,"0"0"41"0,0 0-1 0,0 0 16 0,0 0 55 0,0 0 35 16,0 0 10-16,0 0-3 0,-3 26-2 0,1-14-6 15,-2 5-11-15,2-1-7 16,-5 2-5-16,2 3-5 0,-6 0-8 0,2-3-11 15,-6 9-15-15,3-9-12 0,1-1-6 16,-1-2-8-16,1-1-23 0,2-1-38 16,-3-3-45-16,3-2-60 0,-1-2-71 0,0 0-91 15,3-4-84-15,-1-1-105 0,8-1-118 16,-17-3-99-16,11-2 69 0,3-2-319 0,1-3-384 16</inkml:trace>
  <inkml:trace contextRef="#ctx0" brushRef="#br0" timeOffset="124276.3">10857 4691 2301 0,'1'-3'-13'0,"-1"3"60"16,2-11 42-16,0 2 46 0,0 3 36 15,-2 6 18-15,4-16 26 0,-3 10 12 0,-1-3 2 16,0 9-8-16,-1-15-14 0,1 8-12 15,-6-1-13-15,2 3-13 0,-4-1-18 0,8 6-9 16,-18-6-12-16,2 10-8 0,-4 1-6 16,-9 5-1-16,-2 6 0 0,-1 0-4 15,4 3 3-15,-3 1 0 0,2 2-2 0,6 2-6 16,2-2-7-16,8-3-7 0,1-2-9 16,6 2-2-16,-1-4-15 0,5 1-4 0,2-3-6 15,4 1-5-15,1-2-3 16,6 3 1-16,0-3-22 0,6 0-43 0,0-2-42 15,2-1-58-15,3-4-66 0,3-2-88 16,-1 1-106-16,1-3-114 0,-1 1-149 0,-1-2-81 16,-4 2 71-16,2-2-443 0,-4 3-562 15</inkml:trace>
  <inkml:trace contextRef="#ctx0" brushRef="#br0" timeOffset="124542.28">11052 4967 2877 0,'0'0'34'0,"0"0"61"0,0 0 26 0,0 0 11 16,0 0 24-16,0 0 24 15,0 0 15-15,0 0 2 0,10 10-6 0,-9-3-7 16,4 4-18-16,-5 1-7 0,2-1-9 16,-4 7-6-16,-3-1 2 0,-2 0-6 0,-2 4-4 15,0-3-16-15,-9 7-16 0,-1-5-11 16,4-1-7-16,1-6-8 0,-1 1-9 0,2-1-45 15,-1-5-35-15,2-1-54 0,-1 0-74 16,1-4-96-16,1-1-102 0,0-4-127 16,11 2-175-16,-13-9-28 0,10 1 65 0,3-2-357 15,2-5-436-15</inkml:trace>
  <inkml:trace contextRef="#ctx0" brushRef="#br0" timeOffset="125009.39">11657 4696 2680 0,'-10'6'40'0,"2"-2"50"16,2 0 42-16,6-4 33 0,-5 8 25 0,5-8 11 15,-4 11-7-15,4-11-5 16,2 8-9-16,-2-8-13 0,7 9-18 0,2-4-12 0,-2 0-13 15,4-1-12-15,0-3-10 16,1 1-6-16,-12-2-11 0,24 0-11 0,-12-2-1 16,-1-3-8-16,3-2-4 0,-3 0-3 15,1-1 3-15,-4-4-1 0,-1 0-6 0,-3-2-3 16,0 1-7-16,-3 1-1 0,-1-2-3 16,-1-1-9-16,-5 4-4 0,-1 1-3 15,-6 2-5-15,-5 6 0 0,-5 2-5 16,-15 5-1-16,0 4 3 0,-2 4-5 15,-7 4 1-15,4 3 1 0,13 0 10 0,1 3 15 0,9 0 18 16,-2-1 33-16,13-2 19 16,4 0 27-16,-2-3-1 0,9 1 23 0,4-3 26 15,6 3 14-15,0-3-11 0,10 6-13 16,3-3-19-16,1-1-13 0,3-5-16 0,0 0-9 16,-7-4-19-16,-1-3-6 0,-5 2-31 15,-1-5-48-15,-3 1-24 0,-5-1-74 16,4 1-78-16,-3-1-76 0,-8-2-88 0,6 4-116 15,-6-4-125-15,0 0-170 0,0 0-81 16,-18 15 87-16,6-7-647 0,-6 3-832 0</inkml:trace>
  <inkml:trace contextRef="#ctx0" brushRef="#br0" timeOffset="131992.7">14052 7471 3503 0,'0'0'-131'0,"0"0"51"0,0 0 34 0,0 0 26 16,0 0 30-16,11-4 24 0,-11 4 23 15,0 0 12-15,0 0 6 0,0 0-7 0,0 0 4 16,0 0 2-16,0 0 2 0,0 0 10 16,0 0 12-16,0 0 5 0,0 0 3 0,0 0 7 15,0 0 2-15,0 0-1 0,0 0-2 16,0 0-10-16,0 0-10 0,0 0-7 16,0 0-6-16,0 0-6 0,0 0 8 0,0 0 11 15,0 0 0-15,0 0-7 0,0 0-4 16,0 0-5-16,-11 17-5 0,9-9-6 15,0 0-8-15,2-1 1 0,-3-3-4 0,-1 4-6 16,1 0-2-16,1 1-3 0,-1 0-2 16,-1-1 5-16,0 4 3 0,1-2 7 0,-5 2 11 15,5 3 4-15,-6-3-1 0,4 2 0 16,-1 1-4-16,1-4 1 0,-4 3 2 16,2-1 9-16,0 1-8 0,-1 0-4 0,-2-3 0 15,3 4-7-15,-1-4-7 0,1 4-1 16,-2-2-5-16,2 1-9 0,0-2-1 0,-1 2-6 15,0-3-1-15,2 2 7 16,-1-1-18-16,2-1 6 0,-1 0-11 0,1-1 7 16,-2 2-6-16,3-2 0 0,1 1 5 15,-5-1-7-15,5 0 3 0,-6 2-6 0,5-2 5 16,-3-1-4-16,3 2 4 0,1-2-1 16,-4 2-9-16,4-1-6 0,-3 1-6 0,2-1 2 15,1 0 3-15,-3 1-3 0,2-3 0 16,1 2 14-16,-2 1-11 0,1-1-1 0,1 0 3 15,-3-1-7-15,2 1 8 0,1 0-4 16,-4-1 0-16,4 1 1 0,-1 0 3 0,-2-1-6 16,3 1 2-16,-5 2 9 0,5 2-8 15,-4-4 11-15,3 2-8 0,1-2-4 16,-3 2 3-16,1-1 9 0,-1 1-6 0,1-2-4 16,2-2 2-16,-3 3-2 0,4-1-4 15,-1 1 9-15,-3-1-6 0,2 0-1 16,3-1 5-16,-4 1 6 0,1 2-4 0,1 0 2 15,-3-3-5-15,2 4 4 0,2-1 4 16,-1 0-4-16,-1 2 19 0,-1 1 13 0,0-3-2 16,1-1-6-16,1 1 1 0,-1-1-4 15,0 2-1-15,0 0 10 0,-2-1 1 0,2-1-1 16,1 0-3-16,-1 1-4 16,-2 0-1-16,5 1 3 0,-5-1-6 0,1-2 5 0,2 1-1 15,-1 1-12-15,0-2 4 16,1-3-4-16,-1 5 1 0,0-4-3 0,0 3 0 15,3-3-4-15,-6 2 0 0,3 1 1 16,3-1 0-16,-3-2-1 0,0 4 5 0,1-1-10 16,-1-1 2-16,0 0 0 0,-1 1-1 15,4-2 1-15,-3 3-5 0,0-2 3 16,2-1 0-16,-1 1-2 0,-1-2 2 0,0 2-2 16,3 1-2-16,-4-3 0 0,1 2 0 15,0-1 0-15,3 1 0 0,-3-1 0 0,0 1 0 16,1-2 0-16,-1 0 0 0,0-2 0 15,1 3 0-15,0-2 0 0,-1 3 0 16,-2-1 0-16,5 1 0 0,-5 2 0 16,2-2 0-16,1 2 0 0,-2-2 0 0,-1 2 0 15,5-1 0-15,-5 0 0 0,2-2 0 16,1 3 0-16,-4 2 0 0,4-4 0 0,1 0 0 16,-4 1 0-16,2 1 0 0,1 0 0 15,-1-3 0-15,0 1 0 0,1 0 0 0,-2 1 0 16,1-1 0-16,3 0 0 0,-5-1 0 15,2 1 0-15,2 2 0 0,-1-5 0 0,-1 3 0 16,-1 2 0-16,2-2 0 0,-3 1 0 16,4-3 0-16,1 1 0 0,-1 1 0 15,-4 0 0-15,2-1 0 0,3 1 0 16,-6 0 0-16,3 2 0 0,3-1 0 0,-5-1 0 16,4 1 0-16,-2-1 0 0,-1 0 0 15,0 1 0-15,3 1 0 0,-1 0 0 0,-1-1 0 16,0 1 0-16,1 0 0 0,-3-1 0 15,4-1 0-15,-1 0 0 0,-2-1 0 0,-1 3 0 16,5-2 0-16,-3 0 0 0,0-1 0 16,1-1 0-16,-1 3 0 0,2-3 0 0,-3 1 0 15,2-3 0-15,1 2 0 0,-2-2 0 16,2 1 0-16,-1 1 0 0,1-2 0 0,-2 0 0 16,0 2 0-16,4-3 0 15,-3 1 0-15,-2 1 0 0,1 0 0 0,2 1 0 0,-3-1 0 16,1 3 0-16,1 0 0 15,-3-1 0-15,-1 3 0 0,4-2 0 0,-3 0 0 16,1 2 0-16,1-2 0 0,0 1 0 16,-2 2 0-16,2-3 0 0,0 3 0 0,-1-5 0 15,1 4 0-15,2-2 0 0,-1 0 0 16,-1 1 0-16,-1-1 0 0,2 0 0 0,-1 0 0 16,0 2 0-16,2-6 0 0,1 0 0 15,-3 1 0-15,2 3 0 0,0-4 0 16,0 2 0-16,-1 3 0 0,-2-3 0 0,3 2 0 15,-2-3 0-15,3 1 0 0,-3-2 0 0,2 2 0 16,2-8 0-16,-2 15 0 16,0-10 0-16,2-5 0 0,0 9 0 0,0-9 0 15,-1 6 0-15,1-6 0 0,0 0 0 16,-4 9 0-16,4-9 0 0,0 0 0 0,2 6 0 16,-2-6 0-16,0 0 0 0,0 0 0 15,0 0 0-15,0 0 0 0,0 0 0 0,0 0-476 16,0 0-185-16,-18-15-154 0,14 9-43 15,3 2 93-15,-5-1-805 0,6 5-1012 0</inkml:trace>
  <inkml:trace contextRef="#ctx0" brushRef="#br0" timeOffset="134509.32">11660 7513 3768 0,'-3'6'-353'0,"-1"-1"31"15,0-2 24-15,4-3 14 0,-5 11-17 16,0-8-42-16,1 2-292 0,2-1-133 0</inkml:trace>
  <inkml:trace contextRef="#ctx0" brushRef="#br0" timeOffset="134660.71">11560 7838 1592 0,'0'0'-99'0,"-6"6"9"0,1-2 12 16,5-4 0-16,-5 8 1 0,1-4-16 0,2 1-24 15,2-5-210-15,-3 9 158 0</inkml:trace>
  <inkml:trace contextRef="#ctx0" brushRef="#br0" timeOffset="134840.56">11635 8121 829 0,'2'8'-39'16,"-2"-8"4"-16,5 7 6 0,-5-7 5 16,5 5-6-16,-5-5-25 0,8 5-46 0,-5-1-75 15,-3-4 60-15</inkml:trace>
  <inkml:trace contextRef="#ctx0" brushRef="#br0" timeOffset="135157.71">12175 8078 487 0,'0'0'3'0,"0"0"-3"0,0 0-6 16,9-4-8-16,-9 4-9 0,8-3-22 16,-8 3-40-16,10-4-23 0,-10 4 36 0</inkml:trace>
  <inkml:trace contextRef="#ctx0" brushRef="#br0" timeOffset="135841.35">10873 6404 397 0,'-4'5'72'15,"4"-5"1"-15,-5 5-2 0,5-5-8 0,0 0-11 16,-6 6-9-16,6-6 0 0,-10 5-22 16,8-1-31-16,2-4-47 0,-7 11-94 0,3-6-59 15,1 4 71-15</inkml:trace>
  <inkml:trace contextRef="#ctx0" brushRef="#br0" timeOffset="135974.32">10821 6977 650 0,'-5'12'80'0,"3"-2"-6"0,-2-3-15 15,4 0-33-15,-1 0-38 0,-1 0-42 0,2 1-54 16,0-1-136-16,2 1 237 0</inkml:trace>
  <inkml:trace contextRef="#ctx0" brushRef="#br0" timeOffset="138640.26">4047 9968 864 0,'-2'-10'125'0,"-2"2"14"0,2 3 14 0,-1-1 16 0,3 6 21 0,-4-10 25 0,4 10 12 15,-4-8 1-15,4 8-15 0,-1-7-10 0,1 7-20 16,0 0-13-16,0 0 20 0,0 0 12 16,0 0 10-16,0 0 1 0,-2 29-9 15,2-14-5-15,2 3-7 0,-1-3 1 16,5 3-10-16,1-1 5 0,3 0-10 0,7 3 9 16,6-2-19-16,6-7-5 0,9-2-10 15,10-4-6-15,16-10-3 0,7-4-17 16,7-2-7-16,28-10-18 0,2-1-8 0,2-5-12 15,0-2 2-15,-2 0-18 0,0 0-4 16,-6 0-2-16,-7 3-6 0,-27 9-6 0,-7 2-3 16,-12 1-8-16,-12 6 0 0,-11 1 11 15,-7 2 17-15,-3 1 9 0,-5 1 5 0,0-1 10 16,-3 2-4-16,1-2-2 16,-1 4-4-16,-8 0-9 0,14-4-11 0,-14 4-5 15,9-3-9-15,-9 3-20 0,9-2-43 16,-9 2-51-16,0 0-69 0,12-2-73 0,-12 2-97 15,0 0-124-15,0 0-154 0,0 0-161 16,-16 15-58-16,5-7 83 0,1-3-649 0,-5 5-826 16</inkml:trace>
  <inkml:trace contextRef="#ctx0" brushRef="#br0" timeOffset="143605.44">8510 12112 3451 0,'-6'10'-188'0,"3"-1"57"0,-1-2 37 0,2-4 42 16,2-3 44-16,-2 9 40 0,2-9 35 16,0 7 27-16,0-7 32 0,0 0 17 0,11 3 11 15,-11-3 1-15,0 0-2 0,36-7-9 16,-16 2-13-16,1 0-14 0,1-2-11 0,13-3-10 15,-4 1-12-15,-1-1-5 0,-6 1-7 16,-2 1-6-16,-3-2-5 0,-4 5-8 16,1-1-6-16,-7 1-2 0,0 0-12 0,1 1-4 15,-1 0-15-15,-9 4-18 0,11-4-17 16,-11 4-28-16,9-3-38 0,-9 3-46 16,0 0-56-16,0 0-50 0,0 0-77 15,0 0-86-15,0 0-210 0,0 0 51 0,0 0 59 16,0 0-166-16,0 0-164 15</inkml:trace>
  <inkml:trace contextRef="#ctx0" brushRef="#br0" timeOffset="144472.59">12657 11287 1684 0,'9'-6'-124'0,"2"-2"9"16,-4 3 5-16,-2 2 12 0,3 0 9 0,-4-1 4 15,-4 4-9-15,10-5-20 0,-10 5-177 16,5-3 191-16</inkml:trace>
  <inkml:trace contextRef="#ctx0" brushRef="#br0" timeOffset="145522.5">9829 11517 927 0,'0'0'98'16,"0"0"15"-16,0 0 3 0,0 0 3 0,0 0-2 15,4-10-2-15,-4 10-2 0,0 0-10 16,0 0-14-16,0 0-9 0,0 0-12 0,5-9-21 15,-5 9-20-15,0 0-25 0,0 0-26 16,14-1-43-16,-14 1-72 0,15 0-77 0,-15 0-358 16,21-3-76-16</inkml:trace>
  <inkml:trace contextRef="#ctx0" brushRef="#br0" timeOffset="145688.71">10136 11511 1454 0,'0'0'-25'0,"0"0"9"16,0 0 5-16,0 0 1 0,0 0-2 0,0 0 3 15,0 0-12-15,0 0-16 0,27-7-40 16,-20 5-45-16,4-2-101 0,1 0-80 16,3 2 179-16</inkml:trace>
  <inkml:trace contextRef="#ctx0" brushRef="#br0" timeOffset="145855.29">10658 11434 985 0,'5'-6'67'0,"-5"6"-2"0,0 0-3 16,4-6 4-16,-4 6-12 0,0 0 0 15,9-4-17-15,-9 4-31 0,0 0-38 0,11-4-58 16,-4 2-83-16,-7 2-202 15,19-2 113-15</inkml:trace>
  <inkml:trace contextRef="#ctx0" brushRef="#br0" timeOffset="146021.72">11185 11358 1184 0,'0'0'74'0,"0"0"10"0,3-7 9 0,-3 7 8 16,4-5-7-16,-4 5-13 0,4-6-7 15,-4 6-7-15,7-3-20 0,-7 3-32 16,9-2-35-16,-9 2-53 0,14-3-67 0,-14 3-83 16,17-2-273-16,-7 2-2 15</inkml:trace>
  <inkml:trace contextRef="#ctx0" brushRef="#br0" timeOffset="146205.54">11857 11273 1417 0,'6'-5'13'0,"-6"5"7"0,1-8 14 16,-1 8 6-16,2-7 12 0,-2 7 3 0,4-7-7 15,-4 7-8-15,4-6-9 0,-4 6-24 16,5-2-27-16,-5 2-37 0,10-4-44 16,-10 4-55-16,15-1-99 0,-7-1-143 15,2 0 92-15</inkml:trace>
  <inkml:trace contextRef="#ctx0" brushRef="#br0" timeOffset="146371.54">12171 11197 1165 0,'0'0'33'16,"8"-4"-1"-16,-8 4 8 0,7-5 11 16,-7 5 1-16,10-3-6 0,-10 3-5 0,9-5-7 15,-9 5-8-15,11-4-23 0,-11 4-30 16,9-4-36-16,-9 4-44 0,7-4-34 0,-7 4-262 15,9 0 85-15</inkml:trace>
  <inkml:trace contextRef="#ctx0" brushRef="#br0" timeOffset="148971.32">11119 12018 1217 0,'0'-13'49'0,"0"1"3"0,2 2 8 0,0 3 18 16,-1-3 11-16,2 4 11 0,-1-3 7 16,0 2 6-16,0 0 2 0,0 0-2 15,-1 0-6-15,-1 7-12 0,2-10-10 0,-2 10-11 16,2-7-8-16,-2 7-6 0,0 0 8 15,0 0 3-15,0 0 4 0,-27 23 3 0,8-2-5 16,-5-1-3-16,1 3-3 0,-2 0-3 16,0 1-5-16,-2-1-8 0,5 0-3 0,-3-2-4 15,2 0-3-15,0-3 2 0,4-6-7 16,4 1-8-16,-4-2-2 0,5-4-28 0,1 0-19 16,0-2-26-16,1-1-28 0,0-3-31 15,12-1-31-15,-18-5-27 0,6 0-8 16,5-2-24-16,-3-3-8 0,3-4 7 0,0-1 19 15,0-4 22-15,3 2 32 16,3 1 37-16,-3 3 41 0,2 1 35 0,0 0 27 16,2 2 26-16,0 3 15 0,4 0 23 15,3 0 15-15,2 3 16 0,5 0-5 0,1 1-4 16,6 2-14-16,8 1-9 0,2 1 0 16,10 2-33-16,2-3-50 0,-2 4-89 0,-3 2-118 15,3-3-145-15,-5 6-269 0,-2-2-122 16</inkml:trace>
  <inkml:trace contextRef="#ctx0" brushRef="#br0" timeOffset="150420.07">4091 10758 1805 0,'6'-7'35'0,"-3"2"18"16,1 1 1-16,-4 4-10 0,0 0 15 0,0 0 41 15,0 0 22-15,-23 31 3 16,3-8 3-16,-3 3 3 0,-6 7-2 0,-1 0-14 16,-1 1-4-16,2-1-12 0,1-1-7 0,6-4-13 15,2-4-1-15,1 1-9 0,4-4-1 0,1-2-12 16,3-4-2-16,2-2-6 15,0-2-2-15,-2-1 0 0,6 0-12 0,-3-5-7 16,0-1-11-16,8-4-27 0,-15 0-12 16,15 0-9-16,-14-9-2 0,5-3-2 15,0-6 5-15,-1-1 1 0,2-2 6 0,1 4-1 16,0-3 2-16,0 6 2 0,4-1 4 16,-1 5-3-16,0-1-1 0,4 4 6 0,0 7-1 15,0 0 2-15,4-6 5 16,-4 6 6-16,0 0 0 0,28 10 3 0,-8-2 0 15,-2 3 1-15,13 4 2 0,-1 0 2 16,3 2 0-16,-1 1-6 0,3-3-27 16,-4 1-46-16,-3-2-58 0,-6-4-81 0,-4-4-79 15,-3 1-135-15,-3 1-74 0,-3-3-98 16,-2 1-99-16</inkml:trace>
  <inkml:trace contextRef="#ctx0" brushRef="#br0" timeOffset="155089.63">7536 9465 1619 0,'6'-10'-24'0,"0"-2"15"0,-2 3 19 15,1 1 23-15,-1-2 20 0,2 4 18 16,-3 1 17-16,-1-1-3 0,-2 6-11 0,7-8-9 16,-7 8-5-16,0 0 33 0,0 0 16 15,-9 23 10-15,0-3 7 0,-6 9 1 16,-4 2 11-16,-4 8-1 0,-2-3 3 0,3 2-8 15,2-9-5-15,-1 0-13 0,5-3-11 16,-4-1-8-16,4-1-10 0,0 1-6 0,5-6-11 16,1-5-6-16,0-1-8 15,5-1-7-15,-1-3-12 0,0 1-24 0,2-2-24 16,0-1-27-16,2-3-27 0,2-4-57 16,-5 5-65-16,5-5-70 0,0 0-56 0,0 0-57 15,5-22-115-15,-3 6 1 0,2-6-118 16,3-2-102-16</inkml:trace>
  <inkml:trace contextRef="#ctx0" brushRef="#br0" timeOffset="155252.88">7394 9474 1662 0,'2'-5'-20'0,"-2"5"24"15,0 0 45-15,0 0 32 0,0 0 21 16,20 11 27-16,-10-2 15 0,1 0 17 0,13 8-3 16,2-2-3-16,3 2-17 0,14 4-9 15,-1 1-14-15,0-2-15 0,0 3-13 16,1-3-48-16,-13-1-61 0,10 3-70 15,-12-2-98-15,-3 0-107 0,-4-1-206 0,-8-3 44 16,-1-1-109-16,-7-3-70 0</inkml:trace>
  <inkml:trace contextRef="#ctx0" brushRef="#br0" timeOffset="160635.13">12646 7379 1491 0,'4'-2'-35'0,"-4"2"16"0,0 0-7 0,3-7 8 16,-3 7 10-16,0 0 20 0,0 0 27 16,0 0 5-16,0 0 5 0,-32 19 1 0,18-11-2 15,-1 2-4-15,0 0-3 0,-2 2-1 16,1-1-1-16,3-2-2 0,1-1-3 0,1-1-3 15,4 0-1-15,0-3 1 0,-2 2-2 16,6-3 6-16,3-3-3 0,-10 4-1 16,10-4-2-16,0 0-6 0,0 0-1 0,0 0-5 15,-12-13-12-15,12 13-8 16,3-11-2-16,-1 5-3 0,-2 6-2 0,4-12 5 16,-2 8-4-16,-2 4-6 0,3-7 4 15,-3 7-2-15,4-3-4 0,-4 3 3 0,0 0 5 16,0 0-7-16,16 12-9 0,-13-7-17 15,1 3-27-15,2 2-31 0,-3-2-59 0,6 7-95 16,-4-3-220-16,1 1 19 0</inkml:trace>
  <inkml:trace contextRef="#ctx0" brushRef="#br0" timeOffset="163268.85">4217 11812 1404 0,'9'-7'101'0,"-3"2"-6"0,-2 3-15 16,-4 2-7-16,0 0-5 0,0 0 7 0,-10 30 2 15,-5-7 4-15,-2 5-3 0,2 1-9 16,-3 0-5-16,4 0-3 0,-4 1-8 16,3-1-4-16,0 0-6 0,0 0-3 15,1-3-2-15,3-4-4 0,1-3-9 16,0-4-22-16,3-1-17 0,2-2-21 0,-2-3-23 15,2-1-32-15,-1-2-40 0,0-5-51 16,6-1-43-16,0 0-415 0,-23-17-137 0</inkml:trace>
  <inkml:trace contextRef="#ctx0" brushRef="#br0" timeOffset="163418.57">3900 11987 1670 0,'-2'-17'-22'0,"-2"5"32"0,4 4 0 0,0 2-8 16,0 6 10-16,0-5 28 0,0 5 28 15,0 0 13-15,0 0 4 0,25 13 2 0,-9-1-1 16,1 0-8-16,11 3-6 15,1 4-8-15,3-1-4 0,-1 1-5 0,7 3-8 16,-6-1-25-16,-3 0-47 0,-1-1-58 16,-3 2-65-16,0 1-83 0,-4 1-130 0,-9-2-210 15,-7-3-73-15</inkml:trace>
  <inkml:trace contextRef="#ctx0" brushRef="#br0" timeOffset="163867.82">3975 13227 1752 0,'0'0'63'0,"0"0"5"0,4 10 16 0,-8-1 19 0,0 1 11 0,-3 5 8 15,-2 2-3-15,-7 9-10 0,6-4-7 0,-3 4-10 16,0-1-10-16,3-6-9 0,0 3-4 16,3-3-10-16,0-2-18 0,-2-2-30 15,2-1-28-15,-1-2-30 0,5-2-28 16,-4 0-36-16,2-5-40 0,-1-1-50 0,6-4-36 15,0 0-31-15,-16-14-398 0,13-1-160 0</inkml:trace>
  <inkml:trace contextRef="#ctx0" brushRef="#br0" timeOffset="164018.01">3786 13223 1777 0,'2'-24'16'0,"0"7"35"0,2 3 16 16,-1 5-4-16,1 0 1 0,2 4 13 16,2 1 7-16,-8 4 4 0,0 0-4 0,34 12-9 15,-11 5-4-15,-1 2-7 0,3 1-4 16,0 5-10-16,0-3-22 0,8 9-35 0,-3-1-48 15,2 3-33-15,-7-8-68 0,4 8-58 16,-9-8-128-16,0-3-290 0,-9-3-129 16</inkml:trace>
  <inkml:trace contextRef="#ctx0" brushRef="#br0" timeOffset="167934.33">8796 7016 1595 0,'6'-7'-94'0,"-4"4"15"15,-2 3 3-15,3-7 5 0,1 2 15 16,0 0 5-16,-4 5 4 0,8-10 4 16,-2 6 7-16,-3 0 7 0,-3 4-11 0,10-4-15 15,-7 0-10-15,-3 4-16 0,12-5-14 16,-4 5-136-16,3-2 79 0</inkml:trace>
  <inkml:trace contextRef="#ctx0" brushRef="#br0" timeOffset="168070.1">9225 6970 566 0,'0'0'-44'16,"0"0"3"-16,17-2 6 0,-17 2 1 15,15-1 12-15,-4 1-3 0,1 0 3 0,3 0 3 16,1-2 3-16,2 2-2 16,4 0-2-16,-1-2-13 0,1 2-48 0,5 0 27 15</inkml:trace>
  <inkml:trace contextRef="#ctx0" brushRef="#br0" timeOffset="168236.47">9840 6954 218 0,'0'0'5'0,"0"0"1"16,12-4 2-16,-12 4 4 0,0 0-6 15,6-1 2-15,-6 1-5 0,0 0 0 0,11-1-11 16,-11 1-20-16,0 0-52 0,19-2 27 15</inkml:trace>
  <inkml:trace contextRef="#ctx0" brushRef="#br0" timeOffset="168400.69">10313 6917 249 0,'0'0'21'16,"11"-6"1"-16,-11 6 2 0,0 0-3 0,8-4 2 15,-8 4-4-15,8-4-5 16,-8 4 2-16,13-1 3 0,-4-1-9 0,3-2-15 16,1 4-26-16,3-1-27 0,2-2-59 15,4 1 39-15</inkml:trace>
  <inkml:trace contextRef="#ctx0" brushRef="#br0" timeOffset="168584.15">11355 6888 308 0,'6'-2'-10'15,"2"0"1"-15,-8 2 3 0,19-6-2 0,-5 6 2 16,4-4 0-16,5 0 2 0,6 1-2 16,5-3-4-16,4 2-16 0,3-4-48 15,-2 4 25-15</inkml:trace>
  <inkml:trace contextRef="#ctx0" brushRef="#br0" timeOffset="168751.37">12377 6778 239 0,'9'0'29'16,"-9"0"8"-16,13-4 14 0,-13 4 6 16,11-3 4-16,-11 3-4 0,5-2-5 0,-5 2-5 15,7-3-4-15,-7 3-6 0,0 0-1 16,16-2-18-16,-7 0-16 0,-9 2-34 15,20 0-22-15,-5 2-28 0,4-2-122 0,8 2 70 16</inkml:trace>
  <inkml:trace contextRef="#ctx0" brushRef="#br0" timeOffset="168902.38">13351 6839 563 0,'11'-3'-3'0,"-11"3"2"0,7-4 16 15,-7 4-2-15,5-6-1 0,-5 6-2 16,0 0-6-16,9-4-11 0,-9 4-12 0,9-2-21 16,-9 2-31-16,18 2-91 0,-5-4 55 15</inkml:trace>
  <inkml:trace contextRef="#ctx0" brushRef="#br0" timeOffset="169068">13817 6859 494 0,'14'-2'60'0,"-14"2"-1"0,0 0 0 15,0 0-3-15,8-4-1 0,-8 4-7 0,0 0 2 16,0 0-9-16,3-4-4 0,-3 4 3 16,0 0-10-16,0 0-4 0,0 0-18 15,0 0-14-15,0 0-37 0,0 0-36 16,0 0-33-16,18 4-168 0,-18-4 201 0</inkml:trace>
  <inkml:trace contextRef="#ctx0" brushRef="#br0" timeOffset="173982.45">4086 14359 988 0,'3'-4'195'0,"-1"-1"2"16,-2 5-20-16,0 0-16 0,0 0 5 0,0 0 13 15,-10 21 8-15,4-6-5 16,-3 2 3-16,0 3-4 0,-1 1-18 0,-1 6-9 0,0 2-14 15,-1 0-14-15,-1-3-8 16,1 1-15-16,1 0-14 0,0-7-8 0,0-1-8 16,2-2-13-16,0 2-25 0,-3-3-34 15,6-1-40-15,-3-3-28 0,2 0-27 16,-2-1-22-16,2-4-26 0,0-3-29 0,-1 0-29 16,8-4-24-16,0 0-10 0,-25-15-6 15,20 1 18-15,-2-7 31 0,0-10 53 0,1-3 83 16,1 8 56-16,3 6 60 0,0 3 36 15,-3 2 15-15,5 1 13 0,0 6-6 16,0 1 36-16,0 7 38 0,9-4 12 0,-9 4 26 16,0 0-11-16,32 10-9 0,-12-1-21 15,11 3-21-15,-1 1-14 0,7 1-15 16,-1 0-21-16,10 1-36 0,-6-1-50 16,-4-4-57-16,0-1-74 0,0 1-81 0,-9-3-85 15,-4-1-108-15,-8-4-171 0,-3 1-13 16,-3-1 57-16,-9-2-145 0,11 2-140 15</inkml:trace>
  <inkml:trace contextRef="#ctx0" brushRef="#br0" timeOffset="192929.74">14157 12654 3838 0,'0'-14'433'15,"-2"2"-84"-15,-2 4-17 0,2 1 9 0,2 7 15 16,-2-12-22-16,2 12-18 0,-2-8-31 16,2 8-12-16,0 0-19 0,-1-9-31 15,1 9-25-15,0 0-11 0,0 0 7 0,0 0 5 16,5 46-120-16,3-12-79 0,-2 7 0 16,1 9 0-16,3 5 0 0,-7 3 0 0,6 0 0 15,-6 1 0-15,1 2 0 0,0-7 0 16,-2-7 0-16,-2-5 0 0,0-1 0 15,-2-3 0-15,0-8 0 0,0-7 0 16,0-4 0-16,4-4 0 0,-2-5 0 0,0-4-171 16,0-6-310-16,0 0-59 0,0 0-36 15,6-23-22-15,-5 1-37 0,7-12-6 0,-3-9 27 16,7-5-724-16,-4 6-795 0</inkml:trace>
  <inkml:trace contextRef="#ctx0" brushRef="#br0" timeOffset="193079.86">14260 13060 3300 0,'6'-32'-135'0,"-5"8"105"0,1 3 93 15,0 6 82-15,-4 0 59 0,4 1 45 16,-2 1 25-16,4 0 10 0,-2-1-2 0,-1 1-10 15,4-1-8-15,1-1-22 0,-3-1-26 16,5 0-23-16,-1-1-18 0,3 0-20 16,0 5-49-16,-3-2-61 0,0 4-63 0,3 1-79 15,-2-1-95-15,-1 5-93 0,2 0-92 16,-4 3-87-16,-5 2-108 0,0 0-104 16,0 0 69-16,20 9-419 0,-18 1-500 0</inkml:trace>
  <inkml:trace contextRef="#ctx0" brushRef="#br0" timeOffset="193279.91">14233 13017 3250 0,'-7'2'281'0,"7"-2"22"0,0 0 22 0,-14 2 31 15,14-2 7-15,0 0 19 0,-2 7 3 16,2-7-16-16,11 13-39 0,-1-2-37 16,5-1-22-16,3 3-32 0,3 3-22 15,-1-3-22-15,0-1-27 0,5 2-37 0,-7-1-46 16,1-5-55-16,-1 3-50 0,-1-7-83 15,-3 4-67-15,-2-2-73 0,1-4-83 0,-1 0-100 16,-1-2-95-16,2 0-87 0,-1-2-156 16,1-4 42-16,-1 2 69 0,1-4-509 0,1 3-629 15</inkml:trace>
  <inkml:trace contextRef="#ctx0" brushRef="#br0" timeOffset="193745.51">14837 13222 3587 0,'-1'5'221'0,"1"-5"40"16,0 0 37-16,0 0 37 0,0 0 2 16,0 0-13-16,0 0-20 0,0 0-22 15,0 0-28-15,12 3-20 0,-12-3-25 0,0 0-23 16,24-10-19-16,-17 5-13 0,2 1-15 16,0-2-11-16,-4-2-15 0,2 0-8 0,-1-5-8 15,-2 1-2-15,-1-2-11 0,-3-3-2 16,-5 0-11-16,-1-6-7 0,-5-5-4 0,-3 1-60 15,3 6 0-15,-6-1 0 0,-2 2 0 16,2 4 0-16,0 6 0 0,3 1 0 16,-1 3 0-16,-2 4 0 0,2 2 0 15,-1 0 0-15,16 0 0 0,-23 2 0 0,12-2 0 16,11 0 0-16,-15 0 0 0,15 0 0 16,0 0 0-16,0 0 0 0,0 0 0 15,0 0 0-15,36-14 0 0,-5 3 0 0,7 5 0 16,-2-4 0-16,-2 5 0 0,-4 1 0 15,-5 0 0-15,-1 4 0 0,2 4 0 0,-3 0 0 16,-2 1 0-16,-2 5 0 0,2 0 0 16,-6 3 0-16,6 7 0 0,-8-5 0 0,1 0 0 15,-5 2 0-15,1 1 0 0,0 0 0 16,-3-1 0-16,1-3 0 0,-3 1 0 16,4-1 0-16,-6 1 0 0,3-3 0 0,-3-2 0 15,-1-1 0-15,4 3-97 0,-4-6-353 16,1 0-80-16,-3-6-64 0,0 3-59 15,0-3-61-15,0 0-6 0,14-19-788 0,-5 5-953 16</inkml:trace>
  <inkml:trace contextRef="#ctx0" brushRef="#br0" timeOffset="194046.26">15287 12976 3741 0,'8'-15'-187'0,"-6"3"85"0,-1 2 82 0,1 1 95 0,-2 4 79 16,2 0 49-16,-2 5 33 0,0 0 16 0,0-12 0 16,0 12-3-16,0 0-11 0,2-9-13 15,-2 9 11-15,0 0-7 0,0 0-8 0,0 0-10 16,16 23-25-16,-13-13-30 0,5 0-9 15,-3 2-20-15,5 2-10 0,-4 0-13 16,3-3-11-16,0 1-16 0,5 0-1 16,-3-1-12-16,1-5-7 0,0 1-28 0,-1-2-9 15,1-5-3-15,-1 0-11 0,-11 0-1 16,25-6 2-16,-14 2 0 0,-4-3 3 0,1 1-1 16,0-1 17-16,-3-4 5 0,1-2-11 15,-4-1 1-15,1-3-4 0,-2-4-4 16,-2-2 2-16,1-3-21 0,0-1-16 0,-3 4-31 15,3 4-34-15,-2 1-48 0,4 5-65 16,-2 3-81-16,0 1-92 0,0 4-88 0,0 5-93 16,0 0-141-16,0 0-27 15,0 0 69-15,0 0-513 0,6 22-632 0</inkml:trace>
  <inkml:trace contextRef="#ctx0" brushRef="#br0" timeOffset="194378.76">15731 12787 3222 0,'-6'-8'36'0,"3"4"50"0,3 4 39 16,-8-10 22-16,8 10 5 0,0 0-6 15,-12-2-11-15,12 2-7 0,0 0-6 16,-13 16 0-16,10-6-9 0,-3 2 2 16,-1 5-2-16,4-1-4 0,-3 5-5 15,4 4-3-15,2-6-11 0,0 4-7 0,2 2 18 16,7 10 31-16,4-3 27 0,-1 0 22 15,6-6 14-15,0-2 8 0,-2-2 10 0,-1-5 4 16,-1-2 11-16,-1-1 6 0,-3-4 1 16,-3 0-3-16,3-1-4 0,-5-1 0 0,1-1-72 15,-4-2-156-15,2 2 0 0,-4-7 0 16,4 10 0-16,-4-10 0 0,-4 10 0 0,4-10 0 16,-12 11 0-16,7-8 0 0,-5 1 0 15,0-3 0-15,3 1 0 0,7-2-28 0,-19-3-491 16,9-8-111-16,-1 1-95 0,0-18-129 15,-1-5 69-15,5-6-796 0,1-15-1024 16</inkml:trace>
  <inkml:trace contextRef="#ctx0" brushRef="#br0" timeOffset="194578.74">15828 12337 4256 0,'-2'-20'1'0,"0"2"76"16,-2 2 66-16,4 6 59 0,-1 1 46 0,-1-1 46 15,0 3-11-15,0 1-25 0,2 6-25 16,0 0-3-16,0 0 10 0,0 0-4 0,7 29-21 15,-3 4-19-15,4 8-16 0,0 12-18 16,-1 3-13-16,2-1-19 0,3 1-15 0,-1-2-18 16,-1-3-42-16,2 1-51 0,1-8-63 15,-6-5-67-15,5-2-81 0,-3-2-84 0,-1-3-93 16,-2-1-83-16,0-11-86 16,-3 1-87-16,-1-6-109 0,0-5 53 0,-2-3-607 15,4-2-762-15</inkml:trace>
  <inkml:trace contextRef="#ctx0" brushRef="#br0" timeOffset="194748.3">15965 12872 3864 0,'0'-19'115'16,"0"3"64"-16,2 3 57 0,-2-1 60 0,2 0 39 15,2-1 0-15,-1-1-8 0,1 3-21 16,5-3-37-16,-4 1-28 0,2 1-27 0,1-1-23 16,2 1-41-16,-1 0-76 0,0 3-87 15,-2 0-91-15,2 1-97 0,-1 0-113 0,-3 5-114 16,3-3-130-16,2 4-188 15,-5 0 36-15,4 0 65 0,-9 4-516 0,14-1-627 16</inkml:trace>
  <inkml:trace contextRef="#ctx0" brushRef="#br0" timeOffset="195412.63">16070 12755 3658 0,'0'0'277'0,"0"0"27"0,-19-3 39 16,19 3 16-16,0 0 5 0,0 0-20 0,0 0-22 15,0 0-37-15,0 0-21 0,21 10-36 16,-9-3-24-16,-1-1-34 0,3 2-56 16,-1-2-40-16,0 1-60 0,0 1-55 15,0-2-61-15,1 2-53 0,-5-4-36 0,3 1-9 16,-4-2-1-16,-3 1 6 0,1-1 27 16,-6-3 13-16,5 6 17 0,-5-6 12 0,0 0 14 15,0 0 10-15,0 0 8 0,0 0 15 16,0 0 8-16,0 0 24 0,0 0 24 0,-22-16 33 15,18 13 31-15,4 3 25 0,-6-8 21 16,6 8 1-16,-4-8 3 0,4 8 9 16,-1-4 9-16,1 4-4 0,0 0-11 15,0 0-5-15,0 0-7 0,0 0-10 0,11 18-15 0,-7-15-5 16,4 6-1-16,-5-2-7 16,7 2-13-16,-2-4-13 0,-1 2-12 0,1-5-5 15,-1 2-3-15,1-2-9 0,-8-2-5 16,19-6-12-16,-10 0-7 0,9-5-4 0,-4-3 3 15,2-7 3-15,2-2 6 0,-2-3 3 16,0 1 6-16,-1 6 5 0,-8 5 13 0,2 1 12 16,-4 4 4-16,1-1 0 0,-3 3-1 15,3 2-7-15,-3 1 0 0,-3 4-2 16,7-3-3-16,-7 3-12 0,0 0-11 0,0 0-11 16,15 9-9-16,-10-8 0 0,5 3 1 15,0-1 3-15,-1 1-9 0,1-3-17 0,-10-1-17 16,22-1-6-16,-8-3 10 0,3-1 5 15,0-6 3-15,1 2-20 0,-2-7-12 16,2-6 8-16,-1-4 8 0,-3-3 8 16,-2-6 5-16,2-11 17 0,-6-4 9 0,-1-3 22 15,0-3 21-15,-3 3 23 0,1 15 5 16,-3 8 8-16,-2 10 5 0,-2 6-6 0,-1 6-2 16,-1 6 4-16,4 2 10 0,0 0 5 15,-20 34 4-15,10-1-3 0,2 8 0 0,-3 16 9 16,3 3 16-16,4 0 7 15,4 1-8-15,-1-1-9 0,4-3-17 0,2-2-57 16,0-2-59-16,1-12-73 0,-1 0-98 16,7-3-104-16,-6-3-134 0,5-4-147 0,-2-8-8 15,3-7 68-15,1-2-362 0,9-4-403 16</inkml:trace>
  <inkml:trace contextRef="#ctx0" brushRef="#br0" timeOffset="195628.66">17427 12851 2915 0,'-11'13'322'0,"-12"5"70"0,-17 9 70 0,-12 8 55 0,-20 9 39 0,-14 4-7 16,-9 9-31-16,-6 0-52 0,-9 4-49 15,-7 3-41-15,3 1-40 0,-5-1-31 16,-1-3-245-16,6-3-60 0,8-3 0 16,10-4 0-16,12-9 0 0,27-12 0 0,12-3 0 15,2-2 0-15,15-7 0 0,3-3 0 16,4-5 0-16,6-3-345 0,2-1-193 0,1-2-126 15,1 0-154-15,1-1-5 0,0 0 79 16,-1 1-705-16,4-1-897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03:14:03.4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3394 2534 922 0,'0'-10'92'0,"0"10"-22"0,-2-9 16 15,2 9 0-15,-4-5 1 0,4 5 5 16,-4-9-6-16,4 9-4 0,-4-6-7 16,4 6-4-16,-6-7 0 0,6 7 1 0,-2-6 3 15,2 6-1-15,-7-6-5 0,7 6 2 16,-4-7-8-16,4 7-2 0,-8-7-7 15,8 7 1-15,0 0-7 0,-13-5-8 0,4 3-1 16,9 2-4-16,-23 0-2 0,7 0-5 16,-1 2 0-16,-4 1-5 0,5 3-6 15,-8-2 1-15,1 5-1 0,-5 3 3 16,6-2 1-16,-5 4-3 0,2 3 4 0,0-2-7 16,2 3 4-16,-2 1-2 0,3-1 0 15,0 3-3-15,1 0 0 0,-2 1-3 16,5 1 2-16,-2-2-3 0,2 4 0 0,0-3-2 15,3 2 0-15,3-7 3 0,1 0-3 16,4 0 0-16,0-2-1 0,2 1-2 16,1 1-2-16,2-1 4 0,1 1 2 0,1-3-2 15,1 3-1-15,3-2-2 16,2 1 1-16,-1-3 0 0,3 0 0 0,-2-2 4 0,3 1-2 16,1-1 1-16,-2-1 0 0,1 0-1 15,0 1-2-15,1-3 2 0,0 2 0 16,-1 1-4-16,1-1 0 0,-3 2 5 15,3 1 3-15,0-1 10 0,-1 8 10 16,-2-2 20-16,1 2 3 0,2 10 11 0,-3-4 14 16,-3 0 6-16,-2-2 7 0,0 13 21 15,-4 4 7-15,-2-1 0 0,-5 11 7 16,-7 1 4-16,-2-1-4 0,-5 1 0 0,-4-1 4 16,-5 0 0-16,-3 0 0 0,-2 0-6 15,-2-1-1-15,1-3-9 0,-12 12-1 0,10-15-7 16,2 1-12-16,0-2-7 15,0-3-4-15,4-3-14 0,10-11-7 0,2-2-5 16,7-7-7-16,2-3-5 0,2-4-4 16,4-1-7-16,2-3-2 0,-1 0-7 15,6-6-5-15,0 0-4 0,0 0-2 0,0 0-3 16,0 0-2-16,36-12-4 0,-19 6-5 16,-2 3-5-16,5 1-8 0,-2 2-6 15,4 5-1-15,4 9 2 0,-1 7-1 0,-1 6 6 16,1 16 5-16,-4 8-2 0,-8 11 4 15,-4 3 2-15,-7 7 2 0,-6 4 10 0,-8 21 22 16,-7 3 17-16,-2-3 7 0,-8-1 13 16,1 3 11-16,-3-4 4 0,-1 0 0 15,0-2-11-15,1-3 3 0,-3-2-3 0,2-5-2 16,5 2-6-16,0-5-1 16,10-16-8-16,0-4-10 0,1-4 0 0,7-1-4 15,3-12-2-15,6-2-4 0,2-2-3 16,2-2-6-16,3-4 4 0,4 1-4 0,1-7 0 15,1-1 2-15,3-2-8 0,5-4-1 16,-6-5 1-16,-1-3-1 0,-1-3 1 0,-2 0-8 16,3-1 4-16,-5-3-3 0,0 1 4 15,3-2 0-15,-2-2 2 0,-3 0 0 16,1 0 0-16,-8-2 7 0,13 0-12 16,-13 0 5-16,11 0-5 0,-11 0-3 15,0 0-2-15,14 0-21 0,-14 0-54 0,0 0-69 16,9 2-72-16,-9-2-81 0,0 0-64 15,6 6-77-15,-6-6-71 0,4 5-118 0,-4-5-155 16,2 10 69-16,-2-10-540 0,2 6-706 16</inkml:trace>
  <inkml:trace contextRef="#ctx0" brushRef="#br0" timeOffset="4899.14">24549 2063 3286 0,'-20'2'-128'15,"4"0"22"-15,0 0 20 0,3-2 30 16,13 0 36-16,-21 0 37 0,21 0 29 15,-19-2 10-15,19 2 7 0,-13 2-4 0,13-2-7 16,0 0-1-16,0 0-6 0,0 0-1 16,0 0-6-16,86-2-6 0,-18 4-4 15,8 0 3-15,11 0-5 0,7-2 1 16,26 4 7-16,-4-1-18 0,3 2-1 16,-1-1-1-16,-7 1-2 0,-26-4 3 0,-9 1-1 15,-6-1-6-15,-3-1-17 0,-24 2-6 16,-11 0-16-16,-7-4-4 0,-9 2-12 0,-4 0-14 15,-2-2-16-15,-10 2-17 0,0 0-29 16,0 0-43-16,0 0-69 0,0 0-110 16,0 0-177-16,-34 8-115 0,10 0-135 0</inkml:trace>
  <inkml:trace contextRef="#ctx0" brushRef="#br0" timeOffset="5234.81">24467 2723 1908 0,'-25'-2'33'0,"6"2"1"0,5-2 17 15,3 2 24-15,11 0 18 0,-14-1 13 0,14 1 8 16,0 0 0-16,0 0-6 0,0 0-6 16,72-2-12-16,-22 0-5 0,25 2-6 0,5 2-11 15,6-2-3-15,1 0-9 0,3 3-3 16,0-1-3-16,-3 1-9 0,-4 3-5 16,-6-5-13-16,-7 3-27 0,-16-4-29 0,-10 2-32 15,-8-1-19-15,-11-1-26 0,-4 0-18 16,-4 2-21-16,-4-2-41 0,-3-2-52 0,-10 2-55 15,9 2-122-15,-9-2-147 0,0 0-67 16</inkml:trace>
  <inkml:trace contextRef="#ctx0" brushRef="#br0" timeOffset="6498.35">25040 1599 1421 0,'0'0'-55'0,"-1"-11"19"16,1 11 28-16,0-11 23 0,-2 6 21 15,2 5 23-15,0-12 17 0,0 12 19 16,-2-8 9-16,2 8 8 0,0-11 5 16,0 11 2-16,0 0 0 0,-2-10-5 15,2 10-15-15,0 0-4 0,0 0-7 0,0 0 28 16,0 0 20-16,0 0 22 0,0 0 14 15,-12 27 11-15,6-9 1 0,3 2 4 16,-5 4-8-16,-2 7-12 0,1 0-7 16,-4 0-11-16,3 0-11 0,-1-2-15 0,0-2-10 15,0-3-11-15,4-7-9 0,2 1-7 16,-1-3-12-16,1 0-6 0,2-5-19 0,-1 3-5 16,0-5-6-16,2 0-8 15,1-1-31-15,-1 0-32 0,2-7-49 0,-4 9-69 16,4-9-74-16,0 0-74 0,0 0-96 15,0 0-104-15,0 0-150 0,0 0 54 0,0 0-228 16,0 0-309-16</inkml:trace>
  <inkml:trace contextRef="#ctx0" brushRef="#br0" timeOffset="7615.87">25141 1785 2029 0,'2'7'-132'0,"0"1"32"0,0-2 39 0,-2-6 22 0,8 10 33 0,-3-5 31 0,-5-5 17 0,13 6 11 16,-4-4 2-16,-9-2 1 0,16 4 5 0,-16-4 6 15,22-2 1-15,-22 2 9 16,20-4 8-16,-12 1 8 0,1-2 3 0,-3 0 4 16,0-3-3-16,-2-2 15 0,0 3-3 15,-4-2 4-15,0 9-10 0,-7-17-11 0,2 10-7 16,-4 3-7-16,-2 0 9 0,-5 4-1 15,1 0-5-15,-2 0-12 0,-5 4-5 16,4 4 25-16,-2-3-16 0,6 5-8 0,0-2-7 16,3 1-2-16,0 1 4 0,2-2-9 15,6 0-8-15,1 0-2 0,2-8-3 16,3 13-7-16,5-4-3 0,2-4 5 0,3 2 8 16,3-3-13-16,-2-1-7 0,6 0-3 15,-5-3 3-15,2 0-6 0,0-1 4 16,-3-1-5-16,0-1 2 0,0 1-3 15,-3 0 1-15,0 1 8 0,-11 1 4 0,18-4-3 16,-18 4-2-16,13-2-2 0,-13 2-8 16,0 0 7-16,0 0 7 0,12 6-1 15,-12-6 3-15,0 0-1 0,4 5-2 0,-4-5-4 16,0 0 3-16,5 10-5 0,-5-10 1 16,6 3 4-16,-6-3 0 0,12 4-7 0,-12-4 3 15,16 2-5-15,-16-2-2 0,25-4-1 16,-9 2-3-16,-1 1 1 0,-1-1 2 15,-1-2 0-15,-2 3-1 0,1-1-4 0,-12 2 0 16,14-3-6-16,-14 3-2 0,14 0 1 16,-14 0 1-16,0 0 0 0,15 3 2 15,-15-3 2-15,6 5-1 0,-6-5 1 16,8 5 6-16,-8-5-5 0,5 7 4 16,-5-7-1-16,8 5-2 0,-3-1 4 0,-5-4-3 15,20 5 4-15,-7-5-2 0,2 0 0 16,4 0-3-16,4-5-3 0,2 0-3 0,11-6 2 15,-4-4-4-15,2-2 2 0,7-7-2 16,-1-5 1-16,-4-3-4 0,-2-2 2 16,1-4-3-16,1-4 2 0,-2-5 0 0,2 0-2 15,0-5-1-15,-1 0 1 0,-7 3 0 16,3 4 7-16,-10 4-3 0,-5 11 11 16,-5 2 23-16,0 8 11 0,-7 4 3 15,-1 3-6-15,0 7-7 0,-3 6 10 16,0 0-5-16,0 0 3 0,-41 23-1 0,18 1 1 15,-3 10-2-15,3 3-2 0,4 6 0 16,2 1-2-16,9-1-3 0,2-2-3 0,5 1 0 16,2-1-3-16,7 0 0 0,6 5-3 15,0-3 0-15,6-1 0 0,5-5-13 16,-2-9-16-16,-5-2-21 0,4-2-33 0,-1-4-36 16,-8-3-49-16,-2-7-53 0,-5 1-53 15,2-2-40-15,-3-3-42 0,-3 1-71 16,-2-7-93-16,-9 10-151 0,-5 0 60 0,-3-6-242 15,-6 4-315-15</inkml:trace>
  <inkml:trace contextRef="#ctx0" brushRef="#br0" timeOffset="8298.46">25736 2551 2252 0,'4'-7'-4'0,"-2"2"21"0,-2 5 15 0,1-9 27 0,-1 9 35 0,0 0 25 15,0-12 14-15,0 12 10 0,2-6 24 16,-2 6-18-16,0 0-5 0,0 0-10 16,0-11-6-16,0 11-8 0,0 0-13 0,0 0-5 15,0 0 21-15,0 0 11 0,0 0 3 16,-5 45 0-16,-3-15-4 0,2 8 0 15,-7 14 58-15,-2 1 23 0,1-1-21 16,1-1-14-16,-1 0-28 0,3 3-17 0,4-1-13 16,-1-2-8-16,0-11-10 0,5-2-14 15,1-3-3-15,-2-6-13 0,0-4-9 16,4-6 7-16,-1-2-18 0,1-1-5 0,-2-2-5 16,-1-1 1-16,3-3-6 0,0-2-5 15,0 1 4-15,-2-1-5 0,2-8-3 0,0 9-5 16,0-9-8-16,0 0-12 0,0 0-32 15,0 0-30-15,0 0-26 0,0 0-49 0,0 0-57 16,0 0-58-16,0 0-62 0,0 0-52 16,-4 5-62-16,-1-1-75 0,-4 1-150 15,-2 2-8-15,-2 0 75 0,1 4-320 16,-12 9-384-16</inkml:trace>
  <inkml:trace contextRef="#ctx0" brushRef="#br0" timeOffset="9764.71">27110 2592 2414 0,'-8'-14'43'0,"7"1"20"0,-3 1 2 0,6 1 1 16,1 1 3-16,5 2 17 0,1-4 16 15,3 1 22-15,6 1 2 0,2 3-10 16,5 2-3-16,-4 0-9 0,7 5 3 15,0 2-7-15,-3 1-3 0,8 9 12 16,-6 2 12-16,-4 5 15 0,-10-1 22 0,-7-1 21 16,-4 2 10-16,-7 3 21 0,-2-5 8 15,-10 10 9-15,2-3 5 0,-2 0-4 0,3-7-15 16,3-2-21-16,1-2-18 0,2 0-13 16,3-1-13-16,1 2-16 0,2-2-12 15,4 0-18-15,4 1-4 0,5 4-30 0,5-5-67 16,8 5-90-16,5-5-74 0,3 2-84 15,-3 1-80-15,3-5-90 0,-1 1-100 16,-6-1-158-16,-10 2-75 0,-3-3 78 16,-5 5-469-16,-5 0-608 0</inkml:trace>
  <inkml:trace contextRef="#ctx0" brushRef="#br0" timeOffset="10264.5">27045 3420 2935 0,'0'0'-26'0,"0"0"44"16,0 0 28-16,0 0 29 0,0 0 44 15,0 0 42-15,0 0 38 0,0 0 20 0,0 0 1 16,0 0-14-16,0 0-20 0,0 0-24 15,0 0-9-15,0 0 9 0,0 0 5 0,-7 10-3 16,-2 8 10-16,-2 9 14 0,4-2-6 16,-2 2-27-16,-1 2 16 0,4-1 2 15,2-6-5-15,2 0-10 0,1-3-22 0,1 0-11 16,1-1-13-16,1-3-7 0,4-1-11 16,-2 0-9-16,1-2-3 0,3-3-9 0,3-1-7 15,-1-2-8-15,4-3-4 0,-3-1-4 16,3-1-8-16,-2-1-5 0,-12 0-3 15,27-5-2-15,-12 1-3 0,-1 4-3 16,-3-4-2-16,-1 3-6 0,-10 1-1 16,17-4-6-16,-17 4-7 0,11 0-5 0,-11 0 7 15,6 9-1-15,-6-3 0 0,0 4 7 16,-1 6-7-16,-1 1 14 0,-3 0 1 0,-1 6-3 16,1-1 1-16,-2 8-1 0,3-4-5 15,-5-3-39-15,4 8-18 0,-1-6-49 0,1-5-75 16,-1 1-73-16,5 0-55 0,-6 0-56 15,3-6-94-15,1 0-123 0,-1 1-151 16,-2-7-39-16,1 6 86 0,-5 2-545 16,0 0-683-16</inkml:trace>
  <inkml:trace contextRef="#ctx0" brushRef="#br0" timeOffset="10964.5">26676 4729 3410 0,'0'0'25'0,"0"0"36"15,0 0 17-15,0 0 30 0,0 0 28 0,0 0 15 0,0 0 6 0,0 0 21 16,0 0 5-16,0 0-3 0,-6 17-10 15,1-2 0-15,0 6 9 0,3-2 2 0,-2 0-12 16,4-1-14-16,0-1-12 0,0 2-9 16,4-1-14-16,0-3-9 0,-1 1-6 15,6-2-16-15,-4-3-2 0,6 0-12 16,1-4-7-16,1-2-5 0,7-3-11 0,-4-2-1 16,7-2-6-16,2-3-7 0,-1-2-2 15,6-2-2-15,-6-1-6 0,-3 1 11 0,-3 1 28 16,-3 2 17-16,-3 2 13 0,-1-2-2 15,-4 3-14-15,-7 3-4 0,14 0 8 16,-14 0 11-16,5 9 7 0,-5 3 11 0,0 1-9 16,-1 6-19-16,-3 3-8 0,-3 11-64 15,4 1-14-15,-1 0 0 0,-1 0 0 0,1-1 0 16,-2-5 0-16,0 5-80 16,2-6-201-16,-1-5-109 0,-1 10-117 0,-1-1-132 0,-2-6-174 15,4-7 20-15,-3 1 87 0,-3 0-648 16,-4 6-810-16</inkml:trace>
  <inkml:trace contextRef="#ctx0" brushRef="#br0" timeOffset="11397.24">26751 5818 3824 0,'0'0'39'0,"0"0"17"0,0 0 27 0,0 0 40 16,0 0 53-16,0 0 33 0,0 0 15 0,0 0-2 15,0 0-4-15,0 0-13 0,0 0-7 16,0 0-16-16,0 0-8 0,0 0 8 0,0 0 4 16,-20 3 0-16,4 4-1 0,-3 3-6 15,-10 2-9-15,5 4-12 0,5-3-17 0,1-3-13 16,7 3-11-16,2-3-10 0,2 3-9 15,2 5-5-15,5-3-10 0,5 1-2 0,6 11-4 16,3 0 3-16,8 1-73 16,3-2-7-16,1 5 0 0,1-7 0 0,-5-4 0 15,1 1 0-15,-7-4 0 0,-5-5 0 0,-2 1 0 16,0-4 0-16,-4 1 0 0,-5 0 0 16,-1 1 0-16,-3-1 0 0,-8 2 0 15,-1 1 0-15,-7-1 0 0,4 0 0 16,-13 1 0-16,1 1 0 0,-5 0 0 0,1-1 0 15,-7 1 0-15,-6 5 0 0,-1 2 0 16,-1 2 0-16,-3 3-317 0,1 1-287 0,-1 4-107 16,4 0-160-16,6 0 64 0,15-8 93 15,5-2-703-15,8-3-869 0</inkml:trace>
  <inkml:trace contextRef="#ctx0" brushRef="#br0" timeOffset="11764.92">26579 6791 4160 0,'7'-1'68'0,"0"-1"45"16,-7 2 43-16,0 0 39 0,0 0 41 0,0 0 28 16,0 0 15-16,0 0-8 0,0 0 8 15,0 0 8-15,0 0 4 0,-26 20-2 16,9-8-12-16,-12 2-15 0,3 1-20 0,-5 1-36 16,2 1-21-16,3 3-54 0,2-3-131 15,4 0 0-15,6 3 0 0,7-3 0 0,1 2 0 16,5 3 0-16,1-3 0 0,9 12 0 15,-2-2 0-15,5 4 0 0,1-2 0 16,2 0 0-16,-1-2 0 0,-1 0 0 16,-1-7 0-16,-7-3 0 0,1 2 0 0,-4-2 0 15,-4-3 0-15,-2 5 0 0,-3-2 0 16,-13 7 0-16,-1-3 0 0,-3-2 0 0,-6-1 0 16,-11 2 0-16,7-7 0 0,-12 2 0 15,6-3 0-15,0-5 0 0,-1 1 0 0,0-3 0 16,-3-2 0-16,7 0 0 0,4-3 0 15,6-2 0-15,8-2 0 0,-2 0 0 0,0-5-251 16,2-1-619-16,3-2-62 0,5 1 102 16,2-1-975-16,3-2-1234 0</inkml:trace>
  <inkml:trace contextRef="#ctx0" brushRef="#br0" timeOffset="19046.5">27960 2441 1975 0,'0'-6'147'0,"2"1"-33"16,-1-2-11-16,-1 7 13 0,0-14 14 16,2 6 5-16,-2 1 15 0,0 7 11 0,-2-17 10 15,1 11 3-15,-1-1-7 0,2 7-1 16,-6-16-14-16,1 10-3 0,-4-2-4 0,2 1-5 16,-4-3 3-16,-3 4-6 0,-3-4-5 15,3 1-8-15,0 2-6 0,-6-2-4 16,4 1 0-16,-6-1-4 0,3-1-8 0,1 2-2 15,-4-1-3-15,-6-3-3 16,5 2-2-16,-8-1-3 0,1 0-5 0,-5 0-6 16,3 1-9-16,-6-2-5 0,0 4-11 15,-2-4-5-15,2 7-5 0,0-2-1 0,2 0 0 16,-3 0-5-16,9 4-2 0,3-1-3 16,-1 2 4-16,1 2-5 0,1-2-3 15,-1 4-1-15,0 0-2 0,0 2 3 0,0 0-4 16,-5 4-1-16,2 2 5 15,-1 0-2-15,2 4-2 0,3 1 1 0,2 2 1 0,-1 5 1 16,2 2-1-16,-1 2-3 0,6 3 3 16,-3 0-1-16,-1 9 6 0,6-3-3 15,-2 9-4-15,5 1 2 0,1-6 8 16,3 1-13-16,5 1 6 0,1-2 7 16,1 1 7-16,2-1-5 0,4 0 3 0,1 3-10 15,3-5-2-15,2 2 6 0,6 7 1 16,7-3 12-16,6 1-3 0,5 0-1 0,4 1-3 15,8-2-9-15,15 6 2 0,4-4 0 16,3-2-3-16,7-4-2 0,5-8-4 0,-12-7-5 16,3-3 2-16,3-6-1 0,-6-5-4 15,5-3 2-15,-4-5 1 0,-6-7-1 16,-3-3 9-16,-6-6 23 0,-4-10 16 0,-7-2 18 16,-3-12-12-16,-9-5-71 15,-5-4 0-15,-6-8 0 0,-11-7 0 0,-9-5 0 16,-9-7 0-16,-16-16 0 0,-9 5 0 15,-13 7 0-15,-7 7 0 0,-10 7 0 0,-13 8 0 16,-11 7 0-16,-13 2 0 0,-4 15-93 16,-3 11-257-16,-12 1-69 0,3 12-84 0,-1 4-92 15,28 4-153-15,1 2-80 0,5 6 88 16,10-4-592-16,7 8-787 0</inkml:trace>
  <inkml:trace contextRef="#ctx0" brushRef="#br0" timeOffset="20078.45">28494 3575 3484 0,'-18'0'1'0,"3"-2"46"0,0-1 21 16,2 1 2-16,13 2 30 0,-25-2 34 0,16 2 35 16,9 0 30-16,-16-2 18 0,16 2 1 15,0 0-10-15,0 0-7 0,0 0-1 0,0 0-22 16,66 11-12-16,1-2-11 16,15 2-4-16,33 10-11 0,8 1-3 0,10 6-7 0,9 1-8 15,3 1-17-15,2 4 1 16,-3 1-11-16,-5-2-13 0,-6-1-8 0,-11-2-2 15,-16-5-11-15,-11-1-5 0,-32-7-9 16,-6-5 0-16,-17-3-7 0,-6 2-12 16,-9-5 1-16,-6-3-15 0,-4 1-22 0,-3-1-27 15,-5-1-38-15,-7-2-38 0,11 0-44 16,-11 0-64-16,0 0-58 0,0 0-79 0,0 0-81 16,0 0-127-16,0 0-201 0,-28-9 60 15,15 6 71-15,-3 0-391 0,0 0-498 0</inkml:trace>
  <inkml:trace contextRef="#ctx0" brushRef="#br0" timeOffset="20695.56">30569 3897 2677 0,'0'0'-61'0,"0"0"46"0,0-8 30 16,0 8 29-16,0 0 31 0,0 0 32 0,0 0 24 15,0 0 26-15,-2-11 10 0,2 11 2 16,0 0-5-16,0 0-8 0,0 0 23 0,0 0 20 16,0 0 16-16,-23 35 21 0,8-10-1 15,-3 1-22-15,0 3 1 0,-5 8 0 16,0 1-4-16,-2-1-24 0,6-5-4 0,2 1 7 15,1-3-14-15,3-2-15 16,2-6-16-16,3-2-13 0,-2-4-14 0,5-2-13 16,-1-1-30-16,3-3-38 0,-2-1-46 15,1-2-47-15,1 0-55 0,1-1-52 0,2-6-73 16,0 7-63-16,0-7-81 0,0 0-91 16,0 0-113-16,0 0-147 0,0 0 62 0,0 0-513 15,4-27-649-15</inkml:trace>
  <inkml:trace contextRef="#ctx0" brushRef="#br0" timeOffset="21263.9">30511 3924 2933 0,'0'0'-143'0,"0"0"24"0,6-11 16 0,-6 11 13 16,4-6 30-16,-4 6 33 0,6-5 31 15,-6 5 27-15,0 0 27 0,0 0 22 0,13-5 22 16,-13 5 24-16,4-5 26 0,-4 5 22 16,0 0 13-16,0 0 7 0,5-7 6 0,-5 7-3 15,0 0-8-15,0 0-7 0,0 0-17 16,7-5-10-16,-7 5-15 0,0 0-12 16,0 0-11-16,0 0-10 0,0 0-14 0,0 0-5 15,0 0 1-15,13 13-4 16,-6 0 0-16,5 2-3 0,-1 2-3 0,2 9-4 0,5 2-21 15,1 1 19-15,0 0 12 16,5 5 5-16,-2-5 1 0,1-3-20 0,-5-3 2 16,0 0 4-16,-3-6-16 0,-3-3-4 15,-3-4-12-15,-4-1-2 0,5-2-1 16,-4 1-5-16,0-1-7 0,-3-1 0 0,3-2 1 16,-6-4-3-16,7 7 0 0,-7-7-7 15,7 8-18-15,-7-8-30 0,0 0-43 16,2 4-59-16,-2-4-60 0,0 0-68 15,0 0-73-15,0 0-53 0,0 0-73 0,-23-15-98 0,10 8-139 16,2-2 66-16,0 4-431 0,1 0-530 16</inkml:trace>
  <inkml:trace contextRef="#ctx0" brushRef="#br0" timeOffset="21445.65">30716 4200 2866 0,'0'0'37'0,"-12"-3"37"15,12 3 13-15,-12-2 28 0,12 2 44 16,0 0 38-16,-12-4 36 0,12 4 9 0,0 0 3 15,-11-4-11-15,11 4-14 0,0 0-16 16,0 0-15-16,0 0-19 0,0 0-6 0,0 0-28 16,0 0-20-16,0 0-48 15,0 0-58-15,0 0-68 0,0 0-87 0,0 0-86 16,0 0-117-16,45 4-158 0,-45-4-186 16,9-4 58-16,-9 4-438 0,0 0-544 15</inkml:trace>
  <inkml:trace contextRef="#ctx0" brushRef="#br0" timeOffset="36961.75">23245 6649 1009 0,'-3'-9'386'0,"-4"3"-101"16,3-1-60-16,1 0-30 16,-3 2-7-16,6 5-14 0,-11-14-12 0,3 9-11 15,0-1-7-15,-3 4-3 0,-1 0-6 16,12 2 2-16,-34 4 7 0,4 5 1 16,-5 7 11-16,-4 5 2 0,-4 6 1 0,4 2 2 15,-5 6 2-15,5-1-5 0,7 4-4 16,0-3-6-16,5 1-11 0,8-4-10 0,4 0-9 15,5 1-2-15,7-1-7 16,3-4-6-16,7 2-4 0,4 1-10 0,7-4-7 16,10 7-9-16,8-8 13 0,7-3-9 0,2-4-5 15,7-4-4-15,-7-8-24 0,14-2-12 16,-7-5-18-16,11-5 1 0,-2-5-3 16,0-6-1-16,-6-7-3 0,-4 0 12 0,-1-5 12 15,-8-5 12-15,-5-5 4 0,-5-3 8 16,-5-8 5-16,-11-4 14 0,2-7 2 0,-11-5-4 15,-5 0-11-15,-7 3-5 0,-9 4-12 16,-7 4-4-16,-9 5-8 0,-6 9-6 0,-9 10 5 16,-4 6-16-16,-8 6-7 0,0 10-26 15,3 7-36-15,-7 5-45 0,0 9-53 16,0 6-61-16,4 1-78 0,4 5-70 16,5 3-53-16,2 0-71 0,8-1-76 0,10-4-128 15,3-2 66-15,5 4-477 0,4-3-568 16</inkml:trace>
  <inkml:trace contextRef="#ctx0" brushRef="#br0" timeOffset="37777.73">23197 6803 3010 0,'14'-13'-1'0,"-14"13"46"0,8-7 47 0,-5 3 43 15,-3 4 40-15,9-5 15 0,-9 5 5 0,11-5-2 16,-11 5-3-16,7-2-6 0,-7 2-12 16,0 0-12-16,17 7-11 0,-13 0-6 0,2-2 1 15,-4 4-3-15,0-1 5 0,-1 1-1 16,-2-1-7-16,-1 4-2 0,-4-1-1 0,0 3-2 16,-4-3-9-16,1 1-9 0,-3-2-5 15,-1 0-21-15,0-1 2 0,-1 1-11 16,2-4-20-16,-2 2-16 0,1-5 9 15,1-3-1-15,1 0-9 0,11 0-2 0,-15-11-5 16,8-3-8-16,6-2-4 0,2-4 1 16,3-2-6-16,8-9 3 0,-1 2-9 0,5 2-4 15,-1 1 5-15,-3 9-3 0,-1 3-10 16,0 4 2-16,-1 2 8 0,3 1-15 0,-1 2 7 16,1 3-2-16,0 2-4 0,3 2 4 15,0 1 4-15,4 0-6 0,3 4 2 0,-2 0-2 16,9 5-17-16,1 0-23 0,-3 2-25 15,-2-2-44-15,-4-2-49 0,-7 0-53 16,-2-1-89-16,-2-1-85 0,-4-1-98 16,-2 2-114-16,-5-1-125 0,0-1 62 0,-3 2-533 15,-6-3-659-15</inkml:trace>
  <inkml:trace contextRef="#ctx0" brushRef="#br0" timeOffset="66139.45">21133 5313 1757 0,'-11'4'658'0,"11"-4"-212"0,0 0-119 15,0 0-76-15,0 0-25 0,0 0-9 16,0 0-11-16,17-22-17 0,13 11-4 0,7-4-20 16,12-4-9-16,9 0-12 0,3 1-19 15,0-3-8-15,3-1-15 0,3 5-15 0,-2 0-4 16,-5 2-10-16,1-2-2 0,-9 2-13 16,-4 0-11-16,-12 4-14 0,-5-1-16 0,-8 3-12 15,-5 4-11-15,-2 0-20 0,-5 0-22 16,3 2-27-16,-5-1-24 0,-1 1-38 15,0-1-54-15,-8 4-52 0,0 0-55 16,0 0-72-16,0 0-94 0,0 0-146 0,-18 14 52 16,-7 3-333-16,-5 5-374 0</inkml:trace>
  <inkml:trace contextRef="#ctx0" brushRef="#br0" timeOffset="66754.8">21103 5418 2494 0,'0'-5'75'16,"0"5"14"-16,-4-10 6 0,2 2 29 0,2 8 52 15,-1-10 36-15,1 10 27 0,-4-7 8 16,4 7-3-16,-4-10-7 0,4 10-4 0,0 0 2 16,-2-8-1-16,2 8-2 0,0 0-18 15,-2-7-12-15,2 7-20 0,0 0-25 0,0 0 12 16,0 0-18-16,0 0 5 0,19 17-3 16,0 2-6-16,6 5-11 0,11 11-11 15,8 5-13-15,13 14 0 0,6 0 6 0,1-1 4 16,8 5-10-16,-2-4-7 0,2-2-9 15,-5 1 3-15,2-5-4 0,-18-13-2 16,-3 0-9-16,-4 0-4 0,-8-6-75 16,-7-10-5-16,-4-1 0 0,-9-4 0 0,2-4 0 15,-9-1 0-15,2-2 0 0,-3 1 0 16,0-3 0-16,-3 0 0 0,-5-5 0 0,9 7 0 16,-9-7 0-16,11 4 0 0,-11-4 0 15,0 0 0-15,5 2 0 0,-5-2 0 0,0 0-164 16,0 0-260-16,0 0-116 0,0-14-123 15,0 14-170-15,-2-13 41 0,2 7 94 0,-1-3-689 16,-1-1-839-16</inkml:trace>
  <inkml:trace contextRef="#ctx0" brushRef="#br0" timeOffset="68270.39">22279 4789 4005 0,'6'-11'-27'0,"-3"1"42"0,3 2 63 0,-3-1 55 16,0 1 49-16,1 2 36 0,0 0 19 15,-4 6 7-15,5-13-9 0,-3 8-9 16,-2 5-24-16,4-7-22 0,-4 7-25 16,0 0-12-16,0 0-2 0,0 0-14 0,0 0-5 15,2 31-13-15,-4-14-11 0,0 0-28 16,-2 7-7-16,0-1-7 0,4 0-7 16,-1-5-2-16,-3 5-9 0,2-6 8 0,-2 1-11 15,4-4-13-15,-4 0-20 0,2-2-41 16,0 0-38-16,0-2-43 0,0-1-53 0,2-2-65 15,0-2-93-15,0-5-104 0,0 0-113 16,0 0-128-16,0 0-33 0,0 0 75 0,0 0-479 16,0 0-581-16</inkml:trace>
  <inkml:trace contextRef="#ctx0" brushRef="#br0" timeOffset="68702.6">22380 4655 2907 0,'2'-13'-2'16,"-2"4"45"-16,1-1 30 0,-1 0 36 15,5 2 37-15,-1-1 24 0,-1 1 11 0,1 0-3 16,3 0-15-16,1 3-15 0,2-3-15 16,-1 4-13-16,0 2-12 0,5-2-10 0,-4 4-10 15,4 1-8-15,-2 4-7 0,-1 1-8 16,2 3-2-16,-2-1-5 0,-4 4-1 0,-1 1 6 16,-2 0 10-16,-2 1 10 0,-4-2 6 15,-2 6-1-15,-6 3-7 0,-3 6-3 16,-4-1-7-16,-2 0-6 0,2-3-2 15,4-3-1-15,-1-5-1 0,5-3-8 16,1-1-4-16,-2 1 4 0,6-4 4 0,1 1 4 16,1-3 20-16,0 2 13 0,2-8 3 15,4 15 14-15,-1-8 11 0,1 0 6 16,5 3-5-16,-2 0-4 0,0-1-6 0,2 1-11 16,0-2-9-16,-2 3-2 0,2 1-13 0,-3-4 4 15,1 3 7-15,-4-3 2 0,1 2 4 16,0-3 3-16,-3 2 8 0,-1-3-37 0,0-6-69 15,-3 16 0-15,-3-8 0 16,0-2 0-16,-2 0 0 0,1-1 0 0,-4-1 0 16,1 0 0-16,-1-3 0 0,11-1 0 15,-25 0 0-15,12-3 0 0,-5-1 0 0,3 1 0 16,3-1-91-16,-1-2-220 0,1 0-73 16,3-2-94-16,2 1-95 0,-1-2-135 15,2 1-97-15,2-1 75 0,4 2-668 0,4-1-851 16</inkml:trace>
  <inkml:trace contextRef="#ctx0" brushRef="#br0" timeOffset="69153.59">22770 4923 3782 0,'0'0'4'0,"0"0"58"0,0 0 40 0,14-4 42 0,-14 4 28 15,0 0 9-15,0 0-4 0,0 0-6 16,0 0-11-16,0 0-11 0,10-3-11 0,-10 3-4 16,0 0-23-16,12-3-10 0,-12 3-6 15,13-4-12-15,-13 4-10 0,11-5 14 0,-11 5 3 16,11-5 6-16,-11 5 10 16,12-7 7-16,-9 3 5 0,3-2 6 0,-6 6-2 15,7-11-8-15,-5 5-7 0,-2 6-4 16,3-10-11-16,-3 10-4 0,0-10-15 0,0 10 0 15,-7-7-15-15,7 7-7 0,-16 0-7 16,16 0-7-16,-25 3-2 0,7 3-5 0,5 2-2 16,-6 2 1-16,2 1-6 0,2 1-3 15,2 0-6-15,-1 4 0 0,5-4 0 16,-1 2-4-16,5-2 1 0,-2 5 6 0,4-4-7 16,3-2 3-16,0 2 1 15,2-1-3-15,3 0 3 0,3 0-2 0,2 0-4 0,-1-5-10 16,7 4-29-16,-3-3-10 15,2-5-26-15,2 1-46 0,0-1-40 0,-2-3-46 16,5 0-62-16,-3-1-68 0,2-3-74 16,-4 0-73-16,2-1-119 0,1 1-163 0,-4-2 75 15,-2 4-593-15,-1-3-735 0</inkml:trace>
  <inkml:trace contextRef="#ctx0" brushRef="#br0" timeOffset="69455.6">23211 4561 3292 0,'-5'-14'5'0,"2"5"52"0,-3 1 29 16,4 2 40-16,2 6 32 0,-1-10 21 16,1 10 5-16,0 0-12 0,-4-7-13 0,4 7 20 15,0 0 16-15,0 0 8 0,-7 27 9 16,0-6-12-16,1 0-17 0,-1 14-16 0,-2 0-9 15,-3 3-12-15,3 0-18 0,-2 0-8 16,0-1 8-16,6 2-12 0,-6-4-13 16,1 1-10-16,0-1-8 0,5-3-10 15,-3-6-17-15,3-8-34 0,-2 0-31 0,6-1-44 16,-1-4-51-16,0-2-65 0,-2 1-80 16,2-4-89-16,2-2-95 0,0-6-110 15,8 6-143-15,-8-6-6 0,0 0 74 0,21-6-445 16,-12-5-533-16</inkml:trace>
  <inkml:trace contextRef="#ctx0" brushRef="#br0" timeOffset="69753">23432 4417 2837 0,'0'-17'60'0,"-4"5"59"0,4 1 59 16,-2 1 61-16,2 3 28 15,0 7 9-15,-1-10-20 0,1 10-27 0,-2-8-27 16,2 8-16-16,0 0-7 0,0 0-2 0,-9 25-3 15,6-4-18-15,-5 13-12 16,1 7-4-16,-3 8 2 0,-1 6-4 0,0-3-17 16,-3 0-36-16,3-3-5 0,-1 1-10 15,1-2-6-15,-1-9 0 0,4-2-10 0,-1-1-2 16,0-4-8-16,1-6-5 0,2-6-8 16,0-4-5-16,4-1-29 0,-3 0-22 0,1-3-28 15,2-4-27-15,2 0-37 0,0-8-52 16,0 13-65-16,0-9-86 0,0-4-81 0,0 0-110 15,11 2-149-15,-11-2-8 0,0 0 72 16,22-10-422-16,-13 6-492 0</inkml:trace>
  <inkml:trace contextRef="#ctx0" brushRef="#br0" timeOffset="70371.77">23493 4909 3064 0,'-6'-7'107'0,"6"7"27"0,0 0 14 15,-8-6 24-15,8 6-1 0,0 0 0 16,0 0 3-16,0 0 2 0,0 0-6 16,-20 13 4-16,12-5-13 0,2 0-7 0,-2 5-12 15,1-5-7-15,0 3-3 0,-2 1-6 16,0-6 7-16,2 5-16 0,-1-2-7 0,4-2 12 0,-4-1 0 15,5-1 11-15,3-5 12 16,-10 9 12-16,7-6 11 0,3-3-9 0,0 0-15 16,0 0-16-16,0 0-9 0,-9-17-17 15,13 7-9-15,1 0-7 0,0-4-11 0,3 0-12 16,-3 2-7-16,5 1-2 0,-2-1-11 16,-3 3-6-16,1 2-5 0,-1-2-6 0,4 5-3 15,-4 0 0-15,3 2-3 16,-8 2-3-16,17 2-4 0,-8 2-2 0,4-1-1 15,-1 4 2-15,1 0-2 0,-1 1 1 16,-2 1-6-16,-1-1 1 0,-4 0 5 0,6 0-4 16,-8 0-3-16,5-1 1 0,-7-1 1 15,5 2 3-15,-2-3 0 0,-4-5 0 16,4 10 2-16,-4-10 1 0,8 7 0 0,-8-7-12 16,7 0 0-16,-7 0 0 0,13-7 0 15,-3-2 0-15,7-3 0 0,6-5 0 0,2-1 0 16,-6 6 0-16,-2 1 0 0,-3 1 0 15,-3 1 0-15,0 3 0 0,-1 0 0 0,-3 2 0 16,1 2 0-16,-8 2 0 16,0 0 0-16,17 6 0 0,-13 0 0 0,0 4 0 15,-1-1 0-15,-1 3 0 0,0 1 0 16,0-1 0-16,0 2 0 0,-2-1 0 0,0 1 0 16,2 0 0-16,-2-2 0 0,0-2 0 15,2 0 0-15,-2-1-55 0,0-1-157 0,0 1-56 16,2 0-60-16,-2-9-80 0,2 8-92 15,0-5-112-15,-2-3-149 0,0 0 17 0,7 4 83 16,-7-4-578-16,0 0-700 0</inkml:trace>
  <inkml:trace contextRef="#ctx0" brushRef="#br0" timeOffset="71035.74">24177 4826 3388 0,'0'0'14'0,"0"0"55"0,0 0 42 0,2-6 25 16,-2 6 44-16,0 0 31 0,0 0 14 0,0 0 1 16,0 0-4-16,-12 30-4 0,9-15-2 15,-5-4-5-15,1 5 15 0,-3-1-8 16,-1 3-1-16,0-3-7 0,-1-1-7 0,-1 3-13 16,-1-2-14-16,1-3-12 0,1-2-14 15,1 0-12-15,0-1-14 0,-1-2-10 0,1-2-11 16,-2 0-8-16,4-3-12 15,9-2-8-15,-18 0-9 0,18 0-9 0,-18-7-17 16,11 0-9-16,-2-3-11 0,4-5-14 16,1 1-1-16,4 0-7 0,0-1 1 0,0 1-7 15,2 2-1-15,0-1-2 0,-2 5 1 16,2 0-5-16,0 1 4 0,-2 7 0 0,4-10 0 16,-4 10 6-16,8-6-5 0,-8 6 0 15,0 0 4-15,0 0 0 0,25 6 2 0,-16 1 4 16,0-2 0-16,1 0-3 0,1 2-2 15,2 0-1-15,-3 0-3 0,0-2 4 0,-3 0-2 16,0 0 1-16,2 0 4 0,-2-1-2 16,-7-4-4-16,13 3-6 0,-13-3-8 15,14 2-11-15,-14-2-5 0,18-7 2 16,-6 1 9-16,0 2-2 0,1-3 6 0,-2 2 0 16,1 0 8-16,-6 1 13 0,1-1 10 15,-7 5 10-15,13-5 0 0,-13 5 6 0,12-2 6 16,-12 2 16-16,0 0 10 0,15 7 6 15,-9-2-3-15,-2-1-2 0,2 6 12 0,-2-3-16 16,3 3-53-16,-2 0 0 0,4-1 0 16,-2 1 0-16,2-2 0 0,2 1 0 15,2-2 0-15,-1 0 0 0,1-2 0 0,-1 0 0 16,2-2 0-16,-1-1 0 16,5-4 0-16,-3 2 0 0,-3 0 0 0,6-1 0 15,-2-1 0-15,-5 2 0 0,-11 0 0 16,19-2 0-16,-19 2 0 0,19 0 0 0,-19 0 0 15,14 0 0-15,-14 0 0 0,9-2-266 16,-9 2-81-16,0 0-90 0,11-1-97 0,-11 1-107 16,4-4-151-16,-4 4 36 0,0 0 79 15,0 0-595-15,0 0-733 0</inkml:trace>
  <inkml:trace contextRef="#ctx0" brushRef="#br0" timeOffset="73384.91">22453 5925 3585 0,'0'-5'43'16,"0"5"34"-16,-2-10 30 0,2 10 35 0,0 0 25 15,-2-7 15-15,2 7-6 0,0 0-17 16,0 0-15-16,0 0-13 0,0 0 3 16,0 0-1-16,-8 22-12 0,6-10-12 15,-2 4-6-15,0 1-14 0,3 2-6 0,-3 1-8 16,0-1-8-16,2 3-8 0,-2-5-7 16,0 0-5-16,0-5-12 0,1 3-16 0,1-3-17 15,0 3-26-15,-2-4-28 0,2-3-35 16,2 1-49-16,-1-4-72 0,1-5-77 0,-2 7-68 15,2-7-77-15,0 0-86 0,0 0-95 16,0 0 43-16,2-28-375 0,1 13-421 16</inkml:trace>
  <inkml:trace contextRef="#ctx0" brushRef="#br0" timeOffset="73652.67">22464 5845 2525 0,'2'-8'30'0,"-4"0"42"0,2 4 28 15,0 4 18-15,0-9 32 0,0 9 1 16,0 0 4-16,3-5-4 0,-3 5 9 15,0 0-3-15,22 3-4 0,-11 4-3 0,3 1-6 16,-1 5-6-16,0-1-6 0,0 5-3 16,-2 0-9-16,1 0-5 0,-2 3-7 0,-5 0 4 15,-1-2 4-15,-2 1-4 0,-4 6-3 16,-4-8-4-16,1 3-6 0,-3-1-17 16,-7 5 0-16,2-5-15 0,-3-4 4 0,1-1-12 15,0 1-15-15,2-6-26 0,-5 1-21 16,5-1-29-16,-3-4-29 0,5 0-32 15,0-2-44-15,-1-3-61 0,12 0-68 16,-18-8-60-16,10 1-75 0,-2 0-86 0,7-3-120 16,1 1 22-16,0 1-380 0,4-1-444 15</inkml:trace>
  <inkml:trace contextRef="#ctx0" brushRef="#br0" timeOffset="73851.69">22749 5955 2747 0,'10'-4'106'0,"-4"2"44"0,-6 2 33 0,9-6 25 16,-9 6 26-16,0 0 14 16,0 0 3-16,14 10-12 0,-10-2-16 0,-2 3-22 0,-1 3-21 15,-1 1-17-15,0 3-21 0,-1-1-16 16,-3 8-33-16,0-7-37 0,2 2-49 16,-2-3-48-16,2 0-61 0,-4 0-71 15,4-3-80-15,1 0-71 0,-1-6-74 0,0-1-92 16,2 0-108-16,0-7 49 0,0 0-345 15,0 0-377-15</inkml:trace>
  <inkml:trace contextRef="#ctx0" brushRef="#br0" timeOffset="74019.84">22902 5925 2547 0,'2'-9'113'0,"-2"0"61"16,0 2 40-16,0 7 36 0,2-11 19 0,-2 11-4 0,-2-6-16 15,2 6-26-15,0 0-25 16,0 0-21-16,0-11-21 0,0 11-38 0,0 0-44 15,0 0-70-15,0 0-84 0,0 0-100 16,23 6-85-16,-23-6-100 0,21 5-126 0,-8-2-101 16,3-1 49-16,3 3-313 0,-2-3-339 15</inkml:trace>
  <inkml:trace contextRef="#ctx0" brushRef="#br0" timeOffset="74334.95">23156 5908 2333 0,'0'0'24'0,"0"0"36"0,0 0 30 16,0 0 35-16,0 0 19 15,-29 9 15-15,20-4 5 0,-1 0-1 0,-1 5 3 16,-3-1-1-16,4 0-1 0,-1 2-10 16,1 1-6-16,5-1-7 0,-3 1-5 0,6 0 17 15,-1 1-3-15,3-1 1 0,0 0-3 16,2 3-5-16,1-3 13 0,5 3 2 0,-3-3-7 16,5 5 6-16,-4-3-1 0,-1 0 11 15,-1-4-2-15,2-2 18 0,-2 3 5 0,-2-4 7 16,0 1 1-16,-2-1 4 0,2 1-10 15,-2-8-12-15,-8 12-18 0,2-7-17 0,-1 1-14 16,-4-1-11-16,0-2-15 16,-2-1-86-16,0 0-17 0,0-2 0 0,13 0 0 0,-31-2 0 15,14-2-65-15,-2-1-120 16,2 2-60-16,2-4-67 0,-5 5-93 0,8-6-106 16,-6 3-112-16,7 1-156 0,-1 3 40 15,3-3 76-15,1 2-583 0,8 2-708 16</inkml:trace>
  <inkml:trace contextRef="#ctx0" brushRef="#br0" timeOffset="75053.8">23087 6053 3159 0,'2'-9'-48'0,"-2"9"74"16,4-6 52-16,-4 6 60 0,0 0 51 0,2-6 36 16,-2 6 25-16,0 0 5 0,0-8-2 15,0 8-8-15,0 0-18 0,0 0-15 0,0 0-15 16,0-9-22-16,0 9-21 0,0 0-14 15,0 0-17-15,0 0-15 0,0 0-11 0,0-8-10 16,0 8-9-16,0 0-9 0,0 0-7 16,0 0-12-16,0 0-2 0,0 0 0 0,0 0 1 15,0 0-1-15,0 0 7 16,-2 34 0-16,2-18 1 0,0 2 5 0,-4 3 5 0,4 6-8 16,-4 6-2-16,0-4-1 0,-2-6-1 15,1 10 4-15,-3 0 9 0,-2-3-8 16,3 0-1-16,-1-6 4 0,3-5-6 15,-1-2-6-15,0-2 1 0,0-1-13 0,-1-2-4 16,1 0-8-16,1-2-31 0,-3-3-37 16,-2 0-60-16,1-2-65 0,1-3-79 0,-1-1-110 15,9-1-106-15,-24-8-122 0,15-1-163 16,2-4 0-16,-1-8 77 0,6-3-585 16,4-15-715-16</inkml:trace>
  <inkml:trace contextRef="#ctx0" brushRef="#br0" timeOffset="75235.12">23125 5896 3578 0,'0'-10'127'0,"0"3"59"0,2 0 58 0,-2 7 44 16,0 0 41-16,-4-12 7 0,4 12-5 15,0 0-22-15,2-10-30 0,-2 10-29 0,0 0-27 16,2-7-22-16,-2 7-26 0,0 0-45 16,0 0-65-16,0 0-70 0,2-6-76 0,-2 6-78 15,0 0-92-15,0 0-114 0,0 0-125 16,11 22-144-16,-9-10-113 0,-2 2 86 0,0-3-583 15,0 3-706-15</inkml:trace>
  <inkml:trace contextRef="#ctx0" brushRef="#br0" timeOffset="76367.92">23299 5932 3800 0,'0'0'178'15,"-7"-12"41"-15,7 12 40 0,-1-6 50 0,1 6 3 16,-2-7-10-16,2 7-34 0,0 0-33 15,0 0-20-15,0 0-18 0,0 0-15 0,-4 24-8 16,4-9-18-16,-2 2-31 0,2 4-49 16,-2 2-54-16,-1 4-64 0,3-2-64 15,-2 3-66-15,0-4-70 0,0 0-73 16,0 0-57-16,-1-7-43 0,3 2-33 0,0-6-3 0,0-1 27 16,0-1 43-16,0-3 53 0,3-2 59 15,-3-6 66-15,4 6 73 0,-4-6 77 16,0 0 67-16,0 0 65 0,0 0 72 15,18-14 55-15,-11 4 38 0,-2-1 33 0,5-7 21 16,-1 1 3-16,5-10-11 0,1-2-9 16,-2 0-23-16,4 0-19 0,1 3-29 15,-2-2-21-15,2 4-22 0,-3 5-12 0,-3 5-22 16,-3 1-40-16,-4 2-38 0,4 4-38 16,-6 2-27-16,3 2-25 0,-6 3-28 0,0 0-30 15,0 0-25-15,0 0-16 16,7 15-15-16,-9-4-7 0,-3 1-6 0,-2 3 1 15,-4 3 13-15,6-5 24 0,-3 1 35 16,3-3 35-16,-1-1 42 0,2 2 44 0,-2-4 43 16,2-1 38-16,4-7 25 0,-1 14 29 15,-1-12 45-15,2-2 15 0,3 12 0 0,-3-12-14 16,6 5-16-16,-6-5-3 0,12 6-9 16,-5-4-17-16,-7-2-14 0,15 5-10 0,-5-5-22 15,-10 0-11-15,19 5-11 0,-11-3-12 16,-8-2-7-16,17 5-9 0,-10-5-8 0,-7 0-5 15,16 4-6-15,-16-4-5 0,13 0-4 16,-13 0-9-16,10 4-2 0,-10-4-25 0,0 0-8 16,13 6 0-16,-13-6 0 15,9 5 0-15,-9-5 0 0,10 9 0 0,-6-4 0 16,2 1 0-16,-3 0-20 0,3 0-33 16,-3 1-13-16,4-1-11 0,-1 0-12 0,-3-4-11 15,5 1-24-15,4 1-3 0,1-4 13 16,2-2-4-16,6-3 1 0,2-2-14 15,9-5-27-15,0-6 13 0,6-7 14 0,3-4 15 16,-3-3 13-16,1-4 11 0,0-3 21 16,1-3 19-16,-10-3 28 0,1 4 18 0,-4 2 16 15,-9 10 16-15,2 3 20 16,-7 6 33-16,-1 3-2 0,-7 5 3 0,3-1 8 16,-5 3 2-16,4 1 1 0,-5 2-9 15,-1 2-14-15,-1 5-11 0,0 0 1 0,0 0-5 16,0 0-9-16,-23 21-3 0,12-4 0 15,1 3-5-15,-5 9 2 0,-2 0-1 0,0 3-1 16,1 0 4-16,3 1-2 0,1 5-4 16,-1-3-4-16,1 2 0 0,3-4-6 0,2-2-6 15,-1-7 3-15,2-2-14 0,0-2-29 16,3-4-30-16,1-3-25 0,-2-1-18 0,2 0-16 16,4-5-9-16,-2 0-1 0,0-7 6 15,6 7 12-15,-6-7 15 0,0 0 22 16,0 0 25-16,15-19 26 0,-11 5 24 15,0 0 18-15,-2-3 27 0,-2-1 7 0,-2 2 12 16,0 1 16-16,-5 0-2 0,-2 3 0 16,6 1-1-16,-5 3-8 0,3 1-8 0,-3 2-13 15,8 5 8-15,-14-6-14 0,14 6-5 16,-11-2 2-16,11 2-5 0,0 0 4 16,0 0-10-16,0 0 1 0,0 0 2 0,0 0-2 15,0 0-4-15,0 0-1 0,0 0-4 16,0 0-6-16,65 2 0 0,-36-6-6 0,10 2-8 15,1-1-10-15,3 3-19 0,-11-2-20 16,-5 2-11-16,-9 0-1 0,0-2 4 16,-4 4-4-16,0-2 9 0,-3 0 9 15,0 2 2-15,-2 1 3 0,-4-1 11 0,-5-2-2 0,10 4 3 16,-9 0-2-16,-1-4 8 16,7 4-18-16,-7-4-25 0,2 8-38 0,-2-8-49 15,2 7-63-15,-2-7-81 0,0 4-96 16,0-4-84-16,0 0-107 0,0 0-154 0,0 0 43 15,0 0 68-15,0 0-479 0,0 0-564 16</inkml:trace>
  <inkml:trace contextRef="#ctx0" brushRef="#br0" timeOffset="78467.72">21749 3264 3012 0,'-17'4'-8'0,"3"0"32"0,3-3 41 15,11-1 49-15,-15 2 56 16,15-2 41-16,0 0 1 0,-8-9-4 0,8 9-22 16,14-18-10-16,11-1-12 0,15-10-11 15,9 0 1-15,6-3-15 0,22-7-15 0,0-1-14 16,5-2-12-16,4 1-7 0,-5 1-9 15,-4-1-10-15,-18 12-10 0,-5-2-3 0,-7 3-5 16,-4 2-5-16,-15 8-5 0,-1 1-1 16,-7 5-7-16,-8 1-6 0,0 5-6 0,-3 0-24 15,-1 0-24-15,-2 2-37 0,-6 4-44 16,5-5-50-16,-5 5-55 0,0 0-54 16,0 0-65-16,0 0-87 0,-17 13-130 15,4-4-106-15,-2 3 64 0,-4 0-299 16,1 0-370-16</inkml:trace>
  <inkml:trace contextRef="#ctx0" brushRef="#br0" timeOffset="79268.39">22867 2573 2624 0,'0'-14'126'0,"0"4"47"15,-1 0 43-15,2 1 53 16,-1 3 40-16,0 6 51 0,0-16 28 0,0 11 4 15,0 5-13-15,0-10-32 0,0 10-32 16,-1-9-35-16,1 9-30 0,0 0-1 0,0 0-9 16,-10 24-20-16,5-5-20 0,-2 13-16 15,-6 7-17-15,4-2-17 0,2 1-14 16,-3-1-14-16,2 0-27 0,3-3-95 0,-3-3 0 16,2-5 0-16,0-5 0 0,4-5 0 15,-1-3 0-15,-1 1 0 0,0-2 0 0,3-1 0 16,-1-5 0-16,2 4-82 0,0-10-217 15,-5 5-68-15,5-5-57 0,0 0-43 0,0 0-40 16,0 0-50-16,0 0-39 16,0 0-41-16,8-27-18 0,-4 19-569 0,2-3-688 15</inkml:trace>
  <inkml:trace contextRef="#ctx0" brushRef="#br0" timeOffset="79450.66">22792 2847 3180 0,'0'0'-53'16,"0"0"70"-16,2-9 57 0,-2 9 62 0,0 0 49 15,1-8 34-15,-1 8 9 0,4-8 1 16,-4 8-3-16,7-10 0 0,4 3-6 0,-2-3-15 15,4-1-14-15,3-1-31 0,7-7-17 16,-1 1-15-16,1-3-17 0,-2 2-22 0,0-1-33 16,-4 5-35-16,-1 1-42 0,-5 2-50 15,2-3-68-15,-3 5-44 0,-1 2-58 16,0 1-46-16,0 1-47 0,-4-2-61 0,1 4-40 16,-6 4-60-16,0 0-73 15,0 0-392-15,0 0-438 0</inkml:trace>
  <inkml:trace contextRef="#ctx0" brushRef="#br0" timeOffset="79617.05">22906 2716 2495 0,'-8'8'-24'16,"1"-1"35"-16,1 2 44 0,2-2 47 16,1-1 57-16,-1 0 26 0,1 1 34 0,3-7 11 15,-2 16 7-15,2-7-7 0,0 0-11 16,5 1-18-16,-3 0-18 0,3 0-16 16,-1-1-15-16,3 1-19 0,-1 0-34 0,0-2-39 15,4-2-59-15,1-1-74 16,-1 2-91-16,3-2-95 0,2-1-100 0,0-2-128 15,0 0-147-15,5-2 54 0,-5 0-290 16,6-2-354-16</inkml:trace>
  <inkml:trace contextRef="#ctx0" brushRef="#br0" timeOffset="80083.69">23163 2946 2364 0,'-7'6'116'0,"-1"-4"40"0,8-2 22 0,-10 5 34 16,10-5 46-16,0 0 27 0,-7 5 9 15,7-5-6-15,0 0-7 0,0 0-6 0,0 0 0 16,0 0-6-16,0 0-14 0,0 0-21 16,0 0-20-16,0 0-25 0,0 0-14 15,0 0-21-15,0 0-8 0,28-12-16 16,-28 12-9-16,13-9-11 0,-6 1 1 0,-2 0 2 16,-1-2-12-16,0 1 0 0,-1-1-4 15,-1 0-6-15,-2 0-5 0,2 3-10 16,-4-2-10-16,2 9-4 0,-2-18-10 0,-1 12-6 15,-1 0-4-15,4 6-9 0,-9-10-1 16,0 6-7-16,9 4 3 0,-9-8-9 0,9 8 2 16,-5-5-11-16,5 5-10 0,0 0 0 15,-6-9 0-15,6 9 0 0,0 0 0 0,13-8 0 16,-4 4 0-16,9 1 0 16,-2 1 0-16,0 0 0 0,0 2 0 0,-1 2 0 15,-1 0 0-15,0 1 0 0,-3 2 0 16,1 1 0-16,0 2 0 0,-5 1 0 0,-1-1 0 15,2 2 0-15,-4 2 0 0,-3 1 0 16,1 1 0-16,-2-1 0 0,2-1 0 16,-2 2 0-16,2-1 0 0,-4 1 0 0,2-3 0 15,0 1 0-15,-2-4-151 0,6 3-114 16,-6-3-62-16,4-1-73 0,0-2-92 0,-2-5-101 16,3 5-101-16,-3-5-88 0,0 0 71 15,0 0-573-15,27-10-744 0</inkml:trace>
  <inkml:trace contextRef="#ctx0" brushRef="#br0" timeOffset="80420.59">23631 2836 3527 0,'0'-11'29'0,"0"11"49"16,0 0 38-16,0 0 41 0,0 0 31 16,-5-8 9-16,5 8-2 0,0 0 18 0,0 0 11 15,0 0-8-15,0 0-10 0,-6 25-18 16,6-18-16-16,0 3-14 0,-1 2-11 0,1 1-16 15,0-1-8-15,0-2-9 0,0-2-12 16,-2 3-1-16,4-2-9 0,-2 0-4 16,0-9 14-16,1 13 9 0,-1-9 0 15,0-4-2-15,4 8-1 0,-4-8-10 0,0 0-11 16,12 4-4-16,-12-4-12 0,0 0-5 16,0 0-5-16,22-16-8 0,-13 6-8 15,-4-1-6-15,3-1-3 0,1-5-8 0,1-1-5 16,-3-1-17-16,3 1-13 0,-5 5-26 15,3-1-26-15,-6 3-40 0,4 1-50 0,-4 3-48 16,0 0-57-16,-2 7-62 0,-2-7-53 16,2 7-61-16,0 0-85 0,0 0-134 0,0 0-114 15,0 0 81-15,0 0-501 16,-20 16-647-16</inkml:trace>
  <inkml:trace contextRef="#ctx0" brushRef="#br0" timeOffset="80684.89">23979 2656 3409 0,'-6'-16'120'0,"5"5"62"0,-1-1 65 15,2 0 56-15,-2 5 53 0,2-1 9 16,0 8-10-16,-5-12-24 0,5 12-27 16,-2-9-33-16,2 9-26 0,0 0-29 0,0 0-15 15,0 0-16-15,0 0-17 0,-13 27-15 16,8-6-13-16,-4 1-15 0,0 11-13 15,2 1-18-15,-2-2-35 0,-2 1-44 0,4-1-58 16,0-1-65-16,-1 0-76 0,2-8-70 16,0 0-59-16,3-4-58 0,-1-1-61 0,0-2-60 15,2-3-65-15,1-1-80 0,-1-2-64 16,2-2 59-16,-2-1-454 0,2-7-566 16</inkml:trace>
  <inkml:trace contextRef="#ctx0" brushRef="#br0" timeOffset="80834.57">23846 3021 2959 0,'0'0'12'0,"13"-24"63"0,-13 16 50 0,3 2 28 15,-1-2 42-15,2 1 20 0,2-3 12 16,2-2 0-16,-3 1-7 0,5 1-13 0,2-1-16 16,-3 2-22-16,0-4-18 0,5-1-19 15,-1-1-34-15,1 1-43 0,-1-1-61 16,-2 5-72-16,1-1-80 0,-1 1-86 16,-2 2-79-16,-1-1-111 0,4 0-126 0,-5 3-66 15,1-1 68-15,-2 2-267 0,-3 1-310 16</inkml:trace>
  <inkml:trace contextRef="#ctx0" brushRef="#br0" timeOffset="81334.75">23918 2849 2308 0,'0'0'47'0,"0"0"36"0,-7 6 27 16,7-6 27-16,0 0 24 0,0 0 19 0,0 0 5 15,0 0 2-15,0 0-15 16,3 10-16-16,-3-10-16 0,9 6-10 0,-9-6-18 15,11 7-10-15,-4-3-13 0,0 2-6 16,1 2-8-16,-3-2-15 0,2 2-13 0,-3-1-5 16,-1-1-6-16,1 2-3 0,-2 0-9 15,0-1 6-15,-2-7-2 0,-2 18-4 0,0-10-2 16,-2-3 3-16,2 5 5 0,2-10-8 16,-5 10 1-16,5-10 3 0,-7 5 1 15,7-5 1-15,0 0 7 0,-3 5 7 0,3-5-1 16,0 0 2-16,0 0 0 15,0 0-5-15,0 0-7 0,-2 7-4 0,2-7-5 16,0 0-3-16,0 0 2 0,0 0 1 16,0 0-4-16,12 7-4 0,-12-7 1 0,0 0 0 15,16 2-2-15,-16-2-1 0,14-2-1 16,-14 2-7-16,22-5-15 0,-8 1-1 0,3-6 4 16,0 2-4-16,3-3 6 0,-3 0 0 15,-2-3 2-15,2-1 4 0,-5 2 4 16,-1 4 7-16,-2 1-2 0,1 1 1 0,-4 1-3 15,-1 2-6-15,-5 4-2 0,8-6 6 16,-8 6-3-16,0 0 0 0,0 0-5 16,0 0-8-16,0 0-9 0,0 20-16 15,0-20-16-15,0 9-18 0,0-9-21 0,-2 15-5 0,2-10-41 16,0-5-42-16,2 11-49 16,0-3-49-16,-2-8-61 0,2 10-89 0,-2-10-121 15,0 9 2-15,0-9-271 0,-4 12-304 16</inkml:trace>
  <inkml:trace contextRef="#ctx0" brushRef="#br0" timeOffset="83050.03">21686 3575 2559 0,'-6'-7'176'0,"3"-1"12"0,-1 2 27 16,4 6 39-16,-6-8 51 0,6 8 33 15,-5-7 20-15,5 7-24 0,-5-5-28 0,5 5-37 16,0 0-17-16,0 0 20 0,0 0 7 16,0 0-7-16,21 22-17 0,3-3-22 0,1-1-17 15,1 2-19-15,0 0-17 16,5-1-18-16,-1 0-14 0,-1-1-12 0,-2 0-16 16,-1-4-12-16,-4-3-49 0,-6-1-59 15,-2 0 0-15,1-3 0 0,-1-1 0 16,-5 0 0-16,0 0 0 0,1-2 0 0,-2-1 0 15,-3 1 0-15,-5-4 0 0,12 6 0 16,-12-6 0-16,11 4 0 0,-11-4 0 0,10 0 0 16,-10 0-230-16,10 2-94 0,-10-2-81 15,0 0-78-15,0 0-100 0,0 0-126 0,0 0-94 16,0 0 86-16,0 0-622 0,0 0-795 16</inkml:trace>
  <inkml:trace contextRef="#ctx0" brushRef="#br0" timeOffset="83466.44">22331 3719 3704 0,'0'-6'11'0,"0"-4"30"15,2 3 39-15,-2 7 44 0,3-12 66 0,-3 12 54 16,4-8 39-16,-4 8 14 0,0-9-8 16,0 9-19-16,0 0-20 0,2-8-25 0,-2 8-22 15,0 0-7-15,0 0 0 0,0 0-11 16,-4 30-17-16,0-10-10 0,3 3-20 15,-6 12-11-15,3-2-12 0,-1-2-12 0,-1-2-9 16,4-2-10-16,-1-2-27 0,1-4-19 16,0-4-25-16,-2 3-18 0,4-6-35 0,-1-2-36 15,-2 1-33-15,1-3-37 16,2-1-45-16,-4-3-59 0,4-6-73 0,-2 5-79 16,2-5-64-16,0 0-77 0,0 0-105 15,0 0-71-15,-3-20 71 0,5 8-480 0,1-3-597 16</inkml:trace>
  <inkml:trace contextRef="#ctx0" brushRef="#br0" timeOffset="83732.3">22376 3689 2938 0,'-2'-11'34'15,"0"0"62"-15,0 1 35 0,2 2 37 0,0 8 45 16,0-12 26-16,0 12 15 0,0-9-4 16,0 9-14-16,2-8-21 0,-2 8-17 0,8-6-14 15,-8 6-13-15,0 0-14 0,17 2-16 16,-17-2-8-16,19 7-17 0,-9-2-1 15,-3 0-25-15,2 3-5 0,2-2-11 16,-2 2-4-16,-4-3-9 0,1 5-6 16,-2-4 12-16,-1 2-14 0,-3-1-5 0,0 2-3 15,0-9-10-15,-7 13 4 0,0-4-11 16,1-1-19-16,-1-4-19 0,-2 0-22 0,9-4-37 16,-14 4-52-16,14-4-61 0,-22-3-67 15,15 0-71-15,0-3-77 0,-2 0-117 16,4-2-173-16,-1-1 27 0,2 3 66 0,4 1-397 15,0 5-467-15</inkml:trace>
  <inkml:trace contextRef="#ctx0" brushRef="#br0" timeOffset="84866.57">22514 3943 2683 0,'-2'7'97'0,"-3"-2"46"0,5-5 19 16,-4 7 36-16,4-7 39 0,0 0 21 15,0 0 6-15,-1 9-2 0,1-9 2 0,0 0-12 16,0 0-4-16,0 0-21 0,5 9-17 16,-5-9-15-16,0 0-21 0,16 0-17 0,-16 0-7 15,0 0-21-15,0 0-10 0,25-6-7 16,-25 6-17-16,13-7 3 0,-10 2 1 16,4 0 0-16,-2-3 1 0,-3 0-13 15,0-3 1-15,2 1-15 0,-4-3-5 16,0 5-1-16,0-2-4 0,0 10-3 0,-4-16 2 15,2 9-14-15,0 1-2 0,2 6-12 16,-5-9-6-16,5 9-5 0,-10-3-3 0,10 3-5 16,-11-2 3-16,11 2-11 0,0 0-1 15,0 0-9-15,0 0-3 0,0 0-5 0,0 0 0 16,0 0 7-16,0 0-2 0,0 0 3 16,0 0 4-16,0 0 1 0,39 0 0 0,-19-4 0 15,-5 1 14-15,-2 1 1 16,0 0-2-16,-13 2-5 0,22 0 0 0,-22 0 4 15,16 6-6-15,-6-1-1 0,-2 2 5 16,-3 3-1-16,1 0 2 0,0 1-3 16,-2 2 4-16,0 2-7 0,-1-1 10 0,-1-2-9 15,2 0-22-15,-2-2 3 0,2 2-2 16,-3 0 3-16,1-4-1 0,5 0-4 0,-5 1-4 16,-1-2-14-16,-1-7-6 0,10 9-20 15,-10-9-9-15,11 3-14 0,-11-3-8 0,15 0-1 16,-15 0-9-16,25-9-4 0,-6-1 3 15,-2 0 10-15,3-1 11 0,-4 1 6 0,-2 2 10 16,-3-2 11-16,0 5 19 0,0-1 15 16,-6 0 6-16,3 1 10 0,-8 5 4 15,13-7 3-15,-9 4 3 0,-4 3 7 16,8-4 2-16,-8 4 1 0,0 0 3 16,9-4-1-16,-9 4-2 0,0 0 1 0,0 0-5 15,15-4 10-15,-15 4-8 0,0 0-5 16,12-2 14-16,-12 2-9 0,11-1-4 0,-11 1-2 15,13-4-5-15,-13 4-3 0,15-5-7 16,-6 1 2-16,-9 4-3 0,12-5 7 0,-4 3-8 16,-8 2 7-16,12-2-5 0,-12 2 4 15,7-4-4-15,-7 4 8 0,0 0-5 16,10-5 4-16,-10 5 4 0,0 0 2 16,0 0-4-16,0 0-1 0,0 0-2 0,0 0 1 15,0 0 10-15,0 0-13 0,0 0 2 16,-2 18 4-16,2-18-5 0,-2 12 2 0,2-12-4 15,-4 12-3-15,4-6 12 0,0-6-14 16,2 12 4-16,-2-7 4 0,4 3 3 16,-4-8-3-16,7 11 7 0,-2-7 19 0,-5-4 29 15,7 8 17-15,-7-8 26 0,7 9 21 16,-7-9 25-16,4 5 10 0,-4-5 8 0,6 7 11 16,-6-7 0-16,0 0-108 15,0 0-65-15,3 6 0 0,-3-6 0 0,0 0 0 16,0 0 0-16,0 0 0 0,-9 11 0 0,9-11 0 15,-5 5 0-15,5-5 0 0,-8 7 0 16,8-7 0-16,-12 4 0 0,12-4 0 16,-5 6 0-16,5-6 0 0,0 0 0 0,-8 7 0 15,8-7 0-15,0 0 0 0,0 0-194 16,0 0-63-16,0 0 7 0,33-24 7 0,-19 12 14 16,6-9 19-16,1-3 26 0,2-2 23 15,6-6 23-15,-5-6 28 0,-5 9 19 0,1 0 25 16,-4 0 21-16,0 3 26 0,-5 7 21 15,-4 4 19-15,0 3 8 0,-2 3 1 16,-3 2 0-16,2 3 2 0,-4 4-5 16,0 0 9-16,0 0 6 0,0 0-3 0,0 0-1 15,0 0 5-15,-23 27 18 0,17-13-16 16,-1 2-7-16,-1 0-1 0,2-1-6 16,-1 2 3-16,-1 2-9 0,1-2-5 0,-1 2-7 15,4-2-22-15,-2-1-42 0,5-1-54 16,-1 1-58-16,-2-4-83 0,2 0-100 0,-3 0-98 15,5-1-113-15,-3-1-152 16,1 0 67-16,-4-2-513 0,5-1-621 0</inkml:trace>
  <inkml:trace contextRef="#ctx0" brushRef="#br0" timeOffset="88032.13">20416 3899 2985 0,'7'-2'-83'0,"-7"2"29"16,0 0 21-16,0 0 22 0,0 0 28 0,0 0 19 15,0 0 14-15,0 0 5 0,0 0-3 16,0 0-4-16,0 0-4 0,0 0-3 0,0 0 1 16,0 0 2-16,0 0-7 0,0 0-2 15,0 0 11-15,0 0-7 0,0 0 6 0,0 0 4 16,0 0 5-16,0 0 3 0,0 0-9 16,0 0-1-16,0 0-6 0,0 0-6 15,0 0 7-15,-38 0-7 0,38 0 1 16,-14 3 2-16,14-3 3 0,-16 2 7 15,5 0 9-15,11-2 8 0,-20 3 3 0,10-3 6 16,10 0 7-16,-20 5-5 0,9-4 11 16,11-1-9-16,-21 5-9 0,14-3-5 0,7-2-4 15,-19 4-8-15,7-2-5 0,5 2-11 16,-2 1 0-16,-1 1-4 0,2-4-1 16,1 5-3-16,-1-2-6 0,0 2-4 0,3 2 2 15,-3-2-5-15,3-1 1 16,-1 2 0-16,1-4-3 0,2 3-2 0,-1 0 1 15,0 2 0-15,4 0 5 0,-1-3-5 16,-1 2-2-16,0 4 5 0,2-4-2 0,2 5 9 16,-2 0-7-16,2-1 2 0,-2 1-8 15,1 3 3-15,3 1 0 0,-2-1 8 0,0 0 9 16,0 1 7-16,-1-1 6 0,-1-2 9 16,2-1 8-16,-2 2 8 0,0-2 18 15,0 1 9-15,-2-1 5 0,1 1 3 0,-3 0 12 16,-2 1-7-16,1-1 0 0,-4 1-3 15,-2-1-8-15,6-2-8 0,-4 0-6 0,-2-1-7 16,0 0-8-16,4-1-5 16,1-2-3-16,-2 0-7 0,4-1-3 0,1-2 0 0,3-5-5 15,-9 8-3-15,7-4-1 16,2-4 3-16,-6 7-3 0,6-7-3 0,0 0-1 16,0 0-5-16,0 0-4 0,0 0-6 15,0 0-1-15,0 0 1 0,9 10-8 16,-9-10-3-16,8 4-6 0,-8-4-1 0,11 8 7 15,-7 0-1-15,4 1 1 0,-3 2 2 16,-1 2-1-16,2 3 15 0,-5 1 4 16,4-2 3-16,-3 3 11 0,2-1 11 0,-4 0-3 15,1-3 2-15,-1-2 0 0,0 3-5 0,2-3 0 16,0 0-3-16,-2-4-4 0,2 1-19 16,0-2-23-16,-2 0 0 0,0-7 0 15,4 12 0-15,-3-7 0 0,-1-5 0 16,2 10 0-16,-2-10 0 0,6 7 0 15,-6-7 0-15,4 7 0 0,-4-7-48 0,6 3-148 16,-6-3-59-16,11 4-62 0,-11-4-69 16,12-2-76-16,-12 2-86 0,17-7-101 0,-14 2-131 15,6-2 74-15,-4 0-601 0,1 0-766 16</inkml:trace>
  <inkml:trace contextRef="#ctx0" brushRef="#br0" timeOffset="94647.61">29012 5970 1555 0,'-14'-9'661'0,"-1"6"-284"16,1 1-132-16,-2 2-78 0,-9 5-11 0,-9 4 17 16,-11 12 7-16,4 3 5 15,-7 9 15-15,1 1-13 0,-1 4 7 0,2 1-6 0,6 0-21 16,5 0-4-16,9 4-15 16,2-2-4-16,12-6-18 0,6 1-9 0,4-5-9 15,12 3-12-15,3-1-8 0,4-3-5 16,8-7-11-16,11 2-8 0,-6-9-5 15,7-2-22-15,1-8-10 0,4-3-9 0,0-6-5 16,0-3-1-16,-2-4 0 0,6-8-4 16,-6-3 9-16,-1-6 1 0,-6-2 9 0,-7-5 3 15,-6 4 6-15,-5-5 5 0,-5-3-1 16,-1-14 3-16,-9 9-7 0,0-1 0 0,-2 1-6 16,-1 6-3-16,-3 2-7 0,-2 10-12 15,-2 4 4-15,-1 6-9 0,-4 2-4 0,-6 6-11 16,0 3-26-16,-2 4-30 15,-4 4-48-15,-5 5-66 0,1 7-83 0,5 5-88 16,3 3-94-16,6-2-112 0,4 5-121 16,8-3 63-16,7-5-443 0,6 1-532 0</inkml:trace>
  <inkml:trace contextRef="#ctx0" brushRef="#br0" timeOffset="94833.64">29170 6483 3163 0,'0'0'96'0,"0"0"40"0,4 3 27 15,-4-3 39-15,0 0 21 0,0 0 4 16,0 0-11-16,0 0-17 0,26-12-19 0,-6 10-21 16,4-1-16-16,15 0-16 15,6 1-18-15,9 2-23 0,16 3-21 0,6 1-43 16,10 3-50-16,26 6-64 0,6-1-78 16,2 0-84-16,1 2-83 0,-5-2-98 15,-5-2-115-15,-5 2-64 0,-26-7 59 0,-2 1-289 16,-5-2-329-16</inkml:trace>
  <inkml:trace contextRef="#ctx0" brushRef="#br0" timeOffset="95182.99">31164 6526 2631 0,'-18'-6'173'15,"0"0"21"-15,2 0 31 0,2 5 19 16,1-3 16-16,-2 4 9 0,1 0-4 0,-5 2-3 15,1 3-19-15,-6 2-17 0,-2 8-12 16,1 2-7-16,1 2-20 0,2 3-4 0,3-1-20 16,8 0-21-16,5 0-8 0,5-4-13 15,1 2-18-15,5 1-5 0,8 4-8 0,6 0-14 16,5-3-27-16,4-4-30 0,5-4-23 16,1-1-18-16,2-4-2 0,-4-4 2 0,-5-4 2 15,0 0 12-15,-2-4-7 0,-5-2 14 16,1-4 6-16,-3 0 3 0,-3-4 4 15,-6-3-7-15,1-4 3 0,-6-2-2 16,-3-2-6-16,-1-2 5 0,-5-12-18 16,-5 4-20-16,-3 2-31 0,-7 4-33 0,0 5-46 15,-10 7-54-15,-7 4-69 0,-3 4-80 16,-21 2-95-16,-2 10-115 0,-5 1-141 0,-7 8 65 16,-22 8-465-16,-7 6-568 0</inkml:trace>
  <inkml:trace contextRef="#ctx0" brushRef="#br0" timeOffset="95514.26">28933 6984 3366 0,'8'-13'173'0,"-6"4"17"0,2 1 2 0,-4 3 10 0,0 5 25 0,0-9 3 16,0 9 14-16,0 0 29 0,0 0 18 15,-21 27-18-15,2-3-15 0,-6 12-6 0,-6 1-14 16,1 5-14-16,-3 1-13 0,-1-2-18 16,2 3-18-16,0-1-20 0,-1 3-16 0,1-3-9 15,1 0-23-15,3-3-47 16,1-1-66-16,6-12-73 0,-1 3-87 0,-2-1-69 15,1-4-79-15,3-1-87 0,1-2-89 16,-3-3-105-16,8-6-176 0,0-5 67 0,5-3 73 16,3-2-529-16,0-1-627 0</inkml:trace>
  <inkml:trace contextRef="#ctx0" brushRef="#br0" timeOffset="95982.24">28440 7749 3468 0,'-19'-4'133'0,"9"3"-2"15,10 1 3-15,-26 2 27 0,3 4 46 0,-12 3 32 16,-1 5 14-16,-15 13 1 0,-5 4-8 15,0 4 11-15,-13 13-20 0,-2 4 0 0,9-2-15 16,12-11-12-16,6-1-16 16,10-6-17-16,7-5-12 0,8 0-18 0,6-2-16 15,6-5-10-15,2-1-13 0,7-7-10 16,2 1-9-16,7-3-6 0,2-1-16 0,9-3-17 16,4-2-20-16,5-4-21 0,10-2-17 15,2-5 0-15,-1-3-5 0,-5 0 5 0,0-3 5 16,-8-1-2-16,-3-4 6 0,-9 4 4 15,-4-3 5-15,-4 0 0 0,-6 0 4 0,-4-2-4 16,-5-3 3-16,-4-7-7 0,-5 6 2 16,-6 1-2-16,-4 1-5 0,-6 6 1 0,3 1-6 15,-5 5-5-15,7 5-21 16,-1 2-18-16,1 4-36 0,-1 2-35 0,2-1-40 0,-7 8-40 16,1 0-41-16,5 0-73 15,4 3-74-15,8 0-71 0,-2-3-93 0,9 1-137 16,1-4 1-16,4-1 70 0,4 0-508 15,4 0-592-15</inkml:trace>
  <inkml:trace contextRef="#ctx0" brushRef="#br0" timeOffset="96413.8">30691 7318 3048 0,'0'-12'94'0,"0"2"49"0,1 1 21 0,-1 4 9 0,0 5 7 15,0-8 4-15,0 8 10 0,0 0 20 16,0 0 16-16,0 0 3 0,25 28-15 16,-5-3-20-16,7 10-13 0,9 9-22 15,-2-1-17-15,6 6-12 0,-1-1-19 0,13 9-11 16,-10-15-23-16,-4-1-27 0,2 1-19 15,0-5-22-15,-1 1-30 0,-1-5-37 0,-6-2-61 16,-7-9-76-16,-5-1-69 0,0-8-64 16,-8-1-71-16,0-2-90 0,1-1-149 0,-2-3 0 15,-2 0 72-15,0 0-333 16,3-4-378-16</inkml:trace>
  <inkml:trace contextRef="#ctx0" brushRef="#br0" timeOffset="96730.25">31388 8206 2888 0,'-21'4'271'0,"2"0"6"0,4 0 11 0,0 3 40 16,-3-1 33-16,4-2 7 0,-2 6-12 16,3-6-22-16,1 4-28 0,3-1-28 0,3 3-21 15,1-2-29-15,0-1-19 0,5-1-19 16,0-6-23-16,6 16-17 0,2-9-41 15,3 1-43-15,5-2-43 0,-2-3-50 16,6-2-38-16,-4 1-21 0,6-2-8 0,-5-2 6 16,0-2 9-16,-1 0 10 0,-4-4 3 15,-1-1 6-15,-4-3 5 0,-5-1 5 0,-2-3 5 16,-6-5-2-16,-8-12-9 0,2 2-11 16,-12-10-26-16,-2 5-32 0,-7 6-28 15,-3 2-42-15,-3 6-58 0,2 9-52 0,-5 4-68 16,-15 3-92-16,8 5-150 0,-17 1-21 15,-2 7 69-15,-8 2-358 0,-29 8-406 0</inkml:trace>
  <inkml:trace contextRef="#ctx0" brushRef="#br0" timeOffset="97063.75">28413 8451 3105 0,'-13'-7'359'0,"1"2"-26"0,1 2 7 15,1-1 41-15,10 4 13 0,-15-5-9 16,15 5-16-16,0 0-25 0,-9 14-24 15,11-5-30-15,4 1-27 0,5 5-28 0,10 7-21 16,6 1-25-16,12 2-39 0,6 0-52 16,4-3-82-16,1-1-113 0,1-4-122 0,-2-2-129 15,3-1-137-15,-14-4-140 0,3-3-196 16,-5 0 66-16,-4-4 86 0,-7 1-612 0,-7-2-740 16</inkml:trace>
  <inkml:trace contextRef="#ctx0" brushRef="#br0" timeOffset="97397.56">29246 8760 3938 0,'-21'5'190'0,"0"0"5"16,2 2 21-16,-2 1 59 0,-2-2 29 16,2 2 13-16,3 3-7 0,-2 1-10 0,3-1-15 15,4 1-16-15,0 3-20 0,4-1-14 16,4-2-23-16,1 0-20 0,2-3-15 15,6 5-13-15,0-3-15 0,3 1-15 0,5-2-54 16,1-1-80-16,5-5 0 0,-4 0 0 0,4-1 0 16,-3-3 0-16,0 0 0 15,-15 0 0-15,29-3 0 0,-20-2 0 0,3 0-14 16,-4-2-29-16,-5 0-10 0,1-2-4 16,-4 1-3-16,-2-4-12 0,0 0-9 0,-3-4-11 15,-1 2-6-15,-2 1-14 0,1 1-18 16,-3 1-18-16,-2 4-30 0,1 2-34 0,-2 3-56 15,0 2-60-15,0 2-54 0,-5 1-59 16,1 3-85-16,0 2-130 0,4 2 3 0,1 0 77 16,-1-1-448-16,3 3-499 0</inkml:trace>
  <inkml:trace contextRef="#ctx0" brushRef="#br0" timeOffset="97663.93">29635 9043 3330 0,'-13'-2'311'0,"4"0"6"0,9 2 9 16,-14-1 17-16,14 1 9 0,0 0 5 0,0 0-16 16,0 0-26-16,0 0-32 15,39 3-29-15,0 2-26 0,3 0-34 0,4 2-30 0,12 3-22 16,6-1-29-16,1 1-39 0,1 0-44 15,1-1-40-15,-5-1-55 0,-1 2-41 16,-3-3-50-16,-19-2-68 0,-6-5-74 16,-7 1-62-16,-6 1-41 0,-1-4-35 0,-2-1-52 15,1 1-69-15,-6-2-103 0,-1 2 61 16,3 0-460-16,-4-2-532 0</inkml:trace>
  <inkml:trace contextRef="#ctx0" brushRef="#br0" timeOffset="98013.94">30681 9140 3333 0,'-23'4'245'16,"4"1"15"-16,-1-1 30 0,-4 3 47 0,1 0 34 16,-5 2 17-16,5 1-18 0,2 0-20 15,4 1-24-15,2 0-26 0,3-1-21 16,3 0-22-16,1 1-21 0,7-1-23 0,1-1-22 15,1-1-13-15,5 1-28 0,-1-1-33 16,6 1-117-16,3-4 0 0,1-2 0 0,5-1 0 16,-1-2 0-16,-1-4-28 15,2 1-58-15,-3-2 1 0,0-2 8 0,-1-1 8 16,-3-3 10-16,-2-4 11 0,-3 0 7 16,-1-1 3-16,-3-3 3 0,-2 0 6 0,-4 1-8 15,0-1-8-15,-1 2-15 0,-5-3-4 16,0 3-14-16,0 3-26 0,1 2-49 0,0 4-61 15,-3 1-75-15,-2 5-88 0,5-1-86 16,7 3-103-16,-17 3-170 0,17-3 70 0,-13 8 65 16,9-4-468-16,4-4-541 0</inkml:trace>
  <inkml:trace contextRef="#ctx0" brushRef="#br0" timeOffset="98280.33">31445 8599 2906 0,'-1'-15'186'16,"-5"5"50"-16,-2 4 18 0,-2 6 20 15,10 0 45-15,-48 18 63 0,9 2 34 16,-7 6 6-16,-3 7-10 0,-3 2-22 0,3 3-32 16,-1 3-34-16,0-2-30 0,5 3-24 15,5-1-30-15,-1-2-26 0,9-1-23 0,0-2-88 16,9-9-103-16,2-3 0 0,2-2 0 15,6-5 0-15,1-1-77 0,5-2-197 0,-3-4-98 16,7-3-112-16,-2-1-115 0,5-6-130 16,0 0-75-16,0 0 78 0,0 0-677 15,0 0-856-15</inkml:trace>
  <inkml:trace contextRef="#ctx0" brushRef="#br0" timeOffset="102030.72">28132 7875 602 0,'5'-12'75'0,"-1"2"21"0,-1 0-24 0,-1 0 11 0,0 2 2 15,0 2 6-15,0-3 9 0,-2 1 3 16,-2 1 0-16,-2-2 2 0,1 2 0 16,-7 2 5-16,-7 2 9 0,-6 3 11 15,-17 3 9-15,-7 4 0 0,-12 5 7 0,-4 5 0 16,-4 4 8-16,-15 9 1 0,2 1 7 16,17-4-1-16,2 5-1 0,7 3-9 0,7 1-8 15,9 0 0-15,7 2-2 0,11 2-1 16,8-6-7-16,12-3-3 0,10 7-6 0,14 3-10 15,13 2-9-15,6-5-10 0,13-3-8 16,18 5-7-16,8-8-9 0,6-4-10 16,-16-13-3-16,3-4-7 0,-5-7-5 0,-2-4-1 15,-7-8-5-15,-6-6-4 16,-3-5-5-16,-7-6-2 0,-6-8-4 0,-4-4-2 16,-11-4-4-16,-9-7-2 0,-4-6-3 15,-9-4-1-15,-6 0-5 0,-5 1-3 0,-6 1-10 16,-8 4-7-16,-3 4-6 0,-9 9-8 15,-7 6-12-15,-7 7-27 0,-5 8-38 0,-1 6-50 16,8 10-55-16,-1 4-51 0,-10 6-58 16,5 6-63-16,15-2-92 0,0 2-129 0,9 2 61 15,3 0-250-15,4 3-278 0</inkml:trace>
  <inkml:trace contextRef="#ctx0" brushRef="#br0" timeOffset="103063">31230 6700 1934 0,'0'-16'-155'0,"-4"2"34"0,1 0 21 15,-6 2 27-15,2-1 21 0,-6 1 22 16,-4 0 21-16,-7 4 20 0,-6-1 14 0,-8 5 13 15,-3 4 9-15,-4 4 7 0,-10 7 8 16,-3 3 1-16,6 3-6 0,6 5-5 16,4 3-2-16,8 2 8 0,13-1 3 15,3 3 2-15,11 5-1 0,9 3-3 16,6 1-4-16,14 12-3 0,8-2-1 0,6-2-6 16,7 1-5-16,4-5-4 0,5-9-4 15,1-2-3-15,1-8-3 0,-5-6-1 0,-6-9-3 16,-6-6-2-16,-6-4 2 0,3-6-4 15,-3-7-3-15,-8-3 0 0,-3-4-2 0,-4-8-2 16,-7-1-1-16,-7 2-2 0,-6-6-2 16,-5-7-1-16,-9-7-5 0,-2 1-13 15,-3-1-13-15,-6 5-19 0,1 3-25 0,-3 1-30 16,-1 10-37-16,5 8-44 0,0 2-55 16,7 9-412-16,0 1-144 0</inkml:trace>
  <inkml:trace contextRef="#ctx0" brushRef="#br0" timeOffset="107728.63">5137 6886 1619 0,'0'0'-107'0,"-7"-8"17"16,3 2 14-16,0 2 22 0,4 4-7 15,-8-7 14-15,4 3 12 0,4 4 14 16,0 0 16-16,-3-8 4 0,3 8-1 0,0 0-2 16,0 0 4-16,0 0-2 0,17-4 22 15,-6 5-2-15,9 2 1 0,5 0-6 0,9 4 2 16,5-1 8-16,8-1-2 0,7 3-3 15,3 0 2-15,4-2 0 0,4 4 0 16,6-5-1-16,3 1-2 0,6 1 0 16,0 2 2-16,0-4-2 0,-1 3-8 15,-3-2 4-15,-5 0-2 0,-3 0-2 0,-5 1 1 16,-2-3-1-16,-12 0-2 0,-3-1-1 16,-3 3 4-16,0-3-3 0,-2 1 4 0,-8-3-7 15,-5 1 1-15,-1 0 2 0,-2-1-2 16,0 1 0-16,-5 1-1 0,0-2 0 0,1 0 2 15,-2 1-5-15,-2 1 1 0,0-1 3 16,0 1-5-16,3-1-1 0,-4 2 5 16,4-1 0-16,7 1-4 0,-1 0 0 15,16 0 4-15,-1 1-6 0,8 0 4 16,-4 2-2-16,1-2 4 0,11 4-3 0,-11-3 3 16,-2 1-1-16,-1 0-2 0,4 2 2 15,-6-1 9-15,-1-4-1 0,-3 3-6 0,-7-1 1 16,-6-4 0-16,-2 2-1 0,-5-1-1 15,0 0 5-15,-2 1-5 0,0-2 3 0,1-1-5 16,-3-1 2-16,3 0 4 0,-2 2-8 16,0-2 3-16,3 0 0 0,2 0 1 15,2 0 0-15,3 0-2 0,1 2-1 0,0 0 2 16,0 2-3-16,0-1-1 0,-1 0 1 16,1 3 1-16,0-2-1 0,7 4 0 0,3 0 2 15,-9-3 3-15,9 1-4 0,-1 2 3 16,-6-4-6-16,-1-1 5 0,11 5-2 15,-1-4 1-15,1-2-2 0,0 2-1 16,3-2 2-16,-4 0 3 0,3 0-1 0,-4-4 0 16,-5 4-3-16,-3-2 1 0,5 0 0 15,-5-2 4-15,3 2-5 0,-1 0 3 16,1 0-3-16,11 0 1 0,-8 2-1 0,6-2 0 16,2 1-5-16,-2-1 6 0,-4 0 1 15,-5 0-2-15,12 0 0 0,0-1-2 0,0 1 3 16,2-2 0-16,-4 2-1 0,3-4 2 15,-2 3-1-15,1-3-2 0,-4 3 0 0,-5-1-1 16,-5 0 3-16,0 0-1 16,-1 0 1-16,-2 1 3 0,1-2-10 0,-2 3 6 15,-2 0 2-15,2-3-3 0,-3 2-2 16,5 1 3-16,-2-1-1 0,0-1-1 16,-2 2 1-16,4-2-3 0,-5 2 3 0,7-2 1 15,-5 1 1-15,5-2 0 0,-2 1 0 16,2 2 1-16,-1 0-6 0,-1-2-7 0,3 0 1 15,-1 2-5-15,13-4-4 0,-8 4-1 16,-4 0 0-16,10-1-3 0,3 2-3 0,-4 1 7 16,6-4-8-16,-4 4 2 0,3-2 10 15,-2 2-4-15,0 0 6 0,0-2-2 16,0 0-2-16,-1 0 9 0,2 0 0 16,-3-2-1-16,-1 0-1 0,0-1-2 15,-7 0-9-15,6 0 0 0,-5 1 1 0,-5 0 0 16,1 0 0-16,1 0 10 0,-5-2-10 15,4 2 9-15,-2 0-1 0,-7 0 8 0,1 0-15 16,1-1 12-16,-4 3 4 0,1-3-3 16,3 0-2-16,-2 2-3 0,1-1 7 0,6-2 0 15,2 3 2-15,9-3-4 0,-6 2 2 16,4-2 2-16,-4 0-4 0,5 0 3 0,1 1 0 16,-2-2-2-16,-7 1 0 0,-2 2 5 15,-2-1-3-15,-3 3 2 0,3-4 1 16,0 0-4-16,0 2 9 0,0-1-9 15,-2-1 7-15,4 3-5 0,0-1 7 16,4 0-4-16,-3 0-3 0,10 0 3 0,-6-3 3 16,-5 4 6-16,0-2 14 0,0 1 2 15,-4-2 4-15,-2 3 10 0,-2-3 13 0,-2 1 4 16,-4 1 9-16,-1-1-3 0,-1 1-4 16,-11 2-10-16,20-4-3 0,-15 1-10 0,-5 3-16 15,0 0-37-15,13-3-61 0,-13 3-79 16,0 0-181-16,0 0-39 0,0 0 110 15</inkml:trace>
  <inkml:trace contextRef="#ctx0" brushRef="#br0" timeOffset="108678.6">13080 7146 967 0,'9'-10'-37'0,"-1"2"28"0,-2 0 22 15,-4 2 15-15,4 0 5 0,-6 6 0 16,3-5-5-16,-3 5 20 0,0 0 19 0,0 0 20 16,0 0 14-16,-26 19 5 0,3 0 8 15,-3 1 2-15,-5 5 0 0,-4 2-8 0,8-4-4 16,1-1-7-16,5-1-4 0,2 3 9 16,8-6 0-16,1-2-1 0,9-3 31 0,1 1-4 15,3 0-5-15,8-1-3 16,5 3-4-16,6-1-15 0,7-1-10 0,1-4-8 15,5-1-12-15,0 0-4 0,1-4-7 16,-8-1-2-16,-4-3-13 0,-1 3-35 0,-1-4-34 16,-8 3-44-16,0-2-46 0,-3 1-50 15,1 2-43-15,-6-2-42 0,-6-2-47 16,7 2-102-16,-7-2-93 0,0 0-92 0,0 0-82 16</inkml:trace>
  <inkml:trace contextRef="#ctx0" brushRef="#br0" timeOffset="108962.26">13284 7374 1509 0,'0'0'-73'0,"2"-4"7"0,-2 4 6 16,0 0 12-16,0 0 18 0,0 0 25 16,11 16 23-16,-9-5 7 0,4 1 20 15,-3 3-4-15,6 3 0 0,-4 1-1 16,1 1 0-16,-1-1-1 0,1 1 0 0,-1-2-9 15,-4 0 5-15,1-2 6 0,-2-1 0 16,-2 0-4-16,1-1 1 0,-8 1-3 0,4-1-1 16,-6 1-4-16,0-4 0 0,0-1-7 15,-2 0 0-15,1 2-1 0,1-4-7 0,-1 1 2 16,1-1-2-16,2-1-12 0,2-4-16 16,-2 3-43-16,4-4-57 0,-3 1-75 15,8-3-375-15,0 0-64 0</inkml:trace>
  <inkml:trace contextRef="#ctx0" brushRef="#br0" timeOffset="109994.81">13794 7560 1345 0,'0'0'-129'0,"5"-6"15"0,-5 6 16 0,0 0 11 15,2-6 9-15,-2 6 10 0,0 0 6 16,2-9 8-16,-2 9 0 0,0 0 6 16,2-6 12-16,-2 6 9 0,0 0 8 15,0-6 3-15,0 6 14 0,0 0 9 0,0 0 7 16,1-8 8-16,-1 8 9 0,0 0 22 15,2-8-4-15,-2 8 10 0,0 0 6 16,2-7 13-16,-2 7 5 0,0-4 7 0,0 4 2 16,0 0 3-16,0-10 6 0,0 10 2 15,0-6 2-15,0 6 1 0,2-9-2 0,-2 9-3 16,0-8 3-16,0 8 0 0,0-6-5 16,0 6-4-16,2-9-7 0,-2 9-7 15,2-7-4-15,-2 7 3 0,0-7 2 16,0 7-8-16,0 0-8 0,1-9-5 0,-1 9-5 15,0 0-13-15,0 0-4 0,0 0-9 0,0 0 0 16,0 0 0-16,0 0 7 16,0 0-3-16,0 26 1 0,-3-8 4 0,1-1 1 15,-2 1-1-15,2 6-8 0,1-2 5 16,-1-1 1-16,0 0-9 0,2-3 1 0,0 1-6 16,2 0 0-16,-2-5-1 0,2 0 5 15,-2-3-4-15,1-2 0 0,-1 0 28 0,2 0 18 16,0-5-2-16,-2-4 0 0,7 10-7 15,-7-10-8-15,14 3-7 0,-14-3-5 16,21-3 2-16,-21 3-15 0,25-8 3 0,-12 2-4 16,0 1-4-16,-2-1 0 0,2 2-1 15,-2 0-5-15,-4 0-9 0,-7 4-4 16,16-4 2-16,-16 4-2 0,13 0 3 16,-13 0-6-16,13 8 6 0,-7-4-2 0,1 2 1 15,4 0-2-15,0 1 3 0,-4 0-1 16,5 0-2-16,-1 2 6 0,-2-2-4 0,3-2 3 15,-2-1 2-15,-3 2-5 0,2-2 3 16,1-1 1-16,-10-3 9 0,17 1 12 0,-17-1 4 16,19-1-1-16,-6-4-3 0,-1 1-5 15,1 0-4-15,1-5-1 0,1-1-2 16,3-3-2-16,2-3 0 0,-1-4-5 16,1 1-2-16,-2-5-10 0,2 1-24 0,-6-1-33 15,2 0-53-15,-5 6-45 0,-3 2-43 16,2 2-54-16,-7 0-73 0,1 4-88 15,0-1-163-15,-2 3 59 0,-1 1-158 0,-1 0-170 16</inkml:trace>
  <inkml:trace contextRef="#ctx0" brushRef="#br0" timeOffset="111412.25">14606 7693 1744 0,'-3'-7'-57'0,"3"7"8"0,-4-5 5 0,4 5 25 16,0 0 15-16,0 0 32 0,0 0 15 15,-23 9 13-15,19-4-1 0,-1 3 13 0,-3 0-2 16,2 1-4-16,0-1-4 15,3 0-1-15,-1 2 4 0,2 1 3 0,0-1-4 0,4 2-3 16,4-1-6-16,-1-1-5 0,5 0-2 16,1 0-3-16,7 1-5 0,0-4-3 0,4-1 2 15,-1-2-3-15,1-2-8 16,-1-2 1-16,-1 0-2 0,-4-2-3 0,4-2 3 16,-4-2-3-16,-2-1 0 0,-3-3-1 15,1 1-6-15,-4-3 2 0,-5 0 0 16,3-2-5-16,-4 1-1 0,0-2-3 0,-4 1 0 15,0 2-4-15,-2 1 1 0,1 1 0 16,-3 1-4-16,1 2-12 0,-7 4-22 0,0 0-33 16,-1 3-40-16,0 1-53 0,-1 1-70 15,3 1-128-15,1 3-289 0,0-4-144 16</inkml:trace>
  <inkml:trace contextRef="#ctx0" brushRef="#br0" timeOffset="111893.75">14769 7798 1730 0,'0'0'10'0,"0"0"23"16,0 0 15-16,0 0 13 0,0 0 12 0,0 0 6 15,0 0 4-15,0 0-5 0,0 0-5 16,0 0-6-16,0 0-6 0,0 0-4 0,11 2-7 16,0 0-4-16,3 0-1 0,3 2-5 15,0-2-6-15,2 0-2 0,0 1-3 16,2-3-6-16,-2 2-1 0,-2-4 0 15,-2 2-1-15,-1-1 0 0,-1-3-3 0,-1-2-4 16,1 0-2-16,-4-2-4 0,0-1 2 16,-4-1-1-16,1-4-3 0,-5-1-4 15,1-3 6-15,0 0-7 0,-4-2 1 0,0 0-4 16,1-1 4-16,-1-3-3 0,-4 2 1 16,4 6-2-16,-1 0 2 0,-1 3-3 0,1 4-1 15,-1-4-1-15,4 5 1 16,0 1 0-16,-1 1-3 0,1 6-1 0,1-8 5 0,-1 8 3 15,13-5-2-15,-6 3 1 0,6 2 1 16,1 0-5-16,0 2 4 0,6 2 0 16,-3-2-2-16,4 5 3 0,-4 2-4 15,2 2 2-15,-4 1 0 0,-2-1-1 16,1 5 3-16,-6-4-1 0,-3 2 0 0,1 0 4 16,-3 1-3-16,-2-1 0 0,-1-1 4 15,0 1-3-15,-1 0 1 0,-2 1 1 0,-1-3-2 16,2 1 1-16,-2 2-2 0,3-1 5 15,-1-2-5-15,0 0 2 0,0-1-20 0,2-2-22 16,0 1-39-16,2-3-44 0,0 0-57 16,1 1-68-16,7-2-145 0,-2-4-221 0,5 3-111 15</inkml:trace>
  <inkml:trace contextRef="#ctx0" brushRef="#br0" timeOffset="112245.63">15691 7577 1595 0,'-2'-10'-64'0,"2"-1"18"0,-2 4 11 0,-1 1 12 0,-6 1 14 16,4 0 14-16,-3 4 9 0,8 1 10 15,-23-1 18-15,10 3 2 0,-4 3 5 0,-3 2 3 16,-2 1-2-16,1 2 1 0,4 1-4 16,0 0-3-16,1 1 1 0,7 1 3 15,1-2 10-15,7 1 2 0,-1 0-1 0,4 3 2 16,1-1-2-16,5-2-2 15,-1 2-5-15,5 1-4 0,1-1-3 0,-1 1-7 0,-3-4 0 16,1-1-6-16,0 0-5 16,-5-1-1-16,1-3 1 0,-4 2 3 0,-1-2 9 15,-1-6 9-15,-1 13-2 0,-5-9-7 16,6-4 1-16,-14 11-6 0,5-5 0 0,2-3-4 16,-4 2-4-16,0-1-1 0,0-1-1 15,6 0-3-15,5-3-1 0,-16 5-9 16,16-5-25-16,-11 2-28 0,11-2-42 0,0 0-46 15,-14-7-68-15,12 1-74 16,4-3-175-16,6-3-199 0,2-7-144 0</inkml:trace>
  <inkml:trace contextRef="#ctx0" brushRef="#br0" timeOffset="113010.96">16064 7217 1737 0,'2'-10'-19'16,"0"3"21"-16,0 2 0 0,-2 5 1 15,0 0 15-15,0 0 22 0,0 0 25 0,0 0 18 16,-24 26 5-16,8-1-8 0,1 3-3 16,0 4-6-16,-2 2-4 0,-2 9-10 0,1 2-2 15,1 2 0-15,4-2-6 16,1-7-3-16,0 8-4 0,1-10-4 0,2 1-4 16,4-3-7-16,-2-1-10 0,3-8-5 0,3-4-5 15,-3-4-4-15,2-5 3 0,0 0 1 16,2-4 1-16,2 1-3 0,0-4 0 15,-2-5-1-15,12 3 2 0,-12-3-4 0,16-2 0 16,-3-2 0-16,-1-3 0 0,1 0 2 16,1-2 8-16,-1 2 17 0,-1 1 26 15,-3 0 8-15,-1 1-3 0,-3 2-8 0,4-2-8 16,-9 5-7-16,7-5-2 16,-7 5-8-16,0 0 4 0,0 0-4 0,0 0-7 0,0 0 6 15,0 0-12-15,15 13 6 0,-15-13-10 16,2 7 10-16,-2-7-3 0,4 10-1 15,-4-10 0-15,4 9 1 0,-4-9-3 16,7 4 2-16,-7-4 0 0,13 5-4 0,-13-5-2 16,23-5 1-16,-9 1-2 0,1-4-1 15,1 4 1-15,-1-5 1 0,-4 4-3 16,1 0 0-16,-3 0-3 0,-2 2-4 0,2-1-1 16,-9 4-2-16,11-4-2 0,-11 4 2 15,0 0-3-15,0 0 8 0,0 0 2 0,9 14-3 16,-9-14 2-16,2 11-2 0,-2-4 6 15,2 0 1-15,0 1 0 0,0 1 0 0,2-1 0 16,1-1-2-16,1 0 3 16,3-2-3-16,1 0 3 0,3-1-4 0,5-1-1 15,-1-3-1-15,-2-3 0 0,7-1-2 16,-2-5 4-16,8-2-5 0,-3-6-2 0,2 3 0 16,-4-7-7-16,1-3 3 0,3-8-2 15,0-4-8-15,-2-4 8 0,-4-1-8 16,-1-1 2-16,2 2-1 0,-9 7 1 0,-3 1 0 15,-5 6 2-15,1 6-5 0,-6 2 4 16,0 4 5-16,-4 3-4 0,-1 3 8 0,-5 1 1 16,-2 7 6-16,12 0 1 15,-23 4 5-15,12 7 6 0,-2 3 5 0,3 3 4 16,-1 12-5-16,5 6 4 0,8 2 3 16,6 3-7-16,9 9 8 0,7-2-4 0,11 3-2 15,1-5 4-15,4 3-3 0,2-2-10 16,2-2-11-16,-2-1-31 0,-2-2-44 0,-2-4-61 15,0-6-90-15,-9-8-107 0,-4-2-221 16,0-4 52-16,-13-5-153 0,0-2-151 16</inkml:trace>
  <inkml:trace contextRef="#ctx0" brushRef="#br0" timeOffset="147588.68">2639 9405 714 0,'5'-6'57'0,"-3"-2"17"0,0 2-2 0,0-2 7 0,-2 1 9 0,0 1 6 0,0 6-2 0,-4-11-1 0,2 4-3 0,-3 2-3 0,1 0-3 0,-1 0-4 0,-2 0-9 0,7 5-5 0,-15-5-7 0,4 3 2 0,1 0-1 0,10 2-5 0,-27 4-6 0,11 1-6 0,-4 0-6 0,2 3 0 0,-11 4-5 16,4 5-2-16,2 0-6 0,2-1 0 15,-1 5-1-15,1 0-5 0,1 1 1 0,5 2-4 16,-4-2-4-16,8-3 0 15,1 0-1-15,2 0 3 0,3-2-1 0,1-2-3 16,0 2-1-16,3-1-1 0,-1-3 2 16,5 3-3-16,-3-1 4 0,4 1-2 0,3 2 1 15,-3-3 0-15,6 4-2 0,-2 3 2 16,-1-3-3-16,7 6 0 0,-7 6 8 16,3 2 9-16,-7 2 1 0,-1 3 7 0,-4 3 6 15,0 1 5-15,-5 2 0 0,-2 9 7 16,-5 0 7-16,1-1-8 0,-3 0-2 0,2-5-6 15,5-7-1-15,-4-4-2 0,6-2-5 16,1-1-3-16,-2-8-2 0,4-3-4 16,1-2 3-16,-1-4-3 0,4 0-2 15,0-2-5-15,0-1 2 0,4 3 3 0,-1-1-6 16,1 3 0-16,4 0-4 0,0 3 1 16,-1 8 0-16,2 2 2 0,0 3 1 15,-6 5 6-15,1 7 4 0,0 12 9 0,-6 5 7 16,-4 0 9-16,-2 7 4 0,-1-2 16 15,1 2 3-15,-3-1 13 0,-4-1 9 16,5 0-2-16,-5 3 6 0,4-2-18 0,1-1 2 16,0 4-5-16,8 2-14 15,-1 0 2-15,-3 1-10 0,4 1-5 0,0 2-4 16,2 6-5-16,2 20-4 0,0-3-2 16,2-2-5-16,0-18 1 0,-4 1-4 0,1 0-1 15,-1-3-3-15,4-5 1 0,-2-4-3 16,3-2-3-16,-2-8-1 0,-3-2-2 15,2-14 3-15,4-3-9 0,-3-3 4 0,3-2-1 16,-4-5 1-16,5-1 0 0,-4-4-1 16,2-6-2-16,1 3-1 0,1-4-2 0,-3-3 1 15,3-3-1-15,-4 3-2 0,1-4-7 16,1-2-20-16,-3 2-33 0,0-4-23 16,2-1-42-16,-2 0-44 0,0 0-56 0,-1-2-79 15,-1-5-117-15,0 0-189 16,0 0 37-16,0 0-255 0,-3-22-311 0</inkml:trace>
  <inkml:trace contextRef="#ctx0" brushRef="#br0" timeOffset="150269.88">23765 10408 976 0,'-15'-5'72'0,"2"3"-52"0,2 0-4 0,-1-1 4 0,4 1-3 16,8 2 26-16,-11-2 13 0,11 2-9 0,0 0-4 15,0 0 1-15,0 0-3 0,0 0-3 16,0 0-6-16,53 6-2 0,-5-3-5 0,20 0 1 15,9 1-7-15,11-1 1 16,25 3-5-16,9-2 0 0,10 3 2 0,7 0-8 16,4-2-4-16,0 1 2 0,-4 0-3 15,-1-1-14-15,-5 2 2 0,-1 0-2 0,-7-2 3 16,-11-1 1-16,-26-1-4 0,-8 1 2 16,-11-2 3-16,-20-1-3 0,-5 1 2 0,-14-2 4 15,-5 0 5-15,-3 0 10 16,-8 0 3-16,4-2 6 0,-5 2-2 0,-3-1 2 0,-1-1-1 15,-9 2-6-15,15 0-2 0,-15 0-4 16,8-2-18-16,-8 2-47 0,0 0-43 16,0 0-63-16,0 0-316 0,0 0 15 15</inkml:trace>
  <inkml:trace contextRef="#ctx0" brushRef="#br0" timeOffset="162467.51">13911 13122 1295 0,'0'0'-31'16,"0"0"13"-16,-9-1 1 0,9 1 7 0,0 0 6 15,0 0 16-15,-10-3 13 0,10 3 10 16,0 0 2-16,0 0-5 0,0 0-3 16,0 0-5-16,0 0-4 0,21-12 7 0,-13 10-10 15,-8 2-2-15,20 0-1 0,-6 0-2 16,-1 0-1-16,1 0 1 0,1 2-4 15,0 0-1-15,4 2-2 0,0-2 1 16,3 2 2-16,0-1 0 0,3 0 0 0,1 2-1 16,1-4-1-16,2 2 1 0,9 1 0 15,0-2-5-15,0 0 4 0,2 2-4 0,-4-4-2 16,9 0 10-16,-2-2-6 0,5 2-4 16,-3-2 1-16,1 0 3 0,0 2-4 0,-7-2 3 15,-3 0-3-15,-9 2-1 0,2-2 3 16,-2 2 0-16,-1-3-5 0,-2 2 7 15,-5 0-2-15,-1 1 1 0,0-2 2 0,0 0-3 16,-4 0 0-16,1 1 0 0,3-2 4 16,-2 1-4-16,4-2 7 0,5 0 4 15,0 0 2-15,1 0 0 0,0 0 0 16,-1 1-6-16,2-1 5 0,2 4-7 0,-3-2 3 16,3-1-2-16,2 2-1 0,-5 1 0 15,3 0 0-15,1-2-1 0,-3 4-4 0,4-2 0 16,-4 1 2-16,0 2 6 0,2-3-6 15,1 2 1-15,-3-2-4 0,4 0-3 0,9 0 3 16,-4 0 1-16,4 0 0 0,-4 0-1 16,7 0 5-16,-9 0-4 0,-6 0 2 0,3 0-3 15,-2 0 0-15,-3 0-1 0,-4 0 2 16,0 0-2-16,-5 0 0 0,-4 0 3 16,3 0-6-16,-3 0 1 0,-2 0 1 15,-1 0 2-15,-10 0-3 0,20 0 2 16,-9 0-1-16,-11 0 2 0,20 0-1 0,-10 0-1 15,9 0 2-15,0-2 2 0,4 2-2 16,8 0 0-16,8 0-1 0,5 0 2 0,-2 2-1 16,2-2 0-16,0 2-2 0,-1 1 4 15,2 1-9-15,-4 2-4 0,5 0 0 0,-4 0-6 16,3-1 0-16,2 2 0 16,-6-5-16-16,3 3 2 0,-2 1-4 0,-10-4-13 15,-5 2-6-15,-2-1 4 0,-4-3-3 0,0 0 8 16,-6 1 5-16,2-1 5 0,2-1 1 15,3 1 5-15,-2-3 1 0,1 3 6 16,1 0-7-16,-2-2 9 0,-1 2 3 16,6 0 4-16,-5 0-7 0,5 2 8 0,2-2 1 15,4 0 3-15,9 3 3 0,6-2-4 16,-5 3 0-16,5-2 0 0,0 0 1 0,0 1 2 16,-1-1 4-16,3 0-9 0,2 0 11 15,3 0-4-15,9-2 1 0,6 4-4 0,-3-2 12 16,-1-2-8-16,-1 0 4 15,-7 0-8-15,6 0 7 0,-6 0 0 0,7 3-2 0,-13-2-11 16,2 3 7-16,-2-2 2 16,2 1-8-16,-5 2-8 0,-1-2 1 0,-2 1 4 15,-7 0-1-15,2 0-8 0,-6 0-9 16,-11-2 8-16,-3 1-3 0,1-3 4 0,-6 0 4 16,4 0 3-16,-3 0-1 0,0-1 7 15,-2-1-1-15,5-2-6 0,-2 2 5 16,0-2 1-16,4 2 7 0,5-4 2 0,14 2-1 15,3 0 4-15,3 1-2 0,3-1 0 16,4 4 0-16,-1 0-2 0,0 0 2 0,12 2-2 16,2 0-3-16,-13 0-7 15,-1-1-3-15,0 1-11 0,1 0-6 0,-2-2-2 16,1 1-4-16,-2-1 4 0,0 0 0 0,-1 0 4 16,1 0 7-16,-4 0-2 0,3-1 4 15,-3-1 1-15,-1 0 2 0,0 1-15 16,-14-1-23-16,-3-2-33 0,-2 1 31 15</inkml:trace>
  <inkml:trace contextRef="#ctx0" brushRef="#br0" timeOffset="167482.25">18046 14125 426 0,'-15'-12'160'0,"2"4"-14"0,-1 1-6 15,3 0 5-15,-1 2 10 16,5-1 12-16,-2 2 11 0,1-1 0 0,8 5-12 15,-12-7-15-15,12 7-11 0,-5-5-19 16,5 5-12-16,0 0-11 0,23 0-8 0,5 0-10 16,21 3-7-16,23 2-10 0,3 0-6 15,9-1-6-15,29 6-6 0,1-3-19 0,0-2-14 16,3 4-13-16,-1-1-5 0,-1-3-7 16,-7 4-9-16,-24-6-10 0,-7 4-9 15,-2-4-2-15,-8 1-5 0,-19-1-2 0,-9-3 6 16,-10 2 11-16,-6-4-2 0,-4-1 4 15,-7 1 2-15,-3-1 4 0,-4-1 1 16,-1 1 2-16,-4 3 2 0,-4-12 2 16,-1 5 3-16,-6-1 0 0,-5-3 2 0,-2 3 2 0,-13-6 0 15,-2 2 0-15,-3 0 2 16,-2 2 1-16,-4 3 0 0,-2-4 3 0,-10 1-2 16,-5 2 0-16,3 1 2 0,-5-3-1 15,-3 4-1-15,0 0 4 0,-5-1 7 0,3-1 6 16,-1 2 9-16,4-2 2 0,2 3 10 15,13 1 3-15,7 2 5 0,0-2 9 16,14 2 9-16,5-1 5 0,7 2 2 0,2 1-2 16,5 0-10-16,8 0 0 0,0 0-5 15,0 0-7-15,0 0-3 0,65-8-2 0,-14 7-3 16,20 1-3-16,3 0-5 16,10 0-3-16,2 3-9 0,5-3-24 0,1 4-20 15,-1-1-32-15,-1 0-24 0,-7-1-38 16,-5 2-36-16,-7-2-38 0,-20 0-41 0,-6-2-42 15,-15 0-371-15,-10 0-151 0</inkml:trace>
  <inkml:trace contextRef="#ctx0" brushRef="#br0" timeOffset="175482.12">21436 15451 1596 0,'0'0'-132'0,"0"0"21"15,0 0 22-15,0 0 23 0,0 0 16 0,0 0 19 16,45-7 4-16,-29 4 10 15,4 3-1-15,5-3 4 0,2 2 5 0,10-3 2 16,3 3 5-16,2-2 2 0,0 3-6 16,2 0 5-16,2 0 1 0,-3 0-7 15,3 0 3-15,2 0 4 0,0 0-2 0,-1 0 0 16,4 0-2-16,14-3 3 0,2 1-1 16,0-2 5-16,0-1 4 0,-1 2-9 0,-3-3-2 15,-2 0 4-15,-11 1-1 0,-7 1 4 16,2 0-3-16,-8 0 4 0,-6 1 1 15,-6 2-4-15,-7-3-1 0,2 0 7 0,-3 2 12 16,2-2 8-16,-2 1-6 16,2-1 3-16,-2 3-2 0,1-2 0 0,-1-3-8 15,2 2 0-15,3 1-1 0,5-2-1 0,7-1-1 16,5 1 0-16,-3 3-1 0,2-2-7 16,-8 0 4-16,-3 2-5 0,-2 1 3 15,-4 0 0-15,0-2 3 0,-2 2-2 16,-2 1-3-16,-2-2 3 0,-2 0-2 0,1 2 0 15,-3-2-2-15,-11 2 2 0,21-1 3 16,-9-1-4-16,0 0 1 0,-12 2-3 0,24-2 5 16,-11-1-1-16,9 2-3 15,-2-1 4-15,9-2-6 0,8 2 4 0,2-1-4 16,3 1 0-16,-1 1 2 0,0 1 0 0,1-2-4 16,-2 2 4-16,2 0-6 15,-8 0 4-15,-2 0-3 0,-3 0 6 0,0 0-4 16,-8 2 1-16,-1-2-2 0,-2 0 0 15,-3 0 4-15,-2 0 0 0,-13 0 2 0,25 0-4 16,-13 0 1-16,-12 0 3 0,23-2-2 16,-14 2 2-16,-9 0-5 0,19-4 4 15,-10 4 0-15,5-1-4 0,-1-1 0 0,0 2 3 16,5-2-3-16,-1 2-2 16,2 0-1-16,-2 2 2 0,2-2 1 0,0 2 3 0,3-1-8 15,-4 3-9-15,1-2 5 16,3-1-3-16,-2 1-1 0,1 1 2 0,0-2-4 15,0 0 9-15,2 1-1 0,-2-2-4 16,-1 2 4-16,3-2-3 0,2 2 6 16,-1-2 1-16,-1 0 3 0,-1 0-2 0,5-2-1 15,-4 2 4-15,0 0-4 0,-1 0-1 16,-1 0-5-16,0 0 7 0,1 0-1 0,-2 2 6 16,-1-2-9-16,0 1 7 0,0-1-1 15,1 3-3-15,-2-3 4 0,0 0-3 16,3 0-1-16,-3 0 7 0,4 2-9 0,-1-2 3 15,-1 2 3-15,7-2-2 0,0 2 2 16,0-2-4-16,1 1 6 0,12 1-4 16,1 0 2-16,0 1 0 0,3 1 0 15,0-3-7-15,-1 3-14 0,4 2-9 0,0-4 5 16,1 2-12-16,-3-1-1 0,5 1 4 16,-2 0-3-16,-3-2-4 0,0 2 4 15,-4 0-1-15,-1-3-2 0,-10-1-6 0,-5 3-2 16,-3-3 3-16,-4 0 7 0,1 0 1 15,-3 0 0-15,-1 0 4 0,1 0 4 0,-3 0 2 16,-1 0 5-16,-12 0 3 0,25-3 4 16,-11 3 1-16,-14 0 0 0,21-1 6 15,-21 1-2-15,23 0 2 0,-8 0 3 0,6 0 4 16,7 1 1-16,10 2 3 16,7 0-1-16,-2 0-5 0,7 2 4 0,7 1-8 0,6 3 0 15,5 0-5-15,2 2-7 16,0 1-4-16,2 0 4 0,-4-1-5 0,2 1-41 15,-8 0 22-15</inkml:trace>
  <inkml:trace contextRef="#ctx0" brushRef="#br0" timeOffset="177631.99">4807 15823 344 0,'-9'-7'96'0,"2"2"7"0,-1 1 3 0,5 1-2 0,3 3-2 16,-9-5 1-16,9 5-3 0,-5-5-1 15,5 5-4-15,0 0-9 16,-6-4-11-16,6 4-7 0,0 0-5 0,0 0-7 16,0 0-4-16,25 0-4 0,-7 2-7 15,2 0-2-15,10-1-5 0,12 5-1 0,4-3-4 16,5-2-3-16,16 3-4 0,5-4-1 16,2 0-2-16,7 0 4 0,7 0-3 15,1 0-1-15,4 2-6 0,24-1-2 0,-26 0-1 16,3-1 1-16,-7 5 1 15,-1-4-3-15,-4 3-1 0,-4-3-2 0,-2 5 2 0,-7-3 0 16,-6 2-5-16,-14-2-4 16,-3-1-7-16,-6 0-5 0,-8 0-1 0,-5-1 4 15,0-1-3-15,1 0 1 0,-3-1 2 16,-2 1 0-16,-2 0 4 0,0-2-2 16,0 0 4-16,1 2 0 0,-2 0-2 0,1 0 1 15,1 2 0-15,1-2 5 0,2 2-5 16,4-1 2-16,9 3 2 0,3-4 1 0,2 1 0 15,3 1-3-15,1 2 2 0,5-6 0 16,11 4 1-16,1-4-2 0,3 0 0 16,4-1 6-16,-3 1-5 0,5 0 2 0,-3 1-2 15,-1-1 0-15,-1 0 4 16,3 2-3-16,-7-2 3 0,2 2-4 0,-14 0 1 16,0-1 2-16,0 1-5 0,-5 1 3 15,-3-1-3-15,-2 2 5 0,1-2-1 0,-13 2 2 16,-4-2 0-16,-3 0-2 0,0 0 1 15,6-2 0-15,-2 2-1 0,10-2 0 16,-2 1 2-16,-7-3-2 0,10 1 1 0,5 0-2 16,-4-1 4-16,8 1-4 0,-6-2 0 15,6 0-2-15,1 1 1 0,11-1-2 0,4 0 1 16,-2 3 2-16,4-3 0 0,-1 3-1 16,-1 0 2-16,0-2-1 15,1 3 1-15,-11 0 1 0,11-1-1 0,-12 0 0 0,14 0 1 16,-5-1 0-16,0 0-3 15,-13 1 2-15,1 2 0 0,-2 0 0 0,-1-2 2 16,-5 1-4-16,1 1 0 0,-8-2 1 16,-7 4 0-16,2-2-2 0,-3 0 0 15,-3 0 2-15,-3 1 0 0,0-1 0 0,0 0 1 16,-6 0-1-16,2-1 2 0,1 1-2 16,0-2 4-16,5 2-3 0,-2-2 1 0,1 0 3 15,6 1-4-15,0 1-1 0,1 0 0 16,1-2-1-16,1 2 2 0,12 0 1 0,4 0-4 15,-1 0 1-15,4 0 1 0,-1 2 1 16,6-2-3-16,13 0-6 16,-7 1-6-16,5 1-6 0,3 0-7 0,-6 0-11 15,7-1-6-15,-1 1-5 0,2 0-3 16,0-2-11-16,-2 3 3 0,0-1 5 0,-1-1-10 16,0 1-6-16,-4 0-5 0,-2 1-7 15,-12-2 5-15,1 3 1 0,-2 0 5 16,-5-2 8-16,1 1 9 0,-11-1 5 0,-4 0 0 15,-3-1 3-15,-5 1 7 0,0-1 7 16,-1-1 8-16,4 0 24 0,-3 0-2 0,2 0 10 16,4 0-10-16,-1 0 5 0,0 0 3 15,1 0-5-15,2-1 1 0,-1 2 3 16,3-1-6-16,9 2 3 0,-3-2 2 16,0 2-2-16,3 0-3 0,-6-1 4 15,2 3-2-15,0-2 0 0,-8-1 2 0,14 1 0 16,-1 0-3-16,4-1 1 0,0 1 4 15,5-2-3-15,3 2 7 0,10-2-6 0,4 2 0 16,-1-1 0-16,4 1 1 0,-2-2 0 16,4 3-6-16,-2-1 2 0,1 0 0 15,0 1 2-15,-7 1 0 0,1-1 4 0,-6 2-7 16,-9-3 3-16,-5 2-2 16,1 0 5-16,-2-3-4 0,-4 2 12 0,-5-3 9 0,-9 0-7 15,3 0 14-15,-9-2 0 0,3 2 7 16,-1-1 1-16,-6 0-6 15,4-2-4-15,-7 2-15 0,1-1-17 0,-3 0-44 16,-11 2-57-16,15-4-176 0,-15 4 200 16</inkml:trace>
  <inkml:trace contextRef="#ctx0" brushRef="#br0" timeOffset="187583.86">2605 14372 499 0,'0'0'202'0,"0"0"-61"16,0 0-16-16,0 0-17 0,0 0-5 15,0 0 3-15,0 0-1 0,0 0 2 0,0 0 8 16,0 0-5-16,0 0-2 0,0 0 6 16,0 0-2-16,0 0-1 0,0 0 9 0,0 0-5 15,0 0-4-15,5-15-7 0,-5 15-2 16,0 0-10-16,0 0-1 15,0 0-5-15,0-10-5 0,0 10 2 0,0 0-7 16,0 0-11-16,0 0-1 0,2-7-9 16,-2 7-6-16,0 0 3 0,0 0-7 0,0 0-4 15,0 0-5-15,0 0-2 0,0 0-12 16,0 0 7-16,0 0-6 0,0 0-5 16,0 0-5-16,0 0 1 0,0 0 20 0,0 0-27 15,0 0 11-15,0 0-9 0,0 0 9 16,-13 31-16-16,10-22 5 0,-4 2 4 0,3 1 23 15,1-2-13-15,-3-1-3 16,4 1 2-16,0-3-3 0,-1 0-8 0,1-1 1 16,2-6 6-16,-5 11 3 0,5-11-1 15,-2 8 1-15,2-8 3 0,-3 8 3 16,3-8 8-16,0 0-3 0,0 0-2 0,0 0-3 16,0 0 0-16,0 0-4 0,0 0-4 15,3-27-2-15,1 17-2 0,-1 0-5 16,1 0 6-16,-3 1-3 0,1 1-6 0,-2-1 7 15,0 9-5-15,2-12 0 0,-2 7-4 16,0 5 0-16,0-8-7 0,0 8 5 0,0 0-6 16,0 0 8-16,0 0-10 0,0 0 11 15,0 0-15-15,0 0 16 0,-23 20-7 16,19-10 0-16,1 1 1 0,-1-1-1 16,-2 0 0-16,2 0 1 0,2-1-2 15,-2-1 6-15,2-1-7 0,2-7 3 0,-3 14 1 16,3-9 5-16,0-5 3 0,-2 9 4 15,2-9 7-15,0 0-3 0,0 0 0 0,0 0-7 16,0 0 2-16,0 0 1 0,0 0 0 16,0 0 4-16,9-29-12 0,-7 16-4 15,0 2 6-15,2-1-3 0,-2 1 0 0,-2 1 0 16,2 2-6-16,-2 1 6 16,0 7-7-16,0-14 0 0,0 14 2 0,-2-8 0 15,2 8-6-15,-4-7 1 0,4 7 0 0,0 0-1 16,0 0-5-16,0 0 5 0,-24 13 4 15,17-8 1-15,2 2 2 0,1 0 3 16,0 0-6-16,1 2-3 0,-1-3-1 16,0 1 10-16,2 0-12 0,2-7 7 0,-2 9-1 15,2-9 3-15,0 8 6 0,0-8-2 16,0 0-2-16,0 0 4 0,0 0 0 16,0 0-3-16,0 0 5 0,0 0-4 0,0 0-1 15,15-24-2-15,-9 14 6 0,-3-2-7 16,-1 0 4-16,0 0-3 0,-2 0 0 0,3 0 0 15,-1 0-2-15,-2 3 4 0,0 1-2 16,0-2-2-16,0 10 3 0,-2-11-4 16,2 11 3-16,-7-5 1 0,7 5-9 0,0 0 6 15,0 0 3-15,-18 14-3 16,12-8-1-16,-2 3 0 0,3 2 3 0,-1-1 0 16,2 2 10-16,2-2-12 0,1-2-2 15,-1 0 0-15,0 0 2 0,2-8-1 16,0 12 9-16,0-12-5 0,0 7-3 0,0-7 10 15,0 0-1-15,9 3 1 0,-9-3-5 16,0 0 0-16,19-11 4 0,-13 2-4 0,0 0 5 16,1-3-3-16,-1 0-1 0,-1-2-4 15,0 1 2-15,-2 3 3 0,-1-4 5 16,0 5-12-16,0-1 1 0,0 2 2 16,0 0-3-16,-2 8 2 0,2-11 0 15,-2 11-5-15,0-10 3 0,0 10-4 0,0 0 3 16,0 0-1-16,0 0 0 0,0 0-1 15,0 0 3-15,0 0-2 0,-17 23 5 16,12-17-4-16,5-6 0 0,-2 8 6 0,2-8-3 16,-3 6 1-16,3-6 0 0,0 0 1 15,-2 8 0-15,2-8 2 0,0 0 2 0,0 0 0 16,0 0-1-16,0 0 0 0,0 0 2 16,0 0-4-16,0 0-1 0,0 0-3 15,4-26 8-15,-3 13-5 0,-1 1 1 0,2 0-4 16,-2 5-2-16,2-3 2 15,-2 2-3-15,3-1 1 0,-3 9 3 0,0-10-7 16,0 10 0-16,0-7 2 0,0 7-2 16,0 0-6-16,0 0 7 0,0 0 0 0,0 0 2 15,-10 30 0-15,8-20-1 0,-2 0-1 16,2 3 9-16,2-3-5 0,-3 1-4 16,3-3 10-16,-2 2-4 0,2-10 0 0,-2 14 2 15,2-9-1-15,0-5 3 0,0 10 1 16,0-10-1-16,0 8 2 0,0-8 1 15,0 0 2-15,0 0-6 0,0 0 4 16,0 0-3-16,0 0-1 0,0 0 6 16,0 0-10-16,25-18 1 0,-21 13 1 0,-4 5-3 0,5-11 5 15,-5 11 2-15,6-9-6 16,-6 9-1-16,5-4-1 0,-5 4-2 0,0 0 0 16,0 0 1-16,0 0-2 0,0 0 3 15,0 0-1-15,10 22-4 0,-8-15 4 16,0 3 7-16,-2 0-2 0,2 1-8 0,0-1 6 15,0-2 0-15,-1 1-1 0,-1-3 4 16,0-6 1-16,2 13-2 0,-2-8 4 0,0-5 2 16,2 10 21-16,-2-10 15 0,0 0 5 15,0 9-1-15,0-9-7 0,0 0-3 16,0 0-5-16,0 0-6 0,0 0 1 0,-2-29-4 16,2 20 0-16,-2 1-5 15,2-4-2-15,0 12-1 0,0-14 5 0,0 7-10 16,0 7 3-16,-1-10-6 0,1 10 0 15,-2-12-3-15,2 12-2 0,0 0 0 16,3-5 1-16,-3 5-3 0,0 0 1 0,0 0 0 16,0 0 5-16,29 15-6 0,-18-8 0 15,-1 2-2-15,1-1 4 0,-1 1 1 0,0-3-3 16,-3 1-1-16,2-2 0 0,-3 2 0 16,2-2 2-16,-8-5-2 0,8 9 3 15,-5-6 2-15,-3-3 1 0,6 6 1 0,-6-6 16 16,0 0 15-16,5 5 1 15,-5-5-5-15,0 0-6 0,0 0-2 0,0 0 1 16,-16-19-6-16,10 6-2 0,-6-3 0 16,3 2-3-16,0-3-3 0,-1 2 2 15,2 2 1-15,1 1-7 0,1 3 2 0,0 0-1 16,0 2-1-16,3-1-4 0,-1 2 2 16,4 6-4-16,-6-11-1 0,6 11-2 0,-3-8-2 15,3 8 1-15,0 0-1 0,0 0 2 16,0 0-2-16,0 0 2 0,20 25 2 15,-12-13 0-15,3 3-3 0,-1 2-1 16,0-3 7-16,-1 4-5 0,-2-7 0 16,1 1-1-16,-2 0-1 0,0-4 2 0,-1 1 1 15,-1-3 1-15,0 1 3 0,-1-1 4 16,-3-6 17-16,4 8 20 0,-4-8 18 0,5 5-3 16,-5-5-6-16,0 0-1 0,0 0-9 15,0 0-5-15,-18-20-6 0,11 9-2 16,1-2-4-16,-4-6 0 0,-1 0-3 0,-3-6-3 15,1-4-3-15,4 7-1 0,-1 3 6 16,2 2-3-16,3 3-4 0,-1 2 1 16,1 2-3-16,0 2-3 0,3 1-2 0,-1 0-3 15,3 7-2-15,-4-10-5 0,4 10 0 16,0 0 1-16,0 0 0 0,0 0-1 0,0 0 3 16,7 27 0-16,2-15-1 15,0 3 0-15,2 2 1 0,7 2-1 0,-4 1 2 16,-2-5 2-16,1 1-3 0,-1-2-1 15,-2-3 3-15,-1-1-2 0,-2 1 1 16,2-5-3-16,-4 2 3 0,-1-2 2 0,1 0-1 16,-5-6 5-16,6 8-1 0,-6-8 2 15,3 3-5-15,-3-3 3 0,0 0-1 0,0 0-3 16,0 0 1-16,0 0-2 0,-16-23 1 16,9 14 0-16,-2 1 0 0,4-1 1 15,-5-2-1-15,5 3-1 0,-2-1-1 16,-2 1-4-16,5-2 2 0,-5 4 4 0,6 0-3 15,-4-3-2-15,3 3 5 0,4 6 0 0,-9-8-4 16,9 8 1-16,-4-9-1 16,4 9-2-16,-5-4-1 0,5 4-1 0,0 0 3 15,0 0-1-15,0 0 1 0,0 0-3 16,0 0 2-16,18 23 1 0,-6-13 0 16,-1 2 3-16,3 1 1 0,-3 1 1 0,2-3-4 15,-1 0-1-15,-2-1 0 0,-3-2 1 16,1 0 1-16,0-2-1 0,-3 1 4 0,1-3 2 15,-6-4-1-15,10 8-2 0,-6-4 2 16,-4-4 2-16,5 5 0 0,-5-5 2 16,0 0-1-16,0 0-4 0,0 0 2 0,0 0 1 15,0 0-3-15,0 0 2 16,0 0-4-16,0 0 2 0,9-16 0 0,-9 16-1 16,0 0 0-16,0 0-3 0,0 0 2 15,0 0-1-15,0-8 0 0,0 8-1 0,0 0 1 16,0 0 0-16,0 0-1 0,0 0 2 15,2-10-4-15,-2 10 2 0,0 0 4 16,6-4-7-16,-6 4 2 0,0 0 0 0,0 0 2 16,0 0-5-16,0 0 0 0,0 0-2 15,0 0 0-15,0 0-2 0,0 0-1 16,0 0 3-16,0 0 1 0,-15 24 7 16,1-9 8-16,1-1 2 0,0 1 12 15,-2-1 8-15,0 1 10 0,1-2 11 0,3 1-12 16,-1-5 5-16,4 0-3 0,-1-2 10 15,4 1 0-15,-4-3-6 0,4 1 6 0,1 0-1 16,4-6 1-16,-5 4 3 0,5-4-5 16,0 0 5-16,0 0-19 0,0 0-4 15,0 0 5-15,0 0-8 0,0 0-4 0,9-21-6 16,-4 9 1-16,4 2-3 0,0 0-2 16,-2 0-7-16,-1 1 3 0,0 2 0 15,0 1-3-15,-1 0-2 0,-5 6 3 16,6-10-2-16,-2 7-5 0,-4 3-2 0,0 0-2 15,5-9-6-15,-5 9-3 0,0 0 1 0,0 0-1 16,0 0 4-16,0 0 1 16,0 0 2-16,-30 24-1 0,15-10-3 0,1-2-1 15,-6 6 1-15,2-2 8 0,3-3 3 16,2 2-12-16,-2-2 6 0,1 0 1 0,3-3-5 16,2 0 1-16,-2-4-1 0,4 1 11 15,3 1-3-15,-3-3-4 0,7-5 2 16,-8 9 7-16,8-9-12 0,-6 3 4 0,6-3 2 15,0 0-10-15,0 0-15 0,0 0 0 16,0 0 2-16,23-27 5 0,-12 13 0 16,1-3-2-16,1 4 3 0,-3 1 0 15,0 4 7-15,-3-1-2 0,-1 2 0 0,-3 0 2 16,4 2-3-16,-7 5-7 0,5-9 2 16,-5 9 10-16,0 0-6 0,0 0-1 15,0 0 5-15,0 0-7 0,0 0 6 0,-30 20 0 16,22-14 3-16,-4 1-3 0,-1 1 1 15,1 0 1-15,1-2 3 0,0 3 2 0,1-3 2 16,1 0 2-16,0 0 0 0,2-1 2 16,0 0 0-16,7-5-1 0,-8 7 4 15,3-5 7-15,5-2 0 0,0 0 12 16,-10 6-9-16,10-6-2 0,0 0 0 16,0 0 3-16,0 0-2 0,0 0-7 0,0 0-1 15,0 0-2-15,8-29-2 0,-2 21 5 16,-3-3-8-16,3 3 7 0,-3-2-3 0,1 4 6 15,-1-1-7-15,-3 7-4 0,4-12 9 16,-4 12-10-16,3-7-4 0,-3 7-1 16,0 0-1-16,0-7 7 0,0 7-10 0,0 0 2 15,0 0 7-15,0 0-5 0,0 0-2 16,0 0 5-16,-23 19 3 0,18-16-7 0,5-3 9 16,-8 9-1-16,8-9-5 0,-8 8 5 15,8-8-1-15,-6 4-1 16,6-4 3-16,0 0 1 0,-7 6 3 0,7-6 5 0,0 0 1 15,0 0 3-15,0 0 4 16,0 0-3-16,0 0-5 0,0 0-5 0,9-33-5 16,-3 19 4-16,0-1-12 0,2 1-3 15,-3 0 6-15,1 1-7 0,-1 2 8 16,0 1-3-16,-1 2-2 0,-3 1-1 0,1 0 1 16,-2 7 3-16,4-9-9 0,-4 9-1 15,0 0 2-15,0 0 1 0,0 0 1 0,0 0 2 16,0 0 4-16,0 0-1 0,-18 24 3 15,13-17 0-15,1 0-1 0,4-7 0 16,-5 12 3-16,1-7 0 0,2 2-1 0,2-7 0 16,-4 6 4-16,4-6 10 15,-4 9-12-15,4-9 5 0,0 0-2 0,-2 7 4 16,2-7-1-16,0 0-7 0,0 0 0 16,0 0-2-16,0 0 1 0,0 0 2 0,19-17 0 15,-19 17 2-15,6-10-1 0,-1 6-4 16,-5 4 13-16,4-7-11 0,-4 7-3 15,0 0-7-15,7-5-4 0,-7 5 5 0,0 0-2 16,0 0 7-16,0 0-3 0,0 0 4 16,-11 32-4-16,10-23 5 0,-3 2 0 0,0-1-1 15,1 3 2-15,-1-4-3 0,2-1 4 16,-2 0 2-16,2-1-3 0,2-7 1 16,-2 11 0-16,2-11 5 0,-2 9 7 15,2-9 4-15,0 6-4 0,0-6-4 16,0 0-1-16,0 0 2 0,0 0-1 0,30-11 5 15,-18 3-8-15,1-5-2 0,1 3-4 16,-1-2-4-16,-2 3 1 0,1 1 0 0,-3 1-2 16,-3 0-11-16,0 2-8 0,-6 5-14 15,10-9-21-15,-10 9-30 0,3-5-40 16,-3 5-50-16,0 0-57 0,0 0-69 0,0 0-70 16,0 0-100-16,0 0-137 15,0 0-84-15,0 0 69 0,0 0-369 0,-7 25-476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03:17:57.8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21930 10142 1092 0,'0'0'408'0,"-2"-12"-144"0,2 5-63 16,-4 1-46-16,4-1 9 0,-2-2 14 0,2 2 11 16,0-1 6-16,-1 1 7 0,1-3 9 15,-2 4 0-15,2 6 4 0,-2-10 7 0,-2 5 3 16,4 5 1-16,-2-8-4 0,2 8 0 16,-2-8-7-16,2 8-5 0,-3-4 1 0,3 4 0 15,0 0 14-15,-20 12 1 0,6-1-1 16,-11 7-10-16,-2 5-4 0,-5 6-6 15,-4 1-9-15,0 0-16 0,6-1-16 16,-2 0-16-16,5-6-12 0,3 0-13 0,1-3-16 16,1-1-9-16,8-3-15 0,2-4-83 15,1-3 0-15,3-1 0 0,0 0 0 0,0-1 0 16,5-1 0-16,-3-4 0 0,6-2 0 16,0 0-189-16,0 0-84 0,-19-10-49 0,15-3-49 15,0-1-25-15,4-5-7 0,0-6-8 16,6-8 12-16,-1-4 24 0,4 3 38 15,-2-2 41-15,2 2 41 0,-1 5 49 16,-2 5 47-16,2 5 63 0,-5 2 64 0,1 3 66 16,0 2 58-16,-1 1 34 0,-1 1 33 15,1 3 19-15,1 0 19 0,-2 2 29 0,-2 5 24 16,11-4 24-16,-11 4 18 0,15 7 4 16,0 5 7-16,6 9 4 0,0 1-5 0,2 5 3 15,5 7-29-15,5-3-21 0,-1 3-21 16,0 0-19-16,5-3-16 0,-4 0-199 0,3-2 0 15,-9-9 0-15,-2 1 0 0,-1-3 0 16,-7-5 0-16,-2-2 0 0,-3-3 0 0,-3-1 0 16,0 0 0-16,0-2 0 0,-6 0 0 15,3-1 0-15,-6-4 0 0,5 3 0 0,-5-3 0 16,0 0 0-16,0 0 0 0,0 0-417 16,0 0-164-16,0 0-104 0,0 0-166 0,0 0 60 15,-23-10 86-15,23 10-710 16,-16 0-867-16</inkml:trace>
  <inkml:trace contextRef="#ctx0" brushRef="#br0" timeOffset="968.81">16971 11180 3609 0,'2'-8'-66'0,"-2"8"33"16,0 0 0-16,0-8 3 0,0 8 4 16,0 0 31-16,0 0 68 0,0 0 50 0,-14 16 23 15,3-2 5-15,-9 13 3 0,-1-2 2 16,-8 11 5-16,-1 0 5 0,-3 2-3 0,-1-1-5 16,4 0-14-16,-3-2-15 0,-1 2-13 15,6-6-10-15,1-6-11 0,2 1-8 16,0-4-10-16,4-3-10 0,4-4-2 0,3-1-13 15,5-4-9-15,2-4-13 0,-3 0-24 16,6-2-47-16,-4-3-34 0,8-1-48 16,0 0-31-16,-11-17-11 0,11 4-14 15,6-9 14-15,-1-13 16 0,7-2 17 0,3-9 13 16,-1 11 16-16,1 1 28 0,-2 4 34 16,0 3 36-16,-1 10 12 0,-7 3 13 0,3 6 25 15,0 4 36-15,-3 4 26 0,-5 0 14 16,12 10 3-16,-8 5 6 0,3-1-7 0,-1 8-8 15,1 5-10-15,4 4-11 0,-2-2-10 16,4 2-9-16,1-2-6 0,-2-2-30 0,4 0-45 16,1-4-60-16,-1-6-78 15,-4-1-81-15,2-1-75 0,-3-3-94 0,3 0-95 0,-3-1-134 16,0-2 45-16,-2-2-402 0,-4 1-458 16</inkml:trace>
  <inkml:trace contextRef="#ctx0" brushRef="#br0" timeOffset="7082.11">16948 11793 2613 0,'-5'-5'-65'0,"-1"0"22"0,4 0 24 16,2 5 21-16,-3-5 29 0,3 5 26 15,0 0 12-15,-6-8-4 0,6 8-3 0,0 0 14 16,0 0 36-16,0 0 15 0,0 0 16 16,-6 25 10-16,2-15-2 0,0 4-1 0,3 0-2 15,-3 2-10-15,0 0-8 0,2 1-8 16,0 2-2-16,1-2-17 0,-1 3 1 0,2-2-11 16,0-3-9-16,0 2-8 15,2-1-3-15,-1 1-8 0,7-1-3 0,-3-2-5 16,7 1-6-16,9 4-5 0,4-1-4 0,3 1-1 15,6-3-8-15,13 1-3 16,2 2-4-16,4-6-1 0,10 1 0 0,5 0-3 16,9 1-3-16,27 1-2 0,5 1-2 15,15-3 0-15,7 3-7 0,7-1-8 0,9-3-11 16,4 1-11-16,5 1-21 0,2-1-11 16,2-2-18-16,-4 1-13 0,-4 3-5 0,-7-2-7 15,-2-2-9-15,-10 0-2 0,-11-2-4 16,-3-2 13-16,-10-1 1 0,-22 0 18 0,-2-2 4 15,1 1 9-15,0-3 10 0,0 0 15 16,6 2 24-16,-3-1 22 0,24-2 8 0,-25 2-4 16,-5-2 2-16,1 2 6 15,-2 0 1-15,-4 0-5 0,-5-1-4 0,-10-3 8 16,-16 0-5-16,-5-3 1 0,-10 3 15 16,-5-4 4-16,0 0 6 0,-5-1 11 15,1-2-1-15,-1 0 2 0,-4-1-3 0,1 0-8 16,1-2-3-16,-4 0 0 0,0-2-6 15,3 2-4-15,-4-4-4 0,0 0 3 0,6-6-5 16,-1-4 1-16,-4-5-4 0,4-4-5 16,-2-10 2-16,4-7-2 0,-5-5 1 0,0-4-4 15,0-3 0-15,2-6-4 16,2-17-4-16,0 0-7 0,1 19 2 0,-6 4 3 0,2 7 1 16,-4 6 0-16,2 0-1 15,-5 14-1-15,2 1 9 0,-3 4 5 0,0 8-6 16,-3 5 1-16,-1 2-1 0,-2 3 4 15,0 3-9-15,0-1 0 0,-1 1-17 0,1 2-39 16,-4 0-61-16,0 7-62 0,2-4-59 16,-2 4-103-16,0 0-127 0,0 0-103 15,-31 11 45-15,11 7-285 0,-3 4-299 0</inkml:trace>
  <inkml:trace contextRef="#ctx0" brushRef="#br0" timeOffset="7664.92">20893 12003 2450 0,'-5'-7'71'0,"5"7"5"15,-13 0 38-15,13 0 49 0,-21 1 35 0,8 5 22 16,-1 1 14-16,-3 5 7 0,1 0-2 16,3 2 1-16,-2 2 0 0,2-2-2 0,3 5 2 15,0-2-11-15,5-2-13 16,-3 2-8-16,8-3 1 0,-1 1 0 0,2-3 2 16,1 5-13-16,4-6-19 0,-1 1-14 15,6 0-11-15,2-1-18 0,-1-5-11 0,0 2-12 16,3-6-7-16,-1 2-12 0,1-4-11 15,-2-2-6-15,1-2-6 0,0 0-9 0,-2-5-8 16,1-1-5-16,-1-6-6 0,-2-1-7 16,-3-2-4-16,0-1-15 0,-2-2-7 0,-1-2-8 15,-2 3-12-15,-2 4-4 0,0 0-4 16,-2 3-18-16,0 2-11 0,-5 2-22 0,2 0-18 16,-3 4-18-16,-3 1-15 15,1 2-29-15,-1 0-29 0,11 3-42 0,-19 0-61 16,8 0-71-16,0 0-63 0,0 5-72 15,2-4-94-15,2 4-121 0,-2-3 49 0,6 2-547 16,1 4-664-16</inkml:trace>
  <inkml:trace contextRef="#ctx0" brushRef="#br0" timeOffset="8115.86">21013 12237 3362 0,'0'0'34'0,"0"0"16"0,0 0 34 0,0 0 55 16,0 0 52-16,0 0 29 0,0 0 3 0,0 0-13 16,0 0-23-16,0 0-17 15,0 0-17-15,0 0-10 0,0 0-21 0,-7-19-9 16,7 19-3-16,5-10-4 0,-1 2-7 16,0-3-6-16,-1 3-11 0,0-4-8 0,-3-7-8 15,0 0-5-15,0 0-9 0,0-5-1 16,2-1-7-16,-2 1-2 0,0 3 0 0,0 4 13 15,0 1 4-15,0 3-1 0,-2 1-6 16,2 3-7-16,0-1-5 0,0 10-5 0,-3-12-4 16,-2 6-1-16,5 6-3 0,0 0-1 15,-11-1-8-15,11 1 5 0,0 0-1 16,0 0 3-16,0 0-1 0,0 0 4 16,0 0 2-16,0 0-2 0,30 8 10 0,-12-5 9 15,0-3 7-15,4 0 11 0,-4 0 10 16,2 0 3-16,-5 0-9 0,0 2 8 0,-1 2 10 15,-1 3 21-15,-2 3 4 0,-1 6-3 16,-3 3-13-16,-5 2-6 0,0 4-11 16,0 2-51-16,-2-1-28 0,0-1 0 0,0 3 0 15,-2 0-30-15,0-1-202 0,0 10-114 16,2-8-142-16,-9 0-178 0,7 0-185 0,1-7 59 16,-4-2 91-16,3 1-688 15,0-2-843-15</inkml:trace>
  <inkml:trace contextRef="#ctx0" brushRef="#br0" timeOffset="17448.66">23685 4718 1757 0,'0'0'264'0,"-2"-13"-53"16,0 6-35-16,2-2 17 0,0 9 38 0,-1-15 1 15,-1 7 18-15,0 1 3 0,2 7 16 16,0-17 16-16,-2 13 0 0,2 4-4 16,-2-10-12-16,2 10-31 0,0-7-26 0,0 7-23 15,0 0 15-15,0 0 7 0,-14 25-6 16,7-4-17-16,-8 7-9 0,1 2-22 16,1 3-34-16,-1 1-9 0,3-1-10 15,-3 1-7-15,2-3-14 0,1-4-8 0,-2 2-1 16,4-6-13-16,4-3-5 15,-3-2-16-15,2-7-44 0,-2 3-48 0,3 0-47 0,1-4-51 16,2 0-72-16,-1-8-95 0,3-2-115 16,0 0-91-16,0 0-94 0,0 0-145 0,2-31 67 15,-1 11-561-15,5-2-717 0</inkml:trace>
  <inkml:trace contextRef="#ctx0" brushRef="#br0" timeOffset="17629.84">23398 4718 3355 0,'-16'-6'-50'0,"3"0"38"15,-1 0 29-15,1-1 57 0,4 0 63 16,-1 2 55-16,3-1 15 0,-1 2-6 0,8 4-18 16,-7-12-18-16,7 7-18 0,0 5-18 15,7-16-12-15,2 6-13 0,9-2-15 16,7-3-15-16,5 0-57 0,8 5-87 16,2-3-121-16,0 3-151 0,2 0-191 15,2 2-134-15,-8 3 77 0,-3 1-347 0,-5 4-415 0</inkml:trace>
  <inkml:trace contextRef="#ctx0" brushRef="#br0" timeOffset="18113.06">23948 5091 2890 0,'-5'10'170'0,"-4"-2"7"0,6-5 4 0,1 1 31 16,2-4 30-16,0 0 3 0,0 0-16 15,0 0-19-15,0 0-23 0,25-17-22 16,-7 7-14-16,5-5-15 0,2-1-13 16,6 0-14-16,-2-2-9 0,-6 2-10 15,-2 4-7-15,-6-1-11 0,-1-3-6 0,-2-1-7 16,2-8-6-16,-4 4-8 0,-9 3-3 16,1-1-4-16,-4 1-7 0,1-3-2 0,-3 4-5 15,-4 1 1-15,-4-1-3 0,3 5-1 16,-3 2 3-16,-3 3-12 0,3 1-1 0,-2 5 0 15,1 0-5-15,-1 1 2 0,1 1-1 16,3 3-4-16,1-2 2 0,1 1-4 0,8-3 3 16,-10 5 0-16,10-5 4 0,0 0 2 15,0 0 9-15,19 5-10 0,-1-6-1 0,9-3 7 16,-3 1 2-16,13-2 7 0,-1-1 5 16,-8 1 8-16,-5 4 4 0,-4-1-4 15,-5 0-3-15,-1 2 17 0,0 2 25 16,-3 0 27-16,-3 3-10 0,2 0 12 15,0 2 5-15,-4 1-11 0,1 2-5 0,-2 1-10 16,-1-1-8-16,1 3-11 0,0-4-8 16,-3 3-10-16,2 0-45 0,-3-3-61 0,4 1-74 15,-2 0-92-15,-2-1-112 0,2-1-123 16,0 0-148-16,-2-8-227 0,1 7 82 0,-1-7 72 16,11 1-537-16,-11-1-682 15</inkml:trace>
  <inkml:trace contextRef="#ctx0" brushRef="#br0" timeOffset="18479.13">24903 4655 3206 0,'0'0'20'0,"0"0"35"0,0 0 18 0,-33 0 24 0,33 0 36 16,0 0 20-16,-18 4-3 0,18-4 1 16,0 0 4-16,-12 3 22 0,12-3 10 0,0 0 8 15,-4 6-1-15,4-6-8 0,0 0-15 16,0 0-15-16,21 6-21 0,-21-6-8 0,25 0-15 15,-25 0-7-15,27-7-14 0,-10 4-4 16,-3-2-8-16,-1 0-7 0,-2-1-4 16,-1 0-9-16,-3 0-4 0,1 1-10 15,-5-1-7-15,-3 6-7 0,0 0-7 16,0 0 0-16,0 0 0 0,0 0-10 0,0 0 3 16,-39 6-4-16,19 3 1 0,2 1-6 15,0 2 1-15,3 1-1 0,0 1 0 0,4 0-6 16,0-2 5-16,4 0-4 0,3-2 0 15,1 2-1-15,3-3 3 0,3 1 6 0,1-3-5 16,3 0-2-16,5-2-4 16,1 3-32-16,7-7-49 0,-4 0-71 0,6-2-81 15,3-3-105-15,1-1-105 0,7-4-128 16,-3-1-177-16,-9 0 68 0,8-5-507 16,-7 6-653-16</inkml:trace>
  <inkml:trace contextRef="#ctx0" brushRef="#br0" timeOffset="18846.38">25406 4652 3354 0,'0'0'73'0,"0"0"29"0,0 0 21 15,0 0 24-15,0 0 27 0,0 0 10 16,0 0-6-16,0 0-10 0,0 0 16 0,0 0 15 16,4 8 14-16,-4-8-1 0,0 0-13 15,30-8-22-15,-16 2-20 0,1 2-9 16,3-3-15-16,-4 2-15 0,2-4-5 15,-3 1-12-15,-2 0-8 0,-1-1-11 0,-1-3-5 16,-1 2-12-16,-4 1-3 0,-4-1-18 16,0 4 4-16,0 6-16 0,-15-11-1 0,1 8-7 15,-6 3-1-15,-5 6 0 0,-11 3-6 16,0 4-16-16,0 2 4 0,9 3-2 16,2 2 20-16,4 0-7 0,8-1-2 0,2-3 8 15,6 2 9-15,5-1 7 0,2-1 6 16,7 1-11-16,5-2 2 0,7 6-1 0,10-1-2 15,3-4-8-15,13-1-3 16,5 0-31-16,1-7-55 0,5 0-61 0,-11-4-88 0,-3-4-99 16,-1 2-119-16,-5-8-136 0,-7 4-199 15,-8-3 15-15,-7 2 80 0,-3-3-530 16,-4 6-667-16</inkml:trace>
  <inkml:trace contextRef="#ctx0" brushRef="#br0" timeOffset="19979.99">27477 4425 3771 0,'-5'-11'239'0,"1"5"0"0,2-2 5 0,2 8 16 16,-5-5 12-16,5 5-31 0,0 0-44 15,0 0 28-15,0 0-4 0,-14 15-7 0,8-1 4 16,1 1 0-16,-1 7-17 0,0-1-14 16,0 3-19-16,1 6-17 0,-3-5-14 0,5-2-10 15,-6-2-12-15,6-1-13 0,-1-3-3 16,-2-4-16-16,5-1-5 0,-1-2-3 0,-4 1-4 16,4-4-33-16,2-7-38 15,0 10 0-15,0-10 0 0,0 0 0 0,0 0 0 16,0 0 0-16,6-34 0 0,1 17 0 15,6-16 0-15,3 2 0 0,2 0 0 0,-4 0 0 16,4 2 0-16,-7 10 0 0,0 5 0 16,-4-1 0-16,0 5 0 0,-2 1 0 15,1 2 0-15,-1 2 0 0,-5 5 0 0,0 0 0 16,0 0 0-16,24 11 0 0,-17-3 0 16,1 4 0-16,3 0 0 0,-1 0 0 0,0 2 0 15,1-1 0-15,-2-3 0 0,1 2 0 16,3-2 0-16,-2-3 0 0,7-5 0 15,-1-2 0-15,6-2 0 0,15-7 0 0,0-5 0 16,11-7 0-16,1-1 0 0,-4-2 0 0,-4 0 0 16,-12 3 0-16,-1 4 0 15,-8 3 0-15,-4 6 0 0,-5 0 0 0,-5 1 0 16,3 3 0-16,-3 2 0 0,-7 2 0 16,0 0 0-16,0 0 0 0,16 14 0 0,-15-6 0 15,-1 1 0-15,0 5 0 0,2-2 0 16,-2 2 0-16,0-2 0 0,4 0 0 15,-4-2 0-15,4 0 0 0,-1 0-70 0,4-1-272 16,-2-2-45-16,6-2-9 0,9 0-10 16,5-3-13-16,16-4 3 0,7-3 21 0,13-5 39 15,2-4 36-15,-2-5 48 16,-2-3 44-16,-4-2 54 0,-5-5 55 0,-7 0 59 0,-2 1 62 16,-16 7 80-16,-5-1 61 0,-4 7 32 15,-7 1 29-15,-3 2 11 0,-5 4 0 16,-1 1-3-16,-5 0 24 0,5 7-40 15,-19-7 13-15,4 7-23 0,-3 2-10 0,0 1-18 16,-5 4-8-16,-4 6-9 0,2 3-22 16,5 3-8-16,-2 1-10 0,9-1-4 15,5-1-11-15,2-1-8 0,5-1-1 0,1 1 5 16,5 3 8-16,7 7 32 0,7 3 47 16,7 4 12-16,1-2-4 0,4-1-10 15,-8-5-164-15,0-4-3 0,-5-2 0 16,-6-2 0-16,-1-4 0 0,-5 0 0 0,-2-5 0 15,-2 4 0-15,-2-5 0 0,-2 3 0 16,-2-3 0-16,-2 1 0 0,-1-2 0 0,-7 3 0 16,1-3 0-16,-2 0 0 0,-6-2 0 15,0 2 0-15,-2-4 0 0,-2 0 0 0,5-1 0 16,-2 0 0-16,7-4 0 0,0 0 0 16,2-8 0-16,6-4 0 0,7-6 0 0,20-21 0 15,10-7-577-15,24-11-2 0,13 3 56 16,8 4 59-16,7 3 65 0,3 6 75 15,-3 5 79-15,-5 3 74 0,-17 10 83 0,-3 4 80 16,-7 1 63-16,-14 6 81 16,-4 2 97-16,-11 0 92 0,-4 4 55 0,-3 1 27 15,-3 2 5-15,-2-1-24 0,-1 5-25 16,-8 1-37-16,0 0-25 0,0 0-249 0,0 0-52 16,10 19 0-16,-16-4 0 0,-4 12 0 15,-1 6 0-15,0 2 0 0,-3 0 0 0,3 2 0 16,1 2 0-16,0-3 0 0,3 0 0 15,0-4 0-15,3-5 0 0,-3-5 0 0,6-5 0 16,-1-1 0-16,-2-1 0 0,2-5 0 16,0-1 0-16,4-4 0 0,-2-5 0 0,0 0-94 15,0 0-604-15,0 0-43 0,16-28-33 16,-14 5-27-16,-2-14-928 0,2 1-1161 16</inkml:trace>
  <inkml:trace contextRef="#ctx0" brushRef="#br0" timeOffset="20113.89">29333 4290 4547 0,'-1'-20'-117'0,"-1"3"81"0,0 0 81 0,2 7 64 0,0 0 53 15,0 1 33-15,4 2 14 0,-3 2 7 16,8-3-13-16,0 1-15 0,4 0-19 0,3 0-21 16,2 4-17-16,3 0-26 0,4-1-56 15,4 4-70-15,-2 0-86 0,1 4-103 0,7 4-119 16,-1 1-125-16,-7-3-185 0,-4 2-79 16,9 1 75-16,-3 2-446 0,1 3-560 15</inkml:trace>
  <inkml:trace contextRef="#ctx0" brushRef="#br0" timeOffset="20562.83">26906 3701 2988 0,'-193'47'-25'0,"11"7"40"16,47-5 25-16,-24 25 27 0,54-15 23 0,21 7 8 15,18 2 17-15,21 13 25 16,20 4 30-16,20-9 23 0,24 17 5 0,29-1 6 16,32-2 13-16,63 18-12 0,34-6-15 15,42-5-21-15,29-14-17 0,30-11-22 0,27-10-20 16,17-8-10-16,17-13-7 0,9-9-12 15,-11-11-9-15,-14-11-8 0,-18-17-2 0,-34-14-16 16,-40-14-10-16,-41-20-12 0,-66-2-2 16,-21-11-4-16,-21-17-2 0,-25-14 0 0,-25-14-5 15,-23-10-6-15,-31-10-4 16,-50-40 2-16,-40 7-3 0,-33 12-7 0,-38 19-6 16,-33 17 2-16,-37 21 2 0,-33 20-8 15,-32 18-13-15,-29 17-31 0,-27 25-39 0,-18 13-32 16,5 13-53-16,13 17-43 0,25 18-52 15,33 10-70-15,46 6-76 0,47 2-98 16,53 4-112-16,77-13 54 0,24 3-284 0,39-6-349 16</inkml:trace>
  <inkml:trace contextRef="#ctx0" brushRef="#br0" timeOffset="20897.38">26441 5547 2502 0,'-15'10'215'0,"3"-3"29"0,5-2-5 0,-1 2-11 16,8-2 13-16,0-5 40 0,15 8 43 0,12-4 37 0,34 3 1 16,17 0-14-16,43 3-30 0,12 0-34 15,19 2-28-15,13 0-22 0,63 5-24 16,-4 0-30-16,-50-5-49 0,0 0-72 16,-4-1-78-16,-7-1-90 0,-16-2-84 0,-20-4-86 15,-37 0-79-15,-12-2-57 0,-29 0-48 16,-7-4-71-16,-19-4-102 0,-9 2-21 0,-12-2-484 15,-9 0-608-15</inkml:trace>
  <inkml:trace contextRef="#ctx0" brushRef="#br0" timeOffset="21445.85">25987 3438 3271 0,'22'-35'-77'0,"-8"6"8"0,6 2 8 0,-4-1 9 15,4 1 44-15,-3 1 25 0,-4 8 19 16,-4 1 5-16,2 11-8 0,-8 4 3 15,-3 2 34-15,8 31 33 0,-12 22 31 16,-14 36 24-16,-7 21 34 0,-16 25 13 0,-26 59 25 16,-11 21 40-16,-7 9 18 0,-5 4 1 0,1 4-7 15,6 9 15-15,10-3 0 16,5-10-10-16,7-3-12 0,12-8-28 0,9-15-26 16,5-17-18-16,13-53-20 0,3-10-17 15,1-8-18-15,2-9-34 0,2-14-38 0,3-22-47 16,1-10-62-16,4-18-65 0,-1-6-70 15,3-9-52-15,2-9-64 0,-2-7-83 0,4-6-76 16,0-4-83-16,0 0-113 0,0-29-102 16,2 1 74-16,-4-13-607 0,2-18-733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03:18:44.1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23425 2968 4083 0,'0'-9'420'15,"0"0"-115"-15,0 9-34 0,0-11 37 0,0 11 47 16,0-9-2-16,0 9-24 0,0 0-35 16,-2-9-9-16,2 9-29 0,0 0-31 0,0 0-21 15,0 0 2-15,0 0 5 0,-9 31-125 16,6-10-86-16,-5 13 0 0,5 4 0 0,-5 1 0 16,4 1 0-16,2-1 0 0,-4-2 0 15,3 2 0-15,-1-10 0 0,4-3 0 16,-6-4 0-16,4-3 0 0,2-2 0 0,-3-2 0 15,3-2 0-15,-2-5 0 16,-1-1 0-16,-1-1 0 0,1-2 0 0,3-4 0 16,0 0 0-16,0 0-481 0,0 0-128 15,-9-21-95-15,9 9-169 0,1-7 58 0,-1 1 83 16,2-5-621-16,4-4-807 0</inkml:trace>
  <inkml:trace contextRef="#ctx0" brushRef="#br0" timeOffset="384.97">23400 2702 3894 0,'-23'-10'-39'0,"-1"3"41"0,0 5 77 15,-2 4 63-15,-15 7 43 0,-8 7 23 16,-1 9 28-16,-2 6 5 0,3 6 19 0,1 4 8 16,-1 17 0-16,1 8-12 0,9 1-17 15,12-11-13-15,6 2-17 0,8 3-12 0,6-3-8 16,14 0-19-16,7 0-12 0,10-3-14 15,12-6-15-15,21 11-8 0,8-9-15 16,5-8-9-16,6-7-10 0,-5-14-8 0,3-3-39 16,2-8-40-16,6-7 0 0,-6-8 0 15,1-5 0-15,-9-7 0 0,-3-5 0 16,-8-8 0-16,-3-3 0 0,-9-7 0 0,-4-6 0 16,-11-9-8-16,-7-4 8 0,-8-7-20 0,-6-3-4 15,-7-7 1-15,-6 0-1 16,-10-19 0-16,-8 7 3 0,-4 6-1 0,-3 23 2 15,-5 10-4-15,-8 7-3 0,-8 8 4 16,-3 8 0-16,-8 11 0 0,-2 9-6 0,-2 7-41 16,2 6-52-16,2 7-51 0,2 8-59 15,8 4-68-15,2 4-74 0,4 0-83 0,6-1-95 16,10 4-147-16,11-8-49 0,4 0 67 16,10-3-492-16,6-3-638 0</inkml:trace>
  <inkml:trace contextRef="#ctx0" brushRef="#br0" timeOffset="1016.98">24427 3004 3654 0,'-2'-15'209'0,"-3"6"33"0,5 2 57 0,-1 0 70 0,1 7 28 16,-4-8-21-16,4 8-36 0,0 0-6 15,0 0 9-15,0 0-15 0,-11 27-23 16,3-6-24-16,0 13-19 0,-1 4-16 16,-4 8-40-16,-3-1-206 0,3 0 0 0,-2 0 0 15,2-9 0-15,1-1 0 0,1-3 0 16,0-3 0-16,0-7 0 0,6-5 0 16,-1-2 0-16,3-5 0 0,-1 0 0 0,2-4 0 15,2-6 0-15,-4 4 0 0,4-4 0 16,0 0 0-16,10-24 0 0,-1-5 0 0,5-5 0 15,6-16 0-15,5-5 0 0,0 1 0 16,2 2 0-16,-1 2 0 0,-2 5 0 0,0 6 0 16,-9 10 0-16,0 3 0 15,-5 8 0-15,-1 4 0 0,-1 4 0 0,-3 1 0 16,2 1 0-16,-3 4 0 0,1 0 0 16,-5 4 0-16,0 0 0 0,17 2 0 0,-17-2 0 15,12 8 0-15,-9-2 0 0,5 1 0 16,-3-1 0-16,4 2 0 0,-4-2 0 0,1 0 0 15,-3-1 0-15,5-3 0 0,-2 2 0 16,-6-4 0-16,17 0 0 0,-17 0 0 0,27-8 0 16,-10-1 0-16,11-7 0 0,1-1 0 15,-3 3 0-15,1-3 0 0,-6 5 0 0,-6 0 0 16,-3 7 0-16,-1-3 0 0,-1 4 0 16,-4 1 0-16,-6 3 0 0,13 3 0 0,-13-3 0 15,6 12 0-15,-5 1 0 16,-1 3 0-16,-1 1 0 0,-1 7 0 0,-4 8 0 15,2-4 0-15,-1 8 0 0,1-9 0 16,1-3 0-16,2 1 0 0,-1-8 0 0,2 2 0 16,-2-5 0-16,2 0 0 0,0-3 0 15,-2-1 0-15,2-2 0 0,0-1 0 0,4-3 0 16,-4-4 0-16,10 4-83 0,-3-2-584 16,-7-2-102-16,29-9-159 0,0-3 88 15,3-2-828-15,4-1-1104 0</inkml:trace>
  <inkml:trace contextRef="#ctx0" brushRef="#br0" timeOffset="1633.17">25385 2927 4180 0,'5'-16'-164'0,"-3"3"66"0,1 0 57 15,-1 1 60-15,0 2 63 0,-2 2 42 16,0-3 29-16,0 5 20 0,0 6 3 16,0-16-7-16,-2 11-14 0,2 5-14 0,-8-5-2 15,8 5 1-15,0 0 3 0,-33 6 3 16,19 1 6-16,-8 4-6 0,-3 4-9 0,0 3-7 15,5 1-14-15,1 3-5 0,6-3-19 16,3-2-4-16,4-3-7 0,2 3-16 0,1 0 1 16,6 1-4-16,1 1 10 0,12 7-15 15,0 1 18-15,6 2 39 0,1-4 10 16,-3-4-6-16,-1 4-4 0,1-4-3 16,-5-7 24-16,-5-2 23 0,-5 1 25 0,3-5-136 15,-5 0-47-15,1 0 0 0,-2 1 0 16,0-3 0-16,-2-6 0 0,-6 12 0 0,4-6 0 15,2-6 0-15,-12 12 0 0,1-9 0 16,-2 2 0-16,0-2 0 0,-4 1 0 16,3-2 0-16,-1-1 0 0,1 1 0 0,1 0 0 15,13-2 0-15,-24-2 0 0,12-1 0 16,0-1 0-16,1-1 0 0,4 0 0 0,1-2 0 16,5 0 0-16,1-1 0 0,7-4 0 15,11-7 0-15,13-3-533 0,11-5-63 16,7 1 42-16,9 0 49 0,1 0 56 15,2-1 85-15,0-1 87 0,-4-1 83 0,-2-2 101 16,-5 2 108-16,-8 1 80 0,-2 1 87 16,-14 4 83-16,-1 7 66 0,-7 0 45 0,-3 5 37 15,-6-1 13-15,1 4-18 0,-3 1-8 16,-1 1-29-16,0 2-88 0,-6 4-283 0,0 0 0 16,0 0 0-16,-4 22 0 0,-4-2 0 15,-3 12 0-15,-2 4 0 0,-2 9 0 16,-1 6 0-16,-1-2 0 0,4 0 0 0,5-10 0 15,1-2 0-15,-2-1 0 0,4-3 0 16,-1-7 0-16,5-7 0 0,-3-4 0 16,2-3 0-16,0 0 0 0,-2-3 0 15,4-1 0-15,0-8 0 0,2 4 0 0,-2-4-580 16,0 0-307-16,11-17-47 0,-3 5 95 16,-3-6-845-16,6-16-1119 0</inkml:trace>
  <inkml:trace contextRef="#ctx0" brushRef="#br0" timeOffset="1816.3">25833 2871 4676 0,'-7'-15'65'0,"-2"3"104"0,6 2 113 16,-3 0 79-16,2 1 47 0,3 1 8 0,-1-1-6 15,2 0-26-15,2-1-35 16,1 0-41-16,6 0-34 0,5-2-185 0,11-5-89 0,6 6 0 16,3 1 0-16,2 3 0 15,2 0 0-15,1 1 0 0,6 6 0 0,-4 0-149 16,2 5-389-16,-11-2-167 0,-5 1-186 15,-5 1 35-15,0 3 83 0,-9 1-682 0,-5 1-905 16</inkml:trace>
  <inkml:trace contextRef="#ctx0" brushRef="#br0" timeOffset="2766.39">26999 3171 3771 0,'0'0'-106'0,"0"0"54"16,0 0 33-16,0 0 41 0,0 0 45 0,0 0 52 16,0 0 49-16,-20 8 24 15,11 1 18-15,2 3 13 0,-2 5 11 0,-1 3 4 16,-3 7 15-16,0 1-23 0,-1-1-12 15,6-3-23-15,1-3-10 0,1-1-23 0,6-1-12 16,-1-2-14-16,2 1-14 0,3-3-11 16,4-1-8-16,-1-2-11 0,5-3-12 0,1-1-7 15,3-4-5-15,0 1-9 0,0-4-1 16,2-5-5-16,5 2 1 0,1-4-8 16,-4-3-3-16,5-5-2 0,-2 2-5 15,-5 1-1-15,-6-1 21 0,1 1 12 0,-1 3 8 16,-1 0-2-16,-3 2-2 0,-2 3-12 0,0-2-5 15,-6 5-15-15,9-4-20 16,-9 4-20-16,0 0 0 0,0 0 0 0,0 0 0 16,25 5 0-16,-19-1 0 0,3-1 0 0,3 1 0 15,-1-1 0-15,5 0 0 0,-2-3 0 16,8 0 0-16,-1-3 0 0,3 0 0 16,-5-1 0-16,4-1 0 0,-6-2 0 15,2 0 0-15,-1-1 0 0,-1-2 0 0,-2-4 0 16,-4-1 0-16,9-9 0 0,-4-4 0 15,-4-3 0-15,3 4 0 0,-1 0 0 0,-1 0 0 16,-2 10 0-16,-4 3 0 0,-2 2 0 16,-1 2 0-16,0 3 0 0,-3 1 0 15,-1 0 0-15,0 6 0 0,0 0-222 16,0 0-237-16,0 0-52 0,0 0-64 0,0 0-72 0,0 0-119 16,-17 19 0-16,15-12-678 15,0 2-893-15</inkml:trace>
  <inkml:trace contextRef="#ctx0" brushRef="#br0" timeOffset="2986.35">27841 3138 3813 0,'14'-13'7'0,"-6"1"79"0,-1 4 66 0,-1-1 67 0,-3 2 64 0,4 2 50 0,-7 5 3 0,5-8-17 16,-5 8-29-16,6-5-33 0,-6 5-26 16,0 0-16-16,0 0-11 0,5 22-20 15,-5-5-13-15,-1 9-15 0,-7 9-17 16,3 0-14-16,-6 1-17 0,2-1-45 15,0-3-49-15,-1 0-61 0,1-9-68 0,1-3-55 16,3-1-55-16,-4-4-58 0,4-1-69 16,-3-1-62-16,5-7-60 0,-1-1-67 0,4-5-95 15,-5 0-67-15,5 0 72 0,0 0-428 16,-7-18-532-16</inkml:trace>
  <inkml:trace contextRef="#ctx0" brushRef="#br0" timeOffset="3170.26">27922 2892 2823 0,'2'-16'21'0,"0"3"48"0,-1-1 42 16,-1 4 42-16,0-2 23 0,2 3 14 0,0-1-11 15,0 0-14-15,0 1-15 16,0 1-17-16,-1-1-16 0,-1 9-17 0,0-10-19 16,0 10-37-16,0 0-31 0,0 0-51 15,0 0-73-15,0 0-89 0,-9 22-132 0,4-1-162 16,-9 10-111-16,1 4 64 0,-7 11-209 15,8-13-240-15</inkml:trace>
  <inkml:trace contextRef="#ctx0" brushRef="#br0" timeOffset="3433.3">28223 2950 2323 0,'4'-20'190'0,"-1"7"43"0,-1 1 50 0,2 3 41 16,-2 1 28-16,0 4 1 0,-2 4-25 15,1-11-40-15,-1 11-26 0,0 0-29 0,0 0-18 16,0 0-5-16,0 0-29 0,0 0-18 16,-12 44-12-16,4-15-14 0,-2 5-18 0,-1 2-5 15,2 3-10-15,-1-3-15 0,0 3-19 16,1-2-46-16,-1-4-50 0,2-3-54 16,1 0-60-16,2-5-69 0,3-6-69 0,0-2-73 15,0-5-78-15,4-2-86 16,-2-3-143-16,4-4-10 0,-4-3 68 0,11 2-350 0,-11-2-428 15</inkml:trace>
  <inkml:trace contextRef="#ctx0" brushRef="#br0" timeOffset="3669.13">28618 2680 2591 0,'3'-20'88'0,"-3"4"71"16,0 3 63-16,2 5 43 0,-2 2 24 15,0 6 13-15,0-12-3 0,0 12-25 0,0 0-21 16,0 0 13-16,0 0 1 15,-18 22-1-15,13-3-16 0,-8 15-8 0,-5 10 1 16,4 1-7-16,-4 4-22 0,3 0-16 16,1 1-20-16,2 5-20 0,-2-3-14 15,3 0-13-15,1-12-16 0,-2-1-37 0,5-6-41 16,-2 2-58-16,-1-4-66 0,4-8-73 16,0-3-61-16,3-5-56 0,-3-3-84 0,4 1-86 15,1-5-98-15,-2-1-107 0,3-4-103 16,0-3 72-16,0 0-527 0,4 7-672 15</inkml:trace>
  <inkml:trace contextRef="#ctx0" brushRef="#br0" timeOffset="4583.26">28933 3194 3531 0,'2'-12'133'0,"0"1"25"0,0 3 23 0,-2 1 51 15,0 7 56-15,4-10 42 0,-4 10 0 16,3-7-22-16,-3 7-33 0,1-9-28 16,-1 9-25-16,0 0-24 0,0 0-20 0,4-6-12 15,-4 6-7-15,0 0-10 0,0 0-8 16,11 18-9-16,-7-9-12 0,-1 3-7 0,-1 0-8 15,3 1-9-15,-3 1-7 0,-2 1-5 16,0-2-9-16,0 3-6 0,-2-3-7 16,-1 0-42-16,1 0-20 0,0-1 0 0,-1-2 0 15,3-1 0-15,-2-1 0 16,0-1 0-16,2-7 0 0,-2 12 0 0,2-12 0 16,0 7 0-16,0-7 0 0,0 0 0 15,0 0 0-15,0 0 0 0,25-26 0 0,-10 14 0 0,1-3 0 16,-2 1 0-16,10-3 0 15,-5 5 0-15,-6 2 0 0,1 3 0 0,-1 0 0 16,-2 4 0-16,1 1 0 0,-12 2 0 16,23 2 0-16,-10 2 0 0,0 4 0 0,-1 1 0 15,3 6 0-15,-2-1 0 0,-2 1 0 16,3 0 0-16,-4 2 0 0,-3-4 0 16,-2 0 0-16,4 1 0 0,-4-2 0 0,1-1 0 15,-2-2 0-15,-3-2 0 0,3 3 0 16,0-5 0-16,-2 1 0 0,1 0 0 0,-3-6 0 15,5 4-445-15,-5-4-325 0,0 0-177 16,0 0 87-16,0 0 90 0,18-10-726 0,-4 2-943 16</inkml:trace>
  <inkml:trace contextRef="#ctx0" brushRef="#br0" timeOffset="5250.29">29614 3299 4121 0,'0'0'27'0,"0"0"41"0,4-7 13 15,-4 7 38-15,0 0 41 0,0 0 27 0,0 0 12 16,0 0 6-16,0 0 10 0,0 0 8 16,0 0-9-16,0 0-2 0,0 0-11 15,24 3-13-15,-24-3-19 0,0 0-15 16,14 4-13-16,-14-4-16 0,0 0-8 16,18-2-11-16,-18 2-14 0,11-3-6 0,-11 3-15 15,12-9-14-15,-8 4-6 0,3-3-7 16,-5 0-16-16,-1 0-5 0,-1 8-3 0,-3-17-9 15,-1 9-5-15,-3 0 0 0,-5-1-5 16,1 7 6-16,-2-2-7 0,-1 2 4 0,14 2-4 16,-31 6 4-16,15-4-1 0,2 5-3 15,-2 2 10-15,3 0 5 0,-1 0 3 16,3 1 0-16,4 2-3 0,-2 0-1 16,4 1-2-16,3 4 9 0,0-6-10 0,4 3-5 15,2-1-17-15,1 1-48 0,5-2-51 0,3 1-47 16,5-1-42-16,0 0-53 15,4-5-52-15,3 0-58 0,0-2-36 0,0-1-17 16,-2-2 5-16,1-2 22 0,-1-4 26 16,0-3 36-16,-3 0 70 0,0-4 56 0,-6-2 63 15,4 1 66-15,-5-2 66 0,1-3 65 16,-5 5 74-16,-2-1 57 0,2 2 50 16,-4 3 51-16,1 1 38 0,-3-1 16 0,1 2 0 15,-4 6-4-15,8-6-23 0,-8 6-26 16,6-7-30-16,-6 7-23 0,0 0-7 0,0 0-4 15,0 0-15-15,0 0-17 0,5 20-22 16,-5-11-14-16,0 0-40 0,0-1-121 0,2 1 0 16,0-1 0-16,-2 3 0 15,2-5 0-15,-2-6 0 0,2 15 0 0,0-11 0 16,-2-4 0-16,3 10 0 0,-3-10 0 16,9 4 0-16,-9-4 0 0,0 0 0 15,20-4 0-15,-8-2 0 0,-1-2 0 0,5-5 0 16,4-7 0-16,1-1 0 0,3-3 0 15,-1-12 0-15,2 1 0 0,-3 6 0 0,-1 4 0 16,-6 2 0-16,0 4 0 0,-7 7 0 16,-3 0-230-16,1 6-191 0,0-1-65 0,0 1-57 15,-2 2-94-15,-4 4-153 16,0 0 10-16,0 0 84 0,0 0-531 0,0 0-690 16</inkml:trace>
  <inkml:trace contextRef="#ctx0" brushRef="#br0" timeOffset="5932.38">30416 3221 3204 0,'0'0'85'0,"11"-7"71"0,-11 7 36 0,0 0 37 0,0 0 46 0,0 0 32 0,0 0 7 16,0 0-6-16,0 0-18 0,0 0-21 15,0 0-8-15,-2-8-7 0,2 8-13 16,0 0-8-16,0 0-13 0,0 0-20 15,0 0-19-15,24 2-14 0,-24-2-18 0,0 0-12 16,15-2-13-16,-15 2-10 0,11-1-7 16,-11 1-6-16,11-5-28 0,-11 5-73 15,11-4 0-15,-8-1 0 0,-3 5 0 0,4-7 0 16,-4 7 0-16,0 0 0 0,-2-11 0 16,2 11 0-16,0 0 0 0,-28-2 0 0,28 2 0 15,-31 13 0-15,10-5 0 0,2 0 0 16,2 5 0-16,-1 1 0 0,3 0 0 0,2 1 0 15,1 2 0-15,9-2 0 0,-3-1 0 16,4 0 0-16,6-2 0 0,0 1 0 16,3-1 0-16,7 1 0 0,3-3 0 0,2-2 0 15,2-3 0-15,5-1 0 0,-1-1 0 16,4-3 0-16,-2-3 0 0,9-2 0 16,-2-3 0-16,-2-5 0 0,1-1 0 15,-2-6 0-15,-3 0 0 0,-4-8 0 0,7-5 0 16,-10 4 0-16,-1 0 0 0,-6 2 0 15,2 2 0-15,-7 7 0 0,-1 3 0 0,-5 4 0 16,3 1 0-16,-1 1 0 0,-5 4 0 16,0 5 0-16,0 0 0 0,0 0 0 0,-11-7 0 15,11 7 0-15,0 0 0 16,0 0 0-16,0 0 0 0,0 0 0 0,0 0 0 16,4 26 0-16,4-18 0 0,5 4 0 15,-2-1 0-15,3 1 0 0,-3 1 0 0,1 1 0 16,-2 3 0-16,-7-1 0 0,3 5 0 15,-6-1 0-15,-2 3 0 0,-7 11 0 16,0 0 0-16,-5-2 0 0,-8 8 0 0,6-6 0 16,0 0 0-16,0-2 0 0,0 2 0 15,1-2 0-15,1-1 0 0,3-4 0 0,4-2 0 16,1-8 0-16,1-3 0 0,4-3 0 16,-1 1 0-16,2-2 0 0,0-2 0 0,-2-2 0 15,2-6 0-15,0 9 0 0,0-9 0 16,0 0 0-16,0 0-446 0,0 0-581 15,0 0 101-15,0 0-1044 0,0-31-1388 16</inkml:trace>
  <inkml:trace contextRef="#ctx0" brushRef="#br0" timeOffset="6832.16">24323 4388 3923 0,'4'-14'309'0,"1"4"-60"0,-3 0 7 0,0 1 42 16,-1 3 57-16,-1 6-15 0,2-9-34 15,-2 9-56-15,0 0-52 0,-2-9-17 16,2 9-5-16,0 0 20 0,-5 24-2 0,-4-4-10 15,-2 13-18-15,0 3-17 0,-4 10-13 16,0 0-13-16,-5 0-11 0,9-9-22 0,-3-1-90 16,3-2 0-16,-2-3 0 0,1-2 0 15,1-7 0-15,5-5 0 0,-2-3 0 16,5-1 0-16,-1-6 0 0,0 2 0 16,3 0 0-16,1-9 0 0,0 8 0 0,0-8 0 15,0 0 0-15,0 0 0 0,28-24 0 16,-6 5 0-16,3-5 0 0,4 2 0 0,-2 2 0 15,-2-1 0-15,-5 4 0 0,-2 3 0 16,-6 4 0-16,-1 3 0 0,-2 2 0 0,-4 4 0 16,-5 1 0-16,16 3 0 0,-8 2 0 15,-5 4 0-15,3 1 0 0,-3 0 0 16,2 2 0-16,-1 0 0 0,-2 0 0 16,1 3 0-16,-1-4 0 0,0 2 0 0,0-4 0 15,-2-1 0-15,2 1 0 0,0-2 0 16,-1 0 0-16,-1-1 0 0,2 0-318 15,-2-6-97-15,9 6-68 0,-9-6-58 0,0 0-51 16,20-10-36-16,-6 2-54 0,9-11-17 16,3 2-605-16,2-4-761 0</inkml:trace>
  <inkml:trace contextRef="#ctx0" brushRef="#br0" timeOffset="7117.02">24712 4657 3315 0,'11'-9'-89'0,"0"6"68"0,-6-2 54 0,1 1 48 16,-6 4 39-16,0 0 34 0,0 0 30 15,0 0 14-15,0 0 0 0,0 0-1 16,0 0-7-16,0 0-8 0,-8 26-16 0,7-17-15 15,1-3-13-15,1 3-14 16,-1 0-12-16,2-1-10 0,4-1-7 0,-1 0-4 16,4-2-10-16,0 0-5 0,0-3-6 15,-9-2-4-15,25 0-6 0,-9-4-10 0,0 1 1 16,0-4 20-16,-1 0 23 0,1-5 26 16,-4-1 7-16,-2 1 6 0,-2-2-1 0,-2-5 5 15,-1-2-3-15,-3 4-10 0,0 1-11 16,-4-1-13-16,0-1-13 0,-2 1-9 15,-1 1-14-15,-3 4-12 0,-2 3-31 16,-1-1-44-16,-1 7-41 0,-3-1-55 16,2 4-63-16,-4 4-66 0,-1-1-89 0,-4 7-96 0,5-5-105 15,-3 4-118-15,7 0-103 16,2-3 60-16,5-2-561 0,2 0-720 0</inkml:trace>
  <inkml:trace contextRef="#ctx0" brushRef="#br0" timeOffset="7398.97">25349 4135 3808 0,'4'-17'153'0,"-3"2"57"0,1 5 54 16,-2 0 58-16,4 4 5 16,-4 6-4-16,0-12-21 0,0 12-30 0,0 0-27 15,0 0 0-15,0 0-1 0,0 0-11 16,3 33-15-16,-6-6-17 0,-4 12-19 0,-1 13-14 15,1 3-17-15,-7 2-13 0,3 3-17 16,-3 0-57-16,-1-2-64 0,-2-3 0 0,4-3 0 16,-3-3 0-16,3-1 0 0,4-16 0 15,-3-1 0-15,3-1-116 0,3-12-128 16,2-1-55-16,1-6-57 0,0-5-84 0,3 0-75 16,0-6-93-16,0 0-151 15,0 0 21-15,21-18 78 0,-1-1-516 0,3-9-640 16</inkml:trace>
  <inkml:trace contextRef="#ctx0" brushRef="#br0" timeOffset="7849.54">26084 3813 3482 0,'12'-17'93'0,"-4"2"60"16,-5 5 70-16,3 1 51 0,-2 3 38 16,-3 0 17-16,-1 6-14 0,0 0-31 0,0 0 15 15,0 0 33-15,0 0 10 0,-5 42-5 16,-8 5-5-16,-5 9 8 0,0 8-4 0,-7 19 0 15,-2 4-264-15,6-3-72 0,-4-1 0 16,8-15 0-16,-2-3 0 0,2-3 0 0,-2-4 0 16,1-6 0-16,2-5 0 15,2-12 0-15,1-6 0 0,4-5 0 0,0-7 0 16,6-4 0-16,-3-2 0 0,3-1 0 16,1-5 0-16,2-5 0 0,0 0 0 0,0 0 0 15,0 0 0-15,0 0 0 0,11-22 0 16,-3 1 0-16,1-8 0 0,2 0 0 0,-2-2 0 15,-6 9 0-15,-1 1 0 0,-2 5 0 16,-2 3 0-16,-8 1 0 0,-3 3 0 0,-2 7 0 16,-8 0 0-16,-1 4 0 15,-11 4 0-15,1 7 0 0,1-1 0 0,5 3 0 16,3-1 0-16,6 1 0 0,4-3 0 16,3 2 0-16,3-3 0 0,1 3 0 0,5-2 0 15,0-2 0-15,3 1 0 0,3-1 0 16,0-1 0-16,3 4 0 0,1-3 0 15,3-3 0-15,3 2 0 0,-1-2 0 0,3 0 0 16,6 0 0-16,-4-3-258 0,4 0-399 16,-2-3-176-16,0 3-64 0,4-2 89 0,1-2-803 15,8 0-1052-15</inkml:trace>
  <inkml:trace contextRef="#ctx0" brushRef="#br0" timeOffset="8400.28">26984 4655 4261 0,'4'-10'64'0,"0"0"56"0,-3 3 33 0,-1 7 24 0,2-9 32 16,-2 9 13-16,4-6-9 0,-4 6-14 16,0 0 26-16,0 0 19 0,0 0 1 0,0 0-2 15,-6 35-17-15,5-19-16 0,-7-3-16 16,1 6-15-16,-5 0-10 0,-5 5-2 0,0-2-5 15,-5-1-24-15,8-4-3 16,-10 0-99-16,10-3-36 0,-2-3 0 0,3-3 0 16,-1-2 0-16,3 2 0 0,2-4 0 15,-1 0 0-15,10-4 0 0,-13-1 0 16,13 1 0-16,-8-13 0 0,8-1 0 0,6-5 0 16,9-18 0-16,8-8 0 0,7-2 0 15,4 2 0-15,-1 4 0 0,-1 4 0 0,-7 12 0 16,-4 3 0-16,-1 6 0 0,-6 6 0 15,-1 3 0-15,-1 7 0 0,-12 0 0 0,22 17 0 16,-13 4 0-16,-2 10 0 0,1 7 0 16,-5 1 0-16,2 2 0 0,1 2 0 15,-5-2 0-15,3-1 0 0,0-5 0 16,-2-6 0-16,-1-8 0 0,5-2 0 0,-1-3 0 16,-2-2 0-16,7-5 0 0,1-1 0 15,1-3 0-15,2-4 0 0,6-1 0 0,3-6 0 16,9-6 0-16,4-5 0 0,4-8 0 15,0-3 0-15,0-6 0 0,-2-5 0 16,-4 0 0-16,2 3 0 0,-7 5 0 0,-8 6 0 16,-8 9 0-16,-1 4 0 0,-2 0 0 15,-7 5 0-15,1-1 0 0,-2 6 0 0,-2 2 0 16,0 0-468-16,-8-10-248 0,8 10-141 16,0 0-4-16,-12 0 85 0,12 0-759 0,0 0-979 15</inkml:trace>
  <inkml:trace contextRef="#ctx0" brushRef="#br0" timeOffset="8914.98">28695 4688 4250 0,'-4'-13'25'0,"1"2"34"0,-5 1 37 15,3 1 36-15,-5 4 36 0,-1 1 27 0,-7 4 13 16,0 2 7-16,-7 2 15 0,-10 6 8 15,7 5-2-15,-1 4-16 0,2 1-19 0,6 5-16 16,4-2-16-16,4 3-14 0,3-3-17 16,8-2-13-16,1-4-29 0,2 3-9 0,1-1-6 15,6 0-29-15,0-2-33 0,-1-5-50 16,5 0-46-16,-3 0-36 0,3-5-49 0,3 1-54 16,0-2-59-16,-2-5-81 15,5-1-84-15,-4 0-92 0,8-5-111 0,-1-4-84 16,6-6 75-16,1-2-490 0,0-7-608 0</inkml:trace>
  <inkml:trace contextRef="#ctx0" brushRef="#br0" timeOffset="9465.01">29210 4263 3185 0,'10'-25'34'0,"-6"5"69"0,-3 4 52 16,3 3 82-16,-4 1 51 0,2-1 39 16,-2 5 23-16,0 0-19 0,0 1-41 15,0 7-24-15,0 0 2 0,0 0 7 0,-27 32 10 16,6 6-4-16,-3 10-22 15,-1 6-14-15,0 7-24 0,0 2-20 0,0-1-18 0,3 2-17 16,1-2-17-16,1-3-57 16,7-1-92-16,-1-4 0 0,7-5 0 0,2-10 0 15,-1-4 0-15,2-8 0 0,4-6 0 16,-1-4-36-16,2-3-214 0,3-4-48 0,0-3-47 16,3-4-56-16,9-3-27 0,-1-1-18 15,8-6-5-15,9-8 3 0,6-7 21 0,0-5 45 16,-1 2 57-16,-3-2 60 0,-7 4 67 15,-5 2 60-15,-5 7 73 0,-6 2 72 16,2 0 63-16,-8 5 53 0,1 1 38 0,-5 2 39 16,-1 4 36-16,0 0 37 15,0 0 37-15,0 0 19 0,0 0 2 0,-32 26-2 16,17-11-9-16,1-1-7 0,-4 8-19 0,0 0-22 16,3 1-17-16,4-3-31 0,1-5-18 15,5 0-20-15,-2-3-19 0,6-2-14 16,1 1-13-16,1-4-136 0,6 1-4 0,0-3 0 15,4 0 0-15,1-1 0 0,5-4 0 16,-1 0 0-16,4-2 0 0,3-1 0 0,-2-6 0 16,0 1 0-16,-2-3 0 0,6-6 0 15,-8 2 0-15,-2-1 0 0,-4-2 0 16,0 1 0-16,-4-2 0 0,-3 3 0 0,-2 3 0 16,-2 1 0-16,-4 0 0 15,-2 5 0-15,1-1 0 0,-5 3 0 0,-1 2 0 0,-3-1-33 16,1 4-276-16,0 2-39 15,-3 0-52-15,1 1-66 0,1 1-63 0,3-3-75 16,6 3-132-16,5-4 7 0,-7 6 72 16,7-6-493-16,0 0-616 0</inkml:trace>
  <inkml:trace contextRef="#ctx0" brushRef="#br0" timeOffset="9814.81">29989 4609 3172 0,'0'-9'34'0,"0"1"49"0,-1 0 43 0,1 8 29 16,-8-10 12-16,8 10-5 0,-10-4-21 16,10 4-9-16,-17 1-5 0,17-1-5 15,-26 11-4-15,4-3-2 0,-3 7-7 0,-1 3-8 16,3-1-10-16,0 2-9 0,10-3-9 16,3 0-7-16,7-1-6 0,1 1-5 15,5 1-4-15,3 4 9 0,8 4 31 0,4 4 30 16,5-2 38-16,0 3 25 0,1-2-6 15,-4-4-16-15,-3-1-15 0,-5-3-6 0,-2-5 11 16,-3-1 18-16,-3-2 12 0,-2-1 14 16,-4 3 3-16,-2 0-7 0,-5-2-10 0,-3 2-16 15,-3-1-16-15,-4-1-134 16,-3 0-16-16,-4-1 0 0,2-3 0 0,1 0 0 16,-2-3 0-16,0-3 0 0,1 0 0 15,8-2 0-15,0 0 0 0,0-3-145 16,5-5-260-16,0-5-91 0,9 1-83 0,8-8-93 15,8-9-159-15,15-13 67 0,7 3-698 16,7 2-911-16</inkml:trace>
  <inkml:trace contextRef="#ctx0" brushRef="#br0" timeOffset="10181.43">30497 4742 4035 0,'9'-5'67'0,"-4"4"59"0,-5 1 48 15,11-2 37-15,-11 2 25 0,0 0 13 0,0 0-7 16,0 0-7-16,0 0 13 0,0 0 9 15,0 0-2-15,14 8-15 0,-14-8-15 16,6 12-14-16,-2-3-12 0,1-2-13 16,2 1-17-16,2 1-13 0,0 0-16 0,3-2-12 15,-1-3-8-15,-2 1-38 0,3-1-82 16,3 0 0-16,-3-3 0 0,-12-1 0 0,21-1 0 16,-9-3 0-16,-5-3 0 0,-2 1 0 15,1-2 0-15,-2-2 0 0,-2 2 0 16,-2 8 0-16,-10-16 0 0,3 8 0 15,-7 1 0-15,-3 3 0 0,-2 4 0 16,-1 1 0-16,-5 5 0 0,-8 5 0 0,5 4 0 16,1 1 0-16,4 0 0 0,2 3 0 15,8 0 0-15,4-1 0 0,0-1 0 0,7-1 0 16,2-1 0-16,4-1 0 0,4 1 0 16,0-1 0-16,3 3 0 0,3-2 0 0,9 4 0 15,1-4 0-15,6 4 0 0,3 0-144 16,0 0-393-16,-7-1-197 0,-5-6-195 0,-7-1 87 15,-5 1 94-15,-5-1-700 0,-4-3-897 16</inkml:trace>
  <inkml:trace contextRef="#ctx0" brushRef="#br0" timeOffset="11332.03">25464 5479 4285 0,'1'-22'55'0,"3"3"15"16,-2 7 21-16,0 0 24 0,-2 5 23 15,2-1 9-15,-2 8-3 0,0 0 6 0,0 0 31 16,0 0 19-16,-11 27 4 0,1 6-3 16,-4 16-8-16,1 2-12 0,-2 6-12 0,-2-1-15 15,1 2-6-15,2-2-9 16,2 3-13-16,-1-4-16 0,1-2-11 0,1-7-7 0,3-9-14 16,0-2-8-16,2-10-21 15,3-1-14-15,-1-7-12 0,0-2 1 0,2-3-4 16,1-2 0-16,-1-3-6 0,2 0 3 15,0-7-3-15,0 0-1 0,0 0-1 0,0 0-4 16,22-19 1-16,-6-3 2 0,5-4 1 16,1-1-5-16,5-8 1 0,-4 10 0 15,2 2-3-15,-6 3-2 0,0 4-1 0,-5 4-6 16,-5 5 0-16,2 4 5 0,-3 3 1 16,-8 0-4-16,15 7 5 0,-9-1 1 15,-3 6 0-15,1-1 10 0,-1 3 7 16,-8 2 9-16,1-1 4 0,3 1 6 0,-7 1 3 15,4 0 10-15,-3-2 1 0,1-3-10 16,-4 2-44-16,5-4 0 0,-4 0 0 0,0-1 0 16,2-3 0-16,-2 1 0 0,-2-2 0 15,2 1 0-15,-2-1 0 0,-1-2-61 0,1-1-142 16,2-2-64-16,9 0-77 0,-20-2-64 16,20 2-50-16,-7-10-34 0,7 3-14 0,6-3 2 15,1 0 33-15,11-2 70 0,6-5 73 16,7-3 46-16,-2-1 38 0,-4 3 40 15,2-1 51-15,0 1 74 0,-8 7 81 0,-6-1 76 16,-1 2 72-16,-2 1 41 0,-1 1 38 0,-4 0 16 16,2 3 9-16,-2 2-4 15,-3 0-2-15,-2 3-7 0,0 0 4 0,0 0 10 16,0 0 3-16,0 0-14 0,-9 25-18 16,3-10-20-16,-4 3-20 0,5 3-18 0,-1-1-11 15,3 3-23-15,3-4-15 0,0 1-4 16,1-1-15-16,3-4-10 0,3 1-9 15,1-4-13-15,6 1-5 0,-1-4-9 0,1-4-3 16,-2-3-5-16,4-1-3 0,-1-2-6 16,1-4-5-16,0-4 2 0,0-1-5 0,-3-4 3 15,6-6-2-15,-8 0-3 16,-3 2-2-16,-3-2-1 0,0-4-3 0,-3 1-5 0,-2 5-1 16,0-1-1-16,-4 3-9 15,-1 0-31-15,0 4-27 0,-2 2-30 0,-5 3-37 16,0 4-50-16,1 1-57 0,-3 2-76 15,2 0-88-15,1 4-84 0,-5 0-86 0,5 2-109 16,2-1-53-16,2 1 72 0,1 3-530 16,6-4-645-16</inkml:trace>
  <inkml:trace contextRef="#ctx0" brushRef="#br0" timeOffset="11615.05">25953 5975 3263 0,'6'-3'66'0,"-6"3"55"0,5-4 30 0,-5 4 33 16,4-2 24-16,-4 2 3 0,0 0-2 15,0 0-11-15,0 0 7 0,0 0-1 16,0 0-5-16,0 0 4 0,6 16-32 0,-6-16-20 16,2 10-13-16,0-3-15 0,2 1-12 15,-2-2 11-15,1 2-14 0,3-3-11 0,-1 3-4 16,2-4-8-16,-2 0-4 0,-5-4-11 16,13 8-11-16,-13-8-1 0,18 0-4 0,-18 0-12 15,15-2 3-15,-15 2-13 16,15-10 3-16,-5 4-10 0,-5-2-6 0,4-3-19 0,-6-1-17 15,3-3-16-15,-4-1-18 16,-1-1-22-16,1 0-31 0,2 1-41 0,-4 3-65 0,0-1-85 16,0 6-83-16,0 1-101 15,-4 0-98-15,4 7-125 0,-5-4 48 0,5 4-510 16,0 0-631-16</inkml:trace>
  <inkml:trace contextRef="#ctx0" brushRef="#br0" timeOffset="11981.01">26337 5886 3324 0,'9'0'155'0,"-9"0"55"0,0 0 26 16,0 0 15-16,0 0 23 0,0 0 10 16,0 0 22-16,9 3 3 0,-9-3 7 0,0 0-9 15,0 14-10-15,0-14-11 16,-4 17-13-16,4-10-14 0,0 3-19 0,-2 2-19 16,2 0-23-16,0-1-34 0,0 3-15 15,0-5-17-15,-1 3-132 0,1-4 0 0,0 1 0 16,0 1 0-16,0-3 0 0,0 2 0 15,0-9 0-15,1 9 0 0,-1-9 0 0,0 0 0 16,12 0 0-16,-12 0 0 0,23-11 0 16,-8 4 0-16,-2-2 0 0,3 1 0 0,-3 1 0 15,-2-1 0-15,-3 3 0 0,3 0 0 16,-5 1 0-16,-1 1 0 0,-5 3 0 0,14 0 0 16,-14 0 0-16,0 0 0 15,11 9 0-15,-3-3 0 0,-4 4 0 0,2-3 0 0,-2 3 0 16,-1-2 0-16,1 3 0 15,2-1 0-15,-5 0 0 0,6-1 0 0,-2 0 0 16,1-1 0-16,0-1-411 0,-3-2-134 16,6-3-101-16,-2 1-129 0,0-1-46 0,-7-2 80 15,25-4-705-15,-3 3-896 0</inkml:trace>
  <inkml:trace contextRef="#ctx0" brushRef="#br0" timeOffset="12397.39">27441 5653 3916 0,'4'-21'-25'0,"0"5"71"0,-4 0 62 0,0 4 67 16,-4 2 56-16,0-1 30 0,3 1 22 0,-3 3 14 16,2 0-2-16,2 7-7 0,-10-8-5 15,10 8 6-15,0 0 2 0,-31 17-4 16,9 5-1-16,-5 11-12 0,-1 3-14 16,1 3-21-16,-2 5-132 0,6 0-107 0,5 0 0 15,-2 1 0-15,9-8 0 0,1 1 0 16,3-2 0-16,1-3 0 0,3-8 0 0,1-5 0 15,0-3 0-15,0-5 0 0,0 0 0 16,-1-5 0-16,3 1 0 0,0-8 0 16,7 7 0-16,-7-7 0 0,0 0 0 0,0 0 0 15,0 0 0-15,5-19 0 0,-5 11 0 16,-3-3 0-16,-1 1 0 0,-4 1 0 0,-3 1 0 16,-2 0 0-16,-3 6 0 0,-3 0 0 15,0 2 0-15,-4 4 0 0,0 4-4 16,-4 5-16-16,-2 3 4 0,5 5 4 15,1-3 0-15,4 5 4 0,6-6 0 0,3 0-8 16,2 0 5-16,5 0 5 0,3-2-7 16,2-1-22-16,1 1-47 0,7-3-65 0,3 2-40 15,5-3-72-15,11 2-61 0,3-1-28 16,4-2-33-16,4-1-80 0,6-3-118 0,1-4-171 16,3 2 56-16,-3-4 86 15,1 0-485-15,-5 2-564 0</inkml:trace>
  <inkml:trace contextRef="#ctx0" brushRef="#br0" timeOffset="12901.19">27510 6278 3021 0,'-19'0'11'0,"19"0"36"0,-15 0 33 15,5 4 46-15,10-4 39 0,-12 6 23 16,5-3 6-16,1 1 4 0,3 0 2 15,3-4 4-15,-8 8 4 0,8-8-6 0,-4 8 0 16,4-8-11-16,-2 6-3 0,2-6-11 0,0 0-11 16,5 11-16-16,-5-11-7 15,0 0-19-15,12 2-12 0,-12-2-12 0,0 0-4 16,24-4-9-16,-24 4-8 0,12-9-9 16,-4 3-3-16,-2-2-8 0,0-4-6 0,-1-1-6 15,-1-3-8-15,0-1 1 0,-1-1-6 16,-3-3-7-16,0-1 1 0,0 1 2 0,-1 3 0 15,1 2 12-15,-2-1 1 0,0 5-7 16,-2 0-4-16,1 4-8 0,-1 1-7 0,-2 1 1 16,6 6-6-16,-8-6 0 15,8 6 0-15,-7-4-5 0,7 4-1 0,0 0 1 16,0 0 4-16,0 0 4 0,0 0-6 16,0 0 1-16,26-8-4 0,-6 5-1 0,-2 1 6 15,4 2-6-15,-3-2-1 0,-1 0-3 16,2 2 3-16,-4 4 7 0,2-2 7 0,-5 2-2 15,1 3 8-15,-5 2 4 0,0 0-1 16,0 3-3-16,-2 1-1 0,-3 1 0 0,-1 3-7 16,3-3-3-16,-4 3-1 0,2 0-15 15,-4 0-26-15,2 0-41 0,0 0-47 0,-2 0-49 16,2-2-63-16,0-1-84 0,0 1-92 16,-1-3-89-16,-1-2-103 0,6 0-154 15,-2-1 58-15,-1-4-633 0,2 0-784 16</inkml:trace>
  <inkml:trace contextRef="#ctx0" brushRef="#br0" timeOffset="13164.15">28507 6077 3429 0,'1'-14'42'0,"1"1"79"15,-2 1 47-15,0 6 44 0,0 6 30 0,0-11 14 16,0 11 15-16,0 0 34 0,0 0 11 15,-30 29-6-15,-1 10-8 0,-1 9-20 16,-18 22-23-16,-2 11-20 0,-8 8-13 0,3 3-20 16,-4 4-20-16,2 4-17 0,4-4-19 15,6-4-40-15,-3-5-36 0,14-7-47 16,-5-9-57-16,17-19-49 0,-1-5-55 16,5-8-55-16,6-15-61 0,7-9-79 0,1-6-67 15,7-9-58-15,1 0-61 0,0 0-53 16,1-21-71-16,5 1-20 0,3-13-586 0,2-3-706 15</inkml:trace>
  <inkml:trace contextRef="#ctx0" brushRef="#br0" timeOffset="13332.57">28051 6353 3424 0,'2'-15'25'0,"-2"7"35"16,-2 2 15-16,0 1 24 0,2 5 21 16,0 0 11-16,0 0-7 0,0 0-8 15,-23 13-15-15,20-4-6 0,-1 0-12 16,0 2-16-16,4 1-35 0,2 0-40 0,-2 2-58 15,4 1-77-15,-1 0-75 0,3 1-93 16,0 3-108-16,0-4-146 0,-2 1 51 16,-1 1-271-16,1-1-274 0</inkml:trace>
  <inkml:trace contextRef="#ctx0" brushRef="#br0" timeOffset="13731.08">25267 6886 2463 0,'-51'-2'156'0,"-10"0"-26"16,13 0-19-16,3 0-6 0,9 2 7 0,13 0 33 15,9 0 7-15,10 0-9 0,4 0-16 16,0 0-14-16,111 2-7 0,9 2-11 0,29 2-11 16,23 2-11-16,70 3-9 15,14 4-1-15,9 5-8 0,-4 1-3 0,-1 3-8 16,-13-2 1-16,-13 0-7 0,-23 2-5 16,-64-9-2-16,-19-1-6 0,-42-5-17 0,-15-4-6 15,-20-2 0-15,-11-3 4 0,-9-4 7 16,-13-2-3-16,-2 1-3 0,-9-2-5 0,-1 3-14 15,-4-3-32-15,-4-1-34 0,-4 0-41 16,1-1-48-16,-2 2-58 0,-4 0-57 0,-2-4-75 16,1 4-124-16,-1 0-31 0,1 0 51 15,-4 0-178-15,1 0-135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03:19:08.1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26896 1917 3388 0,'-3'-14'186'0,"-1"6"-45"0,4-1-14 16,-6 2 33-16,6 7 14 0,-4-9-12 0,4 9-10 16,0 0 10-16,0 0 0 15,-44 26 0-15,14 4-15 0,-2 3 2 0,-3 4-9 16,5 1 4-16,-1 3-10 0,6 0-8 15,13-7-7-15,1 2-5 0,10-2-13 0,2-5-5 16,13 2-8-16,7-2-5 0,11 0-6 16,9-4-9-16,0-7-3 0,-1-7-13 15,1-6 3-15,2-5-3 0,-1-3-7 0,-4-6-2 16,-2-3-7-16,-2-3 4 0,-3-5 20 16,1-11-7-16,-9 4 12 0,-3-2 2 0,-7-4-1 15,-4-1-1-15,-2-3-9 0,-7-4-8 16,-5 2-7-16,-1 1-4 0,1-1-4 15,-6 5-8-15,0 4-4 0,2 9-12 16,2 4-16-16,-5 3-47 0,1 4-41 16,-4 5-45-16,-3 1-50 0,6 6-56 0,-10 1-54 15,3 4-61-15,-1 2-55 0,-2 1-73 16,7 2-100-16,0-2-134 0,6 0 39 0,2-1-439 16,7-1-592-16</inkml:trace>
  <inkml:trace contextRef="#ctx0" brushRef="#br0" timeOffset="232.97">27058 2085 2933 0,'7'7'-59'0,"-6"-4"42"16,-1-3 31-16,10 7 52 0,-10-7 45 0,14 4 61 16,-2-4 26-16,5 0 15 0,4 0-2 15,24 0 0-15,5 0-16 0,22 0-16 16,7 3-18-16,11 0-11 0,30 3-19 0,4-1-16 16,-1 3-10-16,5 0-12 0,-6 0-12 15,3-2 6-15,-12-2-25 0,2 1-30 0,-29-3-37 16,-2-2-31-16,-5-4-35 0,-6 8-37 15,-10-4-29-15,-18 0-26 0,-4 0-14 16,-12 0 3-16,-9 0 2 0,-3 0-5 0,-6 0-18 16,1-2-39-16,-12 2-54 0,8 0-69 15,-8 0-92-15,0 0-99 0,0 0-185 16,0 0-223-16</inkml:trace>
  <inkml:trace contextRef="#ctx0" brushRef="#br0" timeOffset="598.97">29236 2027 2015 0,'0'0'111'0,"-3"-13"32"15,-3 10 7-15,6 3 16 0,-7-6 26 0,7 6 34 16,-21 4 16-16,1 4 15 0,-7 4 1 16,-1 5-4-16,-1 4-20 0,-1 9 15 0,-1 4 4 15,9-6-15-15,3-1-13 16,6 0-4-16,2-5-14 0,6-1-12 0,5-1-20 15,4 2-14-15,10 5-19 0,4-1-5 16,7-4-15-16,4-3-13 0,3-2-6 16,2-5-14-16,5-3-7 0,-3-4-13 0,-6-5-14 15,-1 0-2-15,-2-4 2 0,-3-1-8 16,-3-2-5-16,6-8 1 0,-10 0-3 0,-5-1 0 16,-1 1-3-16,-6-7-8 0,-2-3-1 15,-3-1-6-15,-7-10 1 0,-2 0-7 16,0 4-6-16,-5 3-4 0,-1 3-6 15,3 6-2-15,-1 3-34 0,-2 5-42 16,-2 4-47-16,-1 2-54 0,0 6-61 0,-1 0-83 16,-4 6-84-16,4 2-97 0,0 2-145 15,4-2-135-15,5 3 85 0,8-1-507 0,4 0-669 16</inkml:trace>
  <inkml:trace contextRef="#ctx0" brushRef="#br0" timeOffset="965.88">30368 2373 3563 0,'-26'-7'58'0,"1"1"43"0,4 4 41 0,4-2 64 0,2-2 53 16,4 4 28-16,-1-2 8 0,2 2-14 15,10 2-21-15,-7-4-24 0,7 4-30 0,0 0-17 16,45-5-24-16,20 5-12 0,15 3-14 16,39 1-13-16,17 6-13 0,17 2-12 0,8 1-12 15,-2 3-8-15,3 1-13 0,-1-2 1 16,-12-1-9-16,-5 3-12 0,-12-3-2 16,-19-3-24-16,-32-4-22 0,-17-2-2 0,-14 1-10 15,-10-3 5-15,-11 0 4 16,-8-3-6-16,-4 0-8 0,-4 0-6 0,-3 0-19 0,-10 0-29 15,7-5-36-15,-7 5-52 16,0 0-57-16,0 0-66 0,0 0-71 0,0 0-66 16,-40-3-80-16,26 3-130 0,0 0-109 15,1 0 78-15,-1 0-400 0,14 0-531 16</inkml:trace>
  <inkml:trace contextRef="#ctx0" brushRef="#br0" timeOffset="1549.09">32259 2397 2910 0,'0'0'11'0,"-2"-14"33"0,2 14 26 16,0-8 18-16,0 8 19 0,-6-9 22 15,6 9 30-15,-15 2 29 0,-4 6 17 0,-10 10 4 16,1 2-2-16,-9 7 16 0,3 6 1 16,4 3 6-16,1 1 11 0,11-6 7 15,2 2 4-15,7 2-9 0,5 0-5 0,4-6-7 16,6 4-4-16,3 1-7 0,8-3-6 16,6-3-10-16,14 3-13 0,0-6-18 15,7-4-14-15,6-4-15 0,-9-8-13 0,4-5-60 16,-4-4-71-16,2-4 0 0,-4-1 0 15,-3-8 0-15,0 0 0 0,-3-7 0 16,-5-1 0-16,3-12 0 0,-4-3 0 16,-2-5 0-16,-6-7 0 0,-4-1 0 0,-4-6 0 15,-5-4 0-15,-4 2 0 0,-4 13 0 16,-6-6 0-16,-7 6 0 0,0 10 0 0,-4 5 0 16,-6 8 0-16,-5 3 0 0,-4 11 0 15,-4 4 0-15,-5 5 0 0,-2 4-20 16,-7 12-528-16,4 1-100 0,5 4-134 0,3 1-111 15,3 5 81-15,8-6-714 16,5 0-972-16</inkml:trace>
  <inkml:trace contextRef="#ctx0" brushRef="#br0" timeOffset="2615.16">30567 1714 4315 0,'11'-9'-144'0,"-1"1"19"0,1 1 33 0,2 2 51 15,3-2 40-15,5 2 32 16,-1 2 20-16,3-1 4 0,-3 4 13 0,0 0 7 16,0 2 4-16,-3 0 7 0,0 1-3 15,-3 0 6-15,0 3 2 0,-3 0 9 0,0-2 13 16,-2 3 15-16,-4 1 9 0,-1 2 10 16,-2-2 3-16,-6 1 1 0,1 5 1 15,-7-2 1-15,-4 3-15 0,-4 2-8 0,-7 1-15 16,2-1 3-16,3-5-15 0,4 1 8 15,3-5-13-15,1-1-3 0,3-2-12 16,1 0 3-16,3 1-3 0,-2-1-11 0,7-5-6 16,-7 8-1-16,5-1-6 15,2-7 7-15,6 14-3 0,-3-5-6 0,8-1-5 16,-4 0-4-16,2 1 2 0,1-1-6 16,1-1 0-16,-3 3-2 0,-3-6 0 0,2 4 11 15,-2-4 14-15,-5-4 9 0,4 7-4 16,-4-7 7-16,6 6-16 0,-6-6-63 15,0 0 0-15,0 0 0 0,-10 12 0 0,10-12 0 16,-14 0 0-16,14 0 0 0,-16 4 0 16,16-4 0-16,-20 0 0 0,20 0 0 0,-19-2 0 15,19 2 0-15,-17-2 0 16,17 2 0-16,-13-3-159 0,9 0-197 0,2-3-48 0,2 6-42 16,2-9-15-16,6 1-6 15,5 0 14-15,7 1 16 0,10-5 9 16,2 4 43-16,8-3 36 0,0 3 41 0,4-2 33 15,-2 1 44-15,2-1 50 0,-6 1 42 16,0-1 62-16,-6 1 46 0,-7 1 49 0,-4 1 42 16,-2 2 40-16,-3 0 55 0,-5 0 40 15,1 1 20-15,-3 0 7 0,-4 3-9 16,3-2-17-16,-8 3-24 0,10-2-19 0,-10 2-9 16,0 0 3-16,0 0-5 15,0 0-10-15,-37 12-5 0,24-5-4 0,-5 0-11 0,6-2-7 16,-1 5-7-16,-1-1-11 15,1 1-8-15,3-2-3 0,0 3 1 0,3 1-6 16,3-1 0-16,3 1 3 0,2 0-1 16,3 5-6-16,2-1-8 0,3 3-5 15,5 6-4-15,-3-3-2 0,-2-5 9 0,-1-3 5 16,-2-1 16-16,-1-1 8 0,-3-2 16 16,2 1 1-16,-2-5 13 0,0 1 6 0,-2-7 10 15,-2 12 17-15,-4-8 7 0,-1 4-5 16,-2-1-19-16,-5-2-13 15,-3 0-12-15,0-1-12 0,-5-2-12 0,6 1-61 16,-2-3-22-16,-2-3 0 0,0 1 0 16,-4-5-56-16,0 0-146 0,2 0-83 0,-8-8-91 15,5 1-111-15,-2-3-115 0,9 1-157 16,4 3-65-16,0-3 89 0,3 0-580 16,2 5-771-16</inkml:trace>
  <inkml:trace contextRef="#ctx0" brushRef="#br0" timeOffset="3099">30839 1382 3475 0,'-11'-12'-133'0,"1"1"17"0,-3 3 13 0,-1 1 28 0,1 0 33 0,-4 0 13 16,2 4 9-16,-3 3 2 0,-4 1 12 0,-3 6 6 16,-9 7-2-16,-6 7 5 0,-2 10 1 15,2 2-1-15,1 6 0 0,7 0 6 16,3 2 5-16,3-1 4 0,5-1-2 16,7-8-3-16,7-1 2 0,3-4 1 15,4-5 0-15,4 2-1 0,2-1-2 0,9 3 1 16,6 0-1-16,4-3 0 0,5-2 2 15,11 1-4-15,2-2-1 0,-3-8 3 16,2-4-4-16,0 0-1 0,0-2-2 0,0-3 2 16,1-5-3-16,0-2 3 0,-1-6-1 15,6-4 14-15,-3-5 38 0,-4-8 36 16,-4-4 20-16,-2-9 16 0,-9-5-7 0,-9-7 5 16,-5 0 2-16,-10 7 3 0,-8 3-15 15,-11-6-8-15,-10 5-16 0,-13 6-12 0,-8 8-12 16,-9 2-6-16,-10 10-5 15,-5 4-9-15,-3 2-2 0,-4 5-30 16,-7 4-41-16,-2 1-49 0,-1 4-56 0,1 3-63 0,4 0-95 16,1 0-147-16,-1-2-233 15,1 3 61-15,10-3-245 0,0 2-333 0</inkml:trace>
  <inkml:trace contextRef="#ctx0" brushRef="#br0" timeOffset="3931.62">30990 1409 2361 0,'-14'-25'-25'0,"-6"0"8"0,-11 7 2 15,-8 7 15-15,-4 8 30 0,-18 4 19 0,-9 12 16 16,-23 14 17-16,-7 10 25 0,-1 6 26 16,2 13 16-16,6 2 23 15,7 2 15-15,11 2 9 0,12-2-2 0,25-12-5 0,10 3 2 16,9 2 1-16,17 4-1 0,15-1-8 16,20-2-15-16,31 13-11 0,17-4-14 15,10-7-15-15,10-7-12 0,6-7-13 16,7-9-6-16,-2-7-10 0,-1-11-6 15,-23-8-7-15,-7-7-7 0,-2-11 0 0,-13-5-4 16,11-18-9-16,-22-3 10 0,2-16 1 16,-16 5-7-16,-16-10-1 0,0-4-6 0,-11-11-11 15,-8-9-5-15,-10-22-9 0,-15 1-4 16,-10 9-8-16,-13 6-2 16,-7 10-11-16,-11 9-19 0,-8 12-31 0,-14 13-26 0,-6 10-28 15,-5 6-39-15,13 15-41 0,-6 7-33 16,2 8-47-16,7 8-36 0,2 7-54 15,8 6-68-15,6 2-118 0,6 6-137 0,8 5 71 16,10 0-253-16,6 3-342 16</inkml:trace>
  <inkml:trace contextRef="#ctx0" brushRef="#br0" timeOffset="13713.17">3699 3089 2776 0,'-6'-11'279'0,"2"2"23"15,0 2 27-15,4 7 32 0,-4-9-2 16,4 9-12-16,-2-6-32 0,2 6-37 0,0 0-27 15,0 0 26-15,0 0 3 0,-4 24-27 16,6-6-20-16,-2 3-23 0,2 3-22 0,2 1-17 16,2 7-14-16,0 0-18 0,-1-7-14 15,1-1-13-15,-1-4-9 0,1 0-10 16,-1-4-9-16,-2-2-8 0,1-3-9 0,-2 0-41 16,0-3-26-16,1 0 0 0,-1-1 0 15,-2-7-5-15,2 9-113 0,-2-9-75 16,0 0-67-16,0 0-48 0,0 0-55 15,0 0-40-15,-11-30-30 0,7 13-14 0,3-9 1 16,-6-12 13-16,5 1 41 0,-2 1 51 16,-3-1 64-16,2 4 58 0,-5 1 62 15,2 6 52-15,2 6 56 0,-3 1 54 0,2 0 43 16,-1 0 49-16,0 6 50 0,1-1 27 16,3 4 16-16,-1-1-2 0,4 4-7 0,-1 1-30 15,0-1-16-15,2 7-11 0,10-8 5 16,-1 8 7-16,-9 0 2 0,40 10-12 0,-8-1-4 15,3 7-6-15,5 5-12 16,0 1 25-16,-10 0-3 0,3 7 0 0,-8-7 30 16,-2 5 1-16,-3 0-6 0,0-1-1 15,-9 0-1-15,-3-4 2 0,-3-3-7 16,-3 0-7-16,-2-1-9 0,-2-1-10 0,-1-1-9 16,-6 1-12-16,4-2-10 0,-4 1-8 15,-1-4-6-15,0 0-6 0,-1 1-7 0,-2-6-15 16,1 2-31-16,-1-6-30 0,-1 3-69 15,2-5-71-15,-4-1-59 0,3-1-63 0,-3-5-70 16,3 1-77-16,0-4-84 0,1 0-107 16,5-5-169-16,3-2 46 15,2-1-565-15,6 0-762 0</inkml:trace>
  <inkml:trace contextRef="#ctx0" brushRef="#br0" timeOffset="13913.02">4081 3021 3350 0,'10'-7'-5'0,"-2"2"60"0,-5 0 35 0,-3 5 6 0,10-3-4 0,-10 3 34 0,0 0 52 16,13 13 20-16,-7-1-10 0,3 7-7 16,3 8-8-16,-1 2-13 0,1 2-17 0,-1 2-10 15,-1-2-12-15,0 0-14 0,-3-8-8 16,-1-1-14-16,1-2-38 0,-3-3-44 16,2-2-51-16,-2-1-58 0,0-2-73 15,-1-2-73-15,-1 0-66 0,-2-4-106 16,0-6-133-16,4 5-88 0,-4-5 53 0,0 0-258 15,0 0-335-15</inkml:trace>
  <inkml:trace contextRef="#ctx0" brushRef="#br0" timeOffset="14080.39">4258 2930 2434 0,'-5'-16'76'0,"3"7"47"0,0-2 38 16,0 5 27-16,-1-2 5 0,3 8-18 15,-4-9-17-15,4 9-21 0,-2-8-25 16,2 8-17-16,0 0-41 0,0 0-53 0,0 0-65 15,0 0-72-15,20 0-68 16,-20 0-78-16,16 6-77 0,-3-4-118 0,1 0-43 16,1 0-115-16,2-2-131 0</inkml:trace>
  <inkml:trace contextRef="#ctx0" brushRef="#br0" timeOffset="14396.81">4531 2882 1638 0,'0'0'1'0,"0"0"37"0,0 0 25 16,-9 14 16-16,9-14 11 0,-8 10 1 15,5-3 0-15,-4-1 2 0,5 4-5 16,-1-2 6-16,1 1-3 0,0 1 4 0,2 2-3 16,0-5 3-16,4 5-6 15,-1-2 6-15,8 2 18 0,-4 2 1 0,2-4 2 0,3 0 14 16,-1 0 11-16,0-1 9 16,3 0 14-16,-5 1 15 0,2-3 9 0,-2 1 0 15,-2-1 2-15,2 0-8 0,-3 0-8 16,0 0-26-16,0-1-7 0,0 0-9 15,-6-6-7-15,5 11-12 0,-3-5-6 0,-2-6-6 16,2 10-6-16,-2-10-9 0,-4 10-3 16,0-3-8-16,1-2-10 0,-5 2-3 0,-2-1-7 15,1-2-4-15,-2 0-35 0,-1-2-30 16,-1 0-51-16,13-2-54 0,-27-2-82 16,16 0-94-16,1-2-99 0,2 2-110 0,5-4-149 15,3-3-36-15,3 1 69 0,7-2-351 16,11-13-447-16</inkml:trace>
  <inkml:trace contextRef="#ctx0" brushRef="#br0" timeOffset="14632.26">5162 2695 2624 0,'-7'-6'29'0,"-1"0"47"0,8 6 40 16,-16-3 38-16,9-2 18 0,7 5 10 15,0 0-4-15,-25 8-1 0,18 1 3 0,-3 3 7 16,-2 5-1-16,3 2 0 0,-5 8 4 15,3 2-6-15,0 5-18 0,3-5-8 16,1 2-14-16,-1-4-20 0,4-3-11 0,1-1-11 16,3-4-10-16,0 2-22 15,3 1-40-15,3-1-51 0,1-4-71 0,1-2-77 16,2-3-83-16,1-3-87 0,5-4-125 16,0-3-129-16,6-4-74 0,-4-2 68 0,1-2-294 15,6-2-374-15</inkml:trace>
  <inkml:trace contextRef="#ctx0" brushRef="#br0" timeOffset="14946">5386 2772 2372 0,'-3'-12'79'0,"1"4"63"0,-2-1 48 0,1 3 28 15,3 6 11-15,-6-9-12 16,6 9-18-16,0 0-3 0,0 0 10 0,0 0-16 16,-14 17-19-16,10-5-14 0,1 0-15 15,1 3-12-15,0-1-13 0,0 0-14 16,2-1-9-16,2 1-7 0,0-2-10 0,3 2-3 15,-1-3-2-15,1 1-10 0,4-2 7 16,-2-6 9-16,3 2 11 0,2-4-13 0,-12-2 4 16,28-4-3-16,-13-2 0 0,4-4 4 15,-4 0 3-15,-1-3 10 0,-1-1 10 16,1-3 5-16,-5-2-1 0,-2 0-14 0,-1-3-11 16,-4-2-9-16,1 2-4 0,-6-2-16 15,-1 1-8-15,0 3-32 0,-3 3-25 0,2 5-45 16,-3-1-51-16,-2 6-54 15,-1 2-48-15,-3 1-68 0,1 4-65 0,13 0-74 16,-25 6-107-16,16-4-157 0,0 2-31 16,2-2 65-16,4 4-356 0,3-6-478 0</inkml:trace>
  <inkml:trace contextRef="#ctx0" brushRef="#br0" timeOffset="15365.26">5852 2452 2766 0,'0'-9'163'15,"2"4"81"-15,-2 5 43 0,0 0 20 16,0 0 19-16,2-7-14 0,-2 7-22 16,0 0 3-16,0 0 34 0,0 0-14 15,2 36-22-15,-4-15-11 0,2 3-17 16,-2 3-20-16,2 1-23 0,-4 7-15 0,4-6-15 16,-2-2-6-16,2-5-19 0,0-1-12 15,0-4-18-15,-1-2-13 0,-1-3-10 0,2-2-112 16,0-1 0-16,-3 1 0 0,1-3 0 15,2-7 0-15,2 10 0 0,-2-10 0 0,0 0 0 16,0 0 0-16,0 0 0 0,12-31 0 16,-7 9 0-16,7-10 0 0,1-1 0 15,0 0 0-15,1 2 0 0,-5 10 0 16,1 4 0-16,-4 5 0 0,0-1 0 16,-1 5 0-16,-1 0 0 0,0 2 0 0,-4 6 0 15,12-6 0-15,-12 6 0 0,0 0 0 16,22 14 0-16,-12-5 0 0,1 3 0 0,-2 6 0 15,1-4 0-15,2 3 0 0,-5 2 0 16,0 0 0-16,3 1 0 0,-4 0 0 0,0-5 0 16,-5 0-23-16,3 1-337 0,-2-1-77 15,3-1-108-15,-4-3-120 0,1-5-184 16,2-1 34-16,2-3 90 0,-6-2-558 0,0 0-742 16</inkml:trace>
  <inkml:trace contextRef="#ctx0" brushRef="#br0" timeOffset="15780.54">6342 2371 3367 0,'-2'-11'66'16,"0"2"100"-16,2 4 61 0,-2-3 37 16,2 8 30-16,0 0 14 0,-2-7-26 15,2 7-32-15,0 0 16 0,0 0 21 0,0 0-8 16,2 25-18-16,-2-10-2 0,2 6-14 16,0 5-22-16,0 8-24 0,0-4-15 0,-1 6-18 15,-1-5-18-15,0-4-12 0,0-5-16 16,0-3-10-16,0 1-26 0,2-3-84 0,-2-5 0 15,0-1 0-15,0 1 0 16,0-4 0-16,0-1 0 0,0-7 0 0,0 8 0 16,0-8 0-16,0 0 0 0,0 0 0 15,0 0 0-15,4-31-71 0,1 10-37 16,2-14 8-16,0-2 9 0,4 0 15 0,-3 3 4 16,2 5 8-16,1 1 10 0,-4 7 8 15,-2 6 15-15,-1 5-8 0,-1 2 3 0,-1 1-2 16,-2 7 20-16,10-5 34 0,-10 5 14 15,0 0 19-15,21 12-6 0,-14-2 9 16,2 2 1-16,0 1 0 0,-2 3-4 0,2 1-5 16,2 0-5-16,-6 2 4 0,1-2-12 15,-1-2 0-15,-1 2-7 0,1-3-23 16,-5-2-36-16,2 1-49 0,1-6-66 16,-1 2-67-16,-2-2-82 0,2 1-96 0,-4-2-111 0,2-6-141 15,-2 9-165-15,2-9 62 0,0 0-614 16,0 0-818-16</inkml:trace>
  <inkml:trace contextRef="#ctx0" brushRef="#br0" timeOffset="16162.21">6817 2377 3685 0,'0'0'13'0,"0"0"48"0,0 0 48 0,0 0 41 0,0 0 28 0,0 0 16 0,0 0 28 0,0 0 17 0,0 0 8 0,0 0-5 16,0 0-4-16,0 0-7 0,0 0-14 15,0 0-15-15,14 12-19 0,-14-12-20 16,8 8-15-16,-5-4-6 0,-3-4-16 0,12 5-10 16,-12-5-9-16,13 0-15 0,-13 0-5 15,0 0-15-15,20-4-15 0,-13 1-9 0,-7 3-31 16,8-12-2-16,-5 5-15 0,-3 0 0 16,0 7-12-16,0-13-3 0,0 13 1 0,-9-9-3 15,9 9 0-15,-17 0 1 16,17 0 3-16,-25 9-10 0,8 2 1 0,0 1 8 15,-4 7-2-15,5-2 8 0,3-1-9 0,2 1 3 16,1 0 5-16,3-2 8 16,-1-1-5-16,5 1-8 0,-1-1 8 0,2-2 2 15,2-2 2-15,0 0 2 0,4-2-5 16,1-2-29-16,3-3-55 0,3-1-76 0,5-2-82 16,-2-2-75-16,9-3-64 0,13-3-24 15,12-9-51-15,1-2-54 0,1-2-72 16,0-4-70-16,2-3 31 0,-5-2-339 0,1-4-443 15</inkml:trace>
  <inkml:trace contextRef="#ctx0" brushRef="#br0" timeOffset="16381.43">7400 2143 2608 0,'0'0'31'15,"-22"-4"49"-15,11 4 56 0,11 0 33 16,-21 6 36-16,8 1 24 0,-3 5 14 0,3 1 7 16,-8 9 3-16,4 3-4 15,0 0-15-15,3-1-15 0,5-3-30 0,1-1-8 16,5-3-22-16,1 3-8 0,2-5-16 15,2 0-17-15,1 1-7 0,5-3-8 0,1-2-24 16,3-1-32-16,1-6-49 0,1 0-47 16,4-5-63-16,0-2-74 0,5-1-64 15,9-8-53-15,-1-1-37 0,-3-4-28 16,-2-6-33-16,8-12-13 0,-9-2 19 16,4-6 15-16,-4-2 36 0,4-2-552 0,-1-10-379 0</inkml:trace>
  <inkml:trace contextRef="#ctx0" brushRef="#br0" timeOffset="16865.14">7735 1771 2177 0,'16'-72'-154'0,"-2"5"47"0,-1-1 53 0,3-2 29 15,-3 0 37-15,-4 7 41 0,3 10 40 16,-4 17 44-16,-7 7 38 0,1 9 16 16,0 3-9-16,-2 5-30 0,-2 4 25 0,2 8 32 15,0 0 21-15,0 0 17 0,-25 49 17 16,7-3 18-16,2 10 2 0,1 8 4 0,1 6-24 16,3 0-25-16,2 4-11 0,-1-1-24 15,4-1-31-15,6 1-21 0,0-3-10 16,2-3-14-16,2-6-25 0,-2-3-37 0,4-12-44 15,-4-7-53-15,0-10-57 16,0-5-53-16,2-7-45 0,-3-2-29 0,-1-6-33 0,0-1-32 16,2-2-14-16,-2-6 9 0,0 0 26 15,0 0 31-15,0 0 37 0,-13-35 35 16,-1 8 43-16,-4-4 31 0,2 1 31 16,-1-1 38-16,-2 3 34 0,4 3 51 0,2 8 21 15,3 5 2-15,2 0-16 0,3 3-3 16,-5 1-13-16,7 5 16 0,3 3 15 15,-12-3 3-15,12 3 2 0,0 0 1 0,0 0 3 16,-10 0 6-16,10 0 14 16,0 0 13-16,0 0 4 0,0 0-1 0,0 0-6 0,48 0-9 15,-27-6-12-15,11-3-8 16,0-2-14-16,4-1-8 0,-2 0-9 0,-4 2-17 16,-3 1-4-16,-9 6-10 0,0 1-10 15,-1 2-5-15,-4 4 1 0,2 2 3 0,1 6-7 16,-5 5-3-16,1 1 2 0,-1 9 1 15,-3-2-3-15,-5-2 3 0,1 2-6 0,1-1-2 16,-4-3-2-16,-1-1-11 0,2-3-32 16,0 0-35-16,-2-5-38 0,0-2-52 15,0 1-49-15,2-5-65 0,0 1-80 0,-2-7-105 16,0 5-124-16,0-5-132 0,0 0 65 16,0 0-381-16,15-26-500 0</inkml:trace>
  <inkml:trace contextRef="#ctx0" brushRef="#br0" timeOffset="17029.04">8164 1608 2701 0,'-12'-3'-56'0,"12"3"17"0,0 0 10 16,-12-4 0-16,12 4 5 0,0 0-1 16,0 0 4-16,0 0-15 0,0 0-38 0,-9 12-55 15,11-5-64-15,-2-7-85 0,7 14-324 16,1-7-100-16</inkml:trace>
  <inkml:trace contextRef="#ctx0" brushRef="#br0" timeOffset="17378.81">8384 1783 1542 0,'2'9'43'0,"-4"3"69"15,0-2 63-15,-5 0 58 0,2 4 50 16,-7 0 39-16,0 1 24 0,1 1 7 0,-1-1-2 16,-1 0-6-16,3-1-12 0,3-2-8 15,1 0-33-15,1-2-25 0,-1-1-22 16,4 1-19-16,1-2-10 0,1 0-13 0,0-8-11 15,3 11-23-15,3-5-9 0,1-2-16 16,-7-4-11-16,18 6-17 0,-9-6-14 0,-9 0-5 16,23 0-7-16,-23 0-11 0,19-2-5 15,-19 2-2-15,15-2-5 0,-15 2-11 0,0 0-2 16,15 2-4-16,-15-2-8 16,0 0-7-16,12 2 0 0,-12-2-9 15,0 0-3-15,2 8-3 0,-2-8-4 0,4 7-3 16,-4-7-2-16,1 8-4 0,-1-8 5 15,4 8-3-15,-4-8 1 0,4 6-4 0,-4-6 5 16,0 0-1-16,12 3-1 0,-12-3 0 16,0 0-1-16,20 0-10 0,-20 0-39 0,16-5-75 15,-16 5-77-15,18-4-80 0,-11 2-92 16,-7 2-98-16,13-1-110 0,-13 1-156 16,13 3-91-16,-13-3 89 0,6 6-586 15,-6-6-775-15</inkml:trace>
  <inkml:trace contextRef="#ctx0" brushRef="#br0" timeOffset="18796.04">2013 6670 3699 0,'-3'-10'17'0,"-1"3"54"0,0 0 44 0,4 7 32 16,-3-10 20-16,3 10 15 0,0 0-7 0,-4-4-17 16,4 4-4-16,0 0 35 0,0 0 11 15,2 26 2-15,-2-13-9 0,0 8-11 16,0 0-16-16,0 6-7 0,-2 7-11 0,0 2-9 16,0-1-18-16,1-5-3 15,-2-5-19-15,3-1-9 0,-2-4-4 0,0-2-17 0,2-5 3 16,0 1-9-16,-2-4 7 15,2 0 44-15,0 1 24 0,2-3 27 0,-2-8-5 16,0 0-18-16,0 0-17 0,0 0-29 16,0 0-96-16,0-25 0 0,0 4 0 0,0-8 0 15,4-11 0-15,-1 1 0 0,-2-1 0 16,3 8 0-16,0 4 0 0,-1 6 0 16,-3 5 0-16,2 3 0 0,-2 2 0 0,2 0 0 15,0 4 0-15,-2-2 0 0,2 6 0 16,-2 4 0-16,5-4 0 0,-5 4 0 15,0 0 0-15,0 0 0 0,23 13 0 0,-13-6 0 16,2-1 0-16,1 1 0 0,-1 0 0 16,-3 0 0-16,4 0 0 0,-3-4 0 15,1 1 0-15,-2-1 0 0,-9-3 0 16,20-3 0-16,-5-4 0 0,0-7 0 0,6-6 0 16,0-6 0-16,0-3 0 0,-2 2 0 15,2-2 0-15,-2 6 0 0,-1-2 0 0,-7 8 0 16,-2 5 0-16,-1 2 0 0,-2 3 0 15,-1 2 0-15,-5 5 0 0,11 0 0 0,-11 0 0 16,18 12 0-16,-9 3 0 0,3 1 0 16,-1 1 0-16,4 7 0 0,-3-3 0 15,-1-3 0-15,-1 2 0 0,-2-4 0 0,1 2 0 16,-2-5 0-16,2 1 0 16,-6-3 0-16,3-3 0 0,-2 1 0 0,-1-2 0 15,1 0 0-15,-2-2-206 0,-2-5-244 16,6 5-106-16,-6-5-110 0,0 0-156 0,0 0 16 15,0 0 74-15,19-17-613 0,-2 3-799 16</inkml:trace>
  <inkml:trace contextRef="#ctx0" brushRef="#br0" timeOffset="19212.47">3012 6260 3586 0,'-2'-7'-28'0,"-3"0"74"0,5 7 55 0,-6-12 25 0,4 9 30 15,2 3-2-15,-8-7-5 16,8 7-13-16,0 0-6 0,0 0 0 0,0 0 13 16,-28 12 8-16,16-3 1 0,-1 3-3 15,-2 3 0-15,0 1-15 0,-3 5-11 0,0 2-19 16,6-2-11-16,4-7-11 0,3 3-7 16,1-6-9-16,2 0-6 0,2-1-1 15,2 1-1-15,6-3-4 0,-1 0-6 0,2-1 8 16,3 0 2-16,1 2 5 0,3-3 20 15,-3 1 19-15,1 2 10 0,0-1 16 0,0 4 14 16,-3-3 19-16,-1 2 12 0,0 0 9 16,-1-1 2-16,-2 2 9 0,-3-3-25 15,0 3-168-15,1-2 0 0,-4 2 0 16,-2 1 0-16,-2-3 0 0,-1 1 0 16,-2 0 0-16,1 0 0 0,-2-1 0 0,-4-1 0 15,4 1 0-15,-2-3 0 0,-1-1 0 16,0 0 0-16,-1-1 0 0,-1-4 0 0,12-1 0 15,-22-1 0-15,10-4 0 0,-1-3 0 16,4 0-378-16,2-5-326 0,4-3-120 0,3-1-57 16,7-5 78-16,9-7-762 0,9-7-1007 15</inkml:trace>
  <inkml:trace contextRef="#ctx0" brushRef="#br0" timeOffset="19461.79">3386 6092 4020 0,'4'-19'-58'0,"-2"5"113"16,2 5 97-16,-3 0 61 0,-1 2 42 15,0 7 44-15,2-10 4 0,-2 10-29 16,0 0-31-16,0 0 10 0,0 0 35 0,0 0 1 16,-2 30-3-16,-1-5 3 0,-1 16-15 15,0-1-9-15,0 3-12 0,2 3-25 0,-4 8-218 16,4-11-10-16,2 2 0 16,-3-3 0-16,1-3 0 0,2-3 0 0,0-7 0 15,0-5 0-15,2-5 0 0,-2-1 0 16,0-5 0-16,2 1 0 0,-1-5 0 0,-1-1 0 0,0-2 0 15,0-6-260-15,0 0-207 16,0 0-66-16,0 0-72 0,10-28-80 0,-10 9-115 16,-2-7 51-16,-2-15-643 0,-3-12-844 15</inkml:trace>
  <inkml:trace contextRef="#ctx0" brushRef="#br0" timeOffset="19645.87">3214 6100 3738 0,'-12'-8'5'15,"3"0"84"-15,2 3 70 0,3-1 58 0,4 6 47 16,-7-8 34-16,7 8 22 0,-5-8-4 15,5 8-2-15,-2-7-13 0,2 7-21 16,0 0-27-16,12-14-27 0,-4 8-25 0,6-3-22 16,2-3-35-16,5 4-61 15,-4-2-89-15,10-3-105 0,1-2-104 0,-3 7-125 16,6-4-119-16,-2 0-142 0,-1 1-209 16,3-2 62-16,-1 1 85 0,-5 3-505 0,-5 1-634 15</inkml:trace>
  <inkml:trace contextRef="#ctx0" brushRef="#br0" timeOffset="21211.55">4518 5658 3165 0,'-2'-26'-17'0,"0"4"52"0,2 3 49 16,-1 6 55-16,1 1 45 16,-2 0 28-16,0 1 20 0,2 3 5 0,-3-2-14 0,3 10-16 15,-2-11-28-15,2 11-18 16,0 0 7-16,0 0 29 0,-7 35 15 0,1 0 13 15,1 6 4-15,1 16 0 0,-6 5-6 16,4 3-1-16,1 4-9 0,-1-2-18 0,1-3-16 16,-2-3-17-16,3-3-17 0,3-12-17 15,-1-3-10-15,2-5-11 0,0-9-12 16,0-6-8-16,0-3-71 0,0-5-16 0,0-1 0 16,3-3 0-16,-3-1 0 0,0-3 0 15,0-7 0-15,0 0 0 0,6 5 0 0,-6-5 0 16,0 0 0-16,5-24 0 0,-7 9 0 15,-3-5 0-15,0-3 0 0,-5-6 0 0,1 6 0 16,-1 2 0-16,-1 4 0 16,0 3 0-16,-1 6 0 0,-5 4 0 0,1 4 0 15,-1 2 0-15,-2 8 0 0,0 3 0 0,-1 5 0 16,0 5 0-16,3 0 0 0,6 0 0 16,1 4 0-16,4-4 0 0,2-1 0 15,4-3 0-15,2-2 0 0,0 3 0 0,4-1 0 16,2 0 0-16,-1-2 0 0,7-3 0 15,1-2 0-15,2-4 0 0,-4 0 0 16,7-7-216-16,0-1-95 0,5-5-87 0,9-2-104 16,-1-7-106-16,0-3-144 0,-1-2-42 15,-3-3 79-15,9-3-610 0,-2-4-781 16</inkml:trace>
  <inkml:trace contextRef="#ctx0" brushRef="#br0" timeOffset="21527.84">4789 6106 3563 0,'-2'-10'10'0,"2"10"71"15,-4-7 25-15,4 7 25 0,0 0 37 0,0 0 30 16,0 0 11-16,-14 22-2 0,11-8-5 16,-1 3-5-16,0 5-6 0,2 0-15 0,1 0-10 15,1 1-6-15,1-1-14 0,1-3-8 16,2 1-3-16,1-3-8 0,1-2-3 0,1-3-3 16,4 0 7-16,-2-4-11 15,5-3-5-15,-3-1-11 0,4-3-10 0,0-2-9 16,0-4-11-16,3-1-4 0,-6 0-5 0,6-6-11 15,-5 4-10-15,-3-1-4 16,-1-6-26-16,-3 2-5 0,-4-4-2 0,-2 0-4 16,-4-6-4-16,0 1 2 0,-3 1-2 15,1 1-10-15,-4 3-21 0,1 5-12 0,-2 1-14 16,-1 5-17-16,-1 4-14 0,-1 0-26 16,14 2-37-16,-27 4-53 0,14 2-74 0,2 0-83 15,-1-3-94-15,3 2-118 0,2-1-172 16,7-4 66-16,-6 3-543 0,6-3-688 15</inkml:trace>
  <inkml:trace contextRef="#ctx0" brushRef="#br0" timeOffset="22228.27">5228 5949 3324 0,'0'0'25'0,"0"0"55"15,0 0 50-15,0 0 31 0,0 0 23 16,0 0 13-16,0 0 16 0,0 0 4 0,0 0 2 15,0 0 3-15,0 0 0 0,0 0-23 16,0 0-14-16,-3 29-8 0,6-27-12 0,-3-2-6 16,14 8-11-16,-8-7-11 15,-6-1-8-15,0 0-22 0,29-3-5 0,-20-3-15 0,5 0-3 16,-1-5-6-16,-4 3-6 16,1-2-8-16,-3-4-5 0,1 3-6 0,-5-1-2 15,-1 0-1-15,-2 2-8 0,-2 2-9 16,-1-1-5-16,-3 4-4 0,6 5-6 0,0 0-2 15,-30 5-6-15,12 7 1 0,-6 9 2 16,-1 2-3-16,-2 12-8 0,2 4 6 16,4 0-4-16,6-6 2 0,2-4-5 0,1 0 7 15,7-2-5-15,1-9-6 0,4-1 1 16,2-6 2-16,2-1 7 0,3-2-2 0,5-3-1 16,-1-1-3-16,2-4 4 15,8-4-1-15,10-9-3 0,1-3 2 0,1-4-27 16,4-7 26-16,0-2-5 0,-1-4 0 15,0-1 2-15,-5-2-1 0,-1-6-2 0,-5-2 4 16,-1-2-2-16,-6-2 1 0,-2-3-5 16,-2 3 5-16,-1-3-7 0,-6 13 7 0,-2 3-5 15,-1 9 7-15,-2 7 8 0,-2 4-11 16,0 4-6-16,-2 3-1 0,0 4 10 0,2 4-4 16,0 0-5-16,0 0 3 0,-16 12 4 15,7-1 2-15,6 6-2 0,-1-4 0 16,4 3 5-16,0 0 20 0,5 5 19 0,1 0 17 15,4-1 5-15,3 6 9 0,1 2 10 16,1-3 21-16,0 4 17 0,0-2 12 16,-1-3-134-16,-3-4 0 0,-2-3 0 15,0 0 0-15,-4-1 0 0,1-1 0 0,-4-1 0 16,0-1 0-16,-2 1 0 0,-2 1 0 16,-2-1 0-16,-2 1 0 0,0-1 0 0,-3 1 0 15,-4-1 0-15,-1-1 0 0,1-3 0 16,-3-1 0-16,-2 0 0 0,-2-4 0 0,1-1 0 15,1-2 0-15,-2-5 0 0,-3-2 0 16,3-4 0-16,0-3 0 0,7-2 0 0,-4-9 0 16,11-2-641-16,6 2-190 15,13-10-90-15,12-10 91 0,9 2-860 0,22-12-1124 0</inkml:trace>
  <inkml:trace contextRef="#ctx0" brushRef="#br0" timeOffset="22895.05">6397 5351 4512 0,'8'-5'-41'0,"-7"-2"94"0,-1 7 66 0,2-5 52 0,-2 5 27 0,0 0 22 0,0 0 33 0,0 0 19 16,-7 24 20-16,3-7 10 0,0 5 5 0,-2 9-11 15,2-2-23-15,2 8-14 0,2-6-30 16,0-4-21-16,0 0-20 0,2 1-108 0,-2-4-80 16,2-1 0-16,2-3 0 15,-1-3 0-15,-2-1 0 0,1-3 0 0,0-3 0 16,-2-2 0-16,2 2 0 0,4-8 0 15,-6-2 0-15,0 0 0 0,0 0 0 16,24-20 0-16,-9-3 0 0,5-9 0 0,3-9 0 16,-1 2 0-16,-1-2 0 0,-3 12 0 15,-2 0 0-15,-2 10 0 0,-5 3 0 0,-1 4 0 16,-3 1 0-16,2 3 0 0,-2 4 0 16,-5 4 0-16,8 0 0 0,-8 0 0 0,0 0 0 15,14 12 0-15,-9-2 0 0,-1-3 0 16,3 5 0-16,-1-4 0 0,-1 1 0 0,4 1 0 15,-2-4 0-15,0 2 0 0,5-5-30 16,0-1-160-16,-1-2-26 0,4-4-25 0,2-1-20 16,4-3-22-16,6-6-21 15,0-5-4-15,1 0 24 0,-3-1 29 0,-2 0 22 16,-2-1 35-16,-5 4 54 0,-4 5 43 16,-2 3 42-16,-2 1 40 0,-2 0 32 15,-3 1 27-15,-1 5 21 0,-2 2 30 0,0 0 31 16,0 0 30-16,0 0 30 0,0 0 21 15,0 0-3-15,-4 25-7 0,3-19-8 0,1 3-14 16,0-1-8-16,0-1-20 0,1 1-10 16,3 0-6-16,2-4-4 0,1 0-8 0,5 0-6 15,1-3-10-15,6-4 1 16,0 1-16-16,4-5-5 0,7-3-9 0,1-2-7 0,-2-2-7 16,-3-1-7-16,1-2-49 15,-2-4 0-15,-5-1 0 0,0 0 0 0,-3-4 0 16,-4 1 0-16,-3 1 0 0,-4 1 0 15,-4 0 0-15,-2-4 0 0,-2 1 0 16,-4 4 0-16,-6-5 0 0,1 8 0 0,-3 4 0 16,-2 4 0-16,-4 3 0 0,1 4 0 15,1 6 0-15,-6 1 0 0,-8 6-53 0,4 5-215 16,-1 1-57-16,2 2-73 0,2 4-96 16,5-4-115-16,2-5-167 0,7 0-3 15,3-4 77-15,4-1-586 0,2-3-747 16</inkml:trace>
  <inkml:trace contextRef="#ctx0" brushRef="#br0" timeOffset="23144.3">7426 4666 3404 0,'0'-33'71'0,"-2"-4"72"0,-4 4 52 0,4 5 64 0,0 5 67 16,2 6 66-16,-2 0 3 0,1 5-20 15,-1 0-33-15,-2 6-36 0,4 6-30 0,0 0 9 16,0 0 10-16,0 0 0 0,-5 44-26 15,5-4-23-15,0 6-25 0,1 11-125 16,3-1-96-16,3 6 0 0,1-4 0 16,0 2 0-16,0-1 0 0,-3-6 0 15,1-9 0-15,-5-3 0 0,4-2 0 0,-3-12 0 16,0-4 0-16,2-2-36 0,-3-3-341 16,-1-5-62-16,2-5-59 0,-2-2-60 0,0-6-37 15,0 0-3-15,0 0 2 0,0 0 37 16,0 0-779-16,-2-31-795 0</inkml:trace>
  <inkml:trace contextRef="#ctx0" brushRef="#br0" timeOffset="23311.2">7453 5138 3340 0,'-5'-20'-139'0,"0"5"77"0,1 3 69 16,2 3 62-16,-3 1 57 0,3 0 40 0,-2 3 22 16,2-2 16-16,2 7 13 0,-4-8 1 15,4 8 4-15,0 0 12 0,0 0-1 16,6-12-19-16,-6 12-22 0,11-5-16 16,-11 5-15-16,13-4-33 0,-1 1-43 15,-12 3-55-15,19-7-70 0,-7 5-83 0,-1-3-106 16,3 0-111-16,1 0-131 0,-2-2-183 15,2 0-18-15,3-4 72 0,4-8-380 0,-3 5-456 16</inkml:trace>
  <inkml:trace contextRef="#ctx0" brushRef="#br0" timeOffset="25810.19">8427 4708 3019 0,'0'0'125'0,"5"-3"-15"0,-5 3 20 0,0 0 44 0,10 13 32 16,-7-4 14-16,1 3 13 0,4 0-9 15,-4 3-5-15,2 2-3 0,-3-1 13 16,-1 1-2-16,0 1 2 0,-2-3-6 16,0-1-6-16,-2-1-11 0,0 1-3 15,0 0-5-15,-5-2-17 0,3-3-10 0,-4 1-19 16,1-3-16-16,-1 1-11 0,-1-4-12 16,9-4-11-16,-18 0-12 0,18 0-14 0,-19-14-12 15,13-1-6-15,-3-4-9 0,4-16-5 16,3-2-9-16,2-2-6 0,4-2-2 0,1 4-4 15,2 4-7-15,-1 8-3 0,1 6-3 16,-2 4-2-16,2 3-2 0,3 2 1 16,0 3 0-16,1 7-1 0,-11 0 4 0,29 4-7 15,-13 5 3-15,5 1 1 16,6 6-2-16,0-1-1 0,0 2-4 0,1 2 0 16,-3-5-5-16,-4-1-49 0,-4-2-30 0,0-1-42 15,-3-2-45-15,-3 1-50 0,3-2-53 16,-7-4-70-16,2 4-72 0,2-4-57 15,-8-1-89-15,-3-2-106 0,0 0-71 0,0 0 73 16,15-7-486-16,-13-3-620 0</inkml:trace>
  <inkml:trace contextRef="#ctx0" brushRef="#br0" timeOffset="26044.09">8764 4305 3076 0,'-5'-38'-18'0,"-6"4"70"0,4 1 65 0,0 10 56 15,-2 2 56-15,6 6 25 0,-3 1 5 16,2 1-24-16,2 4-31 0,-1 2-17 0,3 7 11 15,0 0 24-15,0 0 7 0,-4 26-23 16,8-2-10-16,-1 11-10 0,3 6-12 16,3 11-20-16,5 2-3 0,-1 2-24 0,1-1-10 15,-3 0-13-15,3-6-12 0,-3-1-25 16,0-13-49-16,1-3-39 0,-5-3-41 0,3-6-49 16,-5-6-52-16,2-4-56 0,-2-1-62 15,-1-3-74-15,0-6-72 0,-4-3-87 0,0 0-117 16,0 0-56-16,15-18 72 0,-9-1-379 15,3-14-471-15</inkml:trace>
  <inkml:trace contextRef="#ctx0" brushRef="#br0" timeOffset="26244">9051 4060 2720 0,'2'-21'48'0,"-2"7"46"16,0 6 18-16,-2 4 30 0,2 4 39 16,0 0 45-16,0 0 8 0,-16 33 8 0,7 0 10 15,0 2 5-15,4 4-4 0,-3 3-19 16,6-4-21-16,-2 3-22 0,2-2-20 15,6 2-10-15,-2-6-25 0,0 1-12 0,2-10-34 16,0-4-49-16,-4-4-54 0,3-3-66 16,1 0-66-16,2-4-65 0,2-5-85 15,-1 1-90-15,1-5-114 0,1-2-169 0,-9 0 22 16,21-5 73-16,-8-2-315 0,1 0-369 16</inkml:trace>
  <inkml:trace contextRef="#ctx0" brushRef="#br0" timeOffset="26544.36">9297 4323 2739 0,'-5'-10'163'0,"5"10"26"0,-10 0 35 0,10 0 32 16,0 0 14-16,-14 12 2 0,11-3-8 15,-1 2-20-15,2 3-20 0,2-2-21 0,0 5-18 16,2-2-16-16,4 2-16 0,-5-3-11 16,6 1-6-16,0-3-1 0,-1-2 8 15,-1 1 11-15,7-4 14 0,-4-4 5 0,3-3-7 16,-11 0-4-16,27-5-2 15,-12-4 1-15,0-3-2 0,1 0 0 0,-1-3 9 16,-6 0 2-16,3-3-1 0,-3 0-58 16,-3-3-111-16,-4-1 0 0,-1 2 0 0,-1 2 0 15,0-1 0-15,-1 2 0 0,-3 1 0 16,0 4 0-16,0 4 0 0,-5 1 0 16,1 5 0-16,8 2 0 0,-24 0 0 0,8 3-46 15,3 3-324-15,-1 1-85 16,3-2-68-16,1 1-97 0,3-2-119 0,1 0-66 0,6-4 80 15,-2 5-604-15,2-5-786 0</inkml:trace>
  <inkml:trace contextRef="#ctx0" brushRef="#br0" timeOffset="26976.75">9535 4180 3598 0,'0'0'46'0,"0"-9"64"16,0 9 57-16,2-7 45 0,-2 7 22 15,0 0 5-15,0 0 7 0,0 0-25 0,0 0-2 16,0 0 3-16,0 0-11 0,0 0-11 15,8 18-23-15,-4-8-7 0,0 0-21 0,3 4-18 16,-1-1-12-16,3 0-13 0,1 0-11 16,1-4-7-16,-1-1-4 0,0 0-11 15,1-4-9-15,1-2-5 0,-1-2-1 16,-11 0-9-16,31-8 3 0,-17 0 10 16,2-1 16-16,-3 1-1 0,3-3 21 0,-7 2 18 15,3 1 16-15,-5-1 9 0,1 0-53 16,-1 2-88-16,-1 2 0 0,-2-1 0 0,-4 6 0 15,11-7 0-15,-1 5 0 0,-10 2 0 16,17 0 0-16,-17 0 0 0,21 2 0 0,-11-1 0 16,-10-1 0-16,25 2 0 0,-11-4 0 15,4-1 0-15,2-4 0 0,3 0 0 0,10-5 0 16,-7-3 0-16,3 0 0 16,-4 1 0-16,-2-2 0 0,-3 3 0 0,-4 3 0 15,-5-1 0-15,-1-1 0 0,0 2 0 16,-7 0 0-16,1-2 0 0,-2-3 0 0,-4 2 0 15,-2-5 0-15,-1-3 0 0,-3-2 0 16,0 3 0-16,2-2 0 0,1 1 0 16,-1 0-571-16,1 2-113 0,0 4-100 0,3 1-95 15,1 4 81-15,-1 0-724 0,0 3-967 16</inkml:trace>
  <inkml:trace contextRef="#ctx0" brushRef="#br0" timeOffset="29261.84">2528 7732 4461 0,'2'-17'23'0,"0"2"36"0,-2 5 27 0,2 1 27 0,-2 2 10 15,0 7 1-15,0 0-6 16,0 0 41-16,0 0 22 0,0 0-3 0,-4 50-13 16,4-13-13-16,0 5-4 0,2 13 5 15,2 2 4-15,2-4-14 0,-1-10-8 0,5 7-12 16,-3-11-10-16,1-3-15 0,2-4-4 16,-5-6-10-16,1-5-6 0,-2-4-13 15,0-2 0-15,0-1-3 0,-1-1 2 0,-1-5 17 16,0-1 10-16,2 1 11 15,-2-2 12-15,-2-6 4 0,2 8-9 0,-2-8-57 0,0 0-52 16,0 0 0-16,0 0 0 16,-15-22 0-16,7 7 0 0,-4 2 0 0,-1-1 0 0,-2 0 0 15,0 4 0-15,-3 2 0 16,0 4 0-16,-1 4 0 0,-5 5 0 0,-8 7 0 16,2 7 0-16,1 4 0 0,2 2 0 15,7 3 0-15,0 1 0 0,5 2 0 16,5-2 0-16,3 2 0 0,5-6 0 0,0-4 0 15,4-2 0-15,2-3 0 0,1-1 0 16,1-1 0-16,2-3 0 0,0-1 0 0,3-2 0 16,1-4 0-16,1-4 0 0,0 0 0 15,4-6-152-15,12-8-144 0,1 1-64 16,1-5-91-16,1-2-72 0,4-6-91 16,2-2-74-16,-3 0-76 0,-9 7 75 15,1-1-554-15,0-3-704 0</inkml:trace>
  <inkml:trace contextRef="#ctx0" brushRef="#br0" timeOffset="29444.19">2820 8161 3392 0,'4'-18'24'0,"-4"4"82"16,2 2 60-16,-2 5 61 0,1-1 30 16,-1 8 10-16,0-12-7 0,0 12-23 15,0-7-34-15,0 7-25 0,0 0-9 0,0 0-12 16,0 0-9-16,14 36-17 0,-10-16-17 16,3 11-2-16,-3-4-16 0,3 7-16 15,-3-8-41-15,1-1-43 0,0-1-51 16,1 6-59-16,-2-8-63 0,-1-4-72 0,1-4-60 15,0-2-51-15,-2-6-76 0,-2 0-84 16,0-6-85-16,0 0-7 0,0 0-382 16,0 0-470-16</inkml:trace>
  <inkml:trace contextRef="#ctx0" brushRef="#br0" timeOffset="29610.48">2917 8007 2652 0,'-2'-12'-12'15,"2"3"43"-15,-2 3 18 0,0 0 13 16,2 6-4-16,-3-8-4 0,3 8-10 0,0 0 3 15,0 0-8-15,0 0-7 0,0 0-8 16,0 0-17-16,0 0-28 0,0 0-32 0,0 0-39 16,23 16-40-16,-14-12-31 0,0-1-37 15,3-1-28-15,1 0-15 0,0 0-422 16,1-2-161-16</inkml:trace>
  <inkml:trace contextRef="#ctx0" brushRef="#br0" timeOffset="29910.79">3058 8000 1709 0,'15'0'-34'15,"-15"0"41"-15,0 0 33 0,14 0 24 0,-14 0 32 16,0 0 23-16,0 0 21 0,0 0 12 15,0 0 2-15,-4 13 14 0,4-13 3 0,-8 9-17 16,2 1-1-16,1-4-12 0,1 5-9 16,1-5-11-16,-4 4-8 0,5 0-11 0,0 3-17 15,2-5-9-15,0 4-4 0,4 1-3 16,-1-3-5-16,2 0 6 0,-1 2 6 16,3 0 22-16,3 0 10 0,-2 0 9 15,1-2 15-15,2 1 17 0,-2 1 20 16,0-2 18-16,0-2 28 0,-2 1 14 0,-2-1 8 15,1 1 12-15,-3-1 7 0,-1-2 3 16,0 0-1-16,0 3-5 0,-2-9-9 0,0 16-19 16,-2-9-20-16,-2 3-17 0,1-2-21 15,-5 1-135-15,0 3-32 0,-1-4 0 0,-2 1 0 16,-1 0 0-16,-1-4 0 16,-1 2 0-16,1-4 0 0,-3 1 0 0,3-3 0 15,-1 1-254-15,-2 0-210 0,3-2-131 0,1 0-151 16,1-4-119-16,3 1 80 15,8 3-739-15,-6-14-970 0</inkml:trace>
  <inkml:trace contextRef="#ctx0" brushRef="#br0" timeOffset="30127.86">3333 7983 4500 0,'-4'-6'74'0,"4"6"48"0,-4-11 43 15,4 11 21-15,0 0 5 0,0-6-6 16,0 6-6-16,0 0 1 0,0 0-35 0,-10 26-4 15,8-12-10-15,0 1-6 16,2 6-21-16,0-2-15 0,2 5 1 0,-2-5-11 16,4 4-12-16,-2-5-13 0,2 1-44 15,-2-2-46-15,4 0-43 0,1 1-71 0,-1-5-79 16,3-1-90-16,1-2-115 0,-1-2-137 16,1-5-177-16,0-2 71 0,1 2-539 15,3-6-678-15</inkml:trace>
  <inkml:trace contextRef="#ctx0" brushRef="#br0" timeOffset="30477.01">3649 7868 3661 0,'-11'-1'135'0,"11"1"27"16,0 0 23-16,-22 7 22 0,17 0 19 16,1 1-2-16,-1 6-11 0,-2 1-18 0,3 2-11 15,4 2-21-15,-1 5-12 0,-1 1-14 16,5 0-14-16,1-3-14 0,3 1-12 0,-2-3-7 15,4-1-6-15,1-2-6 0,0-5-4 16,1-2-16-16,1-3-1 0,-1-2-2 0,0-3-4 16,1-2-8-16,-12 0-2 0,29-7-2 15,-16-1 3-15,2-3-9 0,-2-3-2 16,-4-1 4-16,2 0-3 0,-6-1 4 0,-1-2 0 16,-2 2 10-16,-4-3 17 15,-2-1-15-15,-3 0-6 0,-2 0-1 0,0 1-11 16,-2 4-3-16,1 2-9 0,1 4-1 15,0 3-15-15,-4 4-28 0,2-1-27 0,11 3-27 16,-28 11-38-16,12 0-55 0,1 3-68 16,-4 7-95-16,6 0-86 0,-3 2-119 0,7-3-154 15,3-4-27-15,-1-3 66 0,7-1-486 16,0-6-610-16</inkml:trace>
  <inkml:trace contextRef="#ctx0" brushRef="#br0" timeOffset="30893.34">3803 7899 3098 0,'0'-14'123'0,"-2"4"80"0,2 3 63 16,0 7 59-16,-2-12 48 0,2 12 13 16,-2-8-10-16,2 8-28 0,0 0-35 15,0 0-33-15,0 0-17 0,0 0-12 16,0 0-15-16,0 0-20 0,8 34-20 0,-5-14-16 16,2 3-16-16,-1 12-17 0,3-4-24 15,-3-2-12-15,0-4-11 0,-1-1-9 0,1-3-69 16,-1-1-22-16,0-5 0 0,1 1 0 15,-2-4 0-15,2-2 0 0,-1 0 0 0,-3-2 0 16,0-8 0-16,6 5 0 0,-6-5 0 16,0 0 0-16,14-16 0 0,-5-1 0 15,-2-4 0-15,7-9 0 0,-1-5 0 16,1 0 0-16,1-11 0 0,-1 12 0 16,-1 5 0-16,-2 2 0 0,-1 5 0 0,-3 6 0 0,1 6 0 15,-3 3 0-15,4 2 0 16,-4 2 0-16,-5 3 0 0,0 0 0 0,25 13 0 15,-16-3 0-15,0 2 0 0,2 3 0 16,0 1 0-16,-2 1 0 0,1-1 0 0,-1 1 0 16,1-2 0-16,0 1 0 0,-3-3-16 15,-1-6-45-15,-3 0-41 0,3 1-41 0,-2-3-41 16,0 4-48-16,2-3-65 0,-2-3-88 16,-4-3-83-16,0 0-98 0,0 0-110 15,16-14-74-15,-8 5 79 0,-4 0-567 0,5-8-700 16</inkml:trace>
  <inkml:trace contextRef="#ctx0" brushRef="#br0" timeOffset="31293.1">4312 7735 3424 0,'0'0'83'16,"-2"-9"68"-16,2 9 53 0,0 0 31 0,0 0 36 0,0 0 35 0,0 0 12 0,0 0 6 0,0 0 1 16,-2 29-14-16,2-11-14 0,4-1-15 0,0 5-24 15,-1 4-24-15,-1-1-22 0,0-3-22 16,3 3-13-16,-2-2-22 0,1 0-17 0,0-1-13 15,-1-5-11-15,-1 1-57 0,0-5-57 16,-2-1 0-16,2-1 0 0,-2-3 0 0,0-1 0 16,0-7 0-16,0 0 0 15,0 0 0-15,0 0 0 0,0 0 0 0,0 0 0 16,0 0-106-16,7-44-19 0,0 13 4 16,-2-4 15-16,3 0 9 0,-1 1 11 0,7 2 7 15,-7 8 9-15,-1 3 24 0,0 6 11 16,-2 1 7-16,0 6 18 0,1 2 21 0,-1 2 34 15,-4 4 20-15,0 0 12 0,18 14 15 16,-13-1 4-16,-1 1 13 0,1 1 0 16,-1 1-6-16,2 5-5 0,-2-5-10 0,2 1-72 15,-2 4-16-15,-3-6 0 0,3 1 0 16,2-1 0-16,-3-5 0 0,-3 0 0 0,4-2 0 16,-1-1 0-16,1-1-226 15,-4-6-116-15,3 8-125 0,-3-8-136 0,0 0-136 16,0 0-86-16,0 0 86 0,17-17-706 15,-11 8-896-15</inkml:trace>
  <inkml:trace contextRef="#ctx0" brushRef="#br0" timeOffset="31659.36">4884 7758 4316 0,'0'0'141'0,"0"0"49"0,0 0 38 15,0 0 47-15,0 0 26 0,0 0-1 16,0 0-18-16,0 0-21 0,0 0-23 15,0 0-22-15,0 0-22 0,0 0-16 16,0 0-17-16,-4 16-18 0,4-16-14 0,0 0-13 16,11 0-14-16,-11 0-24 0,0 0-21 15,0 0-18-15,0 0-11 0,23-13-13 0,-21 9-11 16,2-1-8-16,-4 5-8 0,4-14-2 16,-3 5-3-16,-1 9-3 0,-5-14-3 15,-1 12 0-15,-1-4 2 0,7 6-3 0,-19 0 0 16,19 0 9-16,-33 13-2 0,14-1-2 15,4 2 4-15,-6 5-4 0,4 4-15 0,3-4 7 16,3-2-5-16,3-2 3 16,2 0 6-16,1-1 2 0,-1 0 11 0,4 0-5 15,2-2-6-15,0-4 16 0,2 1-45 16,2-2-37-16,0-2-43 0,3-2-65 0,5 2-72 16,-1-5-81-16,10 0-68 0,4-6-36 15,11-2-29-15,4-4-50 0,14-4-91 0,-1-5-14 16,0-1-484-16,-3 0-589 0</inkml:trace>
  <inkml:trace contextRef="#ctx0" brushRef="#br0" timeOffset="31843.21">5293 7579 3069 0,'-11'-7'4'15,"0"3"38"-15,1 1 48 0,-3-1 44 0,13 4 19 16,-23 4 20-16,12-1 16 0,-3 4 0 16,-1 3 2-16,-1 4-3 0,3 3-2 15,-2 6-8-15,2 0-17 0,4 0-13 16,0-2-8-16,6 1-19 0,-1-4-14 0,4 0-9 15,0-3-12-15,4 2-31 0,1-3-29 16,2-3-42-16,2 0-51 0,0-4-56 16,3-2-84-16,1-5-88 0,6-1-87 0,0-4-112 15,6-8-147-15,5-4 51 0,10-3-401 16,6-7-467-16</inkml:trace>
  <inkml:trace contextRef="#ctx0" brushRef="#br0" timeOffset="32076.15">5739 7074 2588 0,'-7'-39'33'0,"-7"-9"77"0,-1 3 68 16,0 12 44-16,0 4 39 0,6 8 32 0,-3 5 9 16,4 2-6-16,-3 5-14 0,-1 6 14 15,1 3 17-15,11 0 15 0,-27 19 8 0,8 6-12 16,0 17-21-16,2 5-17 0,4 14-15 16,-1 0-28-16,5 10-18 0,3 1-27 0,3 2-16 15,1-2-22-15,2-4-45 0,0-5-69 16,3-1-46-16,3-6-69 0,-2-16-95 0,1 0-90 15,4-4-87-15,-4-13-86 0,1-3-62 16,-1-8-59-16,-3-5-45 0,3-5-55 16,1-2-54-16,-6 0-644 0,0 0-800 0</inkml:trace>
  <inkml:trace contextRef="#ctx0" brushRef="#br0" timeOffset="32243.4">5542 7539 3529 0,'-7'-12'-52'15,"0"5"58"-15,-1 0 54 0,5 2 54 0,3 5 29 16,-9-6 27-16,9 6 13 0,-7-4 15 15,7 4 2-15,0 0 9 0,0 0 7 0,0 0-18 16,0 0-24-16,0 0-10 0,0 0-19 16,0 0-23-16,0 0-53 0,0 0-55 0,0 0-78 15,0 0-114-15,34 5-126 16,-18-12-117-16,2-1-128 0,11-5-120 0,3-1 64 16,3 2-440-16,3 1-518 0</inkml:trace>
  <inkml:trace contextRef="#ctx0" brushRef="#br0" timeOffset="32597.07">5987 7397 3036 0,'2'9'134'0,"-2"-9"49"16,0 0 38-16,0 0 44 0,-8 11 26 15,8-11 21-15,-1 5-3 0,1-5-6 0,0 0-22 16,0 0-14-16,-6 10-18 0,6-10-19 16,0 0-18-16,0 0-20 0,0 0-22 15,0 0-14-15,13 3-17 0,-13-3-15 16,0 0-26-16,0 0-30 0,30-15-32 15,-22 9-29-15,0-2-21 0,1-5-7 0,-1 3-6 16,-5-2 6-16,2 3-6 0,-3-3 3 16,-2 5-3-16,0 7 5 0,-7-10 0 0,7 10 0 15,-20 0 3-15,20 0 6 0,-30 16 4 16,12-4 3-16,-3 8-1 0,2 2 9 0,2 1 3 16,6-3 1-16,3-2 4 0,-2-1-4 15,6 0 1-15,-1-2 5 0,1 1-5 0,4-4 2 16,-2 0 3-16,4-2-8 0,0-1-6 15,2-2-12-15,1-4 1 0,4 0-66 16,0-1-46-16,-9-2-60 0,27-8-71 16,-13 3-76-16,6-6-69 0,5-6-74 0,2-4-94 15,-5-4-114-15,6-8 52 0,1-8-497 16,2-2-597-16</inkml:trace>
  <inkml:trace contextRef="#ctx0" brushRef="#br0" timeOffset="33009.42">6503 6522 2977 0,'-1'-20'40'15,"-7"4"80"-15,4 6 48 0,-3 1 45 16,1 6 37-16,6 3 31 0,0 0 36 16,-24 15 36-16,8 9 24 0,3 7 14 0,1 7 4 15,-1 14-9-15,1 3-16 16,5 6-9-16,-1 2-17 0,1 2-43 0,5 1-28 16,0-3-23-16,2-3-226 0,2-2-24 15,0-12 0-15,2-4 0 0,-3-3 0 0,1-4 0 16,2-9 0-16,0-6 0 0,-3-4 0 15,-1-3 0-15,4-4 0 0,-2-2 0 0,3-1 0 16,-5-6 0-16,5 0 0 0,-5 0 0 16,0 0 0-16,0 0 0 0,0 0 0 0,-8-22 0 15,0 13 0-15,1 3 0 0,-4 1-8 16,-3 4-64-16,1-2 9 0,-3 6-1 0,0 1 12 16,-4 3-2-16,6 3 9 0,-2 4 16 15,3-2 22-15,-1 3 16 0,5 1 21 16,3-1 15-16,0 1 3 0,2-1 9 15,4-3 6-15,2-1 0 0,0 1-1 0,3-2-45 16,0-2-17-16,4-3 0 0,1 1 0 16,-2-5 0-16,3-1 0 0,2 1 0 0,-1-1 0 15,-12 0 0-15,21-1-156 0,-12 1-155 16,-9 0-130-16,17 1-144 0,-9 3-173 0,-6 2-68 16,-2 6 79-16,-8 3-738 0,-7 14-933 15</inkml:trace>
  <inkml:trace contextRef="#ctx0" brushRef="#br0" timeOffset="33441.68">4127 8923 4342 0,'2'-20'30'0,"2"6"34"0,3-1 44 0,0 2 49 0,0 3 43 16,0 2 33-16,-1-2 7 0,4 8 27 16,-10 2 26-16,24 0 24 0,-3 9 7 15,6 6-6-15,0 4-6 0,0 1-21 16,1 1-24-16,-5 4-21 0,0-4-64 0,0 1-182 15,-4 0 0-15,-4-3 0 0,-1-5 0 16,-1-2 0-16,-4-2 0 0,1-2 0 0,-1-1 0 16,2-1 0-16,0-2 0 0,-11-4 0 15,20-6 0-15,-8-1 0 0,1-3 0 0,1-4 0 16,-1 0 0-16,-2-3 0 16,5-7 0-16,-4-2 0 0,-1-5 0 0,-4 2 0 15,0-2 0-15,-5 4 0 0,0 4 0 16,0 3 0-16,-2 3-179 0,2 1-240 0,-2 5-80 15,0 0-60-15,2 4-112 0,-4 2-150 16,2 5 72-16,0 0-711 0,0 0-910 16</inkml:trace>
  <inkml:trace contextRef="#ctx0" brushRef="#br0" timeOffset="34043.18">4895 8853 4406 0,'0'0'169'0,"0"0"34"15,0 0 29-15,0 0 61 0,0 0 25 16,0 0 13-16,0 0-11 0,19-9-22 0,-19 9-33 16,11-11-26-16,-2 4-25 15,2-3-24-15,-2 0-16 0,3 1-24 0,-3-1-34 16,2 2-24-16,-5 1-24 0,2 2-17 16,-4 0-13-16,-4 5-18 0,7-6-16 0,-7 6-4 15,0 0 0-15,0 0 0 0,0 0 0 16,-16 26 0-16,7-11 0 0,-2 4 0 0,2 0 0 15,-3 9 0-15,3-5 0 0,3-2 0 16,4-1 0-16,1-3 0 0,-1 2 0 0,4-3 0 16,1 0 0-16,1-3 0 0,3 1 0 15,4-3 0-15,-2-5 0 0,2-1 0 16,3-3 0-16,-1-2 0 0,-13 0 0 16,30-8 0-16,-15 1 0 0,4-2 0 15,-1-3 0-15,-1 0 0 0,-2-1 0 0,-2-1 0 16,-1 0 0-16,-3-1 0 0,-1 1 0 15,-5 1 0-15,1 1 0 0,-4-2 0 0,0-3 0 16,0 0 0-16,-4-3 0 0,1 0 0 16,-3 4 0-16,1 2 0 0,1-1-42 0,-2 3 7 15,-2 2-8-15,1 3 4 0,1 0-1 16,-2 4 7-16,2-1 7 0,6 4-3 16,-11-5 6-16,11 5 4 0,-7-1 23 15,7 1 0-15,0 0 19 0,0 0 12 0,0 0 8 16,0 0 10-16,0 0 17 0,0 0 11 15,0 0-65-15,38 6-16 0,-27-1 0 0,3 2 0 16,-3 2 0-16,3-1 0 0,-1-1 0 16,-1 3 0-16,-1-1 0 0,0 2 0 0,-2-2 0 15,3 4 0-15,-1-2 0 0,-2-2 0 16,2 1 0-16,-4 0 0 0,0-2 0 16,0 1 0-16,-2-3 0 0,1 0 0 0,-1 0 0 15,-1 0 0-15,-4-6-452 0,7 5-206 16,-7-5-120-16,0 0-90 0,0 0 88 0,14-11-803 15,-10 3-1025-15</inkml:trace>
  <inkml:trace contextRef="#ctx0" brushRef="#br0" timeOffset="34425.94">5517 8289 4297 0,'-2'-19'77'16,"-2"3"77"-16,4 7 42 0,-3 3 53 0,3 6 51 0,0 0 34 0,0 0 17 15,-9 43-5-15,9-5-11 0,0 6-25 16,0 13-31-16,4 4-25 0,-2 2-25 15,1-2-23-15,4 2-23 0,2 0-92 0,2-4-91 16,-1-6 0-16,-2-13 0 0,-1-6 0 16,-1-2 0-16,-3-9 0 0,4-4 0 0,-2-6 0 15,-1-3 0-15,-2-4-22 0,3-3-186 16,-5-3-37-16,0 0-33 0,0 0-41 16,14-14-27-16,-14 4-17 0,2-2-10 0,-2-2 2 15,-2-3 8-15,-4 0 21 0,-2 0 21 16,-1 0 35-16,2 5 33 0,-3 2 35 15,0 0 30-15,1 4 28 0,-1 1 32 0,3 2 29 16,-1 0 34-16,8 3 39 0,-11-2 43 16,11 2 38-16,0 0 37 0,0 0 23 0,-16 2 23 15,16-2 12-15,0 0 1 0,0 0-3 16,0 0-7-16,0 0-14 0,0 0-13 0,0 0-11 16,0 0-12-16,0 0-32 15,0 0-38-15,0 0-50 0,29-6-71 0,-22 2-77 0,1 0-87 16,0 0-98-16,1-2-119 15,-1 1-95-15,-3-1 63 0,7-2-248 0,-2 0-251 0</inkml:trace>
  <inkml:trace contextRef="#ctx0" brushRef="#br0" timeOffset="34577.15">5703 8719 2218 0,'0'0'151'0,"0"0"69"16,0 0 29-16,0 0 28 0,0 0 16 0,0 0 4 15,0 0-21-15,0 0-29 16,0 0-25-16,-25 12-28 0,25-12-44 0,0 0-46 15,-1 5-60-15,1-5-70 0,0 0-93 0,0 0-98 16,0 0-96-16,0 0-115 0,0 0-183 16,0 0 52-16,1 7-349 0,-1-7-389 15</inkml:trace>
  <inkml:trace contextRef="#ctx0" brushRef="#br0" timeOffset="36225.87">11682 5668 2998 0,'-2'-19'258'0,"2"1"7"0,-2 4 10 16,0 2 13-16,2 3 41 0,0 1 24 16,-2-1 4-16,2 9-21 0,-3-10-33 15,3 10 0-15,0 0 21 0,7 27 1 0,0 8-14 16,-1 6-20-16,-1 11-28 0,-1 9-25 16,4-1-17-16,-2-2-68 0,-1-1-153 15,-3 0 0-15,0-15 0 0,-2-1 0 0,2-3 0 16,-2-7 0-16,0-7 0 0,0-5 0 15,0-4 0-15,-2-1 0 0,2-2 0 16,0-5-43-16,0-1-346 0,0-6-83 0,0 0-66 16,0 0-52-16,-2-32-34 0,2 14-21 15,-2-19-21-15,-1-4-771 0,-3-1-886 16</inkml:trace>
  <inkml:trace contextRef="#ctx0" brushRef="#br0" timeOffset="36374.97">11678 5951 3675 0,'-12'-31'-73'0,"-3"4"70"0,-3 1 69 0,4 1 47 15,2 8 67-15,2 3 45 0,3 2 29 16,2 3 18-16,-2 1-6 0,3-1-23 0,4 1-13 15,0-2-27-15,4 1-17 0,6-3-3 16,3-4-39-16,10-5-3 0,2 4-27 0,4-3-38 16,1 3-54-16,5 1-48 0,-5 6-65 15,4 1-88-15,-9 6-108 0,-2 1-122 16,-2 6-132-16,-4 1-188 0,0 3 59 0,-3 6 77 16,-1 1-425-16,-3 4-492 15</inkml:trace>
  <inkml:trace contextRef="#ctx0" brushRef="#br0" timeOffset="36608.37">12175 5941 3353 0,'0'0'372'16,"0"0"16"-16,-7 14 48 0,7-3 34 0,0 5 9 16,1 9-25-16,1 14-17 0,0 2-28 15,4 0-29-15,-3 17-27 0,6 1-33 0,-6-1-36 16,5-1-228-16,-5-13-56 15,-1 1 0-15,2-3 0 0,-2-4 0 0,0-6 0 0,-1-9 0 16,-1-4 0-16,0-5 0 16,0 0 0-16,0-5-106 0,0-3-402 0,0-6-118 0,0 0-139 15,0 0-86-15,0 0 84 16,0 0-787-16,-3-31-996 0</inkml:trace>
  <inkml:trace contextRef="#ctx0" brushRef="#br0" timeOffset="37191.87">19550 5910 4601 0,'-6'-8'71'0,"3"2"6"0,-6 5 15 0,9 1 41 0,0 0 55 0,-22 27 44 0,8 2 35 15,1 15 6-15,-2 7-12 0,4 5-26 16,0 2-21-16,0 2-17 0,6 0-24 0,-3 1-15 16,7-3-16-16,-8-5-14 0,7-10-28 15,-1-2-44-15,-1-2-53 0,0-5-59 0,-1-7-59 16,-1-3-76-16,3-5-79 0,-6 1-111 15,4-6-110-15,-4-4-122 0,1-3-160 0,2-5 66 16,6-2-655-16,0 0-816 0</inkml:trace>
  <inkml:trace contextRef="#ctx0" brushRef="#br0" timeOffset="37362.99">19268 6193 3991 0,'-3'-22'137'0,"-2"5"27"0,1 5 27 15,2 1 36-15,0 3 35 16,1 1 17-16,-1 0-15 0,2 7-23 0,0-13-27 15,0 13-21-15,0-7-22 0,0 7-21 16,16-7-43-16,-4 4-52 0,4 3-70 0,6 0-80 16,5 3-102-16,14 4-141 0,-5 0-152 15,0 5-172-15,-4 0-62 0,0 3 70 0,-5 6-527 16,-4 1-645-16</inkml:trace>
  <inkml:trace contextRef="#ctx0" brushRef="#br0" timeOffset="37660.69">19629 6534 3392 0,'0'0'78'0,"16"-6"15"16,-16 6 17-16,18-6 39 0,-5 4 35 15,0 2 29-15,0 0 26 0,3 4 8 16,1 3 5-16,2 3 24 0,0 10 13 0,-2 3 15 16,-4 6 22-16,-6 4 20 0,-6-2 6 15,-9 8 20-15,-10 9 28 0,-5-2-1 0,-1 3-229 16,-2-6-170-16,3-3 0 0,8-9 0 15,-2-2 0-15,7-10 0 0,4-3 0 16,3-3 0-16,1-2 0 0,4-4 0 0,3-1 0 16,6-3 0-16,7-2 0 0,7-5 0 15,9-2 0-15,2-6 0 0,2 1 0 0,1 1 0 16,-3-5 0-16,-2-1 0 0,-2 3 0 16,1-3 0-16,-5 3 0 0,-3-1 0 0,-4 2 0 15,-4 1 0-15,-1-1-758 0,-5 3-216 16,0 1 88-16,-3 2 95 0,2-2-835 15,-3 0-1066-15</inkml:trace>
  <inkml:trace contextRef="#ctx0" brushRef="#br0" timeOffset="41391.48">5474 8799 1714 0,'-7'3'226'0,"-1"1"-51"15,3 0-30-15,5-4 9 16,-7 4-1-16,7-4 0 0,0 0-3 0,0 0-24 16,0 0 2-16,0 0-5 0,0 0-9 15,0 0-12-15,16-27-2 0,-3 17-8 0,1 0-11 16,3-1-4-16,7-4-7 0,-4 5-14 15,-2 0-5-15,2 1-3 0,-1 2-9 0,-4 0-2 16,3 1-3-16,-6 2-5 0,0-1-10 16,1 0-14-16,-5 1 10 0,2 3 1 0,-3-3-2 15,1 0 0-15,-8 4 3 0,12-4-2 16,-7 2-6-16,-5 2 9 0,11-5 1 16,-11 5-2-16,8-5 7 0,-8 5 1 15,8-2 4-15,-8 2-1 0,0 0 0 0,0 0 12 16,15 7 28-16,-8 3 14 0,3 5 3 15,0 6-2-15,1 8-7 0,3 4-14 16,-5 2 0-16,0-4-6 0,1 1-6 0,-1 4-5 16,-3-11-7-16,0-4-3 0,-5-2-12 15,4-4-28-15,-1-5-28 0,-1 2-44 0,-1-2-55 16,0-1-86-16,0-2-86 16,-2-7-93-16,0 0-125 0,0 0-81 0,0 0 62 0,0 0-297 15,-9-27-322-15</inkml:trace>
  <inkml:trace contextRef="#ctx0" brushRef="#br0" timeOffset="41541.68">5850 8578 2295 0,'0'-14'51'0,"0"5"30"0,-2-1 11 15,2 2 17-15,0 8 10 0,0-9 8 16,0 9 0-16,0 0-5 0,-1-10-15 0,1 10-17 16,0 0-8-16,0-8-38 0,0 8-22 15,0 0-39-15,0 0-58 0,9 0-76 0,-9 0-98 16,0 0-119-16,19 6-143 0,-10 0 50 15,-1-2-96-15,1 1-58 0</inkml:trace>
  <inkml:trace contextRef="#ctx0" brushRef="#br0" timeOffset="41757.86">6044 8638 1848 0,'-13'11'216'15,"7"-4"-17"-15,-2-2 20 0,1 5 14 16,0-3 12-16,1 1-13 0,-2-1-20 15,4 2-21-15,0-1-23 0,4 1-15 0,0-9-14 16,2 15-14-16,2-8-14 16,0 0-33-16,4-2-29 0,-1 0-46 0,4 0-57 0,1-3-53 15,0 0-54-15,-1-2-55 16,-11 0-64-16,26-5-61 0,-14 3-72 0,1-5-104 0,3 0 41 16,-3 0-156-16,-2 0-128 15</inkml:trace>
  <inkml:trace contextRef="#ctx0" brushRef="#br0" timeOffset="42225.72">6195 8696 1816 0,'0'0'63'15,"0"0"24"-15,0 0 22 0,-8 26 25 0,1-14 24 16,-1 5 14-16,0 4 12 0,1 0-6 16,1 0-12-16,3 0-18 0,0 1-4 15,3-3-22-15,3 1-9 0,0-3 2 0,1 0-13 16,3-3-6-16,-1-2-4 0,4-1-3 16,1-2-1-16,0-6-4 0,3-1-6 0,1-2-6 15,4-7-1-15,0-3-7 0,9-5-1 16,-3-7-4-16,-1-4 3 0,2-7-10 15,-1-7 5-15,-6-3 1 0,0 1 10 16,-6-6 7-16,1-3 7 0,-5-4 2 16,-1 3 4-16,-7 8-7 0,-1 1 8 0,0 1 12 15,-1 13 9-15,-1 7 15 0,0 3-7 16,0 4 4-16,-2 5-16 0,-1 3-9 0,1 4-7 16,4 3-18-16,0 0-2 0,-23 17-12 15,16-7-4-15,-2 7-1 0,4 3-12 0,1 3-4 16,2-3-4-16,4 3-6 15,5 1-2-15,5 5-2 0,3-5 4 0,3-3-8 16,3 3-2-16,3-5 7 0,1-1 0 16,2-1 8-16,-2 1 3 0,-6-5 29 0,-2-3 19 15,-3 1 19-15,-1 1 36 0,-2-2 31 0,-3 0 21 16,-1 4 7-16,-5 0 2 0,0-1-153 16,-4 1-46-16,0 3 0 0,-3-1 0 15,-4 2 0-15,-2-1 0 0,-1 6 0 0,-6-5 0 16,5-6 0-16,-3 3 0 0,2-3 0 15,-4 1 0-15,5-7 0 0,-5 4 0 16,6-5 0-16,-6-3 0 0,2 2 0 0,3-2 0 16,0-2-191-16,1 0-299 0,-1-2-105 15,1 1-101-15,3-2-160 0,9 3 79 0,-15-4-783 16,7 1-1002-16</inkml:trace>
  <inkml:trace contextRef="#ctx0" brushRef="#br0" timeOffset="43274.27">2135 12792 4539 0,'-5'4'97'0,"-1"-2"9"0,-1 1 7 0,7-3 25 15,0 0 40-15,-10 5 37 0,10-5 12 16,0 0-25-16,0 0-22 0,0 0-14 0,0 0-18 16,0 0-11-16,0 0-9 0,48-2-8 15,-12-4-17-15,6-3-45 0,-2-1-61 16,10-4-76-16,-1 1-71 0,1-5-76 16,-3-2-85-16,1-1-95 0,-6-3-116 15,-5-1-158-15,-12 3-28 0,-5 1 70 0,-9 6-427 16,-5-1-538-16</inkml:trace>
  <inkml:trace contextRef="#ctx0" brushRef="#br0" timeOffset="43524.39">2560 12441 3127 0,'0'0'8'0,"0"0"-4"16,0 0 10-16,0 0 39 16,0 0 30-16,0 0 37 0,31 22 11 0,-12 0 10 15,4 3-2-15,-4 4-5 0,6 6-11 0,0 2-3 16,-6-6 0-16,-4 3 14 15,-3 1 10-15,-3 0 5 0,-5-6 12 0,-4-4-1 16,0 0-12-16,-4 0-10 0,1-1-18 16,-3-2-25-16,-1-3-9 0,0 0-9 0,-2 0-15 15,0-8-30-15,2 1-33 0,0-1-50 16,-1-5-60-16,-2-1-67 0,3-1-75 16,7-4-76-16,-17-4-106 0,9-1-131 0,2 0-83 15,-1-5 61-15,3-4-318 16,2 3-386-16</inkml:trace>
  <inkml:trace contextRef="#ctx0" brushRef="#br0" timeOffset="45740.18">3417 12182 2751 0,'2'-19'175'0,"-2"2"25"0,0 2 29 15,-2 3 36-15,2 2 26 0,-3-1 34 0,3 3 31 16,-2-2 11-16,0 5-16 0,2 5-24 15,-2-14-38-15,2 14-34 0,0 0-28 0,0 0-36 16,0 0 0-16,0 32-14 0,4 3-13 16,-2 4-15-16,3 6-14 0,-2 9-9 0,1 2-13 15,-2-12-11-15,0 1-7 0,3-3-3 16,-1-4-11-16,0-2-5 0,-3-9-2 16,2-5-57-16,1-5-17 0,-2-2 0 0,-2-3 0 15,2 0 0-15,0-4 0 16,-1 1 0-16,-1-9 0 0,0 8 0 0,0-8 0 0,0 0 0 15,0 0 0-15,0 0 0 16,0-35 0-16,2 10 0 0,-4-10 0 0,4-6 0 16,-4-1 0-16,4-4 0 0,0 1 0 15,-2 3 0-15,2 1 0 0,0 12 0 0,-2 3 0 16,2 6 0-16,-1 4 0 0,-1 2 0 16,0 1 0-16,2 2 0 0,0 4 0 0,3 1 0 15,-5 6 0-15,16-5 0 0,-16 5 0 16,22 4 0-16,-8 1 0 0,6 0 0 15,1 2 0-15,-1 1 0 0,2 1 0 0,-3 0 0 16,1 0 0-16,-4-1 0 16,-1-1 0-16,-1 1 0 0,-3 2 0 0,-2-3 0 15,-1 3 0-15,-4-2 0 0,0 0 0 16,-1 5 0-16,-6-3 0 0,-1 2 0 0,-3-1 0 16,-5 3 0-16,2-3 0 0,-5 4 0 15,-2-5 0-15,1-1 0 0,-2 1 0 0,2-3 0 16,0-2 0-16,0 0 0 15,1-1 0-15,1 1 0 0,3-4 0 0,-1 1 0 0,1 2 0 16,11-4 0-16,-18 3 0 0,11-1 0 16,7-2 0-16,-9 1-144 0,9-1-335 15,0 0-81-15,0 0-94 0,-6-13-92 0,14 3-76 16,3-6 89-16,10-10-646 16,11-4-831-16</inkml:trace>
  <inkml:trace contextRef="#ctx0" brushRef="#br0" timeOffset="45975.24">3805 11996 3553 0,'-8'-20'-50'0,"1"2"45"0,-2 1 37 0,0-1 51 16,0 1 61-16,4 5 37 0,-1 2 32 0,2 1 10 15,-2-1-16-15,2 3-22 0,4 7-23 16,-2-7-18-16,2 7 8 0,0 0 11 0,8 26-12 16,2 3-4-16,3 6-9 15,3 9-22-15,0 3-3 0,2-1-14 0,2-2-8 16,1-1-15-16,-5-10-28 0,-1-2-38 0,2-4-38 15,-4-1-31-15,-2-5-37 16,0-7-42-16,-6-3-46 0,3-2-33 0,-3-2-54 16,3-4-50-16,-8-3-58 0,0 0-53 15,17-12-54-15,-10-1-53 0,0-4-35 0,0-5-328 16,1-10-384-16</inkml:trace>
  <inkml:trace contextRef="#ctx0" brushRef="#br0" timeOffset="46173.36">4023 11925 2438 0,'-5'-41'5'0,"3"1"49"0,-3 3 54 16,-3 3 52-16,5 9 60 0,-1 7 32 15,2 2 6-15,-1 5-20 0,2 1-27 16,-1 4-20-16,2 6-3 0,0 0 2 0,0 0 2 16,0 0-19-16,10 35-10 0,-5-12-7 15,3 12-13-15,4 0-14 0,-1 5-10 16,0 9-10-16,5-3-15 0,-5-9-6 0,1-2-12 16,1-3-4-16,-2-1-29 0,1-2-38 15,-1-2-38-15,-4-6-45 0,2-4-53 16,-4-4-84-16,-1 0-82 0,0-3-96 0,-3-2-119 15,3-2-171-15,-2 0 58 0,-2-6-432 16,4 4-530-16</inkml:trace>
  <inkml:trace contextRef="#ctx0" brushRef="#br0" timeOffset="47377.05">4726 11194 2872 0,'-10'-33'28'0,"0"-2"33"0,-1 2 31 0,1 4 55 0,3 7 43 15,1 5 42-15,-1 3 22 0,3 4-11 16,0 1-27-16,0 4-20 0,4 5 20 0,0 0 34 15,0 0-1-15,-2 46-1 0,4-4-8 16,6 15-4-16,0 3-14 0,1 5-13 0,5 3-21 16,-1 0-17-16,0-2-14 0,2-3-15 15,0-3-10-15,-1-5-17 0,-1-2-8 16,-3-13-13-16,-3-2-8 0,-1-6-7 0,-2-6-4 16,-3-8-9-16,1-2-1 0,0-1-10 15,-2-4-3-15,-2 1-7 0,0-4-6 16,-1-3-20-16,-3 0-22 0,6-5-29 15,-14 2-23-15,14-2-17 0,-24-8-20 0,11-1-14 16,-4-3-3-16,-8-5-4 0,-2 0 2 16,4 0 4-16,5 5 10 0,0 0 6 0,3 2 7 15,3-1-4-15,3 3-14 0,3 3-22 16,0-4-15-16,6 1-8 0,5-4-7 0,6 0-16 16,10-11-16-16,3 0-33 15,13-6-37-15,6-5-25 0,4-2-4 0,-2-3 32 0,18-11 23 16,-6-1 28-16,-11 7 25 0,5-12 26 15,-17 8 18-15,-5 2 25 0,-10-4 32 16,-6 3 36-16,-8 6 20 0,-5 0 28 16,-7 2 24-16,-2 3 30 0,-2 4 20 15,-5 4 10-15,1 6 6 0,-4 7-3 0,1 3 0 16,0 5 10-16,0 5 1 0,-2 4 6 16,-3 5 0-16,-4 10 8 0,0 8 0 0,1 11-5 15,3 6-4-15,4 5-8 0,5-1-1 16,5 8 1-16,3-3-10 0,3-4-6 0,5 9-5 15,3 1-10-15,4-2-9 0,5-5-4 16,1-1-2-16,4-5-9 0,-6-8-2 16,1-3-3-16,1-5-3 0,-1-2-6 15,-5-8 0-15,0-4-7 0,0-3 1 16,-4-5-1-16,1 0 1 0,-6-6-2 0,14-3-3 16,-14 3 4-16,20-13 16 0,-9 0 8 15,-1 3 18-15,1-1 18 0,-2 0 12 0,-2 4-2 16,-2 0-10-16,1 3-6 0,-6 4-13 15,11-4 10-15,-11 4 12 0,0 0-9 0,21 7-11 16,-13-2-3-16,0 2 2 0,1-1-10 16,1 2-6-16,-3-4-7 0,3 1 7 15,-1 1-10-15,2-3-2 0,-11-3 1 0,18 3-5 16,-18-3 0-16,27-6-7 0,-13 2-2 16,0 0-5-16,-3-3 0 0,2 3-1 15,-4 0-6-15,0 1-4 0,-9 3 0 16,16-7-5-16,-11 5-4 0,-5 2 3 0,13-2 3 15,-13 2-1-15,20-3-1 0,-20 3 3 16,17 3-5-16,-4-3 3 0,-13 0 0 0,25-3-4 16,-12 2 2-16,4-2-8 0,0-2-39 15,4-2-41-15,-1-1-61 0,8-5-66 0,-1-1-90 16,-3-2-117-16,1-1-143 0,-4-6-179 16,1 0-58-16,-8-2 82 0,4-3-642 0,-1 3-812 15</inkml:trace>
  <inkml:trace contextRef="#ctx0" brushRef="#br0" timeOffset="47726.05">6150 10940 4135 0,'-11'-2'176'0,"2"-2"4"0,9 4 8 0,-9-2 12 15,9 2 3-15,0 0 43 0,0 0 15 0,-8 16-8 16,11-4-23-16,2 0-14 0,0 5-26 15,7 0-17-15,1 9-15 0,2-4-11 0,3 2-19 16,-4 0-11-16,0-4-14 0,-1-6-12 16,-2 1-7-16,1-5-10 0,-2 0-3 15,-1-1-13-15,-1-3-4 0,1 1-4 16,2-3-5-16,2-3-5 0,-13-1-7 16,25-4-11-16,-13-2 1 0,6-4-13 0,0-3-3 15,6-5-14-15,-5-7-11 0,-1 1-22 16,-2-5-16-16,-1-3-26 0,1-1-24 0,-3-2-22 15,-6 4-23-15,-1 0-38 0,2 4-45 16,-3 6-51-16,1 1-63 0,-2 7-49 0,-3 1-54 16,-1 0-67-16,2 3-104 15,-2 1-59-15,5-1 76 0,-3 2-432 0,3-1-510 0</inkml:trace>
  <inkml:trace contextRef="#ctx0" brushRef="#br0" timeOffset="48373.3">6645 10787 3103 0,'-6'9'99'16,"3"-1"32"-16,-4 2 30 0,5-2 34 16,0-3 19-16,0 1 0 0,2-6-4 0,-5 9-5 15,5-9 2-15,0 0-6 0,5 11 1 16,-5-11 2-16,14 2-16 0,-14-2 0 0,22-4-16 16,-8 0-13-16,1-1-17 0,5-1-6 15,-3-4-17-15,0 2-14 0,-2-3-2 0,0 0-14 16,-1-4-5-16,-3 5-9 0,-3 1-6 15,-3 3-11-15,-1-3-5 0,0 2-5 16,-4 7-13-16,-4-8 1 0,4 8-2 16,0 0-14-16,-33 12 1 0,11 5 1 0,-3 5-4 15,-7 9 2-15,3 4-2 0,3 1-11 16,4 1-1-16,8-4 2 0,-2-1-4 0,8 2-3 16,3-8 7-16,5-2-1 0,2-2 5 15,1-1-9-15,5-3 2 0,2-2 1 0,3-1-1 16,3-4 3-16,-2-5-3 0,4-1 4 15,0-4 1-15,6-5-3 0,1 2-6 0,5-10 14 16,0-1-7-16,-3-3 8 16,0-4 4-16,-5 1 12 0,1-3 12 0,-3-4 5 15,-6 1 3-15,-1-6-2 0,-6 2-3 16,-2-4-4-16,-1 4 0 0,-4-8-3 0,-4-4 0 16,1 4-7-16,-5-2-5 0,0 3 1 15,2 3-6-15,1 9 2 0,1 6-3 16,2 4-4-16,-3 3-6 0,3 1-4 0,-3 4-7 15,2 1 5-15,3 5-4 0,0 0 3 16,-10-3-7-16,10 3 1 0,0 0-2 0,0 0-7 16,0 0 0-16,0 0 7 15,0 0 2-15,0 0 0 0,27-3-2 0,-10-3 3 16,4 0 4-16,0 0-2 0,-4 4 9 16,2 2 14-16,1 0-23 0,-4 6-2 0,4 2 0 15,-2 3 0-15,-2 1 0 0,-1 2 0 16,1 1 0-16,-4 8 0 0,0-5 0 0,0 1 0 15,-5 0 0-15,3 0 0 0,-3 0 0 16,1-1 0-16,-3 3 0 0,2-4 0 0,-2-2 0 16,-1 2 0-16,0-5 0 0,0-1 0 15,-3-1 0-15,3-2-168 0,-2 0-242 0,3-3-100 16,-5-5-106-16,0 0-138 0,0 0-70 16,0 0 99-16,16-21-698 0,-8 0-874 15</inkml:trace>
  <inkml:trace contextRef="#ctx0" brushRef="#br0" timeOffset="48789.98">7473 9740 4130 0,'-9'-26'11'0,"0"6"42"0,2 7 53 0,0 0 32 16,2 5 12-16,1 1-6 0,-2 5-4 0,6 2 33 16,0 0 55-16,-14 31 52 0,9 5 14 15,1 9 8-15,2 20 5 0,1 7 10 0,-1 2-2 16,0 3-24-16,2 7-18 0,-2-1-25 15,2 0-28-15,0 0-149 0,0-5-71 0,0-4 0 16,2-7 0-16,0-5 0 16,0-4 0-16,-1-17 0 0,1-1 0 0,0-11 0 15,-2-9 0-15,2-2 0 0,2-4 0 16,-4-5 0-16,1-2 0 0,3-1-187 0,-4-6-213 16,0 0-59-16,0 0-32 0,18-19-19 15,-15 2 2-15,1-3 10 0,2-13 14 0,-5-2 52 16,-1 4 69-16,-1-4 67 0,-5 2 64 15,1 9 68-15,-3 4 61 0,-2 6 44 16,-1 2 50-16,0 1 47 0,-3 5 50 0,1-3 47 16,-3 3 38-16,5 4 27 15,-1-2 15-15,3 2 5 0,2 0-9 0,7 2-4 16,-16-4-14-16,16 4-17 0,-11 0-19 16,11 0-15-16,0 0-21 0,0 0-48 0,0 0-70 0,0 0-95 15,0 0-125-15,0 0-142 16,46-8-145-16,-26 1-150 0,3-1 62 0,2 2-405 15,-2 0-472-15</inkml:trace>
  <inkml:trace contextRef="#ctx0" brushRef="#br0" timeOffset="49157.11">7690 10473 2669 0,'0'0'145'0,"0"0"73"0,0 0 27 0,0 0 25 0,0 0 11 16,0 0 8-16,0 0-8 0,0 0-24 15,0 0-25-15,0 0-13 0,0 0-3 0,0 0-4 16,0 0-18-16,0 0-15 0,0 0-20 16,0 0-15-16,0 0-12 0,7-4-12 0,-7 4-18 15,18-5-5-15,-10 3-15 0,-8 2-4 16,17-5-3-16,-17 5-8 0,8-6-7 0,-8 6-3 16,3-5-20-16,-3 5-3 0,0 0-11 15,0 0-4-15,0 0 6 0,-36 10-5 0,24 2 0 16,-10 9-2-16,8 2-8 0,-6 1 0 15,4 2-4-15,3 2 11 0,4-8 2 0,1 0-1 16,4-2 4-16,2-1-5 0,2-1-1 16,2-5 0-16,0 1-4 0,6 1-1 15,-4-5-2-15,5-1-21 0,1-2-33 16,3-5-36-16,0 0-47 0,9-4-57 16,-3-4-66-16,9-6-83 0,-3-1-79 0,0-6-76 15,-2 1-77-15,0-5-121 0,-1 0 23 16,-1-2-562-16,0 0-688 0</inkml:trace>
  <inkml:trace contextRef="#ctx0" brushRef="#br0" timeOffset="49373.17">7988 10340 3260 0,'0'0'22'0,"0"0"80"15,-2-14 47-15,2 14 36 0,0 0 35 0,0 0 38 16,0 0 55-16,0 0 47 0,0 0 12 16,0 0-3-16,0 0-5 0,9 26-1 15,-4-17-18-15,1-1-31 0,-3 4-27 16,3-1-32-16,-1 1-19 0,-1-1-29 0,3 1-17 15,-6-4-170-15,1 3-20 0,0-1 0 16,0-2 0-16,-4 1 0 0,0-1 0 16,-1 1 0-16,-2-1 0 0,-3-2 0 0,5 0-12 15,1 2-326-15,-2-4-105 0,4-4-95 16,-5 4-94-16,5-4-79 0,0 0-78 0,0 0 80 16,0 0-658-16,7-33-821 15</inkml:trace>
  <inkml:trace contextRef="#ctx0" brushRef="#br0" timeOffset="49573.06">8114 10297 3672 0,'5'-16'21'0,"0"5"102"15,-5 3 59-15,2 2 41 0,-2 6 23 16,2-9 52-16,-2 9 51 0,0 0 26 16,0 0 7-16,0 0-11 0,0 0-15 0,0 29-25 15,1-19-32-15,1 1-26 0,4 1-28 16,-1-1-19-16,5-1-26 0,3 3-181 0,5-3-19 16,11 4 0-16,3-6 0 0,4-1 0 15,4-2 0-15,1-3 0 0,-6-4 0 16,-6 2 0-16,-3 0 0 0,-5 0 0 15,-3 0 0-15,-4 2-92 0,-2-1-327 0,1 1-109 16,-7 2-125-16,-1 1-190 0,-5 0 42 0,-5 6 79 16,-4 0-684-16,-13 8-857 15</inkml:trace>
  <inkml:trace contextRef="#ctx0" brushRef="#br0" timeOffset="50406.84">3774 13714 4317 0,'-13'-21'183'0,"4"5"1"15,1 5 32-15,2 0 27 0,1 2 27 0,-1 3-3 16,4 1-23-16,2 5-21 0,-8-2-9 15,8 2-8-15,0 0-21 0,-4 22-13 0,4-9-17 16,2 0-17-16,0 5-14 0,1-1-9 16,-1 1-17-16,1-2-6 0,-1 1-10 15,0-2-7-15,0-4-8 0,0 1-7 16,1-4-1-16,-3-1-4 0,2 0-2 0,0-2-2 16,-2-5-8-16,0 0-43 0,0 0 0 15,0 0 0-15,0-24 0 0,2 4 0 0,0-9 0 16,4-8 0-16,0-2 0 0,1 2 0 15,2 0 0-15,-3 4 0 0,-1 9 0 0,0 6 0 16,1 4 0-16,-3 2 0 0,1 2 0 16,2 1 0-16,0 2 0 0,0 4 0 15,1 0 0-15,0 3 0 0,-7 0 0 0,16 0 0 16,-16 0 0-16,17 0 0 0,-9 3 0 16,-8-3 0-16,17 0 0 0,-17 0 0 0,17 0 0 15,-6-3 0-15,0-1 0 0,3-4 0 16,1-5 0-16,1 3 0 0,-1-5 0 15,-2 1 0-15,0 2 0 0,-1 1 0 16,-2 1 0-16,-1 2 0 0,-1 1 0 0,-2 1 0 16,1 2 0-16,-7 4-27 0,13-2 8 15,-13 2-2-15,16 6 8 0,-7 1-2 0,1 3-8 16,-1-2-20-16,1 2-29 0,-3-2-36 16,1 1-49-16,2 2-50 0,-3-2-61 15,1-4-86-15,0 5-105 0,-5-5-115 0,5-2-154 16,-1 1-33-16,-7-4 71 15,14-2-552-15,-14 2-704 0</inkml:trace>
  <inkml:trace contextRef="#ctx0" brushRef="#br0" timeOffset="51190.11">4409 13540 3819 0,'-11'7'185'0,"4"-2"11"0,-2-1 31 0,9-4 28 16,-9 3 14-16,9-3-26 0,0 0-26 0,0 0-31 15,0 0-17-15,-4-19-12 16,10 9-23-16,-1-3-8 0,4-1-9 0,-2-3-10 16,2-1-12-16,-1 0-14 0,0-2-13 15,-1-2 0-15,-1 1-19 0,1-11-12 0,0 6-7 16,-2 6-9-16,-1 1 3 0,0 5-5 16,-1 2-7-16,-1 2-2 0,0 0-6 15,-2 5-5-15,0 5 1 0,0 0 5 0,0 0-1 16,0 0-2-16,0 0-1 15,-2 29 2-15,4-9-6 0,-2 4 5 0,4 12-1 0,0-1 3 16,2 0-6-16,0-2-2 0,1-2 7 16,2-4-3-16,0-2 3 0,-2-7-7 15,2-1 1-15,1-4-12 0,0-1-2 16,-3-2-8-16,0-5-10 0,3-2-10 0,0-3-17 16,-10 0-16-16,25-8-22 0,-11-4-19 0,6-7-22 15,1-5-7-15,-1-2-8 16,-2-1 16-16,-3-4 13 0,0 1 15 0,-2-1 17 15,-2 2 21-15,-4 8 22 0,-2 1 29 16,-1 7 29-16,0 1 17 0,-2 3 15 0,0 3 1 16,-1 2 6-16,-1 4 5 0,0 0 9 15,0 0 1-15,0 0-5 0,0 0-5 0,-9 22-9 16,9-15-1-16,-2 3-4 0,2-5-11 16,0-5-17-16,0 12-21 0,2-4-27 0,-2-8-24 15,2 8-33-15,2-5-31 0,-4-3-34 16,0 0-48-16,0 0-33 0,0 0-28 15,26-15-22-15,-15 5-18 0,0-5-12 16,0-3 23-16,1-1 22 0,3-6 42 16,-1-4 37-16,-7 0 56 0,0 6 47 0,-1 0 49 15,0 3 40-15,-4 3 40 0,0 3 31 16,-2 2 25-16,0 0 17 0,-2 3 0 0,0 3-9 16,2 6 9-16,-8-11-7 0,8 11 8 15,0 0-8-15,0 0-8 0,0 0-7 0,-15 21-1 16,13-11-2-16,2-3 6 0,4 1 13 15,-2 2 18-15,5 0 32 0,5 5 58 16,1-1 34-16,0-3-5 0,1 1-7 16,-1 1-21-16,-3-3 19 0,-1 2 11 15,-1 0-4-15,-1 2-4 0,1 2-17 0,-4-3-16 16,0 6-19-16,-4-2-16 0,-2 2-20 16,-2 3-14-16,-1 2-37 0,-4 6-45 0,0-6-54 15,2-6-58-15,-2 2-48 0,-2-3-54 16,4-2-57-16,-2-5-75 0,0-2-81 0,4-2-72 15,-2-6-77-15,7 0-59 0,-10-10-64 16,7-2 4-16,3-9-470 0,3-16-586 16</inkml:trace>
  <inkml:trace contextRef="#ctx0" brushRef="#br0" timeOffset="51390.89">5022 12925 2913 0,'12'-49'-60'0,"0"0"61"0,-7 11 60 0,3 1 60 0,-4 9 55 16,0 8 32-16,-1 4 19 0,-1 1 1 15,0 3-8-15,-2 4-15 0,4 2 12 16,-4 6 14-16,0 0 13 0,0 0-15 15,17 21-6-15,-7-1-2 0,-1 11-11 16,3 5-18-16,-1 10-40 0,-1 8-19 0,1-1-9 16,-5 0-13-16,1 2-23 0,0-11-33 15,-4 0-47-15,1-1-52 0,-2-6-48 0,2 1-68 16,-3-9-67-16,1-5-88 0,0-3-71 16,-2-8-84-16,0 7-95 0,0-9-122 0,0-1 48 15,0-5-434-15,-2-2-543 0</inkml:trace>
  <inkml:trace contextRef="#ctx0" brushRef="#br0" timeOffset="51541.32">5143 13258 2886 0,'-6'-7'-3'16,"0"2"49"-16,6 5 33 0,-7-9 21 0,7 9 17 15,-4-3 1-15,4 3-13 0,0 0-14 16,0 0-4-16,0 0-11 0,0 0-5 0,0 0-39 16,11-14-40-16,-1 9-36 0,9-5 0 15,24-11-31-15,9-1-53 0,7-11-82 0,20-7-94 16,6-8-131-16,3 2-66 0,1-7 59 15,-1 2-107-15,-8-7-52 0</inkml:trace>
  <inkml:trace contextRef="#ctx0" brushRef="#br0" timeOffset="51971.48">6182 11983 1893 0,'-14'-19'294'0,"3"6"15"0,-1 3 19 0,5 4 10 15,-5 4 0-15,12 2-14 0,-19 10-7 16,10 7-21-16,-5 16 0 0,1 14-8 0,2 7-19 15,4 9-15-15,0 9-19 0,5 0-33 16,0 0-16-16,4 1-20 0,2-1-14 16,1-3-16-16,0-2-14 0,2-5-13 15,-1-3-13-15,1-7-11 0,-5-11-13 16,2-1-5-16,-1-14-20 0,0-2 0 0,-3-9-15 16,2-1-2-16,0-1-8 0,-2-2-4 15,0-6-10-15,0-5-14 0,0 0 7 0,0 0-13 16,0 0 0-16,15-34-3 0,-5 1 3 15,3-3-5-15,0-1 12 0,6-5 3 0,-3 8 13 16,-3 9 21-16,-2 2 17 0,-3 7 16 16,-2 4 19-16,1 4 26 0,-1 3 31 0,2 1 17 15,-8 4 12-15,0 0-95 0,0 0-75 16,26 14 0-16,-18-2 0 0,-2 1 0 16,-1 3 0-16,-3 1 0 0,0 0 0 15,0 3 0-15,-2-2 0 0,0 3 0 0,-4-2 0 16,2 0 0-16,-3-1 0 0,-1 1 0 15,-2-3 0-15,2-4 0 0,1-1 0 0,-2-4 0 16,-1-1 0-16,2-5 0 0,6-1-96 16,-15-10-619-16,9-4-169 0,0-6-13 15,6-6 91-15,5-11-824 0,2-5-1069 0</inkml:trace>
  <inkml:trace contextRef="#ctx0" brushRef="#br0" timeOffset="52309.38">6589 12568 4199 0,'6'8'-26'0,"-2"0"94"0,-4-3 60 0,0-5 47 0,1 10 37 0,-1-10 10 0,0 0 19 0,0 6-3 0,0-6-5 16,0 0-16-16,0 0-8 0,0 0-9 15,0 0-18-15,0 0-18 0,16 0-13 16,-16 0-17-16,13-9-17 0,-5 2-16 0,2 0-25 16,-7-1-29-16,6-4-20 0,-2 0-12 15,0-3-17-15,-3 1-6 0,-2 5-5 0,0-3-6 16,-2 3-1-16,0 1 4 0,0 8-5 15,-8-8 4-15,8 8 1 0,0 0 3 0,-30 11-2 16,7 7 6-16,3 3 9 16,2 7 14-16,0 5 11 0,5 1 8 0,1 1 8 15,-1 10-2-15,4-11-2 0,6 3-1 0,3-7 12 16,0-4-9-16,5 9 0 0,-3-9-5 16,5-6-10-16,-1-2-11 0,1 0-21 15,0-4-16-15,2-4-28 0,-4-2-37 0,3-1-37 16,0 0-49-16,-2-2-62 0,-3-2-76 15,-3-3-88-15,6 6-97 0,-6-6-97 16,0 0-145-16,0 0 69 0,0 7-572 0,0-7-704 16</inkml:trace>
  <inkml:trace contextRef="#ctx0" brushRef="#br0" timeOffset="52588.95">4646 14570 3759 0,'-13'12'136'0,"-1"-1"6"0,5 3 9 0,-4 1 23 0,6 3 29 0,0 0 8 16,1 3-16-16,4 3-18 0,4 0-19 15,2 1-17-15,5 6-14 0,3 1-18 0,5-6-24 16,0-1-30-16,5-4-40 15,3-3-42-15,0-2-56 0,-2-4-63 0,2-7-68 16,-6-5-76-16,6-4-74 0,-2-1-83 16,11-6-120-16,-2-6-55 0,-1-2 62 0,5-8-297 15,-4-2-340-15</inkml:trace>
  <inkml:trace contextRef="#ctx0" brushRef="#br0" timeOffset="52873.23">5205 14488 2337 0,'-13'29'106'0,"-4"-5"44"0,-2 3 28 15,0 2 34-15,-1-2 22 0,0 2 24 16,3 1 0-16,2-2-14 0,8-9-25 16,0 1-15-16,7-5-26 0,2 0-17 0,4-5-19 15,5 0-12-15,2-1-18 16,3-6-10-16,5 0-22 0,3-6-17 0,12-3-16 16,-2-3-26-16,-2-1-18 0,-1-4-13 15,-5 0-8-15,1 1-4 0,-10 1 1 0,-2 1-3 16,-7 3 10-16,-3 0 6 0,-5-1 10 15,0-2 4-15,-7 1 1 0,-2-2 1 16,-11-8-1-16,-5 3-9 0,-1 2-7 0,-5 2-19 16,6 4-19-16,5 5-29 0,0 4-33 15,-3 0-55-15,3 4-56 0,-3 4-55 16,4 0-74-16,-2 1-97 0,7-3-136 0,3 2 33 16,-1-2-300-16,5 0-334 0</inkml:trace>
  <inkml:trace contextRef="#ctx0" brushRef="#br0" timeOffset="53272.17">5210 14441 2505 0,'13'-12'100'0,"-4"5"41"0,1-2 46 0,-2 6 44 15,1 0 40-15,-9 3 24 0,19 0 17 16,-6 5 21-16,-1 0-8 0,5 7-8 0,1 3-16 16,0 6-27-16,1 1-20 0,-3 3-28 15,-1 0-22-15,-4-4-22 0,-3-1-13 16,1 1-21-16,-3-2-14 0,1 3-12 0,-4-5-17 15,1 0-18-15,0-5-18 16,-3 0-15-16,3-2-14 0,-4-1-23 0,4-1-25 16,-2-3-16-16,-2-5-7 0,0 0-4 15,0 0 6-15,0 0 0 0,12-17 3 0,-9 0 6 16,3-3 0-16,-1-5 7 0,-1 2 8 16,2-10 13-16,0 6 10 0,-2 6 29 0,-2 3 13 15,1 3 16-15,-1 1 13 0,0 4 2 16,0 2 4-16,0 3-1 0,-2 5 4 0,0 0 0 15,0 0-6-15,0 0-5 0,21 17-12 16,-14-5-75-16,4 5 0 0,-2 1 0 16,7 9 0-16,-2-4 0 0,-3-1 0 0,0-5 0 15,2 1 0-15,-6-1 0 16,0-3-49-16,0 0-150 0,0-2-64 0,-3-2-69 16,1-2-71-16,-3-1-91 0,0-1-95 15,-2-1-103-15,0-5-88 0,0 0 86 0,0 0-563 16,0 0-718-16</inkml:trace>
  <inkml:trace contextRef="#ctx0" brushRef="#br0" timeOffset="53672.34">5757 14415 3378 0,'-4'-8'120'0,"-2"4"71"0,6 4 42 0,0 0 25 16,0 0 34-16,-17 19 40 0,12-5 10 16,0 1-14-16,1 4-26 0,2 1-26 0,2 2-26 15,2 3-28-15,-2 0-20 16,4 0-24-16,1 1-16 0,-2 6-22 0,1-5-18 15,0-5-36-15,-1-3-22 0,-1-2-25 16,-2-3-31-16,2 0-31 0,0-2-37 0,-2 1-23 16,2-8-18-16,-2 2-16 0,0-7-8 15,0 0 5-15,0 0 5 0,0 0 4 16,0 0 4-16,-6-25 10 0,8 6 10 0,-2-9 13 16,4-9 4-16,-2 8 17 0,2 2 7 15,0 6 9-15,1-1 18 0,1 5 22 16,0 2 26-16,-3 3 34 0,4 4 30 15,-4 2 35-15,-3 6 21 0,11 0 11 0,-11 0 5 0,13 12-4 16,-6-4-3-16,0 5-20 16,3 5-15-16,-3 2-9 0,1 0-13 0,1 2-13 15,3 7-7-15,-4-6-11 0,-1-2-21 16,2-2-24-16,-3-2-26 0,1-3-40 16,-4-2-50-16,1-2-58 0,1 3-61 0,-1-5-77 15,-2-1-87-15,0-2-91 0,-2-5-113 16,0 0-133-16,0 0-48 0,0 0 81 0,0 0-558 15,0 0-698-15</inkml:trace>
  <inkml:trace contextRef="#ctx0" brushRef="#br0" timeOffset="54021.86">6048 14407 3772 0,'0'0'192'0,"-20"15"30"0,13-7 18 0,3 1 25 0,-1 1 35 16,1 2 2-16,2-2-13 0,2 2-21 15,0-1-30-15,0 1-21 0,4-2-23 0,2-1-20 16,-3-1-17-16,3 0-22 0,2 0-21 16,0-3-21-16,-3-1-20 0,-5-4-26 0,19 0-14 15,-19 0-11-15,15-4-10 0,-5-1-13 16,2-3-9-16,-5 0-2 0,3-2-10 16,-3-1 4-16,-1 1-1 0,0-2-2 0,-5 1 1 15,1-2 9-15,-4 1-3 16,1 0 1-16,-5 2 4 0,2 1-4 0,-3 6 2 15,7 3-5-15,-18 2-10 0,4 5 6 16,-4 6-8-16,-5 10-1 0,0 0 8 0,4 1-3 16,2 5 3-16,8-9 2 0,1-1 4 15,0 0 1-15,4-2 0 0,2-3-6 0,0-1 6 16,2-1-28-16,2-2-39 0,0-1-69 16,5-1-96-16,0-4-109 0,2-1-106 15,0-1-125-15,-9-2-157 0,25-5 70 0,-11 3-533 16,3-3-671-16</inkml:trace>
  <inkml:trace contextRef="#ctx0" brushRef="#br0" timeOffset="54255.52">6417 14305 3109 0,'-7'-1'-20'0,"7"1"66"16,0 0 34-16,-34 18 39 0,14 2 33 0,-2 3 27 15,3 5 18-15,1 2-2 16,2 4-7-16,2-4-14 0,3-1-17 0,3-4-18 0,8-4-13 15,-1-3-15-15,1-5-18 0,3 1-24 16,1-3-21-16,1-1-21 0,6-4-23 0,-4 0-35 16,2-6-37-16,-9 0-34 0,0 0-41 15,34-11-26-15,-20 2-30 0,-1-2-35 16,9-11-41-16,-6-4-43 0,5-6-62 0,2-5-63 16,2-4-91-16,6-3-247 15,3-6-271-15</inkml:trace>
  <inkml:trace contextRef="#ctx0" brushRef="#br0" timeOffset="54654.86">6780 13050 2189 0,'-17'-25'44'15,"3"7"46"-15,-1 6 25 0,1 4 40 0,2 4 26 16,-4 6 19-16,-3 6 21 0,-9 13 17 16,-1 17 17-16,4 8 1 0,7 13-8 0,0 7-9 15,7 7-20-15,5 2-20 0,6 1-18 16,1 2-21-16,8-3-19 0,5 22-16 0,0-29-13 15,1 1-15-15,-3-6-36 16,3-5-27-16,1-6-34 0,-5 0-35 0,-4-13-37 16,0-5-38-16,-5-5-34 0,1-5-41 15,-1-3-28-15,-4-2-14 0,-3-1-16 0,0-3-9 16,-1-1-8-16,-5-2-2 0,-1-1 6 16,-1-2 16-16,0-4 27 0,-4-1 39 15,3-3 43-15,-1-1 32 0,-4-1 48 0,2-3 41 16,2-1 41-16,-2 1 38 15,1-3 39-15,5 3 41 0,-3-1 23 0,5 2 23 16,0 1 13-16,0 1 2 0,9 1-1 16,-12-6-6-16,12 6 2 0,0 0-6 0,0 0-18 15,0 0-18-15,0 0-26 0,0 0-7 16,37-6-36-16,-2-2-50 0,0-4-67 0,1-3-90 16,7-4-98-16,3-6-77 15,0-1-68-15,4-5-34 0,-2-1-40 0,4 3-76 0,-6 0-29 16,-4-1-294-16,-15 7-316 0</inkml:trace>
  <inkml:trace contextRef="#ctx0" brushRef="#br0" timeOffset="54987.97">7068 13888 2420 0,'0'0'145'0,"0"0"52"0,0 0 17 16,0 0 27-16,0 0 25 16,0 0 15-16,0 0-3 0,0 0-21 0,-31 9-12 15,31-9-31-15,0 0-19 0,-1 10-23 16,1-10-21-16,0 0-16 0,0 0-32 0,0 0-24 15,20 4-29-15,-20-4-32 0,19-5-31 16,-8 1-34-16,1-2-30 0,-1-2-29 16,1 0-27-16,0-1-30 0,-3-3-20 0,1 2-10 15,-3-3-4-15,3-1 2 0,-7-3 1 16,1 1 9-16,-2 1 17 0,-2-2 12 0,-4 1 14 16,2 5 18-16,-5 2 20 0,-4 4 12 15,-3 5 11-15,-5 10 9 0,-16 7 9 0,-4 16 17 16,-1 9 23-16,4 5 30 15,2 2 20-15,2 1 19 0,8 0 5 0,5-5 5 0,10-8-10 16,0-1 3-16,7-10-9 16,7-4-7-16,2-2-21 0,5-8-30 0,1-1-53 15,2-5-55-15,5-4-67 0,-2-2-66 16,7-2-77-16,7-8-103 0,4-3-183 16,-1-5-121-16</inkml:trace>
  <inkml:trace contextRef="#ctx0" brushRef="#br0" timeOffset="55371.4">7753 12969 1737 0,'-2'-51'27'0,"1"7"29"0,-3-3 24 0,-3 9 22 15,-1 4 17-15,0 10 32 16,2 5 35-16,-1 11 18 0,-2 4 8 0,-5 8 16 16,-1 9 9-16,-12 22 6 0,0 13-4 15,4 11 2-15,-7 26-3 0,10 4-8 0,0 2-10 16,4 2-2-16,15-18-31 0,-3-3-19 15,4-3-18-15,5-4-18 0,6-5-16 0,0-6-18 16,3-6-23-16,-7-11-21 16,2-6-19-16,-1-8-26 0,-2-3-16 0,1-7-19 0,-7-3-13 15,6-1-10-15,0-7-8 16,-6-2-2-16,0 0 0 0,0 0 7 0,0 0 4 0,12-12 3 16,-12 1 4-16,-3-2 7 15,-1-3 9-15,0-1 5 0,-3 3 14 0,-2-2 7 16,-1 5 5-16,-5 5 5 0,1 4 4 15,-1 2 2-15,-2 4 4 0,-4 6 1 16,-4 3 2-16,0 3-4 0,4 4-7 0,6-1 3 16,5-2-12-16,1-2-11 0,3 1-29 15,5-1-37-15,1-1-47 0,0-1-80 0,3-1-85 16,1-3-108-16,5 1-157 0,1-4-88 16,1-2 71-16,5-4-360 0,-1-3-408 0</inkml:trace>
  <inkml:trace contextRef="#ctx0" brushRef="#br0" timeOffset="55639.98">8382 13681 2804 0,'-12'14'232'16,"-12"7"47"-16,-10 9 25 0,-10 3 32 0,-21 11 32 16,-7 4 39-16,-8 4 17 0,-1 0-24 15,-9 3-33-15,0-1-37 0,-3 4-33 16,-5 2-30-16,-8 6-28 0,-39 17-28 15,-4 2-26-15,-7-4-30 0,-8 2-26 0,-6-1-28 0,-1-3-38 16,-2 3-36-16,6-4-37 16,6-5-40-16,37-17-40 0,9 2-45 0,8-2-42 15,10 1-47-15,14-8-24 0,12-4-21 16,24-16-34-16,8-3-36 0,15-7-50 0,8-8-76 16,7 1-82-16,5-8-154 0,6 0 54 15,-2-4-486-15,0 0-601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4-27T04:34:03.9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3693 5569 4909 0,'-4'5'28'0,"0"-1"3"0,4-4-3 0,0 0 15 0,-6 10 28 0,6-10 24 0,0 0 31 0,6 8 21 16,2-2 14-16,3-1 3 15,5 0-4-15,2-1-22 0,5 0-11 0,1 0-1 16,-1-1-19-16,2-1-12 0,-3-2-15 16,-1 0-12-16,-1-2-3 0,3-3-11 15,0 0 3-15,-3-2-5 0,-2-1 0 0,0-3 10 0,-1 1 6 16,-4-4 2 0,-2 1 4-16,1-1 0 0,-4-1 7 0,-1 3-4 15,-3-2-5-15,0 1-2 0,-3 0-8 16,3 3-3-16,-2 0-7 0,1 1-6 15,-1 1-5-15,-2 0-8 0,3 1-8 0,-3 7-12 16,0-10-27-16,0 10-35 0,2-8-43 16,-2 8-45-16,0 0-42 0,0 0-53 0,0 0-81 15,0 0-89-15,0 0-110 0,0 0-185 16,-12 21-84-16,8-15 68 0,4-6-594 16,-7 11-764-16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03:20:31.6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10785 6958 650 0,'0'0'410'0,"0"-9"-117"16,0 9-56-16,2-9-25 15,-2 9-15-15,0-6-6 0,0 6 7 0,2-10-17 16,-2 10 17-16,0-9 8 0,0 9 3 16,3-8 7-16,-3 8 2 0,0 0 6 0,-3-9-3 15,3 9-3-15,0 0-7 0,0 0-6 16,0 0-16-16,0 0-13 0,-2-8-9 0,2 8-16 15,0 0-15-15,0 0-14 0,0 0-9 16,0 0-12-16,0 0-13 0,0 0-1 0,0 0-4 16,0 0-8-16,0 0 0 0,-13 25-8 15,11-11 8-15,-5 6 7 0,-1 1 8 16,-3 15 9-16,-7 8-1 0,3 3 8 16,0-1-8-16,-2 3-5 0,1 1-3 0,2 2 6 15,-4-3 7-15,5-1-3 0,-1-1-6 16,5-11 5-16,2 0-7 0,-3-1-6 0,6-10-4 15,-2-3-1-15,2 0-6 0,1-5-5 16,-1-1-13-16,2-3-57 0,2 1 0 16,-2-3 0-16,1-1 0 0,1-2 0 0,-4 2 0 15,4-3 0-15,0-7 0 0,-3 12 0 16,3-12 0-16,-2 10 0 0,2-10 0 0,0 7 0 16,0-7 0-16,0 0 0 15,0 0 0-15,0 9 0 0,0-9 0 0,0 0 0 0,0 0 0 16,0 0 0-16,-2 7 0 15,2-7 0-15,0 0 0 0,0 0 0 0,0 0 0 16,0 0-83-16,0 0-335 0,0 0-135 16,0 0-124-16,0 0-173 0,0 0 58 0,0 0 85 15,0 0-691-15,0 0-851 0</inkml:trace>
  <inkml:trace contextRef="#ctx0" brushRef="#br0" timeOffset="833.47">10457 7260 3558 0,'-5'-6'-137'0,"-1"2"50"16,6 4 39-16,-9-4 47 0,4 0 49 0,5 4 55 0,-11-6 37 15,6 2 30-15,5 4 22 0,-8-5 6 0,3 2 8 16,-2-2 15-16,7 5 2 15,-7-6 14-15,7 6-2 0,-5-6 5 0,5 6-2 16,0 0-4-16,-12-4-6 0,12 4-9 16,0 0-13-16,0 0-13 0,-6-7-10 0,6 7-9 15,0 0-8-15,0 0-17 0,0 0-7 16,0 0-18-16,0 0-12 0,0 0-9 0,0 0 0 16,0 0-7-16,0 0-73 0,-11-1-23 15,11 1 0-15,0 0 0 0,0 0 0 0,0 0 0 16,0 0 0-16,0 0 0 15,21 12 0-15,-10-4 0 0,5-2 0 0,2 4 0 16,9 7 0-16,6-2 0 0,-1 0 0 16,10 9 0-16,4-5 0 0,-2 0 0 0,1 1 0 15,1-2 0-15,0-1 0 0,0 2 0 16,-12-5 0-16,0 0 0 0,-1-1 0 0,-8-3 0 16,-7-1 0-16,1-1 0 0,-1 0 0 15,-3 0 0-15,-6-3 0 0,3 0 0 16,-3 0 0-16,0 1 0 0,-2-4 0 0,-7-2 0 15,9 8 0-15,-9-8 0 0,9 4 0 16,-9-4 0-16,9 5 0 0,-9-5 0 0,5 5 0 16,-5-5 0-16,0 0 0 0,10 3 0 15,-10-3 0-15,0 0 0 0,0 0 0 0,0 0 0 16,0 0 0-16,0 0 0 0,0 0 0 16,12-1 0-16,-12 1 0 0,0 0 0 15,0 0 0-15,3-12 0 0,-3 12 0 16,-3-12 0-16,3 6-337 0,0 6-668 0,-5-12 90 15,1 7-1103-15,4 5-1434 0</inkml:trace>
  <inkml:trace contextRef="#ctx0" brushRef="#br0" timeOffset="7116.08">16070 4870 5608 0,'6'-3'-269'0,"-6"3"58"0,0 0 60 0,0 0 70 16,8-6 73-16,-8 6 44 0,0 0 36 16,0 0 15-16,0 0 9 0,-2-11 10 15,2 11 2-15,0 0 9 0,0 0 8 16,0 0 8-16,-8-9-8 0,8 9 3 0,0 0-14 16,-8-5 6-16,8 5-5 0,-5-6-9 15,5 6-3-15,-11-5-3 0,11 5-25 0,-14-5 1 16,6 1-6-16,-3 0-10 0,-1 1 1 15,1 1 23-15,-7 0-6 0,4-2-4 0,-8 0 13 16,1 2-9-16,-1-2-5 16,-1-2 0-16,-2 3 4 0,0-1 3 0,3 1-11 15,-1 1-8-15,-4-1-4 0,2 1-6 16,4 2-17-16,-5-2-3 0,5 2-4 16,-2 0-6-16,-4 0 1 0,-2 2-4 0,2 1-3 15,2-1 1-15,-2 2 6 0,2-1-4 16,-2 0-14-16,2 1-4 0,0 1 0 0,-2 0 0 15,5-1 0-15,1 1 0 0,0 0 0 16,0 2 0-16,-2 0 0 0,2 0 0 0,3-1 0 16,-4 5 0-16,3-3 0 15,0 2 0-15,-6 7 0 0,4-7 0 0,5 2 0 0,-4-2 0 16,-3 9 0-16,6-8 0 16,0 2 0-16,1-1 0 0,1 1 0 0,2 1 0 15,-2 0 0-15,0-2 0 0,1 3 0 16,3-1 0-16,-1-1 0 0,3-1 0 0,0 5 0 15,-4-3 0-15,6 1 0 0,2-1 0 16,-3 1 0-16,6-1 0 0,-6 3 0 16,4-1 0-16,2 1 0 0,-1 1 0 0,-1-3 0 15,2 2 0-15,2 0 0 0,0 1 0 16,2 0 0-16,-2-1 0 0,2 2 0 0,2-1 0 16,-3-1 0-16,3 1 0 15,2 3 0-15,-2-1 0 0,2 1 0 0,1 0 0 16,1 0 0-16,-3-1 0 0,5 1 0 15,-2-2 0-15,-1-1 0 0,2 1 0 0,0 0 0 16,-2-2 0-16,2 3 0 0,3-4 0 16,-1 1 0-16,1 1 0 0,1-1 0 0,-2-1 0 15,3 1 0-15,-3-2 0 0,3-1 0 16,-1 1 0-16,3-1 0 0,-1-1 0 0,0-1 0 16,0 0 0-16,1 0 0 0,-1-1 0 15,0-1 0-15,-2-2 0 0,0 1 0 0,3-1 0 16,-1 1 0-16,0-1 0 0,0 1 0 15,5-2 0-15,-3 0 0 0,0-1 0 16,0-2 0-16,6 1 0 0,-6 0 0 16,2 1 0-16,2-3 0 0,-2 0 0 0,2 0 0 15,-4-3 0-15,4 2 0 0,1 2 0 16,-4-2 0-16,1-2 0 0,3 0 0 0,-6 1 0 16,7-2 0-16,-5 1 0 0,0-2 0 15,4 2 0-15,-4-4 0 0,3 2 0 0,-1 2 0 16,-2-3 0-16,4-1 0 0,1-2 0 15,0 2 0-15,-3-2 0 0,1-3 0 16,2 2 0-16,-2 0 0 0,-2-1 0 0,2-1 0 16,-4 1 0-16,2 0 0 0,-1-3 0 15,0 4 0-15,0-3 0 0,-1 1 0 0,-2 1 0 16,-2 1 0-16,1-3 0 0,-1 3 0 16,5-3 0-16,-7-2 0 0,2 5 0 15,-1-2 0-15,-1-1 0 0,1-1 0 16,-1 2 0-16,0 0 0 0,1-2 0 0,-3 2 0 15,2 0 0-15,-1-4 0 0,1 3 0 16,1-1 0-16,-2 1 0 0,-1 0 0 0,-2 1 0 16,4-3 0-16,-2 2 0 0,-2 0 0 15,3 0 0-15,-2 1 0 0,-5 0 0 0,5-1 0 16,-3 2 0-16,2-3 0 0,-2 3 0 16,3-4 0-16,-5 2 0 0,5-2 0 0,-2 0 0 15,-2 2 0-15,3-4 0 0,-1-1 0 16,1 3 0-16,2-2 0 0,-6-1 0 0,3 2 0 15,-1-1 0-15,-1 0 0 16,0-1 0-16,-1 3 0 0,-3-1 0 0,3-5 0 16,-1 1 0-16,-2-2 0 0,-2-1 0 15,-1-1 0-15,-2-4 0 0,-1 4 0 0,-5-8 0 16,1 2 0-16,-1 4 0 0,-2-1 0 16,-1 5 0-16,1 5 0 0,-2 0 0 0,-10 1 0 15,3 3 0-15,-11-1 0 0,5 8 0 16,-1 1 0-16,-14 0 0 0,2 2 0 0,-3 2 0 15,4 3 0-15,0-1 0 16,0 1 0-16,3 3 0 0,3-2 0 0,6 2 0 16,3 1-612-16,2-3-390 0,8 0 115 15,0 0-1048-15,-1-1-1356 0</inkml:trace>
  <inkml:trace contextRef="#ctx0" brushRef="#br0" timeOffset="9764.17">13635 6382 5263 0,'0'0'-132'16,"0"0"24"-16,0 0 8 0,0 0 27 0,12 0 37 15,-12 0 21-15,0 0 5 0,0 0-5 16,0 0 3-16,0 0-8 0,0 0-53 0,0 0-62 16,0 0-66-16,13 0-81 15,-13 0-100-15,0 0-148 0,17 2-30 0,-10-2 71 16,-7 0-222-16,24 0-204 0</inkml:trace>
  <inkml:trace contextRef="#ctx0" brushRef="#br0" timeOffset="9948.12">13972 6389 1987 0,'0'0'74'0,"0"0"18"0,0 0-4 0,8-4 4 0,-8 4 17 15,0 0 8-15,0 0 0 0,11-1-17 16,-11 1-6-16,8-5-11 0,-8 5-7 0,0 0-4 16,17-4-18-16,-8 2-37 0,2-1-42 15,1 0-60-15,0-1-73 0,0 2-90 16,0-3-139-16,0 3-59 0,1-2-174 15,-2 4-119-15</inkml:trace>
  <inkml:trace contextRef="#ctx0" brushRef="#br0" timeOffset="10117.12">14314 6396 1868 0,'0'0'88'0,"0"0"7"15,0 0 11-15,0 0 6 0,0 0-2 16,0 0-4-16,0 0-12 0,0 0-10 15,14-4-10-15,-14 4-24 0,10-1-49 0,-10 1-55 16,13-4-75-16,-13 4-89 16,13-3-123-16,1 1-81 0,-1-1-131 0,5-1-54 0</inkml:trace>
  <inkml:trace contextRef="#ctx0" brushRef="#br0" timeOffset="10282.61">14873 6363 1695 0,'8'-3'90'16,"-8"3"7"-16,0 0 11 0,0 0 10 0,3-6-3 16,-3 6-11-16,0 0-11 15,4-4-15-15,-4 4-27 0,0 0-40 0,0 0-57 16,14 0-77-16,-14 0-91 0,0 0-147 0,21-2-257 16,-11 2-116-16</inkml:trace>
  <inkml:trace contextRef="#ctx0" brushRef="#br0" timeOffset="10447.58">15542 6350 1764 0,'10'0'74'0,"-10"0"11"0,0 0 7 16,0 0 8-16,0 0 3 0,0 0-6 0,0 0-10 16,0 0-11-16,12-4-14 15,-12 4-25-15,0 0-42 0,12 0-56 0,-12 0-69 16,13 0-83-16,-13 0-72 0,20 0-356 15,-1-2-137-15</inkml:trace>
  <inkml:trace contextRef="#ctx0" brushRef="#br0" timeOffset="10615.32">16227 6346 1757 0,'9'2'61'0,"-9"-2"29"0,0 0 17 0,0 0 4 15,0 0 10-15,0 0 5 0,0 0-11 16,0 0-11-16,0 0-12 0,7-6-10 0,-7 6-21 15,0 0-27-15,0 0-45 16,10-1-49-16,-10 1-58 0,0 0-68 0,15 0-90 16,-15 0-90-16,20-3-261 0,-4 3-126 15</inkml:trace>
  <inkml:trace contextRef="#ctx0" brushRef="#br0" timeOffset="10780.2">16876 6336 1752 0,'10'0'66'15,"-10"0"25"-15,0 0 19 0,0 0 12 0,0 0 13 16,0 0-3-16,0 0 5 0,0 0-13 16,0 0-14-16,0-9-19 0,0 9-16 0,0 0-33 15,10-2-47-15,-10 2-53 16,15 0-71-16,-15 0-73 0,17-4-69 0,-2 4-49 16,2 0-55-16,6 0-179 0,3 0-55 0</inkml:trace>
  <inkml:trace contextRef="#ctx0" brushRef="#br0" timeOffset="10947.5">17506 6344 1572 0,'0'0'66'15,"0"0"18"-15,0 0 7 0,0 0 9 0,0 0 8 16,0 0-1-16,0 0-7 0,0 0-13 16,0 0-12-16,3-8-21 0,-3 8-36 0,0 0-54 15,0 0-63-15,19 0-80 0,-11-2-114 16,1 2-338-16,6 0-129 0</inkml:trace>
  <inkml:trace contextRef="#ctx0" brushRef="#br0" timeOffset="11117.44">18294 6353 1694 0,'0'0'79'0,"8"-3"31"0,-8 3 15 15,0 0 11-15,0 0 15 0,0 0 1 0,0 0-10 16,0 0-18-16,0 0-12 0,0 0-19 15,7-6-30-15,-7 6-37 0,0 0-61 16,0 0-68-16,21 4-81 0,-21-4-83 16,13 2-107-16,-2-2-47 0,-11 0-131 0,18 4-55 15</inkml:trace>
  <inkml:trace contextRef="#ctx0" brushRef="#br0" timeOffset="11280.97">18887 6396 1622 0,'0'0'95'0,"9"-2"27"15,-9 2 20-15,0 0 14 0,0 0 20 16,6-7 10-16,-6 7-5 0,0 0-10 0,0 0-17 16,0 0-12-16,10-5-17 0,-10 5-46 15,0 0-51-15,9-3-60 0,-9 3-65 16,8-2-98-16,-8 2-111 0,11-2-170 0,-11 2 6 16,9-2-144-16,-9 2-111 0</inkml:trace>
  <inkml:trace contextRef="#ctx0" brushRef="#br0" timeOffset="19179.05">10513 5912 1650 0,'-2'-9'44'0,"2"9"17"15,0 0 19-15,-6-5 13 0,6 5 23 16,-5-3 17-16,5 3 22 0,0 0 7 0,-9-7 5 15,9 7-2-15,-9-3-3 0,9 3-7 16,-11-6-1-16,4 5-6 0,0-3-4 0,0 1-6 16,7 3-11-16,-15-4-7 0,5 1-5 15,-1 1-4-15,0-1-8 0,-5 1-4 16,3-1 6-16,-2 3-8 0,-2-2-1 16,-1 2-10-16,-3-2-10 0,5 1-3 0,-8 1 5 15,3 0 1-15,6 0-6 0,-6 0-5 16,3-2-6-16,-4 4-5 0,-1-2-6 15,2 0-4-15,-1 1-3 0,1 1-8 0,-6-2-3 16,2 2 3-16,3 3-9 0,-3-2 4 16,0 1-7-16,4-1-4 0,-3 2 3 0,2 0-3 15,1 2-1-15,2 0-2 0,-2 3-3 16,2-1-1-16,0 1 0 0,0 2-2 0,3 3 1 16,-6 2 0-16,3 3-2 0,-1 1-1 15,4 0 2-15,0 1-2 0,1 5 0 16,1-2 2-16,0-2-3 0,3 1 0 0,2-4 0 15,2 2 0-15,-4 4 1 0,2-4-3 16,4 0-1-16,-1-1 4 0,1 1 0 16,1 1 3-16,-1-2 1 0,4 1 3 15,-1 2-8-15,0-5 9 0,2 3-2 0,0-1 4 16,0 2 3-16,4 0 0 0,-3-5 0 16,2 5-5-16,3-3 1 0,-1 1 6 0,1-1-1 15,1 1-1-15,4-2 2 0,1 4-1 16,-1-3 6-16,2-3 7 0,-1 0 2 0,0-3 10 15,3 1 8-15,7 2-5 16,2-1 31-16,-1-4 4 0,-4-2 12 0,11 0-5 16,5-1 11-16,-5-1-10 0,1-3-2 15,-5-1 2-15,-1 0 1 0,2-4-6 0,2 0-6 16,-1-2 5-16,3 0-2 0,9 0-7 16,-6-3-5-16,-4 3-8 0,-3-2-4 15,0 0-6-15,-2 0 10 0,2-1-21 0,-2 0-45 16,-1 0 0-16,1 0 0 0,-2-4 0 15,-3 3 0-15,3-2 0 0,6-3 0 0,-8 2 0 16,0 1 0-16,-2-1 0 0,-4-1 0 16,2 0 0-16,1-1 0 0,-7 2 0 0,4-2 0 15,-4 1 0-15,3 1 0 16,-3-1 0-16,0-1 0 0,0 0 0 0,-2 2 0 0,0-1 0 16,-2-2 0-16,6 1 0 0,-8-3 0 15,2 0 0-15,-1 1 0 0,2-5 0 16,-2 1 0-16,1-3 0 0,-1 5 0 15,0-4 0-15,-2 3 0 0,2 1 0 0,-5 0 0 16,5 1 0-16,-2 2 0 0,-3-3 0 16,-1 2 0-16,0 1 0 0,0-1 0 0,0-1 0 15,0 0 0-15,-1 0 0 0,-3-1 0 16,0-1 0-16,2-1 0 0,-1 0 0 0,-3 0 0 16,1 0 0-16,0 2 0 15,-1-1 0-15,1 4 0 0,-1-2 0 0,1 0 0 0,-4 3 0 16,0-1 0-16,2 2 0 0,-2-1 0 15,-2 1 0-15,0 0 0 0,1 1 0 16,-3-1 0-16,2 0 0 0,-1 2 0 16,-1 1 0-16,1-1 0 0,-1 2 0 0,0-2 0 15,-1 1 0-15,3 3 0 0,-1-2 0 16,-1 2 0-16,1 1 0 0,-2 2 0 16,-4 1 0-16,1 0 0 0,-6 0 0 0,4 1 0 15,-1-1 0-15,-2 3 0 0,-1-3 0 16,3 4 0-16,-5-2 0 0,6 2 0 0,-2-3 0 15,2 2 0-15,1 0 0 16,4-3 0-16,-2 2 0 0,5 0 0 0,-2 2 0 16,-1-3 0-16,1 2 0 0,1-3 0 15,-3 4 0-15,1 0 0 0,0 2 0 0,-4-3 0 16,3 5 0-16,1-4-36 0,3 6-553 16,-3-2-115-16,5-1-204 0,4-1 65 0,-1 2 97 15,6-4-739-15,0-4-931 0</inkml:trace>
  <inkml:trace contextRef="#ctx0" brushRef="#br0" timeOffset="31826.19">25003 4030 1765 0,'0'0'364'0,"3"-5"-36"0,-3 5-3 15,0 0 8-15,6-8-4 0,-6 8-9 0,0 0-11 16,3-10-10-16,-3 10 19 0,2-7 3 16,-2 7 5-16,4-8-2 0,-4 8-15 0,4-8-9 15,-4 8-14-15,0 0-21 16,1-8-23-16,-1 8-24 0,0 0-19 0,0 0-21 16,0 0-20-16,0 0-15 0,0 0-10 15,0 0-34-15,0 0-99 0,0 24 0 0,0-8 0 16,-1 2 0-16,-3 3 0 0,0 3 0 15,2 0 0-15,1 0 0 0,-1 0 0 16,-2-2 0-16,2-3 0 0,0 0 0 0,2-2 0 16,0-2 0-16,-1-1 0 0,-1-1 0 15,0-3 0-15,2-2 0 0,-5 0 0 16,3-1 0-16,2-7 0 0,-3 13 0 16,3-13 0-16,-10 5 0 0,7-3 0 0,3-2 0 15,-10 2-274-15,10-2-177 0,0 0-82 16,-15-9-86-16,9 4-106 0,3-6-79 0,1 1 60 15,0 2-630-15,-1-2-829 0</inkml:trace>
  <inkml:trace contextRef="#ctx0" brushRef="#br0" timeOffset="32326.27">25010 3831 3594 0,'-9'-6'-94'16,"0"-1"46"-16,4 2 40 0,-4 2 42 16,9 3 37-16,-18-5 28 0,7 2 10 15,-5 6 14-15,0 0 6 0,-8 3 14 0,-10 7 12 16,2 2 20-16,-8 7 10 0,1 5 2 16,3 2 6-16,-1 6-4 0,4 0 1 0,5 7-19 15,3 1-12-15,1 0 0 0,10 1 10 16,2-9-16-16,4 4-15 0,6-1-3 15,2 1-16-15,8 0-12 0,4-3-7 0,6 5-14 16,9-4-9-16,2-4-2 0,3-4-12 16,0-8-3-16,1-3-11 0,4-7 1 15,1-1-4-15,1-5-6 0,3-2-3 0,-1-6-4 16,2-4-2-16,9-5-8 0,-2-3 4 16,-5-2 2-16,3-5-3 0,-3-2-6 0,-2-2 2 15,-5-3-9-15,-2-4 5 0,-2-1-4 16,-6-2 32-16,1-3 1 0,-8-5 3 15,0 0-2-15,-7-3-5 0,-5 7-4 0,-6-1-2 16,-3-4-6-16,-5 2-8 0,-6-5 0 16,-5 3-5-16,-7 6-4 0,-3 3-3 0,-4 3-1 15,-5 6-2-15,-5 5-4 0,-2 1 1 16,2 10 1-16,0 1-41 0,-4 6-59 0,-2 1-56 16,3 7-55-16,-2 1-67 15,-2 3-74-15,7 1-84 0,-7 7-78 0,11-2-103 16,0 1-181-16,11 2 49 0,2-1-601 15,7 2-800-15</inkml:trace>
  <inkml:trace contextRef="#ctx0" brushRef="#br0" timeOffset="33842.26">26027 3970 3576 0,'0'0'-45'15,"0"0"42"-15,-18-4 45 0,18 4 49 0,-12 0 48 16,12 0 49-16,0 0 34 0,-17-2 9 16,17 2 4-16,0 0-7 0,0 0-14 0,0 0-8 15,0 0-4-15,0 0-7 0,0 0-17 16,0 0-17-16,0 0-15 0,27-11-18 0,-13 5-18 16,8 1-9-16,1 0-7 0,-1-2-3 15,-3 2-16-15,1 1-8 0,-4-1-3 16,-4 3-9-16,0 0-6 0,-3-1-7 0,-9 3 2 15,16 0-8-15,-16 0 2 16,0 0 13-16,11 12 3 0,-11-3-1 0,0 3 2 16,-2 3 6-16,-2 2-8 0,-1 4-2 15,-1 3-9-15,-1 11-1 0,0-5 4 0,-2 0-11 0,3-3 0 16,3-5-9-16,-2-2 1 16,-1 1 3-16,5-4-7 0,-3-2-5 0,0-1 2 15,2-1-5-15,-1-2 2 0,1-1 5 16,-2 2 12-16,-1-5 6 0,-2 1 3 0,2-2 2 15,-5 2-5-15,-2-3-8 0,1-3-31 16,-3 2 0-16,1-2 0 0,-4-2 0 0,-2-2 0 16,2 0 0-16,0-2 0 0,0 2 0 15,-2-3 0-15,3 1 0 0,2-2 0 16,0 2 0-16,-1-4 0 0,3 6 0 0,1-1 0 16,2-3 0-16,-3 0 0 15,3 4 0-15,-2-4-48 0,4 1-147 0,1 1-48 16,6 4-62-16,-13-6-64 0,12 2-79 15,-4 0-80-15,5 4-94 0,-4-10-144 0,4 10 45 16,10-7-621-16,0 2-798 0</inkml:trace>
  <inkml:trace contextRef="#ctx0" brushRef="#br0" timeOffset="34292.41">26407 3924 3661 0,'7'-15'0'0,"-1"3"44"16,-3 4 49-16,2-1 41 0,-1 4 18 0,-4 5-4 16,5-7-10-16,-5 7-13 0,0 0-6 15,0 0 14-15,0 0 22 0,0 0 4 0,11 24-1 16,-9-9-8-16,0 4-17 0,0 5-10 16,1 4-12-16,-1 7-7 0,-2-3-11 15,0-6-13-15,0 3 1 0,-2-4-8 0,-1-1-12 16,1 0-4-16,0-2-3 15,0-4-9-15,0-3 3 0,1-1 11 0,1-1 2 0,-2-5 13 16,2 0-2-16,0-8 24 16,0 11 18-16,0-11 4 0,0 0-10 0,5 2-9 15,-5-2-13-15,0 0-6 0,20-13-9 0,-11 3-7 16,-2 4 2-16,5-2 0 0,-4 2-1 16,-1-2 3-16,1 3-5 0,0 2-5 15,-8 3-2-15,11-5-4 0,-11 5-1 0,0 0-3 16,0 0-5-16,25 11-22 0,-20-1-21 15,1-4 0-15,-1 4 0 0,-2 0 0 16,1 3 0-16,0-3 0 0,-1 0 0 0,1 3 0 16,-2-5 0-16,0-1 0 0,0-1 0 15,-2-6-77-15,3 12-128 0,2-6-52 0,-5-6-60 16,4 8-79-16,-4-8-92 16,7 0-104-16,-7 0-149 0,13-8-16 0,-5 1 76 15,3-2-571-15,9-2-712 0</inkml:trace>
  <inkml:trace contextRef="#ctx0" brushRef="#br0" timeOffset="34709.98">26965 4221 3377 0,'0'0'-20'0,"0"0"57"0,0 0 36 0,0 0 33 16,0 0 34-16,0 0 18 15,3 5 6-15,-3-5 13 0,0 0 10 0,0 0 9 0,12 5-5 16,-12-5-7-16,10 2-8 15,-10-2-10-15,12 2-13 0,-12-2-17 0,0 0-9 16,18 0-12-16,-18 0-14 0,0 0-7 16,20-2 16-16,-20 2 7 0,11-7-3 15,-8 2-22-15,-3 5-3 0,6-10-11 0,-3 3-11 16,-3 7-8-16,-3-13-10 0,3 13-1 16,-8-11-9-16,3 6 1 0,-2 0-3 0,-7 1-10 15,-1 6 16-15,-3-2-13 0,0 5-10 16,-5 0 1-16,2 2-2 0,-3 0 5 15,8 3 14-15,-4 1-21 0,6 0 19 0,0-2-11 16,3 3 13-16,3-2 10 0,2 1 0 16,2-1 14-16,2 0 14 0,4 0 7 0,2 3 6 15,2-3-3-15,4 1 2 0,-1-3-6 16,3 0-4-16,1 1-14 0,1-2-5 16,0-2-46-16,-1 2-13 0,3-4 0 0,-5 3 0 15,3-3 0-15,-1-3-64 0,-1 3-173 16,1-3-100-16,1 0-119 0,-1 0-135 15,0-3-166-15,4 0-66 0,3-3 79 0,0 0-678 16,5-1-874-16</inkml:trace>
  <inkml:trace contextRef="#ctx0" brushRef="#br0" timeOffset="35344.33">27754 4166 4067 0,'-4'-12'76'0,"4"1"36"0,-2 5 39 16,2 6 28-16,-2-10 20 0,2 10-6 0,0 0-17 16,-2-7-17-16,2 7-13 0,0 0-9 15,0 0 28-15,0 0-6 0,0 0-7 0,-7 28-20 16,3-16-11-16,3 3-12 0,-2 2-12 16,-1 0-11-16,0 2-4 0,3 0-12 0,-3-2-6 15,2 1 1-15,-2-4-10 16,2 3-8-16,1-5 0 0,-3-1 2 0,2-1 15 15,-1-1 3-15,1 0 14 0,1-5 23 16,1-4 9-16,-2 9-9 0,2-9-9 16,0 0-12-16,0 0-9 0,0 0-5 0,0 0-10 15,2-35-7-15,4 12-9 0,3-6-3 16,1 0-3-16,-3 6-26 0,-1 5-11 0,0 4 0 16,-2 3 0-16,-1 1 0 0,1 0 0 15,-2 3 0-15,0 2 0 0,-2 5 0 0,0 0 0 16,8-7 0-16,-8 7 0 15,0 0 0-15,0 0 0 0,15 19 0 0,-10-11 0 16,6 1 0-16,-4 1 0 0,2 1 0 16,0-3 0-16,3 2 0 0,-1-3 0 0,-3 0 0 15,4-3 0-15,-1 0 0 0,3-2 0 16,-1-2 0-16,2-5 0 0,4 0 0 0,0-2 0 16,0-2 0-16,2 0 0 0,-2 0 0 15,-2 0 0-15,-3 2 0 0,-1 1 0 16,-1 0 0-16,-5 0 0 0,4 0 0 0,-5 5 0 15,-6 1 0-15,0 0 0 0,0 0 0 16,19 8 0-16,-15 1 0 0,-2 1 0 0,0 4 0 16,0 0 0-16,-1 4 0 15,-1 2 0-15,0-1 0 0,0-1 0 0,2 1 0 0,-2 0 0 16,3 0 0-16,-1-2 0 16,0 0 0-16,-2-3 0 0,2-2 0 0,-1 0 0 0,-1-4 0 15,2 1 0-15,0-2 0 16,0-2-184-16,0 3-161 0,-2-8-115 0,3 2-135 15,-3-2-157-15,0 0-68 0,22-2 66 16,-11-4-702-16,6-3-905 0</inkml:trace>
  <inkml:trace contextRef="#ctx0" brushRef="#br0" timeOffset="35759.58">28605 4204 3851 0,'-3'-17'-95'0,"1"3"52"0,-4 4 51 0,5 0 56 0,-5 0 32 0,2 4 17 16,-2 1-3-16,-2 0-6 0,1 2-10 16,7 3 12-16,-19-2 4 0,2 5 9 15,1 2 3-15,-2 6-1 0,-2-1-1 0,1 1-11 16,2 2-9-16,2-1-11 0,2 0-7 16,4-2-5-16,-2-1-8 0,8-1-3 0,-1 2-5 15,2-1 17-15,4 1 20 0,2-1 25 16,1-1 5-16,4 2-8 0,2-2 10 0,-2 2-8 15,1-1 9-15,3 1 12 0,-4 1 4 16,5-2 7-16,-7 0 5 0,3 0 7 16,-2-1 11-16,-4 1 9 0,-1-2 2 0,3 1 5 15,-6-1-98-15,0 0-95 0,0-7 0 16,-4 15 0-16,-1-6 0 0,-2-2 0 16,0 1 0-16,-1-1 0 0,-3 0 0 15,-2 0 0-15,1-2 0 0,-3 0 0 0,4-1 0 16,0-1 0-16,11-3 0 0,-22 0 0 15,12-2 0-15,1 1 0 0,0-6 0 0,3-2 0 16,2 1 0-16,0-3 0 0,2 0-365 16,2-3-231-16,5-3-64 0,2 5-69 0,2-5-89 15,11-6 56-15,-2 3-687 16,7-1-899-16</inkml:trace>
  <inkml:trace contextRef="#ctx0" brushRef="#br0" timeOffset="35977.37">28718 4127 3776 0,'9'-9'-35'0,"2"1"89"0,-8 3 65 0,3 0 52 15,-6 5 44-15,5-7 25 0,-5 7 7 16,6-5-9-16,-6 5-16 0,0 0 17 0,0 0 28 16,6 17 21-16,-6-4 2 0,-1 1-3 15,-2 7-14-15,-3 9-11 0,1 5-30 0,-3 0-20 16,3 0-19-16,-4 0-24 0,6-1-13 16,-5-2-80-16,5-7-76 0,-1-2 0 15,0-6 0-15,2 2 0 0,-2-1 0 16,2-7 0-16,0 1 0 0,-2-1 0 0,4-2 0 15,0-5-313-15,0-4-90 0,-1 7-95 16,1-7-94-16,0 0-99 0,0 0-106 16,0 0 58-16,5-27-675 0,-3 9-866 0</inkml:trace>
  <inkml:trace contextRef="#ctx0" brushRef="#br0" timeOffset="36159.28">28680 4153 3634 0,'-5'-11'-18'0,"0"3"96"0,1 3 72 16,3-2 54-16,1 7 50 0,-2-10 29 15,2 10 22-15,0 0-13 0,3-14-31 16,1 9-27-16,3 0-25 0,-2-2-13 16,4 1-29-16,2 2-11 0,0 0-36 15,0 2-68-15,4 0-93 0,0 2-98 0,3 0-123 0,-2 2-125 16,6 1-145-16,3 4-218 16,7 2 45-16,-5 5 87 0,1 1-451 0,3 4-541 15</inkml:trace>
  <inkml:trace contextRef="#ctx0" brushRef="#br0" timeOffset="36461.24">29907 4122 3183 0,'4'-17'161'0,"-4"5"45"0,0 2 36 16,0 2 27-16,0 8 20 0,-2-8 4 15,2 8-21-15,0 0 0 0,0 0 16 0,0 0 24 16,0 0-3-16,-17 33-12 0,9-4-23 16,-5 4-2-16,0 0-24 0,-1 5-23 0,3 0-23 15,-3 10-18-15,3-8-18 0,2-3-16 16,1-1-73-16,-1 0-77 0,1-2 0 16,3-2 0-16,-2-9 0 0,3-2 0 15,-1-6 0-15,-1 1 0 0,5-4 0 0,-1-2-61 16,0-3-264-16,0 0-97 0,2 0-111 15,0-7-127-15,-4 5-169 0,4-5 41 16,0 0 89-16,0 0-619 0,0 0-774 0</inkml:trace>
  <inkml:trace contextRef="#ctx0" brushRef="#br0" timeOffset="36642.73">29625 4516 3726 0,'-9'-9'130'15,"-3"6"56"-15,5 1 55 0,7 2 55 0,-13-3 46 16,13 3 17-16,0 0-18 0,-10-4-32 15,10 4-33-15,0 0-29 0,0 0-23 0,-6-6-25 16,6 6-25-16,0 0-28 0,0 0-69 16,20-9-106-16,-8 6-107 0,8 1-116 15,2 2-134-15,-1-2-170 0,8 2-216 0,1 0 11 16,10 2 82-16,1 1-580 0,-3 4-720 16</inkml:trace>
  <inkml:trace contextRef="#ctx0" brushRef="#br0" timeOffset="37142.49">30208 4693 3654 0,'-21'-4'91'0,"21"4"53"15,-15-3 39-15,15 3 44 0,0 0 42 0,-9-3 13 16,9 3-14-16,0 0-20 0,0 0-17 16,-8-6-29-16,8 6-16 0,0 0-19 15,0 0-21-15,0 0-10 0,8-13-18 16,-8 13-16-16,8-9-10 0,-8 9-7 15,7-9-12-15,-3 3-4 0,-3-1-9 0,3-1-9 16,1 0-4-16,-2-2-9 0,1-1-5 16,-2-5-3-16,-2 3-8 0,0-1 0 0,-2-3-2 15,-2 1-2-15,1 0-6 0,-4 3 1 16,0-1-9-16,0 3 2 0,-6 1-8 0,2 2 4 16,0 1 0-16,-1 3 9 15,1-1 3-15,2 2 0 0,9 3 8 0,-14-5-5 16,14 5-1-16,-7-6 6 0,7 6-4 15,0 0 4-15,0 0 4 0,0 0 3 16,0 0 4-16,25-13-6 0,-11 11-1 0,6-1-3 16,-4 3 5-16,4-2-8 0,-4 2 12 15,-2 0 10-15,2 2 6 0,-1 1 9 0,-3 2 17 16,1 0 12-16,-2 4 14 0,1 1-67 16,-3 1-33-16,0 2 0 0,0 2 0 0,-2 3 0 15,-1-1 0-15,1 2 0 0,-1-3 0 16,-2 0 0-16,2-1 0 0,-3 1 0 15,3-3 0-15,-2 2 0 0,-1-6 0 16,1 2 0-16,1-2 0 0,-2-2 0 16,1 0 0-16,0-2 0 0,1-2-477 0,3-2-140 15,-8-1-166-15,17 3-81 0,-4-6 74 16,-1 1-795-16,5-4-1026 0</inkml:trace>
  <inkml:trace contextRef="#ctx0" brushRef="#br0" timeOffset="37541.85">30645 4342 4116 0,'-6'-4'-80'0,"6"4"42"0,-8-6 23 15,8 6 32-15,0 0 61 0,0 0 35 0,0 0 27 16,0 0 19-16,0 0 12 16,0 0 28-16,0 0 29 0,6 25 28 0,-2-18 12 15,4-3-2-15,-1 3-18 0,3-1-21 16,0-1-12-16,-3 0-18 0,2-1-16 15,-9-4-17-15,20 5-16 0,-11-5-15 0,-9 0-19 16,18 0-11-16,-18 0-9 0,14 0-9 16,-14 0-12-16,16-7-10 0,-12 3-7 0,-4 4-11 15,5-8-8-15,-5 8-4 0,0-10-9 16,0 10-6-16,-14-6 1 0,3 5-2 0,11 1-4 16,-32 0-7-16,13 4-6 15,-3 2 0-15,0 1 0 0,3 1 0 0,0 3 0 16,2-1 0-16,2 2 0 0,-1 1 0 15,7 1 0-15,-3 0 0 0,7 0 0 0,1-2 0 16,2-1 0-16,2 0 0 0,2-1 0 16,2 1 0-16,1-1 0 0,3-2 0 0,2 1 0 15,3-3 0-15,0 1-92 0,0-1-172 16,1-4-106-16,3 2-132 0,0 0-155 16,3 0-196-16,0-3 55 0,0 2 97 0,1-3-644 15,3 3-800-15</inkml:trace>
  <inkml:trace contextRef="#ctx0" brushRef="#br0" timeOffset="37980.26">31080 4441 4030 0,'-12'-4'114'0,"4"2"18"15,8 2 2-15,-9-4 0 0,9 4-6 0,0 0-6 16,0 0-10-16,0 0 5 0,0 0-10 15,0 0-8-15,0 0-11 0,0 0-6 0,38 8-10 16,-26-6-8-16,1-1-5 0,0 0-6 16,1 2-8-16,-2-1-1 0,1-1 0 0,-13-1-11 15,20 2-2-15,-20-2 2 0,16-2-5 16,-16 2 0-16,9-3-3 0,-9 3 3 16,2-9 0-16,-2 9-3 0,0 0-5 15,-15-15 1-15,-1 10-3 0,0 0-1 0,-4 3 4 16,-7 0 6-16,0 2 19 0,7 2 16 15,-3 2 8-15,2 4 18 0,0-1 18 16,2 1 25-16,3 3 16 0,3-1 7 0,6 0 16 16,-1 2 14-16,4-1 16 0,4 0 9 15,2 3 5-15,2 0-6 0,6-1-169 0,-1 3-39 16,5-3 0-16,1 1 0 16,2-4 0-16,0 3 0 0,0-3 0 0,0-1 0 15,1-2 0-15,-6 0 0 0,2-3 0 16,-3 2 0-16,-1-1 0 0,0 0 0 0,-3-1 0 15,-1-2 0-15,1 1 0 0,-2 3 0 16,-3 1-744-16,-2-7-218 0,0 11 66 0,-7-3 96 16,-2 4-829-16,-11 9-1067 0</inkml:trace>
  <inkml:trace contextRef="#ctx0" brushRef="#br0" timeOffset="38991.26">25706 5279 4251 0,'1'-8'-63'0,"-1"3"76"16,0 5 41-16,0-9 32 0,0 9 28 0,0 0 39 15,0 0 41-15,0 0 29 16,0 0 30-16,0 0 9 0,-30 22-8 0,18-6-12 16,3 1-12-16,-1 3-17 0,-2 8-22 15,7-3-17-15,1-1-16 0,0 1-16 0,4-2-11 16,0 2-8-16,2-3-19 0,4-1-11 15,-1-3-6-15,6-2-9 0,-2-4-8 0,2-2-6 16,1-3-9-16,3-2-4 0,0-3-3 16,0-4-6-16,6-3-5 0,3-4-4 0,0-6-4 15,0-2-27-15,1-1-2 16,-3-2 0-16,-8 3 0 0,-2 2 0 0,1 5 0 16,-2-4 0-16,-4 7 0 0,-2-1 0 0,3 0 0 15,-3 2 0-15,-2 3 0 0,-3 3 0 16,0 0 0-16,9-1 0 0,-9 1 0 15,0 0 0-15,10 8 0 0,-7-2 0 16,6-2 0-16,-4 0 0 0,4 2 0 0,3-1 0 16,-2-3 0-16,3 0 0 0,1-2 0 15,-14 0 0-15,30-4 0 0,-12 4 0 0,0-5 0 16,0-2 0-16,2 0 0 0,-4-1 0 16,-2 2 0-16,-1-3 0 0,-1-1 0 15,-1 1 0-15,1 0 0 0,-4-2 0 16,-1-3 0-16,2 2 0 0,0-2-8 0,-6 4-185 15,1 1-50-15,0-1-70 0,0 3-83 16,-3 0-85-16,-1 2-91 0,0 5-94 0,0 0-108 16,0 0 71-16,0 0-604 0,0 0-764 15</inkml:trace>
  <inkml:trace contextRef="#ctx0" brushRef="#br0" timeOffset="39208.56">26407 5209 3630 0,'3'-13'27'0,"3"5"62"0,-2-1 42 0,-1 3 43 0,2 0 31 0,-5 6 16 16,6-8 5-16,-6 8-3 0,0 0 10 16,0 0 16-16,0 0 2 0,0 0-7 0,18 12-19 15,-11 1-16-15,-6 2-22 16,1 2-21-16,-4 2-15 0,2 0-16 0,-3 6-26 16,-2-2-46-16,-1 0-57 0,1 0-55 15,-2-3-54-15,1 1-62 0,1-3-69 0,0-4-83 16,1-1-78-16,0-3-62 0,3-4-95 15,-1-3-107-15,2-3-17 0,0 0-530 0,0 0-671 16</inkml:trace>
  <inkml:trace contextRef="#ctx0" brushRef="#br0" timeOffset="39393.31">26527 5091 3080 0,'0'-14'-25'15,"2"3"63"-15,0 1 51 0,-2 3 42 16,-2 0 24-16,2 7 17 0,0-10 3 0,0 10-10 15,0-8-15-15,0 8-15 0,-2-9-17 16,2 9-12-16,-4-5-12 0,4 5-30 0,0 0-50 16,0 0-76-16,2-8-92 0,-2 8-84 15,0 0-124-15,0 0-183 0,0 0-43 0,-16 25 72 16,11-10-231-16,-4 1-238 0</inkml:trace>
  <inkml:trace contextRef="#ctx0" brushRef="#br0" timeOffset="39657.62">26616 5095 2089 0,'0'-13'112'15,"0"3"46"-15,0 1 36 0,0 2 30 16,0 2 35-16,0 5 14 0,-1-10-4 0,1 10-11 16,0 0-12-16,0 0 9 0,0 0 20 15,0 0-17-15,0 0-10 0,1 33-21 16,-1-15-4-16,-3 6-35 0,-1 13-15 0,-2-2-17 15,2 2-10-15,-3 2-19 0,1-1-9 16,0-4-17-16,0-2-16 0,2-5-51 16,2-4-33-16,-3 0-47 0,3-5-41 15,2 0-53-15,-2-5-61 0,-2-1-77 0,4 0-77 16,0-3-87-16,0-4-109 0,0-5-135 16,4 7 49-16,-4-7-477 0,0 0-582 0</inkml:trace>
  <inkml:trace contextRef="#ctx0" brushRef="#br0" timeOffset="39924.97">26944 4904 2944 0,'0'-14'52'15,"-4"2"71"-15,2 4 49 0,0 1 39 16,0 1 22-16,2 6 9 0,0 0-7 16,0 0 14-16,0 0 27 0,0 0 25 15,0 0 1-15,-18 31-28 0,9-8-10 0,4 12-4 16,-2 2-5-16,-3 4-17 0,4 1-11 15,-2-1-15-15,3 1-30 0,-1-1-15 0,1 0-17 16,1-3-13-16,-1 0-14 0,4-2-15 16,-1-7-12-16,0-6-12 0,0-4-35 0,0 3-36 15,2-5-46-15,-2-3-46 0,1-2-47 16,-1 1-44-16,2-3-55 0,0-1-68 16,0-3-84-16,0-6-108 0,-2 6-129 15,2-6-190-15,0 0 60 0,0 0 82 0,0 0-551 16,0 0-677-16</inkml:trace>
  <inkml:trace contextRef="#ctx0" brushRef="#br0" timeOffset="40441.23">27836 5444 3699 0,'-6'-6'172'0,"3"0"16"15,3 6 11-15,0 0 18 0,-9-8 28 0,9 8 11 0,0 0-3 16,0 0 12-16,0 0 6 16,0 0 0-16,0 0-12 0,0 0-2 0,-1 26-5 15,1-17-2-15,-2-1-16 0,-2 4-14 16,0-1-10-16,1-1-15 0,-7 3-9 15,2-1-94-15,-1 0-92 0,-2 0 0 0,-3-4 0 16,1 1 0-16,-3-1 0 0,3-3 0 0,-1-1 0 16,3-4 0-16,11 0 0 0,-25-4 0 15,18-2 0-15,-2-5 0 0,0-2 0 0,6-3 0 16,1-3 0-16,4 1 0 16,1-3 0-16,4-1 0 0,0 5 0 0,3-1 0 15,-5 4 0-15,3 2 0 0,0 3 0 16,1 4 0-16,-2 2 0 0,-7 3 0 15,18 0 0-15,-18 0 0 0,25 10 0 0,-12 0 0 16,4 2 0-16,0-1 0 0,6 9 0 16,2-3 0-16,0 3 0 0,-3-1 0 0,1-2 0 15,-5-3 0-15,-2-2 0 0,-3-4 0 16,-2 1 0-16,1-1 0 0,-1 1 0 0,-4-6 0 16,0 4 0-16,2-2 0 15,-4 0-90-15,1-1-613 0,-1-1-207 0,-5-3 16 0,14 0 98 16,-14 0-836-16,17-5-1070 15</inkml:trace>
  <inkml:trace contextRef="#ctx0" brushRef="#br0" timeOffset="40692.68">28263 5114 4755 0,'-9'-23'15'0,"-4"7"56"0,8 2 57 0,-1 2 69 0,1 2 56 15,-1 3 18-15,5 0-19 0,-6 2-11 16,7 5-7-16,0 0 25 0,0 0 26 0,0 0 15 15,-11 22 0-15,5 2-8 16,5 1-25-16,-3 10-196 0,2 6-71 0,-3 0 0 16,5-1 0-16,-1 1 0 0,1-1 0 15,0 1 0-15,0-2 0 0,0-2 0 0,1-10 0 16,-1-1 0-16,0-2 0 0,0-5 0 16,0-4 0-16,0-1 0 0,0-2-27 0,2-2-509 15,1-3-93-15,-1 0-123 0,2-2-102 16,-4-5 72-16,7 4-786 0,-7-4-1011 0</inkml:trace>
  <inkml:trace contextRef="#ctx0" brushRef="#br0" timeOffset="41141.24">28400 5414 4236 0,'0'0'-21'0,"0"0"52"0,-1-10 26 16,1 10 42-16,0 0 40 15,0 0 37-15,0 0 12 0,0 0 14 0,0 0 14 16,-14 26 10-16,12-15-3 0,0 1-6 15,-2 5-11-15,2-3-25 0,1 2-17 0,-1 0-17 16,2-1-13-16,0 1-14 0,0-3-15 16,2 1-3-16,-2 0-17 0,1-4-8 0,1 0-5 15,4-1-16-15,-1-2-5 0,3-2-4 16,0-3-10-16,-8-2 6 0,17 1-12 0,-17-1 3 16,23-8-5-16,-12 1-9 15,3 0-3-15,-3 0 7 0,3 0-5 0,-5 0 4 16,-2 2-2-16,4 0-5 0,-4 2-2 15,-7 3 0-15,11-7-3 0,-11 7-5 0,12 0 6 16,-12 0-5-16,0 0 0 0,17 5 3 16,-17-5-4-16,9 7 5 0,-9-7-5 15,14 5-1-15,-7-3 1 0,-7-2-3 0,20 1 2 16,-8-1 5-16,2-3-3 0,3 0-3 16,1-1-1-16,0-1-1 0,1-2 22 0,1 0 17 15,-4-1 21-15,4-2 3 0,-5 1-65 16,-2 1 0-16,-1-3 0 0,-3 3 0 0,1-2 0 15,-5 0 0-15,3 3 0 16,-3-1 0-16,-3 2 0 0,3 0 0 0,-3 0 0 16,-2 6-74-16,2-7-172 0,-2 7-50 0,0 0-63 15,-4-8-75-15,4 8-85 0,0 0-125 16,0 0-161-16,-20 0 77 0,20 0-662 16,0 0-842-16</inkml:trace>
  <inkml:trace contextRef="#ctx0" brushRef="#br0" timeOffset="41557.42">29063 5426 4120 0,'0'0'95'0,"0"0"40"0,0 0 32 0,0 0 40 0,0 0 49 0,0 0 43 16,0 0 16-16,0 0 4 0,-6 20-2 15,4-13-7-15,2 5-17 0,-1 0-27 0,-1-1-21 16,0 1-17-16,-2 1-8 0,1-3-11 15,-1 2-19-15,-1-2-190 0,-2 2 0 16,-1-2 0-16,1 2 0 0,-3-3 0 0,1-1 0 16,-1-2 0-16,3-3 0 0,7-3 0 15,-18 2 0-15,18-2 0 0,-12-11 0 0,7 3 0 16,-1-6 0-16,4-1 0 0,2-4 0 16,6-5 0-16,4-6 0 0,3 3 0 15,-2 6 0-15,1 4 0 0,-1 5 0 16,-1 0 0-16,2 6 0 0,-1 2 0 0,1 0 0 0,-12 4 0 15,22 4 0-15,-10 0 0 16,-1 2 0-16,-2 1 0 0,3 3 0 0,-3 0 0 16,2 4 0-16,-4-2 0 0,-2 3 0 15,5-3 0-15,-7 1 0 0,6 1 0 0,-4-5 0 16,1 3-125-16,1 0-173 0,-1-4-87 16,4 1-96-16,-1 1-94 0,0-3-127 15,3 0-95-15,5-1 67 0,12 6-664 0,5-1-846 16</inkml:trace>
  <inkml:trace contextRef="#ctx0" brushRef="#br0" timeOffset="41824.14">29972 5348 3626 0,'-4'-17'-38'0,"-3"4"72"0,-1 3 53 0,0 0 54 16,1 1 45-16,-3 6 41 0,3-2 24 15,7 5 25-15,-23 2 20 0,7 3-1 16,0 7 16-16,-13 8 14 0,-3 13 6 0,-3 5-1 15,-2 5 0-15,1 5-17 0,0 3-23 16,-7 18-23-16,-1 1-21 0,0 2-179 0,4-2-67 16,4 2 0-16,3-15 0 15,5-5 0-15,-1 1 0 0,5-5 0 0,1-6 0 0,3-9 0 16,6-4 0-16,0-5 0 0,3-7 0 16,2-3 0-16,2-8 0 0,3-1-226 15,4-5-133-15,0 0-75 0,0 0-61 16,0 0-70-16,8-34-84 0,2 5-112 0,1-7 51 15,7-13-648-15,-2-4-812 0</inkml:trace>
  <inkml:trace contextRef="#ctx0" brushRef="#br0" timeOffset="42009.33">29486 5488 3640 0,'0'0'3'0,"-7"-4"63"16,7 4 57-16,0 0 60 0,0 0 53 15,0 0 26-15,0 0 5 0,0 0-3 0,-12 12-18 16,12-12-17-16,-1 17-24 15,1-9-20-15,0 4-15 0,0 2-14 0,1 1-39 16,-1-1-68-16,0 3-80 0,2 0-96 16,0 0-121-16,0 2-130 0,0 1-156 0,-2-4-205 15,0-1 60-15,2-1 79 0,-4-1-443 16,2 1-515-16</inkml:trace>
  <inkml:trace contextRef="#ctx0" brushRef="#br0" timeOffset="42712.71">30620 5302 3087 0,'0'-11'161'0,"0"3"37"0,0 3 11 0,0 5 12 15,0 0 20-15,0 0 13 0,0 0 8 16,0 0 4-16,-34 27-1 0,17-3-3 15,-1 3-19-15,2 4-16 0,-2 3-18 0,-1 8-16 16,6-5-15-16,0-2-17 0,1-1-18 16,2-3-14-16,3-7-12 0,2-3-10 0,-2-5-14 15,5 1-7-15,-2-6-14 0,3 1 0 16,-1-2-10-16,-2-1-3 0,4-3-8 16,0-6-4-16,0 0-8 0,0 10-2 0,0-10-4 15,0 0-6-15,0 0-8 0,0 0-2 16,27-21-12-16,-16 13-7 0,1-4-6 0,1 4 6 15,-1-1 0-15,-1 3-3 0,-2 0-3 16,3 1 1-16,-1 4-5 0,-11 1 13 0,20-2-7 16,-20 2 0-16,20 8 0 15,-12-2-4-15,3 0 5 0,-1 3-4 0,-3 3 3 0,1-4 3 16,0 3-2-16,-1-1-20 16,-1 0-26-16,-2 0-43 0,2-3-34 0,-1 3-43 15,-1-4-52-15,2 2-47 0,-3-1-56 16,1-1-61-16,3-2-56 0,-2 2-63 15,2-2-57-15,1-2-102 0,4-1 26 0,-12-1-470 16,29-3-578-16</inkml:trace>
  <inkml:trace contextRef="#ctx0" brushRef="#br0" timeOffset="43023.74">31003 5658 2930 0,'0'0'-42'0,"0"0"56"16,0 0 46-16,0 0 40 15,0 0 49-15,0 0 26 0,0 0 29 0,0 0 10 16,-36 12-2-16,28-8-4 0,8-4-2 15,-7 13-9-15,2-5-13 0,2-2-15 16,1 2-12-16,2 0-15 0,0-8-16 0,0 15-13 16,4-9-2-16,-3 2-17 0,8-4-14 15,-6 1-12-15,7 1-15 0,-3-2-13 0,-7-4-15 16,18 6 3-16,-18-6-9 16,13 0 6-16,-13 0-3 0,0 0 1 0,19-4-4 15,-13 0 4-15,-6 4 2 0,3-13-1 16,-1 4-5-16,-4-2 2 0,0 1-6 0,-1 3-5 15,-3-2-8-15,1 2-7 0,-6 2-17 16,4 2-20-16,7 3-27 0,-20-4-31 0,20 4-35 16,-22 4-39-16,10-2-38 0,1 2-37 15,4-2-35-15,7-2-45 0,-18 6-59 16,15-2-99-16,3-4-113 0,-6 4 40 0,6-4-327 16,0 0-370-16</inkml:trace>
  <inkml:trace contextRef="#ctx0" brushRef="#br0" timeOffset="43309.1">31553 5217 2576 0,'5'-15'124'16,"-1"5"58"-16,-2 2 39 0,0 1 25 0,-2 7 10 15,1-6 40-15,-1 6 16 0,0 0 30 16,0 0 11-16,-17 33-4 0,6-8-13 0,0 8-17 15,-5 1-12-15,1 13-17 0,-1 1-23 16,2-1-25-16,-2-1-26 0,7-5-25 0,-3-4-15 16,1-1-22-16,1-2-18 0,5-3-37 15,-4-5-37-15,6-6-45 0,-1-5-46 16,0 3-70-16,3-7-66 0,-3 1-62 16,2-2-69-16,2-1-60 0,0-3-78 0,0 0-89 15,0-6-140-15,2 6-97 0,-2-6 67 16,0 0-608-16,0 0-758 0</inkml:trace>
  <inkml:trace contextRef="#ctx0" brushRef="#br0" timeOffset="43790.94">32099 5138 3562 0,'-12'-2'29'15,"1"0"65"-15,11 2 57 0,-21 4 47 0,12 3 43 16,-3 5 35-16,-1 4 22 0,-6 7 26 15,0 6 10-15,0 0-5 0,-4 10-7 16,-1 2-17-16,4 0-21 0,-1-2-26 0,6-4-23 16,-1 0-22-16,2-3-21 0,2-1-19 15,1-4-18-15,3-5-16 0,2-2-60 0,2-7-79 16,0-1 0-16,1 0 0 0,3-4 0 16,-2 1 0-16,0-1 0 0,2-8 0 0,0 7 0 15,0-7 0-15,0 0 0 0,0 0 0 16,0 0 0-16,0 0 0 0,0 0 0 15,0 0 0-15,0-32 0 0,-2 22 0 16,-3 1 0-16,-4 0 0 0,-2 1 0 0,-5 3 0 16,2 3 0-16,-8 2-24 0,-4 4-9 15,-9 4 5-15,1 4 6 0,4 3 20 16,1 2 20-16,4-3 13 0,9 1 21 0,2 1-44 16,3-1-8-16,5 1 0 0,2-5 0 15,6 3 0-15,4-2 0 0,1-1 0 0,5-1 0 16,3 1 0-16,4-2 0 0,0-4 0 15,0 1 0-15,2 1 0 0,-4-3 0 0,2-1 0 16,-6-1 0-16,-1 1 0 0,0-1 0 16,-12-2 0-16,17 2 0 0,-10 1 0 0,-7-3 0 15,12 2 0-15,-12-2 0 16,10 1-491-16,-10-1-235 0,0 0-196 0,0 0 61 16,0 0 106-16,0 0-754 0,0 0-954 15</inkml:trace>
  <inkml:trace contextRef="#ctx0" brushRef="#br0" timeOffset="45225.33">25829 6210 4152 0,'2'-8'27'0,"-4"1"45"0,2 7 26 16,0-9 14-16,0 9 23 0,0 0 35 0,0 0 48 15,-23 26 9-15,5-2 5 16,-7 14-10-16,2 3-12 0,0 5-7 0,1 2-12 15,0 0-16-15,3 2-13 0,-2 0-19 16,0-4-14-16,2 1-11 0,4-10-12 0,1-4-12 16,5-4-6-16,0-6-12 0,-1-4-10 15,4-5-2-15,-1-2-6 0,-1 0-5 16,4-2-7-16,0 0-5 0,-2-2-14 0,1-2-16 16,-3-2-27-16,2-3-30 0,6-1-24 15,0 0-25-15,-24-5-13 0,14 1-16 0,-1-6-7 16,0 2-6-16,-1-1 0 15,1-3 8-15,-2 2 8 0,2 2 9 0,4 1 11 16,0 0 8-16,-2 2 4 0,6 0 4 16,-1-1 5-16,4 6 3 0,-4-8 2 0,4 8 5 0,11-12 1 15,3 5 0-15,5-3-18 16,16-4-14-16,6-3-15 0,13-2-19 0,0-1-22 16,7-3 2-16,5 1-2 0,-1-3 2 15,-2-4 11-15,-4 2 13 0,-6-2 14 0,-6 0 20 16,-5-3 35-16,-7-1 33 0,-11-1 41 15,-5 2 34-15,-8 3 27 0,2-1 22 0,-6 5 20 16,-5 5 8-16,0 3 0 0,-2 2-5 16,-4 3-5-16,-2 1-8 0,-3-1-8 0,-3 7-7 15,-1 7 4-15,-8 7 0 16,-10 8 6-16,-10 13 3 0,-2 8-10 0,2 3-5 0,-1 6-1 16,3 3 1-16,3-1-8 15,4-1-5-15,2 2-3 0,3-4-10 0,4-1-2 16,6-12-2-16,1-1-6 0,9-1-6 15,1-6-1-15,1-6 3 0,3-5 4 0,0-2 11 16,-1 0 3-16,3-4 15 0,5-1 12 16,-1-1-4-16,3-5-6 0,-7-1-8 0,27-9-7 15,-9 0-9-15,11-9-8 0,0-1-4 16,-1 2-5-16,-1 0-5 0,-6 3-6 16,-6 6 1-16,-1 1-5 0,-3 4 0 0,-1-1 14 15,-1 4 2-15,-9 0-2 0,17 7-1 16,-9-2-2-16,-2 4-8 0,-1-1 0 15,1 3 0-15,-2-1-4 0,-1 0-3 16,4-1-3-16,-3 3-5 0,-3-4-5 0,5 2-24 16,-2-4-17-16,-2 0-25 0,-1-1-11 15,5-1-23-15,-6-4-17 0,10 4-27 0,-10-4-33 16,0 0-35-16,25-8-16 0,-12 3-16 16,0-7-22-16,3 0 14 0,-2 1 1 0,8-8 26 15,-5 3 22-15,-2 4 23 0,-3 2 33 16,-5 3 39-16,3 1 23 0,-7 0 27 0,6 5 53 15,-9 1 39-15,0 0 24 0,0 0 12 16,0 0 6-16,14 8-3 0,-12-1 15 16,2-2 15-16,-2 0-5 0,1 2-10 15,-1 0-8-15,5 0-10 0,-2-2-2 0,1 1-11 16,1-2-8-16,3 0-3 0,3-1-9 16,-3-3-8-16,3 2-17 0,0-4-20 0,3 0-14 15,-1-1-21-15,2-2-32 0,-2 1-34 16,1-1-42-16,-3-2-59 0,-3 2-68 0,-1 0-69 15,0-2-80-15,2 0-116 16,-4 2-109-16,0-1 58 0,4-3-406 0,3 2-467 0</inkml:trace>
  <inkml:trace contextRef="#ctx0" brushRef="#br0" timeOffset="45890.05">27352 6631 3000 0,'-11'-7'121'0,"11"7"17"0,-9-3 21 0,9 3 33 0,0 0 30 16,-14 13 16-16,6-5 1 0,0 6 3 15,1 3-3-15,-1 4 6 0,1-2 1 0,-3 10-6 16,0 1-5-16,1 0-7 15,1-8-13-15,0-1-10 0,3-1-8 0,-1-5-6 16,1 1-20-16,-2-1-9 0,5-5-7 16,-1 2 3-16,1-5 8 0,-2 3 3 0,2-2 3 15,2-8 3-15,-1 9-104 0,1-9-71 16,0 0 0-16,0 0 0 0,0 0 0 0,0 0 0 16,11-31 0-16,-3 14 0 0,3-2 0 15,2-6 0-15,3 3 0 0,-3 3 0 0,-1 5 0 16,-5 2 0-16,-1 4 0 0,1-1 0 15,-1 3 0-15,4 0 0 0,-7 5 0 0,-3 1 0 16,0 0 0-16,0 0 0 0,33 7 0 16,-26-1 0-16,0 2 0 0,2-2 0 15,-4 1 0-15,1 3 0 0,1 0 0 16,0-3 0-16,-4 3 0 0,3-4 0 0,-1 0 0 16,-3 0 0-16,-2-6 0 0,8 8 0 15,-5-3 0-15,-3-5 0 0,5 8 0 0,-5-8 0 16,7 2 0-16,-7-2 0 0,0 0 0 15,24-6 0-15,-13 0 0 0,-2 2 0 0,3-3 0 16,1-1 0-16,-1 1 0 0,-1 1 0 16,-4 1 0-16,3 1 0 0,-4 1 0 15,1 1 0-15,-7 2 0 0,16 0 0 16,-16 0 0-16,15 7 0 0,-10-1 0 0,3 1 0 16,-2 2 0-16,0-2 0 0,-2 3 0 15,-1 2 0-15,3 0 0 0,-3-1 0 0,-3 0 0 16,2-1 0-16,3 2 0 0,-3-2 0 15,0-1 0-15,-1-1 0 0,-1 1 0 0,0-2 0 16,2 0 0-16,2-1-254 0,-4 0-95 16,0-6-94-16,0 8-99 0,0-8-111 15,-2 5-151-15,2-5 51 0,0 0 81 0,0 0-594 16,0 0-725-16</inkml:trace>
  <inkml:trace contextRef="#ctx0" brushRef="#br0" timeOffset="46141.27">27877 6814 3788 0,'0'0'130'0,"-1"-9"42"15,1 9 29-15,0 0 22 0,-4-8 33 0,4 8-7 16,0 0 29-16,0 0 15 0,0 0 0 16,0 0-12-16,0 0-13 0,2 35-14 0,-2-22-23 15,0 3-23-15,-2 3-13 0,-2 3-20 16,1 1-17-16,-1 0-19 0,0 0-30 15,1 0-31-15,-4-1-40 0,1-1-44 16,5-4-64-16,-5-1-72 0,1-1-69 0,-1-1-85 16,0-3-103-16,0-4-108 0,0 0-106 0,1-2-137 15,5-5 10-15,-7 0 83 16,7 0-576-16,0 0-696 0</inkml:trace>
  <inkml:trace contextRef="#ctx0" brushRef="#br0" timeOffset="46307.45">27927 6620 3401 0,'0'-11'-1'0,"0"1"29"0,0 3 19 0,-1 1 19 15,1 6-1-15,0-8 1 0,0 8-21 0,-2-8-37 16,2 8-50-16,0 0-55 0,0 0-65 16,0 0-91-16,0 0-119 0,0 0-139 15,0 0 50-15,11 25-161 0,-9-16-119 16</inkml:trace>
  <inkml:trace contextRef="#ctx0" brushRef="#br0" timeOffset="46707.12">28059 6861 2079 0,'0'0'272'0,"0"0"2"0,0 0-11 0,0 0-1 16,0 0 13-16,0 0 17 0,-4 9 6 0,4-9-6 15,-4 14-7-15,0-8 8 0,-1 4 0 16,-1-1 0-16,-2 6-12 0,1-3-5 15,-4 6-22-15,-1-1-21 0,2 1-24 16,-3-1-22-16,1-2-19 0,3 2-18 0,4-6-12 16,-6 1-13-16,8-5-13 0,-3 2-8 15,3-5-9-15,3-4-13 0,-4 7-6 16,4-7-13-16,0 0-13 0,0 0-14 0,16-18-15 16,-2 2-17-16,8-6-10 0,0-2-12 15,3 0-9-15,-2 2 2 0,2-4-3 0,-1 9 8 16,-9 1-1-16,0 3 8 15,-3 3-11-15,-3 5 8 0,1 0 1 0,0 2 3 16,-5 1 0-16,-5 2 4 0,0 0 2 16,22 7 4-16,-15-1 2 0,-3 4-4 0,1-2 4 15,1 3 0-15,-1 2-6 0,2 3 3 16,-5-4-12-16,1 3-20 0,3-1-35 0,-4 0-33 16,1-1-33-16,-1 1-37 0,0-1-40 15,3-2-50-15,-5-1-60 0,2 0-62 0,0-2-50 16,-2-4-62-16,0-4-66 0,1 9-77 15,3-4-2-15,-4-5-506 0,0 0-616 0</inkml:trace>
  <inkml:trace contextRef="#ctx0" brushRef="#br0" timeOffset="46907.26">28436 6917 3141 0,'12'-15'35'0,"-3"1"81"16,-5 4 61-16,2 0 45 0,-1 3 28 16,-3 1 12-16,-2 6-4 0,6-6-1 0,-6 6 5 15,0 0-5-15,0 0-5 0,0 0-15 16,0 0-16-16,5 23-12 0,-5-11-24 15,-1 0-22-15,-3 5-16 0,-2 1-12 16,3-1-29-16,-3 3-43 0,2-3-55 0,-2 2-66 16,0-2-63-16,3-1-58 0,-1-4-71 15,0 0-100-15,2-5-85 0,-1 2-99 0,1-3-136 16,0-1 0-16,2-5 74 0,0 0-458 16,0 0-528-16</inkml:trace>
  <inkml:trace contextRef="#ctx0" brushRef="#br0" timeOffset="47073.27">28583 6733 2765 0,'4'-12'21'0,"-4"4"56"0,0 1 31 15,0 0 16-15,0 7 4 0,-4-8 3 0,4 8-10 16,-6-6-16-16,6 6-17 0,-9-1-4 16,9 1-48-16,0 0-71 0,0 0-76 0,-24 7-87 15,21-4-112-15,-1 2-156 0,-1 0-38 16,-1 4 51-16,1-1-129 0,2 1-83 15</inkml:trace>
  <inkml:trace contextRef="#ctx0" brushRef="#br0" timeOffset="47606.19">28532 6834 1919 0,'0'0'199'16,"0"0"28"-16,-8 5 19 0,8-5 34 15,-3 6 20-15,3-6 3 0,-5 10-9 0,5-10-18 16,-4 13-21-16,2-3-25 0,0-2-16 15,2 6-21-15,-1-7-19 0,-1 3-15 0,2 0-17 16,-2-1-12-16,0 3-18 16,0-4-11-16,0 3-8 0,2-5-18 0,-1 0-20 15,1-6-7-15,-2 12-8 0,2-12-11 16,-2 8-6-16,2-8-3 0,0 0-7 0,0 0-2 16,0 0 0-16,0 0-1 0,29-21-2 15,-18 8 1-15,1-3 2 0,4 1 0 0,-3 0 12 0,3-1 1 16,-3 3 17-16,-3 3 2 15,-3 4 11-15,1-1-2 0,-1 1 4 0,1 4 12 16,-8 2-3-16,0 0 6 0,0 0-7 16,21 6 2-16,-18-1-10 0,-3-5-9 0,7 14 1 15,-3-8-6-15,-2 2-5 0,-1 1-2 16,1-1-11-16,0-2-10 0,-2-6-16 16,2 12-18-16,0-9-15 0,-2-3-17 0,2 10-12 15,-1-6-18-15,-1-4-9 0,2 6-11 16,-2-6-2-16,0 0-9 0,10 2 1 15,-10-2 4-15,0 0-3 0,24-10 13 0,-12 2 7 16,1 2 13-16,3-1 11 0,-3 0 22 16,3 2 37-16,-3-1 23 0,-2 4 26 15,1-2 22-15,-3 3 27 0,-9 1 9 0,16 1 12 16,-16-1 12-16,13 4 0 0,-13-4-2 16,7 10 4-16,-3-6-15 0,-1 4-11 0,-2-1-6 15,-1 1-11-15,0 1-12 16,0 1-37-16,0-2-37 0,0 0-49 0,0 0-54 15,0-1-62-15,0 1-75 0,0-8-85 16,0 11-78-16,0-11-87 0,0 7-106 0,0-7-107 0,4 5 71 16,-4-5-526-16,6 3-628 15</inkml:trace>
  <inkml:trace contextRef="#ctx0" brushRef="#br0" timeOffset="47876.02">29077 6861 3099 0,'0'0'22'0,"0"0"65"0,0 0 41 0,0 0 27 0,0 0 35 0,0 0 15 0,0 0 8 16,0 0-5-16,0 0-13 0,-20 17-10 16,20-17-4-16,-2 8 2 0,2-8-2 15,4 10-5-15,-4-10-18 0,6 8-2 16,-6-8-8-16,12 5-17 0,-3-3-7 0,-9-2-13 16,17 2-10-16,-5-2-14 0,-12 0-8 15,24-4-7-15,-11 2-2 0,-1-1-19 0,-2 1-11 16,1-2-28-16,-3-2-17 0,-2 4-23 15,-1-2-13-15,1-2-21 0,-3 0-30 0,2 0-39 16,-1-1-40-16,-2-2-57 0,-1 0-65 16,3 0-68-16,-4 1-86 0,0 2-117 0,0 6-103 15,-4-12 66-15,-1 9-439 0,5 3-513 16</inkml:trace>
  <inkml:trace contextRef="#ctx0" brushRef="#br0" timeOffset="48441.48">29450 6886 2854 0,'0'0'110'0,"12"0"58"0,-12 0 38 15,0 0 46-15,0 0 41 0,0 0 48 0,-5 17 27 16,3-11-6-16,2-6-18 0,-5 16-13 16,3-5-17-16,-2-3-20 0,3 2-27 0,-3-1-19 15,2-2-30-15,-2 2-17 0,0-1-25 16,2-1-18-16,0 1-19 0,2-8-23 0,-6 7-26 15,6-7-30-15,0 9-33 0,0-9-21 16,0 0-20-16,0 0-21 0,0 0-2 16,0 0-6-16,0 0 4 0,16-22 3 0,-3 5 5 15,5-4 3-15,6-1 11 0,-3-1 4 16,-5 8 11-16,-2 1 15 0,-2 5 14 16,-1 1 14-16,1 2 13 0,-4 4 13 0,-8 2 12 15,0 0 9-15,16 9 9 0,-8 1-20 16,-3 0-77-16,-4 0 0 0,3 1 0 0,-2 4 0 15,0-3 0-15,1-2 0 0,1 2 0 16,-2-2 0-16,2-1 0 0,-1-1 0 16,4-1 0-16,-2-2 0 0,5 0 0 0,-10-5 0 15,21-3 0-15,-8-2 0 0,1 2 0 16,4-6 0-16,2-2 0 0,-1 2 0 0,3-7 0 16,-1 3 0-16,-3 0 0 0,-1 2 0 15,-4 4 0-15,-2 0 0 0,-1 0 0 16,-3 1 0-16,1 2 0 0,-8 4 0 15,11-3 0-15,-11 3 0 0,0 0 0 0,16 7 0 16,-16-7 0-16,8 8 0 0,-5-2 0 16,3 0 0-16,-6-6 0 0,7 11 0 0,0-5 0 15,-4-1 0-15,3-2 0 0,-6-3 0 16,7 6 0-16,-7-6 0 0,12 3 0 0,-12-3 0 16,0 0 0-16,0 0 0 15,19-3 0-15,-19 3 0 0,5-8-444 0,-5 8-256 0,0-8-191 16,0 8 35-16,-2-10 96 15,2 10-784-15,-7-7-988 0</inkml:trace>
  <inkml:trace contextRef="#ctx0" brushRef="#br0" timeOffset="49339.94">30706 7181 4170 0,'0'0'-49'0,"0"0"56"0,-19 15 41 0,19-15 43 16,0 0 41-16,0 0 41 0,-6 6 17 0,6-6 16 15,0 0 5-15,0 0-1 0,0 0-3 16,0 0-8-16,0 0-24 0,0 0-11 16,25 1-11-16,-25-1-19 0,0 0-12 0,26-11-14 15,-16 7-14-15,1-3-6 0,0-1-7 16,0-4-9-16,-2 0-5 0,0 1-8 16,1-1-10-16,-4 1-5 0,-4 2-9 15,0 0-7-15,-4 0-7 0,-4 2-2 0,6 7-7 16,-21-4 6-16,6 4-1 0,-6 1-5 15,-15 6 5-15,0 3-6 0,1 3 1 0,-1 5 3 16,-2 5 9-16,9 2 12 0,4-4 4 16,5 3 15-16,2-3 10 0,3 6-5 0,5-5 7 15,5-5-10-15,1 0 2 16,6-1-2-16,-2-1-3 0,6 2-3 0,-1-3-3 0,7 0-9 16,1-3-3-16,5 1-20 15,-4-5-43-15,10-1-48 0,-5-3-66 0,7-1-55 16,1-2-65-16,1-2-79 0,13-4-103 15,-3-6-100-15,1 4-116 0,6-13-123 0,-4 1 62 16,3-4-640-16,-4-5-815 0</inkml:trace>
  <inkml:trace contextRef="#ctx0" brushRef="#br0" timeOffset="49756.81">31514 6553 3590 0,'-2'-14'11'0,"-4"3"73"0,3 3 42 16,-1 0 34-16,2 3 31 0,2 5 20 15,0 0 30-15,0 0 38 0,-28 17 24 16,8 10 17-16,-7 12 3 0,-1 7-14 0,-1 5-13 16,0 0-19-16,1 2-14 0,1 1-13 15,3 3-25-15,1-3-21 0,2-2-16 0,4-4-22 16,-1-5-16-16,9-10-126 0,-1-4-24 16,3-6 0-16,3-4 0 0,-2-3 0 0,5-4 0 15,-1-1 0-15,0-3 0 0,0 2 0 16,2-3 0-16,0-7 0 0,2 8 0 0,-2-8 0 15,0 0 0-15,0 0 0 0,0 0 0 16,0 0-127-16,9-21-24 0,-9 21 5 0,-2-16 7 16,0 9 14-16,-3-3 10 15,-4 6 8-15,-2-2 13 0,0 5 12 0,11 1 9 16,-25 3 17-16,8 3 14 0,2 0 16 16,-4 3 19-16,4 1 27 0,-1 2-10 0,1 0 6 15,5-1-2-15,1 1 1 0,2 0-4 16,1-1 1-16,0 0-1 0,4-4-5 15,0 1-9-15,2-8-31 0,4 12-34 0,2-4-50 16,1-6-61-16,6 2-75 0,1-4-80 16,7-2-69-16,4-1-101 0,13-4-109 0,6-2-72 15,8-3 48-15,0 0-446 16,-2-1-554-16</inkml:trace>
  <inkml:trace contextRef="#ctx0" brushRef="#br0" timeOffset="50172.74">31503 7267 2760 0,'0'0'0'0,"0"0"74"0,0 0 61 15,0 0 38-15,0 0 35 0,0 0 30 0,0 0 18 16,0 0 5-16,0 0 4 0,0 0-11 16,0 0-2-16,0 0-14 0,-27 7-13 15,27-7-22-15,0 0-17 0,0 0-19 0,0 0-18 16,0 0-25-16,0 0-23 0,27-16-34 16,-18 8-25-16,0 4-17 0,1-4-17 15,1 1-15-15,0-4-4 0,0 4-1 16,-4 1 0-16,0 1-1 0,-1 1-1 0,-6 4 2 15,0 0-1-15,0 0 2 0,0 0 18 16,0 0 15-16,5 22 20 0,-16-3 23 0,-1 9 43 16,-6 2 25-16,-2 12 27 0,-3 4 34 15,-1 4 54-15,3-3 30 0,1-2-15 0,0-2-24 16,8-10-113-16,-2-4-126 0,1 0 0 16,1-9 0-16,2-4 0 0,5-2 0 0,-2-1 0 15,-2-1 0-15,4-3 0 0,-1-1 0 16,-1 0 0-16,-2-4 0 0,-2 2 0 0,-3-2 0 15,0-1 0-15,-3-2 0 16,0-1 0-16,-3-4 0 0,2 4 0 0,-7-4 0 0,2-2 0 16,2-1 0-16,0-2 0 0,2 4 0 15,2-7 0-15,-1 2 0 0,7 3 0 16,-1-2 0-16,5-2 0 0,0 2-102 16,-1-3-442-16,2 0-73 0,4 0-101 0,2-1-140 15,2-3 75-15,10-11-771 0,4 0-997 16</inkml:trace>
  <inkml:trace contextRef="#ctx0" brushRef="#br0" timeOffset="50622.23">31983 7083 4168 0,'0'0'-16'0,"0"0"78"0,0 0 47 0,0 0 50 0,-23 20 30 16,17-16 22-16,6-4 6 0,-6 8 0 15,4-1 5-15,2-7-13 0,-4 10-6 0,4-10-19 16,0 13-18-16,0-13-20 0,6 8-13 16,0-2-14-16,-6-6-20 0,12 6-32 0,-12-6-20 15,12 2-35-15,-12-2-23 0,0 0-17 16,29-6-10-16,-19-2-15 0,0 1 1 16,-3 0 1-16,-2-3 3 0,4-2 5 0,-7-2 2 15,-2 6 4-15,-4-4 3 0,-3 1 0 16,-2 3 6-16,-6 1 0 0,-2 6 8 15,-6 1 5-15,-4 3 9 0,-9 8 8 16,0 4 11-16,4 3 17 0,3-1 17 0,4 4 13 16,3 1 22-16,2-1 29 0,7-2 5 15,1-3 10-15,9-3 15 0,-1 1 4 0,4-2 9 16,0 0-6-16,4 0 3 0,1-3 1 16,5 2-8-16,3-5-12 0,2-1-51 0,1 0-81 15,1-3 0-15,2 1 0 16,-1-1 0-16,-4 0 0 0,2-2 0 0,-3 0 0 0,-13 0 0 15,23 0 0-15,-16 0-111 0,-7 0-182 16,18-2-89-16,-18 2-100 0,15 2-108 16,-15-2-122-16,7-4-92 0,-7 4 76 15,0 0-663-15,10-2-843 0</inkml:trace>
  <inkml:trace contextRef="#ctx0" brushRef="#br0" timeOffset="52089.1">30273 7027 3748 0,'0'0'-47'0,"-9"-4"35"16,9 4 26-16,0 0 44 0,0 0 55 15,-20 12 55-15,11-2 33 0,-2 4 29 0,-5 1 12 16,3 1 8-16,-6 6 5 0,1-2 0 16,0 1-4-16,2-5-5 0,7-4-15 0,2-1-12 15,-4-1-15-15,8-5-16 0,-5 5-12 16,7-6-11-16,1-4 1 0,-10 10-1 0,10-10-12 16,-3 7-3-16,3-7-14 15,0 0-9-15,0 0-18 0,0 0-79 0,0 0-30 0,0 0 0 16,9-27 0-16,0 8 0 15,7-6 0-15,-1-1 0 0,4-1 0 0,-6 8 0 16,-1 2 0-16,-5 3 0 0,3 2 0 16,-2 3 0-16,-3 1 0 0,3 4 0 0,-3-2 0 15,-5 6 0-15,0 0 0 0,18 2 0 16,-18-2 0-16,13 10 0 0,-6-2 0 16,3 1 0-16,-4-1 0 0,-1 2 0 0,3-1 0 15,-2 0-105-15,0-2-80 0,-1 2-52 16,1-1-50-16,0-2-68 0,-3 2-69 0,4-4-70 15,-4-2-113-15,-3-2-179 16,0 0 69-16,0 0 87 0,0 0-514 0,0 0-612 0</inkml:trace>
  <inkml:trace contextRef="#ctx0" brushRef="#br0" timeOffset="52340.4">30535 6379 3336 0,'-13'-8'-11'0,"1"3"23"16,0 5 21-16,-1 1 45 0,-2 5 17 0,-5 3 15 0,6 4-8 0,-11 6-6 15,2 5-1-15,-1 2-12 16,6 1-7-16,-1-1-6 0,4 3-9 0,1 0-1 16,3-3-10-16,3-2-10 0,2-3-32 15,2-5-44-15,2-1-53 0,2-1-55 0,2-3-57 16,4 0-79-16,-2-3-81 0,6-2-124 15,-1-3-53-15,5 0 65 0,1-4-135 0,8-3-107 16</inkml:trace>
  <inkml:trace contextRef="#ctx0" brushRef="#br0" timeOffset="53239.06">30631 6543 1851 0,'0'0'125'0,"0"0"26"0,0 0 27 0,0 0 32 15,0 0 19-15,-23 18 5 0,20-11-2 16,-5 3-10-16,5-2-14 0,-3 1-16 15,2 0-15-15,2 2-14 0,0-2-12 16,2-1-14-16,0-8-14 0,2 16-7 16,0-10-11-16,4 0-9 0,-1-1-12 0,7-5-6 15,-12 0-10-15,24 0-7 0,-10-2-15 16,5-1-14-16,-2-7-8 0,2-2-9 0,-3-1-1 16,-2-3-4-16,0 2 0 0,-3-3 0 15,-2-4-2-15,0 1-2 0,-4 3-4 0,-3 0 4 16,0 4-3-16,0 1-4 0,-4 3 0 15,2-1-2-15,-4 3-4 0,4 7-8 16,-7-9-7-16,7 9-15 0,0 0-11 16,-14-1-25-16,14 1-17 0,0 0-25 0,-16 8-25 15,9-4-31-15,1 1-22 0,5 0-9 16,1-5 6-16,-4 8 9 0,4-8 14 0,0 0 16 16,9 7 10-16,-9-7 16 0,10 4 19 15,-10-4 20-15,11 0 22 0,-11 0 25 16,11 2 25-16,-11-2 24 0,11 3 26 0,-11-3 30 15,0 0 30-15,11 5 6 16,-11-5 29-16,7 7 12 0,-2-4 11 0,-5-3 5 0,9 11 0 16,-5-3 4-16,-1 1-2 0,3-1-2 15,-2 2 0-15,-3 2 1 0,4 1-6 16,-3-1 3-16,0 1-1 0,0-1 6 16,0 2 4-16,-2-3 16 0,-2 3 9 0,0-1 4 15,-4-3-14-15,2 4-13 0,-4-4-9 16,3-1-18-16,-3 1-12 0,-2 1-19 0,1-3-20 15,2-3-16-15,-3 0-32 0,2-1-34 16,8-4-39-16,-15 1-44 0,15-1-54 16,0 0-55-16,-14-10-56 0,12 2-62 0,6-3-40 15,3-2-25-15,7-13-2 0,10-12 10 16,4-3 14-16,10-3 28 0,17-17 36 0,5 0 47 16,-1 3 65-16,0 6 57 15,-18 13 62-15,-5 4 62 0,-11 13 59 0,-3-2 68 0,-8 8 41 16,-2 3 31-16,-2 2 12 0,-7 3 10 15,5 1-1-15,-5 2-12 0,-3 5-8 16,0 0 23-16,0 0 12 0,0 0 5 16,0 0-10-16,-11 29-14 0,6-10-14 0,-9 6-19 15,5 0-19-15,0 5-16 0,-1 2-15 16,2-3-15-16,2-4-8 0,1-1-14 0,1-1-10 16,2-4-44-16,1 3-43 0,-1-4-50 15,-3 0-39-15,3-1-43 0,2 1-42 16,-2-7-30-16,0 1-24 0,1 0-22 15,-1-4 15-15,0-1 1 0,2-2 20 0,0-5 22 0,0 0 24 16,0 0 32-16,0 0 37 0,0 0 50 16,0 0 50-16,0 0 37 0,0 0 36 15,0 0 21-15,0 0 16 0,0 0 11 16,4-20 20-16,-4 20 8 0,14-6 5 0,-7 6-7 16,-7 0-12-16,16-3-14 0,-2 3-11 15,-3-1-14-15,5-1-11 0,-1 0-20 16,2 0-39-16,5 0-51 0,-4 1-53 0,2-3-63 15,1 3-70-15,-3-1-83 0,4 1-93 16,-6-5-99-16,4 4-136 0,-5-4-77 0,-2 2 76 16,0 1-445-16,-4-1-533 15</inkml:trace>
  <inkml:trace contextRef="#ctx0" brushRef="#br0" timeOffset="69319.22">24773 8594 2188 0,'10'-18'745'15,"-6"10"-263"-15,2-3-121 0,-3 1-60 0,5 2-20 16,-3-3-10-16,4 1-5 0,-4 2-12 16,5-1-9-16,-3 2-4 0,3-1-5 15,-1 1-7-15,2 3-11 0,1 1-21 16,-1 1-18-16,1 2-14 0,-12 0-13 0,24 3-15 16,-10 6-9-16,-3 0-9 0,-1 4 3 15,-4 1 5-15,2 5 7 0,-7 1 2 16,-2-1 6-16,-3 6-7 0,-3-3-135 0,4 2 0 15,-7-2 0-15,5-1 0 0,-1-1 0 16,3-4 0-16,-2-3 0 0,1-1 0 0,2-1 0 16,-1-3 0-16,1 1 0 0,0-3 0 15,2 2 0-15,0-8 0 0,2 9 0 0,0-3 0 16,1 0 0-16,-3-6 0 0,11 4 0 16,-11-4 0-16,13 2 0 0,-13-2 0 15,23-5 0-15,-9 0 0 0,6-4 0 16,7-5 0-16,-1-3 0 0,7-3-228 0,1-8-239 15,-2-2-14-15,4-3-2 0,-5-5 8 16,-3 3 23-16,1-4 38 0,-6 3 48 0,-6 4 42 16,-5-1 48-16,-7 1 55 0,-1 6 51 15,-6 3 49-15,-1 0 49 0,-11-4 30 0,-5 3 37 16,-6 5 34-16,-2 1 35 0,-7 4 30 16,-4 6 24-16,-4 4 15 0,-5 7 19 0,-14 6 19 15,-4 8 18-15,-2 8 22 0,-15 13 18 16,6 7 30-16,0 7 8 0,7 4 11 0,8 2 9 15,12 1 0-15,10-11-8 16,11 0-14-16,11 2-16 0,6-1-14 0,11-8-17 16,5-1-13-16,15 7-16 0,11-8-19 0,13-3-151 15,10-7-19-15,9-7 0 0,1-8 0 0,8-7 0 16,3-7 0-16,3-4 0 16,-1-11 0-16,10-7 0 0,-18-2 0 0,-5 0 0 15,-6-9 0-15,-7-2 0 0,-5-5 0 16,-9-5 0-16,-6-5 0 0,-6-4 0 0,-9-4 0 15,-7-3 0-15,-7-1 0 0,-11-1 0 16,-7 1 0-16,-6 4 0 0,-5 5 0 0,-7 7 0 16,-5 9 0-16,-5 9 0 15,-2 12 0-15,3 11 0 0,-5 7 0 0,-10 8 0 0,-4 7 0 16,1 7 0-16,0 5 0 16,-9 14 0-16,20-5 0 0,4-1-275 0,7 5-239 15,2-3-50-15,11 0-74 0,6-9-131 16,9 0-14-16,9-7 86 0,2-2-647 0,6-7-799 15</inkml:trace>
  <inkml:trace contextRef="#ctx0" brushRef="#br0" timeOffset="70504.32">26010 8700 3512 0,'-1'-8'-63'0,"1"-1"46"0,-2 2 49 15,0 0 47-15,2-1 43 0,0 8 50 16,0-11 33-16,-2 6 26 0,2 5 7 0,0 0 13 16,0-10-1-16,0 10 9 0,0 0 33 15,0 0 16-15,0 0 8 0,0 0-3 16,-5 38-9-16,2-16-12 0,-1 12-9 15,-3 2-36-15,-1 0-14 0,3 0-12 0,-4 1-110 0,6-4-111 16,-1-4 0-16,0-6 0 0,2 1 0 16,1-7 0-16,-1 0 0 0,0-3 0 15,0-2 0-15,0-2 0 0,2 1 0 16,-3-5 0-16,3-6 0 0,0 11 0 0,0-11 0 16,0 0 0-16,0 0 0 0,0 0 0 15,18-28 0-15,-11 8 0 0,7-10 0 0,-1-2 0 16,1-3 0-16,-1 2 0 0,0 2 0 15,-1 2 0-15,-5 6 0 0,1 5 0 0,-5 5 0 16,4 1 0-16,-3 2 0 0,-3 1 0 16,3 2 0-16,-2 0 0 0,2 1 0 0,-4 6 0 15,3-9 0-15,-3 9 0 16,6-3 0-16,-6 3 0 0,0 0 0 0,14 0 0 0,-14 0 0 16,0 0 0-16,13 5 0 15,-13-5 0-15,12 3 0 0,-12-3 0 0,14 2 0 16,-6 0 0-16,-8-2 0 0,21-6 0 15,-7 1 0-15,-1-1 0 0,4-5 0 0,0 1 0 16,1 0 0-16,-5 3 0 0,0-2 0 16,-3 4 0-16,-3 0 0 0,0 2 0 0,0 1 0 15,-7 2 0-15,0 0 0 0,13 8 0 16,-9-1 0-16,-3 4 0 0,-1 0 0 0,2 0 0 16,0 3 0-16,-2-1 0 0,2 1 0 15,1 0 0-15,-1-3 0 0,-2 3 0 0,1-4 0 16,-1 1 0-16,0-3 0 15,2 0 0-15,0-1 0 0,2-1 0 0,-1 0 0 16,3-4 0-16,-6-2-333 0,18 2-99 16,-7-4-51-16,3 0-44 0,0-4-37 0,8 0-50 15,4-7-77-15,5 3-1 0,-3-7-619 16,3-1-769-16</inkml:trace>
  <inkml:trace contextRef="#ctx0" brushRef="#br0" timeOffset="71068.28">26742 8603 3322 0,'7'-14'-110'0,"-3"-1"71"0,0 5 60 0,-4 3 54 0,0-3 52 0,0 3 32 15,0 7 29-15,-4-9 2 0,4 9 2 0,-9-3 2 16,9 3-3-16,0 0-2 16,-29 7-1-16,16 3-6 0,-2 2-10 0,0 1-1 15,-1 1 3-15,1 1-8 0,2 1-16 16,0-1-11-16,1 0-13 0,2-3-7 0,5 2-11 16,-1-4-9-16,4 1-9 0,2-3-6 15,4 0 2-15,2 1 0 0,1 0 1 16,0-3 6-16,5 1 10 0,0 0 7 0,-2-2 5 15,1 4 11-15,2-2 6 0,-1-1 2 16,-3 2 10-16,-2-2 6 0,2 1 6 0,-4 1-154 16,1 1-2-16,-3 0 0 0,1-1 0 15,-2-3 0-15,-2 5 0 0,-2 0 0 16,0-2 0-16,-1 0 0 0,-3 3 0 16,-1-2 0-16,-2 0 0 0,2-1 0 0,0-1 0 15,-4-1 0-15,4 0 0 0,0-1 0 16,1 0 0-16,1-2 0 0,5-3 0 0,-16-2 0 15,16 2 0-15,-11-6 0 0,9-3 0 16,2 1-240-16,2-6-173 0,5-5-7 0,6-4 23 16,6-3 28-16,6 1 35 0,8-4 36 15,3 3 30-15,2-1 26 0,-10 6 37 0,5 1 55 16,-7 1 68-16,-1-1 78 16,0 1 66-16,-6 3 68 0,-5 4 47 0,-3 1 60 0,-1 1 35 15,-3 4 22-15,1-2 2 16,-5 3-5-16,3 3-18 0,-6 2-4 0,0 0 0 0,0 0-13 15,17 15-13-15,-17-3-23 16,2 7-87-16,-2 1-133 0,-2 6 0 0,1 10 0 16,-3-2 0-16,-2 0 0 0,3-6 0 15,-2-5 0-15,1 1 0 0,3-6 0 0,-1-1 0 16,0-2 0-16,0-2 0 0,2-4 0 16,0 0 0-16,0-1-173 0,0-4-225 0,0-4-69 15,0 0-41-15,0 0-45 0,0 0-46 16,0 0-67-16,0 0-29 0,9-25 52 15,-7 11-544-15,-4-3-651 0</inkml:trace>
  <inkml:trace contextRef="#ctx0" brushRef="#br0" timeOffset="71218.92">26980 8685 2983 0,'-3'-20'-75'0,"-6"5"70"0,8 3 71 0,-5 2 65 0,2 2 54 0,1 1 43 0,-1 0 23 16,4 7 7-16,-6-11-2 0,6 11-13 16,-1-9-19-16,1 9-22 0,-3-10-21 15,3 10-18-15,8-12-18 0,0 5-23 0,1 1-49 16,3 2-64-16,-1 0-80 0,3-2-95 15,0 2-110-15,6 2-101 0,-4 2-136 0,2 0-130 16,2 0 54-16,3 6-433 0,12 2-497 16</inkml:trace>
  <inkml:trace contextRef="#ctx0" brushRef="#br0" timeOffset="71801.14">27780 8938 3212 0,'-3'-8'232'0,"-1"1"33"16,2 2 28-16,2 5 43 0,-3-7 26 0,3 7 9 15,-4-8-21-15,4 8-23 0,0 0-10 16,0 0-7-16,0 0-17 0,0 0-21 0,0 0-17 16,0 0-20-16,0 0-13 15,4 29-17-15,-4-21-18 0,-2 2-40 0,2-1-147 16,-2 3 0-16,0 2 0 0,-1-2 0 15,1 1 0-15,1-2 0 0,-1 1 0 0,0-4 0 16,0-1 0-16,0 1 0 0,2-8 0 16,-2 12 0-16,2-12 0 0,0 0 0 0,0 0 0 15,0 0 0-15,0 0 0 0,29-30 0 16,-11 6 0-16,0-2 0 0,1-1 0 16,3 2 0-16,-8 8 0 0,-3 1 0 0,2 7 0 15,-4-1 0-15,-4 0 0 0,4 4 0 16,-4 3 0-16,1-2 0 0,-6 5 0 0,7-3 0 15,-7 3 0-15,0 0 0 0,0 0 0 16,0 0 0-16,16 9 0 0,-14-6 0 0,-2-3 0 16,5 9 0-16,-5-9 0 0,6 6 0 15,-6-6 0-15,7 6 0 0,-7-6 0 16,10 2 0-16,-10-2 0 0,15-3 0 0,-3 0 0 16,-3-1 0-16,2 0 0 0,0 0 0 15,-2-1 0-15,0 1 0 0,-2 2 0 16,-7 2 0-16,14-6 0 0,-6 6 0 0,-8 0 0 15,11-2 0-15,-11 2 0 0,0 0 0 16,21 5 0-16,-14-2 0 0,0 0 0 0,0 5 0 16,1-6 0-16,-1 6 0 0,0-3 0 15,0 2 0-15,-2-4 0 0,3 1 0 16,-3 0 0-16,4-2 0 0,-9-2-391 0,14 2-141 16,-14-2-82-16,25-8-101 0,-10 6-91 15,6-5 51-15,1-3-734 0,6-2-936 16</inkml:trace>
  <inkml:trace contextRef="#ctx0" brushRef="#br0" timeOffset="72168.06">28619 8758 4055 0,'0'0'56'0,"0"0"88"15,0 0 54-15,0 0 55 0,0 0 34 0,0 0 12 16,0 0 5-16,-3 14-2 0,3-14-9 16,-7 13-12-16,3-7-12 0,4-6-16 0,-3 13-14 15,1-6-9-15,-2 4-24 0,2-5-10 16,-5 3-17-16,-1 1-32 0,2-2-147 0,1 0 0 15,-3-2 0-15,-1 3 0 16,1-1 0-16,-2-4 0 0,-1 2 0 0,-1-3 0 16,3-1 0-16,2 0 0 0,7-2 0 15,-20 0 0-15,11-4 0 0,4-1 0 0,-2-5 0 16,3 0 0-16,4-4 0 0,4-3 0 16,4 0-14-16,3-3-47 0,-1 5 19 0,2-1 8 15,-1 4 18-15,-2 2 13 16,3 3 9-16,-3 0 9 0,0 4 7 0,4 1-3 0,-2 0 9 15,-11 2-8-15,19 4-4 0,-10-1-4 16,0 2 0-16,2 1-1 0,0 2-8 16,0 2-33-16,1-1-40 0,-3-1-50 0,-2 0-65 15,6 1-62-15,-2 0-62 0,-2 0-55 16,3 2-13-16,3-2-26 0,4 2-54 16,-1-1-79-16,2-3-132 0,1 1-4 0,-1-4 76 15,0-2-476-15,3-2-543 0</inkml:trace>
  <inkml:trace contextRef="#ctx0" brushRef="#br0" timeOffset="72402.09">29193 8707 2981 0,'6'-11'110'16,"-5"3"72"-16,-1 3 44 0,0 0 35 15,0 5 36-15,0 0 38 0,0 0 28 16,0 0 7-16,-32 8 0 0,18 4-6 0,-6 11-13 16,-3 4-17-16,-4 7-16 0,-2 4-25 15,3 3-22-15,-1 4-29 0,1 1-42 0,1 0-18 16,0 0-41-16,2 1-141 0,5-6 0 15,4-4 0-15,1-5 0 0,1-1 0 0,1-2 0 16,1-5 0-16,4-5 0 0,0-4-218 16,3-1-93-16,-3-3-79 0,1 1-78 0,-2-6-72 15,2 0-78-15,1-6-119 0,4 0 16 16,0 0 81-16,0 0-567 0,-13-18-670 0</inkml:trace>
  <inkml:trace contextRef="#ctx0" brushRef="#br0" timeOffset="72584.99">28861 8773 3119 0,'11'-37'-7'0,"-5"9"83"0,-2 12 65 0,0 0 46 16,-4 4 44-16,0 4 24 0,2 2 9 16,-2 6 9-16,0 0 2 0,0 0-2 15,0 0-13-15,0 0-17 0,0 0-27 0,-19 21-18 16,17-13-21-16,0 5-17 0,0-2-25 16,2 1-57-16,0 0-50 0,2 0-62 0,2 2-65 15,-1 0-82-15,5 0-99 16,-2-1-100-16,4-1-112 0,-1-2-157 0,3 2-25 0,-1-3 71 15,2-1-482-15,4 4-556 16</inkml:trace>
  <inkml:trace contextRef="#ctx0" brushRef="#br0" timeOffset="72935.3">29654 8845 3281 0,'0'0'148'0,"0"0"41"16,0 0 39-16,0 0 42 0,0 0 31 15,0 0 15-15,0 0 6 0,0 0-4 0,-29 18-7 16,24-9-10-16,-2-1-16 0,0 1-15 16,1 1-15-16,3 0-17 0,1 2-18 0,0-1-16 15,4 1-20-15,-2 0-17 16,4-2-30-16,3 0-10 0,1-1-13 0,3-1-109 16,0-3-5-16,3 0 0 0,1-3 0 15,3 0 0-15,-4-2 0 0,4-2 0 0,-3-1 0 16,-1-1 0-16,-1-1 0 0,0-2 0 15,-3-1 0-15,-3-3 0 0,1 0 0 0,-2-3 0 16,-4 0 0-16,0 1 0 0,0 1 0 16,-4-1 0-16,-2 1 0 0,-2 0 0 0,2 3 0 15,-4 3 0-15,-3 2 0 0,-1 2 0 16,12 2 0-16,-28 4 0 0,13 0 0 0,-3 3-246 16,4-1-118-16,-2 2-93 15,5 2-102-15,0-2-123 0,-1 1-134 0,2-1 68 0,5 1-721 16,1-2-917-16</inkml:trace>
  <inkml:trace contextRef="#ctx0" brushRef="#br0" timeOffset="73401.57">29769 8967 4018 0,'0'0'23'0,"0"0"63"0,0 0 54 16,0 0 46-16,0 0 43 0,0 0 29 15,0 0 19-15,0 0 3 0,0 0-9 0,0 0-14 16,22-1-8-16,-22 1-12 0,12 1-14 15,-12-1-16-15,16-1-19 0,-16 1-21 16,18-2-14-16,-11-1-17 0,1 1-11 16,0 0-15-16,-1-1-11 0,1-2-11 0,-3-2-6 15,4 0-8-15,-6-1-46 0,5-4-28 16,-5 3 0-16,-1-7 0 0,2 2 0 16,-2-1 0-16,0-2 0 0,-2 1 0 0,0 3 0 15,-2-3 0-15,0 2 0 0,-2 2 0 16,2 2 0-16,1 0 0 0,-1 1 0 0,-2 3 0 15,2 0 0-15,0 0 0 0,2 6 0 16,0-11 0-16,0 11 0 0,6-5 0 0,-1 3 0 16,-5 2 0-16,24-3 0 0,-11 1 0 15,4 2 0-15,-2 0 0 0,4 2 0 16,1 0 0-16,0 3 0 0,-1 2 0 0,-1 3 0 16,-5-3 0-16,0 3 0 0,1 2 0 15,-5 0 0-15,0 3 0 0,-1 1 0 16,-2-2 0-16,0 2 0 0,-5-2 0 0,3 2 0 15,0-1 0-15,-1 1 0 0,0-1 0 16,-1-1 0-16,-2 0 0 0,2-2 0 0,-2-3 0 16,2 1 0-16,-2 0 0 0,2 0 0 15,-2-1 0-15,2-2-290 0,-4-2-413 0,2-5-137 16,-2 12-32-16,-7-5 89 0,4 0-817 16,-2-1-1039-16</inkml:trace>
  <inkml:trace contextRef="#ctx0" brushRef="#br0" timeOffset="74435.28">30490 9062 4058 0,'3'-6'-103'0,"-1"-2"73"16,-2 8 49-16,0-5 58 0,0 5 39 0,0 0 38 16,0 0 22-16,0 0 6 0,0 0-2 15,-10 29-1-15,8-16-12 0,0 1-12 0,-4 3-15 16,6 1-21-16,-5 1-4 0,3-3-12 16,-5 1-5-16,6-2-17 0,-1-3-6 0,0-2-8 15,0 0-5-15,0-3-5 0,0 2-4 16,4-4-7-16,-2-5-7 0,0 7-9 0,0-7-12 15,0 0-8-15,0 0-3 16,14-19-11-16,-6 9 1 0,6-15 3 0,2 0 1 16,-3 0 0-16,5-1-2 0,-6-3 2 15,0 12 2-15,0 0 0 0,-5 5 3 0,3 2 9 16,-4 2-7-16,-3 1 15 0,-3 7 5 16,10-2 7-16,-10 2 3 0,0 0-11 15,0 0-2-15,13 17-2 0,-9-10 0 0,0 2-4 16,-2-1 0-16,-1 3-8 0,1-3 7 15,0 2-6-15,-2-1 4 0,2-3-5 0,0 2-2 16,-2-8-1-16,2 14 2 0,0-11-7 16,-2-3 3-16,2 8 14 0,-2-8-16 0,0 0-6 15,11 2-8-15,-11-2-2 16,17-10 0-16,-9 3-1 0,7-7 2 0,5-5-1 0,-2-5-3 16,0 9 12-16,-6-1-1 15,2 5-1-15,-3 2-1 0,2 2 6 0,-6 2 7 16,2 1 2-16,-2 3 4 0,-7 1-3 15,0 0-1-15,20 10 1 0,-15-1 0 0,1-1 0 16,-1 1-4-16,-4 4-1 0,3-1-1 16,-2-1 4-16,0 1-16 0,0-1-15 0,-2 3-14 15,2-2-37-15,-1-1-35 0,-1-1-43 16,0 1-59-16,0-2-62 0,0 0-67 0,4-1-66 16,-4-2-57-16,0-6-73 0,2 11-90 15,2-7 20-15,-3 2-414 0,-1-6-496 16</inkml:trace>
  <inkml:trace contextRef="#ctx0" brushRef="#br0" timeOffset="74783.89">31167 9046 2710 0,'13'-13'38'0,"-4"2"86"0,0 3 62 15,-5-1 36-15,-3 4 29 0,-1 5 18 0,6-7 24 16,-6 7 16-16,0 0 14 0,0 0 2 16,0 0-7-16,0 0-21 0,0 0-19 0,-11 31-40 15,5-21-19-15,0 2-24 0,-2 0-17 16,3 2-18-16,-2-1-15 0,-2-1-18 0,0-1-13 15,2-1-20-15,-3 0-32 0,0 1-40 16,3-3-41-16,-2 0-43 0,-4-2-30 0,4 0-31 16,0-1-32-16,1-3-23 15,8-2-18-15,-15 2-10 0,15-2 3 0,0 0 15 16,-16-13 14-16,16 3 21 0,2-6 17 16,5-1 15-16,2-4 27 0,0 4 17 0,3 3 29 15,-3-1 20-15,0 5 16 0,0 1 25 16,-4 6 22-16,3-1 13 0,-8 4 8 0,0 0 6 15,0 0-2-15,25 12-3 0,-22-3-7 16,5 3-4-16,-5-2-5 0,3 5-5 0,1-1-11 16,0 1-21-16,-2 2-32 0,5-3-50 15,2 2-57-15,-3-1-44 0,2 1-36 16,-1-5-44-16,-1-1-56 0,1-2-57 16,-4-1-55-16,1 0-73 0,1-4-41 0,-3 1-383 15,-5-4-404-15</inkml:trace>
  <inkml:trace contextRef="#ctx0" brushRef="#br0" timeOffset="75002.47">31455 9081 2434 0,'15'-23'-8'16,"-2"3"55"-16,-1 4 46 0,-4 2 48 16,-1 1 54-16,-1 4 34 0,-1-1 24 0,-3 3 8 15,3 4 5-15,-5 3 17 0,0 0 0 16,0 0 10-16,0 0-3 0,-5 36-9 0,-6-7-21 16,-2 4-20-16,-3 2-19 0,-2 3-24 15,2-3-15-15,-3 6-25 0,6-5-17 16,-3-2-25-16,-1-2-34 0,4-1-52 15,1-2-47-15,0-3-50 0,1-3-52 0,6-7-54 16,-1-1-52-16,1-1-66 0,1-5-62 16,-1 2-69-16,2-6-91 0,-1-1-116 0,4-4-32 15,-5 5 73-15,5-5-395 0,0 0-461 16</inkml:trace>
  <inkml:trace contextRef="#ctx0" brushRef="#br0" timeOffset="75184.56">31299 9072 2842 0,'0'-10'114'0,"0"1"33"16,0 2 25-16,0 7 20 0,0 0 36 0,0 0 22 16,0 0 9-16,0 0-17 15,0 0-26-15,0 0-19 0,0 0-19 0,0 0-26 16,9 24-49-16,-6-15-59 0,8-3-72 16,-4 3-96-16,4-2-112 0,3 0-122 0,1-1-163 15,4 0-123-15,2 2 54 0,14 1-374 16,1-1-443-16</inkml:trace>
  <inkml:trace contextRef="#ctx0" brushRef="#br0" timeOffset="75385.14">32061 9215 2711 0,'-23'-16'201'0,"13"11"45"0,-1 1 23 15,-1 0 19-15,12 4 14 0,-16-2 14 0,8 0-4 16,8 2-21-16,-12-6-26 0,12 6-33 15,-9-2-19-15,9 2-50 0,0 0-66 0,-7-5-56 16,7 5-62-16,0 0-70 0,0 0-68 16,0 0-92-16,0 0-79 0,20-6-90 0,-10 4-95 15,-1-2-113-15,4 4 25 0,3-6-393 16,-3 4-473-16</inkml:trace>
  <inkml:trace contextRef="#ctx0" brushRef="#br0" timeOffset="76019.19">32213 9056 2813 0,'0'0'111'15,"0"-8"81"-15,0 8 47 0,0 0 30 0,0 0 20 16,-2-10 5-16,2 10 15 0,0 0 12 16,0 0-2-16,0 0-23 0,0 0-24 15,-2 27-26-15,2-19-28 0,0 4-17 0,0-3-25 16,0 3-13-16,-1 0-19 0,-1 1-13 16,0 0-28-16,0-2-27 0,0-1-29 0,0-1-33 15,1-3-40-15,1-6-26 0,-2 14-15 16,0-9-32-16,2-5-21 0,0 0-18 15,0 8-11-15,0-8-9 0,0 0 4 16,0 0 10-16,16-17 12 0,-5 5 11 16,3-1 12-16,9-8 12 0,0 1 27 0,-4-3 18 15,0 7 18-15,-4 4 32 0,-6 3 17 16,3-2 17-16,-2 6 17 0,-3 1 18 0,-7 4 16 16,14 0 11-16,-14 0 6 0,9 12 5 15,-7-4-1-15,-2 0-12 0,0 2-14 0,-2 2-7 16,2 2-7-16,-2-4-18 0,0 3-29 15,2-4-21-15,0 0-20 0,2-1-13 0,0 2-13 16,0-3-10-16,-2-7-5 0,7 6-4 16,-7-6 0-16,12 2-1 0,-12-2-1 15,0 0 12-15,25-10 3 0,-12 3 11 16,3-5 0-16,-3 4 11 0,-4-1 10 0,3-1 11 16,-3 0 16-16,1 4 19 0,0-2 26 15,-5 5 13-15,1-2 11 0,-6 5 16 16,0 0 17-16,0 0 29 0,0 0 8 0,0 0 4 15,0 0-14-15,16 16-10 0,-19-8-14 16,1 2-15-16,2-1-1 0,0-1-16 0,-2 4-5 16,4-4-16-16,0 1-19 0,1-1-19 15,-1-1-10-15,3 0-22 0,-5-7-15 0,9 7-14 16,-3-3-18-16,-6-4-5 0,16 4 9 16,-16-4 9-16,16-2 2 0,-16 2 6 0,18-6 3 15,-9 1-8-15,-2-4 6 16,2 0 3-16,-4 1 1 0,1-3 3 0,-3 1 1 15,-1-2-2-15,2 1-9 0,-4 1-10 16,0-2-20-16,0 5-29 0,0-1-38 16,-6-1-39-16,-1 2-48 0,0 2-44 0,-4 3-59 15,4-1-76-15,7 3-115 0,-17 0-153 16,17 0 67-16,-15 3-426 0,7-1-506 0</inkml:trace>
  <inkml:trace contextRef="#ctx0" brushRef="#br0" timeOffset="76267.41">32798 8726 3089 0,'6'-24'171'0,"2"7"56"0,-5 5 35 0,3 3 20 0,-2 4 25 0,-4 5 14 0,0 0-11 0,0 0-8 0,10 29-15 16,-12-5-27-16,0 12-25 0,-4 1-23 0,-4 4-21 15,3-1-18-15,-3 9-34 0,3-8-32 16,-1 0-39-16,1-2-59 0,-2-2-55 0,2 0-53 15,-2-7-43-15,1-3-47 0,5-5-44 16,-2-5-44-16,1-2-28 0,1 1-36 0,1-6-25 16,-2-1-40-16,2-2-26 0,0-4-31 15,2-3-15-15,0 0 12 0,0 0-456 16,0 0-401-16</inkml:trace>
  <inkml:trace contextRef="#ctx0" brushRef="#br0" timeOffset="76434.48">32697 9254 2304 0,'-3'-5'-65'0,"-1"0"54"15,4 5 46-15,-8-9 36 0,5 4 41 0,3 5 38 16,-9-5 37-16,9 5 32 0,0 0 33 15,0 0 29-15,0 0 20 0,0 0 18 0,0 0-7 16,12-10-10-16,-12 10-24 0,17-2-21 16,-17 2-26-16,18-2-26 0,-7 0-19 0,-11 2-32 15,21-2-50-15,-10-2-60 0,-1 4-55 16,3-2-61-16,-13 2-64 0,18-2-69 0,-15 1-71 16,-3 1-73-16,15 0-88 15,-15 0-137-15,0 0-91 0,0 0 63 0,0 0-385 16,0 0-463-16</inkml:trace>
  <inkml:trace contextRef="#ctx0" brushRef="#br0" timeOffset="77984.07">25523 9552 3016 0,'-2'-5'151'0,"0"0"3"15,2 5 1-15,0 0 19 0,0 0 38 16,0 0 28-16,-14 20 19 0,9 3 4 0,-7 7-10 15,2 8-19-15,1 0-6 0,0 2-27 16,-1 1-8-16,2 2-12 0,-1 6-8 0,3-7-25 16,3-7-11-16,-4 2-13 15,5-10-15-15,-1-4-8 0,-1-2-10 0,2-1-8 0,0-5-8 16,1-3-3-16,-1-4-6 16,2 3-5-16,-2-3 2 0,2-1 0 0,0-7-2 15,0 0-6-15,0 0-12 0,0 0 1 16,0 0-7-16,0 0-1 0,15-26-9 0,-8 6-5 15,9-8-7-15,-2 0-2 0,4 1-6 16,-2 4 1-16,-3 1 7 0,-4 9-11 0,1 1-2 16,-3 3 3-16,3 4-2 0,-5 0 5 15,4 5 3-15,-9 0 1 0,0 0-7 0,20 10-1 16,-12 1 10-16,1 1-1 0,-1-1-3 16,-3 1-6-16,6 7-2 0,-4-1-16 15,0-5-33-15,1 3-32 0,0-4-35 0,-2 2-34 16,1 0-41-16,-2-2-44 0,1-4-60 15,1-1-46-15,-4-2-33 0,3 0-46 16,-3-1-43-16,-3-4-63 0,13 0-62 0,-13 0-32 16,23-11-513-16,-7 1-599 0</inkml:trace>
  <inkml:trace contextRef="#ctx0" brushRef="#br0" timeOffset="78284.13">25901 9921 2897 0,'6'-6'-45'0,"-1"1"62"15,-5 5 39-15,0 0 41 0,0 0 29 0,0 0 16 0,0 0 16 16,0 0-3-16,0 0 3 0,-14 25-3 15,10-19-7-15,2 3 2 0,0-3-9 16,0 3-10-16,1-2-10 0,1 2-12 16,1-1-8-16,1 0-8 0,2 0-10 0,2-2-8 15,4-2-15-15,-3-3-18 0,-7-1-21 16,20-2-10-16,-6-1-3 0,1-3-4 0,-1-2 3 16,-1 0 4-16,-1 0 16 0,-1-3 14 15,-2 1 11-15,0 0 23 0,-4 1 18 0,-1-1 15 16,-4 1 10-16,2 1-1 0,-4 0-5 15,0 0-9-15,-4 2-11 0,0-1-9 0,-2 3-11 16,-3-1-9-16,4 4-22 0,7 1-29 16,-21 0-37-16,10 3-45 0,-1 0-49 15,1 2-59-15,-1 2-81 0,0-2-68 16,1 4-63-16,-1-2-82 0,5 0-95 0,-2 5-63 0,0-6 58 16,4 2-391-16,3-2-442 15</inkml:trace>
  <inkml:trace contextRef="#ctx0" brushRef="#br0" timeOffset="78550.09">26410 9455 2632 0,'-1'-10'103'0,"-1"5"57"0,-2 3 36 0,4 2 37 15,0 0 30-15,-16 13 26 0,9 1 10 16,-2 5-8-16,-5 12-7 0,1 3-22 0,1 2-10 15,-1 8-18-15,4-5-18 16,0 2-16-16,-2-1-22 0,4 10-19 0,1-12-17 16,5 0-23-16,-8-3-35 0,7-6-39 15,1-4-47-15,-1-2-54 0,0 4-55 0,-2-7-58 16,2-3-81-16,2-1-75 0,0-4-67 16,0-5-89-16,2 3-103 0,2-5-71 0,1-2 67 15,-5-3-442-15,0 0-504 16</inkml:trace>
  <inkml:trace contextRef="#ctx0" brushRef="#br0" timeOffset="78969.17">27013 9300 2911 0,'0'0'104'16,"0"0"69"-16,0 0 46 0,-33 26 41 16,16 1 37-16,-10 14 22 0,-3 5 24 15,-3 6 11-15,3 0-1 0,-3 2 2 0,1 4-10 16,2-3-4-16,1 1-25 0,0-4-24 15,4-2-6-15,1-7-29 0,7 1-28 0,4-15-17 16,3-3-10-16,1-5-179 0,3-5-23 16,0-3 0-16,5-2 0 0,-4-4 0 15,3 0 0-15,2-7 0 0,0 4 0 0,0-4 0 16,0 0 0-16,0 0 0 0,16-18 0 0,-11 2-168 16,1-2-41-16,-1-4 0 15,2 0 10-15,-2 0 5 0,-5 3 12 0,0 5 12 16,-1-1 14-16,-3 1 13 0,-4 6 18 15,-2 3 11-15,-3 3 13 0,-2 2 16 0,-8 5 16 16,-6 5 12-16,0 6 12 0,2 3 16 16,2 1 17-16,3 0 23 0,-1 2 16 0,12-3 22 15,2-1 13-15,-1-1 17 0,2-4-3 16,5 2 5-16,1-3 6 0,2-2-7 0,-2 0-8 16,6 1-7-16,-1-3-7 0,7-2-3 15,0 0-32-15,1-1-44 0,5 0-49 16,-2-3-64-16,2-2-86 0,4-3-96 15,5-1-102-15,8-4-107 0,1-1-162 0,4 1 16 16,4-3 83-16,16-6-466 0,4-1-527 16</inkml:trace>
  <inkml:trace contextRef="#ctx0" brushRef="#br0" timeOffset="79734.34">27888 9469 2956 0,'-11'-9'82'0,"0"4"71"0,0 1 27 0,-3 4 39 0,14 0 41 0,-24 10 22 16,5 3 16-16,-10 9-1 16,6 5 0-16,-3 9-9 0,-3 3-18 0,2 2-21 15,0 5-21-15,3-5-18 0,-1 2-39 16,6-2-16-16,2-11-12 0,3 3-16 0,0-4-12 16,-2-2-8-16,1 0-23 0,3-7-27 15,3-5-25-15,2-3-24 0,-4 1-19 0,6-5-18 16,-3 0-12-16,3 0-20 0,-5-4-9 15,2 0-11-15,3-3-3 0,5-1 3 0,0 0-1 16,-23-9 1-16,13 5-3 0,1-6 1 16,3 4-3-16,-2 0-4 0,7-1-11 0,1-1-10 15,0 8-16-15,5-14-9 16,5 7-16-16,7-6-12 0,11-1-28 0,5-2-17 16,13-2 6-16,3-4 13 0,5 2 17 0,7-1 27 15,5 0 42-15,18-6 31 0,4 1 13 16,-20 3 9-16,-1 0 8 0,-2 0 16 15,-5-3 12-15,-12-1-5 0,-3 2 6 0,-17 2 4 16,-5 5 18-16,-4-1 24 0,-6 3 17 16,-7 3 22-16,0 2 8 0,-2 3 10 15,-6 2-5-15,2 6-4 0,0 0 1 0,0 0 5 16,-56 23-2-16,28-1-2 0,-14 9 7 16,-2 3 4-16,-1 5 8 0,-3 4 4 0,0-1 3 15,4-1 3-15,3-2-8 16,3 3-4-16,2-3-4 0,8-2-9 0,8-8-8 15,2-6-2-15,7-2-9 0,4-5-6 16,2-3-1-16,3-5-7 0,2 0-3 0,2-2-5 16,4-2-7-16,-6-4-5 0,21-2-1 15,-6-3 0-15,2-6-6 0,10-4 0 0,0-3-1 16,-4 4 2-16,-5 1 10 0,-2 1 30 16,-3 5 10-16,-1-1 12 0,-5 2-3 15,1 3 4-15,-2 2 19 0,-6 1 17 0,0 0 2 16,15 14-1-16,-11-7-10 0,-3 5-13 0,3 0-10 15,3-3-9-15,-4 7-8 16,3-2-6-16,-1-1-6 0,5 0-2 0,0-3-11 0,1 0-52 16,2-3 0-16,1 0 0 15,2-2 0-15,0-3 0 0,-1-2 0 0,4-2 0 16,1 0 0-16,-2-1 0 0,0 1 0 16,1-1 0-16,-6-1 0 0,0 1 0 0,-1 1 0 15,-12 2 0-15,16-4 0 0,-7 3 0 16,-9 1 0-16,13-3-43 0,-13 3-129 0,0 0-62 15,14 0-72-15,-14 0-108 0,0 0-125 16,9-2-176-16,-9 2-92 0,4-3 87 0,-4 3-722 16,7-9-893-16</inkml:trace>
  <inkml:trace contextRef="#ctx0" brushRef="#br0" timeOffset="86382.96">29113 9898 1349 0,'2'-12'190'0,"-1"2"-50"16,3-2 10-16,3-2-7 0,0-1 16 0,2-1 9 15,0 1 15-15,0 1 21 0,-4 4 15 16,1-1-6-16,-2 5-20 0,-1 0-22 15,-1 4-3-15,-2 2 34 0,0 0 10 0,2 20 7 16,-8 1 7-16,1 13-8 0,-4 4-8 16,-5 13 18-16,-1-2-5 0,-1 1-18 15,1-1-12-15,0-3-13 0,4-8-19 0,-3-3-12 16,3-3-13-16,0-1-16 0,-1-4-9 16,2-6-8-16,5-7-12 0,-1 1-10 0,4-5-2 15,-2-2-6-15,0 1 0 0,2-5 12 16,2-4 0-16,0 0-5 0,0 0-7 15,0 0-13-15,0 0-1 0,0 0-13 0,16-37-6 16,-3 11-7-16,1 0-6 0,1-3-4 16,2 4-1-16,-2 1-1 0,-3 5-9 15,-1 4-3-15,-4 3 3 0,1 3-8 16,0 1-4-16,-2 4-3 0,3 0 5 0,-9 4-5 16,19 4-1-16,-8 1 0 0,1 2 0 15,-1 4 4-15,1-3-6 0,1 6 8 0,-2-1-6 16,3-1 2-16,-4 1 1 0,1-3-14 15,-1 0-20-15,-5 0-24 0,3-1-36 0,-1-1-34 16,-1-1-45-16,-2 1-54 0,2-2-63 16,-2 0-65-16,-3-1-48 0,5-1-55 0,-6-4-56 15,4 4-124-15,-4-4-57 0,0 0 75 16,0 0-430-16,0 0-525 0</inkml:trace>
  <inkml:trace contextRef="#ctx0" brushRef="#br0" timeOffset="86584.81">29525 10111 2944 0,'7'-7'38'0,"-3"1"31"0,0-2 14 0,-4 8 10 0,3-4-2 0,-3 4 2 16,0 0 15-16,0 0 38 0,0 0 0 15,10 13-15-15,-8-2-7 0,2 0-4 0,-2 3-10 16,0 2-15-16,-1 1-9 0,3 0-7 16,-2 0-7-16,0 0-13 0,-2 0-40 0,0 3-38 15,-2-6-71-15,0 3-85 16,2-3-87-16,-4-1-114 0,4-1-175 0,-1-4-22 0,-1-2 61 15,2-6-219-15,2 10-222 16</inkml:trace>
  <inkml:trace contextRef="#ctx0" brushRef="#br0" timeOffset="86749.05">29730 10077 2259 0,'3'-20'138'0,"-3"7"26"0,0 1 24 15,3 2 21-15,-3 2 13 0,0 1-11 0,0 1-23 16,0 6-21-16,0-10-26 0,0 10-41 15,0-6-34-15,0 6-52 0,0 0-79 0,0 0-82 16,0 0-90-16,0 0-113 16,0 0-224-16,-6 26 57 0,6-17 54 0,0-1-120 15,2 4-84-15</inkml:trace>
  <inkml:trace contextRef="#ctx0" brushRef="#br0" timeOffset="87830.97">29765 10218 1805 0,'-8'4'104'15,"-2"3"16"-15,5 3 20 0,-4-4 13 16,2 0 7-16,0 3 2 0,-1 3-5 0,5-3-17 16,-1 1-10-16,1 2-6 0,3-4-6 15,0 3-2-15,3-3-2 0,1 0-5 0,1 0-5 16,4-1-12-16,1-3-4 0,2-1-8 16,-1-2-7-16,3-1-7 0,-1-1 3 15,0-2 0-15,2 1 15 0,1-3 0 16,-3-1 11-16,-4 2 4 0,3-2 5 0,-5 2-4 15,-1 0-15-15,1 2-10 0,-7 2-12 16,0 0-3-16,0 0 5 0,11 16 1 0,-13-3-3 16,-3 3-2-16,1 9 6 0,-1 9 8 15,-3 5-10-15,3-2-2 0,-3 1-7 0,0-2-7 16,-1 0-4-16,0-2-3 0,-1-3-6 16,-1-2 7-16,-3-2-11 0,1-2-5 0,2-5-2 15,-3-4 3-15,-1-2-2 0,-3 0-1 16,4-3-3-16,-6 1-4 0,1-4 3 15,2-2-5-15,0-3 1 0,0-2-1 16,1 2 0-16,3-3 0 0,0-3 0 0,1 2-4 16,1-4-3-16,5 1-3 0,0-2-2 15,6-4-8-15,4 0-12 0,4-7-18 16,15-5-16-16,7-8-22 0,9-5-22 0,2-1-32 16,6-3-33-16,19-14-14 0,-1-1-18 15,3-4-10-15,0-2-1 0,2-4 14 0,-4-4 18 16,-3-6 17-16,-6 1 16 0,-4-4 21 15,-9 1 16-15,-8 2 22 0,-7 14 30 0,-9 5 31 16,-9 4 30-16,-4 12 15 0,-7 10 7 16,-2 8 5-16,-5 5 0 0,-2 7 10 0,-9 1 12 15,-2 8 10-15,-14 8 7 0,0 6 10 16,-7 10-2-16,1 8 6 0,1 2 5 16,5 7 0-16,3 3 1 0,5 3-3 15,2 2-6-15,4 1-4 0,4 0-11 0,9-11-8 16,2 1-3-16,-1-4-7 0,8-6-6 15,0 7-3-15,1-10-5 0,3-4-4 16,-1-1-4-16,2-3-3 0,0-1-1 0,1-3-5 16,-1-2 3-16,3-3-2 0,1-2-3 15,0 0-3-15,1-3-4 0,1-4 3 0,-2 1-2 16,3 0-3-16,-4 0 3 0,-10-2-4 16,17 0-3-16,-8 1-1 0,-9-1 2 15,12 0-3-15,-12 0-5 0,11 2 0 16,-11-2-4-16,10 2 0 0,-10-2 0 0,14 1-1 0,-14-1-8 15,14 2-17-15,-2-2-16 0,-1 0-21 16,4-2-24-16,5 1-25 0,1-6-41 16,-1 2-31-16,1-4-25 0,8-4-25 15,2-7-8-15,-5-1-3 0,9-9 19 0,-5-2 27 16,-3-5 20-16,0-4 19 0,-1-2 32 16,-3 1 30-16,-2 4 46 0,-7 6 42 15,-5 10 36-15,-4 4 32 0,3 4 19 0,-4 0 11 16,0 5 3-16,0 1-5 0,-2 3-3 15,-2 5 23-15,0 0 22 0,0 0 6 0,-14 25-1 16,6-4-8-16,-3 10-10 16,-1 0-11-16,3 4-7 0,-2-1-12 0,1 0-7 15,2-2-5-15,1 1-8 0,2-4-13 0,3-4-5 16,-3-1-33-16,1-1-33 0,4-2-30 16,0-2-37-16,0-2-49 0,0-2-41 15,0-1-22-15,0-4-11 0,0 1 12 0,0-4 16 16,0-1 12-16,0-6 18 0,-1 5 19 15,1-5 23-15,0 0 28 0,0 0 27 16,0 0 25-16,-6-20 30 0,6 11 34 0,0 0 23 16,0 1 26-16,-2 1 15 0,2-1 4 0,0 8-10 15,-2-12-12-15,4 9-8 16,-2 3-13-16,-2-8-5 0,2 8-1 0,0 0-8 16,4-6 1-16,-4 6-9 0,0 0-32 15,11-2-36-15,-11 2-47 0,23 4-66 0,-2-4-94 16,4 3-116-16,15 2-194 0,3 0 12 15,6-3 59-15,-3 4-138 0,10 2-111 16</inkml:trace>
  <inkml:trace contextRef="#ctx0" brushRef="#br0" timeOffset="88033.14">31394 10265 1955 0,'-15'-3'126'0,"-1"1"6"0,0 2 30 0,-2 2 24 0,-1 4 27 16,-2 0 5-16,2 2-4 0,-6 7-16 15,6 2-13-15,4-5-17 0,0 12-14 16,3-5-14-16,5-2-17 0,1 0-10 0,4 1-14 16,0 1-36-16,1 0-46 0,2-2-58 15,1 0-82-15,2 2-78 0,0-5-89 0,-3 2-103 16,7-5-157-16,2 0 4 0,1-5-244 16,0 0-278-16</inkml:trace>
  <inkml:trace contextRef="#ctx0" brushRef="#br0" timeOffset="88547.52">31447 10476 2288 0,'0'0'63'0,"0"0"11"16,0 0 22-16,0 0 27 0,0 0 24 0,0 0 23 15,0 0-5-15,0 0 2 0,-30 13-24 16,22-9-1-16,3 3-7 0,-4 0-13 0,6 0-11 16,1 1-13-16,-2 1-7 0,4-9-10 15,0 14-7-15,4-8-17 0,0 1 6 16,3-1-21-16,1-2-24 0,5-4-19 0,-13 0-9 15,31-3-12-15,-10-4-6 0,8-4 0 16,-2-3 8-16,-4-5-3 0,1-2 2 0,-1-3 3 16,-6-1 14-16,2-2 4 0,-5-3 8 15,-3 3 16-15,-2 3 6 0,-4 3 14 16,-2 5 4-16,-1 3 3 0,-4 1-6 0,-2 2-2 16,-4 2-6-16,-1 3-1 0,-3 1-6 15,-1 4-4-15,13 0-9 0,-29 6 3 16,16-1 0-16,0 5-1 0,0 0 0 0,1 3-2 15,2-1-4-15,3 0-2 0,2 1 2 16,1-1-2-16,4 0 1 0,2-3 0 16,1 2-3-16,5-2 1 0,1-1-7 0,3 1 9 15,-1-1-3-15,2 1 2 0,-1-3 2 16,1 3-1-16,1 0 5 0,-5-1 9 0,2 1 7 16,-3 2 10-16,2 0 9 15,-5 1 7-15,1 2 8 0,-3-4 0 0,-3 3 5 16,3 2 3-16,-3-4-5 0,-3 4-2 15,3-3-5-15,-1 1-5 0,-3 1-10 0,2-4 0 16,-2 1-6-16,1 0-3 0,1 0-1 16,-2-1-9-16,-1-2-2 0,0-1-25 0,-1 0-32 15,1-2-41-15,-1 0-46 0,6-5-55 16,-14 6-67-16,14-6-66 0,-11-2-70 0,11 2-74 16,0-14-109-16,8 0-63 0,2-16 51 15,17-11-286-15,5-1-340 0</inkml:trace>
  <inkml:trace contextRef="#ctx0" brushRef="#br0" timeOffset="88882.05">31973 10204 2390 0,'42'-62'28'0,"-6"9"31"0,10-14 23 16,0 3 50-16,-16 16 55 0,-1 7 46 0,-11 12 31 0,0 2 16 16,-7 8-1-16,-3 2-1 15,0 5-21-15,-3 2-31 0,-1 2-20 0,0 4-30 16,-4 4 10-16,0 0 14 0,0 0-11 16,-15 37-18-16,-1-6-13 0,-4 12-15 0,-3 5-1 15,0 1-11-15,0 5-18 0,2-4-13 16,0 1-12-16,4-1-5 0,0-4-45 0,5-9-47 15,1 0-36-15,0-6-52 0,2-4-44 16,6-8-40-16,-3-3-28 0,3-4 0 16,-1-1 2-16,0-2 3 0,0-2 1 0,-2-4 22 15,6-3 16-15,-9 2 17 0,9-2 36 16,0 0 39-16,-22-7 38 0,22 7 45 0,-14-5 39 16,6 2 32-16,8 3 25 15,-10-6 16-15,10 6 6 0,0 0 11 0,0 0 11 16,0 0 18-16,0 0 7 0,0 0-10 15,0 0-16-15,23-6-11 0,-23 6-14 0,25-4-15 16,-12 3-22-16,5-1-47 0,1-2-74 16,1-2-79-16,2 4-97 0,-3-2-90 0,1-2-116 15,3 2-155-15,-7-1-176 0,-8-3 70 16,-3 6-504-16,-5 2-646 0</inkml:trace>
  <inkml:trace contextRef="#ctx0" brushRef="#br0" timeOffset="89766.35">25995 10946 3505 0,'-15'16'102'16,"15"-16"-11"-16,0 0-13 0,-6 6-7 16,6-6 15-16,0 0 34 0,0 6 45 15,0-6 24-15,0 0 2 0,0 0-9 0,19 8-15 16,-11-6-19-16,3 0-14 0,-11-2-14 16,25 1-12-16,-12 1-8 0,5-2-12 0,-5 0-7 15,2-2-8-15,0 1-4 0,1-3-7 16,-1 1-9-16,-2-4-1 0,0 2-4 15,-2-4-7-15,2-1-4 0,-4-4-8 16,-4-1 1-16,-1-1-4 0,1 1-4 0,-5-1-4 16,-5 3-2-16,-1-1-4 0,-1 2 0 0,-4 3-8 15,-7 4 2-15,-1 4 2 0,-10 5-5 0,-10 5-1 16,-10 9 3-16,1 4 0 16,4 4 1-16,5-1 2 0,7 8 4 0,9-6 5 15,5 2 2-15,4 2-7 0,6-2 4 16,6-3 3-16,4-4-1 0,4 1-3 0,8 6 1 15,0-2 2-15,11-4-3 0,0-1-5 16,6-3-2-16,-1-2-28 0,4-3-51 0,2-4-45 16,0-2-70-16,3-2-82 15,-6-5-81-15,-5-2-79 0,10-5-82 0,-2-2-143 16,-2-3 13-16,-3-4 70 0,-1-2-368 16,1-3-417-16</inkml:trace>
  <inkml:trace contextRef="#ctx0" brushRef="#br0" timeOffset="90748.29">26816 10660 2559 0,'10'-26'46'16,"-4"6"28"-16,-3 0 48 0,-1 6 50 16,0 2 35-16,-2 0 19 0,2 5 1 0,-4 0-21 15,2 7-13-15,0 0 28 0,0 0 26 16,-29 36 3-16,13-5-4 0,-9 10 15 0,0 5-10 16,0 0-11-16,2 5-18 15,4-1-17-15,-2 0-15 0,5-4-19 0,2-1-17 0,3-7-12 16,2-6-15-16,2-1-16 15,1-6-7-15,5-5-10 0,-3-3-12 0,4-5-12 16,-2 0-4-16,2-3-8 0,-2 1-5 16,2-6-12-16,0-4-21 0,0 0-24 0,6 7-31 15,-6-7-11-15,0 0-1 0,0 0 5 16,11-27-10-16,-9 14-9 0,-4-5 1 16,-2 3 1-16,0-1 6 0,-7 2 3 0,-1 1 3 15,-3 8 2-15,-4 1 9 0,-8 6 2 16,-11 7 4-16,4 6 1 0,2 5 7 15,-4 5 2-15,11-4 4 0,4 5 8 16,4-1 0-16,7-5 8 0,4 1 0 0,10-4-1 0,-2-1 5 16,6 2 0-16,7-2 0 15,6 3 0-15,4-4-8 0,6-5-32 0,1-1-34 16,-3-4-41-16,-2-3-37 0,4-2-35 16,9-6-21-16,-2-2-19 0,2-4 1 0,-3-2 1 15,-3-1 19-15,4-9 19 0,-9 3 19 16,-2 1 16-16,-7 1 34 0,-3 4 40 0,-6 3 43 15,2 1 25-15,-6 4 20 0,-2 1 14 16,-1 1 11-16,-4 5 12 0,0 0 19 0,0 0 12 16,0 0 4-16,0 0 0 0,0 0-6 15,-22 15 1-15,14-8 9 0,4 0-1 16,-2-2-3-16,3 0-7 0,-1 0-7 16,4-5-1-16,-5 7 0 0,5-7 4 0,-2 5 5 15,2-5 2-15,0 0 2 0,0 0-3 16,0 0-4-16,0 0-8 0,16 2-6 0,-16-2 0 15,22-10-8-15,-11 8-6 0,-2-2-2 16,1 1 3-16,-3 0-6 0,-7 3-7 0,11-2-6 16,-11 2 31-16,12 7 21 0,-10-1 17 15,-4 8 8-15,-1 8 9 0,-4 13 38 0,0 1-9 16,-6 11 1-16,-3-1-7 0,2 3-12 16,-6-2-8-16,2-5-9 0,-4-1-24 15,3-9-87-15,1-2 0 0,-6 0 0 0,3-3 0 16,-2 0 0-16,-1-3 0 0,-5-5 0 15,3 2 0-15,-1-6 0 0,2 0 0 16,5-4 0-16,6-3 0 0,3-3 0 0,-1-1 0 16,2-3 0-16,10-1 0 0,-12-1 0 15,12 1 0-15,-3-10 0 0,3 10 0 16,10-19 0-16,3 3 0 0,8-8 0 0,4-1 0 16,11-10 0-16,6 0 0 0,4-7 0 15,15-9-100-15,5-1-55 0,3-3 2 0,-1 2-9 16,-1-2-1-16,4-1 2 0,-9 2 5 15,-1-4 12-15,-7 2 16 0,-16 13 16 0,-8 0 10 16,-3 3 22-16,-10 13 25 16,-3 0 19-16,-7 9 8 0,-3 3 4 0,-8 5 6 15,-2 5 11-15,-5 3 17 0,-4 2 6 16,-7 7 4-16,-10 5 7 0,3 3 8 0,4 4 9 16,2 0 20-16,-1 1 3 0,7 3 0 15,6-5 5-15,2-1-5 0,-2-5-4 0,8 5-3 16,1-3-5-16,0-2-1 0,2 3-7 15,2-2 3-15,1-3-10 0,4 4-10 0,-1-5-37 16,1 1-56-16,2-2-75 0,3 1-90 16,3-4-131-16,1-1-113 0,0-1-141 0,2-3-169 15,-2 0 72-15,4 2-624 16,-1-4-791-16</inkml:trace>
  <inkml:trace contextRef="#ctx0" brushRef="#br0" timeOffset="90933.41">27501 11275 4037 0,'0'0'160'0,"0"0"45"0,0 0 45 15,0 0 50-15,0 0 35 0,-22-17 5 0,22 17-9 16,-9-7-23-16,4 6-26 0,5 1-26 16,-11-6-26-16,11 6-25 0,-7-5-22 15,7 5-23-15,0 0-49 0,-7-6-63 0,7 6-79 16,0 0-95-16,-6-2-111 0,6 2-124 16,0 0-109-16,0 0-115 0,0 0-182 15,-12 12 16-15,6-7 71 0,1-2-590 16,-2 3-729-16</inkml:trace>
  <inkml:trace contextRef="#ctx0" brushRef="#br0" timeOffset="91300.39">25815 12026 3849 0,'-39'-7'113'0,"-1"0"-10"16,2 0-1-16,-1 1 19 0,13 0 47 0,3 2 42 15,2-2 29-15,4 3 2 0,5-1-3 16,3 1-25-16,6 0-23 0,3 3-17 0,24-6-20 16,38-2-11-16,44-4-17 0,25 1-16 15,19-6-1-15,21 2-15 0,57-4-15 0,3 2 0 16,-7-2-4-16,-52 7-22 0,-2 1-17 15,-7 2-31-15,-8-3-18 0,-19 0-12 0,-27-2-11 16,-28 3-5-16,-15 3-6 0,-12-4-7 16,-14 2-13-16,-10-3-18 0,-9 3-31 0,-8 3-29 15,-7-5-35-15,-4 4-40 16,-6-1-49-16,-3 1-54 0,-6 0-60 0,-7-5-71 16,1 6-115-16,-13-3-80 0,-3 2 74 15,1 1-356-15,-4-2-413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03:41:43.8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17316 5196 1585 0,'8'-10'495'0,"-6"2"-95"0,0-3-48 15,0 5-37-15,0-2 4 0,-2 8-6 0,3-12-11 16,-3 7 8-16,0 5 26 0,0-10-4 16,0 10-7-16,0 0-7 0,2-10-24 0,-2 10-30 15,0 0-16-15,0 0 9 16,0 0-10-16,2 31-15 0,-2-13-18 0,2 5-27 15,-4 2-14-15,4 0-16 0,-2 1-14 16,0 1-70-16,0-1-73 0,0 0 0 0,0-6 0 16,0 0 0-16,-2 1 0 0,2-5 0 15,0 2 0-15,-2-6 0 0,2 1 0 16,-2-5 0-16,4 0 0 0,-4-1 0 0,2-7 0 16,0 10-52-16,0-10-306 0,0 0-72 15,0 0-69-15,0 0-59 0,14-17-75 0,-6 5-127 16,-1 0 15-16,2-1-669 0,3-3-864 15</inkml:trace>
  <inkml:trace contextRef="#ctx0" brushRef="#br0" timeOffset="316.1">17534 5184 3707 0,'6'-11'-83'0,"-3"3"57"0,-3 0 44 0,0 8 44 16,4-7 32-16,-4 7 50 0,0 0 37 16,0 0 35-16,0 0-1 0,4 27 7 15,-4-16 13-15,2 3-6 0,-1 1 15 16,-1 1 3-16,0 1-2 0,4-1-15 0,1 1-18 15,-2-2-20-15,1 0-9 0,4-1-8 16,-3-2-17-16,2-2-13 0,2-1-9 0,0-1-15 16,0-4-11-16,3-2-12 0,-12-2-12 15,25 0-8-15,-10-6-8 0,-1 1-4 0,1-3-9 16,-4-2-1-16,3-4-9 16,-5-2-26-16,-4 1-21 0,-3-7 0 0,0 3 0 0,-2-7 0 15,-4 3 0-15,1 1 0 16,-7 3 0-16,1 1 0 0,-7 3 0 0,-3 5 0 15,2 6 0-15,-4 0-45 0,3 4-98 16,-5 5-41-16,-10 6-58 0,7 2-64 0,2-3-88 16,-1 6-88-16,0 1-104 0,3 1-162 15,7-5-6-15,4-3 78 0,-1 1-559 16,2-3-697-16</inkml:trace>
  <inkml:trace contextRef="#ctx0" brushRef="#br0" timeOffset="698.87">17385 4809 3235 0,'-21'-2'3'0,"2"1"40"16,-3 6 30-16,-11 5 37 0,-2 7 53 16,-6 10 46-16,-1 4 32 0,-1 10 20 0,4 6 14 15,-5 18-19-15,7 6 9 0,13-12-3 16,7 5-12-16,9 1-14 0,7 1-23 0,8-2-19 15,12-6-16-15,9-2-22 0,20 4-12 16,-2-18-12-16,7-4-16 0,6-6-10 0,8-8-10 16,6-9 6-16,-1-5-14 15,3-8-5-15,-2-10-10 0,-2-6-14 0,-4-5-10 16,-2-11-8-16,3-11-2 0,-16 3-5 16,-11-6-3-16,-3-2 3 0,-5-7 11 0,-8-3 6 15,-6-2 19-15,-8-5 16 0,-7-4-5 16,-6-4-73-16,-9-1-8 0,-10-18 0 0,-8 10 0 15,0 20 0-15,-3 7 0 0,-10 11 0 16,-8 13 0-16,-9 12 0 0,-4 15 0 0,-9 9 0 16,-19 18-65-16,-2 10-226 0,-2 8-109 15,7 7-119-15,0 1-122 0,8 2-230 16,11 2 74-16,10-5 94 0,18-9-625 16,2-3-784-16</inkml:trace>
  <inkml:trace contextRef="#ctx0" brushRef="#br0" timeOffset="5215.08">8228 6646 2714 0,'0'0'68'16,"-16"3"-36"-16,5 2 20 0,-2 4 27 15,1 3 28-15,1 4 13 0,0 1 17 0,1 0-29 16,6-4 1-16,4 1 7 0,2-4 16 15,10 2 13-15,5-1 5 0,17-3-3 0,7-6-10 16,4-6-9-16,16-6-17 16,4-7-8-16,6-5-7 0,18-14-10 0,-4-5-10 0,-1 1-13 15,-1-7-42-15,-8 5-60 0,-3-3-88 16,-22 10-82-16,-7 0-73 0,-11 1-90 16,-9 5-104-16,-13 7-115 0,-9 5 40 0,-2 2-262 15,-9 6-300-15</inkml:trace>
  <inkml:trace contextRef="#ctx0" brushRef="#br0" timeOffset="5398.27">8684 6817 2434 0,'-4'15'51'0,"2"-4"-1"16,0-2 35-16,4-4 40 0,-2-5 49 0,7 6 24 16,-7-6 10-16,0 0-14 0,27-4-13 15,-7-6-22-15,8-3-15 0,3-3-13 16,9-9-16-16,-3-1-52 0,3-3-75 15,1 0-99-15,-3 2-87 0,-4-1-111 0,-4 6-123 16,-8 8-136-16,-8 3 44 0,-2 5-210 16,-2 2-226-16</inkml:trace>
  <inkml:trace contextRef="#ctx0" brushRef="#br0" timeOffset="19078.89">13177 6517 1927 0,'0'0'5'0,"0"0"24"0,0 0 18 15,0 0 13-15,0 0 13 0,0 0 15 0,0 0 6 16,0 0 3-16,11 0-10 0,-11 0-3 15,0 0-8-15,0 0-10 0,0 0-8 16,0 0-7-16,0 0-5 0,0 0-3 16,0 0-4-16,0 0-13 0,5 9-30 15,-5-9-23-15,0 0-33 0,4 6-35 0,-4-6-47 16,0 0-58-16,-4 9-68 0,4-9-118 16,-7 8-231-16,7-8-116 0</inkml:trace>
  <inkml:trace contextRef="#ctx0" brushRef="#br0" timeOffset="19262.4">13130 6738 1706 0,'-3'5'39'0,"3"-5"17"0,-2 9 12 15,2-9 8-15,-3 7 8 16,1-2 12-16,0 0 3 0,0 3-6 0,0 0-7 0,1 2-11 16,-3 0-6-16,0 0-8 15,2 1-3-15,1 0-19 0,-4 1-37 0,3 0-41 16,0 1-45-16,0-1-52 0,0 0-56 15,2 1-57-15,-1 1-79 0,1-3-243 0,0 3-73 16</inkml:trace>
  <inkml:trace contextRef="#ctx0" brushRef="#br0" timeOffset="19428.3">13065 7246 1524 0,'-2'8'19'16,"0"-2"37"-16,0-1 28 0,2-5 15 0,-2 5 10 15,2-5 3-15,0 0 5 0,0 0-3 16,0 0-12-16,0 0-8 0,0 0-11 0,-5 7-9 15,5-7-9-15,0 0-18 16,0 0-25-16,-4 6-24 0,4-6-41 0,0 9-52 16,0-2-72-16,-2 0-78 0,2 3-116 15,-2 1-254-15,0 1-114 0</inkml:trace>
  <inkml:trace contextRef="#ctx0" brushRef="#br0" timeOffset="19597.16">13042 7618 1669 0,'-3'7'41'0,"0"-4"26"0,3-3 13 16,-4 5 13-16,4-5 9 0,0 0 4 16,-4 7-2-16,4-7-11 0,0 0-10 15,-1 7-10-15,1-7-7 0,-2 9-16 16,2-3-21-16,2 2-31 0,-2 2-28 0,0-1-30 16,0 1-36-16,0 2-48 0,0-1-46 15,1 3-43-15,-1-1-414 0,0-4-143 16</inkml:trace>
  <inkml:trace contextRef="#ctx0" brushRef="#br0" timeOffset="19745.56">13065 7877 1734 0,'0'0'-9'0,"-2"6"33"0,2-6 29 15,-4 9 17-15,4-9 20 0,-2 7 10 0,2-7 8 16,0 0-3-16,-4 9-10 0,4-9-7 16,0 0-12-16,-3 7-7 0,3-7-17 15,0 0-28-15,0 12-32 0,0-6-40 16,2 6-46-16,-2-3-48 0,0 5-52 15,-4 4-53-15,2 3-415 0,-2 1-158 0</inkml:trace>
  <inkml:trace contextRef="#ctx0" brushRef="#br0" timeOffset="19913.98">12989 8301 1678 0,'-2'5'-66'16,"2"0"41"-16,0-5 29 0,-2 7 32 0,2-7 27 16,0 0 24-16,-4 6 15 0,4-6 9 15,0 0 5-15,0 0 2 0,0 0-7 16,0 0-17-16,0 0-7 0,-1 11-9 15,1-11-9-15,0 0-5 0,1 5-14 16,-1-5-29-16,0 7-38 0,0-7-47 0,2 11-52 16,-2-2-56-16,0 0-75 0,0 5-89 15,0 4-292-15,2 6-126 0</inkml:trace>
  <inkml:trace contextRef="#ctx0" brushRef="#br0" timeOffset="20101.15">12985 8804 1658 0,'-4'7'21'0,"4"-3"39"15,0-4 28-15,-3 9 20 0,3-9 16 0,0 0 16 16,-5 7 5-16,5-7 1 0,-4 6-12 16,4-6-15-16,0 0-13 0,0 0-6 0,-5 8-11 15,5-8-27-15,-2 10-33 16,2-10-41-16,0 13-47 0,-2-3-38 0,2 4-27 16,0 3-21-16,0 4-55 0,-2 5-34 15,0 11-9-15,2-1-11 0,0 3-345 0,-1 1-99 16</inkml:trace>
  <inkml:trace contextRef="#ctx0" brushRef="#br0" timeOffset="20278.96">12933 9343 1500 0,'-1'25'-28'0,"-1"-6"22"16,-2-3 31-16,4-5 21 0,0 1 22 16,0-4 31-16,-2 1 26 0,0-3 17 15,0 2 12-15,2-8 5 0,0 8 1 0,0-8-3 16,-1 9-8-16,1-9-12 16,0 0-27-16,-2 8-2 0,2-8-15 0,0 0-8 15,-3 10-9-15,3-10-4 0,0 12-33 16,0-5-37-16,0 1-40 0,0 5-40 0,0-3-37 15,0 4-44-15,-2 1-33 0,0 4-19 16,0 3-22-16,1 2-22 0,-3 10-44 0,-2 1-345 16,1 0-140-16</inkml:trace>
  <inkml:trace contextRef="#ctx0" brushRef="#br0" timeOffset="20431.07">12869 9945 1602 0,'-4'19'-54'16,"0"-2"39"-16,2-4 20 0,2-2 24 16,-1-2 29-16,-2-1 20 0,-1-2 19 15,4 2 11-15,-2-4 3 0,2-4-1 16,-2 11-8-16,2-11-6 0,-1 6-9 0,1-6-11 15,0 10-10-15,0-10-7 0,-2 10-7 16,2-3-15-16,-2 1-30 0,2 1-35 16,0 0-39-16,0 2-43 0,0 5-46 0,0-2-47 15,0 3-60-15,0 3-378 0,2 4-138 16</inkml:trace>
  <inkml:trace contextRef="#ctx0" brushRef="#br0" timeOffset="20613.47">12819 10658 1767 0,'-4'7'22'0,"4"-4"26"0,0-3 22 16,-2 9 15-16,2-9 14 0,-2 4 9 0,2-4-5 16,0 0-5-16,-3 8-12 15,3-8-9-15,-6 9-7 0,4-6-5 0,2-3-9 16,-1 14-4-16,-4-7-15 0,3 1-27 16,-2 2-26-16,2 2-32 0,2 0-38 0,0 4-42 15,-1 0-51-15,-3 2-46 0,2 4-58 16,2 1-359-16,-2 3-140 0</inkml:trace>
  <inkml:trace contextRef="#ctx0" brushRef="#br0" timeOffset="20844.91">12794 11222 1699 0,'3'12'2'0,"-3"-3"32"0,2 1 22 0,-2-5 19 16,0 2 16-16,0-7 18 0,1 8 6 16,-1-8-1-16,0 6-2 0,0-6-10 15,0 0-10-15,0 10-8 0,0-10-8 0,2 9-6 16,0-4-8-16,0 2-10 0,0 0 0 15,1 3-4-15,-3 0-8 0,2 3-6 0,0-2 3 16,-2-1-10-16,4 4-2 0,-2-2-1 16,-1 1-5-16,-1-1 5 0,2 0-6 0,-2-4 2 15,0-2-2-15,3 1-4 0,-1 1-9 16,-2-8-22-16,-2 9-26 0,2-9-40 16,-3 6-49-16,3-6-81 0,0 0-117 0,0 0-145 15,0 0 38-15,-20-14-114 16,13 5-54-16</inkml:trace>
  <inkml:trace contextRef="#ctx0" brushRef="#br0" timeOffset="23378.22">17040 8301 961 0,'-6'6'495'0,"6"-6"-196"0,-3 6-108 16,3-6-51-16,-6 5-13 0,6-5-13 0,0 0-18 16,0 0-17-16,-2 5-12 0,2-5-9 15,0 0-26-15,0 0-32 0,0 0-49 16,0 0-63-16,23-20-78 0,-12 12-84 0,0-5-132 15,5-3-148-15,4-5-56 16</inkml:trace>
  <inkml:trace contextRef="#ctx0" brushRef="#br0" timeOffset="23544.98">17370 8038 1697 0,'3'-6'88'0,"-3"6"-9"16,0 0-3-16,0-6-5 0,0 6 1 0,2-6-8 15,-2 6-5-15,7-9-9 16,-4 4-5-16,1-2-26 0,3-3-39 0,1 1-53 16,0-1-68-16,3-6-67 0,2 2-99 0,1-1-228 15,1 0-37-15</inkml:trace>
  <inkml:trace contextRef="#ctx0" brushRef="#br0" timeOffset="23728.23">17717 7611 1536 0,'0'0'103'16,"-5"-8"4"-16,5 8-5 0,-5-9 0 16,1 4 12-16,4 5-1 0,-4-7-12 0,3 0-11 15,1 7-8-15,1-12-11 0,1 2-22 16,2 2-26-16,2-4-41 0,0 0-38 16,3-1-43-16,0 0-51 0,2-4-42 15,0 0-42-15,2 2-393 0,-1 1-126 0</inkml:trace>
  <inkml:trace contextRef="#ctx0" brushRef="#br0" timeOffset="23912.06">17976 7250 1769 0,'0'0'68'15,"0"0"32"-15,3-2 14 0,-3 2 19 0,0 0 18 16,0 0 17-16,0 0-3 0,0 0-18 16,0 0-13-16,0 0-16 0,0 0-11 0,0 0-19 15,4-10-24-15,-4 10-29 0,8-7-44 16,-4 3-46-16,4-3-36 0,3-2-28 15,2-2-19-15,4-1-28 0,10-7-31 16,0-4-41-16,-1 3-47 0,3 0-72 0,0-1-224 16,3-7-80-16</inkml:trace>
  <inkml:trace contextRef="#ctx0" brushRef="#br0" timeOffset="24045.75">18443 6921 1690 0,'0'0'91'15,"4"-4"20"-15,-4 4 15 0,0 0 21 0,0-8 8 16,0 8 9-16,0 0-8 0,0 0-13 15,0 0-10-15,-2-9-17 0,2 9-25 0,0-8-38 16,0 8-50-16,6-8-52 0,-3 2-64 16,1 2-74-16,1-3-68 0,3 1-84 0,0-2-68 15,3 0-215-15,9-3-121 16</inkml:trace>
  <inkml:trace contextRef="#ctx0" brushRef="#br0" timeOffset="24194.47">18868 6684 1800 0,'0'0'78'0,"4"-9"27"16,-4 9 14-16,0 0 7 0,-4-12 5 0,4 12-12 16,-3-9-11-16,3 9-9 0,-2-10-28 15,2 4-38-15,0 6-58 0,2-14-74 0,3 3-87 16,1 1-108-16,5-5-136 16,12-7-167-16,4-1-97 0</inkml:trace>
  <inkml:trace contextRef="#ctx0" brushRef="#br0" timeOffset="24362.38">19434 6366 1718 0,'0'0'185'0,"0"0"28"0,0 0 0 0,0 0 16 15,0 0 10-15,0 0 16 0,0 0-13 16,0 0-23-16,-38-1-25 0,38 1-32 0,0 0-55 16,0 0-57-16,-11-2-77 0,11 2-92 15,0 0-100-15,0 0-133 0,0 0-202 0,0 0 43 16,0 0 50-16,0 0-146 0,0 0-105 15</inkml:trace>
  <inkml:trace contextRef="#ctx0" brushRef="#br0" timeOffset="30978.14">14348 9790 1086 0,'-9'-6'168'0,"0"1"-61"0,4 0-4 0,-3 0 10 15,2-1 10-15,-2 0-1 0,-1 2-1 16,0-2-11-16,-1 2 6 0,-3-1-1 0,4-1 2 15,-5 2-2-15,-1 2 0 0,1 2-2 16,-1 0-4-16,0 0-8 0,-5 2-9 0,0 6-8 16,0-1-5-16,-10 7-6 0,3 1-2 15,-1 2-5-15,-3 2-7 0,2 3-2 0,-5 5 5 16,6 6 1-16,-3-1 1 0,4 8 0 16,3-1-3-16,-1 6-3 0,2-1 6 15,7 5 4-15,-2 2-5 0,7 2 4 16,6 5-4-16,4 1 0 0,4 1-5 0,6-2-3 15,3-1-6-15,8-2 1 0,3-5-7 16,8-4-8-16,3-4 0 0,5-6-3 0,9-7-2 16,1-6-5-16,12-10-1 0,4-3-7 15,4-13-13-15,2-6-18 0,2-6-15 16,13-10-12-16,-2-8 3 0,-8-8 6 0,-8-5 5 16,-23 5 9-16,-4-3 20 0,-14-3 12 15,-4-3 23-15,-11-2 17 0,-2-4 14 0,-16-2 14 16,-8-5 5-16,-11 0-3 15,-11-12-9-15,-5 0-2 0,-9 2-10 0,-8 5-7 0,1 6-7 16,-7 8-4-16,9 19-6 16,1 8-6-16,3 10-5 0,5 9-8 0,0 10-11 15,-5 11-18-15,0 7-23 0,5 9-21 16,0 7-39-16,4 9-43 0,6 6-57 0,-6 14-48 16,15-9-63-16,2 3-82 0,6-2-136 15,4-3-53-15,6-1 41 0,4-10-284 0,5-5-304 16</inkml:trace>
  <inkml:trace contextRef="#ctx0" brushRef="#br0" timeOffset="31809.85">17631 8467 2232 0,'0'0'18'0,"4"5"44"0,-4-5 55 15,5 5 58-15,-5-5 62 0,6 5 40 16,-6-5 28-16,0 0 13 0,12 4 6 0,-12-4-5 16,0 0-8-16,20-11-25 15,-10 4-24-15,1-3-26 0,2-2-24 0,3-2-25 16,0-1-19-16,4-4-19 0,0-3-35 15,-8 7-52-15,2 1-48 0,-4 3-52 0,-3 5-52 16,-2-1-56-16,0-1-65 0,-3 6-64 16,-2 2-58-16,0 0-52 0,0 0-36 0,-25 8-35 15,11 1-31-15,-4 10-16 0,-5 1-531 16,1 1-508-16</inkml:trace>
  <inkml:trace contextRef="#ctx0" brushRef="#br0" timeOffset="31943.11">17676 8499 2763 0,'-5'16'-9'0,"1"-5"65"15,2-2 67-15,2 1 67 0,0-6 39 16,0-4 32-16,0 0 27 0,10 6 11 15,-10-6-4-15,0 0-25 0,28-16-24 0,-10 3-24 16,2-3-25-16,3-3-28 0,0-2-44 16,0-1-65-16,-2 3-93 0,0-2-115 15,-5 8-137-15,-3 1-137 0,-8 3-157 0,2 4-65 16,-4 3 42-16,-3 2-443 0,0 0-517 16</inkml:trace>
  <inkml:trace contextRef="#ctx0" brushRef="#br0" timeOffset="52189.06">7692 8981 1204 0,'9'-2'346'0,"-9"2"-65"0,0 0-65 0,0 0-27 15,0 0-18-15,0 0-15 0,0 0-16 16,0 0-1-16,0 0-8 0,0 0 3 0,-33 9-5 16,12 0 3-16,-8 4 1 0,-3 6 4 15,-9 5 1-15,-6 4 3 0,2 2-1 16,-7 4 3-16,-19 11 3 0,-5 2 4 0,-4 4 3 15,-5 2 3-15,-11 5-8 0,-7 3-1 16,-7 0-4-16,-4 3-13 0,-37 23-9 16,-3-4-9-16,5 2-9 0,35-18-4 15,-29 20-5-15,36-21-7 0,2-5 4 0,12-1 3 16,5-5-13-16,14-5-7 0,22-14-4 16,7-3-5-16,6-6-6 0,12-6-7 0,3-3-1 15,7-4-14-15,4-3 0 0,1-5 4 16,5 1-10-16,-1 1-1 0,3-6-7 0,-2 4 1 15,3-3-4-15,-3 0-9 0,7-3-32 16,-7 6-32-16,7-6-44 0,-4 3-54 0,4-3-69 16,0 0-86-16,0 0-85 0,0 0-117 15,0 0-191-15,0 0 18 0,-7-19 61 0,9 9-446 16,3-7-537-16</inkml:trace>
  <inkml:trace contextRef="#ctx0" brushRef="#br0" timeOffset="52772.07">5619 9190 2823 0,'2'-10'-19'0,"-2"2"35"16,-2-1 18-16,2 3 26 0,0 6 35 0,-3-13 35 15,3 13 20-15,-4-8 8 0,4 8 3 16,-4-5-9-16,4 5-13 0,0 0-17 15,0 0 8-15,0 0 7 0,-2 20-6 0,2-2-7 16,2 7-5-16,0 0-7 0,2 15-8 16,-1-1-12-16,3 2-4 0,-1-3-8 0,2-1-9 15,0-2-7-15,1 0-4 16,-3-4-4-16,4-6-9 0,-6-4 0 0,3-6-7 0,-2 2-5 16,-1-4-7-16,-1-4 0 0,0-2-4 15,3 2-20-15,-3-1-33 0,1-6-58 16,-3-2-67-16,0 0-83 0,0 0-68 15,0 0-84-15,15-15-100 0,-10 1-110 0,7-5 23 16,-2-10-369-16,4 0-423 0</inkml:trace>
  <inkml:trace contextRef="#ctx0" brushRef="#br0" timeOffset="53105.53">5949 9116 2564 0,'0'0'-27'0,"0"-5"8"0,0 5 30 0,0 0 34 15,0 0 33-15,0 0 31 0,-2 34 20 16,0-18 17-16,2 1 0 0,-1 3 0 16,1-3 0-16,0 5-8 0,1-3-5 0,1-1-15 15,0 0-1-15,5 2-3 0,-3-3-4 16,6 0-7-16,1-1-11 0,-3-6-4 0,6-1-5 16,0-5-6-16,-2 0-10 0,1-2-7 15,3-2-6-15,-1-6-5 0,1 0-1 0,-3-3-6 16,-1 1-4-16,-1-4-1 0,-6-3 8 15,-3-1-1-15,-2-3-5 0,-2 0 1 0,-3-3-7 16,-7-9-1-16,-3 4-7 16,-3 2 1-16,3 6 1 0,2 6-4 0,2 3-3 15,-1 4-2-15,0 0-1 0,1 4-4 16,11 2-5-16,-25 8-20 0,14-2-31 16,-3 3-57-16,3 1-67 0,-1 2-93 0,3-3-110 15,2 3-134-15,3-2-116 0,0-3 36 16,4-3-366-16,0-4-428 0</inkml:trace>
  <inkml:trace contextRef="#ctx0" brushRef="#br0" timeOffset="53438.29">6319 8979 2638 0,'-10'11'14'16,"1"4"23"-16,1 1 30 0,0 4 29 15,-1 1 26-15,-1 8 16 0,3 0 12 0,1-5-1 16,2-3-6-16,6-2-3 0,0 0-12 16,2-1 0-16,5 1-7 0,3-3-11 0,1-4-5 15,1-2-13-15,2-5-13 0,4 0-4 16,-2-5-7-16,4 0-7 0,3-5-10 16,-4-2-1-16,-1-1-4 0,0-3-5 15,-8-4 0-15,0-2-7 0,-2-2 4 16,-7-3-1-16,-1-1 0 0,-4-1-5 0,1-2-5 0,-14-8 0 15,-1 1-3-15,-1 6-9 16,0 3-5-16,-3 4-6 0,4 10-19 0,-2 4-36 16,0 5-49-16,0 4-84 0,-5 2-90 15,-7 9-125-15,-1 3-222 0,4 0 36 0,2 2 60 16,1 0-299-16,11-4-309 0</inkml:trace>
  <inkml:trace contextRef="#ctx0" brushRef="#br0" timeOffset="55105.26">3310 10835 2146 0,'-2'-6'-36'0,"2"6"39"0,-2-10 40 15,2 10 40-15,-4-7 33 0,4 7 28 16,-5-8 33-16,5 8 13 0,-9-6 9 0,9 6 4 16,-3-5 2-16,3 5-1 0,0 0-8 15,-4-8-2-15,4 8-6 0,0 0-8 0,0 0-5 16,-4-9-19-16,4 9-11 0,0 0-15 15,0 0-11-15,0 0-12 0,0 0 6 16,0 0-5-16,0 0-1 0,18 31-3 16,-9-14-7-16,4 10-8 0,3 0-5 0,0 4-4 15,0-1-10-15,5 0-6 0,-4 0-8 16,4-2 1-16,2-3-3 0,-1-2-9 16,3-2 12-16,-7-7-7 0,-3-2-2 0,2-1 3 15,-4-5 5-15,1 2 3 0,-3-4 11 16,-2-4 0-16,-9 0-2 0,20-4 1 0,-11-1-15 15,-2-1-3-15,-2-4-8 0,1-4-2 16,-3-1-6-16,-1-4-5 0,0-5-9 0,-4-1-7 16,0-12-24-16,0-3-25 0,-3-1-25 15,1 1-26-15,1 2-20 0,0 2-40 16,3 10-27-16,0 6-42 0,-2 4-61 16,4 4-65-16,-2 4-51 0,3 3-81 15,-3 5-117-15,5-4-85 0,-5 4 52 0,0 0-425 16,9 15-521-16</inkml:trace>
  <inkml:trace contextRef="#ctx0" brushRef="#br0" timeOffset="55423.28">3937 11122 2893 0,'-10'4'110'0,"-1"-2"42"16,1 0 30-16,10-2 32 0,0 0 22 0,-15 3 16 15,15-3-4-15,0 0-20 0,0 0-13 16,0 0-14-16,0 0-24 0,0 0-11 0,0 0-17 16,17-23-12-16,-4 15-14 0,7-1-15 15,-2-3-8-15,3 4-14 0,-1 2-10 16,-4 0-5-16,2 5-8 0,-3 2-3 0,0 5-6 16,0 0-7-16,1 6 0 0,-1 1-10 15,-1 5-1-15,-2 5-3 0,2 3 2 0,-3-3-4 16,-1 4-6-16,0-3-3 15,-1 4-9-15,-2-3 0 0,2-6-3 0,-4 2-53 16,1-1-64-16,1-1-74 0,-3-1-89 16,1-3-105-16,0-3-100 0,1 0-139 0,-3-1-79 15,3-3 50-15,-4-4-462 0,3 0-575 16</inkml:trace>
  <inkml:trace contextRef="#ctx0" brushRef="#br0" timeOffset="55622.35">4240 11390 3384 0,'-16'3'192'0,"5"-3"44"0,11 0 51 16,-14 0 57-16,14 0 21 0,0 0-5 16,0 0-19-16,-16-3-18 0,16 3-31 15,0 0-28-15,0 0-24 0,0 0-25 16,28-21-25-16,-7 12-41 0,7-7-76 0,3-3-112 16,3 2-116-16,8-4-121 0,0 1-144 15,-1-3-155-15,-5 8-216 0,0 0 47 0,-2 4 89 16,-7 5-569-16,-6 2-688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03:24:12.1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2637 2301 1182 0,'0'0'369'16,"0"0"-70"-16,-5-7-37 0,5 7 21 15,0 0 1-15,0 0-3 0,0 0-3 16,-7-6-15-16,7 6 10 0,0 0-4 0,0 0-1 16,0 0-14-16,0 0-18 0,0 0-22 15,0 0-20-15,0 0-27 0,0 0 18 0,0 0 2 16,0 0-5-16,-4 23-21 0,6-11-1 16,0-1-5-16,1 1-13 0,1 2-9 15,-3-1-13-15,1 1-11 0,0-2-6 16,0 1-13-16,0-1-9 0,-2-1-5 15,2 1-8-15,-2-2-2 0,1-1-12 0,-1 1-11 16,0-2-18-16,0 1-35 0,0-9-37 16,0 13-56-16,-1-7-59 0,1-6-64 15,0 10-64-15,0-10-100 0,0 0-83 0,-4 4-100 16,4-4-85-16,0 0-71 0,5-23 71 16,-1 9-429-16,6-5-559 0</inkml:trace>
  <inkml:trace contextRef="#ctx0" brushRef="#br0" timeOffset="417.08">2732 2060 2767 0,'-7'-14'-67'0,"-2"2"24"0,2 5 37 0,2 1 31 15,-3 2 27-15,1-2 22 0,7 6 9 16,-18-4 9-16,18 4-2 0,-27 6 7 16,11 2 22-16,-11 9 21 0,-7 12 24 0,-1 10-1 15,2 5 14-15,-1 5 14 0,0 5 20 16,-4 16 5-16,11-10 1 0,4 4 2 15,5-3-2-15,0 2 0 0,9-5 0 0,5-2-17 16,6-13-3-16,4 1-11 0,7 1-11 16,6-3-8-16,8-3-6 0,5-8-13 0,6-6-15 15,4-2-6-15,-4-12-15 16,4-4-10-16,4-5-9 0,-2-5-11 0,9-6-4 16,1-4-7-16,-3-7-9 0,-5-3 2 15,-3-6-8-15,-2-4-8 0,-7-9-1 16,-5-2-3-16,-7-4-9 0,-3-5-1 0,-8-6-4 15,-7-3-7-15,-6-1 0 0,-5-5-2 16,-6 3-5-16,-7 2-7 0,-1 4-4 0,-5 6-8 16,-2 8-5-16,-5 8-7 0,-4 4-29 15,-4 8-19-15,5 11-37 0,-7 11-17 16,0 1-29-16,-3 7-41 0,-11 9-49 0,7 7-64 16,-1 4-54-16,5 4-57 15,6 3-58-15,0-3-69 0,13-7-101 0,2 2-88 16,7-3 62-16,8-5-410 0,6-3-545 15</inkml:trace>
  <inkml:trace contextRef="#ctx0" brushRef="#br0" timeOffset="1083.16">3733 2321 3300 0,'-8'-12'171'15,"3"4"11"-15,-2 3 23 0,7 5 25 16,-2-8 10-16,2 8-17 0,-5-6-24 0,5 6-27 16,0 0-16-16,0 0-12 0,0 0-14 15,-4 20-12-15,2-8-10 0,2 5-15 16,0-2-5-16,0 5-14 0,0 3 1 15,-3 2-10-15,1-1-4 0,2-2-7 0,-2-1-5 16,0-1-7-16,2-4 1 0,-2-3 1 0,2-1 3 16,0 1 11-16,0-5 30 15,-2 0 27-15,2-8 21 0,0 11 21 0,0-11 14 16,0 0-12-16,0 0-15 0,0 0-15 0,0 0-14 16,-8-27-17-16,8 11-9 15,0-3-7-15,2 0-9 0,-2 4-7 0,2 1-8 16,-2 2 0-16,0 4-10 0,0-3-14 15,0 3-34-15,0 8 0 0,2-12 0 0,-2 12 0 16,6-7 0-16,0 3 0 0,-6 4 0 16,16 0 0-16,-16 0 0 0,23 2 0 15,-9 0 0-15,1 2 0 0,-2-3 0 0,1 1 0 16,-3 0 0-16,1-1 0 0,-12-1 0 16,20 2 0-16,-20-2 0 0,18-3 0 15,-7-2 0-15,1-4 0 0,5-5 0 16,4-8 0-16,0-3 0 0,-1 0 0 15,0 2 0-15,-7 5 0 0,1 3 0 0,-7 4 0 16,0 2 0-16,0 4 0 0,-2 0 0 16,-5 5 0-16,13 0 0 0,-13 0 0 0,14 10 0 15,-5 2 0-15,1 5 0 0,-3-1 0 16,3 3 0-16,3 10 0 0,-3-6 0 16,1 3 0-16,-1-3 0 0,-3-2 0 0,1-2 0 15,-2-4 0-15,-1-1 0 0,-1 0 0 16,0-4 0-16,-1 0-96 0,2-3-144 0,-3 1-63 15,2-4-79-15,-1 0-111 0,-3-4-131 16,0 0-182-16,0 0 11 0,0 0 81 0,23-8-557 16,-11-2-732-16</inkml:trace>
  <inkml:trace contextRef="#ctx0" brushRef="#br0" timeOffset="1499.96">4613 2176 3361 0,'-7'-12'-48'0,"3"0"48"0,-1-1 50 0,2 2 46 0,-1 2 36 16,0 0 24-16,-1 3 15 0,1-1-6 15,0 2-12-15,4 5-16 0,-12-5-17 0,12 5-14 16,-20 2-4-16,4 7-2 16,-3 2-4-16,-1 6-7 0,-2 2-5 15,6-4-13-15,2 2-3 0,3-1-9 0,3-3-4 16,2 1 6-16,2-2 13 0,6 0 16 15,0 0 17-15,4 0 18 0,0 2-2 0,1-2 23 16,6 1 1-16,1 1 3 0,-1-1 2 16,3 1-11-16,-5-2-7 0,3-1-4 15,-5-1-1-15,0 1 4 0,0-1 9 0,-2 0 6 16,-1-1 8-16,-5 0 9 0,3-4 2 16,-2 5 5-16,0-2-96 0,-2 1-76 15,-2 1 0-15,-2 2 0 0,1-3 0 0,-7 3 0 16,0-2 0-16,-3-1 0 0,1-1 0 15,-1-1 0-15,0-2 0 0,-1 0 0 16,3-3 0-16,-3 0 0 0,0-6 0 0,0 1 0 16,3-1 0-16,0-4-143 0,2 1-446 15,8-3-82-15,1 1-79 0,3-6-87 16,7-1 47-16,9-4-710 0,8-6-947 0</inkml:trace>
  <inkml:trace contextRef="#ctx0" brushRef="#br0" timeOffset="1718.85">4710 2237 3770 0,'18'-19'-129'0,"-3"4"98"16,-5 1 105-16,-3 4 70 0,0-2 76 15,-1 4 51-15,1-1 37 0,-4 2 6 16,1 2-19-16,-4 5-21 0,5-7-32 16,-5 7-22-16,0 0 1 0,0 0 11 15,6 21-8-15,-4-3-19 0,-2 7-17 0,-4 12-10 16,0 2-20-16,1 1-12 0,1 0-16 16,-2-2-13-16,1 3-10 0,2-5-12 0,-1-7-17 15,0-6-34-15,2-3-43 0,0-5-57 16,0-3-70-16,0-1-65 0,0-2-54 15,2 0-61-15,0-5-69 0,-2-4-86 0,0 0-98 16,0 0-99-16,8-20-117 0,-4 5 61 16,-1-7-521-16,-3-6-696 0</inkml:trace>
  <inkml:trace contextRef="#ctx0" brushRef="#br0" timeOffset="1882.64">4651 2119 3483 0,'-11'-7'82'0,"2"1"65"0,4 2 48 16,1-1 35-16,4 5 22 0,-5-8-4 0,5 8-15 15,0 0-24-15,0 0-20 0,0 0-12 16,7-12-15-16,5 12-17 0,1-4-22 16,5 0-61-16,2 0-87 0,7 2-101 0,9-3-136 15,3-1-157-15,0 0-197 0,-1-2-107 16,1 4 76-16,-3 1-414 0,-3-1-533 0</inkml:trace>
  <inkml:trace contextRef="#ctx0" brushRef="#br0" timeOffset="2721.5">5555 2534 3182 0,'-24'0'101'0,"12"0"29"0,12 0 35 0,-24 0 41 15,13 2 32-15,-1 0 11 16,12-2-3-16,-18 1-17 0,18-1-13 0,-14 2-20 16,14-2-25-16,0 0-7 0,0 0-4 15,0 0-14-15,0 0-4 0,0 0-18 0,46 8-14 16,-15-10-16-16,12 1-8 0,5-1-37 15,11-3-38-15,2 0-47 0,0 1-79 0,0-4-70 16,-14 3-90-16,0-2-109 0,-10-2-119 16,-1-1-127-16,-11 3-75 15,-5 2 76-15,-5 0-376 0,-5 1-479 0</inkml:trace>
  <inkml:trace contextRef="#ctx0" brushRef="#br0" timeOffset="3003.34">6126 2395 2676 0,'-7'-10'79'0,"7"10"44"16,-5-8 22-16,5 8 8 0,0 0 11 15,-1-8 9-15,1 8 15 0,0 0-2 0,0 0-19 16,0 0-9-16,25 12-18 0,-18-4-11 16,1 0-11-16,1 1-5 0,-3 4-4 15,1-1-1-15,-2 4 2 0,-3-1 1 0,0 2 4 16,-4 0-4-16,-5 5-4 0,0-1-9 15,-6 7-10-15,-3-3-9 0,2 0-11 16,-8-2-9-16,3-3-25 0,-1 0-40 16,2-6-42-16,1-2-59 0,2-6-79 0,2 1-82 15,1-3-97-15,3-4-132 0,9 0-175 16,-18-7 20-16,12-3-405 0,6 1-530 16</inkml:trace>
  <inkml:trace contextRef="#ctx0" brushRef="#br0" timeOffset="3635.32">6878 2352 2898 0,'-11'-10'156'15,"4"2"33"-15,1 1 24 0,1 1 26 16,5 6 28-16,-7-7 7 0,7 7-15 0,0 0-32 15,-7-5-20-15,7 5-26 0,0 0-17 16,0 0-15-16,-11 25-10 0,7-8-20 16,-2 1-5-16,0 5-16 0,-1 9-4 0,1 1-12 15,3-6-3-15,-3 6-14 0,3-8-7 16,1-2-1-16,1-3-5 0,-3-4-5 16,2-3-6-16,0 0-1 0,2-1 3 15,-2-5 4-15,2 1 25 0,0-8 25 0,0 10 10 16,0-10 2-16,0 0-18 0,0 0-11 15,0 0-7-15,11-35-5 0,1 6-8 0,0-2-8 16,0 1-7-16,-3 3-3 0,0 6-5 16,-2 4-3-16,-2 3 0 0,1 4-9 15,-3-1-5-15,1 5-9 0,0-3-9 0,-4 9 0 16,7-8-3-16,-7 8 0 0,14-2-1 16,-14 2 3-16,18 4-7 0,-7-1-12 0,-2 2-14 15,2 0-10-15,1 2-15 16,-1-2-2-16,-2 0 6 0,1 0-2 0,-2 1-5 15,-8-6-4-15,14 7-5 0,-9-6-4 16,-5-1 6-16,13 2 6 0,-13-2 1 16,21-7 5-16,-6-5-5 0,10-5 5 0,2-7 4 15,0 2 15-15,-4-2 0 0,4 1 8 16,-7 6 24-16,-3 1 20 0,-5 9 16 0,-5-3-3 16,1 5-5-16,0 4 7 0,-8 1 8 15,0 0 3-15,25 6 0 0,-18 4-5 16,2 1 3-16,0 3-2 0,-2 3-8 0,-2 1 4 15,3 2-10-15,-3-1-2 16,0-2-23-16,1 2-26 0,-3-2-26 0,-1-3-22 16,2-1-40-16,-2-3-47 0,-1 2-62 15,1-1-60-15,2-3-66 0,-2-1-68 0,1 0-94 16,-1-2-133-16,-2-5-43 0,1 10 71 16,-1-10-357-16,8 2-452 0</inkml:trace>
  <inkml:trace contextRef="#ctx0" brushRef="#br0" timeOffset="3799.2">7533 2344 2565 0,'0'-10'98'0,"1"-1"61"16,-2 5 50-16,1 6 26 0,1-10 13 0,-1 10-3 15,0 0-23-15,0 0-27 0,0 0-25 0,0 0-19 16,0 0-35-16,0 0-45 16,0 0-79-16,0 0-96 0,0 0-110 0,-5 27-95 15,3-15-118-15,0 0-163 0,-2-2 16 16,4 3-262-16,-3 1-322 0</inkml:trace>
  <inkml:trace contextRef="#ctx0" brushRef="#br0" timeOffset="4232.64">7520 2242 2134 0,'-2'-7'3'0,"2"7"48"0,-2-5 33 15,2 5 24-15,0 0 49 0,0 0 26 16,0 0 14-16,0 0 6 0,0 0 2 0,2 31 2 16,-2-16-21-16,0 1-13 0,0 5-12 15,-2 2-19-15,2 4-9 0,-2-1-17 0,-1 1-11 16,1-2-11-16,1 0-16 15,-1-2-20-15,-2-4-14 0,2 0-22 0,0-2-23 16,2-2-33-16,-1-3-49 0,-3 1-51 0,4-3-64 16,0-3-86-16,0-3-132 0,0-4-155 15,0 0-19-15,0 0-272 0,0 0-345 16</inkml:trace>
  <inkml:trace contextRef="#ctx0" brushRef="#br0" timeOffset="4421.77">7509 2164 2541 0,'-7'-7'166'0,"3"-3"61"15,1 2 28-15,-1 2 13 0,4 6 1 0,-4-10-17 16,4 10-26-16,-2-9-26 16,2 9-24-16,-4-8-55 0,4 8-58 0,0 0-86 0,-2-6-91 15,2 6-106-15,0 0-124 16,0 0-172-16,0 0-112 0,0 0 60 0,23 21-232 15,-16-7-287-15</inkml:trace>
  <inkml:trace contextRef="#ctx0" brushRef="#br0" timeOffset="4832.43">7518 2342 2410 0,'0'0'180'0,"0"0"26"15,0 0 20-15,-20-2 21 0,20 2 11 16,0 0-9-16,0 0-26 0,0 0-16 15,-3 8 6-15,3-8-3 0,3 12-18 16,1-3-16-16,0 2-16 0,-1 3-13 0,2-2-8 16,-1 3-15-16,-1-3-13 0,-1 0-11 15,0 2-7-15,-2-3-9 0,2 1-9 16,0-1-6-16,-2-3-2 0,0 1-10 0,0-2 3 16,0-7-4-16,4 10-3 0,-4-10 3 15,1 7-16-15,-1-7-1 0,0 0-9 0,0 0-4 16,0 0-1-16,12-24-3 0,-6 10-5 15,1-3 3-15,4 0 0 0,1 0 2 16,0 2-5-16,1 1 2 0,-3 2 1 0,-1 3 4 16,-2 3 7-16,3 0 0 0,-2 4 10 15,-8 2-1-15,17 0 8 0,-17 0 3 0,15 13-12 16,-8-6 1-16,2 4-3 0,-2 3 1 16,1 7-5-16,-1 9-7 0,3 1-5 15,-1 0 6-15,-5-5-20 0,2-3-30 16,-3 0-16-16,-1-4-30 0,1-1-55 0,-1 0-55 15,2-1-59-15,-3-5-72 0,-1-1-74 16,2 1-83-16,-2-2-118 0,0-3-162 16,2-2 77-16,-2-5-508 0,0 0-644 0</inkml:trace>
  <inkml:trace contextRef="#ctx0" brushRef="#br0" timeOffset="5099.07">7909 2445 3133 0,'-7'-7'72'0,"3"-1"81"0,4 8 52 0,-3-11 31 0,3 11 30 0,-4-9 12 0,4 9-16 15,0 0-26-15,-4-6-25 0,4 6-17 16,0 0-3-16,0 0 9 0,10 24-19 0,-9-11-18 16,3 5-19-16,0 4-10 15,-1 2-20-15,-2 1-37 0,-1 4-20 0,0-4-29 0,0 0-20 16,-1 0-35-16,-4-1-36 0,3-7-41 15,2 2-58-15,-2-7-46 0,0 3-59 16,2-5-72-16,-1-3-90 0,-1-2-83 16,2-5-118-16,0 0-17 0,0 0-426 15,0 0-545-15</inkml:trace>
  <inkml:trace contextRef="#ctx0" brushRef="#br0" timeOffset="5249.02">7945 2246 2973 0,'0'0'36'0,"0"0"31"16,-9-9 14-16,9 9-12 0,0 0-6 16,-3-7-18-16,3 7-35 0,0 0-42 15,0 0-65-15,0 0-93 0,0 0-140 0,0 0-213 16,0 0 54-16,6 29-77 16,-4-17-67-16</inkml:trace>
  <inkml:trace contextRef="#ctx0" brushRef="#br0" timeOffset="5816.04">8079 2530 1931 0,'0'0'293'0,"0"0"4"0,0 0 3 16,0 0 2-16,0 0-13 0,0 0-22 16,0 0-2-16,0 0-5 0,0 0-13 0,0 0-21 15,2 11-17-15,-2-3-23 0,2 2-13 16,-2 2-22-16,0-3-14 0,0 3-14 15,0 1-12-15,0-1-10 0,0-2-7 16,0 0-11-16,0-1-3 0,0-1-10 0,0-8-14 16,0 12-4-16,0-12-6 0,0 9-9 15,0-9-15-15,0 0-9 0,0 0-9 16,0 0 0-16,0 0-4 0,14-36 0 0,-5 20 0 16,0 0 3-16,2 3-3 0,-4 3 8 15,0-3 8-15,-1 5 0 0,0 0-2 0,-2 2-2 16,-4 6 1-16,9-7 5 0,-9 7-1 15,0 0 1-15,15 2-4 16,-15-2 0-16,10 9-4 0,-2-3 2 0,-3 4 0 16,1-3-1-16,0-1-13 0,-2 0-3 15,2 2-10-15,-6-8-9 0,5 11-15 0,-1-5-12 16,-4-6-12-16,5 6-10 0,-5-6-6 16,7 6-9-16,-7-6-3 0,0 0-3 15,0 0 3-15,28-20 6 0,-18 11 11 0,9-11 3 16,1 0 10-16,-4 2 23 0,-3 4 16 15,1 0 13-15,-3 5 17 0,-2-1 16 0,0 3 6 16,-4 4 5-16,2-1 9 0,-7 4 6 16,0 0 1-16,20 0 4 0,-20 0-1 15,15 11-7-15,-10-4-4 0,1 1-4 16,-2 2-2-16,2 1-12 0,-2 1-17 16,-3-2-19-16,1 0-22 0,2 1-31 0,1 0-33 15,-5-1-41-15,0-4-56 0,2 1-69 16,-2-7-74-16,5 10-99 0,-3-4-128 0,-2-6-102 15,0 6 68-15,0-6-324 0,0 0-403 16</inkml:trace>
  <inkml:trace contextRef="#ctx0" brushRef="#br0" timeOffset="6449.1">8600 2406 2383 0,'-2'8'-53'0,"0"-1"37"0,0 0 41 0,2 0 27 16,0 1 26-16,0-1 11 0,0 2 12 15,0-2-2-15,0-7 0 0,0 15-4 16,0-7-3-16,2-1-1 0,0 0-2 0,0 0-5 15,-2-7-4-15,5 12-2 0,0-4 11 16,-2-4-10-16,-3-4 2 0,12 7-4 0,-12-7-6 16,15 1 2-16,-15-1-18 0,17-3-4 15,-17 3-1-15,21-9-7 0,-10-1-5 16,1 2-4-16,1-3-1 0,-2-6-4 0,1 2-12 16,-1-4-14-16,0-1-7 15,0-8-9-15,-2-1-19 0,-4 4-28 0,2 4-31 16,-2 3-38-16,-3 5-46 0,0 1-44 0,0-1-52 15,-4 9-75-15,0-4-77 0,2 8-100 16,0 0-159-16,0 0-175 0</inkml:trace>
  <inkml:trace contextRef="#ctx0" brushRef="#br0" timeOffset="6865.58">9187 2224 1983 0,'-5'-11'124'0,"2"8"31"0,-1-4 32 15,4 7 3-15,-5-7-3 0,5 7-20 16,-8-3-13-16,8 3-16 0,0 0-12 16,-21 10-16-16,10 0-5 0,-7 3-17 0,7 2-2 15,-3 0-7-15,1 0-6 0,1 8-12 16,-6 2-5-16,7-4-7 0,4-3 1 0,2-3-9 15,1-1-1-15,4 0 26 0,4 1 28 16,1-1 19-16,6-1-2 0,-2 1 14 16,4-2 19-16,1 1 14 0,-1 0 6 15,-1-2 16-15,-5-4 25 0,2 4 17 16,0-5 2-16,-2 2 3 0,-3-2-1 0,-1-1-8 16,-3-5-15-16,8 10-17 0,-7-4-15 15,-1-6-11-15,-1 11-5 0,-3-3-15 0,0-4-14 16,1 4-18-16,-5-2-24 0,0 1-31 15,0-2-29-15,-1 0-33 0,2-1-38 16,-5 0-45-16,3-2-60 0,9-2-56 0,-22-2-65 16,11-2-64-16,1 0-82 0,1 2-92 15,0-2-142-15,1 0-161 0,8 4 82 0,-10-4-591 16,10 4-779-16</inkml:trace>
  <inkml:trace contextRef="#ctx0" brushRef="#br0" timeOffset="7299.19">10254 2317 3425 0,'-2'-6'-81'0,"-1"0"34"0,3 6 20 0,-11-7 15 15,11 7 10-15,-11-2 12 0,11 2 0 16,-21 5 3-16,8 1 5 0,-2 6-4 16,0 0 4-16,-1 3 8 0,1-1 6 0,3 3-12 15,1 3 12-15,2-3 6 0,3-1 1 16,2-1 19-16,0-1 27 0,2-1 12 0,4 1 24 16,-2 1 26-16,6-1 29 0,0 1 20 15,0-3-3-15,-1 2-1 0,3-1 7 16,-5-4 0-16,6 1 11 0,-8 2-12 0,3-5-19 15,0 3 11-15,-1-4-4 0,-3 1-10 16,0-7-8-16,2 12-15 0,-2-6-1 0,0-6-6 16,-2 15-10-16,-3-8-13 15,-1-2-9-15,-4 5-14 0,3-3-7 16,-2 0-17-16,-3-2-28 0,1-3-44 0,-2 1-51 0,-1-2-53 16,-1 1-66-16,1 0-59 15,1-4-70-15,13 2-85 0,-21 0-93 0,14 2-134 16,-6-2-182-16,13 0 71 0,-16 5-588 15,10-1-765-15</inkml:trace>
  <inkml:trace contextRef="#ctx0" brushRef="#br0" timeOffset="7631.71">10601 1771 3786 0,'-6'-20'5'16,"1"3"20"-16,1 6 34 0,4 2 16 0,-4 2-4 15,4 7-12-15,0 0 15 0,0 0 27 16,-16 27 8-16,5 6 20 0,1 18 25 16,3 7 15-16,-1 10 0 0,-1 7-1 0,-3 25-14 15,1 3-14-15,-5 4-9 16,2-1-14-16,-2 0-9 0,-3-7-13 0,2 1-3 0,0-8-30 15,2-1-3-15,3-22-34 0,0-4-40 16,1-9-49-16,-3 0-53 0,3-11-36 16,2-9-44-16,2-6-48 0,-2-6-41 15,4-9-59-15,-1-4-74 0,1-6-66 16,1-3-92-16,4-2-7 0,0 0-317 0,0-28-383 16</inkml:trace>
  <inkml:trace contextRef="#ctx0" brushRef="#br0" timeOffset="7799.01">10534 2590 2470 0,'2'-10'49'0,"2"1"43"0,-4 3 35 0,0 0 19 16,0 6 15-16,0 0 7 15,0 0 12-15,0 0-4 0,0 0-13 0,0 0-14 0,0 0-13 16,5 25-18-16,-3-13-6 16,-2-3-17-16,0 3-35 0,0 2-36 0,-2-1-58 15,-2 1-67-15,1 0-72 0,-3-1-86 16,-3-1-120-16,-5 1-172 0,-1 0-7 15,-4-3 57-15,-11-2-135 0,-5 1-134 0</inkml:trace>
  <inkml:trace contextRef="#ctx0" brushRef="#br0" timeOffset="8682.49">9057 2450 1708 0,'-2'-12'64'0,"2"2"43"16,0 0 29-16,2 2 36 0,-2 8 42 0,2-13 41 16,1 8 30-16,-3 5 7 15,0 0-2-15,0-9-8 0,0 9-25 0,0 0-23 16,0 0-2-16,0 0-13 0,0 0-6 16,-7 38-16-16,3-16-22 0,-1 14-14 0,-1 0-10 15,3 2-19-15,-4-3-6 0,3 2-19 0,-3-4-4 16,3-6-11-16,1-6 19 15,-3 1-13-15,2-3-2 0,2-4-7 0,-2 0-6 16,2-3-1-16,0-1-8 0,0-3 0 16,2-1-4-16,0-7-6 0,-1 10 4 0,1-10-4 15,-4 7-16-15,4-7-7 0,0 0-28 16,0 0-28-16,0 0-11 0,-2-34-15 0,2 13-5 16,6-13-3-16,-3-3-1 0,5-5-3 15,0-8 1-15,-1 12-2 0,4-2-2 16,0 5 14-16,-4 6-4 0,0 5 2 15,-1 7 7-15,0 2 0 0,-2 3 3 16,3 2 4-16,1 1 3 0,-1 0 0 0,3 4 6 16,1 2 9-16,-1 3 4 0,-10 0 7 15,25 9 14-15,-11 1 9 0,-3 5 8 0,1 1 9 16,2 9 13-16,-1 2 14 0,-2-4 4 16,-2 6 15-16,-4-5 15 0,1-3 8 0,0-3 1 15,-2 2-2-15,-2-6-2 0,2-2-11 16,-3 1-4-16,1-3-11 0,0-1-4 15,0 0-7-15,2-4 1 0,-4-5-5 16,1 12-7-16,-1-12 0 0,4 8-5 16,-4-8-7-16,3 7-2 0,-3-7-22 0,4 6-21 15,-4-6 0-15,0 0 0 0,0 0 0 16,1 9 0-16,-1-9 0 0,0 0 0 0,0 9 0 16,0-9 0-16,0 0 0 0,0 0 0 15,0 0-79-15,0 0-74 0,-3 9-59 0,3-9-83 16,0 0-96-16,-7 3-126 0,7-3-168 15,0 0-164-15,-11 1 83 0,11-1-677 16,0 0-894-16</inkml:trace>
  <inkml:trace contextRef="#ctx0" brushRef="#br0" timeOffset="9182.99">9288 2530 3665 0,'0'-10'-70'0,"0"10"73"0,0 0 61 0,0 0 49 0,-6-8 47 16,6 8 49-16,0 0 29 0,0 0 10 16,0 0 2-16,4-11-13 0,-4 11-19 0,7-8-19 15,-1 4-21-15,4 1-19 0,-10 3-21 16,19-4-21-16,-19 4-7 0,17 2-13 15,-6 3 7-15,3 2-25 0,-3 3 0 16,0 2-9-16,1 4-13 0,-3-1 0 16,-1-1-7-16,-2-1-3 0,0-1-4 0,-1 2-7 15,-1-3-8-15,-2-1-15 0,4 1-15 0,-5-5-28 16,1 0-22-16,0 2-32 0,-2-8-42 16,7 10-48-16,-4-4-53 0,-3-6-50 15,4 5-66-15,-4-5-68 0,0 0-92 0,0 0-116 16,0 0-64-16,0 0 70 0,0 0-357 15,0 0-448-15</inkml:trace>
  <inkml:trace contextRef="#ctx0" brushRef="#br0" timeOffset="10198.2">10930 2619 2909 0,'0'0'98'0,"0"-8"14"0,0 8 19 16,0 0 7-16,0-9 3 15,0 9-6-15,0 0 4 0,0 0 9 0,0 0-2 16,0 0-7-16,0 0-13 0,25 15-6 16,-19-7-6-16,-1-2-4 0,1 3-6 0,-1-1 0 15,-2 0 3-15,-1 0 6 0,0 1 4 16,0-2-4-16,-2 2 0 0,-2-1-9 0,2-8-8 16,-4 15-7-16,1-9-6 0,-4 2-6 15,2-3-16-15,-3-1 1 0,8-4-3 16,-13 5-2-16,13-5-6 0,0 0-4 15,-14-16-11-15,11 4-1 0,-1-5 0 16,4-3-9-16,2 3-2 0,3-1 0 0,-3 3 4 0,4-1 2 16,-2 5 4-16,-2 1-21 15,-2 0-9-15,2 3 4 0,-2 7-1 0,8-8 4 16,-8 8 2-16,0 0-4 0,0 0 2 16,26 15 5-16,-15-5-9 0,-3 3 2 0,0 0-25 15,3 3-32-15,-2 0-41 0,2 1-47 16,-2 0-57-16,-2-5-69 0,2 2-79 15,-4-4-87-15,1 0-112 0,-3-1-175 0,-1-3 66 16,0 3-448-16,0-2-568 0</inkml:trace>
  <inkml:trace contextRef="#ctx0" brushRef="#br0" timeOffset="10581.98">11192 2551 3361 0,'2'-9'185'0,"-2"3"26"16,0 6 2-16,2-6 8 0,-2 6-8 0,0 0-22 15,0 0-23-15,0 0 7 0,0 0 7 16,0 0-9-16,7 23-17 0,-1-9-10 0,-5 1-13 16,1 1-16-16,5 3-6 0,-5-1-14 15,-1-1-10-15,1-1-9 0,0-1-2 16,-2-3-12-16,2-1-9 0,-2 1-2 0,2-2 0 16,0-3-8-16,-2-1-6 15,0-6-18-15,1 12-6 0,-1-12-7 0,0 7-12 0,0-7-11 16,0 0-11-16,0 0-1 15,0 0 3-15,13-25 1 0,-6 6 1 0,4-8 2 16,-2 8 15-16,3 0 15 0,-3 2 11 16,-1 4 13-16,-3 1-9 0,2 4-3 0,-2-1 0 15,-3 2-3-15,-2 7-3 0,9-7 7 16,-9 7 7-16,0 0 5 0,0 0-4 16,18 10-6-16,-11 0-3 0,-3-1-2 0,2 3-9 15,-2-1-24-15,0 1-30 0,0 0-36 16,-1-2-47-16,1 1-58 0,-2 1-71 15,2-4-66-15,-1 1-66 0,-3-3-87 16,2 3-114-16,-2 0-115 0,0-4 71 0,0-5-403 0,-2 8-508 16</inkml:trace>
  <inkml:trace contextRef="#ctx0" brushRef="#br0" timeOffset="10798.22">11542 2513 2975 0,'4'-8'118'0,"-2"4"45"16,-2 4 22-16,1-10 12 0,-1 10 7 15,0 0-14-15,0 0-8 0,0 0 10 16,0 0 3-16,0 0-10 0,18 22-15 0,-12-5-16 16,-1 0-9-16,3 7-16 15,-2 7-11-15,-1 4-9 0,-1-8-11 0,-2-2-12 16,0 0-30-16,-2-4-24 0,0-1-27 0,0-1-33 16,-2-2-40-16,2-3-58 0,-2-1-59 15,2-4-59-15,0 0-80 0,-2-3-98 16,2-6-115-16,-2 7-117 0,2-7 54 0,0 0-318 15,0 0-400-15</inkml:trace>
  <inkml:trace contextRef="#ctx0" brushRef="#br0" timeOffset="11115.07">11609 2592 2628 0,'0'0'100'0,"-4"-8"50"0,4 8 50 0,0 0 36 16,-2-8 28-16,2 8 8 0,0 0-1 15,4-7-3-15,-4 7-6 0,0 0-22 16,15-8-14-16,-15 8-17 0,13 2-25 0,-13-2-3 16,18 8-18-16,-11-3-18 0,4 7-18 15,1 0-12-15,-2 2-8 0,0 2-10 0,-3 2-6 16,2 2-8-16,-5-5-12 15,2 1-1-15,-3 1-6 0,2-3-10 0,-1-1-12 0,-2 1-25 16,-2-4-30-16,0 2-43 16,1-3-59-16,-1-2-62 0,0 1-84 0,-1-3-103 15,1-5-96-15,-2 9-139 0,2-9-143 16,0 0 55-16,-4 3-491 0,4-3-643 16</inkml:trace>
  <inkml:trace contextRef="#ctx0" brushRef="#br0" timeOffset="11348.03">11940 2580 3568 0,'0'-9'175'0,"0"9"39"15,0 0 25-15,-2-12 16 0,2 12 15 16,0 0-30-16,0 0-16 0,0 0 7 0,0 0 3 16,0 0-18-16,9 26-19 0,-7-6-17 15,-1-2-18-15,-1 7-14 0,0 2-16 0,-1 0-32 16,-4 1-40-16,1 4-38 0,1 1-41 15,-3-8-42-15,2-3-62 0,1-5-69 0,-3-5-67 16,1 5-81-16,2-9-90 0,-1-2-119 16,0 0-149-16,4-6 15 0,0 0-512 0,0 0-659 15</inkml:trace>
  <inkml:trace contextRef="#ctx0" brushRef="#br0" timeOffset="11515.12">12021 2383 3142 0,'0'-10'-1'0,"-4"0"55"16,4 3 37-16,0 7 22 0,-4-10 10 0,4 10-11 16,-3-10-14-16,3 10-14 0,0 0-41 15,-2-5-52-15,2 5-67 0,0 0-66 16,0 0-78-16,0 0-109 0,0 0-155 0,0 0-44 16,0 0 61-16,0 0-79 0,7 23-48 15</inkml:trace>
  <inkml:trace contextRef="#ctx0" brushRef="#br0" timeOffset="11864.2">12067 2505 1501 0,'0'0'140'0,"0"0"40"0,0 0 25 15,0 0 14-15,0 0 2 0,-7 10 6 0,7-10-8 16,0 0 3-16,0 11-17 0,0-11-12 16,2 10-20-16,-2-10-19 0,0 11-11 0,0-3-16 15,0-8-10-15,2 16-13 0,1-11-9 16,-1 3-12-16,-2-2-7 0,0-6-9 0,2 12-4 15,-2-7-11-15,0-5 1 16,1 10-1-16,-1-10-8 0,0 0-7 0,4 6 1 16,-4-6-4-16,0 0-5 0,0 0-2 0,0 0-5 15,18-12-4-15,-9 6 2 16,-2-3-6-16,4 1-2 0,1 0 12 0,-2 4 7 16,-5-1 2-16,2 1 12 0,0 2 7 15,-7 2 0-15,0 0 1 0,18 6-4 0,-7-1-9 16,-6 1 0-16,3 0-1 0,-5 6-8 15,5-1-17-15,-4-1-21 0,2 0-27 0,-1 3-28 16,-1-3-45-16,2-1-42 0,-3 0-54 16,4-1-48-16,-2-1-60 0,-1 0-79 15,1-4-90-15,-1 2-127 0,4-3 28 0,-8-2-275 16,8 2-337-16</inkml:trace>
  <inkml:trace contextRef="#ctx0" brushRef="#br0" timeOffset="12315.36">12408 2441 2393 0,'0'0'60'16,"-4"-10"40"-16,4 10 36 0,0 0 24 16,-8-1 18-16,8 1-3 0,0 0-6 0,0 0-20 15,-13 15-9-15,11-8-16 0,0 0-11 16,2-7-12-16,0 15-7 0,0-8-11 0,6 3-3 16,-5-3-11-16,3 1-8 0,2-2-10 15,-6-6-11-15,12 10-13 0,-5-8-13 0,-7-2-17 16,18 2-19-16,-18-2 7 0,20-6-9 15,-10 3 1-15,-10 3 10 0,15-5-1 16,-8 3 7-16,-7 2 16 0,12-4 16 0,-12 4 2 16,0 0-1-16,0 0 6 15,0 0 9-15,10 14 13 0,-12-4 13 0,-2 4 10 16,0 3 15-16,2 7 24 0,-4 10 46 16,2 3 34-16,2-1-9 0,-3 3-1 0,3-1 21 15,0-2 1-15,2 1 4 0,0-6 0 16,0-4-6-16,-2-4-22 0,2 0-11 15,-1 3-7-15,-5-6-5 0,4 0 0 0,-3-6 4 16,-2 2 4-16,3-1 1 0,-5-3-66 16,1 0-104-16,-1-2 0 0,-1 0 0 15,-4-1 0-15,2-3 0 0,-4-2 0 16,1-2 0-16,-2 0 0 0,-2-4 0 0,0-2 0 16,0 2 0-16,2-1 0 0,-1-1 0 15,1 0 0-15,2-1 0 0,4 1 0 0,-5-1-423 16,5 1-132-16,0-1-109 0,1 1-153 15,2-2-18-15,5 1 86 0,-3 0-662 0,6 5-862 16</inkml:trace>
  <inkml:trace contextRef="#ctx0" brushRef="#br0" timeOffset="12931.46">13525 1988 3656 0,'1'-17'-62'0,"-1"5"66"0,0 0 59 0,0 4 40 16,0 3 29-16,0 5 15 0,0 0 16 0,0 0 17 15,0 0 12-15,-21 32 11 0,7 1-1 16,1 14 5-16,-4 4-7 0,2 5 5 0,2 1-3 16,-1 3-10-16,3-1-19 0,1-1-18 15,3 0-9-15,-1-2-18 0,1-8-13 0,0-7-10 16,2-2-33-16,-1-2-49 0,-1-4-49 16,3-6-56-16,1-5-72 0,-2-1-82 15,1-4-76-15,2-3-93 0,1-2-112 0,-1-2-172 16,-2-2-23-16,2-4 78 15,2-4-434-15,0 0-539 0</inkml:trace>
  <inkml:trace contextRef="#ctx0" brushRef="#br0" timeOffset="13114.42">13307 2544 3210 0,'-13'-5'131'0,"3"2"33"0,2-1 32 15,8 4 23-15,-7-2-1 0,7 2-14 16,0 0-19-16,-10-6-22 0,10 6-16 0,0 0-13 15,0 0-18-15,0 0-40 0,0 0-69 16,29-4-97-16,-14 4-99 0,4 0-114 16,3 0-148-16,-2 2-188 0,1-2 8 15,2 5 79-15,-2 2-236 0,-4 3-275 16</inkml:trace>
  <inkml:trace contextRef="#ctx0" brushRef="#br0" timeOffset="13531.27">13720 2795 2451 0,'0'0'186'0,"-9"5"26"0,9-5 29 16,0 0 17-16,0 0-2 0,0 0-14 15,-8 1-24-15,8-1-21 0,0 0-13 16,0 0-17-16,0 0-17 0,0 0-8 16,0 0-10-16,0 0-11 0,0 0 2 0,0 0 8 15,0 0-1-15,21-13-6 0,-21 13-10 16,6-12-5-16,-6 3-2 0,0-3-7 0,-2-2-9 15,0-3-4-15,-2-1-13 0,2 4-3 16,-3-3-2-16,-1 2 11 0,2 1-4 16,-2 5-18-16,1 1-3 0,-3-2-10 0,1 5-3 15,0 0-8-15,0 1-5 0,7 4-7 16,-13-7-10-16,13 7-3 0,-5-6-3 0,5 6-8 16,0 0-1-16,0 0 4 0,0 0-19 15,25-7 5-15,-7 4-12 0,1 1 5 0,0 0 1 16,-2 2-3-16,-2 0 4 15,5 2 2-15,-7 2 12 0,-1 0 12 0,0 2 9 16,2 2 18-16,-4 3 11 0,1 1-16 16,-3 3-3-16,-1 1 1 0,-1 0-8 15,-1 1-1-15,-3-2-6 0,2 2-33 0,1-1-36 16,-4-1-49-16,3-1-60 0,-2 1-65 16,2-3-80-16,-1-2-93 0,-3 0-118 0,4-1-155 15,0 1-45-15,-1 0 81 0,4-3-446 16,-3 0-556-16</inkml:trace>
  <inkml:trace contextRef="#ctx0" brushRef="#br0" timeOffset="13932.09">14302 2687 3121 0,'-10'-7'129'0,"10"7"53"15,-9-5 22-15,9 5 18 0,0 0 5 0,-5-7-10 16,5 7-22-16,0 0-17 0,0 0-20 15,-3-8-15-15,3 8-13 0,0 0-7 16,0 0-15-16,0 0-7 0,17-4-12 0,-17 4-5 16,13-4-10-16,-3 0-8 15,-2 0-17-15,-1 0-5 0,2-2-8 0,0 1 3 16,-2-5-15-16,2 2-1 0,-3-2-1 16,0-1-5-16,-4 1-9 0,0 1-6 0,0-1 0 15,-4 4-4-15,2 6-5 0,-8-14 0 16,-5 11-2-16,0 1 0 0,-3 4 1 0,0 1 0 15,-7 3 1-15,-6 6 1 0,-2 5 0 16,6 5 2-16,2 1-2 0,3 2 4 16,4 1 4-16,2-3 6 0,3 0 0 0,6-4 3 15,1-1-2-15,4-1 0 16,0-1-1-16,6-1 2 0,-3 0 0 0,8-3 8 0,0 0-10 16,2-5-21-16,0-1-25 15,0-2-33-15,7-1-58 0,-6-2-70 0,4-1-73 0,1-1-83 16,2-2-106-16,-4-1-150 15,0-2-43-15,1 3 68 0,-4-4-315 0,2 0-382 16</inkml:trace>
  <inkml:trace contextRef="#ctx0" brushRef="#br0" timeOffset="14415.07">14766 2629 2307 0,'0'0'10'16,"0"0"65"-16,0 0 46 0,0 0 50 0,0 0 40 0,0 0 28 15,0 0 16-15,0 0 7 0,0 0-2 0,0 0 1 16,0 0 12-16,0 0-3 0,0 0-2 15,25 1-36-15,-25-1-16 0,12-1-18 16,-12 1-23-16,15-6-16 0,-6 0-14 0,1 3-15 16,-2 0-15-16,-1-3 0 15,2 2-4-15,-4-3-22 0,2 1-9 0,-3-4-15 16,2 3-7-16,-5-1-3 0,-1 1-14 16,0 7-2-16,-1-15-14 0,-5 10-7 0,6 5-2 15,-16-6-4-15,3 2-1 0,-5 8-2 16,0-2 5-16,-3 5-3 0,3 3-7 0,-9 6-4 15,4 1 1-15,3 2 1 0,4-1-2 16,7 0 3-16,-2-3 2 0,4 1-1 16,3-1-3-16,4-1 2 0,-1-2 1 0,2 0 0 15,1 0 3-15,4-2-2 0,1-1 0 16,5-1-21-16,-1-1-29 0,0-3-38 0,5 1-44 16,2-2-50-16,-4-1-65 15,2-2-65-15,-1 0-82 0,1-4-98 0,2 1-129 0,0-2-114 16,4-4 62-16,4-4-449 15,1-3-585-15</inkml:trace>
  <inkml:trace contextRef="#ctx0" brushRef="#br0" timeOffset="14731.01">16112 1771 2958 0,'0'-11'17'0,"-2"-1"60"0,2 4 29 0,0 8 19 15,-8-6 17-15,8 6 18 0,0 0 31 0,-41 35 15 16,8 2 16-16,-3 12 33 0,-10 20 16 16,-3 9 14-16,-3 17 2 0,-3 7 8 15,-1 10-2-15,6 3-9 0,-4 0-11 16,4 4-14-16,3-5-15 0,5 0-21 0,-2-10-19 16,6-7-16-16,6-7-11 0,5-10-16 15,4-22-19-15,4-4-11 0,0-7-116 0,5-14-15 16,5-3 0-16,4-11 0 0,-1-2 0 15,-1-5 0-15,6-6 0 0,-3 0 0 0,4-6 0 16,0 0-236-16,0 0-96 0,0 0-82 16,0 0-83-16,9-27-102 0,-2 13-140 15,-2 2-58-15,1-5 81 0,-3 1-597 16,-1-1-771-16</inkml:trace>
  <inkml:trace contextRef="#ctx0" brushRef="#br0" timeOffset="15564.3">16928 2506 3684 0,'-6'-11'9'0,"0"4"15"0,2 1 27 16,4 6 23-16,-14 0 25 0,14 0 23 0,-22 16 8 16,8 1-4-16,2 9-11 0,-8 4-5 15,5 0-8-15,1 3-7 0,0-1-7 16,1 1-12-16,1-1-1 0,1-1-10 0,0-4-7 15,4-4-4-15,3-5-7 16,1-6-6-16,-1 1-1 0,0-5-6 0,4 0-1 0,-3-1-2 16,3-7 1-16,0 10-3 15,0-10-6-15,0 0-8 0,0 0-5 0,0 0-8 0,0 0 2 16,3-29-3-16,-1 12 0 16,4 2 2-16,-4-2-1 0,-1 2-3 15,3 1 4-15,-2 4 9 0,2-2 4 0,-4 3-5 16,1 2-7-16,-1 7-3 0,3-8 2 15,-3 8 0-15,0 0 0 0,0 0 2 0,0 0 0 16,0 0-2-16,21 17-1 0,-16-9-3 16,2-2 3-16,0 0-4 0,0-1-12 15,3 0-8-15,-2-1-6 0,1-1-4 0,-9-3-2 16,23 0-6-16,-10-1 2 0,1-5 10 16,3 1-1-16,0-6 4 0,8-8 6 15,-3 0 15-15,1-3 13 0,-1 3 7 0,-6 4 11 16,-4 3 20-16,-1 3 14 0,-1 0 14 15,-4 4 1-15,2-1-11 0,-5 2-8 16,-3 4-7-16,0 0-5 0,0 0-2 16,15 12-2-16,-10-3-4 0,-2 7-4 0,1 5-6 15,0 0 0-15,-1 3-19 0,-1-2-13 16,0 2-21-16,2-7-22 0,-1 5-24 0,0-5-31 16,1 2-35-16,0-7-34 0,-2 1-32 15,1-1-41-15,-1 0-36 0,2-2-43 16,-2-3-54-16,-1-5-69 0,-1-2-83 0,11 4-42 15,-11-4-265-15,0 0-322 0</inkml:trace>
  <inkml:trace contextRef="#ctx0" brushRef="#br0" timeOffset="15712.79">17345 2668 2343 0,'4'-12'78'0,"0"2"58"0,0 1 49 0,-2 3 18 16,-2 6 0-16,1-6-14 0,-1 6-13 15,0 0-14-15,0 0-9 0,0 0-20 0,-3 31-13 16,-1-14-40-16,2 2-48 0,-2 1-72 15,0 5-75-15,0-3-75 0,0 0-91 16,-1 0-100-16,1 0-147 0,1-1-9 0,-1-4-185 16,-1-2-213-16</inkml:trace>
  <inkml:trace contextRef="#ctx0" brushRef="#br0" timeOffset="15880.81">17337 2515 2106 0,'-2'-12'91'0,"-1"2"15"0,-1 1 4 16,2 2-18-16,0 4-7 0,2 3-34 0,0 0-49 15,0 0-56-15,0 0-67 0,0 0-90 16,0 0-130-16,0 0-311 0,0 0-148 16</inkml:trace>
  <inkml:trace contextRef="#ctx0" brushRef="#br0" timeOffset="16263.96">17574 2601 2065 0,'0'0'159'0,"7"-5"16"15,-7 5 17-15,0 0 23 0,0 0 4 16,0 0-1-16,0 0 0 0,4 11-2 0,-2-1-18 16,0-2-16-16,-2-8-11 15,0 17-14-15,1-8-13 0,-1 0-17 0,0 3-11 16,0-4-7-16,0 1-16 0,3 1-8 15,-3-3-7-15,0-7-6 0,0 13-5 16,-3-6-6-16,3-7-3 0,3 9 1 0,-3-9 14 0,0 0-1 16,6 5-7-16,-6-5-13 15,0 0-1-15,0 0-7 0,0 0-5 0,15-24 0 16,-12 17-2-16,6 0 7 0,-6 0 4 16,3 1 0-16,-1 0-1 0,-5 6 4 15,8-8 4-15,-8 8-6 0,0 0 3 0,0 0-3 16,0 0-8-16,19 14 3 0,-15-8-9 15,0 3-19-15,-1 1 0 0,2 2-5 0,-1 0-14 16,-1-2-18-16,3 1-23 0,-3 1-27 16,-1-4-36-16,0 2-36 0,2-1-39 15,-2-2-59-15,1-2-54 0,-3-5-51 16,5 10-69-16,-1-6-84 0,-4-4-92 0,3 6-30 16,-3-6-384-16,0 0-479 0</inkml:trace>
  <inkml:trace contextRef="#ctx0" brushRef="#br0" timeOffset="16448.09">17877 2660 2808 0,'5'-14'95'16,"-3"8"70"-16,0 0 51 0,2-1 31 16,-4 7 17-16,3-6-1 0,-3 6-18 0,0 0-7 15,0 0-15-15,0 0-11 0,0 0-19 16,14 19-19-16,-12-8-20 0,0 2-16 0,-2 3-13 16,0 3-34-16,-2 0-37 15,0 0-40-15,-1 1-47 0,1 0-49 0,-2-1-60 16,-1-2-59-16,2 0-65 0,-1-3-69 15,0-2-81-15,3 1-97 0,-3-6-126 16,0 2 48-16,2-4-328 0,2-5-399 0</inkml:trace>
  <inkml:trace contextRef="#ctx0" brushRef="#br0" timeOffset="16612.79">17936 2515 2593 0,'-6'-17'76'0,"5"5"44"0,1 2 26 0,-7 1-4 15,5 2-5-15,2 7-22 0,-3-7-25 16,3 7-25-16,-2-3-49 0,2 3-60 0,0 0-87 16,0 0-111-16,0 0-152 15,0 0-141-15,2 24 51 0,-1-14-84 0,5 2-70 16</inkml:trace>
  <inkml:trace contextRef="#ctx0" brushRef="#br0" timeOffset="17146.89">18124 2666 1934 0,'0'0'286'16,"0"0"13"-16,0 0 12 0,0 0 5 0,0 0-10 15,-28 4-22-15,28-4-28 16,-8 10-21-16,7-3-26 0,-1 1-18 16,-2 1-20-16,2-1-17 0,-1 3-11 0,2-1-17 15,-3 0-13-15,0 0-12 0,4-1-13 16,-4 0-10-16,4-3-6 0,0-6-4 0,-1 14-14 15,-1-9-6-15,2-5-15 0,-2 9-3 16,2-9-13-16,0 0-6 0,0 0-10 0,0 0 1 16,0 0-2-16,0 0 1 0,0 0-4 15,18-28 4-15,-6 13 4 0,-2 3 6 16,2-3 14-16,-3 4 27 0,0-1 15 0,0 4 15 16,0 1-5-16,-6-1 5 15,5 4 18-15,-8 4-5 0,12-4-3 0,-12 4-8 16,0 0-1-16,0 0-6 0,20 13-9 15,-14-8-10-15,0 2-6 0,0 1-13 0,-3 1-19 16,1-1-20-16,0 1-19 0,-1-1-17 16,-1-1-11-16,2 0-9 0,-4-7-7 15,6 10-2-15,-4-6 2 0,-2-4 3 0,6 5 3 16,-6-5 5-16,0 0 6 0,0 0 2 16,0 0 7-16,32-10 4 0,-21 1 7 0,1 0 10 15,-1 3 12-15,0-1 12 0,1 2 26 16,-4 0 20-16,-1-1 28 0,2 3-10 15,-9 3-1-15,0 0 0 0,12-2-8 0,-12 2-1 16,12 9-12-16,-12-9-3 0,6 12-20 16,-4-5-43-16,0 1-28 0,0 1-46 15,-1-2-44-15,1 3-50 0,0-3-59 0,-2 1-60 16,4-1-60-16,-4-7-79 0,2 14-99 16,0-9-157-16,-1 0 47 0,-1-5-476 15,0 0-595-15</inkml:trace>
  <inkml:trace contextRef="#ctx0" brushRef="#br0" timeOffset="17447.93">18443 2753 2910 0,'0'0'35'0,"-4"-8"57"0,4 8 35 0,-4-8 21 0,4 8 8 0,-2-7 16 0,2 7 11 15,0 0-1-15,0 0 0 0,0 0-14 0,0 0-10 16,0 0-12-16,0 0-10 0,12 25-15 15,-6-18-10-15,-3 0-8 0,3 0-12 0,-3 1-12 16,5-1-6-16,-2 0-6 0,2 0-5 16,-3-4-5-16,3 4-4 0,-8-7-21 15,15 7-3-15,-7-5-6 0,-8-2-4 0,14 3-10 16,-14-3-6-16,14 3-8 0,-14-3-13 16,0 0-15-16,20-6-11 0,-16 0-11 0,-4 6-19 15,5-11-24-15,-1 0-21 16,-1-1-24-16,-3-3-35 0,4-4-36 0,1 0-43 0,-3 2-42 15,-2-2-58-15,3 4-98 16,-1 3-131-16,-2 2 52 0,-4 3-234 0,4 2-258 16</inkml:trace>
  <inkml:trace contextRef="#ctx0" brushRef="#br0" timeOffset="18031.75">18804 2692 2198 0,'0'0'220'16,"0"0"54"-16,0 0 32 0,0 0 22 16,-43 0 4-16,43 0 4 0,-11 5-20 15,4-1-26-15,7-4-23 0,-11 11-28 0,8-4-21 16,-3 2-21-16,2-2-21 0,1 3-17 16,-2-2-18-16,1 1-12 0,3 0-20 0,-1-1-5 15,0-1-22-15,-2 0-15 0,4-7-5 16,-4 12-29-16,4-12-9 0,-1 8-8 15,1-8-13-15,-2 7-11 0,2-7 4 0,0 0-1 16,0 0 0-16,0 0 0 0,0 0 2 16,0 0 13-16,28-17 7 0,-18 9 27 15,1-3-6-15,-1 3 6 0,-1-1 12 16,0 2 2-16,2 2 2 0,-6 0-1 0,2 2 0 16,-7 3-8-16,10-6-1 0,-10 6-3 15,0 0 0-15,15 2-10 0,-15-2-6 16,0 0-3-16,15 5-5 0,-15-5-10 0,10 7-13 15,-10-7-14-15,10 4-5 0,-10-4-10 16,7 3 0-16,-7-3 3 0,0 0 4 0,14 2 5 16,-14-2 2-16,0 0 1 0,20-11 7 15,-10 5-4-15,1-3 1 0,2 1 9 0,-1-3 19 16,-1 2 14-16,0 1 11 0,-2 1 18 16,-2 1 10-16,-1 4 8 0,2-4 8 15,0 5-7-15,-8 1 11 0,11-3-1 0,-11 3 2 16,13 4-7-16,-13-4-6 15,13 8-8-15,-5 0-13 0,-5-1-58 0,6-1 0 16,-4 0 0-16,1 1 0 0,-1 0 0 16,1-2 0-16,0 0 0 0,-6-5 0 0,11 8 0 15,-5-4 0-15,1-1 0 0,5 1 0 16,0-3-113-16,1 1-54 0,8-2-60 0,4 4-80 16,1-4-84-16,14 1-109 0,5 1-139 15,-2-4-200-15,3 4 78 0,-1-4 84 16,18 1-537-16,-13-3-678 0</inkml:trace>
  <inkml:trace contextRef="#ctx0" brushRef="#br0" timeOffset="18280.43">20049 2496 3318 0,'-8'-8'-8'0,"1"4"35"0,7 4 26 0,-16 0 35 0,16 0 21 0,-16 9 17 16,0 4 10-16,-2 11 12 0,-4 1 2 15,3 4 3-15,-7 6-8 0,8-6-13 16,-3 3-9-16,6-3-27 0,3 0-11 0,1-1-8 16,6-6-9-16,1-3-7 0,2-4-25 15,2-1-32-15,2-3-32 0,4 1-36 16,-1-2-50-16,4-4-55 0,2 1-73 16,0-4-102-16,1 0-125 0,-1-1-156 0,4-4 61 15,-2 2-289-15,6 0-338 0</inkml:trace>
  <inkml:trace contextRef="#ctx0" brushRef="#br0" timeOffset="18597.18">20364 2716 2296 0,'0'0'127'0,"-20"-7"65"0,20 7 41 16,-11 0 33-16,11 0 18 0,0 0 13 0,-23 5-8 15,23-5-12-15,-13 7-21 0,7-2-25 16,0 0-12-16,6-5-5 0,-7 10-36 15,5-3-17-15,2-7-20 0,0 9-4 16,0-9-16-16,4 10-7 0,-4-10 5 0,5 7-9 16,4-4-9-16,-9-3-10 0,11 4-7 15,-11-4-7-15,11 1 1 0,-11-1-11 0,0 0-10 16,21-5-3-16,-14 2-6 0,4-2 4 16,-4-2-5-16,0 0-3 15,1-5-5-15,-3 0-3 0,4-1-4 0,-4-1-6 16,1 2-23-16,-3 1-19 0,-1 0-27 0,0 1-30 15,-2 1-30-15,0 2-43 0,0 7-51 0,-4-9-51 16,4 9-70-16,-5-4-64 16,5 4-86-16,0 0-113 0,0 0-145 0,0 0 76 15,0 0-454-15,0 0-575 0</inkml:trace>
  <inkml:trace contextRef="#ctx0" brushRef="#br0" timeOffset="18930.61">20720 2538 2977 0,'0'0'35'0,"0"-11"71"16,0 11 59-16,-4-9 31 0,4 9 11 16,0 0-2-16,-11-1-7 0,11 1-8 0,-22 7-15 15,8-1-11-15,-2 2-19 16,-1 1-12-16,-8 7-16 0,8-1-11 0,2-1-13 16,4-1-20-16,5-1-9 0,2 1-8 15,4-3-2-15,2 1 14 0,1 1 16 16,4-3 33-16,-2 0 61 0,5 2 47 0,-5-1 46 15,4 2 29-15,-2-3 10 0,-2-1 5 16,5 1 2-16,-7-2 8 0,2-1-103 0,-1 0-222 16,-4-6 0-16,3 10 0 0,-1-5 0 15,-2-5 0-15,4 8 0 0,-4-8 0 0,2 9 0 16,-2-9 0-16,0 0 0 0,-4 12 0 16,0-10 0-16,4-2 0 0,-7 7 0 15,1-4 0-15,6-3 0 0,-13 3 0 16,5-1 0-16,8-2-270 0,0 0-382 0,-16-8-84 15,13 1-101-15,3-3 5 0,3-6-822 16,5-15-1092-16</inkml:trace>
  <inkml:trace contextRef="#ctx0" brushRef="#br0" timeOffset="19180.49">21171 1992 4366 0,'10'-16'-58'0,"-6"1"96"0,2 5 81 15,-3 1 65-15,-1 4 40 0,2 0 9 16,-4 5-11-16,0 0-14 0,0 0 22 15,0 0 18-15,0 0-5 0,-15 32-9 16,1 1-7-16,0 14-10 0,-4 6-2 0,1 5-10 0,0 2-21 16,-4 5-14-16,8-1-21 15,2 2-14-15,-2-2-12 0,4-2-48 0,6-6-75 16,-1-13 0-16,-2-3 0 0,3-5-60 16,-4-7-130-16,5-6-66 0,2-3-67 15,-2-5-40-15,2-4-54 0,-1-1-40 0,-1-4-46 16,2-5-32-16,-4 5-38 0,4-5-36 15,0 0-19-15,0 0-487 0,-16-24-583 0</inkml:trace>
  <inkml:trace contextRef="#ctx0" brushRef="#br0" timeOffset="19331.74">20926 2689 2966 0,'-12'-14'-21'0,"1"3"64"0,1 3 65 15,3 0 67-15,-1 4 45 16,8 4 32-16,-10-9 13 0,7 5 2 0,3 4-17 16,-4-6-14-16,4 6-21 0,0 0-17 15,0 0-11-15,0 0-20 0,14-11-18 16,-7 10-50-16,4-3-63 0,3 2-71 0,3 0-91 15,0-2-84-15,6 1-100 0,0-3-116 16,1 2-166-16,1 0-80 0,10-4 55 0,-1 3-344 16,2-7-438-16</inkml:trace>
  <inkml:trace contextRef="#ctx0" brushRef="#br0" timeOffset="19999.25">22182 2459 2782 0,'0'0'96'0,"-8"-14"29"0,0 7 17 16,-1 0 22-16,0 0 13 0,-7 2 0 16,0 2-12-16,-4 1-10 0,1 0-11 15,-3 4-19-15,-2-2-8 0,-1 5-16 0,2 2-7 16,0 0-15-16,5 3-6 0,0-1-22 15,5-1-10-15,6 1-9 0,0-2-9 0,6 1-2 16,1-1 1-16,1 3-3 0,8-3-4 16,0 3-2-16,0 2 1 0,3-1 6 15,1 1 13-15,3 2 10 0,-3-1 31 0,0 1 16 16,1 1 7-16,-1-1 19 16,-3-2 18-16,-5 1-8 0,4-1 21 0,-5 0 17 15,2-4 11-15,-6 1 5 0,0-1-13 16,-4 1-14-16,-2 3-19 0,1-4-8 0,-1 3-16 0,-6-3-8 15,3 2-14-15,0-3-30 16,-5 2-46-16,1-4-44 0,2 0-59 0,-1-2-58 16,1 1-74-16,1-4-85 0,10 0-104 15,-17-6-112-15,13-2-137 0,3-4-89 16,2-5 68-16,5-16-503 0,5-4-650 0</inkml:trace>
  <inkml:trace contextRef="#ctx0" brushRef="#br0" timeOffset="20245.91">22639 1552 3048 0,'2'-13'-22'15,"-2"5"51"-15,0 4 27 0,0 4 25 0,0 0 38 16,0 0 34-16,-17 26 22 0,4 5 24 16,-5 12 16-16,1 10 15 0,-4 3 9 0,4 8 0 15,-7 20-16-15,-3 8-12 0,-2-1-27 16,2 6-13-16,1 4-22 0,-5 0-13 15,3-3-19-15,-5-3-12 0,3-2-37 0,1-4-24 16,0-6-50-16,8-19-33 0,3-4-44 16,-2 1-64-16,-3-10-59 0,8-2-51 0,0-16-49 15,4-4-37-15,0-9-57 16,-2-6-51-16,8-5-43 0,-1-4-44 0,5-3-448 16,1-2-463-16</inkml:trace>
  <inkml:trace contextRef="#ctx0" brushRef="#br0" timeOffset="20549.02">22225 2648 2479 0,'10'-25'-39'0,"-4"7"68"0,0 1 52 0,-3 2 41 16,-3 7 43-16,4-2 22 15,-2 1 16-15,0 2 5 0,0 2 11 0,-2 5 11 16,8-4-3-16,-8 4-3 0,0 0-8 0,0 0-13 16,29 8-12-16,-20-4-13 15,-2 1-4-15,2 3-8 0,2-4-17 0,-4 4-12 16,-1-4-10-16,-1 1-1 0,2 3-16 15,-7-8-8-15,5 10-10 0,-3-3-7 0,-2-7-13 16,0 10-19-16,0-10-25 0,-6 10-28 16,6-10-38-16,-12 8-40 0,12-8-44 15,-7 5-48-15,1-5-47 0,6 0-51 0,0 0-42 16,0 0-40-16,0 0-43 0,-23-7-49 16,21 3-77-16,2 4-83 0,-1-9 33 15,1 9-270-15,7-7-324 0</inkml:trace>
  <inkml:trace contextRef="#ctx0" brushRef="#br0" timeOffset="20879.22">22500 2556 2280 0,'14'-3'37'0,"-5"1"65"0,-2-2 52 0,-7 4 32 16,18-1 36-16,-18 1 26 0,0 0 15 0,16 9 5 15,-9-1-5-15,-2 0-3 16,-3 3-12-16,0 3-10 0,-2-3-10 0,0 3-18 16,-4 2-9-16,1-1-4 0,-6-1-13 15,2 0-21-15,-2 3-18 0,-1-5-12 16,0 0-16-16,-1-2-11 0,1-1-7 15,1-1-10-15,-2-1-36 0,-1-2-21 0,1 1-20 16,0-5-18-16,11-1-9 0,-22 0-19 0,22 0-17 16,-15-7-10-16,7 4-8 15,5-6-3-15,1-2 7 0,4-2 10 0,-1-1 0 16,7 1 6-16,2-4 4 0,-1 5 8 16,0 0 10-16,4 2 17 0,-2 1 26 0,-2 2 9 15,3 2 15-15,-5-1 15 0,2 4 10 16,-9 2 11-16,20 2-4 0,-20-2-8 15,17 8-6-15,-9-4-5 0,-3 4-7 0,3-1-7 16,-3 1-29-16,2-2-32 0,-2 4-47 16,1-3-65-16,-2 1-76 0,-1-1-74 0,1 0-85 15,0-2-91-15,0 1-94 0,0 0-137 16,0-3 41-16,-4-3-460 0,0 0-579 16</inkml:trace>
  <inkml:trace contextRef="#ctx0" brushRef="#br0" timeOffset="21280.09">22761 2481 2951 0,'2'-14'74'0,"-4"2"86"16,2 5 56-16,0 7 35 0,-2-10 16 15,2 10 10-15,0-7-16 0,0 7-13 16,0 0 10-16,0 0-21 0,0 0-6 0,-10 21-17 16,8-11-19-16,-1 2-16 0,-1 0-15 15,0 3-13-15,1-1-13 0,-1 1-4 0,0 1-26 16,2-3-9-16,1-1-5 15,-4 1-17-15,3-3-15 0,0 1-16 0,0-3-23 16,2-2-16-16,0-6-11 0,-2 12-2 0,1-4-12 16,1-8-10-16,0 0-4 0,0 0-18 15,0 0-2-15,0 0-3 0,0 0 2 16,0 0 6-16,0 0 2 0,25-30 3 16,-14 13 5-16,10-4 2 0,-2-3 10 0,-6 9-8 15,0 1 5-15,-1 4 3 0,-3 3 1 16,1-1 11-16,-4 4 11 0,3 3 13 0,-9 1 16 15,0 0 6-15,0 0 4 16,15 13-6-16,-12-8 6 0,-3 6-11 0,-3 2 0 16,1-1 0-16,0 2-3 0,1 1-11 15,-1 2-5-15,0 0-26 0,-2-5-22 16,2 2-35-16,1 1-39 0,-3-1-47 0,2-4-59 16,-2 0-66-16,4-1-70 0,-4-1-107 15,2 1-116-15,-4-5-117 0,4 2 68 0,2-6-431 16,0 0-532-16</inkml:trace>
  <inkml:trace contextRef="#ctx0" brushRef="#br0" timeOffset="21731.12">23041 2448 3056 0,'0'-13'129'0,"4"9"55"0,-4 4 29 0,0-8 8 0,0 8 17 15,0 0 13-15,0 0 4 0,0 0-13 16,0 0-23-16,-8 36-12 0,7-21-10 15,-5 7-17-15,2 0-9 0,-2 1-4 0,-1 7-2 16,-5 0-16-16,7-6-12 0,-3-3-11 16,0 1-15-16,3-1-4 0,-3-4-15 0,2-4 0 15,-2-1-17-15,7-2-27 0,-3 1-26 16,0-3-28-16,0-1-24 0,3 0-28 0,1-7-18 16,-4 5-15-16,4-5-14 0,0 0-9 15,0 0-12-15,0 0-13 0,0 0-7 16,0 0-4-16,5-27 4 0,3 10 5 0,3-2 8 15,7-8 16-15,1 1 13 0,-1 0 14 16,0 6 10-16,-3 4 10 0,-3 3 27 16,-3 3 29-16,-4 3 27 0,3 3 17 0,-2 0 16 15,-6 4 16-15,0 0 9 0,0 0 3 16,15 8-6-16,-13 1-1 0,0 1-6 16,-2 2-3-16,2 3-6 0,-6 2-8 0,2 0-4 15,0 0-2-15,0 4-2 0,-1 2-3 16,3-2-7-16,0-4-20 0,0-1-38 0,0-3-31 15,0 1-31-15,0-2-47 0,-2-2-52 16,4-3-66-16,-2 1-58 0,0-2-82 16,0-6-75-16,0 8-84 0,0-8-40 0,0 0-345 15,0 0-422-15</inkml:trace>
  <inkml:trace contextRef="#ctx0" brushRef="#br0" timeOffset="21928.98">23291 2571 2662 0,'8'-12'81'0,"-3"2"60"15,-1 2 53-15,2 1 26 0,-4 3 21 16,-2 4 6-16,7-4-4 0,-7 4-17 0,0 0-20 16,0 0-18-16,16 20-20 0,-13-7-14 15,1 4-15-15,0 5-16 0,-1 1-12 0,-1 2-3 16,3 1-30-16,-3-1-32 0,0-1-64 16,-1-2-77-16,-1-1-67 0,0-4-67 15,0-2-69-15,0-3-75 0,0 2-105 0,0-4-132 16,0 0 31-16,0-5-351 15,0-5-410-15</inkml:trace>
  <inkml:trace contextRef="#ctx0" brushRef="#br0" timeOffset="22079.67">23449 2549 2627 0,'-8'-10'100'0,"6"1"42"15,-1 3 33-15,1-1 5 0,2 7-8 16,-6-9-22-16,6 9-19 0,0 0-44 0,-3-7-79 15,3 7-96-15,0 0-109 0,0 0-135 16,0 0-187-16,0 0-7 0,0 0 54 16,0 0-85-16,0 0-60 0</inkml:trace>
  <inkml:trace contextRef="#ctx0" brushRef="#br0" timeOffset="22428.98">23559 2663 1973 0,'-9'1'366'15,"9"-1"24"-15,-14 8 26 0,9-5 16 16,-3 2-2-16,3 0-23 0,-3 2-37 0,2 0-40 16,0 0-32-16,3-1-30 15,-3 1-30-15,4 0-36 0,-1 0-45 0,1 0-41 0,2-7-41 16,-7 12-31-16,6-7-33 0,1-5-28 16,-4 9-27-16,4-9-18 0,-2 6-12 15,2-6-10-15,0 0 4 0,0 0 1 16,0 0 1-16,0 0 6 0,0 0 4 15,32-19 6-15,-16 7 10 0,4-6 5 0,3-3 6 16,2 2 10-16,-5 6 14 0,-5 1 14 16,-4 2 16-16,3 2 11 0,-3 2 11 0,-1 2 5 15,-3 1 5-15,-7 3-2 0,13 3-6 16,-13-3-1-16,10 9-8 0,-2-2-17 0,-7 1-24 16,3 1-31-16,2 1-41 15,-4 0-49-15,-1 1-60 0,-1-1-65 0,2-2-62 16,0-1-85-16,1 2-108 0,2 0-123 0,-5-5 52 15,6 2-344-15,-6-6-410 16</inkml:trace>
  <inkml:trace contextRef="#ctx0" brushRef="#br0" timeOffset="22795.55">24032 2571 2604 0,'-1'-12'105'15,"-8"-1"47"-15,4 6 45 0,-3 6 20 0,8 1 14 16,-17 0 6-16,17 0-12 0,-22 4-21 15,11 1-19-15,2 3-23 0,0 0-16 0,1 5-12 16,0-1-13-16,3 1-14 16,1 0-9-16,0 3-11 0,3 0-7 0,2 8 10 15,-1 1 22-15,6 11 35 0,-1 2 16 16,3 0 38-16,0 2 25 0,1 7 22 16,1-4 5-16,-3-3 6 0,-2 4 9 0,-3-6 0 15,-1-2-8-15,-2-1 5 0,-3-9-126 16,-3-3-139-16,0-2 0 0,-2-4 0 0,-13 5 0 15,-1-3 0-15,-1-4 0 0,-9-3 0 16,-7-2 0-16,-3-3 0 0,-16-3 0 0,-4-3 0 16,-2-1 0-16,14 0 0 15,-3-1 0-15,7-1 0 0,4 0 0 0,6-1 0 16,8 3 0-16,6-2 0 0,4 0 0 16,2 1 0-16,4-4 0 0,3 3 0 0,-1-3 0 15,3-2-171-15,2-2-569 0,2 1-144 16,-2-2-9-16,1 1 89 0,-1 0-794 0,3-2-1039 15</inkml:trace>
  <inkml:trace contextRef="#ctx0" brushRef="#br0" timeOffset="23612.03">25111 2056 3208 0,'0'-18'265'0,"1"5"-54"16,-1 5-40-16,0 0-32 0,2 4-24 15,-2 4 46-15,0 0 24 0,-3 26 4 16,-5 8-15-16,-8 22-3 0,4 5-13 0,-8 6-10 16,-4 18-16-16,1-1-9 0,4-18-16 15,0-4-4-15,3-1-14 0,2-5-18 16,-2-7-35-16,7-9-33 0,-3-6-42 15,2-3-40-15,5-9-61 0,-2-5-40 0,2-2-31 16,1-4-40-16,2-5-37 0,-1 0-31 16,3-6-40-16,0 0-41 0,0 0-39 15,0 0-59-15,-11-21-34 0,11 10-225 0,-2-9-246 16</inkml:trace>
  <inkml:trace contextRef="#ctx0" brushRef="#br0" timeOffset="23778.92">24809 2601 1916 0,'-9'-9'-36'0,"2"5"52"16,-2 0 35-16,0 0 39 0,9 4 34 15,-9-4 23-15,9 4-1 0,0 0 0 0,-9-5-4 16,9 5 16-16,0 0-2 0,0 0-4 16,0 0-11-16,0 0-19 0,0 0-13 0,39 0-13 15,-20 0-39-15,4 0-41 16,4 0-59-16,14 2-65 0,4 1-84 16,-6-3-109-16,10 2-156 0,-10 0-78 0,1 3 54 15,-7 4-74-15,-5-2-58 0</inkml:trace>
  <inkml:trace contextRef="#ctx0" brushRef="#br0" timeOffset="24212.42">25233 2834 1602 0,'-12'5'154'0,"0"0"31"0,7-2 7 16,5-3 9-16,-7 8 2 0,7-8-4 0,-6 4-13 16,6-4-10-16,0 0-18 0,0 0-16 15,0 0-9-15,0 0-18 0,0 0-16 16,40-6-20-16,-26-1-31 0,0 0-10 15,4-2-14-15,-2-1 4 0,-3-3-2 16,-1-3 2-16,0-1 15 0,0-10 15 0,-5-2 5 16,-2 0 13-16,-3 4 12 0,-2 0 13 15,-2-1 8-15,2 1 0 0,-3 4-4 0,-3 0-8 16,1 5-10-16,-4 3-12 0,2 2-7 16,-2 6-9-16,0 0-5 0,9 5-3 15,-18 0-6-15,18 0-7 0,-19 5-5 0,9-1-5 16,10-4 2-16,-9 8-6 15,9-8 0-15,0 7-1 0,0-7-4 0,0 0 0 0,25 2 3 16,-7-4-4-16,6-3 1 0,10-2-2 16,-6 0 6-16,-3 4 12 0,0 0 9 15,-4-1 19-15,-6 4 15 0,5 2 9 16,-5 1 16-16,-3 4 16 0,-1 3-8 16,-4 4-8-16,-1-2-21 0,-3 5-4 0,1 3-11 15,-1-4-9-15,-3 5-6 0,2-4-30 16,-2 1-29-16,0 2-48 0,0-3-55 0,1-3-42 15,-1-1-64-15,2-1-41 0,2 1-75 16,0-5-103-16,1-1-137 0,1-2-145 16,0-2 58-16,-6-3-440 0,19 0-569 0</inkml:trace>
  <inkml:trace contextRef="#ctx0" brushRef="#br0" timeOffset="24578.85">25966 2496 3247 0,'0'0'66'0,"-22"-1"45"0,22 1 31 0,-20 3 35 0,20-3 15 0,-12 5-6 16,5-2-15-16,7-3-10 0,-9 9-9 15,7-4-16-15,2-5-16 0,0 0-10 0,6 14-11 16,-6-14-11-16,12 7-10 0,-5-6-14 16,-7-1-16-16,17 4-17 0,-17-4-12 15,21-4-8-15,-21 4-7 0,19-4 0 0,-10-2 2 16,1 0-1-16,0 0 3 15,-6 1 2-15,-1-2 8 0,-3 7 5 0,4-7-1 16,-4 7-3-16,0 0 0 0,-13-8-2 16,13 8 1-16,-25 5 3 0,8 2-1 0,-4 1-2 15,4 5 6-15,-6 3 3 0,6 1-1 16,1-5 0-16,3 5-2 0,1-3-2 16,5-2-3-16,1 3-1 0,1-4-6 0,3 0 1 15,2-2-22-15,0-3-37 16,4 1-49-16,-1 0-77 0,5-4-80 0,4 3-89 0,-3-6-113 15,6 0-139-15,0 3-59 0,4-6 62 16,6 3-311-16,2-6-382 0</inkml:trace>
  <inkml:trace contextRef="#ctx0" brushRef="#br0" timeOffset="24978.47">26525 2488 2536 0,'0'0'55'0,"0"0"42"0,-41 5 28 0,41-5 33 15,-14 8 18-15,4-4 2 0,2 1-4 16,2 0-10-16,1 0-14 0,5-5-7 0,-6 12-18 16,6-12-11-16,6 10-11 0,-1-6-12 15,-5-4-7-15,13 5-8 0,-4-3-8 16,-9-2-6-16,16 2-4 0,-16-2-5 16,23-6-3-16,-11 3-6 0,0-2 20 15,-1-2 16-15,-3 0 18 0,-1-2 29 0,-1 1 9 16,-2-1 7-16,-3 3-1 0,-1 6-9 15,-7-11-9-15,-2 8-5 0,-11-1-8 0,1 3-23 16,-10 4-3-16,-9 2-13 0,2 4-6 16,2 3-6-16,4 1-9 0,1 3-5 15,2 5 4-15,6 0-5 0,4-5-4 0,5-1-3 16,5 3 0-16,2-3-5 0,3-3-3 16,4 0 5-16,3-1 1 0,1 3 8 0,4-4-11 15,1 0-4-15,5-3-1 0,-4 0-4 16,6-2-5-16,-3 0 0 0,-1-3-9 15,-1 0-38-15,0-1-51 0,-3-1-55 16,-10 0-63-16,14 3-82 0,-3-1-77 0,-4 2-103 16,-7-4-147-16,7 5-150 0,-7-5 65 15,2 7-532-15,-2-7-686 0</inkml:trace>
  <inkml:trace contextRef="#ctx0" brushRef="#br0" timeOffset="26215.84">2648 3871 3583 0,'-9'-11'237'0,"9"11"-28"0,-2-5-56 16,2 5 0-16,0 0-3 0,7-16-3 16,-3 11-23-16,6 0-29 0,1 1-17 0,2-1-7 15,3 5-9-15,-1 0-7 0,4 3-5 16,4 3-6-16,-1 2-4 0,3 6-6 15,-5-1-1-15,1 8 0 0,-8-2-4 16,-4 1-2-16,-4-2 13 0,-1 0 17 16,-4 0 32-16,-4-1 26 0,-1 1 11 0,2-1 6 15,-1-2 14-15,-2-1 2 0,4-2 2 16,-1-2 14-16,1-3 11 0,0 1 0 0,2-1-4 16,0-7-15-16,-2 10-12 0,2-10-18 15,2 9-15-15,-2-9-12 0,0 0-8 0,7 8-16 16,-7-8-42-16,13 2-56 0,-13-2-85 15,0 0-75-15,25-3-66 0,-13-1-68 16,3-1-81-16,5-3-74 0,-4-4-78 0,11-4-110 16,-6-3-93-16,-2-4 67 15,0-2-515-15,-1 0-665 0</inkml:trace>
  <inkml:trace contextRef="#ctx0" brushRef="#br0" timeOffset="26578.13">2982 3645 3151 0,'-31'-10'-114'16,"-7"1"46"-16,-3 1 40 0,-7 8 50 15,-2 2 32-15,-15 6 25 0,0 6 28 0,3 3 15 16,-1 8 18-16,-14 13 13 0,12 7 11 16,3 5 11-16,6 8 5 0,9 2 8 15,17-5-2-15,5 1 1 0,12-2-13 0,6 4-9 16,19-2-7-16,11-3-11 0,13-3-7 16,25 4-15-16,17-5-16 0,13-13-6 15,11-5-14-15,6-9-5 0,7-10-4 0,5-7-24 16,-4-10 6-16,-1-9-16 0,-7-4-4 15,-5-5-6-15,-11-8-3 0,-11-4 1 16,-22 6-1-16,-5-4 7 0,-11-6 17 16,-4-7 20-16,-15-1 17 0,-5-3-2 0,-13 6 7 15,-12-9-3-15,-8-3-9 0,-11 0-9 16,-9 2-6-16,-18-9-10 0,-5 7-11 0,-8 9-8 16,9 16-6-16,-3 9-12 0,-2 7-9 15,-1 11-35-15,-7 9-45 0,-1 7-47 0,-3 9-47 16,-11 11-52-16,4 2-64 0,11 7-57 15,22-2-59-15,9 2-68 0,11-1-126 16,8-10-145-16,13 4 59 0,8-9-501 16,9 5-636-16</inkml:trace>
  <inkml:trace contextRef="#ctx0" brushRef="#br0" timeOffset="27277.58">4495 4272 3157 0,'0'-11'-1'0,"0"3"55"0,0 0 47 16,0 8 48-16,0-10 25 0,0 10 21 16,0 0 1-16,-2-10-16 0,2 10-19 0,0 0 17 15,0 0 39-15,0 0 15 16,-9 28-8-16,5-15-13 0,-2 3 5 0,-2 2-12 15,1 1-11-15,1-2-19 0,-2 1-8 16,2-4-19-16,1 2-15 0,-1-4-15 16,3-2-12-16,-1-2-4 0,2 2-3 0,-1-5-12 15,3-5-1-15,-1 10 1 0,1-10 0 16,0 0-12-16,0 0-9 0,0 0-6 0,0 0-7 16,0 0-5-16,12-39-7 0,0 10-10 15,1 0-6-15,1-2 3 0,0 2-3 0,1 2-1 16,-4 5-6-16,1 5 2 0,-5 7-9 15,1-1-4-15,2 3-2 0,-1 3-1 16,2 1-1-16,-11 4 5 0,29 9-4 16,-10 3 0-16,6 5 2 0,0 0-1 15,-1 3-3-15,1-1-19 0,0 1-4 0,-2-1-9 16,-4-5 1-16,-4-3 3 0,-4-2 3 16,2 0 6-16,-6-3 2 0,0-1 3 0,3 1 14 15,-4-6 4-15,-6 0 2 0,17 0 0 16,-17 0-1-16,17-4 0 0,-8-1-1 0,1-3 2 15,0-1-1-15,-3-4 2 0,2 0-4 16,-3-3-1-16,0-3 4 0,-2-4-11 16,2-3-9-16,-3-9-24 0,-1 1-15 0,0 7-34 15,2 1-27-15,-4 4-25 0,3 2-36 16,-3 4-40-16,3 3-59 0,-3 3-70 16,2 1-74-16,0 2-49 0,0 1-58 15,2 1-68-15,-4 5-98 0,9-6 61 0,-4 3-419 16,-5 3-521-16</inkml:trace>
  <inkml:trace contextRef="#ctx0" brushRef="#br0" timeOffset="27611.71">5156 4100 3079 0,'-9'3'44'0,"3"2"34"16,-2 1 39-16,1 0 31 0,1 1 7 0,-2 1 4 15,4 0 5-15,-3 7 8 0,1-2-7 0,3 1-7 16,-1 1-11-16,-1 1-11 15,5-3-11-15,0 3-7 0,3-2-10 0,3 1-8 16,-1-1-11-16,3-3-1 0,1-1-7 16,3-2-2-16,-1 0-3 0,3-5-1 0,2-1 4 15,-2-2 0-15,-3 0 20 0,-11 0 8 16,25-5 21-16,-14-1 17 0,2-2 3 0,-6-3-1 16,0-1-17-16,-1-2-15 0,-3-3-8 15,-1-2-14-15,-2-1-9 0,-2 1-11 16,-1-3-11-16,1 3-16 0,-2 3-14 15,-1 1-36-15,-1 5-45 0,-1 1-40 0,-2 1-45 16,0 6-40-16,9 2-49 0,-21 0-70 16,8 2-77-16,3 3-93 0,-1 0-136 15,3 2-142-15,1 0 56 0,5-4-509 0,2-3-659 16</inkml:trace>
  <inkml:trace contextRef="#ctx0" brushRef="#br0" timeOffset="27945.13">6568 4238 3174 0,'-11'-9'-75'0,"0"4"44"0,4-1 37 15,-2 1 36-15,-2 3 29 0,1-2 25 16,10 4 5-16,-24 2 16 0,6 3 9 0,-1 2 20 16,0 5 3-16,-5 5 1 0,2 3-6 15,4-2-7-15,4 1-2 0,3-1-8 16,4-1-8-16,-2 3-9 0,5-5-7 0,4-1-8 16,0 0-12-16,2-1-8 0,4 1-7 15,2-3-18-15,3-1-36 0,7-2-55 16,-2-3-76-16,9 0-86 0,2-3-83 15,0-2-106-15,3-3-112 0,6-1-126 0,0-8 56 16,-1 1-305-16,-1 0-363 0</inkml:trace>
  <inkml:trace contextRef="#ctx0" brushRef="#br0" timeOffset="28179.18">6959 3959 2399 0,'-6'-18'60'0,"-1"2"65"0,1 3 56 16,3 0 54-16,-4 5 47 0,3-1 26 0,1 2-3 15,3 7-22-15,-6-9-27 16,6 9 25-16,0 0 28 0,0 0 2 0,-21 26-15 16,14-6-23-16,-3 13-23 0,0 9-15 15,3-1-31-15,-1 12-12 0,3 1-23 16,-2 2-13-16,6-12-18 0,-3-3-39 0,-2 2-44 16,5-3-65-16,-5-3-65 0,4 1-61 15,0-9-69-15,2-7-69 0,2-3-86 0,-2-5-72 16,4-4-91-16,0-2-99 0,1-2-105 15,2-3 62-15,2-3-482 0,-9 0-615 16</inkml:trace>
  <inkml:trace contextRef="#ctx0" brushRef="#br0" timeOffset="28495.15">7121 4334 3131 0,'0'0'9'15,"0"0"61"-15,0 0 53 0,0 0 40 16,-35 12 30-16,30-3 16 0,1 0 7 15,-1 2-2-15,-1 2 2 0,4-1-14 0,-2 0-8 16,4 0 8-16,0-1-16 0,0 0-18 16,4-1-11-16,-2 0-9 0,5-1-18 0,-1-2-15 15,1-2-11-15,5-1-8 0,-1-3-24 16,-11-1-19-16,25-1-14 0,-12-1-21 0,3-2-13 16,-1-3-11-16,0 0-3 0,-2-1 3 15,-1-2 3-15,0-4-1 0,-5-3-5 16,1 0 2-16,-2 1 3 0,-4 2-5 15,-1-1 2-15,-4 1-3 0,1 2-11 16,-2 3-17-16,-4 0-22 0,1 0-19 0,-5 5-25 16,0 1-29-16,-1 2-52 0,4 1-68 15,9 0-68-15,-19 1-87 0,11 0-81 0,8-1-110 16,-12 6-22-16,12-6-416 0,-5 6-510 16</inkml:trace>
  <inkml:trace contextRef="#ctx0" brushRef="#br0" timeOffset="28845.39">7450 4173 2665 0,'-2'-10'-61'0,"1"1"42"15,-3 3 35-15,4 6 15 0,-6-6 13 16,6 6 11-16,0 0 2 0,0 0 6 16,-30 9 3-16,21-2 5 0,-5 1 6 0,1 4-2 15,1 2-3-15,3-2-14 0,1 2-7 16,6-1-8-16,1 5 4 0,2-6 10 0,3 3-2 15,0-1-4-15,1-1 16 0,6 0 29 16,-6-1 35-16,4 2 37 0,2-1 39 16,1 0 43-16,-1 0 21 0,-5-3 26 0,4-1 17 15,-6 1 12-15,1-2 4 16,-5 1-7-16,2-1-19 0,-4 0-25 0,-3 3-27 0,-1-2-26 16,-4 1-25-16,1 0-22 15,-2-1-25-15,-3-1-50 0,3-1-51 0,-3 2-67 16,1-4-66-16,2-1-71 0,-1-1-66 15,5-1-72-15,7-2-78 0,-20 0-77 0,20 0-88 16,-13-6-92-16,11-2-163 0,1-1 71 16,2 1-605-16,3-4-779 0</inkml:trace>
  <inkml:trace contextRef="#ctx0" brushRef="#br0" timeOffset="29227.97">7973 4313 3543 0,'0'0'0'0,"0"0"66"16,0 0 57-16,0 0 35 0,0 0 20 16,0 0 0-16,-32 10-8 0,32-10-15 0,-8 7-15 15,4-3-13-15,4-4-13 0,0 8-12 16,0-8-6-16,0 0-9 0,10 10 5 0,-10-10-19 16,9 3-7-16,-9-3-10 0,15 0 4 15,-15 0-15-15,19-5-4 0,-11 1-3 16,2 0-5-16,-3 0-2 0,1-4-2 0,-5 3-4 15,-3 5-2-15,6-14-5 0,-6 6-1 16,0 8 2-16,-6-13-4 0,-1 7 0 16,-2 2-2-16,-5 0-2 0,-3 4 1 15,-2 4 6-15,-15 2 3 0,7 4 4 0,-2-1 0 16,-1 7-5-16,5-1-2 0,8-1-2 16,5 0 0-16,7-1-5 0,-3-1 4 15,7-1 8-15,1 2-13 0,0-1 2 0,1-2 0 16,5 1-5-16,3-1-16 0,3 0-25 15,1-3-42-15,3 0-50 0,4-2-50 0,1-1-65 16,6-2-75-16,4-2-82 0,8-2-97 16,9-4-96-16,8-2-34 0,0-1-440 15,3-6-537-15</inkml:trace>
  <inkml:trace contextRef="#ctx0" brushRef="#br0" timeOffset="29461.2">9006 3941 2866 0,'-4'-17'35'15,"-2"2"75"-15,-1 3 62 0,-1 4 53 16,3 1 36-16,-4 0 24 0,4 2 0 16,5 5-5-16,-13-4 20 0,13 4 10 0,-20 11 0 15,7 3-13-15,0 11-15 0,-4 9-19 16,-1 11-35-16,4 5-19 0,-2 3-20 0,-1 2-19 16,2-1-18-16,-2 2-14 15,3 0-16-15,3-4-38 0,3-10-46 0,-2-2-75 0,3-2-58 16,3-4-70-16,4-6-75 15,0-9-73-15,0-5-79 0,4-1-73 0,3-7-87 16,6-2-101-16,-6-2-69 0,6-2 62 16,4-4-468-16,7-3-597 0</inkml:trace>
  <inkml:trace contextRef="#ctx0" brushRef="#br0" timeOffset="29794.15">9112 4325 2978 0,'-3'-8'22'0,"-5"4"68"0,8 4 53 16,-15-4 37-16,15 4 47 0,-19 0 29 15,19 0 14-15,-23 7 14 0,12-2 6 0,-1 2-7 16,1 1-2-16,1 1-14 16,-1 1-17-16,3 2-14 0,3-2-24 0,-2 1-18 15,5 1-12-15,2-2-18 0,0 0-17 16,2 1-16-16,5-1-8 0,-2-2-13 0,4 3-9 16,3-5-12-16,-1 1-10 0,1-2-8 15,3 0-7-15,0-1-3 0,-1-2-6 0,1 0-9 16,0-2-2-16,-15 0-5 0,25-2-2 15,-12-2-3-15,-2 1-6 0,1-2-1 16,-2-2-3-16,-3-2-3 0,1 1 2 0,-2-3-3 16,-2 1-12-16,-3 0-8 15,1-2 0-15,-4 0 0 0,2 0 0 0,-5 1-32 16,-1 1-36-16,-4 2-39 0,1-1-43 16,-2 3-48-16,-3 6-51 0,-1 0-76 0,-1 0-97 15,-3 4-116-15,4 2-144 0,2-1-103 16,1 0 65-16,3 0-612 0,5-1-787 0</inkml:trace>
  <inkml:trace contextRef="#ctx0" brushRef="#br0" timeOffset="30148.1">9510 4379 3618 0,'0'0'32'15,"-7"-11"67"-15,7 11 49 0,-4-4 41 16,4 4 30-16,0 0 22 0,0 0 19 0,0 0 15 15,0 0 1-15,-28 17-1 16,20-9-6-16,3 1-17 0,0 3-17 0,3-2-26 16,2 2-21-16,0-2-20 0,2 2-15 15,7 0-15-15,-2-1-16 0,4-3-9 0,1 2-12 16,3-6-12-16,1-1-10 0,-2-1-10 16,2 0-5-16,1-6-5 0,0 1-4 0,-2-1-6 15,1-2-3-15,-3-1-5 0,-1 0 4 16,-5-2-30-16,0 3-15 0,-3-1 0 15,0-3 0-15,-4 2 0 0,0 8 0 0,-6-18 0 16,1 9 0-16,-3-1 0 16,1 1 0-16,-1 3 0 0,-2-2 0 0,1 1-68 15,-1 3-98-15,-1 0-40 0,0 3-47 16,11 1-65-16,-20 1-89 0,9 1-108 0,1 3-122 16,1-1-173-16,3-1 66 0,-2 0-639 15,8-3-837-15</inkml:trace>
  <inkml:trace contextRef="#ctx0" brushRef="#br0" timeOffset="30410.96">10141 3897 4104 0,'-7'-17'90'0,"3"3"65"0,-1 6 48 0,0-1 21 16,3 3-19-16,2 6-24 0,0 0-15 15,0 0 10-15,-22 23 1 0,8 8-14 0,-4 15-9 16,-2 11-28-16,-3 6-10 0,-2 22-9 16,-5 2-8-16,-2 3-9 0,-3-2-15 0,1-5-47 15,6-7-42-15,5-15-51 0,0-6-51 16,4-4-50-16,1-5-60 0,5-13-54 0,2-2-46 16,1-8-41-16,7-7-30 0,-3-5-46 15,4-3-71-15,2-4-68 0,0-4 13 16,0 0-307-16,0 0-358 0</inkml:trace>
  <inkml:trace contextRef="#ctx0" brushRef="#br0" timeOffset="30660.73">9901 4466 2434 0,'9'-15'65'0,"0"5"49"16,-4 1 48-16,3 4 47 0,-1 0 28 16,3 1 21-16,-10 4 14 0,21 4 19 15,-7 1 8-15,-2 2 10 0,0 1-7 0,1 3-13 16,-3-1-16-16,-2 0-7 0,-3 4-17 15,1-2-16-15,-4 0-16 0,-2 1-13 0,-4-2-13 16,0 1-15-16,-3 2-16 16,-3-3-19-16,-5 1-17 0,1 0-11 0,0-5-46 15,-8 3-46-15,8-6-65 0,-4 0-61 16,-2 0-59-16,6-4-73 0,-8 0-93 0,4 0-102 16,-1-4-123-16,-1 0-179 0,0 3-38 15,-7-4 80-15,-9-1-536 0,-1 0-691 16</inkml:trace>
  <inkml:trace contextRef="#ctx0" brushRef="#br0" timeOffset="31526.9">2904 5552 3557 0,'-4'-7'-34'0,"-2"0"18"0,2 2 33 0,4 5 45 0,-3-12 29 16,3 12 10-16,1-12 4 0,1 5-4 15,-2 7-11-15,10-10-7 0,-4 4-14 16,1 4-2-16,-7 2-8 0,23 0-10 16,-23 0-1-16,27 6-7 0,-10 0-2 0,0 2 0 15,0 2-10-15,-1 1 5 0,-5 2 4 16,-2-1-2-16,-1 2 1 0,-6 0 14 0,0 1 17 15,-2-1 13-15,-4 3 12 0,-4 0 15 16,-1 2-10-16,-6 5-1 0,-3-1 4 0,-3-6-1 16,6 1 15-16,2-7 7 0,1-1 7 15,3-2 4-15,2 0-4 16,0-2-14-16,2-1-15 0,5-5-12 0,-8 9-7 0,8-9-18 16,-5 7-12-16,5-7-2 0,0 8-1 15,0-8-1-15,4 11-6 0,-1-3-10 0,-1-1-4 16,-2-7-3-16,9 14 2 15,-5-6-1-15,-1 1 4 0,1-2-7 0,-3 0-2 16,1-1 6-16,0 3 0 0,-2-9 1 16,0 16 0-16,-4-10 0 0,1 3 4 15,-4 1-5-15,0-2-8 0,-4 1-17 0,-3-1-40 16,-1-2-52-16,-1 0-59 0,0 0-81 16,-4-2-100-16,4-3-115 0,-4-2-128 15,-1-5-193-15,3-4 44 0,2-2 83 0,-1-11-473 16,3-4-581-16</inkml:trace>
  <inkml:trace contextRef="#ctx0" brushRef="#br0" timeOffset="31909.98">2652 5302 3235 0,'-17'-6'-30'0,"2"8"3"15,-2 3 7-15,-8 10 17 0,-2 8 23 16,-5 14 19-16,3 9 1 0,2 7-3 0,-1 5 8 15,-3 19 12-15,6-14 2 0,7 3 7 16,0 1-2-16,9 1 3 0,5-5-9 0,6-1 0 16,7-7-2-16,11-2-2 15,10-6-6-15,6-7 4 0,8-4-1 16,9-7-3-16,6-8 1 0,8-8-6 0,-1-7-4 0,9-8-2 16,1-6 3-16,20-11-3 15,-4-7 25-15,-11-6 7 0,-20 3 6 0,-6-6 4 16,-3 1 12-16,-12-3 13 0,-6-6 10 15,-9-1 5-15,-11-3-10 0,-7-7-13 0,-12-4-9 16,-11 2-8-16,-5-4-11 0,-14 4-9 16,-1 5-8-16,-5 8-10 0,-2 5-6 15,-4 11-17-15,-3 9-24 0,9 11-28 0,-5 9-40 16,0 3-47-16,-11 11-57 0,5 9-54 16,3 2-65-16,9 4-69 0,7 0-106 15,8-4-163-15,9-2 41 0,6-2-313 0,6-5-388 16</inkml:trace>
  <inkml:trace contextRef="#ctx0" brushRef="#br0" timeOffset="32444.21">4209 5746 2814 0,'-17'-12'144'0,"17"12"-14"15,-20 4 8-15,8 0 36 0,-3 7 15 0,1 3 14 16,-1 11 5-16,-1 1-5 0,4-1-16 0,-1 4-14 16,4 1-13-16,0-1-11 15,3-4-7-15,0-1-11 0,2-3-13 0,1-3-9 16,1-1-15-16,0-5-8 0,0-1-5 16,0 1-4-16,0-4-8 0,2 2 5 0,0-10 16 15,0 11 14-15,0-11 1 0,0 0-16 16,0 0-3-16,0 0-8 0,21-30-14 0,-6 1-9 15,7-11 0-15,2-1-7 0,2 1-5 16,3-2-7-16,-4 4 0 0,-6 12-12 16,-2 4 1-16,-3 5-6 0,-3 7-10 0,-4 0 5 15,5 8-3-15,-4 2 7 16,-8 0-6-16,27 14 6 0,-13-2-8 0,9 5 2 16,2 7 1-16,0-2-3 0,-2-2 6 15,1 1-4-15,-4-1 0 0,-1-3-3 0,-6-6 8 16,-2-3-7-16,1 2 3 0,-2-4 0 15,-1-1 14-15,-3-2 26 0,-6-3-15 0,15 0 8 16,-15 0 3-16,18-8 5 0,-11 2-9 16,4-6-4-16,1-5-3 0,-1 2-6 0,7-12-2 15,-2-1-3-15,0-2 1 0,-1-2-4 16,1 1-8-16,-4-2-2 0,0 6-10 16,-2 8-15-16,-5 2-36 0,1 5-30 15,-1 2-47-15,-3 2-61 0,2 2-65 16,-1 5-66-16,-3 1-79 0,0 0-80 0,0 0-92 15,0 0-196-15,11 13 66 0,-6-5 75 16,6 1-424-16,1 3-520 0</inkml:trace>
  <inkml:trace contextRef="#ctx0" brushRef="#br0" timeOffset="32760.75">5011 5833 3155 0,'-16'7'113'0,"-2"2"23"0,2-1 40 0,0 1 47 0,0-1 31 0,3 1 5 0,2-1-13 15,-1 1-26-15,3 1-17 0,3 0-16 0,1-1-11 16,2-1-18-16,3 1-11 0,5 0-12 16,0 2-8-16,6-3-17 0,5-2-11 15,2 2-11-15,7-5-8 0,0-2-7 16,2-1-6-16,2-3-7 0,5-2-6 16,-7-1 4-16,-5 0-9 0,-1-3-6 0,-1-1 0 15,-4-2-2-15,-4-2-3 0,-1-3-5 16,-2 0-9-16,-4-2 0 0,-3-1-5 0,-4-3-9 15,-4 1-5-15,-2 1-1 0,-1 3-4 16,-3-2-18-16,-1 8-11 0,-3 0-21 0,2 6-23 16,-4 1-20-16,1 5-29 15,0 2-46-15,-2 1-54 0,-2 5-74 0,2 0-86 16,2 2-106-16,3-3-160 0,5 5-42 16,2-4 72-16,-1 1-416 0,5-3-508 15</inkml:trace>
  <inkml:trace contextRef="#ctx0" brushRef="#br0" timeOffset="33377.16">6297 5586 2872 0,'0'-10'178'16,"-2"1"55"-16,1 6 16 0,1 3 23 0,0 0 28 15,0 0 41-15,0 0 11 16,-38 22 10-16,21 2-16 0,0 5-23 0,1 2-24 0,1 2-25 15,-1 2-31-15,5-2-28 16,0 4-20-16,1-5-20 0,3-1-18 0,-1 1-17 16,5-8-12-16,-1-2-14 0,2-5-12 15,-3-1-9-15,5-3-6 0,-1-1-10 0,-1-2-17 16,0-3-56-16,2-1-4 0,0-6 0 16,0 11 0-16,0-11 0 0,0 0 0 15,0 0-24-15,0 0-36 0,0 0 1 0,0 0-15 16,0 0-2-16,0-28-3 0,-6 18-5 15,-1-2 9-15,-2-1 3 0,-3 3 8 0,-8 3 15 16,0 1-4-16,-1 2-3 16,-4 6 6-16,-2 1 14 0,-7 7-8 0,1 2 5 15,5 2 5-15,3 3 1 0,3 4 6 16,6-3 2-16,5-1 6 0,2 0 3 0,4-3 1 16,5-1-2-16,5 1 3 0,0 0 1 15,4-2 6-15,9-2-1 0,2-3-2 0,3-1-20 16,2-7-20-16,6 1-35 0,9-4-35 15,-1-3-40-15,4-1-45 0,-3-6-43 16,-3 1-44-16,6-6-23 0,-2-2-13 0,-4 3-6 16,1-7 8-16,-9 4 25 0,2-1 31 15,-6 1 30-15,-2-1 45 0,-5 7 55 16,-5 3 59-16,-1 3 61 0,-3-1 59 16,0 2 46-16,-3 1 33 0,0 1 7 0,-2 3 12 15,-4 3 19-15,0 0 18 0,0 0 0 16,0 0-7-16,0 0-14 0,-2 26-10 0,0-11-16 15,-2 7-15-15,-2 1-9 0,1 8-10 16,1-6-14-16,-2 0-29 0,3-1-35 16,-1-1-45-16,-1-5-55 0,2 1-76 0,1-4-62 15,0-3-74-15,2-4-87 16,2-1-100-16,0-1-103 0,-2-6 41 0,0 0-295 0,0 0-326 16</inkml:trace>
  <inkml:trace contextRef="#ctx0" brushRef="#br0" timeOffset="33527.92">6659 5788 2288 0,'5'-21'46'0,"-3"7"44"0,-2 2 32 0,0 3 17 16,0 1 5-16,0 8-12 0,-2-9-20 15,2 9-10-15,-5-8-18 0,5 8-32 0,0 0-42 16,0 0-61-16,0 0-72 0,0 0-94 16,0 0-95-16,0 0-115 0,0 0-49 0,16 17-108 15,-7-13-83-15</inkml:trace>
  <inkml:trace contextRef="#ctx0" brushRef="#br0" timeOffset="33827.82">6774 5775 1564 0,'0'0'74'15,"-11"7"53"-15,11-7 30 0,-12 6 16 16,5-2 9-16,-1 0 8 0,1 4-3 0,-2-1-20 16,2 2-13-16,0 2-10 0,-1 1-17 15,0-1-13-15,6 2-7 0,0-1-10 0,0 2-15 16,2-2-11-16,2 0-4 0,2 3 28 15,4 2 60-15,3 0 16 0,-1-5-6 16,0 1-8-16,-3-1 23 0,1-2 6 0,-5-2 13 16,1 3 30-16,2-5 5 15,-4 4 10-15,0-2 9 0,-2-1 1 0,0-7-10 0,0 16-16 16,-4-10-19-16,0 5-23 16,-2-3-15-16,1-1-21 0,-3 2-15 0,-4-4-13 15,-1 5-26-15,0-2-28 0,-4-1-34 16,4 0-42-16,-3-2-67 0,7 0-71 0,-5 0-92 15,3-3-110-15,0 2-134 0,1-4-130 16,10 0-202-16,-13-4 47 0,13 4 82 0,0-12-599 16,5 4-742-16</inkml:trace>
  <inkml:trace contextRef="#ctx0" brushRef="#br0" timeOffset="34080.07">7620 5869 3822 0,'-14'-9'88'0,"-2"6"37"16,-2 3 42-16,0 3 39 0,-7 1 21 16,-7 8 0-16,-4 3-18 0,-7 14-14 0,5 0-14 15,4 4-14-15,2 2-17 0,3 1-2 16,10-7-27-16,0 2 2 0,5-1-24 0,5-1-10 16,3-3-16-16,1-7-4 0,3-2-20 15,2-2-26-15,0-4-22 0,0 1-28 16,4-2-37-16,1-1-47 0,5-5-63 0,-3 2-71 15,5-4-77-15,3-2-62 0,2-4-80 16,8 0-91-16,8-5-101 0,-1-5 53 16,2 1-402-16,-2-3-480 0</inkml:trace>
  <inkml:trace contextRef="#ctx0" brushRef="#br0" timeOffset="34376.54">7645 6102 2592 0,'0'-6'3'0,"0"6"67"0,0 0 52 0,0 0 44 15,0 0 32-15,0 0 24 0,-36 13 8 16,28-8-9-16,1 4-11 0,-3-1-17 15,3 4-21-15,-1 1-15 0,2-3-17 0,2 0-15 16,2-1-9-16,1 2-10 0,2-2-11 16,-1 0-5-16,4-1-13 0,5-1-6 0,0-2-6 15,2 0-8-15,0-1-2 0,3-4-7 16,1 0-1-16,-15 0-1 0,30-6 7 16,-12 5 4-16,-6-4 17 0,2-1 10 15,-1 1 16-15,-2 1 5 0,-4-5 19 0,-2 2 0 16,3-2-8-16,-5 1-17 0,-3-4-10 15,0-2-15-15,-3 0-1 0,1-1-15 0,0 0-19 16,-2-2-24-16,-1 3-28 0,-1-1-23 16,-4 2-33-16,1 3-52 0,2 0-53 0,-7 2-73 15,4 6-94-15,1-3-94 0,-3 1-103 16,5 2-133-16,7 2-15 0,-8-6 78 16,8 6-426-16,-3-6-507 0</inkml:trace>
  <inkml:trace contextRef="#ctx0" brushRef="#br0" timeOffset="34778">7826 5953 2867 0,'11'-2'76'0,"-11"2"78"0,0 0 36 16,0 0 48-16,0 0 25 0,0 0 6 15,0 0 9-15,0 0 46 0,8 7 23 0,-5 1-9 16,-3 4-8-16,1 5-11 0,-2 1-14 16,-2 5-24-16,-1 2-24 0,0 10-27 0,-1 2-24 15,-2-3-18-15,-2-3-16 0,4-5-22 16,-1-5-12-16,2-5-17 0,1 1-12 15,-1-5-68-15,2-1-41 0,2-3 0 16,-2 2 0-16,2-4 0 0,0-6 0 16,-2 9 0-16,2-9 0 0,0 0 0 0,0 0 0 15,0 0 0-15,0 0 0 0,0 0 0 16,13-31 0-16,-5 18 0 0,8-14 0 0,-2 0 0 16,4-1 0-16,3 3 0 0,-2 2 0 15,0 1 0-15,-4 7 0 0,-1 3 0 0,-3 3 0 16,-2 3 0-16,-1 4 0 0,-8 2 0 15,13 2 0-15,-13-2 0 0,9 10 0 0,-7-2 0 16,1 3 0-16,-3 1 0 0,-3 1 0 16,1-1 0-16,1 4 0 0,-1-1 0 0,-2 0 0 15,2-3 0-15,-2 4 0 0,1-6 0 16,1 3 0-16,0-6-115 0,2 5-208 16,-2-6-80-16,2 1-87 0,0-7-96 15,0 8-91-15,0-8-118 0,-2 5 69 0,2-5-660 16,0 0-840-16</inkml:trace>
  <inkml:trace contextRef="#ctx0" brushRef="#br0" timeOffset="35210.9">8076 6109 3658 0,'3'-9'-24'0,"1"3"59"0,-2 1 48 0,2 1 32 0,-4 4 19 16,3-6 9-16,-3 6 15 0,0 0 9 15,0 0 0-15,0 0-2 0,0 0-11 0,12 15-5 16,-10-7-2-16,0 4-7 0,0-1-4 15,-2 4-10-15,0-1-9 0,0-1 1 16,-2 3-24-16,0-1-7 0,0 1-4 16,2-6-12-16,-1 2-4 0,-1-3-3 0,0-1-14 15,2 0 2-15,0-8-4 0,-2 11-4 16,2-11-7-16,0 0-19 0,-4 6-18 0,4-6-15 16,0 0-6-16,0 0-18 0,0 0-8 15,15-23 3-15,-8 11 2 0,4-6 0 0,0 1 8 16,6-6-2-16,2 0 6 15,-4 8 7-15,0-1 5 0,-1 5 3 0,-1 2 13 0,-2 0 7 16,1 3 8-16,-3 2 11 16,3 4 0-16,-12 0 9 0,0 0-1 0,17 8 0 15,-11 3-2-15,-5 3 2 0,1-1-7 16,-2 3 5-16,0 1 6 0,-2 3-12 0,2 3-4 16,-1 0 0-16,-1-3-1 0,0-2-14 15,0-1-17-15,2-5-14 0,0 3-25 16,0-4-30-16,0-3-42 0,0 2-63 0,0-4-66 15,0-6-89-15,-2 7-95 0,2-7-118 16,0 0-135-16,0 0 59 0,0 0-465 0,0 0-564 16</inkml:trace>
  <inkml:trace contextRef="#ctx0" brushRef="#br0" timeOffset="35594.01">8407 6179 3029 0,'0'0'65'0,"4"-7"48"0,-4 7 33 0,0 0 40 0,0 0 34 0,0 0 13 16,0 0 1-16,0 0-13 0,0 0-13 16,0 0-6-16,0 0-26 0,14 19-14 0,-14-19-18 15,7 9-13-15,-3-6-16 0,-4-3-8 16,9 9-11-16,-3-5-5 0,-6-4-20 0,12 1-24 16,-12-1-23-16,15 3-20 15,-15-3-20-15,0 0-19 0,21-6-19 0,-14 2-14 0,-1-1-16 16,2-2-5-16,0 0 4 15,-5-3-3-15,1 0 2 0,0 3 13 0,-3 0 5 16,-1 7 6-16,-3-12 4 0,3 12 7 16,-13-5 12-16,13 5 15 0,0 0 8 15,-34 14 17-15,14-4 16 0,-3 7 16 0,8-3 12 16,-6 5 5-16,6-4 2 0,3-1-3 16,3 2-6-16,2-3 4 0,-2-1-6 0,6-1 1 15,-1-2-3-15,0-2-6 0,4 3-4 16,0-10-7-16,4 11-21 0,2-7-32 15,0 1-41-15,-6-5-49 0,18 1-82 0,-4-2-85 16,3-4-81-16,2 3-77 0,5-5-92 0,8-1-48 16,6-4 54-16,1 0-280 15,4 3-299-15</inkml:trace>
  <inkml:trace contextRef="#ctx0" brushRef="#br0" timeOffset="35800.3">8895 6042 2328 0,'-15'-4'60'0,"-4"4"32"15,0 3 29-15,2-2 52 0,-1 5 23 0,-5 2 12 16,-1 3-11-16,-1 7-8 0,2 1-17 16,4 2-17-16,4 1-14 0,1-2-14 0,5-1-14 15,3 2-8-15,1-3-16 16,1 0-3-16,2-1-18 0,2-3-25 0,2 0-27 16,0-3-36-16,2-3-30 0,3 0-52 15,2-2-43-15,5-3-48 0,3-2-54 16,2-2-62-16,4-4-80 0,13-7-104 0,0 2-20 15,16-9-242-15,2 2-244 16</inkml:trace>
  <inkml:trace contextRef="#ctx0" brushRef="#br0" timeOffset="36343.28">9777 5420 2205 0,'-3'-28'65'0,"-1"8"22"0,0 1 23 0,1 5 31 0,-4 2 29 16,4 3 1-16,-3 1-8 0,2 5-11 15,4 3 1-15,0 0 15 0,-30 22 4 16,10 7 2-16,-4 16-3 0,-1 7 2 16,-12 22-7-16,5 4 6 0,0 2 8 0,-1 4-13 15,3-3-15-15,1 1-14 0,7-15-7 16,1-5-14-16,2-2-34 0,0-4-16 0,3-3-23 16,2-7-38-16,2-11-46 0,2-6-38 15,3-5-39-15,3-6-36 0,2-7-24 16,-2-4-25-16,2 0-18 0,2-7-12 0,0 0-9 15,0 0-5-15,0 0-2 0,0 0 7 16,0 0 12-16,12-32 19 0,-12 15 12 0,0-2 5 16,0-5 17-16,-6-9 18 15,0 2 48-15,-1 7 42 0,-3 7 43 0,0 5 27 16,-1 0 28-16,0 3 25 0,-1 6 23 16,1-1 20-16,11 4 20 0,-20 0 5 0,20 0 7 15,0 0 14-15,-16 4-3 0,16-4 7 16,0 0-4-16,0 0-8 0,0 0-19 15,41 5-9-15,-16-8-14 0,0-1-6 0,11-1-11 16,0-2-6-16,-1 1-6 0,-5-3-4 16,-1 2-7-16,-10 2-2 0,1 1-6 0,-4-2 2 15,-3 6-2-15,1 0 2 16,-14 0 15-16,23 4 16 0,-16 4 12 0,3-2 12 16,-7 8 2-16,2 0 7 0,-3 0-7 15,-2 4-5-15,-2 1-11 0,-3 4 0 0,2-2-14 16,-7 8-6-16,1-3-7 0,4-11-32 15,-2 2-37-15,2-4-43 0,-1 0-72 0,2-1-93 16,-1-4-110-16,0 1-138 0,1-4-185 16,4-5 33-16,-1 3 62 0,1-3-342 15,0 0-378-15</inkml:trace>
  <inkml:trace contextRef="#ctx0" brushRef="#br0" timeOffset="36494.98">9833 5883 2640 0,'-4'-9'80'0,"2"1"9"0,1 1 5 0,1 7-7 0,-4-7-15 16,4 7-9-16,-3-5-33 0,3 5-40 15,0 0-58-15,0 0-81 0,0 0-114 0,0 0-169 16,0 0-36-16,0 0-133 0,0 0-99 16</inkml:trace>
  <inkml:trace contextRef="#ctx0" brushRef="#br0" timeOffset="37176.94">9892 6193 1744 0,'-19'12'176'0,"-2"-3"50"16,2-1 13-16,1 1 16 0,5-3 8 0,0 6-3 16,1-6-11-16,5 2-7 0,3 3-19 15,1-1-21-15,1-2-17 0,4-1-19 16,1 1-16-16,3 2-12 0,-1-6-17 0,5 3-12 15,0-3-12-15,-1 0-6 0,4-4-9 16,-1 2-12-16,-12-2-6 0,27-2-9 0,-12 0-7 16,0-4-11-16,-2 2-6 15,3-3-4-15,-3-3-6 0,10-6-9 0,-6 3-2 0,-3-2-4 16,-5 1-2-16,-2-4-2 16,1 3-6-16,-4-1-4 0,-4 2-3 0,-4 0-7 15,-1 1-5-15,-5-3 1 0,-3 8 3 16,-7-2-5-16,-1 5 5 0,5 1 2 0,-6 4 4 15,-1 5 4-15,1-1-1 0,1 4 5 16,1-1 3-16,7 2 1 0,2-1 0 16,-1 2-8-16,3 1 6 0,5-1 2 0,4-2-1 15,2 1-2-15,4 0 2 0,1-3-8 16,7 1 1-16,3-2-6 0,0-1 7 0,2-3-3 16,0-2 2-16,2 1 2 15,4-5 0-15,-1 1 6 0,-1-3-2 0,1-1 33 0,-5 1 15 16,-2 2 22-16,-2 0 19 15,0-2 13-15,-4 4 3 0,-1-1 0 0,0 2 4 16,-10 2-25-16,13-3 15 0,-13 3-1 16,0 0 17-16,15 0-5 0,-15 0-9 0,0 0-19 15,9 7 0-15,-9-7-11 0,7 5-5 16,-7-5-6-16,5 5-19 0,-5-5 1 0,6 5-3 16,-6-5-11-16,11 5 3 0,-3-3 0 15,-8-2-13-15,15 3 11 0,-15-3-10 16,21 0-1-16,-10 2 2 0,-11-2-5 15,18 4 3-15,-11-1 24 0,3 0 42 16,-3 2 17-16,1 2 17 0,-2 0 4 0,-2 0-4 16,-1 2-1-16,1-1-9 0,-2-1-6 15,1 1-13-15,-3 0-46 0,0-8-40 0,3 13 0 16,-1-8 0-16,-2-5 0 0,2 11 0 16,-2-11 0-16,2 6-141 0,0 0-79 0,-2-6-74 15,0 0-98-15,5 5-97 0,-5-5-94 16,0 0-125-16,0 0-67 0,0 0 79 0,0 0-628 15,9-15-781-15</inkml:trace>
  <inkml:trace contextRef="#ctx0" brushRef="#br0" timeOffset="40695.25">10997 5757 2950 0,'-11'-11'248'0,"-7"6"-74"15,5 5-40-15,-6 5 23 0,-12 10 24 0,-6 14 19 16,-7 10-1-16,2 10-16 16,-10 16-3-16,9 5-2 0,12-12-14 0,12 2-16 15,8 0-15-15,3-2-11 0,6 0-14 16,10 2-8-16,5 2-13 0,6-6 4 0,10-5-13 16,-1-5-7-16,7-4-7 0,1-8-19 15,-4-3-43-15,-2-9-40 0,-5-5-19 0,-2-2-25 16,-1-2-33-16,-8-7-54 0,0 1-74 15,-4-4-70-15,-3-1-81 0,2-2-117 0,-9 0-137 16,16-2 62-16,-16 2-380 0,15-6-445 16</inkml:trace>
  <inkml:trace contextRef="#ctx0" brushRef="#br0" timeOffset="41658.96">11597 6135 2711 0,'0'0'47'15,"12"-7"37"-15,-6 2 33 0,0 0 35 16,-5 0 26-16,5 0 25 0,-2-3 7 15,-1 4-1-15,1-1-6 0,1-1-2 0,-2 0-9 16,-3 6 2-16,6-8 1 0,-2 4-4 16,-3-4-5-16,-1 8-4 0,2-11-8 0,-4 1-11 15,2 4 0-15,-1-2-5 0,-5 1-14 16,2-3-13-16,1 2-10 0,-6 1 0 0,2-1-18 16,-4 2-5-16,-3 2-16 0,1-2-15 15,-4 4-4-15,-7 4-5 0,0 4-7 16,-10 2-5-16,1 1-7 0,2-1-5 0,9 2-6 15,3 0-4-15,6-3-4 0,-1 5 1 16,5 0-7-16,3-1-1 0,6 1-1 16,0 0-1-16,2-1 4 0,6 2 4 0,4 3-1 15,6 6 20-15,7-2-1 0,-2 1-2 16,1-2 4-16,-1-1-3 0,2 0-6 0,-2-1-1 16,-6-3 9-16,-3-2 5 0,-3-3 12 15,-2-1 14-15,-1 0 5 0,0 2 13 16,-3-4 13-16,-1 1-85 0,0 0-15 0,-1-2 0 15,-3-5 0-15,0 14 0 0,0-14 0 16,-7 10 0-16,1-5 0 0,-3 2 0 16,-3-2 0-16,1-1 0 0,0-1 0 15,-5-2 0-15,3 0 0 0,-2 2 0 0,-2-3 0 16,1 0 0-16,2-3 0 0,-4 1 0 16,0 0 0-16,7 1 0 0,-2-1 0 0,1-2-247 15,3 1-398-15,2 0-120 0,7 3-133 16,-6-4 86-16,6 4-829 0,17-12-1078 0</inkml:trace>
  <inkml:trace contextRef="#ctx0" brushRef="#br0" timeOffset="41927.24">12110 5932 4206 0,'4'-25'-74'0,"-4"1"81"0,-2 3 49 0,-5 2 41 0,1-3 52 0,-2 3 39 0,0 2 36 0,1 2 37 0,0 0 23 0,-2 4-9 16,6 3-22-16,-3 2-22 0,6 6 7 15,0 0 17-15,-21 20 5 0,8 9-5 0,1 3-11 16,-3 16-8-16,2 3-14 0,-1 9-35 16,1 0-50-16,1 2-137 0,3 0 0 0,2 1 0 15,-2-2 0-15,4-1 0 16,-3-2 0-16,1 0 0 0,3-14 0 0,3-1 0 0,-4-6 0 16,3 0-64-16,0-10-340 15,0-6-86-15,2-5-77 0,0-3-89 0,2-3-143 0,0-4 33 16,5-1 73-16,-7-5-583 0,0 0-736 15</inkml:trace>
  <inkml:trace contextRef="#ctx0" brushRef="#br0" timeOffset="42541.36">12101 6292 3331 0,'-2'-12'65'0,"2"0"82"0,0 5 41 0,0 7 35 15,-3-12 21-15,3 12 11 0,0-10-3 16,0 10-6-16,7-5-19 0,-7 5-13 0,13-3-20 15,-13 3-6-15,0 0-24 0,25 6-9 16,-18 0-11-16,2 0-12 0,0 2-5 16,-6-2-2-16,3 1-5 0,-2 1-7 15,-4 2-10-15,0-3-9 0,-2 5-8 0,-6-4-11 16,5 2 1-16,-3 1-13 0,1-3-8 16,-2-2 0-16,-2 0-10 0,3-1-22 0,-2 0-10 15,1-4-31-15,-3 2-16 0,10-3-38 16,-19-3-36-16,10 1-45 0,0-5-45 0,-4-1-47 15,4-6-62-15,6 3-39 0,-3-3-20 16,4 0-11-16,6-1 1 0,0 1 17 16,1 1 21-16,2 1 24 0,6 1 40 0,-4 1 45 15,2 2 52-15,1-1 57 0,-1 0 57 16,5 4 55-16,-3 0 47 0,-1 0 55 16,2 0 42-16,-3 3 37 0,3 0 22 15,-3 2 10-15,3 0 5 0,-1 4 1 0,2 1-6 16,1 5-9-16,-2-1-11 0,0 3-11 15,-3-2-8-15,1 2-8 0,-2 0-3 0,-5 1-1 16,1 0-6-16,-3-1-12 0,2-1-7 16,-5 1-8-16,0 0-10 0,0-4-10 0,-2 1-8 15,-1-1-5-15,2 1-12 0,-1-2-5 16,-2-2-6-16,4-5-15 0,-6 8-13 0,6-8-12 16,-7 2-18-16,7-2-5 15,0 0-5-15,-4-15 1 0,4 5 1 0,4-4-4 0,2-1 3 16,-1-2-3-16,3 4 2 15,-2 0-4-15,0 3 7 0,-1 2 1 0,2 3-3 0,-1-1 11 16,2 6 1-16,-8 0-1 16,0 0-2-16,19 6 8 0,-11 2-6 0,-2 1 3 15,1 3-2-15,0-1 1 0,-1 3-4 16,2 1-4-16,2-3-19 0,-3 2-53 16,5 1-59-16,-3-3-61 0,0-2-78 0,0-2-72 15,0-3-59-15,-2 1-71 0,3-4-61 16,-2-1-83-16,-8-1-38 0,18-1-499 15,-6-3-616-15</inkml:trace>
  <inkml:trace contextRef="#ctx0" brushRef="#br0" timeOffset="42957.99">12609 6186 3122 0,'-4'-10'-4'0,"-1"1"51"0,-1 2 47 0,4 1 27 0,2 6 18 0,-7-7 6 15,7 7-8-15,0 0-7 0,0 0 9 16,0 0-3-16,0 0 0 0,-12 24-11 15,12-12-10-15,-2 1-12 0,0 1-10 0,1 3-6 16,1-3-8-16,0 0-11 0,-2-1-6 16,4-1-7-16,-2 0-3 0,0-3-8 15,0-1-1-15,0 2-7 0,1-2 0 16,-1-3-3-16,0 1-1 0,0-6-7 0,0 8 1 16,0-8-1-16,0 0-5 0,6 4-3 15,-6-4 1-15,0 0-3 0,0 0-2 0,16-16-7 16,-9 3 4-16,2 1-4 0,7-2-3 15,-1-1 5-15,0 3-5 0,0-1 10 0,-1-1 15 16,3 4 15-16,-5-1 19 0,-3 7 20 16,0 2 15-16,-9 2 5 0,18 0 42 0,-18 0-1 15,14 8-4-15,-3-1-10 0,-6 3-13 16,3 0-9-16,-1 4-15 0,1 1-8 16,0-2-3-16,-5 3-12 0,3-2-23 15,-1-1-30-15,2-1-26 0,-3-2-35 16,-1 0-35-16,-1 1-44 0,0-3-55 0,2 1-71 15,-2-3-88-15,-1 0-96 0,-1-6-109 16,0 7-146-16,0-7 1 0,0 0 72 0,4 3-471 16,-4-3-559-16</inkml:trace>
  <inkml:trace contextRef="#ctx0" brushRef="#br0" timeOffset="43359.73">12987 6207 3323 0,'-2'-5'192'0,"2"5"33"0,-4-11 29 15,4 11 10-15,-3-6 0 0,3 6-21 16,0 0-18-16,0 0-4 0,0 0-17 0,0 0-7 16,0 0-10-16,7 25-16 0,-5-15-16 15,2 4-13-15,-3 3-9 0,1 0-21 16,-2-1-9-16,2-1-9 0,-4 1-10 0,2-1-6 16,0-1-9-16,-2-2-3 0,4-1-6 15,-4 1-9-15,2-4-28 0,0 0-19 0,0-8-21 16,0 13-30-16,-1-8-26 0,1-5-34 15,0 0-30-15,0 7-27 0,0-7-14 0,0 0-17 16,0 0-1-16,0 0 16 0,14-20 12 16,-9 11 14-16,2-3 32 0,3 0 24 0,-1 3 37 15,1-1 32-15,-3-2 35 16,3 6 25-16,-2 0 24 0,-2 1 23 0,-1-1 17 16,-5 6 19-16,11-6 5 0,-11 6 2 15,12 0 1-15,-12 0-9 0,0 0-8 0,20 10-9 16,-13-6-11-16,0 2-6 0,-1 3-4 15,-1 1-16-15,-3-2-30 0,2 3-40 0,1 1-49 16,-3 2-71-16,-1-3-76 0,-1 1-116 16,0 1-115-16,0 0-139 0,-1-1-143 15,1 0 71-15,-2-2-536 0,-1-1-650 0</inkml:trace>
  <inkml:trace contextRef="#ctx0" brushRef="#br0" timeOffset="43558.96">13380 6181 3123 0,'-9'-5'18'0,"7"-2"59"0,2 7 28 0,-7-9 10 16,7 9 3-16,-2-4-13 0,2 4-12 16,0 0-31-16,-2-9-38 0,2 9-52 15,2-7-49-15,-2 7-50 0,8-5-51 0,-8 5-53 16,0 0-32-16,10-6-19 0,-10 6-5 15,0 0 2-15,9-1 20 0,-9 1-353 16,0 0-117-16</inkml:trace>
  <inkml:trace contextRef="#ctx0" brushRef="#br0" timeOffset="43942.93">13400 6143 1589 0,'3'6'-20'0,"0"-1"37"0,-3 1 40 0,2 1 38 15,0 0 32-15,2-2 28 0,-2 1 25 16,-2-6 19-16,3 10 14 0,1-5 1 0,2 0 0 16,-6-5-13-16,12 5-19 0,-5-1-14 15,0-4-19-15,4 2-14 0,-11-2-12 0,16 0-11 16,-16 0-8-16,21-4-3 0,-11 2-2 15,-3 0 7-15,1 1 12 0,-8 1 10 0,15-5 11 16,-8 3 7-16,-7 2 5 0,11-4 5 16,-11 4-5-16,0 0-12 0,0 0-13 15,0 0 5-15,13 9 1 0,-15 0 14 16,-2 2 29-16,2 7 22 0,0 5 29 0,2 6 20 16,0 10 21-16,2 6 8 0,4 11 11 15,1-1-10-15,3 0-216 0,1-2-60 16,2-2 0-16,1-1 0 0,1-2 0 0,-3-16 0 15,-3-1 0-15,-3-9 0 0,-3-2 0 16,-1-5 0-16,1-4 0 0,-1 1 0 0,-4-2 0 16,-4-1 0-16,-4 2 0 0,-4 0 0 15,-6-4 0-15,-8 4 0 0,-7-4 0 0,-3 0 0 16,-2-3 0-16,-4-4 0 0,0-2 0 16,2 0 0-16,1-3 0 0,0 0 0 15,3 0 0-15,6-5 0 0,3 1 0 16,4-1 0-16,7-2 0 0,0 1 0 0,4-3 0 15,-4 0-429-15,5 1-336 0,1-3-160 16,3 5 77-16,2-9 89 0,0 5-760 0,5-1-963 16</inkml:trace>
  <inkml:trace contextRef="#ctx0" brushRef="#br0" timeOffset="44174.95">13963 5883 4186 0,'3'-2'46'0,"-3"2"65"0,0 0 67 0,20 22 54 0,-13-3 70 16,8 12 44-16,4 13 13 0,2 7-3 15,0 1-11-15,-2 14-9 0,1 0 0 0,-2 23-14 16,-4-16-22-16,-7 0-39 0,-7-1-86 16,-5-2-175-16,-13 0 0 0,-9 13 0 0,-9-2 0 15,-7-7 0-15,-7-2-56 0,-13-4-355 16,-7-3-171-16,-3-3-205 0,-6-7-79 15,-5-7 84-15,-8-4-819 0,-1-11-1041 0</inkml:trace>
  <inkml:trace contextRef="#ctx0" brushRef="#br0" timeOffset="45558.01">2368 7132 1210 0,'0'0'113'0,"4"-8"-35"16,-4 8-22-16,2-9 3 0,-2 9 4 16,2-7 4-16,-2 7 10 0,0-5-5 15,0 5 0-15,0 0-8 0,1-8-2 0,-1 8-9 16,0 0-1-16,0 0 7 15,0 0 6-15,0-9 8 0,0 9 11 0,0 0 6 0,0 0 10 16,0-7 7-16,0 7 7 0,0 0-3 16,0-7 16-16,0 7 0 0,0 0 3 15,0 0-8-15,0 0 1 0,0 0-6 16,0-6-6-16,0 6-13 0,0 0-5 16,0 0-13-16,-1-7-2 0,1 7-2 0,0 0-13 15,0 0-2-15,0 0-14 0,0 0-3 16,0 0 11-16,0 0 3 0,-4 31 2 0,4-13 1 15,0 6-1-15,0 3-2 0,0 0-2 16,2 0-7-16,-2-2 3 0,3 7-4 0,1-5-5 16,1-4-2-16,0-3-5 0,-1-4-3 15,3-1-5-15,-1-3 6 16,0 0-5-16,4-4 4 0,-3-2 6 0,7-5-9 0,-1-1 3 16,4-3-1-16,4-5-3 0,9-6-6 15,1-5-2-15,1 0-3 0,4-7-3 0,-7 7 1 16,-3-4 1-16,-1 9-2 15,-9-1 7-15,-3 5-1 0,-4 2-2 0,2 3-4 16,-4-1-2-16,-7 6-3 0,11 0 3 16,-11 0 3-16,0 0 3 0,16 15-2 15,-13-5-1-15,1 0 0 0,0 6 1 0,-2-1-3 16,-1 1 3-16,1 1-6 0,-2-2-2 16,0-1-20-16,0 5-32 0,2-8-49 0,-2 1-38 15,-2 0-59-15,2-1-52 0,-2-3-61 16,2 2-68-16,-1-4-85 0,-3-2-123 15,4-4-16-15,0 0-352 0,0 0-424 16</inkml:trace>
  <inkml:trace contextRef="#ctx0" brushRef="#br0" timeOffset="45908.98">2578 6890 2733 0,'-27'-12'-30'0,"0"6"8"0,-1 8 9 0,-12 6 21 0,-10 13 32 16,-1 10 29-16,-10 22 20 0,2 5 23 0,4 7 20 15,5 3 18-15,12 0 7 0,11-11 0 16,4 0-11-16,8 0-7 0,14-1 8 0,2-12-3 16,3-1 1-16,17 5 0 0,8-7-3 15,11-5-2-15,10-8-1 0,11-9-8 16,9-5-13-16,9-8-1 0,3-9-9 0,24-6-10 16,-2-7-5-16,-5-5-9 15,1-8-21-15,-11-5-4 0,-9-2-8 0,-7-1 21 16,-24 1 19-16,-7-5 8 0,-8 0 13 15,-11-5-14-15,-10-8-6 0,-13 8-8 0,-11-13-12 16,-12 1-8-16,-19-13-12 0,-9 8-1 16,-10 7-12-16,-12 8-11 0,-5 7-17 0,-8 14-22 15,13 14-33-15,-6 11-39 0,-5 11-39 16,-15 13-40-16,2 11-50 0,4 5-60 16,7 9-80-16,7 3-83 0,7 3-90 0,10-3-191 15,17-10 60-15,7 1-421 16,4-2-548-16</inkml:trace>
  <inkml:trace contextRef="#ctx0" brushRef="#br0" timeOffset="47174.08">4028 7318 3008 0,'-3'-10'25'0,"-2"5"30"0,3-2 20 15,2 7 24-15,-3-7 27 0,3 7 16 16,-6-6-3-16,6 6 3 0,0 0 11 16,0 0 16-16,0 0 7 0,-18 28 4 0,9-11 2 15,-2 11 4-15,-1 1 3 0,-3 0-6 16,4 1-20-16,-3 0-13 0,3-2-14 0,1-6-7 15,5-1-17-15,-3-5-6 0,5 0-12 16,-1-4-10-16,-2 1-8 0,3-4-1 16,2-2 14-16,-1 0 20 0,2-7 23 0,-2 10 5 15,2-10-6-15,0 0-19 0,0 0-9 16,0 0-6-16,12-25-13 0,-3 4-13 0,6-8-9 16,-1-2-2-16,2 2-11 15,-2 0 1-15,-1 4-12 0,-1 8-7 0,-2 2-1 16,-5 4-10-16,2 3-4 0,-2 3-4 15,2 1 0-15,-7 4 3 0,12-1-3 0,-12 1 0 16,15 6-4-16,-6 2 6 0,3 0-11 16,0 2 7-16,-1-1-3 0,-1 0-3 15,1 0 6-15,-2-4-1 0,1 3-6 0,-2-4 4 16,-1 2-3-16,0-2 2 0,-7-4-3 16,16 2 4-16,-16-2-3 0,23-4 0 0,-12-4-2 15,6-1-17-15,2-3-4 0,6-8 8 16,-8 7 9-16,1 1-7 0,-6 2 2 0,0 2 2 15,-6 1-11-15,3 1 3 0,-2 4-1 16,-7 2-3-16,0 0 20 0,14 12-7 16,-10-3-4-16,0 7 9 0,0 5-2 15,2 1-2-15,-4 1 5 0,-2 2-6 0,4-2 5 16,-4 3-14-16,0-5-27 0,1 1-34 16,-1-2-28-16,0-4-35 0,2-1-47 15,0-1-49-15,-2-4-61 0,0-1-70 0,4-1-68 16,0-1-114-16,-3-3-159 0,-1-4-13 15,7 5 75-15,-7-5-485 0,0 0-597 0</inkml:trace>
  <inkml:trace contextRef="#ctx0" brushRef="#br0" timeOffset="47707.18">4626 7635 3262 0,'-2'5'120'0,"2"-5"26"0,0 0 17 0,0 0 18 0,-5 5 10 0,5-5-8 0,0 0-13 16,0 0-11-16,0 0-17 0,0 0-10 0,23-10-15 16,-14 6-4-16,1-2-2 0,-1 1-9 15,1-1-7-15,-1-2-11 0,3-1 1 0,-3 1 5 16,0-2 3-16,0-1-4 0,-6 1 6 16,3 0-6-16,-2-2 3 0,-1 1 3 15,-3-1 0-15,2 3 12 0,-2 1 0 16,0 0-5-16,0 8-3 0,0-14-16 15,0 14-11-15,-2-7-8 0,2 7-8 0,0 0-6 16,0 0-12-16,0 0 2 0,-20 28-10 16,15-13 2-16,4 0-1 0,-1 1-1 0,0 1-7 15,0 0-8-15,4 0 1 0,2-1 4 16,-3-1-4-16,6-1 8 0,0-2-13 0,1-1 4 16,-1-3 1-16,5-2-5 0,1-2 2 15,1-2 1-15,2-4-9 0,0 1-1 16,3-2-12-16,0-7 2 0,2 2 1 0,4-8 3 15,-6 4-3-15,-4-2 10 16,0 2-3-16,-1-1 4 0,-3 3 1 0,-2 3 15 16,0 0 2-16,-4 3 4 0,1-1-13 15,-6 5 8-15,0 0-15 0,0 0 4 0,0 0-7 16,0 0-1-16,13 19 3 0,-13-9-1 16,0 1 3-16,0 3-5 0,0-3-2 0,0 1 0 15,0 0-6-15,0-3-7 0,2 3-24 16,-1-4-25-16,-1 1-36 0,0-2-42 15,3 0-49-15,-3-7-58 0,2 10-64 0,2-8-85 16,-4-2-112-16,7 4-124 0,-7-4-119 16,0 0 75-16,0 0-539 0,23-10-675 15</inkml:trace>
  <inkml:trace contextRef="#ctx0" brushRef="#br0" timeOffset="48190.73">5303 7536 3122 0,'6'-21'-113'0,"1"2"51"0,-1 1 46 0,-3-2 44 0,6 0 48 16,-4 2 40-16,1-5 36 0,-1 4 19 0,-3 3 19 15,2 3-2-15,-1 3-6 0,0-1-16 16,-3 4-20-16,0 7-9 0,0 0 1 16,0 0-1-16,0 0-10 0,-8 35-5 15,4-12-11-15,-5 13-13 0,2 4-6 0,-7 7-11 16,7-8-3-16,-3-3-10 0,5 1-8 16,-4-1-6-16,-2-3-4 0,8-7-5 0,-3-3-17 15,1-2-26-15,2-3-31 0,-1-1-46 16,2-3-60-16,0-2-82 0,1-5-90 0,-1 3-103 15,2-3-125-15,2-2-118 0,-2-5 59 16,0 0-365-16,14 0-437 0</inkml:trace>
  <inkml:trace contextRef="#ctx0" brushRef="#br0" timeOffset="48458.04">5686 7360 2652 0,'10'-40'65'0,"-3"7"65"15,-1 0 59-15,-2 6 41 0,-3 7 31 0,1 3 22 16,-2 1 15-16,0 3-24 0,0 4-9 15,0 0-27-15,2 2-22 0,-2 7-9 16,0 0-2-16,0 0 17 0,-22 31-8 0,10 2-16 16,-7 11-18-16,2 6-15 0,-3 3-10 15,4 3-10-15,-4-1-17 0,0 0-12 0,4-1-15 16,-3-5-11-16,4-4-9 0,4-7-11 16,1-5-22-16,1-4-42 0,3-6-43 0,1-3-46 15,0-4-39-15,1 0-45 0,3-4-47 16,-3-2-53-16,2 0-52 0,0-3-50 15,-2-1-46-15,1-2-38 0,3-4-30 16,-9 5-18-16,9-5-14 0,0 0 4 0,0 0-501 16,-11-13-488-16</inkml:trace>
  <inkml:trace contextRef="#ctx0" brushRef="#br0" timeOffset="48744.32">5423 7843 2614 0,'-6'-7'-57'0,"2"2"48"0,4 5 38 16,-2-7 28-16,2 7 24 0,0 0 17 16,0 0 5-16,-5-9-2 0,5 9-1 15,0 0-4-15,7-11-3 0,3 7-4 0,1-3-8 16,5 0-8-16,-1-4-9 0,12-3-5 15,1-1-2-15,-3 1-8 0,2 2-4 0,-3-5-5 16,3 3 0-16,-2-1-3 16,-6 1-3-16,-4 1 2 0,3 3 14 0,-5 1 11 15,-3 1 2-15,-1 2 8 0,-2 0 10 16,-1 1-1-16,-1 1 1 0,-5 4 8 0,0 0 16 16,0 0 15-16,11 15 8 0,-15-1 0 15,0 5-4-15,-4 2-11 0,-3 10 0 0,0-1-11 16,-3 2-2-16,1 0-15 0,-1 0-11 15,3-3-5-15,-1 0-6 0,6-6-11 16,-3-2-18-16,4 1-29 0,-1-9-40 0,1 2-50 16,4-3-58-16,-1-6-56 0,-2 2-75 15,2-4-64-15,2-4-84 0,-2 6-92 0,2-6-101 16,0 0 31-16,0 0-366 16,0 0-428-16</inkml:trace>
  <inkml:trace contextRef="#ctx0" brushRef="#br0" timeOffset="48891.18">5777 7577 2558 0,'10'-28'14'0,"-4"8"55"16,-4 2 47-16,1 7 32 0,-1 1 22 16,0-2 0-16,0 7-11 0,0-3-15 0,-2 8-18 15,0-12-12-15,0 12-31 0,4-7-39 16,-4 7-52-16,0 0-67 0,0 0-80 16,0 0-96-16,0 0-112 0,0 0-181 0,0 0 47 15,-4 25-191-15,8-18-182 0</inkml:trace>
  <inkml:trace contextRef="#ctx0" brushRef="#br0" timeOffset="49173.55">6164 7227 1934 0,'-5'-20'134'0,"-3"5"46"0,0 4 40 0,4 1 15 15,-1 2 8-15,1 6-6 0,4 2 0 16,0 0-2-16,-21 14 5 0,6 13-5 15,-4 13-5-15,-1 9-4 0,0 9-10 0,-1 5-20 16,-4 17-18-16,6-11-18 16,-6 15-12-16,6-14-32 0,-4 11-16 0,4-14-7 15,2-3-7-15,0-5-16 0,2-3-23 16,-2-5-36-16,1-5-29 0,7-10-36 0,-3-5-40 16,6-6-55-16,1-11-50 0,1-2-63 15,0-1-57-15,1-5-56 0,-1-6-41 0,4 0-28 16,0 0-27-16,0 0-23 0,-5-18-429 15,5 5-402-15</inkml:trace>
  <inkml:trace contextRef="#ctx0" brushRef="#br0" timeOffset="49392.36">5840 7903 2432 0,'25'-53'-44'0,"-4"11"43"0,4 1 36 15,-5 12 39-15,-2 4 29 0,-3 1 29 0,-1 9 27 16,-5 3 13-16,1 7 8 16,-1 4 9-16,-9 1 15 0,0 0 13 0,15 12 15 15,-13-2 3-15,0 2 4 0,-2 1-7 16,-2 4-11-16,-2-1-17 0,1 5-20 0,-3-4-17 15,1 2 3-15,-3 0-36 0,3-4-11 16,-4 2-11-16,2-3-10 0,1 0-35 0,-2-1-39 16,4-6-38-16,-1 3-51 0,-1-6-62 15,1 0-74-15,5-4-85 0,-11 1-77 16,11-1-95-16,0 0-125 0,-7-19-88 0,9 6 68 16,5-16-412-16,13-17-485 15</inkml:trace>
  <inkml:trace contextRef="#ctx0" brushRef="#br0" timeOffset="49827.36">6356 7139 2783 0,'9'-19'50'0,"-4"6"67"16,-3 3 62-16,0-1 53 0,0 4 26 16,0 2 6-16,-2 5-15 0,0 0-1 0,0 0 11 15,0 0 13-15,-9 33 30 0,-4 3-1 16,1 11-4-16,1 9 0 0,-5 6-11 0,1 4-18 16,-4 0-16-16,1 1-25 0,0 0-24 15,0-6-17-15,1-1-22 0,0-6-14 16,4 0-17-16,-1-7-14 0,3-12-24 0,4-4-95 15,-2-7 0-15,4-7 0 16,1 0 0-16,0-5 0 0,2-1 0 0,2-5-44 16,-1 0-74-16,1-6-16 0,0 0-9 15,0 0-2-15,0 0 4 0,0 0 5 0,14-31 11 16,-5 13 11-16,5-11 12 0,4-5 9 16,-1 4 11-16,2-4 10 0,0 8 12 0,-6 0 17 15,2 9 18-15,-3 2 10 0,-1 6 15 16,-2-2 16-16,4 6 11 0,-4 1 16 0,0 4 10 15,-9 0 23-15,23 8 6 0,-14-4-3 16,0 6 3-16,0 0 14 0,-2 2 8 0,-1-1 11 16,-2 2 3-16,0 1 8 0,-2-2 9 15,0-1 12-15,-4 2 2 0,0-3-5 16,0 2-144-16,-1-2 0 0,-4 1 0 16,3-3 0-16,-5 2 0 0,2-1 0 0,-3-3 0 15,0-1 0-15,-1 1 0 0,-3-3 0 16,-2 1 0-16,2-3 0 0,-1 1 0 15,-4-4 0-15,-1 1-135 0,4-4-357 0,-4-4-132 16,9 1-165-16,0 0-74 0,1 0 100 16,4 3-776-16,3-1-983 0</inkml:trace>
  <inkml:trace contextRef="#ctx0" brushRef="#br0" timeOffset="50507.15">7228 7833 4411 0,'-8'-14'-89'0,"1"2"20"0,2 3 34 0,2 1 46 16,-1 0 31-16,2 4 11 0,2 4-7 0,-2-7-6 15,2 7-5-15,-2-7-3 0,2 7-4 16,0 0 23-16,0 0 25 0,0 0 24 0,0 0 19 15,-11 29 10-15,8-10 9 0,-6 2 2 16,4 4-2-16,-5 6 4 0,-2 1-8 16,1 3 19-16,0-1 1 0,-1-4-6 15,3 0-11-15,2-7-9 0,-2-6-12 0,4-3-12 16,-1 1-3-16,3-5-13 0,-1 0-2 16,0-1-9-16,2-3-3 0,0 1-4 0,2-7-8 15,0 0-11-15,0 0 1 0,0 0-12 16,0 0-6-16,0 0 0 0,15-34-5 0,-6 14-13 15,7-9 4-15,1-4-8 0,0 3-8 16,-1 1 0-16,1 4 4 0,-3 7-9 0,-7 3 4 16,0 3-6-16,1 4 1 0,-3 3 1 15,4 4 1-15,-9 1 5 0,0 0-1 16,16 8 0-16,-7-2 2 0,-4 6-9 16,2 0 3-16,-1 2 2 0,1 0 4 0,0 0-10 15,-2-3 4-15,-1-1-3 0,2 2 3 16,-3-3 3-16,5-1-2 0,0 0 6 15,-1-4-4-15,-7-4-5 0,13 5-9 0,-13-5-11 16,18-4-5-16,-18 4-1 16,23-13 0-16,-12 5 8 0,12-9 0 0,-2-4 0 0,3-1 3 15,0-3-1-15,1 1 1 16,-1 1 6-16,0 5 1 0,-6 2 0 0,-2 6-2 0,-5 1-1 16,0 3 10-16,-1 4 8 15,-3 0 14-15,-7 2 1 0,15 9-2 0,-10-1-4 0,-1 2 2 16,-3 2 3-16,-1 2-6 15,0 1-10-15,0-1 0 0,0 2-7 0,0 2 3 16,0-1-27-16,0 3-19 0,0-5-19 16,2-1-48-16,0-3-62 0,-2 2-77 0,2-3-96 15,0-2-96-15,1-3-118 0,-1-2-197 16,-2-3 67-16,12 6 72 0,-2-6-475 0,-10 0-566 16</inkml:trace>
  <inkml:trace contextRef="#ctx0" brushRef="#br0" timeOffset="50889.94">8207 7715 3002 0,'-4'-8'46'0,"1"0"52"0,-3 0 32 0,0 2 28 0,3-1 17 16,-4 3 0-16,2 1-19 16,5 3-13-16,-19 0-14 0,7 3-10 0,-1 6-15 15,-6-1-3-15,2 4-8 0,-6 5-4 16,4-1-4-16,0 5-9 0,2-7-8 0,6 1-7 15,1 1-5-15,4-3 11 0,0 1 15 16,6-2 2-16,0 0-3 0,4 0 8 16,0 0 19-16,1 1 17 0,6 1 42 0,-2 0 28 15,2-1 16-15,-1-1 7 0,-1-1 15 16,0-1 12-16,2 0 3 0,-4-2 3 16,0-1-13-16,-1-1-10 0,1-1-2 15,-6 1-195-15,-1-6-31 0,6 9 0 0,-6-9 0 16,2 5 0-16,-2-5 0 0,0 0 0 15,-14 9 0-15,8-6 0 0,-3 1 0 0,0-2 0 16,-3 2 0-16,1-1 0 0,2-1 0 16,-4-2 0-16,13 0 0 0,-21-3 0 0,10-1-321 15,4-1-172-15,1-4-41 0,4-2-35 16,2-9-22-16,8-11-42 0,8-1-10 0,7-11 28 16,12 2-675-16,5 1-748 15</inkml:trace>
  <inkml:trace contextRef="#ctx0" brushRef="#br0" timeOffset="51090.27">8244 7686 3192 0,'41'-32'-191'0,"-14"11"55"0,-4 4 67 16,-4 5 68-16,-5 2 70 15,-5 1 67-15,-2 3 43 0,1-1 46 0,-4 2 21 16,2 1 16-16,-6 4 1 0,0 0 23 16,0 0 23-16,13 11 21 0,-13 2-7 0,0 6-4 15,-6 15-11-15,-3 4-11 0,-3 8-17 16,-1 3-17-16,-3-5-20 0,3 2-21 16,-4 1-20-16,4-12-22 0,0 3-16 0,-1-6-19 15,3 3-18-15,-3-6-109 0,5-6-18 16,2-4 0-16,-4-2 0 0,6-4 0 15,-1-1-170-15,1-2-131 0,1-2-117 0,2-3-120 16,2-5-110-16,0 0-152 0,0 0 36 0,0 0 74 16,0 0-624-16,2-25-770 15</inkml:trace>
  <inkml:trace contextRef="#ctx0" brushRef="#br0" timeOffset="51272.86">8289 7707 3751 0,'-4'-8'138'0,"1"-1"54"0,-1 4 31 0,4 5 33 15,-2-7 16-15,2 7 33 0,0 0 8 16,8-10-7-16,-3 6-25 0,6 0-26 16,3-2-27-16,3 2-23 0,-2-1-33 15,7-1-61-15,-6-1-84 0,2 3-79 16,0 1-93-16,4-1-110 0,-7 3-130 0,2-3-146 0,-3 4-144 16,-5 2-64-16,-9-2 84 15,15 5-569-15,-7 0-686 0</inkml:trace>
  <inkml:trace contextRef="#ctx0" brushRef="#br0" timeOffset="52222.66">7348 7854 3506 0,'-27'11'72'15,"2"-2"23"-15,5-4 15 0,2-1 22 16,5 2 26-16,3-1 15 0,1-2 16 0,5 3 23 16,4-6 11-16,0 0-3 0,21 11-21 15,3-10-16-15,15-2-19 0,10 1-15 0,20-4-21 16,7-2-3-16,8 1-21 15,22-4-27-15,5 1-30 0,0-4-27 0,-1 0-28 16,-10-2-27-16,-28 2-17 0,-9 4-15 16,-22 1 4-16,-4 0 5 0,-14 1 5 15,-13 4 8-15,-8 2 12 0,-2 0 14 0,0 0 17 16,-65 13 14-16,9 1 15 0,-8 0 13 16,-9 3 0-16,-21 8 5 0,3 0 3 0,-6 5 1 15,2 0 1-15,5-3 15 0,22-4 22 16,7-3 10-16,9-3-11 0,16-5-9 15,11-3-4-15,4-2-19 0,10 1 2 0,4-3 0 16,5 0-4-16,2-5-3 0,14 9-8 16,11-7 4-16,21-1-13 0,16-6-14 15,11-3 6-15,1-4-20 0,5 0-10 0,0-1-21 16,-2 3-16-16,-5-1 0 0,-7-1 0 16,-8 0 10-16,-18 7 1 0,-11-1 9 0,-7 0 7 15,-6 3 9-15,-3 0 1 0,-7-1-1 16,-1 1 1-16,-4 3-1 0,0 0 1 0,-9-12-14 15,-1 11-37-15,10 1-47 0,-12-7-69 16,9 3-93-16,3 4-116 0,-10-6-132 0,10 6-199 16,0-9 15-16,0 3 75 0,4-4-473 15,3-2-567-15</inkml:trace>
  <inkml:trace contextRef="#ctx0" brushRef="#br0" timeOffset="53357.02">9643 7745 2873 0,'11'-5'-69'15,"-6"3"48"-15,-5 2 39 0,10-6 43 16,-10 6 46-16,6-6 47 0,-6 6 33 0,6-6 30 15,-6 6 17-15,5-5 12 0,-5 5 10 16,4-12 10-16,-4 12 3 0,-2-12-11 0,-4 4-7 16,1-1-12-16,-3-1-17 0,-4 2-12 15,-2-3-18-15,-4 1-22 0,-1 2-15 0,-2 1-15 16,-4 3-21-16,2 2-9 0,-4 2-15 16,1 0-8-16,-3 6-5 0,-3 1-18 15,-1 1-3-15,9 2-11 0,3-1-7 16,4 3-3-16,2 0-4 0,5 1-4 0,0 2-7 15,9-1-2-15,1 1-9 0,5-1 6 16,13 11-2-16,-2-1-4 0,6-1 1 0,2 0-1 16,1 1-5-16,0-2 5 0,-1-2-2 15,-2 2 0-15,-3-3-4 0,-2-2 3 16,-3-3 17-16,-3-1 22 0,-2 3 32 0,-1-5 32 16,-4 2 25-16,1-1-24 0,-5-2-115 15,0 0 0-15,-3 1 0 0,-1-1 0 0,-3 2 0 16,-2-2 0-16,-4 2 0 0,-1-2 0 15,-2 1 0-15,0-4 0 0,-4 1 0 0,2-3 0 16,-3 2 0-16,-1-4 0 16,2-1 0-16,3-2 0 0,0-3 0 0,2 3 0 15,4-2 0-15,-3-3 0 0,6-2 0 16,3-3 0-16,3 1-234 0,7-1-295 0,7-4-31 16,11-5 4-16,5 2 42 0,17-1 44 15,-2-1 54-15,7-1 43 0,1 1 29 0,0-1 40 16,1-2 50-16,-3 0 71 15,-5-2 70-15,-4 1 89 0,-9 5 97 0,-6-2 82 0,-4 2 62 16,-5 2 49-16,-3 4 31 0,-4 0 31 16,-2 4 11-16,0 2-3 0,-2-1-12 0,-1 3-18 15,1 0-24-15,-5 4-15 0,0 0 1 16,10 15-1-16,-9-1-15 0,1 9-21 16,0 4-22-16,-4 12-20 0,-1 3-16 15,-1 1-78-15,-2-2-95 0,1 1 0 0,-1 0 0 16,3-1 0-16,-2-7 0 0,-1 2 0 15,5-9 0-15,-3-3 0 0,4-7 0 0,-2 0 0 16,2-2 0-16,0-6-310 0,2 0-137 16,-2-5-94-16,0-4-83 0,0 0-134 0,0 0-30 15,0 0 79-15,15-22-656 0,-11 5-820 16</inkml:trace>
  <inkml:trace contextRef="#ctx0" brushRef="#br0" timeOffset="53556.9">9888 7803 3560 0,'-8'-13'87'0,"2"2"85"0,-1 3 45 0,2 1 38 16,1 1 36-16,0 1 24 0,4 5 12 0,-3-7-16 16,3 7-13-16,1-8-16 0,-1 8-17 15,11-9-22-15,0 4-22 0,7 1-24 0,3-1-23 16,3-1-45-16,1 0-47 0,9 0-79 16,-5-1-67-16,-2 3-82 0,2 1-88 0,-5 1-124 15,-2 1-99-15,-4 1-123 0,2 1-150 16,-7 1 3-16,0 4 82 0,-2-4-541 0,1 6-652 15</inkml:trace>
  <inkml:trace contextRef="#ctx0" brushRef="#br0" timeOffset="54290.97">11246 8291 3333 0,'-14'6'20'0,"3"-2"27"16,0-2 25-16,6 1 26 0,5-3 9 16,-8 3 22-16,8-3 15 0,0 0 14 0,0 0-2 15,38 2-14-15,9-4-15 16,15-1-11-16,9-4-20 0,2 3-33 0,10 0-20 16,4 2-23-16,26-1-29 0,-1-1-70 15,-1-2-80-15,0 2-94 0,-25-2-135 0,-1 1-158 16,-3-3-27-16,-7-2 53 0,-11-1-277 15,-6-3-286-15</inkml:trace>
  <inkml:trace contextRef="#ctx0" brushRef="#br0" timeOffset="54538.99">12533 7991 2679 0,'-21'-2'354'0,"4"-1"-7"0,4 0 7 16,3 2 12-16,10 1 5 0,-14-2-28 0,14 2-1 15,0 0-1-15,-5 13-14 16,10 1-21-16,4 3-35 0,4 9-25 0,2 3-25 16,-2-1-19-16,3 1-21 0,-5 2-18 15,0-1-19-15,-1-1-14 0,-4-1-19 0,-2-2-28 16,-6-3-48-16,-4 10-34 0,-2 4-62 16,1-5-73-16,-3 1-72 0,-2-4-86 0,3-5-106 15,4-5-106-15,-5-1-131 0,5-3-156 16,0-3 74-16,1-5-705 0,3 1-872 0</inkml:trace>
  <inkml:trace contextRef="#ctx0" brushRef="#br0" timeOffset="55556.06">13435 8702 3755 0,'-6'8'122'0,"0"-1"35"15,2-2 1-15,2-1-3 0,2-4 7 0,0 0 8 16,0 0 14-16,0 0-4 0,0 0-13 16,0 0-15-16,31-16-17 0,-8 1-11 0,0-6-17 15,3 1-8-15,3-4-23 16,-1-7-13-16,5-2-20 0,-5-2-11 0,-1-5-6 0,0-1-5 16,-4-4-5-16,2-3 0 15,-5-6-7-15,1-4 2 0,-3-1-1 0,-1-2-1 16,-2 1 1-16,-4 4 0 0,0 3-1 15,-4 15 4-15,-1 10 5 0,-5 8 6 0,3 3 5 16,-4 5 0-16,-2 7-1 0,2 5-1 16,0 0 6-16,-25 24 0 0,0 15 6 0,0 9 2 15,0 5-3-15,0 5 3 0,1-1 0 16,5 1-1-16,6 0-4 0,4-3-6 16,7-13 2-16,-1 1-5 0,8-4-5 0,2-5 1 15,4-3 5-15,1-9-8 0,-1-4 2 16,2-5-2-16,3-2 1 0,2-5-5 15,-2-4 3-15,6-2-6 0,-4-2 3 16,5-6-2-16,0-1-2 0,6-4 1 0,-8 0-5 16,-2 2 7-16,-4-1-3 0,-2 0 4 15,-4 1-3-15,2-2-3 0,-8 2 0 0,1 3-2 16,-2 1-1-16,-2 7-3 0,-6-10-13 16,6 10-27-16,-12 0-38 0,12 0-48 0,0 0-57 15,-27 8-72-15,13-2-84 0,-1-2-88 16,-1 2-97-16,3-4-130 0,1 3-46 0,5-2 79 15,1-1-484-15,6-2-571 16</inkml:trace>
  <inkml:trace contextRef="#ctx0" brushRef="#br0" timeOffset="56306.2">14120 8551 3242 0,'4'6'152'0,"-4"-6"26"0,0 0 7 0,0 0 23 0,0 0 24 15,0 0 17-15,0 0-9 0,0 0-19 0,16-14-23 16,-9 8-18-16,4-3-18 0,1 1-16 16,-1-2-13-16,3-3-19 0,-1 5-16 15,-2-2-17-15,3 1-24 0,-5 2-13 16,2 2-7-16,-6 0-10 0,4-2-6 0,-5 4-10 0,3-1 0 16,-7 4 1-16,7-3-3 15,-7 3 2-15,0 0-4 0,0 0 0 0,0 0-1 16,2 22 0-16,-4-12-1 0,0 3-1 15,-1-1 2-15,1-1 0 0,2 3-5 0,-1-1 2 16,-1-1-1-16,4-2-1 0,-1 1 0 16,-1-1 0-16,5-2 1 0,-1 0-1 0,1-3-2 15,-1-1-6-15,-4-4-9 0,15 4-9 16,-15-4-17-16,19-8-12 0,-3 2-18 0,-1-3 0 16,0-3 5-16,2 1 7 15,1-3 4-15,-4-1 5 0,2 2 9 0,-1-1 4 0,-1 0 4 16,-5 4 8-16,-2 1 16 0,1 1 15 15,-2 4 14-15,0-2 8 0,-3 0 5 16,-3 6-4-16,0 0-1 0,0 0 1 16,0 0-4-16,0 0-3 0,0 0-4 0,-1 23 1 15,-1-15-3-15,0 3-3 0,0-1-3 16,0 2 2-16,2-4-3 0,0 2-6 16,0-1-12-16,2-1-9 0,2 0-2 0,-2-2-5 15,-1-1-13-15,5-1-18 0,-6-4-19 16,16 4-31-16,-16-4-31 0,18-8-32 0,0 3-21 15,-2-7-9-15,9-5 9 0,6-3 17 16,8-6 19-16,2-3 19 0,1-3 19 16,4-4 9-16,-1-7 11 0,12-17 11 15,-1-6 9-15,-4-6 6 0,-5-3 8 0,-3-4 8 16,-6-5 5-16,-4-1 8 0,-3 4 13 16,-12 18 13-16,-6 7 17 0,-6 17 18 0,-5 3 17 15,-4 10 13-15,-1 8 2 0,-5 4 6 16,-1 8 1-16,1 5 0 0,8 1 3 0,-34 26 11 15,7 10 5-15,-1 10 3 0,3 8 8 16,2 2 9-16,-2 6 4 0,-4 23 12 0,6 6 24 16,3-4 3-16,2 1-7 0,6-19-16 15,1-1-10-15,6-4-12 0,-3-4-12 16,8-14-18-16,0-4-20 0,0-4-28 16,0-9-28-16,2-6-33 0,2-4-24 0,0-3-26 15,-3-7-33-15,6-1-53 0,0-5-46 16,-1-3-55-16,-6 0-81 0,15-11-107 15,-5 2-113-15,-1-5 54 0,0-5-293 0,7-8-306 16</inkml:trace>
  <inkml:trace contextRef="#ctx0" brushRef="#br0" timeOffset="56490.56">14872 8390 2799 0,'0'0'420'0,"0"0"-16"0,-14 0-17 0,14 0-25 0,0 0-5 0,0 0-22 0,0 0-31 0,0 0-38 0,25-12-34 16,-13 8-79-16,2-3-89 16,2 1-101-16,4 1-106 0,-4-4-137 0,3 0-141 15,-2-1-160-15,3 0-117 0,-4-1 74 16,9-5-498-16,0 1-591 0</inkml:trace>
  <inkml:trace contextRef="#ctx0" brushRef="#br0" timeOffset="63571.37">16098 8388 3452 0,'2'-5'164'15,"-2"5"-16"-15,0 0-9 0,0 0 22 16,0 19 35-16,-2 1 19 0,-3 4-7 0,-1 15-7 16,-1 0-18-16,-1 1-17 0,2 3-15 15,1-1-9-15,-1-3-9 0,2-3 7 0,4-9-7 16,-1-5-3-16,1-4-5 16,0-3-6-16,-2-3 15 0,2-2 14 0,0-1 23 15,0-2 14-15,0-7-8 0,0 0-22 16,0 0-13-16,0 0-15 0,0 0-14 0,11-22-12 15,-6-7-9-15,7-6-10 0,1-15-12 16,5-2-7-16,-2-7-7 0,6-3-7 16,4-20-29-16,1 0-20 0,2 4 0 0,-7 16 0 15,5 3 0-15,-2 8 0 0,-4 8 0 16,1 5 0-16,-8 11-27 0,-3 9-55 0,-1 3-41 16,-2 3-37-16,-3 4-30 0,4 0-24 15,-2 5-44-15,-7 3-54 0,0 0-50 0,15 8-54 16,-13-1-57-16,-1 3-74 0,-1 5-162 15,-1 3 43-15,-3 7 68 0,-5 7-441 0,-5 2-512 16</inkml:trace>
  <inkml:trace contextRef="#ctx0" brushRef="#br0" timeOffset="63739.77">16057 8590 3161 0,'-7'9'138'0,"1"-2"14"15,1-2 30-15,3-1 33 0,2-4 27 0,-3 6 8 16,3-6-14-16,0 0-28 0,0 0-17 15,0 0-19-15,0 0-18 0,27-10-18 0,-10 2-30 16,14-5-56-16,-1 1-67 16,2-2-92-16,3 1-101 0,1 1-100 0,-4-1-109 15,2 2-131-15,-2-2-83 0,-1 2 61 16,-10 5-371-16,-1-4-423 0</inkml:trace>
  <inkml:trace contextRef="#ctx0" brushRef="#br0" timeOffset="64122.04">16512 8510 2698 0,'0'6'68'0,"0"4"31"0,0-5 40 16,0 3 38-16,0-2 30 0,0-6 20 15,0 12 2-15,0-7-6 0,0 3-12 0,0-8-13 16,4 10-11-16,0-4-13 0,-1-2-12 16,1 0-19-16,-4-4-12 0,10 5-12 15,-4-3-11-15,-6-2-11 0,11 2-7 0,-11-2-6 16,0 0-9-16,17-9-8 0,-13 5-3 15,0 0-6-15,-2-4-5 0,0 0-2 16,-2 0-6-16,0 8 1 0,-8-11-5 0,3 5 2 16,5 6-7-16,-22 0-1 0,6 6 1 15,-4 3-1-15,-8 5 1 0,1 7-1 0,2-1-1 16,5 3 2-16,0 0-8 0,7-3 3 16,7-3-1-16,-2-1 1 0,5-1-2 15,-1 0-4-15,2-1 1 0,4-2 2 0,2-1-8 16,-1 1-1-16,1-4-12 15,3-1 2-15,6 0-21 0,-2-4-25 0,3 1-40 0,-2-4-43 16,6 0-57-16,0-4-69 16,7-3-69-16,6-3-43 0,1-4-42 0,6-3-11 15,6-3-31-15,-2-4-63 0,1 0-80 16,-6-2 34-16,-10 4-348 0,-4 0-382 0</inkml:trace>
  <inkml:trace contextRef="#ctx0" brushRef="#br0" timeOffset="64553.96">16912 8531 2513 0,'0'0'64'16,"0"0"39"-16,0 0 41 0,0 0 44 15,-28 12 31-15,18-4 23 0,-2 2 13 0,1 5-4 16,2 3-8-16,-3-1-12 0,-1 8-8 16,8 0-15-16,-3-5-21 0,4 2-17 0,2-3-19 15,-2 0-17-15,6-2-13 0,0-2-11 16,1 1-10-16,6-3-7 0,-4-1-10 16,6-2-6-16,1-6-9 0,0-1-1 15,-1-3-6-15,-11 0 0 0,26-3-3 16,-8-3-1-16,-1 0 13 0,-4 0-8 0,0-2-7 15,-1 5 10-15,-1 1-2 0,-3-2-5 16,-8 4-7-16,16-6-4 0,-16 6-2 0,11-2-14 16,-11 2 5-16,0 0-7 0,15 0 7 15,-15 0-10-15,0 0-1 0,21 6 7 0,-15-4-8 16,-6-2 0-16,17 1 6 16,-17-1 7-16,17 0-6 0,-17 0 0 0,22-1 1 15,-8-3 0-15,-1 2 1 0,3-3-10 16,1 0-3-16,-2-2-4 0,7-1-2 0,-6-1-3 15,5-1 5-15,-6-1 0 0,5 1-4 16,-7 3-3-16,0-1 6 0,-1-3-6 0,-2 1 7 16,-3 0 2-16,2-2-4 0,-1 0-2 15,-4-2-1-15,4 1 2 0,-5-1 2 0,1-2-11 16,0 5 4-16,-4-1-14 0,2 0-28 16,-4-1-28-16,2 5-45 0,-2 0-51 0,0 1-64 15,-3-2-87-15,-1 0-98 0,2 2-101 16,-6 2-118-16,5-3-140 0,-3 1 76 15,3-2-624-15,-2-1-772 0</inkml:trace>
  <inkml:trace contextRef="#ctx0" brushRef="#br0" timeOffset="65738.07">18176 8364 3257 0,'0'0'-216'0,"9"-6"45"0,-9 6 31 0,8-4 23 16,-8 4 34-16,8-4 27 15,-8 4 20-15,0 0 19 0,9-3 6 0,-9 3 10 16,0 0 10-16,0 0 10 0,10-2 7 16,-10 2 10-16,0 0 5 0,0 0 7 15,0 0-2-15,0 0 2 0,12 7-5 0,-12-7 0 16,0 0 5-16,0 0-9 0,5 4-1 15,-5-4 4-15,0 0 7 0,0 0 7 0,0 0 11 16,0 0 9-16,0 0 18 0,0 0 23 16,0 0 13-16,0 0 19 0,9 1 9 0,-9-1 14 15,0 0 15-15,0 0 9 16,0 0 5-16,0 0-2 0,0 0-1 0,0 0-3 16,0 0-2-16,0 0-13 0,0 0-7 15,0 0-2-15,0 0 1 0,0 0-13 0,0 0-16 16,0 0-12-16,0 0-17 0,0 0-12 15,0 0-10-15,-21 19-9 0,17-2-5 0,-3 15-2 16,2 0-12-16,-3 0-5 0,3 1-6 16,2-6-8-16,-1-2 0 0,0-5-2 0,3-1-3 15,1-2-8-15,0-3 5 0,-2-2-2 16,2-1 4-16,0-2 4 0,0-2 2 0,0-7 8 16,3 10 1-16,-3-10 4 15,0 0-4-15,0 0-1 0,0 0-4 0,24-14 1 16,-15 2-11-16,3-5-3 0,1-8-1 0,1-5-2 15,0 1 6-15,1 0-27 0,1 2-12 16,-7 6 0-16,1 4 0 0,-1 5 0 16,-3 0 0-16,0 3 0 0,-3 1 0 15,4-1 0-15,-4 4 0 0,-3 5 0 0,10-2 0 16,-10 2 0-16,0 0 0 0,0 0 0 16,19 14 0-16,-13-10 0 0,-3 4 0 0,5-1 0 15,-3 2 0-15,4-5 0 0,-6 2 0 16,3-1 0-16,-6-5 0 0,9 9 0 15,-3-5 0-15,-6-4 0 0,10 2 0 16,-10-2 0-16,0 0 0 0,25-6 0 0,-12-2 0 0,1-2 0 16,6-2 0-16,1-6 0 15,2 0 0-15,-1-1 0 0,-2 6 0 0,-6 1 0 0,-1 2 0 16,-4 5 0-16,-4 1 0 16,4 1 0-16,-4 1 0 0,-5 2 0 0,0 0 0 15,19 9 0-15,-15-4 0 0,2 5 0 16,-3 2 0-16,-3 0 0 0,4 0 0 0,2 0 0 15,-4 0 0-15,-1 0 0 0,3 2 0 16,3-3 0-16,-6 0 0 0,3-3 0 0,2 1-76 16,-5-3-424-16,3 2-88 0,2-3-105 15,-3-2-168-15,-3-3 73 0,16 0 86 0,-16 0-653 16,23-4-809-16</inkml:trace>
  <inkml:trace contextRef="#ctx0" brushRef="#br0" timeOffset="66106.27">19240 8167 3787 0,'1'-13'100'0,"-2"3"48"0,-1 2 45 0,-4 3 30 16,6 5 27-16,-12-9 17 0,12 9-15 0,-15 0-2 15,15 0-20-15,-25 9-20 0,8 3-11 16,-5 3-10-16,-1 4-11 0,3-6-4 0,5 1-11 16,-8 5-15-16,9-2-18 0,2-3-14 15,2 0-8-15,2 0-14 0,2-3-9 16,5-1-1-16,-1 2 10 0,4-4 9 15,-1 1 9-15,8 4 20 0,-2-1 28 0,6 0-148 16,1 2-12-16,-3-2 0 0,2 0 0 16,1 0 0-16,-1 1 0 0,-1 1 0 0,1 0 0 15,-4 1 0-15,-1-1 0 0,0-1 0 16,-3 0 0-16,-1 3 0 0,0-4 0 0,-4 0 0 16,0-1 0-16,0 1 0 0,-2-1 0 15,-4 1 0-15,2 0 0 0,-5 0 0 0,-3-1 0 16,-1 2 0-16,-2-1 0 0,0 0 0 15,-5-4 0-15,4 1 0 0,-4-1 0 0,-1-1 0 16,6-2 0-16,-2-3 0 0,4 0 0 16,2-6 0-16,1-4 0 0,4-8-13 15,8-3-763-15,12-13 2 0,15-8 88 16</inkml:trace>
  <inkml:trace contextRef="#ctx0" brushRef="#br0" timeOffset="66322.89">19165 8461 5016 0,'69'-40'-325'0,"-10"9"52"16,2-1 47-16,0 6 69 0,-2-3 37 15,-4 4 60-15,-13 4 88 0,-8 7 112 0,-7-4 83 16,-5 3 72-16,-4 4 45 0,-5 2 53 15,-5 5 14-15,0-1-1 0,-3 1-19 0,-5 4-32 16,9-4-32-16,-9 4-17 0,0 0-14 16,9 14-12-16,-13 0-119 0,-1 7-161 0,-4 11 0 15,0 4 0-15,-3 4 0 16,-1 6 0-16,-2 3 0 0,-1-2 0 0,5-9 0 0,-1-3 0 16,1-2 0-16,2-4 0 15,1-6 0-15,2-4 0 0,1-4 0 0,3-3 0 16,-2-2 0-16,0-1-378 0,4-6-197 15,0-3-67-15,0 0-104 0,0 0-73 0,0 0 79 16,0 0-719-16,4-20-909 0</inkml:trace>
  <inkml:trace contextRef="#ctx0" brushRef="#br0" timeOffset="66487.3">19575 8299 3718 0,'-4'-23'-13'0,"2"4"109"0,1 7 65 16,1-1 49-16,-2 4 39 15,-1 1 22-15,3-1-3 0,0 9 0 0,0-12 8 16,0 12-1-16,8-7-13 0,0 6-23 15,-8 1-25-15,23-4-23 0,-7 3-19 0,7-3-49 16,2 2-65-16,2-3-92 0,0 2-96 16,-1-3-106-16,4-2-123 0,-5-1-113 0,-4 3-141 15,-8-1-130-15,1 3 64 0,-3-1-604 16,-5 4-742-16</inkml:trace>
  <inkml:trace contextRef="#ctx0" brushRef="#br0" timeOffset="67355.28">20744 8592 3975 0,'-7'-6'199'0,"2"-2"-19"16,-3 6-8-16,8 2 27 0,-16 0 33 0,16 0 25 15,-25 10-3-15,14-1-6 0,0 3-16 16,-3 1-10-16,5-1-14 0,0 3-22 0,3-1-13 15,-2-1-18-15,4-1-13 0,1 0-15 16,1 0-12-16,0-3-12 0,4 3-8 0,0-4-10 16,1-3-7-16,3 1-7 15,3 0-8-15,3-6-5 0,-12 0-17 0,34-8-37 16,-12-1-4-16,4-4-8 0,3-1-3 16,2 0 1-16,-11 2 4 0,-3 4 0 0,-4 1-5 15,1 0 3-15,-4 2 3 0,-3 2-9 16,-2 3 6-16,-5 0 1 0,14 5 3 0,-6 1 2 15,-3 1 2-15,4 2 1 0,0 1-1 16,-2 2-4-16,4 0 4 0,-1-3-8 0,3 1 10 16,3-3 4-16,-1 0 2 15,2-1 4-15,0-6 5 0,2 0 1 0,5 0-1 16,-1-6 3-16,6-6-2 0,3 1 3 16,-10 1 5-16,-3-2-1 0,4-3-1 0,-4 1-1 15,-4-1-1-15,-3 1-3 0,0-1 0 16,-5-2-2-16,-2 1-6 0,1 1-10 0,-2-1-19 15,-2 5-23-15,-1-1-44 0,-1-2-36 16,2 5-39-16,-2 2-56 0,3 0-58 0,-3 7-75 16,-3-11-75-16,3 11-75 0,-3-3-93 15,3 3-170-15,0 0 70 0,0 0-620 16,0 0-768-16</inkml:trace>
  <inkml:trace contextRef="#ctx0" brushRef="#br0" timeOffset="67556.09">21375 8433 3780 0,'6'-8'123'0,"-2"4"40"0,-1-3 24 0,-3 7 21 16,0 0 22-16,1-9-3 16,-1 9 11-16,0 0-2 0,0 0-18 0,19 19-17 15,-12-4-21-15,3 4-19 0,-4 4-18 16,-1 7-12-16,3 4-16 0,-4-5-41 0,-4-4-50 16,2 1-53-16,-2-1-58 0,0-4-63 15,-2-2-67-15,1-1-80 0,-2-2-65 0,-1-2-82 16,0-4-82-16,3-2-114 0,-1-6 15 15,2-2-485-15,0 0-578 0</inkml:trace>
  <inkml:trace contextRef="#ctx0" brushRef="#br0" timeOffset="67720.5">21545 8256 3207 0,'0'-19'102'0,"0"4"37"0,0 3 31 15,0 1 17-15,0 6 6 0,0 5-10 16,-1-9-18-16,1 9-20 0,0-12-17 0,0 12-13 15,0 0-24-15,0 0-43 0,0 0-57 16,7-3-81-16,-7 3-84 0,0 0-48 0,0 0-88 16,19 16-124-16,-13-10-151 0,-1 1 45 15,8 4-314-15,-1 1-337 0</inkml:trace>
  <inkml:trace contextRef="#ctx0" brushRef="#br0" timeOffset="68421.91">21896 8131 2766 0,'-11'-17'271'0,"1"5"-2"16,2 0 14-16,2 5 12 0,-1-2-4 15,2 6-2-15,5 3-15 0,0 0-8 0,-20 27-18 16,15-6-19-16,-7 13-14 0,6 3-15 16,-1 5-16-16,-1 9-14 0,1-10-5 15,-2 13-36-15,4-3-4 0,-2-10-8 16,-3-1-8-16,4-5-12 0,-2-2 3 0,-1-4 3 0,6-4-9 15,-6-5-4-15,5-5-6 16,-1-1-10-16,-1 0-10 0,5-4-1 0,-5-1-7 16,1-1-5-16,0 1-5 0,-3-2-7 15,5-2-2-15,-5 2-8 0,3-4-10 0,-2 0-12 16,0 1-7-16,7-4-23 0,-9 5 5 16,7-2-21-16,2-3-23 0,0 0-15 0,0 0-4 15,0 0-10-15,0 0-2 0,18-12-14 16,9-1-25-16,5-4-23 0,17-7-25 0,4-4-20 15,4-1 10-15,19-9 23 0,5 3 17 16,0-4 15-16,-3 2 18 0,-6-3 17 16,-20 5 9-16,-7-3 18 0,-9-1 20 15,-10-8 20-15,-4 1 11 0,-4-2 9 0,-7-4 10 16,-7 13 13-16,-4 1 13 0,-2 11 12 16,-2 4 0-16,-1 2-3 0,-6 7-6 0,-3 3-1 15,1 7-1-15,-7 2 1 0,-4 4 7 16,-9 13 0-16,-5 9 2 0,0 8 4 0,0 6 5 15,3 4 1-15,-1 6-4 0,6 2-4 16,3-1-1-16,2 0-3 0,10-1-5 16,3 0-2-16,1-12-1 0,9-4-2 15,2-9-3-15,0 0-1 0,4 3 1 0,2-9-5 16,-2-1 0-16,4 0 2 0,-3-4-5 16,4-2 4-16,2 0 3 0,0-3 1 0,2-2 14 15,-1-1 13-15,-1-1 2 0,1 1 25 16,-1-1 13-16,-2 0 16 0,1 1 10 0,1 1 15 15,-1 0 8-15,0 0 0 0,1 4 1 16,-2-1 2-16,1 3-2 0,0-3-7 16,-1 2-11-16,-4-1-8 0,5-2-13 0,-2 1-72 15,3 1-25-15,-3-2 0 0,0 0 0 16,-1-1 0-16,2-2 0 0,1-2 0 0,2-2 0 16,1-2-32-16,6-2-222 0,2-4-77 15,10-6-86-15,3-5-66 0,7-3-62 0,9-2-59 16,4 2-127-16,5 2 14 15,6-1 80-15,-3 4-533 0,9 2-636 0</inkml:trace>
  <inkml:trace contextRef="#ctx0" brushRef="#br0" timeOffset="68838.09">23525 8487 3451 0,'-3'-6'124'0,"-5"0"23"0,4-1 28 0,0 4 30 0,-2-4 32 0,6 7 30 16,-7-12 5-16,1 7-4 0,3 0-8 16,3 5-17-16,-10-11-26 0,4 8-27 15,6 3-11-15,-19-3-28 0,19 3-14 16,-31 6-13-16,13 0-14 0,-4 4-10 0,-4 2-13 16,-3 2-3-16,10 0-11 0,4-2-13 15,0-3-2-15,5 4-5 0,1-2-9 0,-1 2-4 16,7 1-5-16,-1-5-2 15,-1 3-7-15,5-2-6 0,5 1 12 0,-3 0 10 0,3 1 14 16,3 0 10-16,3 2 11 16,1 1 12-16,1-1 12 0,1-1 8 0,-1 1 9 15,0-2-87-15,-1 0-31 0,-3-2 0 16,3 0 0-16,-7-1 0 0,3 0 0 0,-3-3 0 16,1 1 0-16,-2-1 0 0,-4-6 0 15,8 8 0-15,-6-3 0 0,-2-5 0 0,3 8 0 16,-3-8 0-16,-2 9 0 0,2-9 0 15,-9 7 0-15,9-7 0 0,-8 4 0 16,8-4 0-16,-9 0-519 0,9 0-120 0,0 0-125 16,0 0-90-16,3-23 72 0,9 9-794 15,9-11-1017-15</inkml:trace>
  <inkml:trace contextRef="#ctx0" brushRef="#br0" timeOffset="69202.97">23780 8439 4199 0,'18'-8'-62'0,"-9"1"60"0,-1 4 42 0,0-1 54 16,-3 4 49-16,-5 0 37 0,0 0 27 15,18 14 24-15,-14-2 9 0,-3 3 6 16,-1 2 10-16,0 4-1 0,0-1-9 0,-1 4-6 16,-3 0-9-16,-4 9-3 0,2-9-8 15,-1-1-9-15,-3-3-29 0,2 1-12 0,-3-3-16 16,2 0-14-16,-5-3-16 0,3 0-106 16,-3-1-18-16,-3-2 0 0,3-2 0 0,0 0 0 15,-2-6 0-15,-1 1 0 0,3-3 0 16,3-2 0-16,11 0 0 0,-26-6-34 0,15-2-105 15,2-1 13-15,4-6 9 0,3 1 9 16,2 1 8-16,0 1 16 0,3-2 24 16,1 4 20-16,3-1 28 0,-4 3 32 15,5 1 22-15,-1 2 27 0,0 2 7 0,-7 3 15 16,16-4 1-16,-16 4-1 0,20 4-6 16,-20-4-8-16,24 5-8 0,-11-2-9 0,2 1-12 15,3-1-48-15,-3 2 0 0,0-2-43 16,5-1-83-16,-6 0-63 0,0-2-64 0,1 0-73 15,1-2-76-15,-1 0-62 0,2-2-66 16,-2 0-80-16,1-3-129 0,-3-1 54 16,-1-4-616-16,2 7-758 0</inkml:trace>
  <inkml:trace contextRef="#ctx0" brushRef="#br0" timeOffset="69720.05">24026 8504 3653 0,'0'0'85'15,"0"-7"49"-15,0 7 43 0,0 0 35 0,0 0 31 0,0 0 31 16,0 0 13-16,0 0 8 15,-17 18-1-15,10-5-8 0,0 4-14 0,4-2-20 16,-3 1-20-16,1 2-18 0,-1-1-18 16,4 0-22-16,-1-1-16 0,-2-1-15 0,1 0-16 15,2-3-13-15,1 0-13 0,1-2-10 16,-2-1-9-16,0-2-6 0,2-7-57 16,-2 12-19-16,0-7 0 0,2-5 0 15,0 0 0-15,0 10 0 0,0-10 0 0,0 0 0 0,0 0 0 16,0 0 0-16,0 0 0 15,18-17 0-15,-11 10 0 0,2 2 0 0,-3-2 0 16,2 0 0-16,-2 2 0 0,-1 0 0 16,-5 5 0-16,10-5 0 0,-10 5 0 0,12-3 0 15,-12 3 0-15,0 0 0 0,14 2 0 16,-14-2 0-16,14 4 0 0,-6-2 0 0,-8-2 0 16,13 7 0-16,-8-4 0 0,-5-3 0 15,10 6 0-15,-4-5 0 0,-6-1 0 0,7 6 0 16,-7-6 0-16,8 3 0 15,-8-3 0-15,10 2 0 0,-10-2 0 0,11 0 0 0,-11 0 0 16,17-5 0-16,-7 1 0 0,-1-1 0 16,-1 3 0-16,1-1 0 0,-1 1 0 15,-8 2 0-15,12-3 0 0,-12 3 0 16,7-4 0-16,-7 4 0 0,0 0 0 0,17 2 0 16,-17-2 0-16,0 0 0 0,8 5 0 15,-8-5 0-15,6 5 0 0,-6-5 0 0,3 4 0 16,-3-4 0-16,6 3 0 15,-6-3 0-15,0 0-56 0,7 4-170 0,-7-4-57 0,0 0-78 16,0 0-73-16,23-7-67 0,-17 3-83 16,2-1-111-16,2-2-37 0,-3-1 68 0,-2-1-579 15,6 1-705-15</inkml:trace>
  <inkml:trace contextRef="#ctx0" brushRef="#br0" timeOffset="70086.24">24409 8553 3426 0,'0'0'88'0,"0"0"74"0,0 0 60 0,0 0 51 15,-23 19 42-15,23-19 28 0,-7 6 0 0,1-2-5 16,6-4 0-16,-3 8-15 0,3-8-37 16,-4 5-27-16,4-5-21 0,0 0-23 15,0 0-19-15,4 12-19 0,-4-12-16 16,0 0-14-16,11 2-16 0,-11-2-13 0,0 0-26 16,0 0-92-16,27-6 0 0,-18 0 0 15,-1 1 0-15,-1-1 0 0,1 4 0 0,-3-4 0 16,4 2 0-16,-9 4 0 0,9-10 0 15,-9 10 0-15,6-7 0 0,-6 7 0 16,0 0 0-16,0 0 0 0,0 0 0 0,-27 15 0 16,14-1 0-16,-3-1 0 0,-2 8 0 15,4-3 0-15,5 0 0 0,-1 0 0 0,6-4 0 16,-2 1 0-16,6-1 0 0,0-2 0 16,4 0 0-16,-1-2 0 0,4 1 0 0,-1-3 0 15,5 3 0-15,4-1 0 16,6 0 0-16,7 5 0 0,6 0 0 0,0-3 0 0,0 2 0 15,-5-3 0-15,-9-3 0 16,-3 0-42-16,-6-2-470 0,2 0-132 0,-4 1-174 16,-4-3-25-16,3 4 91 0,0-2-806 0,-2 1-1000 15</inkml:trace>
  <inkml:trace contextRef="#ctx0" brushRef="#br0" timeOffset="71103.14">25168 8878 4134 0,'-2'-12'-87'0,"-2"3"38"0,2-1 44 16,1 3 54-16,-1 0 34 0,2 7 39 0,-2-5 26 16,2 5 7-16,-4-8-5 0,4 8-13 15,0 0-4-15,0 0-2 0,0 0 5 16,-14 17-7-16,13-3-2 0,-3 0-5 16,0 3-9-16,0 4-6 0,4-1-11 0,-1-3-4 15,2 2-11-15,-1 1-9 0,2-2-6 16,4-1-8-16,-1-4-6 0,1-1-4 0,4-1-2 15,1-5 0-15,0-2-7 0,5-4-1 16,1-4-6-16,4-4 0 0,7-7-3 0,-3-4-1 16,0-2-4-16,-2 1 4 0,-2-3-5 15,-2 0 9-15,-6 3 3 0,-4 5 28 0,2 3 18 16,-4 1 16-16,-2 3-3 0,1 4 5 16,-1-4-21-16,-2 3-4 0,1 1-14 0,-4 4-4 15,0 0-7-15,0 0-5 16,15 9-11-16,-12-1 1 0,4 1-4 0,0 1 2 15,1 3-5-15,1-3-6 0,1 2 2 16,3-2-7-16,-1-1-1 0,1-1 0 0,3-2 4 16,0-1-4-16,2-2-2 0,-3-3 2 15,0 0-2-15,4-3 2 0,-2-2-1 0,-4 1 1 16,3-4 17-16,-1 1 1 0,-3-3 2 16,-1 1-3-16,-4-1-3 0,4-4-5 0,-4-3-10 15,-2-4-14-15,3-1 0 0,-5-1 0 16,4-1 0-16,-1 0-26 0,-5 0-55 15,5 4-42-15,-2 5-43 0,-1 1-50 0,1 3-52 16,2 0-69-16,-2 2-63 0,2 2-39 16,3-1-28-16,-2 4-11 0,5-1-51 15,-2 3-106-15,0 1-5 0,3-1-512 16,-13 2-618-16</inkml:trace>
  <inkml:trace contextRef="#ctx0" brushRef="#br0" timeOffset="71603.23">25974 8649 3136 0,'0'0'24'0,"0"0"45"0,0 0 25 0,0 0 22 0,0 0 15 0,0 0 5 16,0 0-2-16,0 0-14 0,0 0-15 16,11 1-8-16,-11-1-12 0,0 0-10 0,0 0-8 15,0 0-7-15,0 0-6 0,0 0-8 16,8 7 0-16,-8-7-10 0,0 0-3 16,0 0-4-16,10 4-6 0,-10-4-1 0,0 0-5 15,0 0 3-15,6 4-1 0,-6-4-6 16,0 0 1-16,0 0 1 0,0 0 2 15,0 0 3-15,0 0-1 0,0 0-2 0,9 6 6 16,-9-6 3-16,0 0 3 0,0 0 3 16,0 0 4-16,14 0 4 0,-14 0 7 15,0 0 7-15,13 2 7 0,-13-2 9 0,0 0 3 16,0 0 3-16,21-4 2 0,-21 4 0 16,13-5-1-16,-13 5-3 0,16-5-1 15,-11 2 4-15,1-1 11 0,-6 4 5 16,11-10-2-16,-8 4-7 0,4 2-1 0,-5-5-6 15,-2 9-4-15,0-14-12 0,-4 6-3 16,-3-1-7-16,4 3-2 0,-6 0-10 0,9 6-9 16,-24-2-3-16,10 8 0 0,-6 2-3 15,-7 7 2-15,3 3-9 0,1 1-10 0,0 1 4 16,4 4-3-16,0 0-1 0,7-5 1 16,5 0-1-16,0 1 5 0,3-5-4 0,0 2-8 15,1 1 2-15,6-5-9 0,3 3-14 16,-3-2-14-16,9-3-11 0,-2-1-17 0,1-2-22 15,0-1-20-15,6-3-33 0,-4-4-33 16,3 0-65-16,3 0-52 0,4-5-47 16,0-3-58-16,5-4-58 0,1 0-59 15,2-1-56-15,-1-3-24 0,2-1-417 0,3-2-483 16</inkml:trace>
  <inkml:trace contextRef="#ctx0" brushRef="#br0" timeOffset="71802.69">26464 8595 2645 0,'6'-9'19'0,"-5"1"76"16,1 2 47-16,-2 2 53 0,0 4 30 15,0 0 32-15,0 0 17 0,0 0 11 0,0 0 0 16,0 0-2-16,-14 24-8 0,9-9-13 16,-1 5-21-16,3 2-18 0,-3 10-18 15,2 1-40-15,-3-1-16 0,0 3-18 16,2-2-19-16,-1-7-34 0,5-3-41 0,-3-2-48 16,2-4-57-16,-2 0-67 0,3-3-82 15,-1-2-79-15,-1 1-80 0,1-4-95 0,-2-4-117 16,4-5-84-16,4 7 62 0,-4-7-458 15,0 0-539-15</inkml:trace>
  <inkml:trace contextRef="#ctx0" brushRef="#br0" timeOffset="71986.82">26540 8508 2899 0,'-2'-15'39'0,"-2"3"39"16,2 1 27-16,2 4 3 15,0 1-7-15,0 6-9 0,-1-9-12 0,1 9-15 16,0-9-18-16,0 9-24 0,0 0-27 15,0 0-31-15,0 0-30 0,0 0-24 0,0 0-44 16,0 0-40-16,0 0-45 0,26 18-19 16,-15-8-8-16,3 4 20 0,1-1 3 15,4 7-17-15,-2-8-357 0,-3 2-96 0</inkml:trace>
  <inkml:trace contextRef="#ctx0" brushRef="#br0" timeOffset="72902.83">26706 8615 1513 0,'6'12'29'0,"-5"-3"62"0,3 0 29 0,-2 2 32 15,-2-3 32-15,0 1 23 0,0-1 24 16,0 1 9-16,0 3 4 0,-2-4-4 0,0 3-7 15,2-1-13-15,0-2-13 0,2 1-20 16,0-1-14-16,0 1-14 0,0-2-12 0,0 0-10 16,-2-7-16-16,8 10-8 15,-4-5-10-15,-4-5-12 0,9 5-6 0,-9-5-9 16,11 3-8-16,-11-3-10 0,0 0 1 16,0 0-4-16,19-9-1 0,-15 3 1 0,1 1 4 15,-5 5 1-15,5-10 14 0,-5 10 7 16,4-9 1-16,-4 9-5 0,0 0-12 15,0 0-2-15,0 0-1 0,0 0-6 0,-31 43 13 16,17-9 42-16,3 4 21 0,-2 12 5 16,1 1-10-16,3 4-8 0,-1 0-5 0,3-1-2 15,-1-3-6-15,1-1-11 0,0-11-10 16,2-1-8-16,-3-3-4 0,3-10-9 0,-1-5-4 16,0 1-4-16,0-7-5 15,3-1-5-15,-5 3-3 0,3-5-3 0,-5-1-7 16,-1 0-3-16,-1-3-5 0,-1-1-3 15,-2 0-6-15,-1-3-11 0,-1 0-7 0,2-1-16 16,-2-2-22-16,0 0-11 0,-1-2-12 16,1 0-8-16,3 1-11 0,3-2-22 0,0-1-8 15,5-4-11-15,2-3-4 0,6-1-7 16,6-8-8-16,11-12-13 0,8-7-13 0,9-7-7 16,14-16-1-16,9-4 2 0,7-2 5 15,4-2 14-15,5-4 6 0,1-4 5 16,3-7 11-16,-1-2 2 0,0-5 15 15,-2 3 16-15,-4-4 12 0,-7 0 10 0,-10 4 5 16,-11 8 22-16,-17 19 13 0,-8 11 26 16,-6 5 22-16,-6 13 3 0,-7 12 4 0,-5 4 1 15,-4 8-3-15,-6 4 3 0,-6 7 4 16,-12 2 6-16,-9 18 8 0,-2 7-3 0,-4 11 2 16,7 5-2-16,-11 14-3 0,7 5 1 15,12-10 1-15,3 2-4 0,7 0-4 0,3-2-4 16,7-3 1-16,2-2-3 15,8-11-2-15,0-6 0 0,6-7-2 0,0-1-3 0,3-2-3 16,1-3 0-16,3 0 0 16,0-4 0-16,1 1-5 0,3-2-3 0,-3-6-9 15,2 2-6-15,2-3-4 0,-2-2-3 16,7-1-2-16,-4-1 1 0,4-1 1 0,-1-4 2 16,1 2 0-16,4-3 8 0,1-4-1 15,9-4 2-15,0-1 0 0,-4-5 3 0,5-3-3 16,-1-7 1-16,3-2-9 0,-5-6-6 15,0-2-7-15,1-3-3 0,-3-7-6 0,-1 1 0 16,-1-3 1-16,3-4-3 16,-1-6 1-16,6-14 11 0,6-5 1 0,-1 5 2 15,-3-5 8-15,-2 3 3 0,-10 13 15 0,-1 11 15 16,-3 5 17-16,-9 14 19 0,-2 6 17 16,-5 5 5-16,-2 7 8 0,-4 6 1 15,-4 5 15-15,4 3 20 0,-23 17 15 0,0 9 6 16,-8 12-3-16,1 9-7 0,-1 6-2 15,-8 19 4-15,12-12-8 0,-2 2 0 0,6 1-14 16,0-1-9-16,6 1-9 0,0-3-10 16,4-2-2-16,3-4-13 0,2-3-46 0,3-9-45 15,1-5-50-15,2-6-61 0,0-6-65 16,2 0-82-16,-1-1-77 0,-1-7-70 0,0-2-69 16,-3 0-122-16,3-4-25 15,1-4 69-15,-3-1-426 0,4-6-481 0</inkml:trace>
  <inkml:trace contextRef="#ctx0" brushRef="#br0" timeOffset="73086.05">27619 8688 2794 0,'0'-12'159'0,"0"1"82"0,0 3 60 0,0 8 43 0,-2-12 37 16,2 12 35-16,0-9-3 0,0 9-14 15,0 0-28-15,0-8-21 0,0 8-30 0,0 0-30 16,13-3-31-16,-13 3-22 0,17 0-28 16,-17 0-26-16,24 0-47 0,-11 0-53 0,-1 2-60 15,-12-2-63-15,25 0-56 0,-14 0-54 16,-2 1-44-16,-9-1-40 0,15 2-45 0,-15-2-69 15,10 2-68-15,-10-2-82 16,0 0-78-16,0 0-158 0,9-7 59 0,-9 7-573 16,-2-7-709-16</inkml:trace>
  <inkml:trace contextRef="#ctx0" brushRef="#br0" timeOffset="74702.13">2189 8638 3201 0,'9'-10'-123'0,"-2"3"40"15,-2 1 45-15,-3 0 42 16,0 3 36-16,-2 3 36 0,0-9 15 0,0 9 12 15,-6-7 11-15,6 7-1 0,-12-1-10 16,12 1-1-16,-24 6-4 0,9 5 1 0,-5 1 6 16,-2 8-2-16,-3 3 2 0,2 1-12 15,0 3-8-15,5 0-7 0,-2 1-13 16,7-1 1-16,1-1-11 0,7-3-7 0,1-5-4 16,4-3 6-16,2 3 0 0,5 1 1 15,3-2-1-15,5-3 2 0,8 6 3 0,4-1 0 16,2-4 1-16,1 1 0 15,-1-3 4-15,-2 1-2 0,-7 1-1 0,-3-6 5 16,-4-2 10-16,-1 0 16 0,-4-1 24 0,-3 0 15 16,3 2 31-16,-5-1 9 0,-3 1 11 15,0 0-22-15,0 1-15 0,-5 0-10 16,1 0-16-16,-3 3-11 0,-1-4-14 16,-4 3-7-16,1-1-12 0,-3 3-25 0,0-7-40 15,0 0-48-15,-1 2-53 0,-1-3-63 16,3-1-74-16,-2-4-91 0,0-4-94 0,-3-1-94 15,5-3-108-15,0-6-129 0,-4-9 68 16,8 0-503-16,5-1-649 0</inkml:trace>
  <inkml:trace contextRef="#ctx0" brushRef="#br0" timeOffset="75036.98">2048 8467 3086 0,'-10'-23'-48'15,"-2"10"13"-15,-2 4 0 0,-1 6 7 0,-8 8 20 16,-15 17 33-16,-5 17 34 0,-14 21 26 15,1 10 5-15,-3 10 10 0,3 7 13 16,4 5 21-16,7 5 6 0,6-4-6 0,7-2-8 16,8-4-7-16,14-19-8 0,8-3 8 15,11 0 0-15,14-9 0 0,12-8-2 0,9-4-5 16,24-1-9-16,-3-18-10 0,8-9-6 16,8-11-5-16,7-8 6 0,27-13-2 15,1-9 7-15,-1-8-9 0,-6-10-7 0,-5-3 1 16,-11-4-7-16,-15-8-7 15,-7-4-5-15,-17-3 0 0,-11-4 16 0,-16 9 5 16,-14-2-9-16,-10-9-8 0,-10-5-9 16,-18-15-5-16,-15 0-4 0,-13 6-9 0,-5 4-6 15,-12 9-13-15,-1 12-10 0,-5 14-23 16,-4 13-22-16,15 19-23 0,-1 16-42 0,-4 14-51 16,-20 25-56-16,2 14-63 0,2 11-63 15,2 4-84-15,5 7-142 0,2 1-128 16,7 1 70-16,3 4-374 0,10-7-470 0</inkml:trace>
  <inkml:trace contextRef="#ctx0" brushRef="#br0" timeOffset="81867.5">3792 9024 2069 0,'2'-9'304'0,"0"1"-55"16,-2 8-37-16,1-9-6 0,-1 9-7 0,0 0-22 16,0-8-38-16,0 8-1 15,0 0 33-15,0 0 16 0,-9 24 3 0,7-9-7 16,-6 7-9-16,2 9 3 0,-1 1-5 15,0-1 2-15,3-2-8 0,0-5-14 0,0-1-9 16,0 0-16-16,2-4-5 0,0-3-16 16,0-2-6-16,1-2 3 0,-1 0 16 15,2-3 28-15,0-2 11 0,0 1 19 0,0-8 13 16,-2 10-10-16,2-10-17 0,0 0-15 16,0 0-19-16,0 0-12 0,0 0-13 15,0 0-11-15,5-37-8 0,-1 21-26 16,0 1-1-16,2-2-10 0,-2 1-4 0,0 3-12 15,-1 1-32-15,-1 2 0 0,2 1 0 16,-2 2 0-16,-2 7 0 0,3-9 0 0,-3 9 0 16,11-1 0-16,-11 1 0 0,0 0 0 15,22 9 0-15,-10-6 0 0,1 3 0 0,2 2 0 16,-3-4 0-16,0 2 0 0,1-3 0 16,-2 2 0-16,-1-3 0 0,1 1 0 15,-11-3 0-15,23-1 0 0,-10-3 0 0,3-2 0 16,0-6 0-16,2 0 0 15,-2-1 0-15,2 1 0 0,-3 3 0 0,0-3 0 0,-4 0 0 16,0 4 0-16,-4 3 0 16,0 1 0-16,-7 4 0 0,14 0 0 0,-14 0 0 15,11 15 0-15,-3-3 0 0,-1 5 0 16,2 1 0-16,-2 1 0 0,0 4 0 0,2 4 0 16,2-5 0-16,-2-3 0 0,-2 0 0 15,3-2 0-15,-4-3 0 0,1-2 0 0,-1-2 0 16,-1-1-91-16,2-1-80 0,-1-3-26 15,-5 0-35-15,3-1-36 0,-4-4-43 16,0 0-32-16,0 0-13 0,25-10-7 0,-18 2 2 16,1-4 22-16,4-3 25 15,-1-2 33-15,6-7 45 0,-4 5 38 0,1 2 41 16,-5 0 52-16,3 3 57 0,-7 2 56 16,3 2 52-16,-2 1 34 0,-1 1 16 0,-1 0 5 15,-2 4-7-15,-2 4 22 0,0 0 17 16,0 0 3-16,0 0-6 0,0 0-10 0,25 20-10 15,-20-6-9-15,4 5-18 0,-2 2-9 16,-1-1-16-16,-1 2-36 0,-1-1-46 0,6 8-61 16,-4-9-78-16,-1 1-82 0,-1-5-76 15,-2-4-95-15,1-1-128 0,-3-1-103 16,2-2 63-16,0-2-331 0,0-1-383 0</inkml:trace>
  <inkml:trace contextRef="#ctx0" brushRef="#br0" timeOffset="82050.61">4520 9110 2698 0,'-7'-19'80'0,"-2"1"24"0,2 5 34 0,-1 3 18 15,3-1 23-15,-1 3 7 0,0 1-17 16,0-2-20-16,4 4-18 0,2 5-30 16,-5-7-27-16,5 7-52 0,0 0-73 0,0 0-87 15,0 0-82-15,0 0-99 0,0 0-150 16,11 26-87-16,-3-17 60 0,2 3-163 0,2 2-156 15</inkml:trace>
  <inkml:trace contextRef="#ctx0" brushRef="#br0" timeOffset="82435.08">4649 9198 1979 0,'0'0'140'0,"8"1"25"0,-8-1 13 16,0 0-5-16,0 0-2 0,0 0 17 15,0 0 37-15,1 8-1 0,-1 0 6 0,0-2-16 16,3 5-8-16,-1-1-19 0,0 2-14 15,0 0-12-15,0 1-13 0,-1 0-19 16,-1 0-9-16,4-1-15 0,-2 0-8 0,0-2-8 16,2-1-9-16,-3-1-10 0,-1 1-4 0,4-2-2 15,-2-2 10-15,1 0 10 16,-3-5 7-16,0 0-6 0,0 0-8 0,0 0-9 16,0 0-5-16,0 0-4 0,24-20-10 15,-12 2 0-15,3 3-10 0,-2-2-5 16,2-3-3-16,1 2 1 0,-3 7-8 0,-4 0-1 15,-1 3-7-15,2 2 0 0,-3 3-4 16,-7 3 16-16,16-2-6 0,-16 2 10 0,14 11-6 16,-8-1 5-16,2 0-9 0,-4 2 1 15,0 4-1-15,-1-1-4 0,3 0-3 0,-2 2 1 16,0-5-6-16,-2 5-15 0,-2-6-28 16,4 1-34-16,-2 0-48 0,1-1-52 0,-3-3-68 15,2 1-82-15,-2-2-86 16,0-2-108-16,0-5-179 0,-2 12 16 0,1-7 70 15,1-5-400-15,0 0-480 0</inkml:trace>
  <inkml:trace contextRef="#ctx0" brushRef="#br0" timeOffset="82651">5151 9213 2735 0,'4'-14'99'16,"-3"4"51"-16,-1 3 11 0,0-1 2 15,0 8 2-15,2-7 5 0,-2 7 19 16,0 0 36-16,0 0 4 0,0 0-5 0,9 27-21 15,-5-12-11-15,0 8-22 0,1-1-14 16,-4 3-19-16,1 1-12 0,0 0-13 0,2 8-13 16,-2-2-36-16,-1-9-32 0,-1 0-38 15,2-3-39-15,0-3-50 0,0-1-45 16,-2-4-49-16,2-1-42 0,-2-2-56 16,0-4-73-16,0-5-79 0,-4 9-85 0,4-9-69 15,0 0 59-15,0 0-262 0,0 0-285 16</inkml:trace>
  <inkml:trace contextRef="#ctx0" brushRef="#br0" timeOffset="82801.46">5198 9190 2305 0,'0'-14'62'0,"-2"5"27"15,0 2 26-15,0 0 24 16,2 7 18-16,-3-14 7 0,3 9-16 0,0 5-10 0,-2-8-20 16,2 8-34-16,0 0-44 15,0 0-40-15,0 0-61 0,0 0-76 0,0 0-105 16,0 0-137-16,0 0-137 0,-9 21 48 15,6-11-130-15,1 2-96 0</inkml:trace>
  <inkml:trace contextRef="#ctx0" brushRef="#br0" timeOffset="83200.39">5383 9300 1835 0,'0'0'122'0,"0"0"15"15,0 0 15-15,0 0 16 0,0 0 22 0,-2 8 15 16,2-8 6-16,-4 11 5 15,4-11-3-15,-3 20-4 0,-1-11-15 0,2 3-10 16,0 0-14-16,0 1-11 0,2 1-9 16,-2-2 1-16,2 1-4 0,-1-1 0 0,1-3-10 15,-2 1-7-15,2-2-12 0,-3-2-15 16,3-6 1-16,0 13 0 0,0-13 4 0,3 8 3 16,-3-8-5-16,0 0-7 0,0 0-12 15,0 0-8-15,0 0-11 0,0 0 4 0,24-29-13 16,-12 13-13-16,1 2-9 0,1-3 5 15,-2 2-5-15,1 3-2 0,-1 0-5 16,-4 5 3-16,-1-1 7 0,3 4 4 16,-2-1 27-16,-8 5 8 0,0 0 2 15,25 13 3-15,-18-4-8 0,0 3-4 0,6 6-4 16,-6 1-6-16,-2-3-10 0,5 3-8 16,-2-2-3-16,-1 3-13 0,3-1-19 0,-5-4-28 15,4 1-35-15,-4-6-36 0,2 0-46 16,-3 1-51-16,0-3-63 0,-1-1-83 0,2-2-118 15,-3-2-138-15,-2-3-199 0,7 6 75 16,-7-6 80-16,0 0-494 0,0 0-595 0</inkml:trace>
  <inkml:trace contextRef="#ctx0" brushRef="#br0" timeOffset="83517.92">6005 9382 2955 0,'0'0'61'0,"0"0"51"0,0 0 26 0,-20-5 18 0,20 5 20 0,0 0 34 16,0 0 26-16,-23 17 5 0,16-5-6 16,-1 0-9-16,5 2-14 0,-5 3-18 0,3 1-10 15,2-1-15-15,3 2-22 0,0-3-12 16,0 2-12-16,3-3-17 0,4 1-4 16,-1-1-15-16,-1-3-1 0,2-1-8 0,1-2-9 15,2-2-2-15,-1-2-6 0,0-1-8 16,4-2-2-16,-13-2-4 0,24-4-5 15,-11 1-6-15,-2-4-2 0,3 0-4 16,1-5 4-16,-3-2-8 0,1-3-2 0,-1 0-9 16,1-10-12-16,-4 0-15 0,1-2-25 15,-2-2-32-15,-3 4-41 0,1 9-49 0,-1 2-55 16,-2 1-72-16,-1 4-79 0,0 4-76 16,-2 2-109-16,0 5-157 0,0 0 59 0,-8-3-496 15,8 3-611-15</inkml:trace>
  <inkml:trace contextRef="#ctx0" brushRef="#br0" timeOffset="84102.49">6290 9385 3233 0,'0'0'84'16,"0"0"35"-16,0 0 17 0,0 0 26 0,0 0 40 16,0 0 34-16,0 0 20 0,-4 16-3 15,4-16-6-15,-3 19-13 0,-1-8-22 0,2 1-3 16,0 0-30-16,0 0-22 0,2 1-15 15,-1-1-12-15,1-1-19 0,-2 1-5 16,4-4-14-16,-2 1-1 0,0-1-12 0,0-8-10 16,0 14-8-16,0-9-3 15,0-5-4-15,0 10-5 0,0-10 8 0,0 0-13 16,0 7 8-16,0-7-17 0,0 0-2 16,0 0-3-16,0 0-6 0,12-19 1 0,-12 19 6 15,6-10-13-15,-1 5 3 0,-5 5 1 16,7-9 4-16,-7 9 2 0,0 0 14 0,9-3 23 15,-9 3 6-15,0 0 1 0,0 0 3 16,17 12-4-16,-11-5-8 0,0-2-6 0,1 2-1 16,2 1-9-16,0-1-3 0,-2-2-5 15,2 2-1-15,-3-3-3 0,0-1-26 16,-6-3-9-16,15 5 0 0,-15-5 0 16,14-2 0-16,-14 2 0 0,20-12 0 0,-8 2 0 15,3-4 0-15,6-4 0 0,3-1 0 16,-4 0 0-16,-3 3 0 0,-4 6 0 15,-1 2 0-15,-4 1 0 0,-1 2 0 0,1 2 0 16,-8 3 0-16,0 0 0 0,24 8 0 16,-13 1 0-16,-4 6 0 0,-1-1 0 0,1 6 0 15,-2 4 0-15,8 7 0 0,-1-2 0 16,2-3 0-16,-1-1 0 0,-2-6 0 0,1-5 0 16,-2-2 0-16,-3-1 0 0,1-5 0 15,3 0 0-15,-5-1 0 0,4-5 0 0,-10 0 0 16,20-5 0-16,-8 1 0 0,1-4 0 15,-2 1 0-15,3-6 0 0,-3 0 0 16,3 0 0-16,-3-5 0 0,-3 4-180 16,-3 0-514-16,4 2-129 0,-8 2-63 0,-1 3 92 15,0 0-843-15,0 7-1076 0</inkml:trace>
  <inkml:trace contextRef="#ctx0" brushRef="#br0" timeOffset="84735.22">8038 9636 4805 0,'4'-7'28'0,"-4"7"24"0,0 0 15 0,0 0 11 0,0 0 14 16,0 0 4-16,0-8-3 0,0 8-7 16,7-7-8-16,2 3-5 0,3-2-10 0,1-1-7 15,5 0-3-15,-2-4-5 0,2 3-6 16,-1-1-6-16,-4 3-1 0,0-3-2 0,1 1-3 15,-5-1-2-15,-1 2 0 0,-2-1-3 16,-4-1-3-16,-2 4-3 0,0 5-6 0,-12-11 1 16,1 10 1-16,-7 1 1 15,-4 3 1-15,-13 4 2 0,1 7 8 0,0 0 7 16,1 3 11-16,3 1 7 0,3 5 15 16,5 2 4-16,4-4 9 0,6 4 5 0,1-4-10 15,8-1 5-15,1-3-12 0,4 1 0 16,1 1-15-16,3-1-2 0,6-1-3 15,1 0-3-15,8 1-9 0,-1-4-16 0,-2-5-41 16,3-3-41-16,2 0-53 0,1-3-67 16,-1-3-79-16,6-2-96 0,5-5-90 15,0-1-105-15,-1-2-163 0,-3-1 24 16,-1-2 79-16,-2-1-459 0,-2-1-544 0</inkml:trace>
  <inkml:trace contextRef="#ctx0" brushRef="#br0" timeOffset="85150.25">8895 8855 3076 0,'4'-12'79'16,"0"2"43"-16,-4 5 18 0,0 5 41 0,0 0 53 15,0 0 47-15,-17 23 38 0,1 4 34 16,-2 16-16-16,0 7-4 0,-1 3-12 16,2 2-19-16,3 0-19 0,1 0-18 0,4 0-31 15,-1-4-18-15,6-7-21 0,2-4-21 16,-1-1-17-16,3-8-16 0,2-6-14 15,-1 2-12-15,-1-5-12 0,2-5-8 16,0-3-87-16,0-2-8 0,-2-2 0 0,2-1 0 16,-2-2 0-16,0-2 0 0,0-5 0 15,0 0 0-15,0 0 0 0,0 0 0 0,0 0 0 16,0 0-81-16,-11-19-56 0,3 12 8 16,-4-2 7-16,-1 3 9 0,2 2 13 0,-4 2 6 15,-3 4 10-15,-2 5 12 0,0 3 6 16,-5 6 5-16,3 1 15 0,1 2 16 15,3 1 9-15,7-1 8 0,0-2 1 16,5-3 7-16,2 2-2 0,0-1 4 0,4 1 2 16,2-5-3-16,0 3 4 0,6 0-2 15,0-2-12-15,1-2-36 0,2-3-49 0,3 0-62 16,1-5-74-16,1 1-59 0,3-2-84 16,10-1-42-16,-4-4-111 0,12-1-189 0,-2-6 74 15,1-2 68-15,0 1-396 0,8-7-450 16</inkml:trace>
  <inkml:trace contextRef="#ctx0" brushRef="#br0" timeOffset="85819.03">9159 9528 2705 0,'0'0'81'0,"-25"2"66"15,25-2 47-15,-33 14 41 0,6 1 40 0,-3-1 21 16,3 3 21-16,2 0 7 0,0-2-17 16,11 2-17-16,0-8-23 0,3 1-17 15,1 0-27-15,7 1-22 0,-1-5-22 0,4 2-15 16,0-8-13-16,2 12-16 0,1-6-14 15,-3-6-20-15,15 3-21 0,-3-3-26 0,-12 0-19 16,31-5-15-16,-15 1-3 0,2-2 0 16,0 1 1-16,-2 0-5 0,-1 1-1 0,-3 1-7 15,-1 0 1-15,0 0-7 0,-11 3 13 16,18 1 23-16,-15 7 20 0,3 4 28 0,-4 5 18 16,2 7 34-16,-2 13 25 0,2 3 13 15,0 4-10-15,-3 3-128 0,1-2-35 0,0 1 0 16,0 1 0-16,-2-5 0 15,0 0 0-15,0-6 0 0,0-7 0 0,-2-4 0 16,0-4 0-16,0-4 0 0,-1-1 0 16,-5-1 0-16,-2 1 0 0,-3-2 0 0,-2-3 0 15,-4-1 0-15,0-2 0 0,-4-2 0 16,0-3 0-16,2-1 0 0,4 1 0 0,0-6 0 16,1 1 0-16,3-3 0 0,1-5 0 15,5-4 0-15,5-2 0 0,4-8 0 0,10-11 0 16,6-6 0-16,9-7 0 0,4 4 0 15,1 1-92-15,6 2-77 0,1 1 12 0,-1-1 15 16,-1 2 11-16,-1 3 14 16,1 2 17-16,-4 3 8 0,-11 4 17 0,-3 4 24 15,-1-4 21-15,-5 0 13 0,-6 3 18 16,-1 3 14-16,-2 1 4 0,-4 5 14 0,-2 1 5 16,-4 3-1-16,1 0 6 0,-8 4-8 15,-3 4 13-15,-3 6 16 0,-9 8 19 0,-3 7 9 16,5 6 13-16,1-1 7 0,-4 12 10 15,9-6-1-15,8 0 0 0,2 2-37 0,6-4-84 16,7-7 0-16,2 1 0 0,8 6 0 16,6-2 0-16,6-7 0 0,1-1 0 15,7-2 0-15,0-7 0 0,-5-4 0 16,0 0 0-16,-3 0 0 0,0-2 0 0,-2-2 0 16,0 0 0-16,-2-2 0 0,-4 0 0 15,3 0 0-15,-8 0 0 0,1 0 0 0,-1 2 0 16,-1-6 0-16,0 2 0 0,0-1 0 15,-4 0-236-15,0-2-366 0,2-1-147 0,-4-1-137 16,-1 0 81-16,-2 1-866 0,-2-1-1107 16</inkml:trace>
  <inkml:trace contextRef="#ctx0" brushRef="#br0" timeOffset="86700.37">10391 9871 4783 0,'-2'-14'24'0,"0"4"14"0,0 3 7 0,1 2 10 0,1 5 25 16,-8-5 33-16,8 5 22 0,0 0 15 16,0 0 6-16,0 0-9 0,-21 14-11 0,17-6-13 15,2 2-13-15,1 4-10 0,1 0-11 16,1 0-4-16,1 1-10 0,6 1-3 15,-1 0-14-15,5 1-5 0,1-3-5 16,4-2-22-16,0-3-21 0,1-3-17 16,-4-4-5-16,4-2-6 0,5-4-13 0,0-2-7 15,-3-2 1-15,0-3 6 0,-1 1 4 16,-4 3 4-16,-2 0 5 0,-3 0 5 0,1 3 15 16,-2 0 11-16,-2 0 12 0,0 0 1 15,-1 2-2-15,-6 2 12 0,0 0 13 0,18-4 9 16,-18 4 3-16,0 0 6 15,22 4-2-15,-22-4 23 0,21 2-5 0,-5-1-14 0,-2 2 2 16,2-3-4-16,4-3-7 16,7 0-9-16,6-6 5 0,3-1-12 0,1-2-3 15,-1-2-4-15,-2 1-3 0,-4-1 0 16,1 0-10-16,-10 2 5 0,-3 2-18 0,0 0-4 16,-5-2-13-16,-1 1-14 0,-3-1-19 15,-1-1-22-15,-5-1-28 0,1-1-40 0,2-3-50 16,-4 1-70-16,-2-1-56 0,0-3-64 15,2-4-60-15,0 3-68 0,2 0-113 0,-2 3-67 16,1 2 76-16,1 2-467 0,1 1-543 16</inkml:trace>
  <inkml:trace contextRef="#ctx0" brushRef="#br0" timeOffset="86917.06">11275 9360 3225 0,'5'-7'132'0,"-2"4"23"0,-3 3 18 16,2-6 13-16,-2 6 41 0,0 0 40 0,0 0 33 15,15 28 7-15,-8-9-13 0,4 10-23 16,-4 6-23-16,0 0-20 0,2 3-18 0,-4 2-23 16,1-2-19-16,-1-3-14 0,-1 1-23 15,0-6-35-15,-3-6-37 0,-1-6-43 0,0 2-48 16,0-3-48-16,3-2-53 0,-6-1-60 16,3-4-83-16,-1-2-89 0,-3-2-77 0,0-3-90 15,4-3-114-15,-7 5-27 16,7-5 74-16,0 0-443 0,0 0-515 0</inkml:trace>
  <inkml:trace contextRef="#ctx0" brushRef="#br0" timeOffset="87066.83">11463 9250 2784 0,'3'-23'20'16,"-1"5"52"-16,0 5 33 0,-2 3 12 0,0 4 11 16,2 0-7-16,-2 6-14 0,0-11-12 15,0 11-14-15,0 0-3 0,0 0-18 0,5-2-45 16,-5 2-52-16,0 0-63 0,11 13-74 15,-6-9-87-15,1 4-105 0,-5 0-151 0,5-1 49 16,-2 3-165-16,1-2-130 16</inkml:trace>
  <inkml:trace contextRef="#ctx0" brushRef="#br0" timeOffset="87316.13">11674 9230 2152 0,'-3'-15'331'0,"0"3"22"0,-1 7 10 15,2-3 4-15,2 8-9 0,-4-8-18 16,4 8 5-16,0 0 2 0,0 0-9 0,-7 36-22 16,5-10-24-16,0 13-30 0,1 5-22 15,-1 14-26-15,-3-3-22 0,1 1-18 16,2-10-17-16,1-2-12 0,-1-3-40 16,0 0-38-16,0 0-37 0,2-12-48 0,-2-6-49 15,0-2-50-15,2-2-61 0,0-5-60 16,0-1-72-16,0-4-72 0,2-4-66 0,-2-5-82 15,6 2-94-15,-6-2-66 0,9-14 60 16,1-1-478-16,3-14-576 0</inkml:trace>
  <inkml:trace contextRef="#ctx0" brushRef="#br0" timeOffset="87533.85">11924 9075 3042 0,'5'-19'73'0,"-3"4"76"16,2 5 40-16,-2 3 31 0,-2 2 35 0,0 5 33 15,0 0 39-15,0 0-6 16,-13 29 10-16,5-7 0 0,0 14-7 0,0 5-16 15,1 10-17-15,0 5-16 0,-2 0-22 16,2 2-21-16,3-2-19 0,1 0-26 0,-1-1-8 16,4-9-30-16,2-1-16 0,1-3-12 15,-3-5-121-15,2-2 0 0,0-3 0 0,-2-6 0 16,2-9 0-16,-2 3-119 0,0-1-128 16,-2-2-91-16,0-2-110 0,0-1-111 15,-1-2-158-15,-1-2-90 0,-1 1 80 0,5-5-711 16,0-6-889-16</inkml:trace>
  <inkml:trace contextRef="#ctx0" brushRef="#br0" timeOffset="88018.18">12941 9007 3938 0,'-8'-14'6'0,"-3"6"70"0,1-1 50 15,3 2 53-15,-3 2 47 0,3 0 27 0,-1 3-2 16,8 2 18-16,-19 12 34 0,4 17 16 15,-7 17 1-15,2 11-11 0,1 9-14 0,-10 23-20 16,2 3-19-16,0 3-14 0,3 1-18 16,1-6-25-16,2-1-74 0,6-18-125 0,1-6 0 15,3-4 0-15,2-6 0 16,3-11 0-16,0-10 0 0,2-7 0 0,3-8 0 16,-1-3 0-16,0-3 0 0,0-4 0 0,2-4 0 15,0-5 0-15,0 0 0 0,0 0 0 16,0 0 0-16,18-24 0 0,-9 3 0 15,4-11 0-15,2-2 0 0,6-7 0 0,-2 1 0 16,4 2 0-16,-4 12 0 0,-2 1 0 16,-6 6 0-16,1 5 0 0,-2 6 0 0,-3 3 0 15,3 1 0-15,-2 2 0 0,-8 2 0 16,12 6 0-16,-6-1 0 0,2 5 0 0,0 2 0 16,-3 3 0-16,1 1 0 15,-3 1 0-15,-1 2 0 0,1-1 0 0,-1 1 0 0,-2 0 0 16,0 1 0-16,-2-3 0 15,-3 1 0-15,0-2 0 0,-1 2 0 0,-3-2 0 16,-5 0 0-16,1-1 0 16,-2-3 0-16,-4-1 0 0,2 0 0 0,-5-2 0 0,2-2 0 15,4-4 0-15,2-1-57 0,-4-4-480 16,3-5-129-16,3-3-147 0,7-4-36 0,-1-8 91 16,8 0-776-16,5-8-979 0</inkml:trace>
  <inkml:trace contextRef="#ctx0" brushRef="#br0" timeOffset="88399.93">12981 9960 4053 0,'10'2'-23'0,"-5"1"97"0,3 0 74 0,-8-3 61 15,8 4 50-15,-8-4 29 0,9 6 8 0,-3-2 3 16,-1 1-8-16,4-1-16 0,-9-4-22 16,14 10-23-16,-3-6-22 0,0 2-2 0,-4-6-20 15,2 4-20-15,-9-4-16 0,20 3-15 16,-9-1-16-16,-11-2-21 0,19-5-23 0,-8 1-20 15,-1 2-24-15,1-6-15 0,-3 1-9 16,-3-2-14-16,0 2-17 0,-1-3-11 0,-4-5-1 16,0 3-4-16,-9-2 6 0,2 4 0 15,0 3 0-15,-3 3-3 0,-2 4 12 16,12 0-5-16,-32 9 7 0,15 3-1 0,-6 8 7 16,2 1 23-16,4 2 7 0,0 1 19 15,4 1 22-15,3-4 11 0,4-1 20 16,2-5 16-16,3 0 5 0,-1-1-81 0,0-2-25 15,6 0 0-15,-3-2 0 0,3 0 0 16,2-1 0-16,2-1 0 0,-1-2 0 0,4-1 0 16,2-2 0-16,-2-1 0 0,0 2 0 15,3-4 0-15,-2 1 0 0,-12-1 0 0,25 3 0 16,-14-6 0-16,-11 3-432 0,18-3-141 16,-9 1-119-16,0-2-176 0,-4 1 75 15,-5 3 80-15,9-7-688 0,-7 2-854 16</inkml:trace>
  <inkml:trace contextRef="#ctx0" brushRef="#br0" timeOffset="89067.44">14463 9878 3841 0,'0'0'-6'0,"0"0"46"0,0 0 29 16,0 0 36-16,0 0 32 0,0 0 27 0,-5 32 18 15,-1-20 0-15,1 5 0 0,-1-3-8 16,-2 3-19-16,-1 2-8 0,-3 1-15 0,-3 3-12 16,2-4-11-16,1-3-14 0,1-2-6 15,1-3-10-15,-2-4-13 0,3 2-22 0,-2-2-24 16,1-3-22-16,3 0-18 0,-3-4-20 16,10 0-15-16,0 0-16 0,-17-13-3 0,13-1 6 15,4-3 3-15,4-7 11 0,-1 0 1 16,4-10 11-16,2 5 14 0,0 8 15 15,-3 3 14-15,0 6 15 0,0 2 27 16,0 5 25-16,-1 1 22 0,-5 4 18 0,0 0 2 16,0 0 5-16,29 19-7 0,-20-1-6 15,7 5-18-15,-3 4 2 0,4-1-8 0,-2-3-16 16,2-1-20-16,3 3-22 0,-4-5-19 16,8 0-24-16,-10-4-35 0,2-4-43 0,-3 0-27 15,1-5-22-15,-5-2-27 0,0-2-43 16,2 2-50-16,-4-5-53 0,-7 0-61 15,13-6-68-15,-5 0-104 0,-2-2-60 0,-1-4 60 16,3-4-349-16,-5-4-387 0</inkml:trace>
  <inkml:trace contextRef="#ctx0" brushRef="#br0" timeOffset="89298.88">14803 9339 2744 0,'2'-18'170'0,"0"4"47"0,0 2 32 16,0 3 12-16,-2 4 8 0,0 5 21 15,0 0 26-15,0 0 13 0,0 0 4 0,3 29-3 16,-1-3-10-16,4 19-5 0,-3 12-14 16,2 1-23-16,2 5-27 0,-5-1-23 0,4-1-15 15,-3 1-30-15,-1-2-27 16,0-2-30-16,-2-10-43 0,0-5-37 0,0 1-38 16,2-3-62-16,-2-12-69 0,0-4-67 15,0-4-62-15,2-6-76 0,-2-1-79 0,2-4-75 16,-2-1-81-16,3-4-137 0,-3-5-25 15,3 2 76-15,-3-2-556 0,13-12-669 0</inkml:trace>
  <inkml:trace contextRef="#ctx0" brushRef="#br0" timeOffset="89737.02">15125 9871 3159 0,'-15'17'23'0,"9"-13"76"15,-4 2 47-15,5 0 29 0,-5 0 25 16,2 1 12-16,3 0 2 0,-3 2-13 15,5-3-18-15,-3 0-19 0,4 0-13 16,0 1-15-16,2 3-17 0,0-4-8 0,4 0-24 16,-4-6-14-16,9 7-20 0,-1-5-16 15,-8-2-7-15,15 0-10 0,-15 0-4 0,22-4-1 16,-11 0 2-16,2-3 1 0,0 1 8 16,-1 0 7-16,-3 0 13 0,-1 3 2 0,-1 0 5 15,-7 3 4-15,0 0 17 16,0 0 10-16,22 6 4 0,-22-6 0 0,2 12 0 0,-1-4-8 15,-1 1-8-15,0 0-8 16,0 2-7-16,0-2-2 0,0 1-5 0,2-2-11 0,0 0-1 16,2-2-5-16,-1-1 7 15,3 0 1-15,1 0 21 0,-7-5 4 0,12 4 1 16,-12-4 10-16,24-5-1 0,-12 1 11 16,2-3 7-16,-6-2 5 0,5 1-3 0,1-4 6 15,-2 1 1-15,2-1-5 0,-3-3-6 16,0 1-12-16,0-3-7 0,-2 5-67 0,-2-5-6 15,3 5 0-15,-4-1 0 0,1 1 0 16,1 0-100-16,-5 1-122 0,6 1-88 0,-6 0-99 16,-1 1-98-16,0 1-103 15,2 2-135-15,-2 0-16 0,0 1 86 0,-2 5-635 16,1-7-768-16</inkml:trace>
  <inkml:trace contextRef="#ctx0" brushRef="#br0" timeOffset="90115.56">15684 9806 3740 0,'0'0'156'0,"5"2"58"0,-5-2 37 16,0 0 27-16,0 0 56 0,0 0 38 15,-2 13 25-15,2-13-18 0,-1 16-14 0,1-7-26 16,-2 1-31-16,-2 2-33 0,1-2-26 16,1 0-26-16,0 0-18 0,1 2-99 0,-3-3-106 15,-2 1 0-15,3 0 0 0,-5 1 0 16,-2-1 0-16,-1 0 0 0,0 1 0 15,-5 1 0-15,7-6 0 0,-3 4 0 16,1-8 0-16,4 1 0 0,7-3-17 0,0 0-240 16,-18-7-6-16,16-1 13 0,4-2 24 15,4-5 24-15,0-3 23 0,1-2 33 0,4 3 36 16,-1 2 43-16,-2 3 48 0,-1 3 42 16,-1 2 51-16,-1 2 33 0,2 5 35 0,-7 0 12 15,0 0-1-15,17 10-5 0,-14-5-14 16,5 4-17-16,-4 0-12 0,6 2-9 15,-7-2-27-15,6 6-29 0,-2-6-33 0,0 1-54 16,1 0-58-16,-3-2-69 0,5 1-76 16,-6-1-104-16,4-2-80 0,-1 2-79 15,0-1-126-15,3-3-119 0,3 2 71 0,1-2-627 16,8-1-771-16</inkml:trace>
  <inkml:trace contextRef="#ctx0" brushRef="#br0" timeOffset="90350.56">16480 9738 3716 0,'-4'-7'123'0,"-3"2"64"0,-3 5 45 16,10 0 41-16,-27 6 44 0,10 2 22 0,-8 9 2 15,2 5-9-15,0 5-13 0,-3 9-23 16,1 8-22-16,0 1-27 0,2 2-26 16,2 1-23-16,1 5-21 0,-1-2-22 15,1 0-35-15,2-1-40 0,0 0-44 0,1-5-37 16,5-8-26-16,0-4-42 0,-2-2-44 15,4-6-48-15,1-4-38 0,4-5-42 0,-4-7-51 16,4 0-64-16,-4-4-58 0,1-3-51 16,8-2-65-16,-16-7-101 0,9-2-54 0,0-4 70 15,-4-8-468-15,4-11-554 0</inkml:trace>
  <inkml:trace contextRef="#ctx0" brushRef="#br0" timeOffset="90532.84">16076 9835 3060 0,'2'-12'120'0,"-2"4"54"0,2 1 41 15,-2 7 43-15,0 0 26 0,0 0 27 0,0 0 3 16,0 0-17-16,0 0-26 0,0 0-26 16,-2 36-22-16,8-21-19 0,-3 7-27 0,1-5-28 15,3 0-30-15,-3 3-48 0,4 1-56 16,-2-3-64-16,1 1-75 0,1-5-81 0,-2 1-92 16,0-3-80-16,-1-2-90 0,1 2-131 15,1-3-71-15,3-2 66 0,0-2-458 0,1-3-532 16</inkml:trace>
  <inkml:trace contextRef="#ctx0" brushRef="#br0" timeOffset="91248.96">17529 9455 3040 0,'-1'-6'109'0,"1"6"63"0,-10-6 36 16,10 6 36-16,0 0 39 0,-21 20 33 0,12-3 23 15,-8 11 9-15,-4 11-8 0,2 4-15 16,-2 3-23-16,4 3-25 0,-5 6-19 0,6-3-30 16,-4 0-23-16,1-1-20 15,2-3-17-15,2-4-19 0,4-9-25 0,-2-2-28 16,1-6-22-16,2-3-26 0,3-7-27 16,1-3-14-16,-4-2-22 0,3-2-19 0,-2-3-23 15,-1-2-24-15,-1-1-25 0,-2-4-26 16,1 0-25-16,-3-6-25 0,-5-2-26 0,3-4-13 15,-5-7-7-15,-3-3 11 0,3-2 13 16,3 0 11-16,2-2 15 0,6 1 17 0,3 1 2 16,4 7 8-16,2 0 4 0,6 5 1 15,2 0-12-15,0 2-4 0,7 3-4 0,-2-1 0 16,9-1-6-16,-1 2-1 0,3-1-6 16,10-4-5-16,2 2 4 0,2 0 25 15,4-1 23-15,8-5 10 0,-3 0 0 16,-1-3-4-16,-4-2 16 0,-8 3 25 0,-1-1 37 15,-4-6 41-15,-1 1 34 0,-4-3 34 16,0-2 25-16,-3-2 29 0,0 0 5 0,-6 4 20 16,-3 4 20-16,-3 6 14 0,1 1 12 15,-4 5 11-15,0 3 2 0,-4 0-13 0,0 8-6 16,0 0-6-16,0 0 10 0,-27 20 5 16,9 5 2-16,-4 4 3 0,-3 9 5 0,0 1-10 15,2 0 0-15,7-8-15 0,-2 2-10 16,5-4-10-16,3 0-10 0,3-6-14 15,-1-6-9-15,6-3-9 0,1-1-9 0,-1-1-3 16,4-3-7-16,-2-1 7 0,1-3-12 16,-1-5-6-16,8 9-6 0,-8-9-10 15,14 4-6-15,-14-4-6 0,16-2-9 0,-7-2 0 16,4 1-7-16,-2-1-6 0,-1 3-1 16,-10 1-3-16,15-2 2 0,-6 2 15 0,-9 0 19 15,17 3 17-15,-7 3 13 0,-5 1-39 16,3-1-55-16,-2-1 0 0,0 2 0 0,-3 2 0 15,3-1 0-15,-3 1 0 0,2-1 0 16,-1 0 0-16,1-2 0 0,-1 1 0 0,2 1 0 16,-5-6 0-16,3 4 0 15,3-2-291-15,-7-4-175 0,7 4-108 0,-7-4-120 0,0 0-141 16,0 0 67-16,15-2-784 16,-15 2-995-16</inkml:trace>
  <inkml:trace contextRef="#ctx0" brushRef="#br0" timeOffset="91649.04">17869 9869 4592 0,'-13'4'95'0,"0"-1"47"16,2 2 46-16,2-3 39 0,9-2 35 0,-11 5-3 16,11-5-12-16,-7 5-13 0,7-5-20 15,-5 7-22-15,5-7-15 0,0 0-19 0,0 0-18 16,14 12-23-16,-14-12-14 15,15 2-20-15,-15-2-15 0,19-2-19 0,-8 0 1 16,3-2-5-16,1-4-7 0,1 2-6 16,-2-1-13-16,0-5 1 0,1-2-4 0,-3 1-9 15,-1-5 1-15,-2 0 5 0,-3 2-9 16,-1 2 4-16,-7 3-6 0,-5-1-8 0,2 6 3 16,-8 0 2-16,-5 5 5 0,0 2-4 15,-5 5 8-15,1 3-8 0,-6 5 7 0,1 2 1 16,7 5 12-16,-2-2 0 0,9 0 2 15,1-2 3-15,3-2-1 0,6-3 4 16,-6 2-4-16,7 0-1 0,0-2-3 16,2 0 4-16,2-4-10 0,2 1-10 0,3-1-13 15,-2 0-22-15,2-4-48 0,5 1-60 16,0-1-75-16,-1-2-92 0,3-1-118 0,-2-2-118 16,4 1-144-16,-1-2-111 0,2 0 79 15,0-2-686-15,6 0-857 0</inkml:trace>
  <inkml:trace contextRef="#ctx0" brushRef="#br0" timeOffset="92134.12">18243 10067 4104 0,'0'0'157'0,"-20"-2"44"0,20 2 37 0,-18-2 45 16,6-1 46-16,12 3 24 0,-17-3-5 16,17 3-25-16,-12-2-29 0,12 2-32 15,0 0-35-15,-11-4-30 0,11 4-27 0,0 0-30 16,0 0-32-16,0 0-34 0,0 0-35 15,0 0-27-15,0 0-6 0,25-11-21 0,-18 11-9 16,-7 0-19-16,16-12 1 0,-8 4 1 16,1-1 0-16,-4-5 10 0,5-1-5 0,-2-3 5 15,-3-3 12-15,6-8-1 0,-4-2 5 16,-3 4 5-16,-2 4 3 0,-2 3 19 0,-2 1 10 16,0 0 2-16,-4 4 8 0,2 2-9 15,-6 6-2-15,1-1-1 0,2 4-8 16,-7 2 0-16,5 2 0 0,9 0-8 0,-22 2 0 15,22-2-2-15,-11 6 0 0,11-6 7 16,-5 6-4-16,5-6 4 0,0 0 8 16,0 0 5-16,0 0-1 0,27 0 3 0,-11 0 0 15,4-4 3-15,-4 0 4 0,7 0 1 16,-3 2 11-16,0 2-1 0,-1 0 16 16,-2 0 11-16,1 5-3 0,-4 2-66 0,2 0 0 15,-1 8 0-15,-1-1 0 0,-3 1 0 16,-1 4 0-16,-3 0 0 0,1 1 0 0,-3-1 0 15,1 1 0-15,-1-2 0 0,-2 2 0 16,3-3 0-16,-4-2 0 0,-1 1 0 16,3-3 0-16,-4-4 0 0,4 2 0 0,-4-2-271 15,2-3-282-15,-2 0-133 0,0-6-200 16,0 0 79-16,10 5 82 0,-10-5-725 16,11-3-899-16</inkml:trace>
  <inkml:trace contextRef="#ctx0" brushRef="#br0" timeOffset="92549.17">18816 9810 4052 0,'0'0'56'0,"-9"-2"43"0,9 2 30 0,0 0 41 0,0 0 28 16,0 0 26-16,0 0-11 0,0 0-6 15,0 0-10-15,0 0-17 0,0 0-15 16,17 19-21-16,-10-18-12 0,3 3-13 0,0-3-14 15,-10-1-5-15,17 0-15 0,-6 0-6 16,-11 0-11-16,23-3 11 0,-15 1 4 0,1-1-2 16,-2-3-1-16,2 0-7 0,-6-1-6 15,1-1-7-15,-2-1-15 0,-4-1-11 0,-2 0-19 16,-5-2-1-16,-5 4-4 0,0 3 4 16,-8 4-9-16,-1 3-3 0,-9 8-1 0,-1 4 4 15,3 1 4-15,3 5 12 16,2 3 12-16,1 0 8 0,7 3 21 0,4-2 12 15,4-2 32-15,6-1 9 0,1-2 10 16,2-7 3-16,2 5-41 0,1-5-87 0,3 0 0 16,2-1 0-16,2-3 0 0,-1-2 0 15,3 2 0-15,3-1 0 0,0-2 0 0,-4-4 0 16,3 3 0-16,-5 0 0 0,3 1 0 16,-5-4 0-16,-1 3 0 0,0-1 0 0,-6-3-206 15,5 4-540-15,-5-4-190 0,0 0 84 16,-11 8 90-16,1-4-833 0,-1-3-1035 15</inkml:trace>
  <inkml:trace contextRef="#ctx0" brushRef="#br0" timeOffset="93666.94">16410 10069 4719 0,'0'0'75'0,"0"0"24"16,0 0 22-16,0 0 12 0,0 0 17 15,5-18 20-15,3 10 9 0,-1-4-8 0,7-4-12 16,8-2-14-16,3-3-15 0,4 1-13 16,9-9-15-16,-1 0-12 0,0-3-5 15,3-2-14-15,-2-2-14 0,1-3-9 0,1-4-5 16,-4 6-3-16,-2 3-5 0,-11 8-3 15,-2 2-7-15,-6 9-4 0,-3 3-6 16,-5 2-6-16,-1 4-4 0,-6 0 2 0,0 6 1 16,0 0-3-16,0 0-5 0,-36 12 4 15,18-2-1-15,3 2-5 0,-8 8 5 0,9-3 2 16,-4 4-6-16,0 3 5 0,7-7-3 16,4-1 1-16,3-2 5 0,4-3 4 0,0 2-1 15,8-1 8-15,-1 0 5 0,9 2-5 16,-1-1-1-16,10 6 7 0,-2-1-4 15,-5 2 6-15,-4-3 1 0,-3-2 14 0,-3 0 11 16,-2 1 23-16,-4 1 19 0,-6 3 20 16,-4-3 19-16,-7 12 8 0,-6-5 7 15,-6-1-41-15,-11 2-107 0,0-1 0 0,-6-2 0 16,-5-4 0-16,8-4 0 0,-13 0 0 16,-4-1 0-16,1 0 0 0,2-3 0 0,-3-2 0 15,11-3-234-15,7 3-377 0,2-4-198 16,4 2-86-16,5-1 96 0,6 0-848 15,2 0-1085-15</inkml:trace>
  <inkml:trace contextRef="#ctx0" brushRef="#br0" timeOffset="95815.86">1954 10555 4275 0,'0'0'-199'0,"-7"-6"26"16,3 4 19-16,4 2 24 0,-7-8 36 15,7 8 28-15,-7-4 32 0,7 4 22 0,-7-4 17 16,7 4 5-16,-6-5 6 0,6 5 4 16,0 0-1-16,0 0 0 0,-5-7 1 15,5 7-1-15,0 0-5 0,0 0 0 0,0 0-2 16,0 0 4-16,0 0-2 15,-9-5-1-15,9 5-7 0,0 0 3 0,0 0 0 0,0 0-1 16,0 0-3-16,0 0-1 0,0 0-3 16,0 0 0-16,0 0 5 0,0 0 2 15,0 0-4-15,0 0 0 0,-4-4 11 16,4 4 0-16,0 0 19 0,0 0 6 16,0 0 9-16,0 0 10 0,0 0 6 0,0 0 3 15,0 0 8-15,0 0 6 0,0 0 4 16,0 0 10-16,0 0 3 0,0 0 3 0,0 0 3 15,0 0 1-15,0 0 1 0,0 0-3 16,0 0-7-16,0 0-1 0,0 0-13 16,0 0-8-16,0 0-8 0,0 0-11 0,0 0-8 15,0 0-4-15,-14 8-6 0,1 0-5 16,1 1-6-16,-3 5-2 0,0-1-4 0,-4 7 1 16,4-3-7-16,2-1 1 0,2-1-4 15,4-1-2-15,2 2-1 16,1-1 3-16,2-3-3 0,2 2 2 0,2 0 0 0,2-1 2 15,1 3 8-15,2-2 8 16,0 1 4-16,0-3 2 0,1 1 5 0,-1 1 7 16,1-4 5-16,-2 1 3 0,-1-1 1 15,1-2 7-15,-2 2 1 0,-1-6-9 0,1 3 6 16,-4-7 3-16,5 8-3 0,-5-8-3 16,5 8-5-16,-5-8-6 0,2 6-10 15,-2-6-1-15,4 7-7 0,-4-7 1 0,0 0-3 16,3 8 5-16,-3-8-12 15,0 0-1-15,0 0 4 0,6 5-4 0,-6-5-4 0,0 0 2 16,0 0 0-16,0 0-4 16,8 5 2-16,-8-5 2 0,0 0-6 0,0 0 3 15,0 0 1-15,0 0 0 0,8 3-1 16,-8-3-11-16,0 0 7 0,0 0 0 16,0 0 0-16,0 0-3 0,30-7 0 0,-17 3-2 15,-1 2 3-15,3-4-6 0,-3 0 8 16,-1 2-2-16,0 1-1 0,-1-2 0 0,0 0 3 15,-10 5-6-15,12-6 4 0,-5 3 4 16,-7 3-4-16,9-6 0 0,-9 6-6 16,6-6-3-16,-6 6-1 0,3-8-3 0,-3 8 5 15,0 0-6-15,0-8-3 16,0 8 6-16,0 0-4 0,0 0-2 0,0-10-3 16,0 10-28-16,0 0-19 0,-7-4-28 15,7 4-36-15,0 0-55 0,-18 2-67 0,18-2-80 16,-26 8-84-16,9-4-109 0,-2 4-151 15,2-4-56-15,-1 3 64 0,4-1-437 16,2-3-569-16</inkml:trace>
  <inkml:trace contextRef="#ctx0" brushRef="#br0" timeOffset="96265.17">2128 10522 2913 0,'-2'-10'-35'0,"2"2"15"16,-2 2 15-16,2 6 14 0,-5-9 26 16,1 5 21-16,0 0 26 0,4 4 15 15,-17-3 5-15,8 1-10 0,9 2-2 0,-31 13 10 16,1 5 22-16,-9 11 7 16,-3 3 7-16,-3 9 7 0,-14 11-9 0,2 5-9 0,5 0-8 15,10-10-7-15,3-1-15 0,5 5-6 16,6-3-8-16,6-5-8 0,2-2-7 15,9-7-2-15,3-3-1 0,4-5 4 0,2-5-3 16,4-4 2-16,2 1 2 16,1-2 9-16,2-2 4 0,4-3 2 0,0 0-3 15,3-4-7-15,2-2 0 0,0-3-8 16,1-2-1-16,2-4-8 0,-1 1 22 0,-2-4 8 16,0 0 3-16,-1-3-28 0,-3-1-5 15,-1 0-3-15,-4-2-6 0,-1 0-5 16,-2-1-2-16,-2 0-9 0,0 2 2 0,-2 0-11 15,-2 1-7-15,0 3-10 0,-2-1-5 16,0 4-15-16,-1 1-18 0,5 4-19 16,-20 0-23-16,20 0-33 0,-24 8-41 0,10-2-46 15,1 3-55-15,-2 0-52 0,2-1-66 16,-3 4-92-16,5-3-157 0,4-2-59 16,-2-3 73-16,5 2-327 0,4-6-411 15</inkml:trace>
  <inkml:trace contextRef="#ctx0" brushRef="#br0" timeOffset="96698.22">1977 10346 2463 0,'-21'-14'-1'0,"3"2"18"0,-13 2 1 0,3 7 2 0,-15 3 14 0,0 7 29 15,-13 7 14-15,-1 11 14 0,-13 18 14 16,1 10 11-16,-4 10 2 0,9 7 22 16,-1 9-5-16,4 7 1 0,4 9-7 0,10 1 6 15,8-2-8-15,13-4-8 0,12-18-13 16,14 1-7-16,11-5-6 0,20 7-4 0,11-7-9 16,12-11-5-16,9-8-4 0,12-10-5 15,11-8-11-15,-12-15-6 0,5-10-20 16,1-9-18-16,1-6-3 0,17-16 12 0,-4-8-11 15,-7-4-2-15,-7-10 7 0,-3-4-2 16,-9-6-2-16,-5-5-3 0,-8-3 1 0,-8-7 7 16,-10-4 1-16,-13 13-2 15,-8-9 2-15,-9-4-7 0,-7-7 5 0,-11-20-3 16,-10 4-11-16,-8 7 7 0,-12 8-9 16,-4 7-11-16,-7 13 8 0,7 25 0 0,-6 10-4 15,-6 12-10-15,-6 12-20 0,-6 12-26 16,-6 8-39-16,-21 16-58 0,7 8-57 15,1 10-82-15,9 2-117 0,11 2-211 0,7-1 37 16,23-11-252-16,1 2-328 0</inkml:trace>
  <inkml:trace contextRef="#ctx0" brushRef="#br0" timeOffset="98267.25">2999 11051 2396 0,'2'-12'29'0,"2"2"35"0,-2 3 35 0,-1 0 39 16,-1 7 26-16,0-9 15 0,0 9-9 16,4-7-16-16,-4 7-20 0,0 0 2 0,0 0 36 15,0 0-4-15,0 0-5 0,10 26-13 16,-8-11-9-16,2 3 1 0,1 2-3 16,-3 2-12-16,2 0-8 0,0-1-14 15,-3 4-8-15,5-5-9 0,-1 1-10 16,-2-4-3-16,-1-3-11 0,0 1-4 0,0-3-6 0,0-2-1 15,1 0-3-15,-3-1-3 16,2-2-2-16,-2-7 19 0,4 8 8 0,-4-8-4 16,0 0-7-16,0 0-6 0,0 0-4 15,16-17-8-15,-9 2 1 0,0-4-7 0,6-8-7 16,-4 3-5-16,-2 5 1 0,3 0-1 16,-2 1-5-16,-3 4-3 0,3 1-4 15,-5 1-1-15,4 3-2 0,-4 1-5 0,1 1-3 16,-2 0-4-16,4 2 0 15,-6 5 0-15,7-5 4 0,-7 5-3 0,16-4 0 16,-16 4 1-16,14 0 2 0,-14 0 2 0,18 4-4 16,-18-4 2-16,17 2 0 0,-7-1-3 15,-10-1-4-15,20-1-10 0,-4-5-10 16,5 1-8-16,-1-1-6 0,11-6 3 0,-6 1-4 16,3-1 9-16,-6 2 0 0,-4 3 2 15,-4 0 0-15,-3 4-1 0,1 1 1 16,-12 2 4-16,20 3 4 0,-8 3 1 0,-2 4 2 15,1 0 6-15,1 4-1 0,-3 0 1 16,2 2 4-16,1 0 0 0,-1 1 3 0,1 2 1 16,3 4-1-16,-1-4 1 15,-3-4-22-15,0-1-38 0,1-1-50 0,-5-1-83 16,3 1-87-16,-5-5-94 0,2 0-111 16,-4-1-205-16,3-3 63 0,-6-4-416 0,7 3-521 15</inkml:trace>
  <inkml:trace contextRef="#ctx0" brushRef="#br0" timeOffset="98647.34">4039 11067 2888 0,'2'-11'80'0,"0"5"35"0,-2 6 26 0,0-13 11 16,0 13 1-16,2-8 4 0,-2 8-1 0,0 0-9 16,0 0 16-16,0 0 4 15,0 0-9-15,0 0-13 0,19 21-13 0,-15-10-9 16,0-1-4-16,1 6 0 0,-3-3-9 15,0 1-7-15,-4 0-12 0,2 3-4 16,-4-1-9-16,-1-1-6 0,-4 3-8 0,-3-1-8 16,-7 6-6-16,5-6-5 0,-2-3-4 15,0-2-1-15,5-3-4 0,2-3-9 0,0-6-13 16,9 0-13-16,-13-11-9 0,10-3-7 16,5-7-4-16,-1-3 0 0,11-12-2 0,1 5 4 15,0 4 0-15,-2 6 1 0,1 7-1 16,-2 1-1-16,0 2 3 0,-1 6 2 15,4 2 2-15,-3 3 1 0,-10 0 5 0,24 6 1 16,-8 2 6-16,1 2-1 16,0 3 0-16,4 7-1 0,4 1 0 0,-4-3-6 15,0 3-43-15,2 1-50 0,-8-5-77 16,0-1-92-16,2 4-86 0,-5-6-101 0,-5 1-138 16,-3-4-42-16,-2-1 62 0,-2-2-312 15,-2 3-367-15</inkml:trace>
  <inkml:trace contextRef="#ctx0" brushRef="#br0" timeOffset="98880.69">4360 11157 2545 0,'4'-12'60'0,"-2"0"17"15,-1 4 10-15,-1 2 14 0,0 6 24 16,8-9 25-16,-8 9 16 0,14 0 9 16,-14 0-2-16,24 8-12 0,-9-1-21 0,0 3-6 15,3 2-10-15,-3 2-19 0,-2 1-5 16,-2-1-7-16,0 3-7 0,-4 2-6 0,-1-6-11 15,-5 5 2-15,-1-6-8 0,-1 5-8 16,-5 0-3-16,2-2-6 0,-8-1-2 16,-1 1-7-16,-2-2-18 0,0-2-23 0,1-2-36 15,-1-2-48-15,4-1-79 0,1-2-91 16,1-4-99-16,9 0-125 0,0 0-143 0,-18-8 57 16,16-1-299-16,6-2-351 15</inkml:trace>
  <inkml:trace contextRef="#ctx0" brushRef="#br0" timeOffset="99281.13">4592 11098 2269 0,'4'-11'5'0,"-3"0"38"16,-1 3 26-16,0 0 23 0,0 8 14 15,0-10 13-15,0 10 21 0,0 0 29 0,0 0 17 16,0 0 11-16,0 0 8 0,-24 25 3 16,12-7-7-16,5-1-15 0,2 6-12 0,-3-3-15 15,3 3-15-15,5-2-10 16,0-3-4-16,3 3-24 0,3 0-7 0,1-5-9 15,4 3-9-15,-1-5-9 0,3-2-19 16,1-3-26-16,1-6-24 0,1 2-31 0,0-5-29 16,4 0-28-16,-2-5-24 0,5-2-28 15,0-1-17-15,4-7 2 0,0-3 11 0,-3-2 10 16,-1-6 17-16,-2 0 10 0,-1-2 18 16,-2 5 15-16,-6 3 30 0,-1 6 29 15,-3 1 28-15,-1 3 20 0,1 1 2 0,-4 6-5 16,-4 3 0-16,8-5 33 0,-8 5 17 15,0 0 11-15,0 0-4 0,1 25-5 0,-1-10-2 16,0-1 1-16,-1 4-7 0,1 1-6 16,0 2-11-16,-2-3-3 0,4 3-4 15,-1 0-11-15,-1-3-31 0,2 1-35 16,0-2-53-16,0-5-71 0,0 2-97 16,0-1-102-16,-1-5-137 0,-1-2-139 0,0-1 54 15,0-5-329-15,0 0-380 0</inkml:trace>
  <inkml:trace contextRef="#ctx0" brushRef="#br0" timeOffset="99447.34">5017 10939 2359 0,'-7'-22'18'0,"-3"2"20"0,0 5 13 0,3 1 28 0,1 3 27 0,-1-1 16 16,1 3-2-16,0 2-15 15,0 0-13-15,4 1-27 0,-1 0-34 0,3 6-34 0,0 0-59 16,0 0-88-16,0 0-124 15,0 0-204-15,-20 16 6 0,17-3-122 0,-3-1-95 16</inkml:trace>
  <inkml:trace contextRef="#ctx0" brushRef="#br0" timeOffset="99847.15">5053 11203 1951 0,'0'0'216'0,"0"0"-2"0,-6 7 6 0,6-7 22 0,0 0 30 15,0 0-3-15,0 0-21 0,0 0-23 16,0 0-13-16,0 0 1 0,0 9-5 16,0-9-19-16,0 0-11 0,2 10-17 15,-2-10-12-15,2 9-16 0,-2-9-14 16,2 10-12-16,-2-10-8 0,0 9-11 0,0-9-3 16,0 8-13-16,0-8-6 0,3 7-3 15,-3-7-7-15,0 0-3 0,3 9-1 0,-3-9-4 16,0 0-9-16,0 0-15 0,15-17-8 15,-6 6-3-15,3-2-2 0,0 1 4 0,0 1-19 16,-1 1-4-16,0 1 2 16,1 1-2-16,-3 4 2 0,0-2-3 0,-9 6 0 15,21 2 4-15,-21-2 1 0,18 10 3 16,-11-2-2-16,4 1 3 0,-5-1-1 0,4 3 2 16,-2 0-1-16,-1 1 0 0,0-1 3 15,0-1-5-15,-2 0 7 0,-1 0-5 16,2-4 9-16,-5 0-10 0,3 1 2 0,1-1-11 15,-5-6-16-15,7 10-27 0,-3-7-40 16,-4-3-50-16,5 9-78 0,-3-6-84 0,-2-3-91 16,2 8-121-16,-2-8-166 0,-7 8 51 15,1-2-456-15,-1-3-559 0</inkml:trace>
  <inkml:trace contextRef="#ctx0" brushRef="#br0" timeOffset="100330.45">5338 11186 2743 0,'0'0'-89'0,"0"0"41"0,0 0 35 0,0 0 32 0,0 0 29 16,0 0 31-16,0 0 28 0,24-14 24 0,-14 10 23 15,4 0 16-15,2 1 19 0,-1 1 2 16,1 0 2-16,-2 4 1 0,4 2-3 16,1 1 6-16,-2 5-4 0,-1 4-4 0,-3 1 2 15,2 7-6-15,0 2-4 0,-3 2-11 16,-1-4-10-16,-5-1-11 0,3-1-24 16,-2 2-7-16,-2-1-10 0,2-1-13 15,-3 1-2-15,3-2 2 0,-2-3-24 0,-1-1-23 16,1-1-24-16,-3-2-43 0,0 0-49 15,0-3-63-15,-2 3-80 0,-2-3-107 0,-2 0-119 16,3-2-146-16,-5 0-144 0,4-3 67 16,2-4-529-16,0 0-655 0</inkml:trace>
  <inkml:trace contextRef="#ctx0" brushRef="#br0" timeOffset="100663.99">5736 11300 3515 0,'-6'-8'50'0,"2"2"15"15,3 1 32-15,1 5 29 0,-5-8 17 16,5 8 12-16,0 0 0 0,0 0 37 0,0 0 8 16,0 0-12-16,-11 23-1 0,9-11-15 15,0 2-11-15,0 3-7 0,2 0-6 0,2 0-20 16,2 3-13-16,1-3-5 0,1 3-10 16,4-2-12-16,-1-1-3 0,2-2-8 15,1-3-7-15,1-4-3 0,1-1-11 0,-1-3-2 16,1-1 3-16,-1-3-7 0,0-3-10 15,1 2-4-15,1-4 2 0,-2 0-1 0,-2-3 0 16,2-4 1-16,-6 1 11 0,2-7-16 16,0 2-4-16,2-3 1 0,-4 0-6 15,0 1-4-15,2-1-7 0,-4 1-1 16,-1 5-29-16,0 1-24 0,-1 1-44 0,-1 3-51 16,0 3-69-16,-2 5-79 0,0 0-102 15,0 0-108-15,0 0-155 0,0 0-90 0,-29 13 78 16,26-2-531-16,-1-1-656 0</inkml:trace>
  <inkml:trace contextRef="#ctx0" brushRef="#br0" timeOffset="101130.68">6184 11455 3403 0,'0'0'34'0,"-6"-16"32"16,3 7 41-16,-2 1 53 0,3-2 43 15,0 2 35-15,2 8 14 0,-4-11 5 16,3 3-21-16,1 8-29 0,-2-10-19 0,2 10-20 15,0 0-18-15,3-8-11 0,-3 8-15 16,12-3-20-16,-12 3-4 0,0 0-13 0,21 3-8 16,-21-3-11-16,17 2-5 0,-7 2-6 15,-1 2-9-15,3 0-5 0,-3-1-11 0,0 2-2 16,3 0-3-16,-4-1 0 0,-1 0-7 16,0 0 4-16,2 0-5 0,-2 1-1 15,-1-3 0-15,1 4-5 0,0-4 1 0,-2 4 0 16,-1-3-5-16,-4-5-1 0,9 8-1 15,-5-2 7-15,-4-6-5 0,10 8 1 16,-4-2 12-16,-6-6-17 0,12 6 17 16,-1-2-2-16,0-2-8 0,3-1 3 0,0-1-1 15,5-1 21-15,0-1 10 0,-1 2-9 16,-3 0 5-16,-2-2 5 0,-13 2 9 0,23 0-7 16,-23 0-5-16,15 0-2 0,-15 0-6 15,15 4 0-15,-15-4-1 0,14 5 1 0,-9-3-7 16,3 2-5-16,-8-4 3 0,12 7-2 15,-7-3-2-15,-5-4-8 0,13 5 2 0,-7-1 2 16,-6-4-11-16,16 1-34 16,-16-1-43-16,14-1-54 0,-3-1-82 0,-11 2-101 15,14-7-122-15,-8 3-144 0,2 3-185 16,-8 1-5-16,11-6 83 0,-11 6-604 16,11-4-742-16</inkml:trace>
  <inkml:trace contextRef="#ctx0" brushRef="#br0" timeOffset="101747.17">7310 11718 3724 0,'0'0'104'0,"0"0"8"0,0 0-12 0,0 0-4 0,0 0 11 0,0 0 25 0,0 0 14 0,0 0-4 15,0 0-13-15,9 0-11 0,0-6-13 0,2-1-9 16,0 1-9-16,3 0-12 0,-2-4-6 15,1 3-5-15,-1-1-6 0,1 0-12 0,1 0 0 16,-5 0-9-16,1 1-8 16,-2-1-1-16,-1 0-5 0,-3-2-2 0,-2 0-7 15,0 2-3-15,-6 1-3 0,0-2 0 16,-3 3-6-16,-3-1 4 0,-1 5-3 16,-5 0 0-16,-1 6 1 0,-8 4 1 0,-9 6 4 15,0 5 11-15,-5 3 5 0,12-2 2 16,2 5-1-16,3-1-1 0,9 2-1 0,3-6-1 15,8 1 1-15,6-4-4 0,4 5 1 16,7 2 0-16,6-2-3 0,4-1-4 0,1-6-11 16,3-1-30-16,1-4-37 15,-3-3-53-15,-2-4-79 0,2 1-99 0,2-5-103 16,8-4-129-16,-1 0-154 0,1-1 71 16,-4-3-459-16,-3-1-541 0</inkml:trace>
  <inkml:trace contextRef="#ctx0" brushRef="#br0" timeOffset="102180.48">8200 11046 3163 0,'-12'-13'86'16,"-1"7"17"-16,0 2 25 0,-1 8 40 0,-3 1 35 16,-8 10 25-16,0 9 10 15,-5 10-1-15,1 8-8 0,2 3-10 0,5 2-13 16,1 7-26-16,3-1-10 0,9 0-23 15,0-1-11-15,7-11-13 0,2 0-10 0,0-2-19 16,4-3 2-16,1 0-15 0,-1-8-15 16,2-7-19-16,0-2-23 0,0-1-14 0,-3-5-15 15,1 1-7-15,-2-3-13 0,2-3-8 16,-3-1-9-16,1-4-6 0,-2-3 0 0,4 6-5 16,-4-6 0-16,0 0-7 0,0 0-3 15,0 0 4-15,-15-17 2 0,6 11 5 16,-3 1 6-16,-5 2 2 0,0 1 6 0,-5 2 6 15,-2 2 5-15,0 1 13 16,-1 2 11-16,-8 6 8 0,10 1 1 0,7-2 5 16,0 3 5-16,7 0-3 0,3 0 4 15,1-1-2-15,5 0-1 0,7-1-1 0,0 0-1 16,6 2-2-16,5-3-28 0,0-2-35 16,5 1-55-16,2-6-63 0,2 2-69 0,9-1-59 15,-4-4-64-15,-3 0-73 0,14-4-109 16,-7-2-50-16,1-1 53 0,-2-4-289 0,-7 1-317 15</inkml:trace>
  <inkml:trace contextRef="#ctx0" brushRef="#br0" timeOffset="102816.96">8266 11710 2218 0,'-13'-5'38'16,"13"5"43"-16,-16 3 21 0,16-3 33 16,-20 4 42-16,10-2 18 0,3 0 18 15,7-2 0-15,-15 3-7 0,15-3-12 0,-10 0-10 16,10 0-13-16,0 0-10 0,-10 3-8 15,10-3-10-15,0 0-10 0,0 0-13 0,0 0-13 16,0 0-9-16,35-12-11 0,-22 7-5 16,-1 1-6-16,-5 0-9 0,7 0-14 0,-7 0 1 15,1 0-5-15,-5 0-6 0,-3 4-3 16,0 0 13-16,18 9 13 0,-16 2 10 0,-1 2 5 16,-2 7-2-16,-3 15 34 15,0 6 43-15,-2 14 25 0,0 2 17 0,3 0 4 16,-1 1-9-16,0-3-5 0,2-9-9 15,0-2-16-15,-1-1-8 0,-2 0-14 0,0-6-13 16,-3-2-13-16,-3-2-9 0,1-4-81 16,-3-3-25-16,-3-3 0 0,-2 1 0 15,-3-8 0-15,-4 1 0 0,-4-4 0 0,0 1 0 16,-1-4 0-16,4-4 0 0,1-1 0 16,4-3 0-16,0 0 0 0,2-4 0 0,2-2 0 15,2-3 0-15,6-3 0 0,4-4-109 16,5-1-37-16,10-12-8 0,7-6-3 0,11-4 3 15,10-1 2-15,8-1 11 0,21-10 2 16,5 3 0-16,5-1-10 0,-3 1-13 0,0-2-12 16,-2 5 9-16,-3 2 11 15,-16 7 12-15,-5 0 10 0,-4-2 19 0,-8 2 9 16,-4 1 8-16,-11 5 17 0,-3 5 5 16,-11 2 14-16,-1 1 9 0,-6 8 8 0,-4 1 9 15,-5 5 12-15,-5 0 15 0,-2 6 14 16,-19 6 21-16,-2 6 23 0,-10 5 19 0,3 8 23 15,6 4 10-15,0 2 12 0,6 4 6 16,7 0 14-16,7-4 13 0,5 0 0 16,10-6-5-16,3-4-10 0,3 2-10 15,5-3-11-15,9 3-15 0,2-1-6 0,4-5-11 16,4-3-1-16,0-7-24 0,-3 0-29 0,1-4-18 16,3-3-30-16,1 0-22 15,-1 0-30-15,-1-3-38 0,-2-1-51 0,2 1-63 16,-4-4-73-16,-3 2-72 0,0-2-73 15,-3 0-100-15,-6 0-167 0,-1 0 58 0,-2 1-518 16,-1-2-636-16</inkml:trace>
  <inkml:trace contextRef="#ctx0" brushRef="#br0" timeOffset="103246.98">9160 11687 3206 0,'13'-8'-16'0,"-4"2"32"0,0 3 11 0,-4 1 45 16,-5 2 51-16,0 0 45 0,13 11 34 15,-6-3 14-15,-3 6 7 0,-1 3 0 0,-1 5-8 16,0 2-10-16,-2 2-16 0,0-1-23 15,0 3-13-15,0-2 9 0,-2 11-24 0,0-8-11 16,0-8-28-16,-3 2-38 0,-2 1-51 16,2-2-73-16,-8 4-98 0,1-4-125 0,3-7-138 15,-2-3-138-15,-2-3-119 16,2-1 63-16,4-4-467 0,3-3-556 0</inkml:trace>
  <inkml:trace contextRef="#ctx0" brushRef="#br0" timeOffset="103397.03">9381 11635 2892 0,'0'-18'73'0,"-4"5"36"0,1 1-8 16,-3 0-8-16,2 4 7 0,0 1-2 15,0 2-4-15,2 0-15 0,2 5-13 0,-3-9-52 16,3 9-56-16,0 0-68 0,0 0-92 16,0 0-119-16,0 0-204 0,11 19 34 0,-5-9 59 15,-2 2-111-15,3 5-46 16</inkml:trace>
  <inkml:trace contextRef="#ctx0" brushRef="#br0" timeOffset="103746.46">9546 11776 1864 0,'0'0'251'0,"0"0"-3"0,7 4-4 16,-7-4 12-16,0 0 19 0,0 0 14 0,0 0 1 16,0 0-12-16,-14 13-22 0,14-13-21 15,-4 7-20-15,4-7-23 0,-1 7-15 0,1-7-18 16,0 0-18-16,-2 12-13 15,2-12-16-15,0 0-10 0,2 9-12 0,-2-9-10 0,3 6-10 16,-3-6-9-16,14 2-9 16,-14-2-4-16,0 0-2 0,33-8-2 0,-19 1-4 0,4-4-7 15,-2-1 0-15,4 4 9 16,-7 1 18-16,1-1 9 0,-3 2 6 0,-4 1 13 16,5 2 3-16,-12 3 27 0,15 0 21 15,-15 0 6-15,16 4-6 0,-9 4-15 0,4-1-9 16,-3 3-11-16,3-2-12 0,3 1-12 15,1 1-9-15,1-1-24 0,0 1-35 0,4-2-34 16,-4 1-54-16,2-5-68 0,5 1-58 16,-1 0-45-16,5-3-106 0,0 1-116 15,3-3-143-15,10 0-199 0,4-1 67 16,4-1 84-16,-2-2-558 0,11-1-680 16</inkml:trace>
  <inkml:trace contextRef="#ctx0" brushRef="#br0" timeOffset="104595.81">10925 11586 3658 0,'-7'-4'103'15,"-4"4"22"-15,11 0 32 0,0 0 39 0,-20 5 29 16,15 1 8-16,-2 1 2 0,1-1-8 16,1 5-26-16,1 1-17 0,1-1-24 0,-1 3-5 15,-1-1-31-15,5-1-6 16,0 2-9-16,-2-2-7 0,2-3-21 0,0 2 3 15,0-2-13-15,0-1-11 0,0-8 5 16,0 12-4-16,0-12-5 0,0 10 14 0,0-10-2 16,0 0-9-16,11 0-8 0,-11 0-7 15,0 0 1-15,24-21-3 0,-11 12-5 16,0 0-11-16,-1 0 2 0,1 1-1 0,-1 3-3 16,-2-1-5-16,1 2-2 0,-4 4 14 15,-7 0 10-15,0 0 11 0,29 4 8 0,-21 4 4 16,-1-3 1-16,3 4-2 15,-5 0-3-15,3 0-6 0,-2-1-1 0,1 4-10 0,-1-4-1 16,2 2-5-16,2-5-1 16,-3 3-3-16,0-2-3 0,5 0-2 0,-1-1-1 15,0-3-3-15,3 0-23 0,-1-2-1 16,7-4-1-16,-3 1-18 0,4-5-14 0,2 2-6 16,5-4 0-16,1-3-1 0,-6 3 6 15,-3 3 5-15,0-1-5 0,-6 2 9 0,-1 2 6 16,-2-1 14-16,1 2 11 0,-5 0 23 15,-7 3 22-15,0 0 24 0,15 3 13 0,-12 3-20 16,-3-6-68-16,3 14 0 0,-3-5 0 16,0-3 0-16,0 2 0 0,0 2 0 0,0-2 0 15,2-1 0-15,0 1 0 16,2-1 0-16,-1 0 0 0,1-2 0 0,3 0 0 16,4 1-134-16,3-3-50 0,4 0-41 15,2-3-4-15,1 0-26 0,1-1-17 0,0-3 4 16,1-2 5-16,0 2 18 0,-2-3 20 15,0 0 27-15,-6 2 51 0,-4-1 52 0,2 4 52 16,-2 0 53-16,-6 0 47 16,-5 2 46-16,9-2 43 0,-9 2 39 0,0 0 26 15,0 0 3-15,0 0 6 0,3 11-8 0,-3-11-11 16,0 0-20-16,0 8-18 0,0-8-12 16,0 0-15-16,6 5-11 0,-6-5-11 0,9 5-10 15,-9-5-13-15,16 0-18 16,-16 0-13-16,24-1-34 0,-10-1-26 0,-2-1 0 15,4-1 0-15,-1 1 0 0,-1-2 0 16,-1 0 0-16,-4-1 0 0,3-2 0 0,-1-1 0 16,-1-1 0-16,-2-2 0 0,-5 0 0 15,1-4 0-15,0 0 0 0,-6-4 0 0,-4 1 0 16,3-1 0-16,-5 6 0 0,2 1-5 16,-2 5-10-16,-1 4-15 0,-1 3-15 0,-3 2-6 15,-2 3-24-15,-6 4-21 16,-6 8-44-16,2-2-50 0,0 3-58 0,9-1-61 15,0-3-50-15,5-1-39 0,4-3-23 0,0-1-11 16,5-2-22-16,4 1 9 0,6-2 34 0,3 0 41 16,11-2 34-16,-2-3 31 15,7 0 3-15,1-1 2 0,-3-1 25 0</inkml:trace>
  <inkml:trace contextRef="#ctx0" brushRef="#br0" timeOffset="104898.17">11929 11734 1813 0,'31'-8'-100'0,"-8"0"38"0,-5 0 53 0,3-3 37 0,-1-1 29 0,0-3 33 15,0-1 29-15,-6 2 23 0,0-1 15 16,-3 1 28-16,-1 5 23 0,-4-1 14 15,1 2-7-15,-5 2-17 0,0 1-12 0,-2 5-13 16,0 0 1-16,0 0 2 0,0 0 8 16,-27 9 2-16,14-1-4 0,4 0-3 0,3 0 6 15,-4 2 11-15,5 2 11 16,1 0 10-16,2 0 7 0,2 2-2 0,2 1 9 16,2 3 24-16,1 3 31 0,6 5-1 15,2-3-24-15,-8-6-21 0,2 2-4 0,-3-4 0 16,-2 1-29-16,3-3-207 0,-4-1 0 15,-2 1 0-15,1-3 0 0,-5 2 0 0,3-2 0 16,-2-2 0-16,-1-1 0 0,3 3 0 16,-2-6 0-16,-3 3 0 0,0-1 0 0,0-4 0 15,2 0 0-15,5-2 0 0,-15 2 0 16,15-2 0-16,-14-5-71 0,12-2-531 16,2-4-90-16,7-9-116 0,11-11-31 15,11-11 81-15,21-18-746 0,14-1-949 0</inkml:trace>
  <inkml:trace contextRef="#ctx0" brushRef="#br0" timeOffset="105130.34">13017 11155 4057 0,'11'-10'-11'16,"-5"0"88"-16,1 1 56 0,-4 5 51 0,1-4 35 15,-4 8 19-15,5-4-23 0,-5 4 19 16,0 0 29-16,2 16 22 0,-2 3 7 0,-2 18-23 16,-7 17-17-16,-1 6-16 0,-3 5-15 15,-6 21-11-15,-3 2 1 0,-2-2-7 0,9-18-16 16,0 0-21-16,-3 1-120 0,4-8-47 15,0-2 0-15,3-9 0 0,1-9 0 16,0-9 0-16,1-1 0 0,5-10-143 16,1-4-133-16,-3-5-77 0,1-4-81 0,4-4-75 15,1-4-76-15,-10 0-89 0,10 0-90 16,-7-12 77-16,3 2-594 0,-2-8-740 0</inkml:trace>
  <inkml:trace contextRef="#ctx0" brushRef="#br0" timeOffset="105279.65">12691 11884 3431 0,'-13'-8'8'0,"0"1"92"0,1 1 66 15,0 1 58-15,7 2 42 0,5 3 40 16,-9-5 18-16,9 5 2 0,-6-6 2 0,6 6-10 16,0 0-24-16,0 0-31 15,31-1-28-15,-11-2-49 0,7-1-57 0,12-3-66 0,-2-1-79 16,3-1-94-16,0 1-92 16,0-3-114-16,-2 3-104 0,-5-4-116 0,3 0-154 15,1 2-8-15,-5 1 66 0,2 1-506 16,-5 0-607-16</inkml:trace>
  <inkml:trace contextRef="#ctx0" brushRef="#br0" timeOffset="105831.02">14409 11989 3394 0,'-10'16'116'0,"-2"-2"41"0,1-1 44 15,-4 1 50-15,-2-3 44 0,0 0 45 16,-1-1 4-16,3-2-7 0,4 0-13 0,3 0-22 16,0 1-20-16,5-1-22 0,1-1-19 15,2-7-18-15,5 14-22 0,6-7-18 16,5-4-21-16,5 0-17 0,3-1-27 0,5 0-20 15,2-4-18-15,6-2-21 0,0-4-10 16,-2 1-20-16,-5-3-29 0,-7 1 0 0,-3-3 0 16,-6 0 0-16,-1-5 0 0,-3-2 0 15,-4-1 0-15,-2 1 0 0,-4-2 0 16,-4 0 0-16,-2-1 0 0,0 3 0 16,-3 5 0-16,0 1 0 0,-9 1 0 0,7 5-72 15,-5 2-49-15,5 3-34 0,0 2-41 16,11 0-56-16,-25 5-81 0,13-1-72 0,3 1-57 15,1 0-42-15,5 2-29 0,-1-4-50 16,4-3-85-16,0 0 38 0,9 10-485 0,-9-10-583 16</inkml:trace>
  <inkml:trace contextRef="#ctx0" brushRef="#br0" timeOffset="106130.97">14789 11884 2859 0,'23'-4'-57'0,"-5"4"69"16,-5-1 60-16,-4 1 61 0,-9 0 54 0,18 1 55 15,-18-1 45-15,11 7 39 16,-8 0 30-16,1 4 15 0,-1-1 13 0,-1 5-5 15,-2-1-17-15,-2 4-19 0,2-1-28 16,-3 1-26-16,1-3-26 0,0 3-23 0,1-4-27 16,-1 1-20-16,0-3-21 0,0-3-14 15,2-1-66-15,0 2-92 0,-2-3 0 0,2-7 0 16,-2 10 0-16,2-10 0 0,0 0 0 16,0 0 0-16,0 0 0 0,0 0 0 15,-17-22 0-15,15 5 0 0,2-4 0 0,7-15 0 16,5-11 0-16,6-3 0 0,4-5 0 15,7-2 0-15,11-18 0 0,2 4 0 0,10 0 0 16,-1 6 0-16,2 2 0 0,-7 20 0 16,-2 2 0-16,-3 10-131 0,2 3-264 15,-9 9-53-15,-2 10-41 0,-5 4-56 16,-6 8-68-16,-4-2-172 0,1 6 69 0,-4 6 77 16,-2 4-528-16,-2 11-632 0</inkml:trace>
  <inkml:trace contextRef="#ctx0" brushRef="#br0" timeOffset="106295.44">15214 11908 3355 0,'-26'15'113'16,"-1"-1"55"-16,6-4 30 0,6-3 27 16,2 1 35-16,5-6 21 0,-2 2 27 0,5 1 5 15,5-5-8-15,-10 3-35 16,10-3-27-16,0 0-44 0,0 0-65 0,35-14-74 16,-9 2-87-16,9-3-73 0,1 1-80 15,1-1-97-15,-2 0-102 0,-5 3-115 0,3 2-174 16,-9 3-5-16,-4 0 75 0,-3 2-435 15,-4 3-506-15</inkml:trace>
  <inkml:trace contextRef="#ctx0" brushRef="#br0" timeOffset="107295.42">16695 11358 2748 0,'2'9'-33'0,"-2"0"57"0,-4 5 21 0,1 6 29 0,-11 9 33 15,-1 6 41-15,-2 10 29 16,-6 0 28-16,2-1 21 0,2 4 12 0,-2-5 3 16,0 3-6-16,0-5-14 0,4-6-16 15,2-1-25-15,0 0-15 0,-1-1-16 0,1-3-21 16,3-2-10-16,3-5-11 0,0-7-15 15,0-1-16-15,0-2-20 0,4-1-22 0,-6-2-23 16,0-1-22-16,2-4-25 0,-3-2-23 16,1 1-20-16,4-6-16 0,7 2-3 0,-27-8 6 15,13-1 0-15,5-1 9 16,-2 3 8-16,1-3 0 0,0 0 1 0,5 1-1 16,1-2-1-16,6 2-1 0,3-3 8 15,17-9-1-15,8 1-7 0,17-5-7 0,11 2-32 16,4-4-28-16,24-4-32 0,8 4-24 15,-1 0-4-15,-2 0 13 0,-3 2 22 16,-17 1 27-16,-8-2 19 0,-2-4 21 0,-8-1 19 16,-7-4 17-16,-3-2 19 0,-4 1 17 15,-6 0 23-15,-11 8 24 0,-5 3 32 0,-2 0 30 16,-7 5 33-16,-2 2 21 0,-4 7 10 16,-4 0 8-16,-4 1 13 0,-4 5 8 0,-3 3 15 15,-4 4 11-15,-17 8 6 16,-12 12-5-16,0 4-6 0,1 6-14 0,-1 1-13 15,2 4-8-15,6 4-8 0,1-2-13 16,5 0-15-16,5 0-8 0,5-2-12 0,6-5-12 16,3 0-6-16,3-3-11 0,7-4-11 15,1-4-19-15,0-3-18 0,4 0-19 0,0-3-12 16,1 1-14-16,6-4-5 0,0-2-2 16,2-4-4-16,5-2 4 0,-2 0 1 0,6-3 3 15,-5-1 1-15,0-1 2 16,0 1 10-16,1 0 6 0,-5 0 13 0,3 1 12 0,-3 4 17 15,-4-3 15-15,3 4 13 0,-2 2 11 16,-3-1-4-16,1 1 7 0,-3 5 4 0,2-3-17 16,1 0-8-16,-3 1-1 15,7-2-9-15,-3-2 1 0,3 1-1 0,1-2-16 16,7-2-13-16,-2-2-21 0,4-4-11 16,3-2-13-16,-1-1-15 0,13-8-20 0,-1 1-13 15,-1-5-9-15,-1 0 5 0,-1 3 6 16,-5 2 11-16,-5 1 12 0,-6 5 29 15,-4 0 19-15,-2 2 24 0,-4 2 16 0,-5 2 15 16,0 0 27-16,0 0 15 0,0 0 21 16,0 0 15-16,0 0 8 0,-12 25 3 15,10-17-16-15,2 2-13 0,0-2-12 16,2-1-10-16,5 1-17 0,0-2-30 0,2 0-31 16,7 0-52-16,1-6-60 0,2 3-84 15,4-3-68-15,-1 0-112 0,3 0-117 0,4-3-118 16,9-1-211-16,1-1 73 0,-1 2 80 15,-1-3-565-15,5-1-683 0</inkml:trace>
  <inkml:trace contextRef="#ctx0" brushRef="#br0" timeOffset="107778.89">18553 11783 3214 0,'0'0'33'0,"-25"10"69"16,9-1 25-16,-13 8 25 0,-7 8 26 15,-5 6 28-15,3 2 29 0,2 0 22 0,8 2 5 16,-1 0-5-16,11-4-23 0,7 0-23 16,6-6-21-16,5-1-21 0,5 0-36 0,3-5-39 15,9 5-47-15,6-3-60 16,6-4-70-16,3-5-90 0,4-4-98 0,2-3-103 16,-5-5-110-16,6-1-130 0,2-3-33 15,-7-4 67-15,0-1-394 0,1 0-450 0</inkml:trace>
  <inkml:trace contextRef="#ctx0" brushRef="#br0" timeOffset="108147.15">18960 11947 2555 0,'3'-4'45'0,"1"0"61"0,-4 4 41 16,0 0 14-16,4-4 14 0,-4 4 17 16,0 0 19-16,0 0 16 0,0 0 12 0,0 0 6 15,0 0-2-15,0 0-14 0,0 0-20 16,-25 15-18-16,12-7-12 0,-5 2-21 15,2 2-9-15,-7 4-22 0,-2-1-17 16,1-4-10-16,8-1-31 0,-4-2-25 0,9 0-19 16,-2-1-28-16,1-1-22 0,3-1-26 15,1-3-32-15,8-2-20 0,0 0-4 0,-9-11-4 16,9 11 12-16,5-17 15 0,4 5 5 16,3-4 9-16,-2 5 10 0,2 1 19 0,-5-1 15 15,0 4 12-15,3-2 16 16,-7 5 9-16,6 0 17 0,-6 0 20 0,-3 4 11 15,0 0 8-15,0 0 4 0,25 8-3 16,-17-4-3-16,-1 2-4 0,2 0-5 0,3 3-6 16,1-1-6-16,5 0-21 0,-2 1-27 15,6-3-33-15,1 0-43 0,-2-2-52 0,-1-4-66 16,5 2-66-16,2 0-29 0,-4-2-31 16,4-2-64-16,4 2-16 0,6-6-7 0,-1 3-33 15,0-4-35-15,-1-2-329 0,-3-5-295 16</inkml:trace>
  <inkml:trace contextRef="#ctx0" brushRef="#br0" timeOffset="108447.07">19502 11829 2172 0,'10'-20'2'16,"-4"1"44"-16,-3 4 31 0,1 3 32 16,-4 0 18-16,-6 3 13 0,1 2 24 15,-7 2 9-15,-1 3 9 0,-6 2 2 16,-5 2 0-16,-12 5-3 0,4 3-4 0,-2 4-7 16,3 3-11-16,1 2-18 0,3 1-12 15,7-1-6-15,2-2-10 0,9 1-9 0,4-5-8 16,3 1-7-16,4-1-10 0,5 6-4 15,0 1-8-15,4-2-6 0,5 7-5 0,2 1 7 16,-4-1 1-16,-3-3-1 0,0-3 8 16,-6 1 8-16,3 1 18 0,-7-4 16 0,-1 2 18 15,-1 0 21-15,-3-2 9 0,-3 1 7 16,-6 1 0-16,2-4 2 0,-1-1-4 0,-8-2-14 16,2 1-12-16,0-5-16 15,0 0-13-15,-5 0-23 0,7-4-34 0,-4-3-45 16,0-1-54-16,-1-1-75 0,3-5-80 15,3 0-110-15,-2-3-127 0,2-4-154 0,10 0-187 16,0-5 27-16,10-4 65 0,0-10-609 16,12 3-752-16</inkml:trace>
  <inkml:trace contextRef="#ctx0" brushRef="#br0" timeOffset="109095.46">19738 12040 3817 0,'0'0'62'16,"0"0"20"-16,6-5 11 0,-6 5 21 0,0 0 29 16,0 0 11-16,0 0 5 0,0 0-10 15,5-7-15-15,-5 7-11 0,0 0-14 0,13-2-12 16,-13 2-20-16,14-1-14 0,-4-2-13 16,2 0-16-16,0 2-6 0,-3-3-9 0,2 0-4 15,3-1-5-15,-3-1-4 0,-2 0-2 16,3-4-3-16,-3 3 1 0,1-5 0 0,-2 4 2 15,-3-1-1-15,-3 3 1 0,0 0-2 16,-2 6 0-16,0 0-2 0,-9-8-2 0,9 8 6 16,-31 8 4-16,3 3 2 15,-3 5 1-15,3 2 8 0,1 3 0 0,0-3 7 16,9 0 2-16,6-4 3 0,0 3 3 16,8-5-1-16,0 1-3 0,4-2 2 0,7-1-5 15,-2-2 0-15,8 1-2 0,3-4-3 16,2 0-10-16,2 0-4 0,3-5-11 0,2 0-9 15,1-5-5-15,11-2-7 0,-3 1-8 16,-2-5-9-16,0-1-12 0,1-5-6 0,-1-2-12 16,8-6 3-16,-1-1-1 0,-5-5 2 15,2-2 6-15,-4-3 0 0,-1 0 0 0,-1-3 7 16,-3 0 3-16,-11 10 6 0,-2 1 4 16,-3 7 16-16,-3 5 10 0,-3 7 1 15,-7 4 7-15,-1 2 14 0,3 3 8 16,0 0 18-16,-20 10 22 0,7-3 14 0,4 5 23 15,2 5 15-15,1-2 4 0,3 2 9 16,3 2 12-16,0 0 7 0,2-2 11 0,-1 5 27 16,5-5 10-16,-1 5 6 0,-1-3 5 15,0 4 1-15,-2-6 4 0,-1 1 6 0,-1 1 7 16,-3-1-3-16,-3 3-12 0,-1-3-51 16,-9 6-150-16,1 0 0 0,-4-3 0 0,-1 1 0 15,-2-3 0-15,-3-2 0 0,1-3 0 16,0-4 0-16,-1 4 0 0,0-7 0 0,2-1 0 15,-1-1 0-15,8-1 0 0,-4-2 0 16,9-1 0-16,-3-1-312 0,3-1-346 16,11 1-191-16,-14-7-23 0,13 1 89 0,-1 0-821 15,2 6-1045-15</inkml:trace>
  <inkml:trace contextRef="#ctx0" brushRef="#br0" timeOffset="110864.24">21115 11675 4407 0,'4'-11'-70'0,"-2"-1"8"0,-1 4 7 16,-1 4 23-16,0 4 41 0,2-10 37 15,-2 10 17-15,4-7 1 0,-4 7-8 0,2-5-13 16,-2 5 4-16,0 0-11 0,2-7-7 16,-2 7-3-16,0 0-12 0,1-5-4 0,-1 5-15 15,0 0-14-15,0 0-10 0,0 0-5 16,0 0-4-16,12-1 1 0,-12 1 5 0,0 0 8 15,0 0 2-15,0 0 9 0,0 0 1 16,0 0 0-16,0 0 5 0,0 0-5 0,0 0 5 16,0 0 2-16,0 0 0 0,0 0 4 15,0 0-1-15,0 0-2 0,0 0-8 0,0 0 13 16,0 0-7-16,0 0 6 0,0 0 1 16,0 0-3-16,13 0 4 0,-13 0-4 15,0 0-6-15,0 0 9 0,10-5-4 16,-10 5 1-16,3-4-5 0,-3 4 3 0,9-3 7 15,-9 3-6-15,0 0 0 0,7-4 0 16,-7 4-1-16,0 0 2 0,0 0 1 16,9-5-5-16,-9 5 6 0,0 0 0 0,0 0-2 15,9-2-3-15,-9 2 6 0,0 0-2 16,0 0-3-16,0 0-4 0,0 0-2 0,0 0 11 16,0 0-3-16,0 0-4 15,0 0 3-15,7-3 0 0,-7 3 6 0,0 0-3 0,0 0 2 16,0 0-2-16,0 0-3 15,0 0 17-15,0 0 4 0,0 0 4 0,0 0 16 16,0 0 9-16,0 0 3 0,0 0 3 16,0 0-1-16,0 0-1 0,0 0-3 0,0 0-9 15,0 0 10-15,0 0 25 0,0 0 9 16,-2 21 5-16,0-10-2 0,0 7 0 0,-4 3-5 16,-1 9 2-16,-1 0 3 0,1 0-5 15,-2 1-11-15,2 2-2 0,3-11-5 16,1-2-4-16,1-3-4 0,2-1-6 0,0-2-2 15,2-1-4-15,0-1-3 0,1 3 1 0,3-5-5 16,-1-2-3-16,5-3-3 0,2 1 0 16,1-4-6-16,0-4-1 0,7 0-5 15,-2-4 4-15,5-2-8 0,-1-1 3 16,4-5-4-16,0-1-1 0,-5 3 0 0,-5 2-1 16,-3 1-1-16,-2 1 3 0,-1 1 0 15,0 3-1-15,-5-1-4 0,-5 5-3 16,8-2 6-16,-8 2 1 0,0 0 1 0,0 0-1 15,0 20-2-15,-1-12 2 0,1 0-2 16,0-1-4-16,0 5 5 0,1-2 1 0,3-1 1 16,4-1-2-16,-1-2 2 0,-2-2-2 15,9-1 0-15,-3 1-1 0,3-3 2 0,3-2-2 16,0-3-1-16,2-1 6 0,2-1-8 16,0-2 2-16,-2-3-1 0,6-4-2 15,-6 1 0-15,-2 2 5 0,-1-3-3 16,-4-1-6-16,4-7 2 0,-3-1-1 0,-3 2-10 15,3-8-21-15,-4-3-24 0,4 4-35 16,-4 0-45-16,-2 5-49 0,1 5-85 0,-4 4-85 16,-2 1-118-16,0 5-143 0,-6 5-68 15,4 4 63-15,-8-5-450 0,8 5-539 16</inkml:trace>
  <inkml:trace contextRef="#ctx0" brushRef="#br0" timeOffset="111095.68">22150 11543 3212 0,'5'-14'149'0,"3"6"21"0,-5-2 31 0,3 3 29 15,-2 1 24-15,-4 6 14 0,2-8-14 16,-2 8-28-16,0 0-8 0,0 0 1 0,0 0-10 16,6 24-16-16,-8-7-22 0,-2 5-17 15,-2 0-22-15,-3 9-15 0,-2 2-7 0,-3-2-32 16,1 0-49-16,1-4-44 0,2-4-50 15,1-5-58-15,2 1-67 0,-2-7-77 0,4 0-84 16,-1-2-81-16,1-3-96 16,-1-2-150-16,6-5 41 0,0 0-488 0,0 0-594 15</inkml:trace>
  <inkml:trace contextRef="#ctx0" brushRef="#br0" timeOffset="111245.07">22263 11344 2947 0,'10'-17'21'15,"-6"7"15"-15,0-1-2 0,0 5-8 16,-3-1 2-16,-1 1 6 0,0 6-5 0,2-6-2 16,-2 6-3-16,0 0-13 0,0 0-40 15,0 0-54-15,0 0-86 0,0 0-108 16,0 0-187-16,-7 23 9 16,1-14-137-16,4 0-92 0</inkml:trace>
  <inkml:trace contextRef="#ctx0" brushRef="#br0" timeOffset="111494.76">22412 11244 2001 0,'7'-11'230'0,"-6"4"-3"0,1 0-9 16,2 2-5-16,-4 5 10 0,0 0 59 0,0 0 38 16,0 0 8-16,-10 29-8 0,-1 1-24 15,-4 15-27-15,-5 4-30 0,3 0-20 16,-2 0-24-16,2 0-24 0,-2-1-14 15,2-2-20-15,-1-2-44 0,5-9-45 0,4 0-47 16,-1-3-52-16,3-8-61 0,1-4-73 16,0-4-73-16,5-2-53 0,-1-2-58 0,0-6-72 15,4-1-80-15,-2-5-102 0,3 4 51 16,-3-4-361-16,0 0-414 0</inkml:trace>
  <inkml:trace contextRef="#ctx0" brushRef="#br0" timeOffset="111694.83">22795 11018 2701 0,'6'-15'58'0,"-4"4"10"16,-2 3 19-16,0 8 43 0,-9-7 52 16,9 7 34-16,0 0 21 0,-43 34 6 15,15-1-5-15,2 8-2 0,-5 6-6 16,2 1-7-16,1 6-14 0,-1 4-16 0,2 0-20 16,1-4-15-16,2 1-16 0,4-3-15 15,1 2-19-15,4-2-6 0,3-7-15 16,3-8-64-16,0-1-59 0,0-6-64 0,4-5-75 15,-5-3-97-15,3-3-122 0,1-2-141 16,-6-2-158-16,7-2 57 0,1-2-497 0,4-2-600 16</inkml:trace>
  <inkml:trace contextRef="#ctx0" brushRef="#br0" timeOffset="112162.47">23767 10953 3433 0,'-5'-19'130'0,"-3"6"14"0,4 2 12 0,-2 6 21 16,1 3 66-16,5 2 60 0,-23 23 43 15,-2 14 19-15,-3 11-13 0,-9 24-12 0,1 6-19 16,2 5-11-16,1-2-22 16,3 1-37-16,-1-6-23 0,8-15-23 0,0 3-18 15,1-8-21-15,1 2-16 0,0-7-54 0,0-2-96 16,-2-4 0-16,2-6 0 0,6-10 0 15,1-2 0-15,3-9 0 0,6-2 0 16,-4-4 0-16,4-4 0 0,-1-2 0 0,4 0 0 16,2-6 0-16,0 0 0 0,0 0 0 15,0 0 0-15,10-29 0 0,4 6 0 0,8-3 0 16,11-3 0-16,5 1 0 0,0 4 0 16,-6 8-9-16,-2 1-59 0,-5 8 3 0,-3 2 9 15,-6 2 4-15,-2 6 9 0,-3 2 19 16,2 4 24-16,-4 2 1 0,-6 5 14 15,1 1 14-15,-8 3 8 0,1 1 11 0,-10 10 14 16,1-2 6-16,-6-3-11 0,0 2-57 16,-4-3 0-16,3-1 0 0,-1-3 0 15,2-7 0-15,3-1 0 0,1 1 0 0,-2-4 0 16,2-1 0-16,1-2 0 0,1-2 0 16,1-2 0-16,2-3-214 0,9 0-218 0,-23-5-152 15,13 1-191-15,4-6-80 0,4-2 85 16,4-1-781-16,1-1-995 0</inkml:trace>
  <inkml:trace contextRef="#ctx0" brushRef="#br0" timeOffset="112545.39">23874 12071 4533 0,'2'-12'4'0,"0"4"31"0,2-1 36 0,0 2 34 0,-1 0 25 0,3 1 3 15,-1-2-9-15,6 2-11 0,-2-1-9 0,0 2-13 16,3-2-13-16,1-1-6 0,-2 3-10 16,1-5-13-16,-3 4-5 0,3-3-9 0,-2-1-2 15,-3-2-4-15,-2-2-3 0,1 0-4 16,-6 2-1-16,0-1-4 0,-6 0-2 0,-1 3 3 16,-6 3 7-16,-8 1 15 15,-4 2 22-15,-15 6 18 0,0 4 42 0,-13 8 29 0,3 8 22 16,5 2 22-16,2 5 4 0,7 2 15 15,8 2 7-15,6-4-4 0,8 0-6 16,0-1-13-16,6-6-79 0,6-1-119 16,4-1 0-16,2-3 0 0,1 1 0 0,8 1 0 15,-1-4 0-15,10 3 0 0,-1-4 0 16,-3-5 0-16,6-1 0 0,-1-2 0 0,0 0 0 16,-1-2 0-16,3-2-135 15,-6-1-340-15,8-2-127 0,0-1-139 0,-5-2-113 0,3-2 78 16,-2 0-791-16,8-8-1010 0</inkml:trace>
  <inkml:trace contextRef="#ctx0" brushRef="#br0" timeOffset="113445.03">24834 11935 4635 0,'2'-10'52'15,"0"1"13"-15,0 3 1 0,0 1 6 0,-2 5 15 16,0-5 22-16,0 5 31 0,0 0 24 15,0 0 8-15,0 0 5 0,-19 18-6 16,14-7 0-16,-4 1 0 0,-2 3 2 0,-3 1-3 16,-4 5-8-16,-1-2-15 0,0 1-13 15,0-5-13-15,3-1-12 0,-8 1-10 0,5-1-9 16,4-6-10-16,-3 1-11 0,5-2-5 16,1-2-23-16,5-2-22 0,-2-2-29 15,9-1-24-15,0 0-23 0,-12-14-12 16,13 2-6-16,8-9 2 0,7-11 3 0,11-7 10 0,6 2 3 15,-5 4 7-15,-3 8 4 16,-2 4 4-16,-1 3 9 0,-6 4 1 0,-3 5 5 0,-3 2 13 16,1 6 13-16,-1-1 17 0,-10 2 5 15,21 8-4-15,-10 3 3 0,1-1 2 16,-1 0-11-16,-2 6 0 0,3-1-3 16,5 7-18-16,-5-2-26 0,-1-6-33 0,0 2-35 15,-3-3-42-15,2-1-42 0,-5-1-34 16,1-2-32-16,-3 1-20 0,4-3-8 0,-5-2-13 15,0-1-11-15,-2-4-14 0,0 0-9 16,0 0-1-16,0 0 31 0,18-7 49 16,-8-5 56-16,1-2 59 0,11-7 56 0,-6 0 55 15,4-3 56-15,-1 5 56 0,-4 2 56 16,-6 6 43-16,-1 0 16 0,0 4 3 16,-3 0 0-16,3 4 15 0,-8 3 12 15,0 0 19-15,0 0-1 0,19 10-8 0,-15-3-13 16,1 3-15-16,4-1-3 0,-2 1-6 15,0 2-21-15,4 4-14 0,3-3-19 0,-3-1-10 16,7-3-12-16,-1 2-12 0,-4-4-8 16,4 0-12-16,1-5-6 0,-4 2-8 0,4-4-9 15,-4 0-8-15,1-2-8 0,-3-2-8 16,4-1-14-16,-3-3-16 0,-1 0-17 16,-3-5-12-16,2 3-38 0,-2-4-29 15,-2 3-42-15,-1-5-41 0,-1 1-41 0,2-1-46 0,-4 1-58 16,3-2-60-16,-2 1-56 15,-1 3-65-15,1 1-81 0,0 1-123 0,-1 5 48 16,0-1-508-16,1 3-615 0</inkml:trace>
  <inkml:trace contextRef="#ctx0" brushRef="#br0" timeOffset="113778.05">25682 11815 3027 0,'0'0'-14'0,"0"0"33"0,13-1 21 16,-13 1 55-16,0 0 47 0,0 0 45 15,-1 12 31-15,1-12 10 0,-4 10 6 0,4-10-1 16,-4 10-6-16,4-10-8 0,-4 9-10 16,4-9-12-16,-1 8-15 0,1-8-21 15,1 13-10-15,5-9-20 0,0 2-13 0,2-1-8 16,3 0-17-16,0-1-24 0,8-3-21 16,-6-1-17-16,5 3-17 0,-2-7-13 0,-2-2-3 15,2-2-1-15,-1-2-2 0,-4-3 3 16,-3-2 1-16,2-2-1 0,-7 0 0 0,1 0-1 15,-2 0-2-15,-2 5 3 0,-2-1-2 16,-4 5-1-16,3 1-4 0,-7 2 4 0,-3 4-1 16,-2 2-2-16,15-1 0 0,-39 5-25 15,21 0-32-15,-2 4-42 0,4 0-49 16,0-1-71-16,5 1-70 0,-1 1-66 16,2-2-75-16,3-1-105 0,3-2-97 0,3 0 55 15,1-5-382-15,3 8-446 0</inkml:trace>
  <inkml:trace contextRef="#ctx0" brushRef="#br0" timeOffset="113978.04">26005 11681 2574 0,'13'-13'87'0,"-8"1"66"0,4 3 25 16,-6 2 1-16,1 2 3 0,-4 5 20 0,0 0 52 16,0 0 25-16,0 0 0 15,4 23 1-15,-8-2-29 0,-1 1-11 0,-6 12-29 16,0 0-22-16,0 2-16 0,-3 0-22 15,3 2-27-15,-1-4-50 0,5-1-50 0,-2-3-51 16,1-5-64-16,2-7-79 0,0 0-88 16,2-4-88-16,-1-1-104 0,1-2-128 0,2-3-74 15,1-3 63-15,-1 0-405 0,2-5-471 16</inkml:trace>
  <inkml:trace contextRef="#ctx0" brushRef="#br0" timeOffset="114161.16">26240 11535 2896 0,'2'-21'66'0,"-2"5"10"0,5 4 0 16,-5 2 14-16,0 3 14 15,0 1 4-15,0 6-6 0,2-12-13 0,-2 12-10 16,0 0-15-16,3-6-42 0,-3 6-56 16,0 0-74-16,0 0-89 0,0 0-113 0,0 0-186 15,-5 26-3-15,0-17 50 0,3-1-122 16,-3 1-73-16</inkml:trace>
  <inkml:trace contextRef="#ctx0" brushRef="#br0" timeOffset="114578.04">26879 11147 1884 0,'-2'-12'237'0,"2"3"3"0,-4 2-2 16,4 7 13-16,0 0 42 0,0 0 39 15,-32 20 25-15,9 6 14 0,-1 12 9 0,-1 5-12 16,0 5-30-16,4 4-16 0,-1 1-19 16,2-4-26-16,3 1-25 0,2-4-24 0,-1-1-20 15,7-7-21-15,-2-5-21 0,2 0-16 16,2-4-18-16,2-8-17 0,-1-1-33 0,0-7-27 16,2-1-24-16,2-2-20 15,-2 2-13-15,2-5-8 0,-1-1-6 0,1-1-25 0,2-5-10 16,0 0-15-16,0 0-1 15,0 0 2-15,-25-9 5 0,16 4 2 0,-5-2 9 16,-3 2-2-16,-2 3 13 0,-6 0 1 16,-1 2 9-16,-11 6 20 0,5 2 10 0,-1 6 21 15,7 0 23-15,2 1 10 0,4-1 11 16,4 1 8-16,5 1 1 0,4-1-5 0,0-1-4 16,2 1-3-16,1-3-8 0,6 0-8 15,0 1-5-15,4-1-6 0,2-2-34 0,1-2-56 16,3 0-74-16,3 1-70 0,-1-3-96 15,0-3-115-15,-1 0-137 0,5-3-161 16,-2 0-85-16,-2-1 81 0,8-3-673 16,-6-1-835-16</inkml:trace>
  <inkml:trace contextRef="#ctx0" brushRef="#br0" timeOffset="114944.95">26713 12040 3935 0,'0'0'66'0,"-12"0"30"0,12 0 28 0,0 0 33 0,0 0 25 16,0 0 7-16,-11-5-15 0,11 5-12 15,0 0-20-15,20-10-13 0,-11 4-16 0,3-1-9 16,3 3-12-16,-1-3-14 16,0-1-21-16,6 0-22 0,-4-1-22 0,2-1-15 15,0-2-15-15,6-5-10 0,-7 3-5 16,-2 1-3-16,-3 3 2 0,-5 1 0 0,1 0 2 15,-8 4 0-15,0 5 6 0,-17-5-1 16,1 5 2-16,-12 4 6 0,-16 0 4 0,-7 10 4 16,-1 2 9-16,1 3 11 0,1 3 12 15,9 3 7-15,12-5 2 0,4 2 0 0,6 0-2 16,8-3 0-16,3-2-1 0,3-3-2 16,7-2-2-16,3 0-8 0,1 0-28 0,3-2-38 15,2 0-59-15,5-3-80 0,-2-2-86 16,8 0-84-16,1-1-83 0,3-2-109 15,7-2-69-15,7-4 61 0,2-1-325 16,1-5-366-16</inkml:trace>
  <inkml:trace contextRef="#ctx0" brushRef="#br0" timeOffset="115310.96">27674 11347 2691 0,'4'-12'138'0,"-4"0"17"0,-2 7 8 0,-2 2 28 16,4 3 51-16,0 0 43 0,-40 24 32 15,13 1 20-15,-5 10 16 0,-4 5-9 16,-2 6-12-16,2 4-13 0,-3-1-20 16,3 4-21-16,0-1-29 0,2 1-20 0,-1-2-25 15,5-3-19-15,1-3-19 0,4-6-19 16,-1 0-13-16,7-10-13 0,2-4-13 0,1-1-16 16,5-9-32-16,2-1-24 0,3-5-31 15,-2-1-25-15,4-3-31 0,-2-1-41 0,6-4-30 16,-5 3-18-16,5-3-23 0,0 0-12 15,-7-14-8-15,5 4-8 0,-3-3 4 0,1 1 13 16,-1-2 8-16,-3 2 16 0,-4 3 11 16,-2 3 14-16,-9 1 15 0,-1 5 8 0,0 3 10 15,-11 5 15-15,3 6 10 16,3 0 14-16,5 3 10 0,3-2 16 0,5-1 9 16,5 3 12-16,6-1 18 0,-3 1 0 15,8-4-4-15,0-1-13 0,6 0-35 0,-1-2-57 16,6-1-99-16,7-1-108 0,0-6-112 15,7 0-150-15,0 0-68 0,4-2 68 16,0-2-358-16,-1 0-403 0</inkml:trace>
  <inkml:trace contextRef="#ctx0" brushRef="#br0" timeOffset="115528.39">27527 12160 3167 0,'0'0'495'0,"0"0"22"0,0 0 26 0,0-12 20 15,0 12-4-15,0 0-12 0,0 0-52 16,0 0-54-16,0 0-42 0,-5-8-43 0,5 8-247 16,0 0-109-16,0 0 0 0,0 0 0 15,0 0 0-15,0 0 0 0,0 0 0 0,0 0-305 16,2-7-231-16,-2 7-136 0,0 0-228 16,0 0 77-16,-14-4 90 0,5 3-703 0,9 1-886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03:26:37.7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10807 3980 2244 0,'13'-2'313'0,"-13"2"-50"0,0 0-33 16,12-2-4-16,-12 2-5 0,0 0 6 0,0 0-4 16,0 0-7-16,0 0 13 0,0 0 3 15,0 0 1-15,0 0 4 0,9-4-9 0,-9 4-8 16,0 0-17-16,0 0-3 0,0 0-13 16,0 0-20-16,0 0-18 0,0 0-10 0,0 0-12 15,0 0-16-15,0 0-12 0,-31-10-10 16,22 8-9-16,-3 1-8 0,-1-3 2 15,0 4-18-15,-2-5-7 0,-7 2-4 0,2 1-4 16,-5-1-9-16,-2-1 0 16,0 3-6-16,1-1-7 0,-5 0 6 0,4 0-7 15,1 2 3-15,2-1-5 0,-5 2-2 16,8-1 2-16,-1 0 1 0,0 0-3 0,1 0-1 16,2 2-3-16,-5-2 2 0,6 0 4 15,-1 0-3-15,-2 2 4 0,0 0-6 0,3-2 2 16,-2 0-2-16,1 1-1 0,-1-1 3 15,0 3-5-15,2-2 1 0,-3 0-1 0,5 1 2 16,-4 0 0-16,4 0 0 0,0-1 3 16,1-1 9-16,-1 3 6 0,3-1 0 15,-2-2 0-15,0 0-2 0,-3 2-1 16,2-2 0-16,0 2 2 0,1-1-8 16,-4 1-2-16,3 2-5 0,1-4 2 0,3 1-4 15,-6 3 0-15,4-3-2 0,1 3-3 16,0 0-5-16,-1-3 0 0,3 2 0 0,-1 0 0 15,1 0 0-15,0 0 0 0,1 0 0 16,10-3 0-16,-19 5 0 0,9-1 0 0,-1 0 0 16,0 0 0-16,1 0 0 0,-1 0 0 15,-2 3 0-15,-1-3 0 0,-1 2 0 16,1 1 0-16,2 0 0 0,-4-2 0 0,1 1 0 16,1 2 0-16,1-2 0 15,-1 1 0-15,3 0 0 0,0 0 0 0,-1 1 0 0,3-2 0 16,0 0 0-16,-1 1 0 15,0 0 0-15,1-2 0 0,1 0 0 0,-2 2 0 16,1-2 0-16,2 1 0 0,-1 0 0 16,-2 1 0-16,-1 0 0 0,1 2 0 0,-1-1 0 15,0 2 0-15,-1-1 0 0,3 0 0 16,-3-1 0-16,1 1 0 0,-1-2 0 16,0 1 0-16,5-1 0 0,-2 0 0 0,1 2 0 15,0-5 0-15,-1 4 0 0,3-1 0 16,-1-1 0-16,0 2 0 0,0-2 0 15,2 0 0-15,-1 3 0 0,-1-1 0 0,0 0 0 16,3-1 0-16,-3 1 0 0,3-2 0 0,-1 2 0 16,0-1 0-16,1 2 0 15,3-4 0-15,-3 1 0 0,0 2 0 0,2 0 0 16,1-1 0-16,-3 1 0 0,4-8 0 16,-6 16 0-16,6-9 0 0,-1 1 0 15,-4-1 0-15,3 1 0 0,0 0 0 0,0 0 0 16,2 0 0-16,-2 1 0 0,2-9 0 15,0 16 0-15,0-7 0 0,0-1 0 0,-1-2 0 16,1-6 0-16,-2 16 0 0,0-7 0 16,2-1 0-16,-2 0 0 0,2 1 0 0,0-9 0 15,0 16 0-15,0-7 0 16,-2-1 0-16,4 0 0 0,-2 0 0 0,0 0 0 16,2 1 0-16,-2-1 0 0,2 1 0 15,0-1 0-15,-1 1 0 0,1 1 0 16,2 0 0-16,-2 1 0 0,3-1 0 0,-4 0 0 15,3 0 0-15,2 2 0 0,-3-3 0 16,1 1 0-16,1 0 0 0,2-1 0 0,-1 1 0 16,-1 0 0-16,2-3 0 0,1 5 0 15,2 0 0-15,-1-5 0 0,-1 3 0 0,2 2 0 16,-3-2 0-16,2 0 0 0,1-1 0 16,-4 1 0-16,3-3 0 0,1 5 0 15,-2-2 0-15,1-1 0 0,0 1 0 0,1 0 0 16,0 0 0-16,-1-1 0 15,0 3 0-15,1-4 0 0,2 2 0 0,-3 4 0 16,1-4 0-16,-1 2 0 0,0-1 0 16,3-1 0-16,-1 0 0 0,-3 2 0 0,2-3 0 15,1 2 0-15,-2-5 0 0,2 2 0 16,-4-2 0-16,0 3 0 0,4-2 0 0,-2 0 0 16,0 3 0-16,0-4 0 0,3 2 0 15,1 0 0-15,1-1 0 0,-1 1 0 0,1-1 0 16,2 0 0-16,-2 0 0 0,1 0 0 15,3 0 0-15,-2 1 0 0,4 1 0 0,-4-3 0 16,6 3 0-16,-3-2 0 16,-1 0 0-16,-2-1 0 0,-1 1 0 0,2 0 0 15,-2 0 0-15,1 0 0 0,2 0 0 0,-4 0 0 16,1-1 0-16,4 0 0 0,1 0 0 16,0 3 0-16,1-1 0 0,1-2 0 15,-1 2 0-15,1-3 0 0,3 1 0 16,-2 0 0-16,2 2 0 0,2-4 0 0,5 6 0 15,2-5 0-15,-7 5 0 0,-5-6 0 16,12 6 0-16,2-3 0 0,-8-1 0 0,6 0 0 16,2 2 0-16,-1-1 0 0,3-1 0 15,0 0 0-15,-2-1 0 0,4 0 0 0,2 0 0 16,-2-1 0-16,0 1 0 16,0-2 0-16,0 1 0 0,-2-1 0 0,-5 0 0 15,-5-1 0-15,-1 0 0 0,0 1 0 16,0-1 0-16,-3 2 0 0,1-4 0 0,0 1 0 15,1 1 0-15,1 0 0 0,4-2 0 16,-3 0 0-16,14 0 0 0,2 0 0 0,1 1 0 16,-3-2 0-16,4 2 0 0,-1-1 0 15,2 2 0-15,-4-2 0 0,0 2 0 16,-4-1 0-16,-5 1 0 0,-3 0 0 0,-1-1 0 16,-5 1 0-16,2 0 0 0,-2-2 0 15,0 2 0-15,-3-2 0 0,5 0 0 16,-4 0 0-16,0 0 0 0,4-4 0 0,4 4 0 15,-3-3 0-15,3 3 0 0,8-4 0 16,1 3 0-16,1-1 0 0,-9 0 0 0,-1 2 0 16,-3-1 0-16,-2 1 0 0,3 0 0 15,-1-2 0-15,-5 2 0 0,1 2 0 0,2-4 0 16,1 2 0-16,-1-2 0 0,4 2 0 16,1-1 0-16,11-1 0 0,-2 2 0 0,0-2 0 15,2 0 0-15,-2 2 0 0,-6 0 0 16,-1 2 0-16,-5-2 0 0,3 2 0 15,-3-2 0-15,-1 2 0 0,-2-1 0 0,-4-1 0 16,0 0 0-16,-6 2 0 0,2-2 0 0,2-2 0 16,1 1 0-16,0 1 0 15,3-2 0-15,4-2 0 0,9 1 0 0,2-2 0 16,3 0 0-16,-2 3 0 0,-1-1 0 16,-4 1 0-16,5 0 0 0,-5 2 0 0,-5 0 0 15,0 0 0-15,-2 0 0 0,-5 0 0 16,-1 0 0-16,-4 0 0 0,2 0 0 0,-3 0 0 15,-2 0 0-15,0 0 0 0,1 0 0 16,3-3 0-16,-2 1 0 0,6 0 0 16,-3-1 0-16,1 1 0 0,3-2 0 15,0 3 0-15,1-2 0 0,-6-1 0 0,1 2 0 16,-4 0 0-16,-1-1 0 0,-1 2 0 0,1-1 0 16,-7 0 0-16,2 1 0 0,2-1 0 15,-11 2 0-15,14-4 0 0,-4 2 0 16,-2 1 0-16,3-2 0 0,0 1 0 15,7-4 0-15,-4 0 0 0,10 1 0 0,-1-2 0 16,7-2 0-16,2-2 0 0,1 3 0 16,-1 0 0-16,0-2 0 0,-5 2 0 0,-4 1 0 15,0 1 0-15,-2-2 0 0,-4 2 0 16,0-1 0-16,2-1 0 0,-6 0 0 0,3 2 0 16,-1-3 0-16,-1 1 0 15,-1 1 0-15,2-4 0 0,2-1 0 0,0 2 0 16,-2 2 0-16,3-3 0 0,-5 5 0 15,2-3 0-15,-3 0 0 0,1 1 0 0,2 1 0 16,-3 0 0-16,-1 2 0 0,-2-3 0 16,4 4 0-16,-6-4 0 0,0 4 0 0,2-1 0 15,-2-3 0-15,0 2 0 0,1 0 0 16,-3 0 0-16,4 1 0 0,-6-1 0 0,5-2 0 16,-3-1 0-16,1 2 0 15,0 0 0-15,2-3 0 0,-3 4 0 0,4-3 0 0,-4 1 0 16,2-3 0-16,1 1 0 0,-3 2 0 15,6 0 0-15,-8-4 0 0,5 0 0 0,-3 4 0 16,3-4 0-16,-2 0 0 16,0 2 0-16,-1-2 0 0,3-1 0 0,-3 2 0 15,2-3 0-15,0 1 0 0,-2-1 0 16,1 2 0-16,1-3 0 0,-2 5 0 0,2-4 0 16,-5 5 0-16,2-4 0 0,1 1 0 15,-3 0 0-15,2 2 0 0,-2-1 0 0,3 1 0 16,-4-3 0-16,1 2 0 0,0 1 0 15,0-2 0-15,0 2 0 0,0 0 0 0,-1-1 0 16,-1 1 0-16,0 2 0 0,2-1 0 16,-2 1 0-16,2-4 0 0,-2 5 0 15,0-3 0-15,2 1 0 0,-4-1 0 16,2 0 0-16,-2-2 0 0,0 2 0 0,1 0 0 16,-1 1 0-16,-2-1 0 0,0 1 0 15,3-1 0-15,-6 0 0 0,3 0 0 0,1 1 0 16,-3-1 0-16,4 1 0 0,-1-1 0 15,-3 2 0-15,1-1 0 0,2-1 0 0,-1 1 0 16,-2 1 0-16,1-2 0 0,-1 2 0 16,-2 0 0-16,3-5 0 0,-3 5 0 0,3 0 0 15,-4-1 0-15,-2-3 0 16,2 2 0-16,-1-2 0 0,1 2 0 0,-1 1 0 0,-2-2 0 16,1 2 0-16,0 0 0 15,-1 1 0-15,1-3 0 0,-3 3 0 0,3-1 0 0,-4 1 0 16,1 0 0-16,2 2 0 15,-8-2 0-15,4 0 0 0,-6 0 0 0,3-1 0 16,-1 0 0-16,-9-3 0 0,2 4 0 16,6 1 0-16,-10-3 0 0,3 0 0 0,5 1 0 15,0 1 0-15,2 2 0 0,2-2 0 16,-2 3 0-16,0-2 0 0,0 0 0 0,3 0 0 16,-6 0 0-16,3 0 0 0,-2 1 0 15,3-2 0-15,-2 4 0 0,-1-4 0 0,-2 2 0 16,3 1 0-16,-12-5 0 15,7 4 0-15,2 0 0 0,0 4 0 0,0-3 0 0,0-1 0 16,2 2 0-16,-1-2 0 16,-1 2 0-16,8 1 0 0,-2-2 0 0,-2 2 0 15,-2-1 0-15,3 0 0 0,-3 0 0 16,0 0 0-16,-2-1 0 0,1 1 0 0,-5 1 0 16,-8-2 0-16,6 1 0 0,6 2 0 15,-18-2 0-15,5-2 0 0,0 4 0 0,6-1 0 16,3 2 0-16,1-3 0 0,-1 2 0 15,1 1 0-15,-3-1 0 0,2-1 0 0,3 3 0 16,-12-4 0-16,5 1 0 0,5 1 0 16,-1 0 0-16,0 0 0 0,3-1 0 0,-14-2 0 15,9 3 0-15,-7-1 0 16,3 1 0-16,9-2 0 0,-5 3 0 0,4-2 0 16,0 1 0-16,-2 0 0 0,2 1 0 15,2-3 0-15,2 4 0 0,2-2 0 0,2 1 0 16,-2-1 0-16,0 0 0 0,4 2 0 15,2-2 0-15,-2 2 0 0,-2-1 0 0,0-1 0 16,0 2 0-16,-1-2 0 0,0 2 0 16,-1 0 0-16,0-2 0 0,-6 2 0 0,0-1 0 15,5 1 0-15,-7 0 0 16,6-3 0-16,-2 3 0 0,2 0 0 0,3-1 0 0,0 0 0 16,6 1 0-16,-4 0 0 15,5-2 0-15,-1 2 0 0,5 0 0 0,9 0 0 0,-21-1 0 16,11 1 0-16,10 0 0 15,-13 1 0-15,13-1 0 0,-13-1 0 0,13 1 0 16,-16 0 0-16,16 0 0 0,-11 0 0 16,11 0 0-16,-15 0 0 0,15 0 0 0,-18 0 0 15,18 0 0-15,-14 0 0 0,4-2 0 16,10 2 0-16,-21 0 0 0,9 0 0 0,12 0 0 16,-25 0 0-16,12 0 0 0,-1 0 0 15,2-2 0-15,-1 0 0 0,-3 1 0 0,1 1 0 16,-1-2 0-16,2 2 0 0,-4-3 0 15,2 3 0-15,0 0 0 0,-4-1 0 0,6 1 0 16,-2-1 0-16,1 1 0 0,-1 0 0 16,2 1 0-16,-6-1 0 0,5 0 0 15,0 0 0-15,-2 0 0 0,3 0 0 16,-1 0 0-16,2 0 0 0,0 0 0 0,-5 0 0 16,3 0 0-16,1 0 0 0,0-1 0 15,-2 1 0-15,3 0 0 0,-1 0 0 0,1-2 0 16,-1 0 0-16,1 2 0 0,-3-2 0 15,2 2 0-15,-1-1 0 0,-2-2 0 16,-3 2 0-16,0 0 0 0,-1-1 0 0,-2 2 0 16,-2-4 0-16,-1 3 0 0,-1 1 0 15,0-2 0-15,0 0 0 0,1 1 0 16,2 1 0-16,4-3 0 0,-1 2 0 0,1 1 0 16,4-1 0-16,0-1 0 0,3 2 0 15,-1-2 0-15,3 2 0 0,11 0 0 16,-21 0 0-16,12-2 0 0,9 2 0 0,-20 0 0 15,11 2 0-15,9-2 0 0,-17 0 0 16,17 0 0-16,-17 2 0 0,17-2 0 0,-12 0 0 16,12 0 0-16,-11 2 0 0,11-2 0 15,0 0 0-15,-15 0 0 0,15 0 0 0,0 0 0 16,-10 1 0-16,10-1 0 0,0 0 0 16,0 0 0-16,-15 0 0 0,15 0 0 15,0 0 0-15,0 0 0 0,-12 0 0 16,12 0 0-16,0 0 0 0,0 0 0 0,-11 1 0 15,11-1 0-15,0 0 0 0,0 0 0 16,-9 3 0-16,9-3 0 0,0 0 0 0,0 0 0 16,0 0 0-16,0 0 0 0,0 0 0 15,0 0 0-15,-10 1 0 0,10-1 0 0,0 0 0 16,0 0 0-16,0 0 0 0,-10 2 0 16,10-2 0-16,0 0 0 0,0 0 0 0,-11 0 0 15,11 0 0-15,0 0 0 0,0 0 0 16,0 0 0-16,0 0 0 0,0 0 0 0,0 0 0 15,0 0 0-15,0 0 0 0,0 0 0 16,0 0 0-16,0 0 0 0,0 0 0 16,0 0 0-16,0 0 0 0,0 0 0 15,0 0 0-15,0 0 0 0,0 0 0 0,0 0 0 16,0 0 0-16,0 0-3 0,0 0-1004 16,0 0 24-16,0 0 111 0,0 0-939 0,31-14-1240 15</inkml:trace>
  <inkml:trace contextRef="#ctx0" brushRef="#br0" timeOffset="2616.19">10688 3805 4601 0,'0'0'-163'0,"0"0"59"0,0 0 45 15,0 0 46-15,0 0 51 0,0 0 63 16,0 0 54-16,0 0 43 0,0 0 31 16,0 0 25-16,0 0 14 0,0 0-5 0,-19-7-9 15,19 7-14-15,0-9-7 0,0 9-10 16,3-14-14-16,-1 6-15 0,0-3-14 0,-1-3-16 15,5-3-17-15,1-5-16 16,11-9-13-16,4-6-14 0,13-5-13 0,7 0-11 16,20-11-25-16,3 3-55 0,6 5 0 15,1 4 0-15,-13 10 0 0,2 4 0 16,2 1 0-16,-2 4 0 0,0 5 0 0,-3-1 0 16,-7 3 0-16,-9 5 0 0,-2 2 0 15,-6-1 0-15,-6 1 0 0,-5 6 0 0,-1-4 0 16,-6 2 0-16,2 0 0 0,-7 2 0 15,5-2 0-15,-7 2 0 0,-9 2 0 0,17-3 0 16,-7 1 0-16,-10 2 0 0,11-3 0 16,-11 3 0-16,8-3 0 0,-8 3-283 0,0 0-156 15,0 0-114-15,0 0-122 0,0 0-171 16,0 0 37-16,0 0 89 0,0 0-595 16,-41 0-772-16</inkml:trace>
  <inkml:trace contextRef="#ctx0" brushRef="#br0" timeOffset="2899.15">11678 3088 3525 0,'4'-14'75'0,"-4"14"64"15,0-7 16-15,0 7 13 0,0 0 32 0,1-8 37 16,-1 8 26-16,8-6 30 16,-8 6-12-16,0 0-8 0,19 0-13 0,-19 0-13 15,22 7-21-15,-10-1-16 0,-1 4-19 16,3 2-16-16,-1 1-15 0,-4 3-17 15,2-3-13-15,-6 1-13 0,1 1-9 0,-3-3-10 16,-3 1-9-16,0-1-10 0,0 0-6 16,-5 3-11-16,1-1 1 0,-3-3-19 0,-3 1-29 15,-1 1-37-15,-1-4-42 0,-1-2-57 16,0 1-62-16,-1 1-70 0,-1-6-84 0,1 2-98 16,3-3-104-16,2-1-127 0,9-1-134 15,-16-1 65-15,16 1-606 0,-9-4-798 16</inkml:trace>
  <inkml:trace contextRef="#ctx0" brushRef="#br0" timeOffset="4016.22">12238 3052 3483 0,'0'-5'-55'0,"0"5"55"0,0-12 36 0,0 12 52 15,0-12 36-15,0 12 38 0,0-11 31 0,0 11 19 16,0-11 10-16,0 11-3 0,0-9 2 15,0 9-8-15,2-7-6 0,-2 7-10 16,0 0 1-16,0-10-22 0,0 10-20 0,0 0-12 16,0 0-14-16,0 0-15 0,0-11-8 15,0 11-15-15,0 0-13 0,0 0-1 0,0 0-7 16,0 0-8-16,0 0-6 16,0-8-4-16,0 8 2 0,0 0 1 0,0 0 4 15,0 0-7-15,0 0 6 0,0 0-9 0,0 0-8 16,1-10-4-16,-1 10-3 15,0 0-5-15,0 0-4 0,0 0-1 0,0 0 4 16,0 0-16-16,0 0-1 0,0 0-1 16,0 0 0-16,0 0 1 0,0 0-6 0,0 0 0 15,0 0 12-15,0 0-11 0,0 0 2 16,0 0-5-16,0 0-2 0,0 0-1 0,0 0 6 16,0 0-6-16,0 0 0 0,0 0 1 15,0 0 2-15,0 0-5 0,0 0 3 16,0 0 2-16,0 0-6 0,0 0 4 0,0 0 2 15,0 0-3-15,0 0-3 16,0 0-1-16,0 0 1 0,0 0 4 0,0 0-1 16,0 0-2-16,0 0 3 0,0 0-5 0,0 0-1 15,0 0 5-15,0 0 1 0,0 0 2 16,0 0-2-16,0 0 4 0,0 0-5 16,0 0 4-16,0 0 3 0,0 0 1 0,0 0 15 15,0 0 25-15,0-5 1 0,0 5 9 16,0 0 0-16,0 0 5 0,0 0-3 15,0 0 0-15,0 0-61 0,0 0 0 0,0 0 0 16,0 0 0-16,0 0 0 0,0 0 0 16,0 0 0-16,0 0 0 0,0 0 0 0,0 0 0 15,0 0 0-15,0 0 0 0,0 0 0 16,0 0 0-16,0 0 0 0,0 0 0 16,0 0 0-16,0 0 0 0,0 0 0 15,0 0 0-15,2 23 0 0,-2-23 0 16,0 17 0-16,0-6 0 0,2-2 0 0,-4 2 0 15,4-4 0-15,-2 2 0 0,0 0 0 16,0-9 0-16,-2 11 0 0,2-11 0 0,2 11 0 16,-2-11 0-16,0 8 0 0,0-8 0 15,2 7 0-15,-2-7 0 0,0 0 0 0,0 8 0 16,0-8 0-16,0 0 0 16,0 0 0-16,0 0 0 0,5 9 0 0,-5-9 0 15,0 0 0-15,0 0 0 0,0 0 0 16,0 0 0-16,-2 9 0 0,2-9 0 15,0 0 0-15,0 0 0 0,0 0 0 0,0 0 0 16,0 10 0-16,0-10 0 0,-3 12 0 16,-1-4 0-16,2 4 0 0,1-1 0 0,-1-1 0 15,-2 4 0-15,0 0 0 0,2 1 0 16,-1 0 0-16,-1 1 0 0,-1-5 0 0,5 1 0 16,-1 1 0-16,-3-1 0 0,4-2 0 15,-2-1 0-15,2-1 0 0,-2-1 0 16,2 2 0-16,-2-2 0 0,2-7 0 15,0 12 0-15,0-12 0 0,2 10 0 16,-2-10 0-16,0 7 0 0,0-7 0 0,0 0 0 16,0 10 0-16,0-10 0 0,0 0 0 15,2 7 0-15,-2-7 0 0,0 0 0 0,0 0 0 16,0 0 0-16,0 0 0 0,0 0 0 16,0 0-195-16,0 0-447 0,0 0-128 0,10-21-146 15,-6 14 77-15,1 3-803 0,3-3-1081 16</inkml:trace>
  <inkml:trace contextRef="#ctx0" brushRef="#br0" timeOffset="4382.6">12541 3159 4146 0,'0'0'-126'0,"0"0"60"0,2-8 32 0,-2 8 21 15,0 0 71-15,0 0 52 0,0 0 47 16,0 0 20-16,0 0 13 0,-2 22 16 0,2-22 6 15,-4 19 7-15,2-11 1 0,0 0 0 16,0 1-11-16,2 1-18 0,0-2-1 0,0 1-7 16,0-9-16-16,0 14-3 0,2-6-8 15,2-2 4-15,2 0-12 0,-6-6-9 0,12 7-14 16,-5-4-10-16,-7-3-14 0,20 0-7 16,-20 0-11-16,25-3-5 0,-9-2-9 15,-1-2-5-15,-1-2-3 0,-1-1-43 0,-1-2-18 16,-3-5 0-16,-2 0 0 15,1 1 0-15,-4-1 0 0,-2 1 0 0,-2-1 0 16,0 5 0-16,-2-1 0 0,-2 1 0 16,-4 2 0-16,1 3 0 0,-2 1 0 0,-3 3 0 15,-3 2 0-15,-1 2 0 0,-1 4-227 16,-4 2-129-16,2 3-106 0,-5 7-140 0,6-3-147 16,4-2-90-16,7-3 81 0,5-3-670 15,2 2-878-15</inkml:trace>
  <inkml:trace contextRef="#ctx0" brushRef="#br0" timeOffset="4617.72">13016 3004 3660 0,'1'-9'-30'16,"-2"3"60"-16,1 6 42 0,-6-9 32 16,6 9 35-16,0 0 34 0,-14-3 14 15,14 3 3-15,0 0 0 0,-21 17-7 0,14-9-2 16,-3 4-14-16,3 0-12 15,-1-1-17-15,2 4-12 0,1 2-9 0,-1-2-14 0,4 1-11 16,0 0-13-16,2-5-26 16,0 1-39-16,2-2-45 0,2 0-64 0,1 0-69 15,1-4-70-15,1 1-88 0,3-4-100 16,2 3-111-16,-2-6-154 0,-1 0 59 0,-9 0-395 16,25-6-497-16</inkml:trace>
  <inkml:trace contextRef="#ctx0" brushRef="#br0" timeOffset="5182.93">13319 3023 2883 0,'0'0'125'16,"0"0"52"-16,0 0 43 0,0 0 40 15,0 0 46-15,0 0 20 0,0 0 21 0,0 0-6 16,-20-7-9-16,20 7-9 0,0 0-16 16,0 0-15-16,0 0-17 0,-25 12-24 15,20-7-24-15,-3-3-21 0,-1 3-21 0,-1 0-19 16,1-2-13-16,-2 1-20 15,0-1-12-15,0-1-15 0,11-2-26 0,-19 2-31 16,19-2-49-16,-17-2 0 0,17 2 0 16,-15-10 0-16,7 1 0 0,5 1-9 0,-1 1-11 15,-3-4-5-15,5 5 2 0,2 6-4 16,-1-11 4-16,1 11 0 0,0 0-1 0,1-8 6 16,-1 8 0-16,0 0 3 0,0 0 6 15,0 0-4-15,39 12 2 0,-26-7 3 0,1 3-2 16,5 1-12-16,-2 0-27 15,0-2-18-15,-2-2-22 0,0 1-8 0,3-2-4 0,-2-1-4 16,-2 1 5-16,1-4 7 16,1 0 0-16,0-4-2 0,-2-1-1 0,6-3 0 15,-6-3 2-15,2-1 3 0,4-8 0 16,0-4 9-16,-4-5 5 0,2-4 9 16,1-9 7-16,-4-9 4 0,-1-3 6 0,-1-2 7 15,-2 6 16-15,-3 9 21 0,-2 7 20 16,0 8 12-16,-5 5 8 0,-1 5 7 0,2 4 2 15,-4 3-5-15,2 3 2 0,0 6 20 16,-13 0 8-16,13 0 2 0,-15 15 7 0,4 2-8 16,-1 11 7-16,-1 1-2 0,3 4-2 15,2 1-8-15,3 0-7 0,3 2 0 16,2-5-5-16,0-6-5 0,3 11 0 16,-1-7-7-16,4-6-7 0,0 0-4 0,0-1-28 15,-1-3-41-15,3 0-46 0,0-4-52 16,1-1-66-16,-1 1-74 0,-1-5-109 0,3 0-123 15,0-1-163-15,-5-4-90 0,2 0 89 16,2 1-516-16,-6-3-656 0</inkml:trace>
  <inkml:trace contextRef="#ctx0" brushRef="#br0" timeOffset="5782.29">13914 2795 3620 0,'-11'-7'207'0,"0"3"30"0,1-1 31 0,10 5 25 16,-11-3-4-16,11 3-5 0,0 0 10 16,-18 6-3-16,13 1-2 0,1 5-8 15,1 2-15-15,-1 1-24 0,0 2-20 0,2 3-17 16,2-2-22-16,0 2-17 0,0-4-16 16,2 2-13-16,-2-3-14 0,0-1-10 0,0 1-82 15,2-4-31-15,-2-3 0 0,0 2 0 16,0-3 0-16,0-7 0 0,0 14 0 0,0-14 0 15,4 9 0-15,-4-9 0 0,0 0 0 16,0 0 0-16,0 0 0 0,0 0 0 16,0 0 0-16,16-30 0 0,-5 13 0 15,-4 3 0-15,2-1 0 0,-1 3 0 0,0 2 0 16,-3 1 0-16,1 1 0 0,-1 2 0 16,-5 6 0-16,11-4 0 0,-11 4 0 15,0 0 0-15,0 0 0 0,26 13 0 0,-22-6 0 16,4 2 0-16,-5-1 0 0,5 2 0 15,-7 1 0-15,4 1 0 0,-1-4 0 16,-1 3 0-16,-1-3 0 0,0-1 0 0,-2 0 0 16,4 2 0-16,-4-9 0 0,2 8 0 0,-2-8 0 15,3 7 0-15,-3-7 0 16,0 0 0-16,0 0 0 0,0 0 0 0,0 0 0 16,35-17 0-16,-22 3 0 0,6-5 0 15,2 0 0-15,0 2 0 0,0 1 0 0,-6 7 0 16,-2-1 0-16,-1 2 0 0,-6 2 0 15,3 3 0-15,1 0 0 0,-10 3 0 0,0 0 0 16,19 2 0-16,-19-2 0 0,16 10 0 16,-13-4 0-16,-1 0 0 0,5 3 0 15,-5 1 0-15,2 2 0 0,1-1 0 0,-4 1 0 16,-1 1 0-16,0-3 0 16,0 1 0-16,0 3-1 0,2-3-347 0,-2 0-91 15,0-3-92-15,0 1-110 0,0-1-129 16,-3 1-26-16,4-2 65 0,-1-7-607 0,4 7-794 15</inkml:trace>
  <inkml:trace contextRef="#ctx0" brushRef="#br0" timeOffset="5982.3">14425 2939 3630 0,'8'-16'-4'0,"-2"3"71"0,-2 3 61 16,0 2 49-16,-3 4 29 0,-1 4 18 0,6-8 1 16,-6 8-5-16,6-7-14 0,-6 7 5 15,0 0 22-15,0 0 0 0,0 0-16 0,0 0-17 16,12 27-22-16,-11-16-14 15,-1 1-21-15,0 4-12 0,0-3-37 0,-3 7-51 0,-1-4-53 16,-1 5-49-16,2-4-57 16,-3 0-70-16,2-1-87 0,3-3-92 0,-3-3-102 15,2 1-113-15,0-3-157 0,0 0 62 16,2-8-501-16,0 4-642 0</inkml:trace>
  <inkml:trace contextRef="#ctx0" brushRef="#br0" timeOffset="6149.06">14527 2808 3135 0,'4'-10'16'0,"-4"1"55"0,2 2 42 16,-2 7 21-16,0-10 16 0,0 10-5 15,0-6-14-15,0 6-12 0,0 0-16 16,0 0-22-16,1-9-43 0,-1 9-60 0,0 0-84 16,0 0-98-16,4-7-122 15,-4 7-176-15,0 0-72 0,0 0 55 0,0 0-156 16,0 0-169-16</inkml:trace>
  <inkml:trace contextRef="#ctx0" brushRef="#br0" timeOffset="6532.99">14633 2827 2160 0,'0'0'235'16,"0"0"30"-16,0 0 27 0,0 0 28 16,0 0 38-16,2 7 29 0,-2-7 24 15,0 0 0-15,0 12-15 0,0-12-22 16,-2 13-26-16,0-5-27 0,2-8-28 0,2 15-27 15,-2-7-29-15,0 0-22 0,0 0-23 16,0-1-19-16,0-7-17 0,0 12-19 0,0-12-24 16,2 10-26-16,-2-10-43 0,0 9-44 15,0-9 0-15,4 6 0 0,-4-6 0 0,0 0 0 16,0 0 0-16,0 0 0 0,0 0 0 16,25-16 0-16,-14 5 0 0,5-1 0 15,-2 1 0-15,2-1 0 0,-1 0 0 0,-3 5 0 16,1 0 0-16,-5 0 0 15,1 1 0-15,1 3 0 0,-10 3 0 0,13-4 0 16,-13 4 0-16,0 0 0 0,21 5 0 16,-16 1 0-16,2 0 0 0,-4 0 0 0,1 2 0 0,0 3 0 15,-2-3 0-15,-1 0 0 16,-1 2 0-16,2-3 0 0,-2 1-114 0,2 1-121 16,-2 0-59-16,0-9-61 0,-2 16-63 15,2-7-71-15,-2 0-89 0,1-3-107 16,-3 0-64-16,4 2 58 0,0-8-528 0,0 0-681 15</inkml:trace>
  <inkml:trace contextRef="#ctx0" brushRef="#br0" timeOffset="6732.16">14970 2888 3224 0,'14'-17'-15'0,"-3"-1"67"15,-1 3 56-15,-2 2 43 0,-2 5 45 16,-1 1 31-16,-1 0 5 0,-1 2-6 16,-3 5-16-16,8-5 12 0,-8 5 22 0,0 0 1 15,0 0-11-15,4 17-21 0,-4-7-24 16,-4 6-14-16,-2 3-24 0,-1 1-9 15,0 1-36-15,-6 4-45 0,2-2-51 0,-2 5-52 16,3-6-55-16,1-4-59 0,0 0-74 16,0-3-88-16,6-1-88 0,-5-4-96 0,7-1-124 15,-3-5-60-15,2 2 71 0,2-6-380 16,0 0-471-16</inkml:trace>
  <inkml:trace contextRef="#ctx0" brushRef="#br0" timeOffset="6882.11">15142 2637 2763 0,'2'-10'51'16,"-2"2"34"-16,0 8 15 0,2-10 8 15,-2 10 2-15,0 0-14 0,-2-8-13 0,2 8-48 16,0 0-66-16,0-5-87 0,0 5-132 16,0 0-185-16,0 0-91 0,0 0 50 0,0 0-67 15,0 0-45-15</inkml:trace>
  <inkml:trace contextRef="#ctx0" brushRef="#br0" timeOffset="7398.86">15298 2771 1729 0,'0'0'202'0,"0"0"27"0,-7 6 32 16,7-6 42-16,-8 11 37 0,4-6 25 0,0 0-18 15,4-5-19-15,-9 10-20 0,7-3-25 16,0 0-18-16,-1-2-26 0,-4 2-21 0,7-7-24 15,-4 13-7-15,-1-7-22 0,3 0-19 16,2-6-12-16,-5 10-12 0,5-10-11 0,-6 7-16 16,6-7-6-16,-4 8-7 0,4-8-5 15,0 0 1-15,0 6-2 0,0-6-14 16,0 0-10-16,0 0-5 0,0 0-4 16,0 0-7-16,22-23-5 0,-11 15-9 0,0-2 0 15,2 3-2-15,-3-1-9 0,-3 4 9 16,1-2 12-16,-8 6-6 0,14-4 12 0,-14 4 16 15,0 0 8-15,16 7 2 0,-16-7 1 16,6 9-2-16,-4-3-5 0,-2-6-5 16,6 13-7-16,-2-6 1 0,-2-2-7 0,-2-5-6 15,3 11-3-15,1-5-1 0,-4-6-2 16,5 8 1-16,-5-8-2 0,4 4-2 0,-4-4-25 16,10 4 0-16,-10-4 0 15,0 0 0-15,23-4 0 0,-23 4 0 0,17-6 0 0,-8 4 0 16,-9 2 0-16,14 0 0 15,-14 0 0-15,0 0 0 0,13-3 0 0,-13 3 0 16,0 0 0-16,12 5 0 0,-12-5 0 16,7 8 0-16,-7-8 0 0,2 7 0 0,-2-7 0 15,4 8 0-15,-4-8 0 0,4 8 0 16,-4-8-67-16,2 8-228 0,-2-8-88 16,1 5-100-16,-1-5-86 0,9 3-89 0,-9-3-132 15,0 0 40-15,0 0-677 0,27-7-878 16</inkml:trace>
  <inkml:trace contextRef="#ctx0" brushRef="#br0" timeOffset="7782.23">15714 2789 3872 0,'0'-7'15'0,"0"7"84"15,0-8 52-15,0 8 40 0,0 0 29 0,0 0 21 16,0 0-3-16,0 0 19 0,0 0 6 16,0 0 1-16,0 0-6 0,0 0-16 15,-17 21-10-15,9-13-21 0,6 1-17 0,-5-1-20 16,2-1-15-16,2 2-14 15,-3-3-14-15,2 3-13 0,3-4-14 0,1-5-6 0,-10 11-12 16,2-7-9-16,4 1-24 0,4-5-33 16,-14 8-26-16,3-7-26 0,11-1-17 15,-16 3-9-15,16-3-18 0,0 0-16 16,-22-10 12-16,21 5 3 0,-1-5 7 0,5-2 16 16,1-3 9-16,8-3 9 0,1 1 20 15,-2 2 15-15,3 3 29 0,-1 2 37 16,-1 3 17-16,-1 3 18 0,0 1 22 0,-11 3 21 15,21 2 11-15,-21-2-78 0,24 5-76 16,-13 0 0-16,2 2 0 0,0-2 0 0,1 2 0 16,1 0 0-16,1 1 0 0,-1-1 0 15,-2 0 0-15,2 0 0 0,3-2 0 0,-4 3 0 16,-1-6 0-16,-2 4 0 0,-4-2 0 16,0-2 0-16,4 3 0 0,-8-1 0 15,-3-4-532-15,6 6-178 0,-6-6-234 0,0 0 82 16,-18 8 90-16,7-6-715 0,-4 2-933 15</inkml:trace>
  <inkml:trace contextRef="#ctx0" brushRef="#br0" timeOffset="9716.87">16756 2771 4081 0,'-11'6'-8'16,"-3"1"36"-16,3 2 29 0,-1 1 36 16,1-1 34-16,2 1 23 0,-1 2 4 0,2-2-22 15,3 5-11-15,1-3-5 0,2-1-6 16,0 1-6-16,6-1-4 0,2-2 3 15,-1 0-5-15,5-2-1 0,1-2 7 0,0-3-1 16,3 0 15-16,3-2 8 0,1-4 31 0,-2 0 13 16,5-4 25-16,-1-2 20 0,-5-3 13 15,-2 1 6-15,0-5-4 0,-2 1-4 0,1-12-14 16,-2 1-15-16,-7 1-184 16,-3 4-13-16,0 5 0 0,0 0 0 0,-1 0 0 15,-1 3 0-15,-4 0 0 0,1 1 0 16,-3 4 0-16,-2 2 0 0,3 2 0 15,-3 0 0-15,-2 2 0 0,1 2 0 0,11 1-5 16,-25 4-322-16,14-1-62 0,1 2-65 16,1-1-70-16,2 4-106 0,-3-2-165 0,4-2 29 15,2 2 76-15,2-1-538 0,2-5-691 16</inkml:trace>
  <inkml:trace contextRef="#ctx0" brushRef="#br0" timeOffset="10200.12">17282 2871 3541 0,'0'0'111'0,"0"0"40"16,0 0 38-16,8 4 44 0,-8-4 15 16,0 0 28-16,0 0-18 0,0 0-11 0,0 0-24 15,0 0-27-15,0 0-16 0,9-13-24 16,-5 6-13-16,0-1-17 0,0 3-11 15,-3-5-11-15,6 0-15 0,-3 0-12 16,-3-4-8-16,1-2-3 0,-2 1-8 16,0-4-5-16,0-1-11 0,-2 1 3 0,2-1-4 15,-3 3 5-15,-2-1 11 0,1 3 2 16,1-1-6-16,-3 2-10 0,1 3-9 0,-1 1-7 16,0 2-1-16,-4 4 0 0,3 4-11 15,7 0-1-15,-16 0-9 0,16 0-6 0,-11 2-10 16,11-2-4-16,-5 4-7 0,5-4-6 15,0 0 4-15,0 0 7 0,0 0 6 0,36 6 6 16,-22-6-6-16,6-4 12 0,1-2-7 16,0 4 6-16,-2-3 13 0,-2 3 9 15,-4 0 1-15,3 0 4 0,-1 4 11 0,-3 0 3 16,3 2 5-16,-3 3 3 16,1 3 4-16,-1 5-1 0,-1 3 0 0,-2 1-5 15,-2 2 0-15,2-3-7 0,-2 5-6 16,-1-3-6-16,-3-1-15 0,-1-2-35 0,4 0-43 15,-3 1-44-15,1-5-55 0,2 3-60 16,-4-4-75-16,2-4-92 0,3 1-113 0,1-3-133 16,0-2-166-16,3-2 68 0,2-2-613 15,7-3-804-15</inkml:trace>
  <inkml:trace contextRef="#ctx0" brushRef="#br0" timeOffset="10764.47">18418 2782 4011 0,'-8'4'99'0,"2"-2"27"0,6-2 42 0,0 0 39 0,0 0 29 0,0 0 21 15,0 0-18-15,0 0-24 0,0 0-21 16,0 0-20-16,14-21-16 0,-1 7-11 15,8-6-25-15,1-3-13 0,2-2-23 16,2-12-27-16,7-2-12 0,-3-3-18 0,4-10-9 16,5-16-6-16,-3-4 0 0,-2-2-3 15,3 0-3-15,-13 11 3 0,1 5-9 0,-3 4 11 16,-4 7 25-16,-2 13 6 0,-7 4 16 16,-2 7 0-16,-1 6-9 0,1 4-14 0,-7 6 1 15,-2 3-12-15,2 4 5 0,0 0 1 16,-45 31-10-16,13 2-1 0,1 6 11 0,-3 4 4 15,6 7 9-15,-1 1-4 0,8 4-1 16,2-2-2-16,5 0-2 0,9-4 0 16,3-6-5-16,6-1 3 0,5-2-7 0,7-6 5 15,5 5-3-15,-1-12-3 16,5-1 0-16,0-6-6 0,0-2 5 0,0-2-3 16,-1-7 8-16,-5-3-4 0,1 0 11 15,-4-3 15-15,0-2 5 0,-3-1 21 0,3-1 4 16,-16 1-65-16,20-5-17 0,-10-1 0 15,-2 0 0-15,-5-3 0 0,1-1 0 0,0 0 0 16,-1 0 0-16,-3 3 0 0,0-3 0 16,0 2 0-16,0-1 0 0,0 9 0 0,-1-14 0 15,-5 4 0-15,2 2-88 0,1 1-166 16,-3 0-54-16,1 0-68 0,-2 0-81 16,2-1-99-16,1 1-121 0,-2 0-126 15,5 0 57-15,-1 0-589 0,2 7-792 16</inkml:trace>
  <inkml:trace contextRef="#ctx0" brushRef="#br0" timeOffset="11133.14">19383 2503 3464 0,'0'0'27'0,"0"0"76"0,0 0 52 0,0 0 54 15,0 0 45-15,0 0 35 0,0 0 11 0,0 0-18 16,0 0-13-16,0 0-14 0,0 0-23 15,0 0-22-15,0 0-23 0,0 0-23 0,0 0-11 16,13-17-17-16,-10 10-17 16,3 0-15-16,-1-3-8 0,0 1-10 0,-1-3-11 15,-1 2-12-15,-3 2-3 0,0 1-11 16,0 7-7-16,-3-14-7 0,-6 9-7 16,0 2-2-16,-4 1 3 0,13 2-11 0,-32 5 0 15,9 4-4-15,-8 3 3 0,5 3-4 16,1 4 2-16,1-1 1 0,12 0-4 15,-1-1 3-15,1 0-2 0,2 0-5 16,9 0 3-16,-1 0-5 0,2 0-15 0,3-2-34 0,7 3-53 16,4-2-53-16,0-3-62 15,11 1-67-15,-2-5-65 0,1-1-74 0,1-6-65 0,4 0-67 16,1-4-82-16,6-6-70 16,1-1 61-16,-1-3-424 0,-5-4-536 0</inkml:trace>
  <inkml:trace contextRef="#ctx0" brushRef="#br0" timeOffset="11464.1">19765 2401 2855 0,'16'-21'-11'0,"-7"1"60"0,0 6 55 0,-3 4 47 16,-1 1 42-16,-4 1 17 0,3 3 6 16,-4 5-4-16,6-9-11 0,-6 9 13 0,0 0 30 15,0 0 1-15,0 0 11 16,0 0-7-16,0 0-9 0,-10 31-26 0,9-21-20 0,-4 4-13 16,1-5-21-16,1 3-15 15,-1-1-14-15,0-1-4 0,0 2-20 0,1-3-13 16,1-1-6-16,0-1-11 0,-1 0 0 15,3-7-9-15,-2 10-3 0,2-10-2 16,0 9 10-16,0-9 13 0,0 0 0 0,0 0-2 16,0 0-9-16,0 0-5 0,24-14-7 15,-12 5-8-15,0-1-5 0,1 3-1 0,1-1-4 16,-1 2-9-16,-1 2-36 0,1 0 0 16,-1 3 0-16,-12 1 0 0,19 0 0 0,-7 3 0 15,-3 2 0-15,0 0 0 0,-2 4 0 16,4-2 0-16,-4 2 0 0,0 4 0 0,1-1 0 15,-2 1 0-15,0-2 0 0,-2 2 0 16,-1-4-155-16,3-1-172 0,-3 4-62 16,2-6-77-16,1 0-78 0,-3 3-107 15,3-4-167-15,-1 0 68 0,3-3-641 16,-8-2-845-16</inkml:trace>
  <inkml:trace contextRef="#ctx0" brushRef="#br0" timeOffset="12434.08">20488 2369 3602 0,'0'0'-20'16,"0"0"72"-16,0 0 69 0,0 0 70 0,0 0 56 16,0 0 31-16,0 0 6 0,0 0-9 15,0 0-10-15,-20 20-11 0,20-20-18 0,-2 8-12 16,2-8-22-16,0 9-16 16,0-9-20-16,0 0-8 0,0 10-20 0,0-10-14 15,4 7-8-15,-4-7-12 0,8 3-18 16,-8-3-19-16,0 0-16 0,19-2-3 15,-19 2-6-15,10-6-6 0,-3 0-8 0,-3 0 4 16,0-1-5-16,-4 7 5 0,4-16-4 0,-6 9-5 16,2 7-7-16,-8-8 1 0,1 4-10 15,7 4 2-15,-23 2 1 0,5 1-5 16,-2 4-3-16,1 4 0 0,-8 6-2 0,4 0 2 16,4-3-4-16,0 8 8 15,4-5-8-15,5-3 5 0,2-1-9 0,5-2 11 0,1-1-13 16,2 0-9-16,2-1-11 15,1 1-8-15,5-2-4 0,2-4-12 0,3 2-11 16,0-4-12-16,3-2-5 0,1 0 7 16,7-2 8-16,-1-2 8 0,2-2 9 0,9-7-9 15,-3-3 16-15,-3-2-5 0,1-5 6 16,3-11 1-16,4-5 2 0,0-6-6 16,1-5 1-16,7-12-15 0,-12 8-2 0,1 4 16 15,-7-1-14-15,-3 3 7 0,-2 9 3 16,-7 10 11-16,-7 5 3 0,0 6 6 0,-5 4 7 15,3 4-2-15,-10 1 2 0,3 4 8 16,2 5 11-16,0 0 17 0,0 0 17 16,-50 27 31-16,28-3 9 0,-3 14 26 15,0 7 18-15,3 7 12 0,3 4-6 0,-2 9 39 16,6 4 44-16,1 3 19 0,7 0-17 16,-3 1-15-16,5-9-19 0,-4-2-111 0,0-4-63 15,-2-3 0-15,-1-7 0 0,-3-4 0 16,2-9 0-16,-4-4 0 0,-3-4 0 15,2 0 0-15,-1-4 0 0,-4-4 0 16,1-6 0-16,8-4 0 0,-8-1 0 0,7-4 0 16,-2-1 0-16,2-3 0 0,-1 0 0 0,2-1 0 15,0-3 0-15,3 1 0 16,0-1 0-16,0-3 0 0,2 2 0 0,4-1 0 16,1-3 0-16,4 0 0 0,4-2 0 15,5-9 0-15,10-3 0 0,14-8-115 0,3-2-96 16,5-8-10-16,22-7-12 0,5-2 14 15,5-3 14-15,-1-3 11 0,1 4 14 0,-2-3 12 16,-7 5 18-16,-16 14 17 0,-8 7 12 16,-9 7 26-16,-6 3 39 0,-4-1 30 0,-6 9 19 15,-6 2 10-15,1 4 3 0,-4 1 14 16,-6 4 21-16,0 0 25 0,0 0 25 0,0 0 25 16,-8 26 20-16,3-15 3 15,-6 3 8-15,2 1 7 0,2-1-6 0,-2 3-7 16,0 0-14-16,4-1-9 0,-3-3-11 15,5 1-12-15,-4-2-10 0,3 0-8 0,3-2-4 16,1-1-13-16,-2-1-9 0,4-1-21 16,-2 3-32-16,1-6-28 0,-1-4-33 15,11 5-32-15,-11-5-35 0,11 2-36 0,-11-2-41 16,16-5-54-16,-4-1-15 0,-1-4-15 16,3-4-11-16,-1 3-11 0,1-3-10 0,-1-1 12 15,-6 1 22-15,4-3 19 0,-6 5 13 16,2-1-2-16,1 2-10 0,-4 1-16 0,-1 1-19 15,0 0-30-15,1 2-52 0,-2-1-88 16,-1 0-203-16,-1 2-173 0</inkml:trace>
  <inkml:trace contextRef="#ctx0" brushRef="#br0" timeOffset="12680.89">21873 1666 2031 0,'-8'-7'160'0,"3"3"48"0,-3 0 48 16,8 4 30-16,0 0 27 0,-27 12 15 16,14 1 9-16,-4 6 3 0,-3 7-8 15,-2 4-22-15,5 0-31 0,-6 12-25 0,2 4-25 16,6-2-20-16,0 2-33 16,3 2-18-16,3-9-25 0,-1 4-62 0,2-6-56 15,3 1-61-15,-3-4-60 0,3 0-63 16,-4-7-62-16,2 2-57 0,-1-4-60 0,-1-7-76 15,3 2-108-15,-3-3-133 0,-1-4 47 16,5-5-402-16,-4 0-494 0</inkml:trace>
  <inkml:trace contextRef="#ctx0" brushRef="#br0" timeOffset="12866.02">21492 2354 2798 0,'-6'-8'93'0,"6"0"92"16,-1 1 60-16,1 7 45 0,-4-6 31 15,4 6 24-15,0 0-3 0,-7-8-9 16,7 8-5-16,0 0-15 0,0 0-25 15,0 0-27-15,-2-8-27 0,2 8-23 0,0 0-17 16,0 0-22-16,0 0-46 0,0 0-74 16,33 2-107-16,-19-2-109 0,0 0-94 15,10 0-89-15,-1 0-120 0,2-2-148 0,1-2-165 16,0 4 73-16,8 0-564 0,11-3-732 16</inkml:trace>
  <inkml:trace contextRef="#ctx0" brushRef="#br0" timeOffset="13430.72">22481 2273 3587 0,'0'0'61'0,"-25"11"51"15,13-7 47-15,1 2 46 16,-2 2 37-16,-1 1 14 0,2 1-3 0,-4 3-20 16,1-1-13-16,-1 2-26 0,5-5-19 15,-1 2-13-15,3-2-17 0,0 3-14 0,1-4-4 16,-2-1-22-16,5 0-12 15,-3 0-3-15,3-2-12 0,-4-2-8 0,9-3-25 0,-14 3-23 16,14-3-26-16,0 0-16 0,-22-6-17 16,19 1-1-16,-1-2-4 0,0-4 2 15,2 0 4-15,4-3 4 0,0-2 0 0,0 5 7 16,2-3 2-16,-1-1 4 16,1 5 0-16,0 2-2 0,2 0 3 0,2 3 4 15,-3 1 6-15,-5 4 5 0,18-4 3 16,-18 4 4-16,22 4 0 0,-5 0-4 0,3 1 0 15,2-3 0-15,5 4 4 0,0-2-1 16,9 0-8-16,-4-2-15 0,-5-2-18 0,1 0-13 16,-1-6-2-16,-2 2-8 0,9-4-1 15,-3-5 0-15,-3-3-5 0,3-4 2 16,-4-4-7-16,3-9 5 0,1-4-9 0,-3-4-4 16,-1-3-14-16,-5-4 6 15,3-5 5-15,-5 1 3 0,-4-2 12 0,0 5 12 0,-9 13 20 16,-1 3 15-16,-6 9 8 15,-4 7 9-15,1 5 20 0,-7 5 20 0,0 3 20 16,-3 6 19-16,0 5 15 0,-2 5 26 16,-9 7 26-16,4 7 22 0,1 1 20 0,-1 4-9 15,7 2-5-15,1 3-13 0,-1 1-9 16,10 4-21-16,-5-1-5 0,7 3-15 0,-1-2-8 16,4 0-19-16,-1-3-41 0,-1-1-47 15,4-1-57-15,0-8-53 0,-2-3-76 16,-1-4-63-16,3-1-76 0,0-5-82 15,1 1-99-15,0-3-137 0,-1-3-65 16,-1-1 67-16,-1-2-443 0,0-2-562 0</inkml:trace>
  <inkml:trace contextRef="#ctx0" brushRef="#br0" timeOffset="13631.41">22719 2179 3016 0,'-15'-20'210'0,"4"4"80"0,3 3 46 15,-2 2 47-15,5 1 33 0,-3 3 17 0,4 0 3 16,-2 1-24-16,6 6-20 15,-5-8-36-15,5 8-33 0,0 0-32 0,0 0-28 0,0 0-29 16,25-4-25-16,-25 4-42 0,30 6-143 16,-9 0-24-16,15 2 0 0,-9-1-130 0,13 1-121 15,-13-1-84-15,-2 0-74 16,-3-3-77-16,-5-1-80 0,3-1-163 0,-4 4-57 16,-2-2 75-16,-1 1-577 0,0 0-748 15</inkml:trace>
  <inkml:trace contextRef="#ctx0" brushRef="#br0" timeOffset="15346.9">23584 2199 3515 0,'6'-13'0'0,"-1"4"44"0,1 1 33 16,-1 1 51-16,-2 2 45 0,1 0 36 15,-4 5 22-15,6-7 12 0,-6 7-16 0,0 0 18 16,0 0 17-16,0 0 17 16,7 24-5-16,-7-5-18 0,-6 3-22 0,5 2-22 15,-3 1-20-15,0 0-18 0,1 8-16 16,-1-8-17-16,-1-4-9 0,1-4-14 0,3-2-10 15,-3-4-6-15,2 1 2 0,0-4 9 16,0 1 7-16,-1-3-8 0,3-6-104 0,-8 6-8 16,8-6 0-16,0 0 0 0,0 0 0 15,-12-17 0-15,12 3 0 0,0 0 0 16,6-12 0-16,2-12 0 0,9-10 0 16,0-3 0-16,8-4 0 0,4-1 0 0,0-1 0 15,12-9 0-15,-10 17 0 0,1 5-18 0,-3 2-46 16,-6 15-3-16,-3 2 1 15,-1 3-17-15,-2 6-8 0,-5 3-24 0,-1 6-35 16,-1 3-28-16,1 0-40 0,2 3-37 16,1 2-47-16,3 3-57 0,2 3-55 0,2 1-79 15,-6 2-124-15,3 1-119 0,-3 3 52 16,-7 1-432-16,-4-1-585 0</inkml:trace>
  <inkml:trace contextRef="#ctx0" brushRef="#br0" timeOffset="15647.66">23687 2135 3107 0,'-24'10'39'0,"1"-5"33"0,5 0 45 0,5-1 50 16,1-1 59-16,3-1 37 0,2 3 21 16,7-5-1-16,-14 5-21 0,14-5-2 15,-9 2-1-15,9-2-4 0,0 0-30 0,0 0-25 16,0 0-24-16,0 0-19 0,28-16-12 16,-10 9-19-16,4 1-16 0,10-6-30 0,1 5-25 15,2-3-29-15,-5 1-21 0,-1 2-4 16,-9 2-14-16,0 2-3 0,-7 1-3 15,0-1-7-15,0 6 2 0,-1-1 0 16,-1 2-4-16,-3 4 4 0,-3 2 6 0,2 0-4 16,-2 3 4-16,-5 1-1 0,2 2-13 0,0-1-18 15,0 0-25-15,-6-1-34 0,4 0-43 16,-2 0-45-16,2 0-56 0,-3-2-68 16,1-1-73-16,-1-1-108 0,-1 2-139 15,2-7-4-15,1 1 47 0,1-6-314 0,-2 6-392 16</inkml:trace>
  <inkml:trace contextRef="#ctx0" brushRef="#br0" timeOffset="15817.71">24117 1992 2641 0,'3'-10'139'16,"-6"4"56"-16,3 6 29 0,0-10 27 16,0 10 8-16,0 0-14 0,-1-7-27 15,1 7-28-15,0 0-21 0,0 0-17 0,0 0-35 16,0 0-54-16,0 0-89 15,0 0-89-15,0 0-122 0,13 17-124 0,-7-11-168 16,0 4-93-16,-1 3 40 0,2-1-231 16,2 7-301-16</inkml:trace>
  <inkml:trace contextRef="#ctx0" brushRef="#br0" timeOffset="16264.74">24142 2426 2308 0,'-5'2'197'0,"5"-2"42"0,0 0 29 15,-13 0 17-15,13 0 37 0,0 0 13 16,0 0-13-16,0 0-30 0,-8-10-35 16,8 10-16-16,1-12-42 0,-1 12-15 15,11-12-18-15,-10 5-25 0,7 0-35 0,-3-2-19 16,4-2-17-16,-2-1-12 0,-1-2-8 16,-1-1-15-16,1 1-7 0,-2-3-7 0,-2-3-10 15,2-1-6-15,0 4-11 0,-4 2-7 16,0 1-11-16,0 4-12 0,0-2-7 15,-6 3-11-15,0 3-4 0,0 1-2 0,-1 3 1 16,7 2-6-16,-20 0-7 0,7 7-1 16,-1-2-12-16,5 2 7 0,0-1 10 15,3 0 7-15,3-1 3 0,-2 1 9 16,5-6 9-16,0 0 17 0,10 11 5 0,0-9 12 16,1-2 6-16,2-2 6 0,9-2 4 15,-4 1 5-15,3-2 5 0,3 0 10 0,-4 0 10 16,-3 3 15-16,-4 0 14 0,-1 0 11 15,-1 1 1-15,-1-1-5 0,-10 2-2 0,14 0 2 16,-14 0 3-16,11 7 2 0,-10-2-13 16,3 2-6-16,-2 0-4 0,1 3-7 15,-3 1-7-15,0-2-17 0,-3 3-33 16,3 0-35-16,0-1-44 0,0 1-61 0,0-2-68 16,-2 3-69-16,4-1-57 0,3-4-63 15,-2-2-80-15,3 1-99 0,-1-3-46 0,6-2-416 16,3 0-517-16</inkml:trace>
  <inkml:trace contextRef="#ctx0" brushRef="#br0" timeOffset="16597.88">24796 2083 2766 0,'15'-16'-16'0,"-5"3"52"0,-2 3 29 0,-3 0 33 16,-1 5 3-16,-2-1 4 0,-2 6-15 0,0 0-1 16,-4-12-10-16,4 12-8 0,-13-4-7 15,13 4-5-15,-17 0-4 0,17 0-9 0,-27 7-8 16,14-2-4-16,-3 3-5 15,3-1-3-15,-1 3 3 0,3 0-3 0,4-1-4 16,2 3-5-16,3-2 0 0,2 2 1 16,0 1 17-16,2 3 14 0,-1-3 24 15,5 3 31-15,-2 1 28 0,1-1 24 0,-1 1 24 16,2 2 24-16,0-4 23 0,-2 1 9 16,-1-1 0-16,1-3-5 0,-4 0 8 0,2-1-4 15,-2 1-8-15,-2-2-11 0,0-1-11 16,-2 1-13-16,3-2-20 0,-7-2-15 0,2 0-17 15,-4-1-35-15,3-1-44 0,7-4-50 16,-19 1-79-16,19-1-95 0,-24-5-83 16,15-3-85-16,0-3-89 0,4-1-77 15,-2-7-88-15,7-1-118 0,5-16-33 0,11-16 61 16,13 1-469-16,17-19-611 0</inkml:trace>
  <inkml:trace contextRef="#ctx0" brushRef="#br0" timeOffset="16813.9">25331 1430 3013 0,'0'-11'-25'0,"3"5"57"0,-1 0 46 16,-2 6 57-16,0 0 38 0,2-6 24 0,-2 6 31 16,0 0 26-16,0 0 37 0,-2 33 4 15,-6-2 12-15,-3 8-21 0,-7 12-19 0,-2 4-3 16,-3 1-14-16,-4 1-24 16,-2 1-18-16,-1 0-16 0,-8 16-26 0,0-3-32 0,6-17-63 15,-4 0-85-15,6-3-98 16,1-3-100-16,0-2-94 0,0-3-86 0,2-9-85 15,8-6-89-15,0-7-87 0,4-7-31 16,4-4-549-16,2-5-696 0</inkml:trace>
  <inkml:trace contextRef="#ctx0" brushRef="#br0" timeOffset="16963.93">24800 2241 3220 0,'4'-7'-81'16,"0"0"52"-16,-4 7 51 0,10-5 45 15,-10 5 35-15,11-2 25 0,-11 2 7 16,0 0-13-16,23 0-7 0,-23 0-11 0,18 4-17 15,-6-2-30-15,-12-2-45 0,21-2-32 16,-6 2-45-16,2-2-70 0,4-3-80 16,1-2-95-16,1 2-129 0,-7-4-118 15,6 1 52-15,-1-1-106 0,-6 0-111 0</inkml:trace>
  <inkml:trace contextRef="#ctx0" brushRef="#br0" timeOffset="71585.96">1800 7139 2913 0,'-2'-7'196'0,"0"1"-29"0,2 6-7 16,-7-11-12-16,5 8-5 0,2 3 9 0,0 0-5 16,-5-4-22-16,5 4 5 0,0 0-4 15,-11 16-8-15,8-6-9 0,-1 1-3 16,2 3-5-16,2-2-5 0,2 1-1 0,5 1-5 15,2-2 1-15,4 2 0 0,8-6-2 16,9 0-10-16,3-4-3 0,8-2-5 16,7-6-3-16,8-6-10 0,3-3-4 15,-3-8-6-15,-2-2 1 0,-2 1-7 0,-7-2-3 16,-4 1-4-16,-11 3-6 0,-3 4 0 16,-3-2 9-16,-7 6 2 0,-2 3-6 0,-3-1-1 15,-3 5-4-15,-1-2-7 0,-2 4-2 16,0-1-13-16,-6 4-10 0,7-8-56 15,-7 8-61-15,6-7-75 0,-6 7-75 0,3-2-82 16,-3 2-99-16,0 0-168 0,0 0-58 16,0 0 61-16,-28 23-381 0,9-3-473 0</inkml:trace>
  <inkml:trace contextRef="#ctx0" brushRef="#br0" timeOffset="71852.67">2002 7465 3087 0,'-15'6'197'16,"-2"-2"31"-16,6-1 24 0,1 1 47 0,2 0 46 15,8-4 21-15,0 0 12 0,-9 4-12 16,9-4-10-16,0 0-23 0,0 0-33 0,0 0-28 16,0 0-26-16,31-21-23 15,-4 7-23-15,5-1-20 0,9-5-18 0,3 0-18 16,0-2-11-16,1 0-17 0,2 1-108 15,-6 0-8-15,-7 4 0 0,-1 2 0 0,-7 1-122 16,-2 4-88-16,-5 1-52 0,-6 4-55 16,-4 0-61-16,1 2-65 0,0 1-50 15,-5 0-78-15,-5 2-123 0,14-1-25 0,-14 1 49 16,0 0-457-16,7 7-594 0</inkml:trace>
  <inkml:trace contextRef="#ctx0" brushRef="#br0" timeOffset="80053.22">3722 7784 1636 0,'0'0'567'16,"-20"0"-169"-16,20 0-98 0,-13-2-46 15,13 2-11-15,0 0-5 0,-19 0 2 16,19 0-8-16,0 0 3 0,0 0-9 0,-18 0-7 16,18 0-15-16,0 0-2 0,0 0-16 15,0 0-15-15,-11 2-4 0,11-2-8 0,0 0-7 16,0 0 2-16,0 0-5 15,0 0-5-15,0 0-9 0,27 11-11 0,-16-8-2 16,5 1-3-16,0-3-7 0,9 3-10 16,0-3-13-16,15 3 11 0,1-1 2 0,4-1-3 15,3 0-25-15,3-2-6 0,15 1-7 16,0 0-4-16,-1-1-7 0,-1 3 1 16,-1-6-7-16,0 6-3 0,-11-3-6 0,-1 1-2 15,-2-1-3-15,1 0-3 0,-4 0 1 16,-2 2-16-16,-3-2-12 0,-3 2 0 0,-5 0 0 15,-8-2 0-15,-4 1 0 0,-4-1 0 16,-4 1 0-16,2-1 0 0,-1 3 0 0,-3-3 0 16,-11 0 0-16,20 3 0 15,-20-3 0-15,14 2 0 0,-14-2 0 0,16 2 0 0,-16-2 0 16,18 1 0-16,-9-1 0 0,-9 0 0 16,28 4 0-16,-9-2 0 0,10-2 0 15,8 3 0-15,8-3 0 0,5 1 0 16,13 1 0-16,1 0 0 0,-1 1 0 15,3-1 0-15,1 0 0 0,-2 1 0 0,-1-1 0 16,2 0 0-16,-1 1 0 0,-6 1 0 16,-10 0 0-16,-3 0 0 0,-3-2 0 0,-2-1 0 15,-11 3 0-15,-6-4 0 0,-6 2 0 16,1-1 0-16,-6 4 0 0,-2-4 0 0,-11-1 0 16,22 0 0-16,-15 1 0 15,-7-1 0-15,16 0 0 0,-16 0 0 0,15 2 0 16,-15-2 0-16,10 2 0 0,-10-2 0 15,11 2 0-15,-11-2 0 0,0 0 0 0,19 1 0 16,-19-1 0-16,0 0 0 0,17 0 0 16,-17 0 0-16,10 3 0 0,-10-3 0 0,0 0 0 15,18 0 0-15,-18 0 0 0,14 1 0 16,-14-1 0-16,22 1 0 0,-8 1 0 0,-1-4 0 16,7 4 0-16,7-1 0 0,1 1 0 15,1 0 0-15,11 0 0 0,-8-2 0 0,-4 2 0 16,1-1 0-16,0-1 0 0,-1 3 0 15,-6-2 0-15,-2-1 0 0,1 1 0 16,-1-1 0-16,-4 0 0 0,0 0 0 16,1 0 0-16,-4-1 0 0,-13 1 0 15,24-1 0-15,-15 1 0 0,-9 0 0 0,16-3 0 16,-16 3 0-16,14-1 0 0,-14 1 0 16,0 0 0-16,17-2 0 0,-17 2 0 0,0 0 0 15,0 0 0-15,17 0 0 0,-17 0 0 16,0 0 0-16,0 0 0 0,12-2 0 0,-12 2 0 15,0 0 0-15,0 0 0 0,0 0 0 16,0 0 0-16,0 0 0 0,17 0 0 0,-17 0 0 16,0 0 0-16,0 0 0 15,0 0 0-15,0 0 0 0,0 0 0 0,0 0 0 0,0 0 0 16,0 0 0-16,0 0 0 0,0 0 0 16,0 0 0-16,0 0 0 0,-34-9 0 15,20 6 0-15,14 3 0 0,-30 3 0 16,11-3 0-16,0 0 0 0,-4 0 0 0,-6 0 0 15,0 0 0-15,2 1 0 0,-3-1 0 16,1 1 0-16,-1 1 0 0,1-2 0 0,2 1 0 16,-4 1 0-16,2-2 0 0,1 0 0 15,-1 0 0-15,1 2 0 0,-5-2 0 16,-6 2 0-16,1 1 0 0,-1 0 0 16,-1-1 0-16,-1 2 0 0,4-1 0 15,-3 2 0-15,1-1 0 0,3 1 0 0,-2 1 0 0,2-2 0 16,0 4 0-16,1-2 0 15,7-2 0-15,3 0 0 0,-2 1 0 0,4-1 0 16,-2 0 0-16,5-3 0 0,-1 2 0 16,1 0 0-16,-5 0 0 0,2 1 0 0,-15-2 0 15,-1 3 0-15,1-1 0 0,-5 4 0 16,0-5 0-16,-7 2 0 0,-6 2 0 0,-3-1 0 16,-5 2 0-16,-1-2 0 0,1 1 0 15,-1 0 0-15,2 0 0 0,13-5 0 0,3 3 0 16,5 2 0-16,4-5 0 15,9 2 0-15,6-4 0 0,4 2 0 0,4 0 0 0,2-2 0 16,-1 2 0-16,14-2 0 16,-18 1 0-16,18-1 0 0,-18 2 0 0,18-2 0 15,-15 0 0-15,15 0 0 0,-14 2 0 16,14-2 0-16,-11 2 0 0,11-2 0 0,0 0 0 16,0 0 0-16,-17 0 0 0,17 0 0 15,0 0 0-15,0 0 0 0,-11-2 0 0,11 2 0 16,0 0-90-16,-6-5-506 0,6 5-96 15,-2-11-169-15,2 4 31 0,0 7 82 16,0-11-740-16,0 1-934 0</inkml:trace>
  <inkml:trace contextRef="#ctx0" brushRef="#br0" timeOffset="92898.63">12956 9399 2413 0,'-23'-8'140'0,"4"2"-70"0,0 2 22 0,4 0 11 0,0-1 24 16,-1 1 38-16,3 1 13 0,1 0-15 16,3 1-28-16,2 0-9 0,7 2-12 0,-16-2-8 15,16 2-7-15,-11-3-6 16,11 3-4-16,-6-2-2 0,6 2 3 0,0 0-3 0,0 0-2 16,0 0-6-16,0 0-6 15,0 0-5-15,38 13-3 0,-13-9-8 0,19 1-6 16,15 1-6-16,8 0-2 0,11-4-1 15,8-2-5-15,30 6-5 0,8-5-2 0,7-1-2 16,5 0-6-16,1-3-3 0,2 1 1 16,0 0-2-16,-3 0 0 0,-3 2-2 15,-10 0-1-15,-6 0-3 0,-29 0-1 0,-10 0-2 16,-8 2-3-16,-3 0 4 0,-21 0-2 16,-3-2-1-16,-14 2-2 0,-2-1-1 0,-7-1 3 15,0 0-3-15,-3 0 18 16,0 0 16-16,-2 0 13 0,-2 0 14 0,-13 0 12 15,23 0 3-15,-10-1-1 0,-13 1 0 16,20-2-1-16,-20 2 1 0,16 0-7 0,-16 0-6 16,0 0-2-16,14-2-11 0,-14 2-3 15,0 0-5-15,0 0-4 0,16 0-11 0,-16 0 0 16,0 0-8-16,7-2-53 0,-7 2-69 16,0 0-94-16,0 0-131 0,10-2-157 0,-10 2-199 15,1-8-36-15,-1 8 74 0,2-7-504 16,-2 7-613-16</inkml:trace>
  <inkml:trace contextRef="#ctx0" brushRef="#br0" timeOffset="96198.43">17511 9336 2874 0,'-14'-3'-153'0,"5"1"24"0,0 0 25 0,9 2-3 0,-12-2 10 0,12 2 11 15,-10-3 20-15,10 3 18 16,0 0 6-16,-9-2 10 0,9 2 4 0,0 0 5 16,0 0 7-16,0 0 6 0,0 0-2 15,0 0 3-15,0 0 2 0,25 9-1 0,-6-7 7 16,0 0-2-16,8-1 3 0,3-1-1 16,14 0 1-16,0 0 1 0,3 0-1 0,7-1 2 15,9-1-4-15,1-2 4 0,5 1 2 16,2-1-6-16,1 1 2 0,-4-1 1 15,1 3 4-15,-4-3-1 0,2 2 1 0,-5 1-3 16,-12-1 2-16,1 2 1 0,-1 0-4 16,-2-1 4-16,-1 1 1 0,1 0-2 15,1-2-3-15,-1 4 4 0,2-4-3 16,3 2 1-16,-1-2-3 0,9-1-1 0,-12 3 3 16,4 0 0-16,-5 1-1 0,4-1 0 15,-5 0 1-15,-3 0 0 0,0 2-4 0,-12-2 3 16,-5 2-1-16,-4-2 1 15,0 2-1-15,-3-2 0 0,3 0 4 0,4 0-4 0,4-2 1 16,8 0 3-16,6 0-7 0,-4 1 5 16,6-1-1-16,-4 0-1 0,2 1 3 0,3-1 1 15,2 2-4-15,1-2 1 0,1 0-1 16,1 2-1-16,1-1 2 0,-1 1 2 0,-4 0-3 16,1 0 1-16,-4-2-1 15,-2 2 1-15,-4-2-3 0,-8 2 14 0,-5-2-10 16,0 1-4-16,-1-1 2 0,0-1 4 15,6 1-8-15,6-1 3 0,-6 1 0 0,-7 0-1 16,-5 1 2-16,0 1 2 0,-6-2-2 16,2 0 2-16,-1 2 10 0,1 0 4 15,-4-2-1-15,2 1 1 0,-1 1 5 0,1 0-10 16,-1-2 1-16,3 2-4 0,-3 0 2 16,2-2-1-16,-2 0-1 0,7 1-1 15,-2-1 6-15,11-1-7 0,10-1 0 16,2 1 0-16,3 1 0 0,0 2-1 0,-1 0 1 15,4 0-1-15,-6 0-1 0,4 3 0 16,-6-1 0-16,5 0-2 0,-6 0 5 0,2 1-7 16,-9-1 0-16,-5-1 3 0,-2-1-2 15,-6 2 0-15,1-2 2 0,2 0-1 0,-6 0 0 16,5-2 3-16,-4 1-3 0,6-1 1 16,3-1-1-16,-1 3-2 0,2-4 2 0,5 4-3 15,-2-2 2-15,-3 2 0 0,1-1 0 16,-4 1-2-16,0 1 0 0,0-2 2 15,0 1-3-15,0 1 3 0,4-1-2 0,1 2 2 16,1 0-1-16,-3-2 3 0,-3 2-3 16,-4-2 1-16,2 0 2 0,-2 0-3 15,0 0 1-15,0 0-1 0,4 0 0 0,4 0 0 16,-1 0-1-16,-2 0-1 0,-4 0 5 16,-1-2-2-16,-1 2 2 0,-2 0 1 0,6-2-4 15,-8 2-1-15,4 0-2 0,-1 0 4 16,4-2-2-16,-2 2 1 0,10 0-1 15,0 0 2-15,-1 0-1 0,5 0-3 0,-5 0 6 16,-4 0-4-16,1-1 1 0,-4 1-3 16,6 0 4-16,4-2 2 0,-3 2-4 0,14 0 0 15,-2 0 3-15,-3 0-2 16,-9 0 0-16,5 2 0 0,-5-2 0 0,1 1 0 16,-9-1-2-16,3 0 3 0,2 2 1 15,4-2-2-15,0 0-1 0,-1 2 1 0,1-4 0 16,-7 2 0-16,-3 2 0 15,3-2-1-15,-8 0 1 0,4 0-1 0,-3 0 3 0,-1 0-1 16,-1 0-1-16,-2 0 2 0,1 0-1 16,-12 0-4-16,21 0 2 0,-14 0 0 0,-7 0 1 15,19 0 0-15,-11-2 1 16,-8 2 1-16,13 0 0 0,-13 0 6 0,16 0-9 0,-16 0-1 16,13 0 2-16,-13 0 0 15,15 0 6-15,-15 0-8 0,19-2-1 0,-7 2 1 16,3 0 2-16,0 0-3 0,0 0 2 15,1 2-1-15,-3 0 0 0,-2-2 2 0,-1 0-1 16,-10 0 2-16,18 2-1 0,-6-2 4 16,-12 0-1-16,19 0-5 0,-11 0 2 15,-8 0 1-15,17 0-1 0,-17 0 1 0,16-2-3 16,-16 2 4-16,16 0-3 0,-4-2 0 16,1 2 1-16,3 0-1 0,0 0 0 0,4-2 2 15,-3 2-5-15,-4 2 1 0,2 0 1 16,-1-2 1-16,-3 2 2 0,2-2-4 0,1 0 0 15,-1 3 3-15,3-1-13 0,-5-1-7 16,1 1-1-16,-3-2 3 0,0 2 2 16,-9-2 4-16,21 2-3 0,-10-2 4 15,3 1 3-15,1-1 1 0,-1 2-1 0,-3-2 2 16,-11 0 1-16,19 0-2 0,-7-2 4 16,-12 2-2-16,17 0 2 0,-10-1 1 0,-7 1-1 15,15-2-1-15,-5 2 4 0,-10 0-1 16,13 0-3-16,-13 0-2 0,14-4 7 0,-5 4-5 15,3-1 2-15,1-1 0 0,4 2 0 16,2 0 3-16,1 0-6 0,-4-3-6 16,-2 3-5-16,1 0 4 0,1 0 0 0,-1 0 1 15,4-2 0-15,-1 0-1 0,4 2-1 16,-1-2 1-16,-1 2 0 0,0-1 5 16,-6 1 0-16,4 0 9 0,-2-2-8 15,-2 2 0-15,8 0 1 0,1 0-2 0,3-2 4 16,0 2 1-16,-2 0-4 0,-3 0 2 15,-3 0 3-15,4 0-4 0,-5 0 2 0,2-1 2 16,0 1 1-16,2 0 1 0,1 0 0 16,2-2 2-16,-1 4-3 0,-3-4-1 0,-1 2 1 15,1 0 2-15,-6 0-2 0,8 0-1 16,-1-2-3-16,6 1-1 0,-1 2 5 0,0-2-4 16,3 2 5-16,0-2-5 15,-6 1 4-15,-2 1 1 0,1-2 3 0,5 1-4 16,2 1 3-16,-1 1-3 0,1-2 0 15,-2 2 0-15,-4-2 1 0,-3 1 0 0,1-1-1 16,-1-1 0-16,-2 1-2 0,4 0 2 16,-1-2-4-16,1 2 3 0,1 0 4 0,-4 0-3 15,3 0-2-15,-8 0 0 0,4 0 0 16,-3 0 2-16,2 0 2 0,0 0-1 0,2 0-2 16,5 0 1-16,0 2-3 0,0-2 1 15,1 1 5-15,0 3-3 0,-2-4 0 16,-4 3-3-16,2-1 0 0,6 0 2 15,0-2-1-15,-2 5 4 0,1-4-1 16,-1 1 1-16,-4 0-2 0,-2 0 2 0,1-2-3 16,2 0 3-16,3 1-5 0,3 1 0 15,14 0 4-15,-8-2-2 0,-5 2-2 0,-2-1 6 16,-8 1-2-16,1 0-2 0,1-2 2 16,1 1-2-16,0-1 1 0,3 2 2 0,-6 0-3 15,3-1 1-15,-10 1 0 0,4-2 1 16,-1 0 0-16,-4 2 1 0,1-2 0 0,-12 0 3 15,18 0-2-15,-7 1 1 0,-11-1 2 16,14 0-3-16,-14 0 5 0,14-1 1 0,-14 1 2 16,13 0 0-16,-13 0-1 0,11 0-1 15,-11 0 0-15,12 1 0 0,-12-1 0 16,0 0-2-16,17 0 4 0,-17 0-2 16,0 0 4-16,16-1-4 0,-16 1 3 0,9 0-3 15,-9 0-2-15,12 0 2 0,-12 0 0 16,13-2 1-16,-13 2-3 0,17-3 6 15,-6 1-10-15,2 0 1 0,1 1-4 0,3-1 8 16,0 0-5-16,7 2-1 0,-4-1-1 16,7-1-3-16,-1 2 2 0,-1-2 1 0,0-1 2 15,6 1-3-15,9-2 4 16,-1 3-5-16,2-4-2 0,-9 5 4 0,-5 0-1 16,-7-2-1-16,2 0 2 0,1 2-2 15,-2-2 0-15,-1 1-2 0,2-1 1 0,1 0 3 16,-5 1-1-16,111-16-1285 15,-115 15 1269-15,2-2-4 16,-5 1 6-16,0 0 66 0,-1 3-59 16,-2-2-8-16,-8 2-12 0,16-3 59 15,-7-1-46-15,-9 4 8 0,14-2 18 0,-3 0-32 16,-11 2 56-16,13-4-43 0,-6 4-48 16,-7 0 75-16,12-2-8 0,-12 2 0 0,7-2 7 15,-7 2-75-15,8-2 63 0,-8 2 36 16,0 0-89-16,9-4 42 0,-9 4 33 15,0 0-49-15,0 0 40 0,0 0-39 0,0 0-14 16,0 0 86-16,0 0-75 0,0 0 53 16,0 0-41-16,0 0 53 0,0 0-40 15,0 0 11-15,0 0-85 0,0 0 108 16,0 0-55-16,0 0 57 0,-24-4-96 16,24 4 93-16,0 0-48 0,-18 2 39 0,18-2-52 15,-14 0 31-15,14 0-11 0,-18 0 61 16,9 0-81-16,9 0 73 0,-18 2-59 15,11-2 7-15,7 0 66 0,-18 2-68 0,13 0 76 16,5-2-45-16,-13 0-14 0,13 0-18 16,0 0 24-16,-18 0-25 0,18 0 26 0,0 0-21 15,-13 0 35-15,13 0-77 0,-10 2 96 16,10-2-77-16,-13 0 24 0,13 0 84 16,-14 2 19-16,14-2-54 0,-12 0-51 15,12 0 41-15,-12 0-48 0,12 0 23 16,-12 2-1-16,12-2-55 0,0 0 153 0,-14 0-144 15,14 0 9-15,0 0 28 0,-12 0-39 16,12 0 36-16,0 0-22 0,0 0-207 16,-10 0-196-16</inkml:trace>
  <inkml:trace contextRef="#ctx0" brushRef="#br0" timeOffset="99030.74">8601 10594 47 0,'-11'-6'301'0,"6"3"-107"0,5 3-67 15,-10-5-37-15,4 1-18 0,6 4 24 16,-5-8-6-16,5 8 17 0,-6-4 7 0,6 4-4 16,0 0-6-16,-2-8-13 0,2 8-5 15,0 0-10-15,13-5-9 0,-1 5-8 0,5 0-4 16,4 0-5-16,9 0-3 0,14 2-2 16,4-2-9-16,18 2-1 0,5 1-3 0,7-1-6 15,8 0-1-15,4 0-2 0,1 2-4 16,22-2-1-16,-22 2-3 0,1 0 2 0,-4-2-4 15,-2 4 0-15,-2-2-1 16,1-1 0-16,-8 1 1 0,4-2-3 0,-5 0-2 16,-4 2 3-16,-2-2-5 0,2-2 1 15,-8 2 3-15,-13-1-6 0,5-1 0 0,-5-1 0 16,1 2 2-16,1-2-5 0,-3 2 1 16,-1-1 2-16,0 0 0 0,3 0-3 15,-2 1 0-15,-3 2 3 0,-1-2-2 0,1 3 5 16,2-2-6-16,-4 0-1 0,3 1 0 15,0-1 4-15,-1 2-1 0,1-2-2 0,-1 2 0 16,3-2-2-16,-3 1 0 0,3 0 1 16,0-1 1-16,1 2-1 0,-1-3-1 0,-2 1 0 15,2 0 0-15,2-1 2 16,0-1-1-16,-1 2 1 0,-3-2 0 0,2 1-1 16,-5-1 1-16,3 2 1 0,-3-2-3 15,0 0 1-15,-4 0 1 0,4 2 0 0,-4-2 1 16,1 2-3-16,0-2 3 0,2 0-1 15,-3 1-1-15,5 0 0 0,0-1 0 0,-4 0-1 16,2 3 1-16,-2-1-1 0,1-2 2 16,-3 1 4-16,-6-1-6 0,11 2 1 15,-11-2-1-15,7 2 3 0,0-4-1 0,2 4-2 16,-2-2 1-16,4 0 1 16,-1 0 0-16,2 2-2 0,4-2 8 0,1 1-8 15,12-2 2-15,2 2-3 0,2-1 1 0,-1 2 2 16,4 0 2-16,-1-2-2 0,0 1-4 15,-1 1 3-15,-5 1-1 0,4-1 3 16,-4 0-2-16,-1 0 0 0,-12-1-1 0,0-1-1 16,-1 0 2-16,-3 2-1 0,1 0 1 15,0-2 0-15,-6-2 0 0,-7 4 0 0,-5-2-1 16,0-2 0-16,-6 2 1 0,-4 0 2 16,-4 0 5-16,3-2 5 0,-6 2 13 15,0-1 14-15,-12 1 13 0,17 0 3 0,-10-2 3 16,-7 2-4-16,14-2-1 0,-14 2-7 15,11 0-6-15,-11 0-2 0,0 0-5 0,12-2 1 16,-12 2 1-16,0 0 4 0,0 0-5 16,13 2 2-16,-13-2-2 0,0 0 2 15,0 0-2-15,0 0-2 0,11-2-6 16,-11 2-1-16,0 0 1 0,0 0-6 0,0 0-1 16,0 0-32-16,0 0-82 0,-28-10-122 15,9 9-218-15,-6-3-78 0,-11-1 59 0,0 0-115 16,-8 1-71-16</inkml:trace>
  <inkml:trace contextRef="#ctx0" brushRef="#br0" timeOffset="124044.11">4270 10897 1729 0,'0'0'169'0,"0"0"-53"16,2-7-42-16,-2 7 3 0,0 0 17 15,0 0 6-15,-2-10 3 0,2 10-10 0,0 0-8 16,0 0-7-16,-12-6-3 0,12 6 1 16,-7-6-2-16,7 6 3 0,-9-3-6 0,9 3-1 15,-12-3-3-15,4 2 0 16,8 1-4-16,-16-4-10 0,4 0-3 0,-1 2 4 15,-3 2-6-15,-2 0 3 0,-4 0 11 16,1 0-5-16,-8 0 10 0,1 4 9 16,-3-4-4-16,-10 4-2 0,1-1-6 0,1 3 0 15,1-2 3-15,2 4 0 0,6-3-1 16,5-2-3-16,-7 6-8 0,5-5-3 0,6 2-10 16,0 1-4-16,0 0-6 0,3-2-1 15,6-1-5-15,-5 2 0 0,1 1-2 0,3 2 2 16,-1-3-6-16,1 3-15 0,-2-1 13 15,4 1-5-15,0 0-5 0,0 1 2 16,-3 2 3-16,-2 0-4 0,3 1 3 16,-1 1-2-16,-1 0-10 0,-2-1 9 0,4 2-1 15,-3-1 0-15,3-2 8 0,-3 1 0 16,4 0-2-16,-2-2 0 0,4-2 2 0,-1 3 0 16,-4 1-3-16,5-3-1 0,-1 1 1 15,1-2-3-15,3 4 5 0,-1-3 2 0,-2 4-1 16,3 3 5-16,1-2 0 0,1-3-2 15,1 6-2-15,-1-5 0 0,5 4-1 16,-3 0-2-16,3 1 1 0,0 0-2 16,3-1-5-16,0 0 3 0,1 3-2 0,3-5 1 15,3 3 5-15,0-3-8 0,1 1 2 16,10 5-4-16,-1 0 3 0,0-2-1 16,1 1 2-16,1-3-2 0,-2 2-1 0,-3-3-1 15,0-2 1-15,0-3 3 0,8 7 3 16,-3-7 6-16,5 5-4 0,0-3 12 0,4-1 5 15,-5-4 1-15,9 1 3 0,1-2 3 16,4-2 5-16,0 0-2 0,3-2 1 0,5 1-3 16,-1-3-3-16,3-1-1 0,-2 4 6 15,1-4-2-15,-1 1-3 0,0-1 1 16,0 2-4-16,-2 2-4 0,-1-1 6 16,1-3-11-16,-1 3-2 0,-3-1-5 0,-1 1 0 15,-2 3 1-15,3-1 1 0,1-2-7 0,-4 4 0 16,6-5-1-16,-2 1 0 0,3-1 1 15,1 1-2-15,9 6 1 0,-8-6 3 16,-1 1-8-16,1-1 4 0,1-1-3 16,1 2 1-16,0-4-1 0,0 1-2 0,-3-1-2 15,3 3 5-15,0-2-6 0,-2 2 2 16,0 0 1-16,1 1-2 0,-3-3 5 0,4-1-3 16,-2 4-4-16,-1-1 3 0,4-1 1 15,-2-2-3-15,1 0 0 0,-2 0 2 0,3 0 0 16,-5 0-8-16,1 2 6 0,-2 1 0 15,-2 0-2-15,-2-3 2 0,0 1 0 0,-1 2-3 16,-6-1 2-16,-5-1 1 16,10 1-4-16,1 3 2 0,-4-1 14 0,0-1 9 15,-6 1-8-15,1 0-1 0,7-2-4 16,0 0 3-16,0 2-3 0,0 1-3 16,-3-4 1-16,5 4-2 0,3-1 3 0,-2 4-3 15,2-8-1-15,-1 6-2 0,0-4 2 16,2 2 0-16,0-4-5 0,0 3 5 0,0-2-4 15,-1 2-1-15,4-1 4 0,-6 0-2 16,1 0-2-16,0 0-1 0,-2-2 4 0,3 2-4 16,-2-2-3-16,2 3 3 15,0 0-3-15,-2-1 4 0,-3 0 0 0,0 0-2 16,-4 1 1-16,-9 0-2 0,4 0 0 16,-2 1 1-16,7 0-1 0,-4 0 0 0,-5 0 2 15,0 0 2-15,0-1-3 0,2-1 3 16,-2 1-2-16,-5-1-3 0,3 1 1 0,-3-2 3 15,-2 2 2-15,4 0-1 0,-6-2-4 16,4 1 2-16,-3 0-1 0,-2 0 5 0,-1 0-3 16,1-1-4-16,-2 1 6 0,-1 0 0 15,0-2-2-15,2 1 0 0,-1-1-2 0,3 2 3 16,2 0 4-16,6 0-2 0,0-2-2 16,5 1-5-16,0-1 6 0,-1 0 2 15,3 2-6-15,10-2 5 0,-6 2-1 0,-7-2-1 16,1 0-3-16,1 3 2 15,-1-1 3-15,-2-1-3 0,1-1 0 0,-1 2 1 16,2 0 0-16,1-2 1 0,1 2-1 16,9 0 2-16,-1 1-5 0,2-3 2 0,1 1-1 15,-3 1 1-15,6 0 1 0,-4 0-4 16,4-1 4-16,-4 1-3 0,1 0 5 0,-7-2-6 16,-5 0 7-16,-1 2-1 15,11-1-7-15,-8-1 4 0,-3 0-2 0,-3 2-2 16,1-2 4-16,2 1-1 0,0 1 0 15,-2 0 5-15,4 0-3 0,-3-1-3 0,1 3-1 16,0-2 7-16,1-2-4 0,9 1 0 16,2 1-1-16,-6-2 4 0,-7 2-1 0,1-2 2 15,1 0-2-15,1 0 0 0,-1 0-6 16,1 0 5-16,-1 0-1 0,-5 1 3 0,4 1-3 16,-4-2 2-16,-3 2 0 0,5-2-2 15,1 2 6-15,1-2-8 0,2 1 3 0,8 1 1 16,2 1-4-16,2-3 4 0,-1 0-5 15,0 0 5-15,0 0-5 0,2 0 0 0,0 1-3 16,0-1 4-16,-2 0 0 0,-3 0-1 16,-3 1 0-16,-7-1 0 0,14 0 3 15,-4 3-2-15,-8-1-1 0,-3-2 3 16,1 2-4-16,9 1 2 0,-6-1-4 0,9 0 1 16,-3-1 5-16,3 1 0 0,-6-2-2 15,5 2 0-15,-6-2 0 0,8 2-1 16,2 0 2-16,-2-2-2 0,2 0 1 0,0 1-1 15,-10-1 5-15,-4 0-4 0,3 0-1 16,-5 3 3-16,1-3-1 0,1 0 1 0,-1 0 0 16,0 0-1-16,1-3 2 0,10 3 2 15,-4 0-3-15,5-1 0 0,-9-1-3 0,10 0 1 16,-5 2 4-16,2-4-3 16,1 1-3-16,-6 1 3 0,7 1 1 0,-1-3-1 15,-1 2 1-15,-5 2-1 0,7-1 0 0,-3-2-4 16,-4 3-9-16,8-1 1 0,-2-2-1 0,2 0 4 15,-1 1 3-15,4 0-3 16,-4 0-14-16,2 1-18 0,-2 1 2 0,-8 0 3 16,-5 0 3-16,3 0 4 0,-4 0 1 15,1 0-6-15,-3 0-9 0,2-2 1 0,-1 2 7 16,-3 0 2-16,2-3 3 0,4 3 3 16,-4-2 0-16,1-2-2 0,12 3-3 0,0-3 3 15,-6 2-1-15,-3 1 7 0,0 1-1 16,-1 0 5-16,1-2-2 0,2 2-5 15,-5 0 2-15,5 0 0 0,-1 0 1 16,8 2 5-16,7-1 2 0,-6-1-1 0,6 2 3 16,0 0 1-16,-2-2 4 0,3 2-3 15,-2-2 2-15,-2 1-1 0,0 0 4 16,0-1-2-16,-2 3 3 0,-6-3-4 0,-1-3 7 16,5 1-4-16,-1 0 2 0,2-2 1 15,-1 0 1-15,0-2 2 0,2-1-3 0,-1 1 0 16,-3-1 3-16,1-2-2 0,-2-1 0 15,-3 3 2-15,3-4-3 0,-7 5 0 0,-7-1 2 16,4 0 3-16,-2 1 1 0,-1-2-4 16,12-1 2-16,-4 1 1 0,-2 2 0 15,-7-4-3-15,4 5 4 0,5-5-3 16,-3 2 4-16,-4 1-1 0,8-3-2 0,-4 2-1 16,-5 0-1-16,-1 1 2 0,-2 0 1 15,-2 2 1-15,1-1 2 0,-6-1-3 0,8 0 2 16,-5-2-2-16,0 1 1 0,2-1 0 15,2-1 0-15,-4-2-1 0,5 2 1 0,-5-4 1 16,7-3-4-16,-2 5 4 0,-3-2 0 16,-4 0-1-16,0 0-1 0,9-4 1 0,-7 1 0 15,-2 2 2-15,1 1-3 0,-3-1 0 16,2 2 3-16,-1-3-1 0,-1 3 1 0,-2-1 0 16,2 2-2-16,-4-2 3 0,0 3 0 15,4-2-3-15,-6 1 0 0,1 2 1 16,-3 0 3-16,5-1 2 0,-5 1 1 15,2-2 3-15,1 2 1 0,-5-1 3 0,1 2-6 16,2-3-1-16,-2 4 2 0,0 0 0 16,-2-1-3-16,1 2 0 0,-2-2-1 15,1 2-1-15,0-3 2 0,-2 2-1 0,-2-1-1 16,2 1 0-16,0 1-2 0,-1-2-2 16,-4 1 0-16,2 1-1 0,-5 0 2 0,3 0-3 15,-1-1 2-15,-5 1-2 0,4 2 1 16,-3-2 2-16,0 0 0 0,1 2-2 0,1 0 1 15,1-1 1-15,2 1 1 16,-4 1-4-16,0-2 4 0,2 1-1 0,1 0-2 16,-1-3 1-16,-3 6 1 0,0-5 0 15,0-1 0-15,-4 4-2 0,-3-5 1 0,-2 2-1 16,0-2-1-16,-10 0 1 0,1-2-1 16,-3 1 1-16,1-1 1 0,4 1-1 0,4 2-1 15,2 1 1-15,-1 1-3 0,4-2 3 16,-2 1 2-16,-2-2 0 0,4 4-1 0,1-5 0 15,-6 3 1-15,5 0-4 0,1 2 1 16,-6-5 4-16,3 3-2 0,-1 0-1 0,-7-4 1 16,-3 3 0-16,-1-5-1 0,-1 4 1 15,-2-1-3-15,1-2 2 0,-2 2 0 16,0 1-2-16,0-1 2 0,1 0 1 16,-1 0 1-16,1 3-3 0,1-4 1 0,-2 2 0 15,3 2 1-15,0-1 0 0,0 2-1 16,-4-2-1-16,6 1 1 0,-7-1-2 0,3 0 3 15,2 1 0-15,-4 0 2 0,0-2-5 16,-1 2 2-16,3-2 0 0,-4 1 0 16,2-1 1-16,0-1-2 0,-4 2 0 0,2-3 2 15,-2 5-1-15,0-3 2 0,4 0 0 16,-4-1-2-16,2 2 2 0,2 1-4 0,-1-2 6 16,-2 1-5-16,1-1 3 15,1 2-3-15,0-1 0 0,-5-1 2 0,4 2-1 16,-2 1 1-16,1-3 0 0,-4 0-1 0,2 1-1 15,-2 3 0-15,2-2 1 0,0 0 0 16,6 1-1-16,-3-1 2 0,2 3-1 16,1-1 0-16,6 0 0 0,6 3 0 0,0-2 1 15,0-2-1-15,0 3 3 0,2 0-1 16,4 1-2-16,-2-2 2 0,3 3-3 0,-2-1 2 16,1 0-1-16,-1 2 0 0,2-2 0 15,-2 2 1-15,-3 0-1 0,3-2-1 0,-3 2 1 16,-4 0 0-16,-2 0 3 0,3 0-3 15,-5 0 0-15,3 0-2 0,-5 0 3 0,-8 0-2 16,-3 2 2-16,2-2 1 16,0 2-4-16,-2-2 2 0,0 0-2 0,0 0 2 15,1 2 3-15,1-2-4 0,1 0 1 16,-2 0-1-16,0-2 2 0,4 2-1 0,-3 0-2 16,2-2 4-16,-4 2-2 0,4-2 3 15,-6 0-2-15,5-1 2 0,-4 0-4 16,6 3-1-16,-3-3 2 0,1 2 0 0,3-1 2 15,2 0-2-15,8 2 0 0,-14 0-1 16,0-2 4-16,0 0-3 0,1 2 1 0,0 0 0 16,7 0-1-16,-8-1 0 15,2 1-3-15,5 0 3 0,-4-2-1 0,4 2-2 16,3 0 3-16,-9-2-1 0,2 2 4 16,-1-3-5-16,-1 2 1 0,2-1 2 0,-1 0 2 15,-3-2 0-15,0 4-4 0,0-5 3 16,6 2-2-16,-5 1 1 0,2-1 0 0,3-1-3 15,-2 1 2-15,6 2 0 0,-3-3-2 16,4 0 0-16,3 1 2 0,-7 0-2 0,-3-1 5 16,3 0-1-16,0-1-1 0,4 2-2 15,-6-2 4-15,1 0-5 0,-1 2-2 0,2-1 4 16,-2-1 0-16,2 1-3 0,-2 1 5 16,-2 0-3-16,0-1 0 0,0 1-1 15,0 0 0-15,0-1 3 0,-2 1-1 16,0-1 1-16,0-1-2 0,0 3-1 0,0-1 0 15,5-1 0-15,-4 1 1 0,1 0 2 16,0 1 1-16,2-1-1 0,-2 1-3 0,0-2 1 16,6 4 1-16,-7-3-2 0,3 0 3 15,-3 3-2-15,9-2-3 0,1 2 6 16,-10 0-4-16,0 0 3 0,5 0-3 0,-5 0 4 16,5 0-3-16,-4 2-1 0,8-2 3 15,3 0-3-15,1 0 2 0,-3 0 0 0,3 0 1 16,-1-2 1-16,0 2-3 15,3-2 3-15,-5 0 1 0,2-1-2 0,1 0-4 0,1 1 1 16,0 2 4-16,1-2-2 0,0-1-1 16,-3-1 1-16,0 2 1 0,-9-2-4 15,1-2 2-15,5 4 0 0,5-2 0 16,-9 0-1-16,-2 0 2 0,8 1 1 0,-8 0-1 16,2-1 0-16,-5-1-3 0,9 3 3 15,-6-4-2-15,0 3 2 0,-1 2 0 0,-2-3-4 16,1 1 2-16,0-1 0 0,-2 3 1 15,0 1-2-15,-2-3 3 0,2 1-3 0,-2 0 5 16,1 0-5-16,-2-2 5 0,7 1-2 16,-3 0 2-16,9 1-6 0,1 0 4 15,2 0 0-15,1 2 2 0,-1-3-3 16,-1 1 0-16,-1 2 1 0,3 0-1 0,-3-2-2 16,-1 2 3-16,-8 0 1 0,-3-2-3 15,9 2-3-15,2 2 3 0,3-2 2 16,-3-2 0-16,2 2-2 0,-12 0 4 0,-1 0-4 15,2-2 3-15,1 0-4 0,-2 2 0 16,-2 0 2-16,0 0 1 0,0 0-2 0,-2 2 0 16,1 0 4-16,-1 0-4 0,2 0-1 15,2-2 2-15,-2 5-2 0,1-3 2 0,-1 2 1 16,2-1 0-16,-2 2-4 0,0 3 1 16,0-1 3-16,1-1-1 0,-4 0 0 0,4 2-2 15,0-2 2-15,-4 5-1 0,-3 1-2 16,7-3 5-16,2-2-2 0,-4 0-1 15,5 1 0-15,-2 2 1 0,6-1 1 16,-2-1-3-16,0 3 3 0,-3-1-1 0,0 2 2 16,3 0-4-16,-3 0 2 0,-6 6-1 15,-1-4 0-15,1 5 0 0,-1-3 0 0,3-1 0 16,-3 1-1-16,4 1 0 0,4-3 3 16,-6 1-3-16,10-1 1 0,-4-2-1 15,6-1 2-15,1 2 0 0,1-3-1 16,9-2 0-16,1 0 3 0,2 2-3 0,1-3 0 15,2 1 0-15,1-1 2 0,-2 2-1 16,2-2-1-16,3 1 0 0,0-1 2 16,0-2-1-16,-1 2-1 0,5-2 1 0,-1 0 1 15,0-1 0-15,3-1 1 0,1 0-2 16,6-3 1-16,-9 5 2 0,9-5-7 0,-7 4-16 16,7-4-39-16,-5 2-66 0,5-2-60 15,0 0-52-15,0 0-62 0,0 0-77 0,0 0-137 16,0 0-91-16,17 8 54 0,-17-8-281 15,13 0-318-15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03:29:17.8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5277 4106 1024 0,'0'0'284'0,"-13"-1"-93"0,13 1-65 15,-11-2-10-15,11 2 11 0,-11-3 9 16,11 3 4-16,-10 0-6 0,10 0 5 0,0 0-7 15,-11-2-6-15,11 2-3 0,0 0-8 16,0 0 4-16,0 0 0 0,0 0-12 0,0 0-12 16,0 0-12-16,0 0-8 15,0 0-6-15,0 0-11 0,0 0-6 0,0 0 5 0,0 0-6 16,0 0-5-16,0 0-11 16,0 0 1-16,34 10-4 0,-16-6 1 0,2-3 0 15,9 0-10-15,1-1-4 0,11 0 3 16,0 4-2-16,-1-4-3 0,3 2 3 15,0 0-6-15,-3 0-8 0,2 1 6 0,-4 0 2 16,2-1-4-16,-5-2 0 0,-3 0-1 16,8 2-1-16,-6-4-5 0,-3 2 5 0,8-2 1 15,4-1-2-15,-3 0-4 0,-1 1 0 16,0-2 4-16,-6 3-2 0,-7 1-5 0,1-3 4 16,-7 3 2-16,0 0-7 15,-3-1-8-15,-2 1 8 0,-2-1 4 0,-13 1 0 16,25 0-4-16,-13 1-5 0,-12-1 4 15,20 0 5-15,-20 0-3 0,18 1 3 16,-18-1-4-16,20-1 2 0,-4 1 6 0,5 0-9 16,6-1 8-16,4-1-6 0,8 0 5 15,5-3-3-15,-2 2-6 0,0 3 9 0,-1 0-9 16,0-2 9-16,1 0-4 0,-10 2-5 16,0 2 4-16,-3-4 1 0,12-1-2 0,-9 3 3 15,-2 0-4-15,-6 0 4 16,1 0 0-16,-3 0 0 0,-1 0 0 0,1-2 1 15,3 0-1-15,2 1-2 0,11-4-10 0,-1 1 5 16,-1-1 8-16,1 2-7 16,-4 0 4-16,-5 2 2 0,-1-3-7 0,2 4 4 15,1-1 2-15,-1-1-2 0,-2 1 5 16,-3-1-6-16,-3 2 8 0,-2-3-3 0,-6 3 1 16,1 1-2-16,-14-1 0 0,21 0-1 15,-21 0 3-15,17-1-2 0,-17 1 7 0,15 0-3 16,-15 0 0-16,0 0-1 0,14-2 5 15,-14 2 2-15,0 0-8 0,15-2 5 16,-15 2-4-16,0 0 3 0,0 0 0 0,15 0-1 16,-15 0 2-16,0 0-10 15,0 0 7-15,0 0-7 0,13 2 0 0,-13-2-4 0,0 0 0 16,10 5 2-16,-10-5 2 16,4 11-3-16,-2 0 7 0,0 3-8 0,0 3 2 15,-2 8 5-15,-2 10 1 0,0 4 2 16,0 2 8-16,0 2 24 0,0 0 11 0,2 4-2 15,0 1-2-15,0-4-1 0,0 1 25 16,2-6-1-16,-2-6-7 0,-2 3-1 16,1-7 16-16,-4-5 2 0,3-2-9 0,2-5-7 15,-2 0-5-15,0-5-5 0,2 2-3 16,-2-4 17-16,2 0 0 0,0-1-2 16,-1-2 4-16,1-7-1 0,-2 13-3 15,0-7-2-15,2-6-4 0,0 8-5 0,0-8-3 16,0 0-5-16,-2 12-4 0,2-12-5 15,0 7-2-15,0-7-6 0,0 0 2 0,0 0-1 16,-2 10-7-16,2-10-1 0,0 0-4 16,0 0-1-16,0 8-1 0,0-8-2 15,0 0-3-15,0 0-4 0,0 0 0 0,0 0-1 16,-2 8-1-16,2-8 2 0,0 0-1 16,0 0 3-16,0 0-3 0,0 0-1 0,-1 9-1 15,1-9 2-15,0 0-1 0,0 0-2 16,-2 8 1-16,2-8 0 0,0 0-1 0,-4 8 2 15,4-8 0-15,0 0-4 0,-5 8-1 16,5-8 1-16,0 0 2 0,-1 9 2 16,1-9-2-16,0 0 0 0,1 10 3 15,-1-10-4-15,0 0 3 0,0 8-2 16,0-8 3-16,0 0-3 0,0 9-2 0,0-9 1 16,0 0 4-16,0 12-3 0,0-12 2 15,0 0 0-15,2 8-5 0,-2-8 4 0,0 7-4 16,0-7 4-16,0 0 2 0,3 8-3 15,-3-8 0-15,0 0 5 0,0 0-6 0,4 8 2 16,-4-8-1-16,0 0 3 0,0 0-2 16,0 0 0-16,0 0-2 0,3 6 1 15,-3-6 0-15,0 0-1 0,0 0 0 0,0 0 0 16,0 0 1-16,0 0-6 16,0 0 8-16,0 0-1 0,0 0-3 0,-7 9 3 15,7-9 2-15,0 0-2 0,0 0 6 16,-10 4-2-16,10-4-2 0,0 0-1 0,-15 3 0 15,15-3 0-15,-16 3-2 0,5-3 0 16,-1 2 4-16,-1 0-4 0,0-1 0 0,13-1 1 16,-30 0-1-16,11-1 2 0,-5 1 1 15,4 1-4-15,-3-2 3 0,0 1-6 16,0 0 3-16,-4 0-2 0,0 0-1 0,1-2 0 16,0 2 1-16,-1 0 2 15,0 0 0-15,4 0-2 0,-2 0 2 0,5 0 0 16,-2 0-1-16,1 0-2 0,3 2 3 15,-4-2 0-15,3 1 1 0,4-1-1 0,-4 2-2 16,2 0 3-16,-2-1-3 0,-2 1 2 16,-3 2-2-16,-5-1 6 0,-8 1-2 0,-1-1-1 15,-2-1-1-15,1 1 0 0,-4-1 0 16,3 1 1-16,3 1-4 0,-6-1 6 16,5 0 0-16,6 1-5 0,5-2 4 0,0 1-5 15,2 0 5-15,0-3-2 0,5 2-2 16,1 0-1-16,0 0 6 0,5 0-7 15,1-1 0-15,-4 2 6 0,2-1 0 16,1 1-4-16,1 1 3 0,-3-2-2 0,0 4 1 16,-5 0 2-16,-1-4-2 0,-3 4-1 15,1-1 2-15,-1-1-2 0,-11 3 2 16,-1 0 1-16,1-1-1 0,-1-2-1 0,-5 3 0 16,3-2 1-16,-1 0-1 0,1-1 2 15,0 0-3-15,3 0 2 0,5 0 4 0,3-2-6 16,-1-1 2-16,2 0 1 0,2 4-3 15,-4-5 1-15,2 4-1 0,2 0 1 0,6-2 3 16,0 0-2-16,0 1-3 0,2-2 4 16,1 3-4-16,-1-2 2 0,6 1 2 15,-4-1-2-15,1 0-3 0,1 1 4 16,-2 0-1-16,-2 1-1 0,-2-2 1 16,-5 2 2-16,1 0 0 0,1 1-2 0,-1-1 1 15,-2 0 1-15,2 0-2 0,-3 0 2 16,3-4 0-16,-2 5-1 0,0-4-1 0,4 1 1 15,2 0 0-15,0 1-3 0,2-1 2 16,4 0 0-16,0 0 1 0,-1-1-5 0,14-1 4 16,-19 4-3-16,11-3 0 0,8-1 4 15,-15 4-4-15,15-4 2 0,-11 3 3 16,11-3 0-16,0 0-2 0,-14 2-1 0,14-2 1 16,0 0 1-16,0 0 2 15,-13 1 1-15,13-1-5 0,0 0 3 0,0 0-2 16,0 0 7-16,0 0 1 0,-14 0 0 15,14 0 11-15,0 0 3 0,0 0 1 0,0 0-7 16,0 0 5-16,2-15-7 0,-2 15-1 16,9-17 2-16,-4 2-3 0,1-8 3 0,5-10-12 15,-1-4 1-15,3-13-2 0,1-5-2 16,1-5-9-16,-3-7-7 0,2-1-4 16,-1 2 4-16,-1 3-3 0,-1 3 6 0,-3 5-3 15,0 5 2-15,-1 11-2 0,-1 5 4 16,0 0 3-16,-3 8 2 0,1 4-1 0,2 1 0 15,-4 4 2-15,4 1 1 0,-3 0 1 16,-1 5 0-16,0-1 0 0,2 1 0 16,-2-1 0-16,1 0 3 0,0 4-4 15,1-1 2-15,-2-1-1 0,1 1 3 0,-3 2-1 16,0 7-4-16,4-9 1 0,-4 9 4 16,2-11-2-16,-2 11-3 0,2-7-1 15,-2 7 3-15,2-7-31 0,-2 7-48 0,0 0-68 16,0 0-65-16,0 0-79 0,0 0-104 15,0 0-162-15,0 0-154 0,-22 18 51 0,13-5-443 16,0 4-576-16</inkml:trace>
  <inkml:trace contextRef="#ctx0" brushRef="#br0" timeOffset="1816.17">8282 4352 2872 0,'3'-4'-83'0,"1"-2"33"0,-4 6 36 15,9-8 28-15,-4 4 39 0,-5 4 33 0,9-9 28 16,-5 5 20-16,2-2 18 0,-6 6 8 16,7-10 10-16,-1 8 6 0,-6 2 11 0,10-9 4 15,-10 9 1-15,5-6-2 0,-5 6 1 16,8-4-7-16,-8 4-4 0,0 0 6 0,3-6 4 15,-3 6-4-15,0 0-10 0,0 0-8 16,0 0-25-16,-15-11-10 0,3 9-21 16,-10 0-9-16,-5 2-10 0,-1 2-10 0,-12 0-10 15,-1-1-7-15,4 5-2 16,4-4-8-16,8 2-14 0,7 0 1 0,-2-2-9 16,3 0 2-16,4-2-8 0,0 2 3 15,13-2-4-15,-19 0-2 0,19 0-2 0,-14 0 3 16,14 0 0-16,0 0-6 0,0 0 3 15,-19 0-12-15,19 0 3 0,0 0-7 0,-9 4 5 16,9-4-7-16,-3 6 2 0,3-6 0 16,0 20 2-16,-2-6 4 0,2 4 7 15,-1 8 7-15,-7 6 6 0,4 3 11 0,-3 1 1 16,2-2 1-16,-2 0-3 16,3-7-5-16,4-3 4 0,0-7 0 0,2 1 8 0,4-1-5 15,0-1 6-15,3-1 3 16,3-1 3-16,0-2 0 0,1-4-4 0,0-1-9 0,2-2-44 15,5-1 0-15,-6-2 0 16,2 1 0-16,-3-3 0 0,1 2 0 0,1-2 0 16,-15 0 0-16,21 0 0 0,-21 0-36 15,18-2-179-15,-18 2-71 0,16 2-81 16,-9-2-113-16,-7 0-116 0,0 0-134 0,0 0-68 16,14-2 63-16,-14 2-608 0,0 0-798 15</inkml:trace>
  <inkml:trace contextRef="#ctx0" brushRef="#br0" timeOffset="2017.07">8104 4638 3526 0,'-5'-5'9'0,"1"-3"60"0,1 4 37 0,3 4 43 0,-7-10 37 16,5 4 24-16,2 6-1 0,-4-9-18 0,4 9-21 15,-1-12-16-15,1 12-22 0,3-8-14 16,1 4-7-16,4 2-21 0,-8 2-78 15,17-5-101-15,-5 3-128 0,-1-2-143 0,4 4-163 16,1 0-147-16,-2 0 53 0,2 2-392 16,-1 0-484-16</inkml:trace>
  <inkml:trace contextRef="#ctx0" brushRef="#br0" timeOffset="2616.09">8377 4557 3025 0,'-6'-8'114'16,"1"2"43"-16,3-1 30 0,2 7 39 0,-5-6 8 16,5 6-9-16,0 0-22 0,0 0-12 15,0 0-11-15,0 0-5 0,0 0-12 0,0 0-10 16,0 0-14-16,0 0 3 0,18 17-12 16,-16-9-1-16,1 0-7 0,-3-1-5 15,0-7-6-15,2 14-15 0,-2-5-1 16,0-9-12-16,0 12-4 0,0-4-4 15,0-8 21-15,0 8 14 0,0-8 23 0,0 0 6 16,4 7-7-16,-4-7-9 0,0 0-20 16,0 0-9-16,18-27-10 0,-11 16-9 0,5-3-7 15,-1 1-4-15,0-1-11 0,3 0-8 16,-3 3-2-16,-2-1-3 0,3 2-4 16,-1 3-8-16,1-1 0 0,0 3-4 0,-5 1-1 15,2 1-6-15,-9 3-1 0,20-2 0 16,-20 2-4-16,17 2 2 0,-17-2-6 0,19 7 2 15,-11-2-5-15,-1 0-4 16,1 0-1-16,-3 0 0 0,4 0 0 0,-6 2 0 16,-3-7 0-16,8 12 0 0,-5-8 0 15,-3-4 0-15,6 6 0 0,-6-6 0 0,7 6 0 16,-7-6 0-16,0 0 0 0,0 0 0 16,29-14 0-16,-15 7 0 0,1-3 0 15,2-1 0-15,3 2 0 0,-4-2 0 0,4 2 0 16,-8 1 0-16,2 3 0 0,-4 0 0 15,1 3 0-15,-11 2 0 0,15-2 0 0,-15 2 0 16,13 9 0-16,-7-1 0 0,0-3 0 16,-2 4 0-16,2 2 0 0,-3-2 0 0,-1 2 0 15,4-1 0-15,-5 1 0 16,3-1 0-16,-1-2 0 0,1-1-59 0,-3 1-65 16,-1-8-50-16,6 7-48 0,-6-7-63 15,6 8-96-15,-6-8-109 0,5 2-129 16,-5-2-186-16,0 0 41 0,0 0 81 0,21-11-536 15,-15 7-683-15</inkml:trace>
  <inkml:trace contextRef="#ctx0" brushRef="#br0" timeOffset="2918.28">9244 4137 3198 0,'-12'-20'26'0,"1"1"55"0,1 4 34 16,-1-1 49-16,4 3 50 15,1 4 32-15,-2 0 5 0,4 3-23 0,0 1-21 16,4 5-21-16,0 0-15 0,0 0 29 16,-18 17 18-16,15 6-9 0,-1 12-15 0,-1 6-17 15,3 3-16-15,2 4-14 0,0 11-8 16,0 3-19-16,0-4-5 0,-2 1-11 16,2-10-11-16,-2-2-8 0,2-7-14 0,-5 1-6 15,3-3-4-15,-2-6-23 16,-2-7-48-16,2-2-47 0,0-9-35 0,3 2-37 0,-3-5-42 15,0-2-57-15,2-1-63 0,1-6-58 16,1-2-38-16,0 0-27 0,0 0-17 16,0 0-12-16,-4-21-4 0,8 1-15 15,3-12 2-15,4-4-531 0,8-6-467 0</inkml:trace>
  <inkml:trace contextRef="#ctx0" brushRef="#br0" timeOffset="3132.93">9202 4561 2517 0,'14'-20'-64'16,"-5"4"59"-16,-2 2 57 0,1 3 49 15,-4 3 33-15,0 3 36 0,2-2 23 0,-1 2 14 16,-5 5 5-16,11-5 0 0,-11 5-7 15,14 0-9-15,-14 0-13 0,0 0-13 0,19 10-18 16,-13-5-9-16,-2 1-17 16,1 2-10-16,-3-1-8 0,2 3-10 0,-4-1-9 15,-2 0 7-15,-2 0-7 0,1 3-11 0,-5 0-7 16,0-1-9-16,2-3-7 16,-3 2-1-16,0 1-11 0,1-5-28 0,-2 0-46 15,7 0-47-15,3-6-62 0,-12 0-65 16,12 0-58-16,0 0-56 0,-2-22-55 0,6 1-55 15,11-14-57-15,10-8-46 0,4-3-11 16,5 0-300-16,4-1-328 0</inkml:trace>
  <inkml:trace contextRef="#ctx0" brushRef="#br0" timeOffset="3682.58">9573 4180 2201 0,'23'-26'-18'0,"-5"7"48"15,-9 6 61-15,-1 1 68 0,-3-2 68 16,2 3 51-16,-6 1 35 0,5 2 29 0,-4 1 9 16,2-1-9-16,-4 8-16 15,1-10-25-15,-1 10-27 0,0 0 5 0,0 0 13 16,0 0 4-16,-1 29-12 0,-3-2-25 15,-4 9-24-15,0 5-19 0,-3 9-21 0,0-1-19 16,3 0-18-16,-2-7-14 0,5-2-14 16,-1-2-18-16,-1-1-9 0,0-5-12 0,2 1-87 15,1-11-4-15,2-1 0 0,-1-8-103 16,-1-1-54-16,2 0-38 0,2-2-34 16,-2-3-42-16,2-3-51 0,0-4-48 0,0 0-26 15,0 0-4-15,0 0 4 0,0 0 34 16,0 0 31-16,-6-30 40 0,4 17 33 0,-2 2 47 15,2-1 46-15,-5-1 33 16,2 5 33-16,-6 2 31 0,4-2 24 0,0 4 20 16,-1-1 15-16,2 3 2 0,6 2 13 15,-10-6 12-15,10 6 18 0,0 0 9 0,0 0 6 16,0 0-4-16,0 0-1 0,0 0-7 16,0 0-9-16,25-3 2 0,-5-1-21 15,6 1-33-15,14-3-28 0,7 0-33 0,14-1-35 16,4-1-27-16,1-3-15 15,-3-1 6-15,-1 0-12 0,-6-1 7 0,-4 2 21 0,-4-3 8 16,-10 4 31-16,-5 0 32 0,-12 3 44 16,-2 2 52-16,-8 2 42 0,-1-1 35 0,-5 2 30 15,-5 2 30-15,9-3 19 16,-9 3 19-16,0 0 18 0,0 0 10 0,-24 19 1 16,13-6-6-16,-8 8 0 0,1 3-13 15,-2 2-17-15,1 3-20 0,-1 0-17 16,2 1-13-16,0-2-14 0,3 2-13 0,0-1-12 15,2-4-10-15,3-2-7 0,0-5-12 16,5-4-8-16,-1-3-25 0,3 0-57 0,-1 1-64 16,-1-7-60-16,3 1-70 0,1-1-74 15,1-5-68-15,0 0-72 0,0 0-60 16,0 0-65-16,0 0-31 0,-15-22-380 16,11 5-434-16</inkml:trace>
  <inkml:trace contextRef="#ctx0" brushRef="#br0" timeOffset="3834.13">9971 4468 2585 0,'0'-25'6'0,"3"9"55"0,-6 3 44 0,3 4 45 0,0-1 19 0,0 3 13 16,0 7-14-16,0-11-15 0,0 11-15 16,-1-6-16-16,1 6-9 0,0 0-12 0,0 0-6 15,0 0-8-15,0 0-12 0,0 0-5 16,25 17-10-16,-15-12-47 0,-1 2-101 16,4-1-121-16,-1 1-150 0,1-2-201 15,1 4-9-15,1-4 52 0,0 0-215 0,2-1-223 16</inkml:trace>
  <inkml:trace contextRef="#ctx0" brushRef="#br0" timeOffset="4132.71">10961 4342 2155 0,'-4'-12'224'0,"2"10"38"0,2 2 11 16,0 0 2-16,-1-9 6 0,1 9 0 16,0 0 1-16,0 0 10 0,0 0 2 0,0 0-14 15,0 0-26-15,1 33-27 0,-1-20-17 16,0 1-24-16,2 2-18 0,-2 1-12 16,0 2-21-16,2-2-12 0,-2 1-13 15,2-6-18-15,-2 2-45 0,5 1-79 0,-5-2-71 16,0-3-81-16,-1-2-99 0,-1 1-111 15,-2-1-130-15,0-4-187 0,4-4 31 16,-3 8 61-16,3-8-428 0,0 0-519 0</inkml:trace>
  <inkml:trace contextRef="#ctx0" brushRef="#br0" timeOffset="4315.6">11027 4149 3056 0,'-5'-14'108'0,"-1"4"48"16,1-1 37-16,-1 5 27 0,2 1 13 15,-2 0-5-15,6 5-24 0,-4-9-20 16,4 9-21-16,-5-6-23 0,5 6-14 16,0 0-13-16,0 0-67 0,0 0-84 0,0 0-115 15,0 0-127-15,0 0-140 0,9 31-223 16,-3-15 30-16,-6 0 65 0,1 1-294 0,4 2-327 16</inkml:trace>
  <inkml:trace contextRef="#ctx0" brushRef="#br0" timeOffset="4701.47">11083 4365 2343 0,'0'0'121'0,"0"0"44"0,0 0 22 16,0 0 3-16,0 0 22 0,0 0 17 15,17-1-11-15,-17 1 8 0,0 0 3 0,4 10-14 16,-2-3-7-16,2 0-8 0,-1 0-8 16,-1 1-20-16,2 2-15 0,-2-1-2 0,1 1-11 15,-3-3-13-15,3 2-9 0,-3-1-12 16,2-1-9-16,-2-7 6 0,2 12 1 0,-2-12 8 15,4 8-1-15,-4-8 4 0,1 6-1 16,-1-6-8-16,0 0-11 0,0 0-13 16,0 0-9-16,25-19-11 0,-13 7-2 0,11-9-10 15,-2 1-4-15,3-1-3 16,-1 2-11-16,-2 6 1 0,-6 3-7 0,-1 1-1 16,-1 2 7-16,-1 3 2 0,-5 2-1 15,-7 2 1-15,0 0-5 0,25 10-3 0,-19-4 1 16,-3 3-5-16,3-1-2 0,-2 2 0 15,-3 3-6-15,3-1-4 0,-2 2 3 0,3-1-4 16,-4-3 1-16,1 2-44 0,-2-3-38 16,2 1-58-16,0-1-51 0,0-1-57 0,0-1-67 15,0 0-78-15,-2-7-86 0,1 8-103 16,-1-8-115-16,2 4-46 0,-2-4 56 16,0 0-502-16,16-2-641 0</inkml:trace>
  <inkml:trace contextRef="#ctx0" brushRef="#br0" timeOffset="4882.51">11653 4336 3112 0,'7'-6'26'16,"-3"-1"73"-16,2 1 52 0,-6 6 31 0,1-6 11 16,-1 6 6-16,0 0 16 0,0 0 9 15,0 0-8-15,0 0-14 0,14 14-17 16,-12-7-3-16,0 3-17 0,2 3-12 0,-3-1-22 16,3 0-14-16,-2 0-10 0,-2 0-14 15,3-1-5-15,-3 0-52 0,0-2-71 0,2-1-70 16,-2 1-85-16,-2 0-87 15,2-9-98-15,0 10-118 0,0-10-159 0,0 7 20 0,0-7 45 16,0 0-342-16,0 0-408 16</inkml:trace>
  <inkml:trace contextRef="#ctx0" brushRef="#br0" timeOffset="5032.52">11777 4168 2378 0,'0'-14'-8'0,"-4"2"49"0,2 2 40 16,-2 3 25-16,4 7 19 0,-3-11-2 0,3 11-17 15,-3-8-7-15,3 8-15 0,-2-8-13 16,2 8-52-16,0 0-67 0,0 0-95 16,0 0-133-16,0 0-186 0,0 0-20 15,0 0-135-15,0 0-116 0</inkml:trace>
  <inkml:trace contextRef="#ctx0" brushRef="#br0" timeOffset="5582.17">12154 3831 1955 0,'0'-23'170'0,"-4"3"29"0,2 3 46 16,-2 2 44-16,3 5 41 15,-3 0 12-15,0 4-22 0,2 0-34 0,2 6-30 0,0 0 1 16,0 0 25-16,-17 14 2 16,8 7-2-16,-4 11-23 0,1 14-18 0,-6 8-39 15,5 2-16-15,0 4-13 0,-1-4-19 16,1 1-19-16,3 0-11 0,-3-3-13 0,2-3-11 15,-1-3-4-15,3-10-18 0,3-1-4 16,-4-7-9-16,7-5-11 0,-3-7-58 16,0-1-44-16,5-8-35 0,-5 1-24 0,4-3-42 15,2-7-34-15,-6 7-27 0,6-7-22 16,0 0-11-16,0 0-6 0,-10-17-12 0,9 5 11 16,-3-5 17-16,0-5 28 0,1 1 20 15,-4 0 27-15,2 1 35 0,-5 1 29 0,7 5 33 16,-5 3 20-16,0-1 25 0,2 4 18 15,3 2 8-15,-3 3 13 0,6 3 12 0,-7-6 23 16,7 6 20-16,0 0 21 0,0 0 17 16,0 0 5-16,0 0-7 0,16-6-10 15,-5 4-8-15,7-2-9 0,5-2-3 16,2 1-9-16,9-5-9 0,0 4-7 16,1-3-9-16,-9 5-5 0,-1 1 2 0,-4 2 1 15,-2 2 4-15,0 2 5 0,-4 2 8 16,1 3 8-16,-1 4 6 0,-3-1 12 0,-3 7-1 15,-2-3 6-15,-3 1-12 0,-2 0-11 16,2 4 2-16,-6-3 5 0,2 2-31 0,0-1 8 16,-2 0-17-16,2-1-4 15,-2-3-4-15,0-1-49 0,2-3-62 0,-2 2-75 16,2-3-78-16,-1-1-89 0,-1-4-96 16,2-4-95-16,-6 6-132 0,6-6-43 15,0 0 48-15,0 0-469 0,0 0-578 0</inkml:trace>
  <inkml:trace contextRef="#ctx0" brushRef="#br0" timeOffset="5732.37">12356 4151 2883 0,'-2'-10'26'0,"0"1"64"15,0 2 54-15,2 0 26 0,-3 2 17 16,3 5-2-16,-4-7-17 0,4 7-18 16,-5-6-20-16,5 6-15 0,0 0-18 15,0 0-73-15,0 0-101 0,0 0-126 16,0 0-150-16,-3 27-202 0,-3-15-8 0,4 0 46 15,2 1-198-15,0 5-207 0</inkml:trace>
  <inkml:trace contextRef="#ctx0" brushRef="#br0" timeOffset="6482.08">12580 4371 2225 0,'14'-4'178'0,"-14"4"34"0,0 0 16 15,0 0 21-15,0 0 20 0,0 0 1 0,0 0-6 16,0 0-15-16,0 0-7 15,0 0-15-15,-30 14-19 0,21-7 0 0,-3 0-20 0,0 1-12 16,-1 1-19-16,-4 3-18 16,1-2-13-16,0-1-15 0,-4 4-11 0,4-3-6 15,-4-1-5-15,4-2-14 0,5-4-3 16,0-1-6-16,11-2-12 0,0 0-11 16,-21-10-3-16,19 1-1 0,4-5-7 0,5-6-8 15,7-6 0-15,3-1-3 0,2 3-3 16,-4 6-1-16,-3 4-3 0,1 5 1 0,-1 2 0 15,-1 1 0-15,0 3 2 0,3 2-4 16,-14 1 8-16,25 0-4 0,-12 1 17 0,0 2-5 16,5 3-2-16,-6-2-3 0,0 2-1 15,1-2 2-15,-1-2-7 0,-1 3 1 16,1-3-3-16,-4 0-5 0,-8-2-11 16,18 0-24-16,-18 0-20 0,23-4-26 0,-11-1-21 15,0-4-18-15,0-2-17 0,2-2-11 16,-3-5-19-16,5-7-15 0,-1-8-2 15,4-10-8-15,-2-5-11 0,2-3 6 0,3-6 18 16,-2-3 16-16,1 5 13 0,-1 4 9 16,-7 14 36-16,-4 6 37 0,-6 4 29 0,-1 10 12 15,-2 3 16-15,-2 5 24 0,-1 3 19 16,-3 3 12-16,6 3 28 0,0 0 28 0,-30 18 32 16,8 5 28-16,8 4 9 15,-8 12 8-15,2 6 15 0,4 3-14 0,4 5-15 16,-1 0-16-16,6-1-12 0,2 1-14 15,1-9-14-15,4-2-7 0,2-3-13 16,1 0-8-16,3-8-13 0,-1 2-9 0,1-11-6 16,1-1-6-16,-2-5-27 0,1-4-47 15,1 0-51-15,0-6-48 0,5 1-40 0,-2-6-39 16,-1 2-43-16,3-6-41 0,-12 3-27 16,27-9-17-16,-11-1-1 0,7-8 9 0,0-2 31 15,4-2 27-15,-2-4 26 0,-1 5 30 16,-3 0 50-16,-3 9 55 0,-5 0 52 15,-4 3 47-15,0 1 38 0,-6 3 22 16,3 2 12-16,-6 3 35 0,0 0 27 16,0 0 18-16,0 0-7 0,0 0-11 0,0 0-12 15,-16 29-14-15,12-19-9 0,-1 4-13 16,-1-1-5-16,3-1-12 0,-5 2-5 0,2 1-7 16,0-5-51-16,2 0-73 0,-1 0-83 15,3-3-101-15,0 0-103 0,0-2-135 0,2-5-146 16,0 0 49-16,0 7-363 0,0-7-427 15</inkml:trace>
  <inkml:trace contextRef="#ctx0" brushRef="#br0" timeOffset="6649.39">13236 4067 2619 0,'4'-13'54'0,"-6"1"50"0,0 0 48 0,1 7 30 0,1 5 24 0,-6-9 1 15,2 3-20-15,4 6-15 0,-3-7-19 16,3 7-15-16,0 0-17 0,0 0-11 15,-12-2-74-15,12 2-99 0,0 0-131 0,0 0-162 16,-10 15-205-16,7-8-18 0,-1 2 57 16,2 4-215-16,2 1-228 0</inkml:trace>
  <inkml:trace contextRef="#ctx0" brushRef="#br0" timeOffset="6999.29">13261 4303 2337 0,'-21'-7'221'0,"21"7"43"0,-13-6 51 16,8 2 52-16,5 4 30 0,-14-6 5 0,14 6-16 16,-8-4-12-16,8 4-21 0,0 0-21 15,-1-9-22-15,1 9-33 0,0 0-29 0,18-4-23 16,-18 4-26-16,27 0-18 0,-12 1-22 16,4 2-15-16,-1 2-19 0,-6 3-13 0,2-4-7 15,-3 8-15-15,-2-1-3 0,-6 1-9 16,-3-1-7-16,-3 5-39 0,-6 2-32 15,-2 2 0-15,-4 4 0 0,-4 0 0 0,2-3 0 16,0-4 0-16,3-2 0 0,3-1 0 16,-3 1 0-16,3-4 0 0,4-1 0 15,-4 0 0-15,6-2 0 0,-1-2 0 16,3 2 0-16,3-8 0 0,-4 9 0 0,4-9 0 16,7 8 0-16,-7-8 0 0,11 2 0 15,0-2 0-15,-11 0 0 0,25-2 0 0,-9 0 0 16,5-6 0-16,8-1-393 0,0-7-226 15,1 2-124-15,1 0-128 0,3 4 65 0,6-1-813 16,-1 6-1057-16</inkml:trace>
  <inkml:trace contextRef="#ctx0" brushRef="#br0" timeOffset="7401.73">13629 4454 4140 0,'-6'-6'-55'16,"-1"-1"61"-16,1 0 63 0,0 2 45 0,6 5 48 15,-4-11 40-15,4 11 17 0,-1-6-5 16,1 6-18-16,0 0-13 0,0 0-12 0,-6-7-1 16,6 7-7-16,0 0-6 0,0 0-5 15,0 0-10-15,0 0-6 0,0 0-4 16,0 0-8-16,0 0-3 0,0 0-10 0,6 26-7 16,-6-26-9-16,-6 8-8 0,0-4-7 15,6-4-9-15,-12 8 0 0,5-5-10 0,7-3-4 16,-13 4-3-16,13-4-7 15,-14 0-2-15,14 0-4 0,0 0-6 0,-13-7-7 16,11-1-2-16,2 8-6 0,-1-16-4 16,2 6 5-16,3-1-6 0,2 3 0 0,-3-1-4 15,3 1 1-15,-1 1 1 0,0 1-7 16,-5 6 1-16,13-6 0 0,-6 3-2 0,-7 3 4 16,22 1-6-16,-22-1 3 0,26 7-4 15,-5 0 2-15,-4 0-8 0,3 0-19 16,-4 0-67-16,2-2-66 0,0 5-55 0,0-6-45 15,0 2-52-15,-6-2-56 0,1-3-64 16,-1-1-69-16,1-1-67 0,3-3-85 16,-3-2-40-16,3 0 51 0,-3-2-459 15,0-6-568-15</inkml:trace>
  <inkml:trace contextRef="#ctx0" brushRef="#br0" timeOffset="14565.33">14656 3980 3559 0,'-1'-10'-16'0,"-1"0"59"0,-2 5 40 16,4 5 8-16,-7-8 5 0,7 8-14 0,-3-5-11 0,3 5-11 16,0 0-7-16,0 0-9 0,0 0-30 15,0 0-86-15,0 0-96 0,-15 13-128 0,11-2-158 16,1 3-113-16,-4 1 46 16,2 3-194-16,-6 11-208 0</inkml:trace>
  <inkml:trace contextRef="#ctx0" brushRef="#br0" timeOffset="15414.08">14185 4039 2000 0,'-4'-16'95'0,"3"-4"22"0,-5 5 8 0,4-1 37 16,0 4 38-16,1-1 35 0,1 1 29 15,-2 1 14-15,2 0 0 0,-4 4-15 0,4-2-26 16,-3 4-22-16,3 5-26 0,0 0-16 15,0 0 30-15,0 0 36 0,-11 29-18 0,6 9 5 16,-5 10 4-16,-2 4-3 0,5 6-9 16,1-2-13-16,-1 2-22 0,1-1-19 15,-2-3-13-15,4-10-17 0,3-3-9 16,-3-2-12-16,2-5-14 0,0-8-4 0,0-3-12 0,1-7-12 16,1-3-7-16,-3-1-6 15,3-3-6-15,0-1-31 0,0-8-41 0,0 0-72 16,0 0-49-16,0 0-34 0,0 0-42 15,0 0-39-15,0-33-24 0,-2 16-36 16,0-6-5-16,-2-2 18 0,1-7 28 0,-3 4 22 16,1 8 20-16,-4-1 23 0,4 6 27 15,-3-1 30-15,-1 4 32 0,1 2 36 0,0 0 37 16,1 1 35-16,0 3 33 0,-2 1 21 16,4 3 25-16,5 2 13 0,-8-10 9 0,8 10 14 15,0-4 13-15,0 4 6 16,0 0-4-16,13-6-8 0,1 3-12 0,3-1-8 15,6 0-10-15,11-2-6 0,9-2-7 16,-6-3-6-16,5 5-8 0,-1 2-5 0,-7-3-5 16,-7 2 0-16,-7 2-10 0,-1-1 2 15,-6 2 11-15,1 1 10 0,-14 1 19 16,21 7 27-16,-13-2 8 0,-3 3 15 0,1 1-5 16,-2 3-3-16,-3 0-11 0,1 1-11 15,-2 5-1-15,0-3-16 0,0 1-4 0,0-1-11 16,0 3-8-16,-2-1-4 0,1 0 2 15,-5-2-19-15,2 2-45 0,2-5-63 16,-5 2-59-16,3 2-62 0,0-3-76 16,-2-3-94-16,3 0-78 0,-5-6-87 0,4-2-94 15,4-2-65-15,0 0 42 0,0 0-485 16,2-21-602-16</inkml:trace>
  <inkml:trace contextRef="#ctx0" brushRef="#br0" timeOffset="15581.34">14502 4077 3052 0,'4'-15'-15'0,"-2"3"58"15,-2 4 49-15,0-2 45 0,0 6 19 16,0-3 1-16,0 7-8 0,-2-8-16 0,2 8-16 16,0-6-12-16,0 6-13 0,-2-7-11 15,2 7-39-15,0 0-60 0,0 0-86 16,0 0-84-16,0 0-107 0,0 0-136 16,0 0-144-16,4 25 42 0,-3-12-214 0,5 3-239 15</inkml:trace>
  <inkml:trace contextRef="#ctx0" brushRef="#br0" timeOffset="16065.3">14791 4255 2218 0,'0'0'147'16,"-30"8"13"-16,17-5 34 0,-3 3 46 16,-2 4 35-16,-2-2 19 0,4 5-2 15,-2 0-23-15,4 1-18 0,1 4-14 16,2-2-20-16,3 3-20 0,2-4-14 0,3 0-15 15,1 3-14-15,0-6-9 0,4 1-19 16,1 1-6-16,1-4-10 0,4 1-10 0,2-3-10 16,1-1-4-16,3-6-12 0,0 1-11 15,6-5-3-15,-4-1-6 0,8-1 5 0,-5-3 19 16,-2-4-2-16,6-5 2 0,-4-4 14 16,-2-1 8-16,-3-4-1 0,-7-3-1 15,0 1-22-15,-5 5-5 0,-2 2-8 0,-2-2-14 16,-1 1 2-16,-7 3-10 15,0 0-3-15,-1 4-3 0,0 3-11 0,-1 3-5 0,1 2 2 16,0 5-8-16,-3 0-2 16,14 2-3-16,-23 4 2 0,14 2 2 0,-1-1-6 15,5 3-1-15,0 0 5 0,3 0-2 16,2-1 7-16,0-7-1 0,11 15 3 0,2-7-5 16,2 1 2-16,6 0 1 0,2-1-1 15,2-6 2-15,-2 2 0 0,-3-2 9 0,3-1 14 16,-2 1 5-16,-2-2-1 0,-2 1-3 15,-4-2-8-15,1 2-2 0,-14-1 0 0,21 3-30 16,-21-3 0-16,17 1-57 0,-17-1-76 16,11 3-76-16,-4-1-76 0,-7-2-106 15,5 6-110-15,-5-6-137 0,6 2-189 16,-6-2 59-16,0 0 81 0,-20 9-570 16,2-6-717-16</inkml:trace>
  <inkml:trace contextRef="#ctx0" brushRef="#br0" timeOffset="21612.63">5237 4177 3309 0,'0'0'-89'0,"0"0"28"0,9-2 25 15,-9 2 33-15,0 0 45 0,0 0 37 0,0 0 30 16,0 0 21-16,9-5 4 15,-9 5-3-15,0 0-9 0,0 0-10 0,0 0-7 16,0 0-5-16,0 0-5 0,0 0-4 16,0 0-11-16,0 0-1 0,0 0-6 0,0 0-5 15,0 0 0-15,0 0-4 0,0 0-6 16,-2-12-6-16,2 12-7 0,0 0-8 16,0 0-1-16,-11-7-4 0,11 7-1 0,-8-8-3 15,8 8-9-15,-7-4 3 0,7 4-4 16,-8-5-2-16,6 0-3 0,2 5 0 15,0 0-1-15,0 0-4 0,0 0-1 16,0 0-1-16,0 0 4 0,0 0-1 0,-23 8 0 0,21-2-2 16,-1 2 2-16,1-1-3 0,-2-1-2 15,2 0 7-15,-1 1-1 0,-2-1-4 16,1 3-3-16,2-4 7 0,-1 0-3 0,3-5 1 16,-6 11 0-16,4-8-3 15,2-3-26-15,-7 8-49 0,2-6-90 0,5-2-116 16,-13 3-125-16,13-3-164 0,-12 0-80 15,3 2 56-15,9-2-312 0,0 0-384 0</inkml:trace>
  <inkml:trace contextRef="#ctx0" brushRef="#br0" timeOffset="22396.29">4990 4400 2350 0,'0'0'14'0,"2"-7"21"0,-2 7 0 0,0 0-4 16,0 0 6-16,-15-9 14 0,8 6 22 16,7 3 12-16,-27-7 10 0,11 7 2 0,2-3-4 15,-8 0-1-15,4 0-9 16,-9 0-3-16,0 0 9 0,-1 1 4 0,-17-3-13 0,0-1 11 16,-3 2-2-16,-13-2 2 15,-4 2 1-15,-5-3-4 0,-8 5-14 0,-41-4-5 16,-1 5-7-16,-5-2 2 0,-3 3 3 15,-1 4-1-15,5-4 11 0,4 0 3 16,28 0-3-16,6 0 8 0,6 2 12 0,8 0 6 16,22-2 10-16,5 0 7 0,11 0-1 15,7-2-14-15,7 4-10 0,4-2-7 0,-2 0-13 16,5 0-2-16,3 0-12 0,10 0-7 16,-18 0-8-16,18 0-10 0,-14 0-7 0,14 0-9 15,-9-2-17-15,9 2-35 0,0 0-35 16,0 0-44-16,-14 2-47 0,14-2-51 15,0 0-65-15,0 0-75 0,0 0-105 16,0 0-182-16,0 0 15 0,0 0 78 16,0 0-297-16,0 0-324 0</inkml:trace>
  <inkml:trace contextRef="#ctx0" brushRef="#br0" timeOffset="22929.06">2501 4030 2320 0,'10'-5'31'0,"-4"-3"1"0,-2 4 3 16,-1 0 18-16,-3 4 28 0,0-9 25 0,0 9 23 16,-3-10 9-16,-5 4-3 0,1 2-5 15,-3-2-11-15,-5 2-8 0,-1 1-5 16,-2 3-14-16,-3 3-9 0,-6-1-7 0,-7 7-2 16,-1 2-17-16,1 2-4 15,4 1 0-15,-1-3-13 0,10 4 6 0,3-6-8 16,5-1 4-16,4 1 2 0,1-1 1 15,4 1-4-15,2-3 6 0,2 3-1 0,4 1-11 16,4 1 5-16,5 0-7 0,2 5 0 16,8 3 2-16,0 0-11 0,0-1 1 15,1 1 0-15,-8-3-3 0,0-3-5 0,-7-1 20 16,-2 3 24-16,1-1 32 0,-2 1 31 16,-2-1 17-16,-4 0 10 0,0 1 4 0,-4-1-8 15,0 4 2-15,-6-1-22 0,1 0-11 16,-5-2-10-16,1-1-13 0,-4 0-6 0,4-4-25 15,2-1-10-15,-3 0-4 0,3-3-9 16,-3-3-11-16,5-1-42 0,9-2-50 16,-18-3-56-16,18 3-66 0,-16-12-67 15,10 5-72-15,2-3-87 0,4-2-120 16,0-3-163-16,4 1 38 0,2-5-448 0,1-2-576 16</inkml:trace>
  <inkml:trace contextRef="#ctx0" brushRef="#br0" timeOffset="23513.32">2572 4170 2860 0,'0'0'-12'0,"0"0"22"0,11 0 5 0,-11 0 24 0,0 0 40 16,0 0 33-16,0 0 11 0,0 0 1 16,0 0-3-16,20 0-6 0,-20 0-18 15,0 0 0-15,11-4 4 0,-11 4 8 16,16-3-10-16,-11 0-8 0,4-3-6 0,1 3-7 15,-10 3-3-15,12-9 12 0,-9 6 4 16,-3 3 4-16,8-10-8 0,-8 3-8 16,0 7-6-16,0-10-8 0,-4 3-9 0,2 0-5 15,-3 2-7-15,-1 0-4 0,6 5-5 16,-16-4-3-16,2 5-3 0,-2 5-1 0,-1 3-7 16,-2 1 0-16,-6 5 0 15,4 3 1-15,0 2-3 0,2 0-3 0,6-1 1 16,3-3 0-16,4-1-2 0,3-1-1 15,1-2 0-15,2 0 2 0,5 1-6 16,-1-4 4-16,6 1-3 0,1 0 4 0,9 0-1 16,0-3 0-16,1-7 1 0,6 0-2 15,2 0-3-15,7-9-3 0,2-3-4 0,-2-4 4 16,8-10-5-16,-4 0-4 0,-2-8-3 16,-3-3-3-16,-3-3 2 0,-3-1-1 0,-5-6 2 15,-1-2-3-15,-6-3 4 16,-2-7-2-16,-5 0-1 0,-2 1 0 0,-5 14 4 15,-3 3-2-15,0 3 1 0,-1 12 7 16,-1 7 10-16,2 4 2 0,-2 3 0 16,-2 5 1-16,2 4 1 0,2 3 4 0,-17 13 2 15,6 3 5-15,-3 15 1 0,3 1 6 16,3 4 4-16,4 1-2 0,2 3 1 0,6 0-4 16,4 1-1-16,5 5-5 0,3-3-1 15,-2-11-22-15,4 1 3 0,0-3-2 0,0-5-14 16,1-3-48-16,-4-5-57 15,-4-3-68-15,3-2-80 0,-1-3-72 0,-5-3-98 16,2 0-113-16,-3-4-104 0,-2 3 38 0,-5-5-365 16,2 6-452-16</inkml:trace>
  <inkml:trace contextRef="#ctx0" brushRef="#br0" timeOffset="23679.44">3055 4100 2937 0,'-11'0'121'0,"11"0"32"0,-11-4 34 16,11 4 41-16,0 0 29 0,0 0 20 0,-11-2-3 0,11 2-9 15,0 0-36-15,0 0-16 0,0 0-29 0,0 0-19 16,0 0-12-16,0 0-17 0,0 0-18 16,24-9-51-16,-8 7-94 0,2-2-110 0,7 0-118 15,11-4-128-15,5 1-192 0,-1-1-128 16,2 1 57-16,2 0-455 0,1-1-572 16</inkml:trace>
  <inkml:trace contextRef="#ctx0" brushRef="#br0" timeOffset="23945.44">3845 4048 3194 0,'-30'7'104'16,"-7"0"27"-16,-5 2 31 0,-11 9 48 15,-8 3 59-15,-6 1 63 0,-19 10 46 0,-5 3 4 16,-4 2-18-16,-4 9-13 0,-6 0-17 16,-7 3-8-16,-5 5-8 0,1 0-14 15,-4-1-27-15,5 1-23 0,6-4-26 0,5-3-16 16,14-4-151-16,11-2-61 0,24-11 0 15,5-7 0-15,8 1 0 0,10-4 0 0,1-2 0 16,6-2 0-16,8-3 0 16,2-2 0-16,4-2 0 0,1-4 0 0,0 7 0 15,5-6-86-15,1 3-374 0,2-3-103 16,-2 2-95-16,4-8-178 0,0 10 22 0,0-5 68 16,0-5-624-16,0 0-824 0</inkml:trace>
  <inkml:trace contextRef="#ctx0" brushRef="#br0" timeOffset="46777.15">6842 6338 747 0,'-16'-2'183'0,"16"2"-30"0,-12-2-24 16,12 2-7-16,-11-2 4 0,11 2-1 0,-10-2 0 16,10 2-3-16,-10-3 5 0,10 3 4 15,0 0-3-15,-13-2 1 0,13 2-2 16,0 0-8-16,-7-4-1 0,7 4 1 0,0 0-2 15,0 0-10-15,0 0-7 0,-7-2-17 16,7 2-3-16,0 0-5 0,0 0-6 0,0 0-3 16,0 0-3-16,25-2-7 15,-25 2-2-15,24 0-6 0,-11-2-7 0,6 2-2 16,4 0-8-16,2-2-2 0,5 0-4 16,-1 2 1-16,13 0-1 0,-3-2-5 0,2 0-2 15,-1-1-2-15,-8 3-4 0,0 0-4 16,6-3 3-16,3-1 4 0,-3 2-1 15,2-2-5-15,-2 1 2 0,2-1-5 0,-2 0 1 16,0 2-6-16,-5-1 6 0,-2 2-2 16,-6-3 2-16,2 0-12 0,-4 4 9 0,4-3 2 15,-6 3-7-15,1-2 2 0,0 1 2 16,-1 1-4-16,-3 0 4 0,6-1 0 0,-7-1-2 16,5 0-1-16,3 0 4 15,4 0 3-15,0 0-4 0,8-2-2 0,4 2-1 16,2-4 0-16,4 1-6 0,-2 0-11 15,1 2-10-15,-1-1-3 0,2 1 1 0,-4 0 1 16,1 1 4-16,-4-2 6 0,-2 1-5 16,-8 1 4-16,-5 2-7 0,-1-3 9 15,-6 3 4-15,1-2-4 0,-4 2 4 0,6-2-3 16,1 1 3-16,3-3 1 0,12 1 7 16,1-2 0-16,3 1-4 0,-1-1 4 0,-1 0 1 15,1 0-1-15,5 0 6 0,-8 2-5 16,6-3-10-16,-3 3-6 0,-3-2 3 0,0 0-6 15,-9 1 7-15,-5 0 4 16,0 0 3-16,-4 2 1 0,-2-1 0 0,-2 1 0 16,5-3-3-16,-5 1 0 0,4-3 3 15,2 1-1-15,0 2-3 0,1-1 8 16,2 0-3-16,-1 0 2 0,-2-1-2 0,-5 2 4 16,4 0 1-16,-2 0-5 0,0 1 3 15,0 0 0-15,-2-2 3 0,0 1-2 0,-1 1 7 16,-4-2 0-16,3 3-4 0,-3-2 1 15,3 0-5-15,-2-1 3 0,2 1 1 0,1-2 1 16,-1 2 0-16,1-2 0 16,0 2-4-16,-3-1 3 0,0 4-1 0,2-2-6 15,-1 1 7-15,-1-2 0 0,1 2-4 16,-2 0-1-16,-11 2 2 0,21 0-6 16,-21 0 9-16,18 0 0 0,-18 0-6 0,13 0 4 15,-13 0 2-15,14 6-2 0,-9-2 7 16,1 3-5-16,-1 2-2 0,-1 6 3 0,0 7 3 15,1 2 8-15,-5 3 16 0,0 14 5 16,-3 4-4-16,1 9-2 0,0-6 7 0,0 10 5 16,0 0 3-16,2-9 27 0,2 8-11 15,0-14 0-15,0 0-10 0,4 0 1 0,-2-4-2 16,3-3-8-16,-3-2 0 0,2 0-9 16,-3-8-3-16,1-6-3 0,-1-1 3 15,1-1-1-15,-3-3-3 0,-1-1-6 16,2-2 0-16,-2-1-2 0,0 0 8 15,2 0-8-15,-2-4-2 0,2 3-1 0,-2-10 2 16,0 12-3-16,0-5-1 0,0-7-1 16,4 10-4-16,-4-10 6 0,0 8-2 0,0-8-7 15,1 9 0-15,-1-9 2 0,0 9 2 16,0-9-2-16,-1 8 0 0,1-8 7 0,-2 10-6 16,2-10 5-16,-2 11-4 0,2-5 0 15,0-6-3-15,-4 9 2 0,4-9-2 0,-2 9 0 16,2-9 1-16,-1 8 1 15,1-8 2-15,0 0-2 0,-4 10 1 0,4-10 0 16,-5 4 5-16,5-4-4 0,0 0-1 16,-4 7 5-16,4-7-4 0,-9 3 4 0,9-3-1 15,-11 9-2-15,3-7-2 0,-1 2 2 16,-2-1-6-16,-3 1 2 0,3 1 0 16,-7 0 5-16,3-1-6 0,-2 1-1 0,-2-2 3 15,0 1-9-15,-2-1 10 0,-4 3-1 16,2-2-2-16,-1 0-5 0,-3 0 8 0,-11 0-5 15,2 2-2-15,-3 0 8 0,1-1-2 16,-2-2 6-16,4 4 0 0,-4-3-4 0,0 4 4 16,0-4-4-16,1 3 1 15,2-1-1-15,-5-2 3 0,3 2-2 0,-1-1 0 16,3 1-3-16,-3-4 0 0,-3 2 4 16,7-2-4-16,-3 1 0 0,-4 1-1 0,3-1 0 15,3-1 2-15,-6 0-4 0,1 0-1 16,-2-1-2-16,1 1 2 0,-3-2 1 0,-3 2-1 15,-1 1-1-15,1-1 2 0,-3 0-4 16,4 1 4-16,1-2 0 0,1 0 2 0,0 3-2 16,2 0-1-16,2-4 0 0,3 4-1 15,0-1 3-15,8 0-2 0,-6 2 7 16,4-3-8-16,8 0 0 0,-2 0-3 0,3-2 3 16,0 3-1-16,0-1 5 15,-1-1 0-15,-1 1-5 0,-1 0 3 0,1 1-4 16,-1-1 5-16,0 0-2 0,2 0 0 15,-3 2 2-15,-1-3-3 0,2 2 0 0,1-1-2 16,-3-2 2-16,0 2 2 0,2-1-3 16,-5 1 0-16,5-1-1 0,-14 3-2 0,3-1 4 15,0 1 1-15,8-2-2 0,1-1 0 16,-9 3 2-16,5-1-3 0,5-1 2 0,1 2-3 16,1 0 5-16,-3-4-2 0,4 4 2 15,6-3 3-15,-2 1-4 0,2 0 0 16,1 0 4-16,5-1 8 0,0 2 3 15,0-2 0-15,1-1 1 0,12 0-6 0,-17 1-1 16,10 1 1-16,7-2-1 0,-16 2-2 0,16-2-3 16,-9 2 3-16,9-2-3 0,-10 2-2 15,10-2-1-15,-9 1 2 0,9-1 2 16,0 0 1-16,-12 3 2 0,12-3 1 16,0 0-5-16,0 0 3 0,0 0-1 0,-11 0 2 15,11 0-2-15,0 0 5 0,0 0-4 16,0 0 3-16,0 0 0 0,-10 3 3 0,10-3 1 15,0 0 7-15,0 0 3 0,0 0 9 16,0 0 9-16,0 0 2 0,0 0-5 0,-8-9-3 16,8 9-5-16,-1-11-1 15,-1 3-3-15,2-6-5 0,0-5-4 0,3-5-4 16,1-18-1-16,3-10-14 0,0-6-4 16,2-3-8-16,0-4-7 0,4 0-5 0,-2-2 4 15,-2 1-1-15,1 0-1 0,-3 3 2 16,1 1 0-16,-3 6 2 0,0 11 4 0,0 4 3 15,-3 3 3-15,0 4-1 0,2 0 2 16,0 7-2-16,-3 4 5 0,1 3 1 0,0 3-2 16,2-3-1-16,0 5 5 0,-2-3-4 15,0 3 3-15,2 3 0 0,-2 0-3 16,0 5 2-16,-1-3-7 0,1 3 5 0,0 0-7 16,-2 2-1-16,0 5 5 15,0 0-5-15,0 0 4 0,0 0-7 0,0 0-25 0,0 0-25 16,0 0-27-16,0 0-28 15,-4 23-46-15,-1-13-38 0,1 0-61 0,-1 5-82 16,-2-4-108-16,2 3-147 0,-3 2 64 16,1-3-260-16,-2 1-286 0</inkml:trace>
  <inkml:trace contextRef="#ctx0" brushRef="#br0" timeOffset="51191.8">10227 6042 2075 0,'-5'-6'-50'0,"3"2"29"0,2 4 31 15,-4-8 30-15,4 8 31 0,-2-11 38 16,0 5 30-16,0-2 29 0,2 4 29 0,0 4 14 15,-2-15 11-15,0 9 0 0,2 6 6 16,-2-13-6-16,2 8-19 0,0 5-16 0,0-7-21 16,0 7-21-16,0 0-12 15,0 0-12-15,0 0-5 0,8 19-3 0,-4 5-5 16,-2 1-4-16,6 12 0 0,-5 3-6 16,1 1 5-16,-4 0-9 0,0-1 5 0,-4 1 2 15,-3-3-2-15,1 1-4 0,-6-3-4 16,-1 0-11-16,-6-4-13 0,2 1 5 0,-4-6-11 15,-2-1-7-15,-2-1 1 0,0-6-4 16,3 1-13-16,3-7-24 0,-1-5-41 16,0 2-51-16,0-4-65 0,1-2-60 15,2-1-79-15,-4-3-66 0,5 0-57 0,-6-3-69 16,8-2-93-16,-4 0-90 0,2-3 61 0,1 1-368 16,6-1-443-16</inkml:trace>
  <inkml:trace contextRef="#ctx0" brushRef="#br0" timeOffset="51441.07">9878 6450 2592 0,'10'-3'7'0,"-6"-1"46"0,-4 4 17 16,6-5 11-16,-6 5 17 0,0 0 24 0,0 0 52 15,0 0 48-15,0 0 28 0,-8 28 7 16,-6-3 5-16,-2 1 4 0,-6 2 8 16,1-1-3-16,1 2 9 0,0-1-1 0,1-4-14 15,2 2-27-15,6-8-16 16,1-1-24-16,1 1-21 0,3-3-14 0,5-3-17 0,1 0-9 15,3 2-13-15,3 0-7 0,7 1-18 16,2-3-13-16,7-4-31 0,6 4-53 0,5-1-68 16,-6-3-71-16,-4-3-70 15,1-1-90-15,-5 0-90 0,-1-4-89 0,-2 2-86 16,-3 0-133-16,1 2-27 0,-5 0 73 16,-1-4-504-16,-5 6-619 0</inkml:trace>
  <inkml:trace contextRef="#ctx0" brushRef="#br0" timeOffset="52622.88">16398 3297 2938 0,'-6'-3'-151'0,"6"3"32"15,-16-2 23-15,16 2 30 0,-23 5 34 0,5 0 29 16,0 5 21-16,-14 6 19 16,6 1 12-16,1 4 10 0,2 1 3 0,2 3-4 15,4-4 2-15,3 4 4 0,7 0 6 16,3-7 5-16,4 1-3 0,2 1-2 0,4-1-5 16,4 1-6-16,5 4-11 0,4-5 4 15,8 0-2-15,1-6-2 0,2-4-6 16,11-1-3-16,-3-2-9 0,-1-4 2 0,-2-2-1 15,3-4-3-15,-3-2 9 0,-3-7 25 16,-3-2 5-16,-6-4 5 0,-5-5-6 0,0-4-9 16,-7-2-2-16,-6-5-1 15,4 0-9-15,-9-4 2 0,0 8-3 0,-5 6-8 16,1-8-5-16,1 9-7 0,-5 7-6 16,5 0-4-16,-7 5-3 0,0 3-5 0,-3 3-32 15,-1 2-36-15,1 4-38 0,-6 2-48 16,2 1-48-16,-2 2-69 0,-2 3-78 15,6-3-130-15,1 1-93 0,9-1 58 0,1-1-87 16,4-4-94-16</inkml:trace>
  <inkml:trace contextRef="#ctx0" brushRef="#br0" timeOffset="52972.92">19386 3260 1811 0,'-37'6'66'0,"37"-6"-1"0,-16 4-1 0,7-1-5 0,-2 2-2 0,4 0 10 0,2 0 3 16,-1 2 13-16,1-1-1 0,5 2-5 15,3-1 6-15,3 3-10 0,7 5-2 16,2-6-6-16,14 5-6 0,5 0-5 0,-2-4-7 15,1-2 0-15,1-1-7 0,-9-3-1 0,-4-1 13 16,-4-3 24-16,-3 0 4 16,-1-1 7-16,-4-5-15 0,-4-1-4 0,2-1-13 15,-7-4-1-15,-7-2-10 0,2-5-9 16,-6 2-20-16,0 3-27 0,-9-9-34 0,-3 6-35 16,2 5-36-16,-1 8-44 0,-9 6-65 15,-28 6-81-15,-4 9-171 0,-23 13-26 16,-11 7-103-16,-12 11-107 0</inkml:trace>
  <inkml:trace contextRef="#ctx0" brushRef="#br0" timeOffset="53372.54">16497 4650 1982 0,'0'0'133'0,"-28"12"-10"0,12-7-8 15,-1 3-4-15,-9 6 4 0,-1 2 16 16,2 1-4-16,-2-2 1 0,4 4-10 0,8-4-11 16,3 1-9-16,7-4-15 15,1 0-2-15,4 2-3 0,4-1-15 0,3 2-1 0,7-1-4 16,13 3-5-16,7-5-9 15,0-2-10-15,4-3-18 0,3-3-15 0,-11-4-3 16,-4 0 7-16,1-4 1 0,-4 0 5 16,-2-3-3-16,-4-1 10 0,-1-6 2 0,-5-1 0 15,-4-5 0-15,1 0 7 0,-6-4-7 16,-2 0-1-16,0-2-9 0,-2 7 2 0,2 0 0 16,0 2-5-16,-1 4-4 0,1-2-35 15,-2 7-39-15,0 3-36 0,2 5-42 16,-7-3-68-16,7 3-90 0,0 0-131 0,0 0-106 15,-5 16 54-15,5-16-96 16,32 13-86-16</inkml:trace>
  <inkml:trace contextRef="#ctx0" brushRef="#br0" timeOffset="53623.35">18460 4748 1840 0,'0'0'134'0,"0"0"9"0,0 0 19 15,0 0 18-15,-25-11 14 0,25 11 4 0,0 0-9 16,-17 0-16-16,17 0-17 16,0 0-2-16,0 0 2 0,0 0-8 0,0 0-3 15,0 0-8-15,0 0-14 0,0 0-9 0,0 0-11 16,0 0-11-16,19 19-7 0,-11-17-9 16,-8-2-9-16,17 8-7 0,-12-8-32 15,-5 0-33-15,14 5-44 0,-14-5-55 16,11 4-73-16,-11-4-92 0,8-2-121 0,-8 2-165 15,4-7-38-15,0-1 58 0,-4-4-207 16,4-5-232-16</inkml:trace>
  <inkml:trace contextRef="#ctx0" brushRef="#br0" timeOffset="54006.25">18501 2164 2074 0,'-11'-12'-29'16,"0"1"4"-16,-1 5 4 0,1 4-1 0,2 2-4 16,-3 0 19-16,-1 2 6 0,-1 2 9 15,1 4 0-15,0 0 6 0,1 1-1 16,5 3 0-16,-1 0 3 0,2-1 4 0,4 2-1 15,0-3 0-15,4 2-1 16,3-2 1-16,-2 1-2 0,1-1 1 0,3-2-2 16,3-3-1-16,2 1 2 0,-3-5 0 15,-9-1 6-15,19-1 12 0,-9-5 5 0,-3-1-2 16,0-5-5-16,-2 0-4 0,-1-3-2 16,-2 0-5-16,-6-4-4 0,0 2-3 15,1 0-3-15,-4 5-4 0,0-1-24 0,-3 4-27 16,-3 3-23-16,-4 5-27 0,-6 2-53 15,-13 10-66-15,-9 11-123 0,-4 0-209 0,3 5-47 16</inkml:trace>
  <inkml:trace contextRef="#ctx0" brushRef="#br0" timeOffset="54511.45">16125 2201 1540 0,'-15'-15'23'0,"2"3"16"0,2 2-5 0,-1 3-6 0,4 2-7 0,3 0 0 0,-3 1-4 16,8 4 0-16,-9-4-5 0,9 4-1 0,0 0 7 16,0 0-6-16,0 0-1 15,-12 11 1-15,12-11 1 0,5 12-1 0,2-5 2 16,2 0 1-16,2 1 0 0,1-1-4 16,-1 0 3-16,0-4-1 0,1 1 2 15,-12-4-1-15,15 1 4 0,-15-1-3 0,18-3 0 16,-18 3-3-16,15-7-1 0,-12 2-6 15,4 2-7-15,-7 3-25 0,5-7-44 0,-5 7-52 16,0 0-46-16,0 0-32 0,0 0-287 16,0 0 5-16</inkml:trace>
  <inkml:trace contextRef="#ctx0" brushRef="#br0" timeOffset="54740.2">20124 2873 1231 0,'-6'3'-103'0,"6"-3"-56"0,0 0-171 15,-8 6 155-15</inkml:trace>
  <inkml:trace contextRef="#ctx0" brushRef="#br0" timeOffset="62737.53">5391 7292 1879 0,'2'-13'250'0,"0"4"-47"0,0 2-23 0,-2 0-18 16,0 7-19-16,-2-8-32 16,2 8-23-16,0 0-13 0,-12 0-8 0,12 0-4 15,-24 22-4-15,3 7 0 0,-10 9 25 16,1 6 4-16,-5 4 4 0,3 1 12 0,2 2-9 15,-1-1-9-15,8-4-4 0,4-1 25 16,4-9 3-16,5-2 18 0,2-3 2 0,6-6 5 16,2-2-2-16,2-6-1 0,2-3-8 15,1 1-6-15,4-3-6 0,0-2-12 16,2-3-6-16,1-2-13 0,1-2-24 16,1-2-39-16,2-2-61 0,0-4-79 0,1 2-100 15,4-4-96-15,0-1-101 0,0-1-121 16,-4 2-75-16,4-3 40 0,-8 3-342 15,-2 0-397-15</inkml:trace>
  <inkml:trace contextRef="#ctx0" brushRef="#br0" timeOffset="62988.11">5505 7728 2446 0,'0'0'40'0,"0"0"41"0,0 0 4 16,0 0-1-16,0 0 0 0,0 0 8 15,0 0 49-15,0 0 12 0,8 8 13 0,-4 0-7 16,-1 0-5-16,-1 1-6 0,4 4-15 15,-3-1-12-15,-1 4 0 0,0 1-7 16,-2 0-4-16,-2 0-7 0,0 0-5 16,-3 2 2-16,-1 0-5 0,-7 6-10 15,-4-2-7-15,1-5-10 0,1 5-4 0,-6-5-8 16,3-4-6-16,0-1-6 0,2-6-19 16,5-1-46-16,-2-3-63 0,0-3-74 0,2-1-92 15,11 1-93-15,-24-8-101 0,15 1-166 16,-1 0 24-16,4-2 68 0,3 1-259 0,-1 1-266 15</inkml:trace>
  <inkml:trace contextRef="#ctx0" brushRef="#br0" timeOffset="64438.07">13599 8122 2124 0,'-22'2'-29'0,"4"-1"11"15,-2 1 3-15,6 0 16 0,0 0 14 16,-1-2 22-16,3 1 18 0,1 0 2 16,2-1 1-16,9 0-8 0,-18 3-3 0,18-3 1 15,-9 0 3-15,9 0 0 0,0 0-2 16,0 0-5-16,0 0-1 0,0 0-2 0,0 0-4 15,0 0-5-15,0 0 10 16,40 0 0-16,-17 0 0 0,5-4-5 0,16 3-2 16,2-1-3-16,5 0-4 0,10-1 0 15,3 0-2-15,0 1-8 0,6-2-1 0,2-1 2 16,5-2-1-16,-1 0-3 0,2 1 1 16,-4-1-2-16,3-2-4 0,2 2 0 0,-2-2-1 15,2 1 0-15,-5 3-3 0,-1-4-2 16,0 5 5-16,-2-2-1 0,-5 2-3 0,2 0-3 15,-2 1 1-15,2-1 4 0,-3 0-5 16,2 0 1-16,-3 1 1 0,4 0-1 0,-4-1-3 16,7 1 0-16,-3-1 4 15,1 1-4-15,0 0 0 0,-7-3 4 0,1 2-4 16,-2-2-1-16,-13 2 0 0,1 0 1 16,-3-1 1-16,2 1-1 0,-4 2 0 0,-1-3 0 15,2 2 1-15,-7-1-1 0,-6 2 3 16,-5-1-2-16,-2 0-1 0,-3 1 0 15,-3 0 0-15,1 0 0 0,-2 1 4 0,3-1-1 16,1 1-1-16,-4 0-2 0,5-3 3 16,0 2-1-16,0-2-4 0,1 2 2 0,1-3 1 15,2 0 2-15,0 2-5 0,9-3 1 16,0 0 0-16,-6 3-1 0,-5-1 4 16,0 2-2-16,0-1-1 0,0-1-2 15,-4 3 2-15,0-3 6 0,4 2-6 0,0 1 0 16,-1-2 0-16,2 1 0 0,3 0 1 15,0 0 1-15,-1 1-1 0,12-3-5 0,3 1 6 16,-4-1-4-16,1-1 1 0,4 2 2 16,-4-1 0-16,-2 1 0 0,-5 0-1 0,-9-1 0 15,-1 2-1-15,-1 1 2 0,-6-2 3 16,0 2 0-16,-1 0 20 0,-3-1 11 0,1 0 10 16,-1 2 10-16,-3-2 16 0,-9 2 8 15,17-3 3-15,-11 3 3 0,-6 0 0 16,13-3 0-16,-13 3-3 0,7-2-8 0,-7 2-6 15,0 0-10-15,12-2-5 0,-12 2-5 16,0 0-3-16,0 0-6 0,11-2-11 16,-11 2 1-16,0 0-33 0,0 0-57 15,0 0-77-15,0 0-86 0,0 0-116 0,0 0-175 16,0 0-45-16,0 0 58 0,0 0-216 16,-48 6-211-16</inkml:trace>
  <inkml:trace contextRef="#ctx0" brushRef="#br0" timeOffset="66570.12">15386 6607 1836 0,'0'0'-57'0,"0"0"32"0,6-11 25 0,-6 11 21 16,2-6 29-16,-2 6 25 0,0 0 21 15,3-6 10-15,-3 6 5 0,4-6-5 0,-4 6-11 16,0 0-3-16,0 0-4 15,0 0-3-15,0 0-7 0,19 17-4 0,-13-5-12 16,-2 2 1-16,-1 1-9 0,-1 5-6 16,1-1-1-16,-3 2-7 0,-3 1-2 0,-1 0-2 15,-1 0-4-15,-2-1 2 0,-7 4-6 16,-3-1 2-16,-1 1 3 0,-2-7 28 16,3-3-1-16,-3-2-2 0,4-3-11 0,-2-4 1 15,1-1-1-15,0-2 34 16,2-3-5-16,1 0-9 0,3-6-6 0,0 0-9 0,-1-5-5 15,5-3-3-15,-1-4-3 16,5-5-5-16,0 0-3 0,6-3-11 0,2-8-2 16,2 3 4-16,-1 5-6 0,3 8 1 15,1 0-4-15,-2 5 2 0,1 2-1 0,3 2-5 16,-3 5 9-16,2 4-7 0,5-2 5 16,-3 4-1-16,6 0 18 0,3 4 1 0,-4 3 13 15,5 0 1-15,8 2 8 0,-3 1 7 16,-5-3-6-16,-2-1-8 0,-2 3-3 0,-1-4-3 15,-5 0-6-15,1-1-4 0,-5-1-3 16,-2-1-4-16,2 1-6 0,0-2-4 0,-4 1-3 16,1 1-24-16,-6-5-61 0,5 5-72 15,-5-5-73-15,4 7-81 0,-4-7-90 16,0 0-115-16,0 0-79 0,-2 7 38 16,2-7-278-16,0 0-305 0</inkml:trace>
  <inkml:trace contextRef="#ctx0" brushRef="#br0" timeOffset="67037.17">15975 6534 2263 0,'-4'-6'-31'0,"-2"-2"9"0,-3 3 7 0,-1 2 13 15,3-2 10-15,-4 3 11 0,-1 2 3 0,12 0 0 16,-31 5 0-16,16 0-4 0,0 2 2 16,0 2-4-16,1-1-1 0,1 2 1 0,4 0 25 15,0-3 25-15,2 5 25 16,5-4 19-16,2 1 22 0,2-3 0 0,4 2 11 15,-1 2-2-15,5 0-11 0,1-3-11 0,1 5-5 16,-1-4-9-16,1 1-13 0,0 3-1 16,-5-2-9-16,-2-1 2 0,-1 1-4 15,2 0-2-15,-6-1 2 0,0 1 4 0,-6 2-1 16,2-3-5-16,-5 2-11 0,-3 0-2 16,3-1-9-16,-2-1-4 0,-3-1-4 15,1-1-4-15,-1 1-5 0,1-2-4 0,0 0-4 16,1-2-3-16,1-1-1 0,-1-1-2 15,12-2-15-15,-16 2-47 0,16-2-58 0,-18-6-72 16,13 3-58-16,5 3-68 16,-8-10-93-16,10 3-130 0,4-3-48 0,1 0 36 15,5-1-235-15,13-8-253 0</inkml:trace>
  <inkml:trace contextRef="#ctx0" brushRef="#br0" timeOffset="67254.17">16480 6469 2284 0,'0'-10'80'0,"-4"3"7"16,-1 0 18-16,-4 4 15 0,9 3 28 0,-22-4 22 16,8 6-1-16,-9 3-12 0,-5 6-18 15,-3 2-9-15,5 6-17 0,0 0-9 0,-1 2-7 16,4 0-9-16,1 2-9 0,6 1-7 16,-2-1-9-16,9-2-5 0,2-3-6 15,3-1-9-15,-1-1-3 0,7-3-35 16,3 3-67-16,-3-3-75 0,3 1-93 0,4-4-110 15,5-1-164-15,-1-3-42 0,7 0 45 16,-4-3-208-16,5-3-201 0</inkml:trace>
  <inkml:trace contextRef="#ctx0" brushRef="#br0" timeOffset="68052.94">16593 6609 2023 0,'-9'4'18'0,"9"-4"-1"16,-7 4 6-16,7-4 17 16,0 0 30-16,-4 3 38 0,4-3 22 0,0 0 8 15,0 0-8-15,0 0 7 0,0 0-7 16,11 7 0-16,-11-7-10 0,0 0-11 0,20-2-13 16,-20 2 0-16,15-5-1 0,-5 0-4 15,-5-1-5-15,5 0-4 0,-7-1-4 0,6-1-2 16,-8 0-4-16,1 0-8 0,0-1-3 15,-2 1-9-15,-2-1-2 0,0 0-5 16,-1 1-7-16,-6-1-7 0,4 4 0 0,-6 0-2 16,-1 3-6-16,-3 2 1 0,15 0-4 15,-31 6-2-15,14 0 0 0,-2 3-4 16,2-1-2-16,2 4-1 0,1 2 0 0,3-3-1 16,4 1 4-16,0 1 8 0,5-3 9 15,4 0 8-15,3 0 9 0,0-3 5 16,7 3 6-16,1-3-5 0,4 2 0 0,2-6-2 15,-2-1 7-15,2-2 12 0,1-2 9 16,-2-1 0-16,4-3 4 0,1-2 3 0,-5-2 4 16,2 3 3-16,-4-3 11 0,-2 2-3 15,-1-1 1-15,-3 4-2 0,-1-2-10 0,-1 5-3 16,-3-2-7-16,4 0-8 16,-9 4-10-16,7-4-8 0,-7 4-5 0,0 0-5 0,0 0-1 15,0 0-8-15,11 10-3 16,-7-3 2-16,-2-1-12 0,-1 0-2 0,4 0 4 15,1 1-12-15,-1 2 3 0,3-4-7 16,0 1 0-16,1-2-4 0,2 0-8 0,3-3 7 16,3-1-10-16,0 0-4 0,4-3-3 15,2-5 6-15,0 2-14 0,5-6 8 0,-1-4 2 16,0 2 0-16,-3-6-4 0,1 1 3 16,-4-1 4-16,1-1-2 0,-6-1 4 15,2 6 1-15,-7 3 2 0,-4 3-2 0,1 3 2 16,0-2-5-16,-3 4-4 15,-3 2 3-15,-2 3-2 0,0 0 6 0,0 0-5 16,0 0 4-16,8 12 4 0,-8-2 0 16,0 2 1-16,0 1 0 0,0 1 0 0,0 2 1 15,0 2-3-15,1-4 4 0,-1 3-2 16,3-3 3-16,-1-1 0 0,0-1-2 0,2-3 1 16,-3-1-2-16,1 2 6 0,0-3 2 15,0-2 1-15,0 0-1 0,-2-5-5 0,5 6-2 16,-5-6 4-16,4 2-2 0,-4-2 0 15,0 0-3-15,8 4-2 0,-8-4-21 0,0 0-26 16,0 0-46-16,0 8-60 0,0-8-75 16,-5 8-87-16,-3-5-88 0,-4 3-109 15,0 2-154-15,-2 0-3 0,-6 2 65 16,-7 4-420-16,5 0-501 0</inkml:trace>
  <inkml:trace contextRef="#ctx0" brushRef="#br0" timeOffset="69002.66">21307 7761 2820 0,'-38'-4'-45'16,"1"-4"16"-16,1 3 29 0,8 1 29 0,4-1 31 16,2 2 33-16,3-1 38 0,4 0 25 15,1 0 6-15,7 2-13 0,1-1-14 0,6 3-12 16,0 0-9-16,36-16-14 0,18 7-13 16,18 0-9-16,12-1-5 0,36 5-12 0,11 0-4 15,9 0-3-15,7 1-5 16,7 1-3-16,4 1-12 0,-4 0 2 0,-1 2-7 15,-6 0-2-15,-16 0-1 0,-17 0-1 16,-31 2-5-16,-17-2-2 0,-21 0-5 0,-8 0 4 16,-13 0-4-16,-4-2-4 0,-13 2 1 15,-7 0-1-15,0 0-4 0,0 0 3 0,0 0-4 16,-74-8 4-16,15 4-3 0,-7-1 1 16,-13-3-3-16,-7 2-2 0,-16-4-1 0,14 5 4 15,4-2-1-15,8 4-2 0,10-1 3 16,16 2-7-16,7-2 2 0,13 4-1 15,7 0 4-15,10 3 8 0,5-3 5 16,8 0 6-16,0 0-4 0,36 12 0 0,7-9-2 16,18 3-2-16,3-3-1 0,8 1 0 15,-1-3 0-15,-2-1-2 0,-4-1 0 16,-18-3 1-16,-1 2-6 0,-6 0 3 0,-12-3 0 16,-5 2 1-16,-3-1-8 0,-7-1 3 15,-2-1-8-15,-5 2-31 0,-4-3-53 0,-2 7-56 16,-2-8-50-16,2 8-62 0,-10-11-88 15,3 8-115-15,-2 0-119 0,-5 1 33 0,1 0-271 16,-5 4-304-16</inkml:trace>
  <inkml:trace contextRef="#ctx0" brushRef="#br0" timeOffset="73619.3">8000 9219 2022 0,'0'0'-130'16,"0"0"35"-16,2-4 43 0,-2 4 9 16,0 0 19-16,0 0 23 0,0-9 18 0,0 9 15 15,0 0 12-15,0 0 6 0,0 0-2 16,4-7-2-16,-4 7-1 0,0 0-1 0,0 0-1 16,0 0 4-16,0 0 4 0,0 0 0 15,0 0 0-15,1-5-7 0,-1 5-2 16,0 0-3-16,0 0-7 0,0 0 2 15,0-8-5-15,0 8-4 0,0 0-3 16,0 0 0-16,0 0-3 0,0 0-1 0,0 0 0 16,0 0 11-16,0 0-3 0,0-6 0 15,0 6-2-15,0 0-1 0,0 0-1 0,0 0-5 16,0 0 1-16,0 0-5 0,0 0-1 16,0 0-2-16,0 0 4 0,0 0 0 0,0 0-2 15,-23 14-4-15,16-5 2 0,-5 3 3 16,-3-2-3-16,-1 3 0 0,3 1 34 0,-4 0-3 15,2-1 0-15,-1 1 0 0,-2-2-7 16,4 0-3-16,1-2 1 0,1 2-7 16,1-3-1-16,0-1-2 0,1 1 0 0,2-2 1 15,1-2-7-15,3 0-1 16,-1 0 2-16,-2-1-4 0,7-4 1 0,-9 8 0 16,5-6-1-16,4-2-5 0,0 0-2 15,-5 5 0-15,5-5-29 0,0 0-24 0,-6 4-44 16,6-4-59-16,0 0-68 0,0 0-64 15,0 0-89-15,0 0-81 0,0 0-150 0,0-17-101 16</inkml:trace>
  <inkml:trace contextRef="#ctx0" brushRef="#br0" timeOffset="74302.22">7782 9238 1551 0,'0'0'-65'0,"-4"-10"36"0,4 5 13 16,0-3 21-16,0 8 21 0,-2-12 15 15,4 8 17-15,-2 4 7 0,0-9 1 16,0 9 1-16,0-6-8 0,0 6-8 0,0 0-6 16,0 0-2-16,0 0-9 0,0 0 0 15,0 0-1-15,0 0-2 0,14 15-1 0,-5-3 9 16,1 2 30-16,0 3-6 0,6 7-8 16,0 2-3-16,-1 1-4 0,2-2-2 15,-2 3-10-15,3-1 1 0,-2-4-6 0,-4-2-2 16,-2-7-3-16,-3 3-5 0,0-5-1 15,-2 1-2-15,1-3-1 0,-3-1 4 0,1 0-7 16,0-3 2-16,-1 0-5 16,-1-1 5-16,1 0 2 0,-3-5 7 0,0 0-4 15,0 0-2-15,0 0-3 0,0 0-4 16,0 0-2-16,0 0-19 0,-5-22-37 0,4 8-26 16,-5-3-26-16,2-5-19 0,-1-1-1 15,-1 0 14-15,3 0-1 0,-4 0 21 0,2 3 1 16,-3-3 21-16,3 1 2 0,-6 3 13 15,4 0 6-15,1 1 9 0,-3 1 27 0,1 3 10 16,2 2 14-16,1 1 16 0,1 2 1 16,0 1-5-16,-1 2-4 0,0 2-3 15,5 4-3-15,0 0-1 0,0 0-1 16,0 0 5-16,-18 19 24 0,14-9-1 16,2 2-1-16,0 5-8 0,-2 1-1 0,2 0-5 15,0 3-2-15,0-2 0 0,2 2-5 16,0-3-3-16,0 2 1 0,0 0-2 0,2-3-4 15,-2-1 0-15,0-2-2 0,0-1 0 16,0-3-2-16,0 1 2 0,0-3-5 0,0-1 3 16,-2 0-3-16,2-7-3 0,-3 7 0 15,3-7 2-15,0 0-5 0,0 0 1 0,-25-11 0 16,15 5-1-16,1-4 0 0,1 3 1 16,-1-1 3-16,-1 2 14 0,5-2 18 15,-2 4 19-15,2 1 8 0,1-3-3 16,4 6-7-16,-4-6-5 0,4 6-5 15,0 0-3-15,0 0-3 0,11-12-7 0,0 12 0 16,2-2-2-16,0 2-5 0,4 0-1 16,3 2-26-16,-2 0-71 0,1-2-73 0,-3 0-97 15,3 0-123-15,-6 2-118 0,-2-2 32 16,-3 0-91-16,2 4-43 0</inkml:trace>
  <inkml:trace contextRef="#ctx0" brushRef="#br0" timeOffset="92598.3">8512 10003 1683 0,'0'-9'252'0,"0"0"-60"0,-2 2-15 0,2-1 17 0,0 8 3 16,-2-8 10-16,2 8-15 15,-2-6-20-15,2 6-10 0,0 0-16 0,0 0 9 16,0 0-2-16,-25 16 2 0,5 9 6 16,1 0 8-16,-5 2 0 0,-4 8 4 0,8-8 8 15,-4 2 0-15,5 0-16 0,2-1-16 16,4-3-14-16,1-2-9 0,5-4-16 0,2-3-5 16,0-2-8-16,3 2-10 0,0-2-8 15,0-4-9-15,2 0-6 0,2-1-4 0,0-1-9 16,2 0-30-16,2-5-46 15,0 0-60-15,-6-3-66 0,23-3-81 0,-10-2-67 0,4-5-38 16,0 1-1-16,1-1 12 16,-6-2 22-16,1 5 22 0,-6-1 28 0,2 2 38 15,-2 0 48-15,-3 1 50 0,5 0 51 16,-6 2 43-16,-3 3 42 0,9-5 28 0,-9 5 19 16,6-5 3-16,-6 5-6 0,8-4-6 15,-8 4-2-15,0 0 25 0,11 0 33 16,-11 0 8-16,11 6 6 0,-2-2-1 0,-2 5 1 15,2-1-3-15,3 4-10 0,-4 1-9 16,-1-1-11-16,2 4-9 0,-2-3-8 16,-2 3-9-16,3-3-6 0,-3 3-6 15,-3-1-1-15,0-1-4 0,-4-1-6 0,0 2-9 16,1-2-6-16,-7 0-24 0,1-1-55 16,-2 1-83-16,0-4-92 0,-2 0-99 0,-3-2-110 15,3-3-177-15,-3 0 35 0,3-2 58 16,-2 0-279-16,-1-1-285 0</inkml:trace>
  <inkml:trace contextRef="#ctx0" brushRef="#br0" timeOffset="96231.07">11070 11110 2380 0,'-18'-3'53'16,"-3"-2"7"-16,6 1 9 0,0-1 26 15,2 1 27-15,-3-2 37 0,5-1 8 0,0 2 7 16,3-2 7-16,-2 3 0 0,3-2-6 16,1 3-9-16,6 3-5 0,-8-9-15 0,8 9-15 15,3-7-15-15,6 4-7 16,10-2-13-16,18 0-12 0,8 0-5 0,21-1-10 0,11-1-6 15,11 4-7-15,23-1-6 16,0 1-2-16,-21 2-11 0,3 0-7 0,-1 1-2 16,-6 0-9-16,-8-3-17 0,-8 3-15 15,-21-2-5-15,-6 2-4 0,-13-1 1 0,-7 1-2 16,-6 0-3-16,-5 0 4 0,-6-2-1 16,-6 2 1-16,0 0 4 0,0 0 0 0,-36-2 7 15,5 2-3-15,-13-1 2 0,-8 1 3 16,-11 3 0-16,-7-1-1 0,-2 1 3 0,-1 2 0 15,-1-3 2-15,-1 3-4 0,5 2 0 16,2-4 3-16,7 4 2 0,13-2-3 0,8-1 4 16,11-1 3-16,8 0-8 15,6 1 6-15,8 1-2 0,4 0 5 0,3-5-2 0,21 13 1 16,13-6-1-16,22 1 1 0,9-3-3 16,3-2 5-16,9-3-8 0,1-2 1 15,-2-1-4-15,1-2-1 0,-5-4-6 16,-10 3 5-16,-13 0 2 0,-12 0-2 0,-8 2-5 15,-11 1 4-15,-4-1 4 0,-8 1-4 16,-4 0 5-16,-2 3-1 0,0 0 3 0,-31-12-3 16,10 6 5-16,-13-2-4 0,-2 2 2 15,-2 3 1-15,0-2 3 0,8 3-8 0,1 1 4 16,2 2-2-16,4-1-1 16,5 0-35-16,2 2-74 0,5 1-67 0,1-1-71 15,4 1-72-15,6-3-127 0,0 7-108 0,0-7 48 16,11 7-263-16,-1-1-266 0</inkml:trace>
  <inkml:trace contextRef="#ctx0" brushRef="#br0" timeOffset="100765.22">9874 12176 2519 0,'-7'6'223'16,"2"-1"-20"-16,-1-1 3 0,6-4 19 15,-5 3 33-15,5-3 31 0,0 0-19 0,0 0-25 16,0 0-28-16,20-18-22 0,7 2-18 16,5-3-21-16,12-5-12 0,5 1-16 15,3 0-11-15,3 3-37 0,-6-1-59 0,1 2-69 16,-5 1-84-16,-9 4-91 0,-6 1-79 15,-8 5-71-15,-6 1-58 0,-9 3-46 16,-1 3-20-16,-6 1 10 0,0 0-433 0,-27 16-399 16</inkml:trace>
  <inkml:trace contextRef="#ctx0" brushRef="#br0" timeOffset="100913.49">10288 12008 2301 0,'-39'20'-111'15,"2"-2"49"-15,-7 0 40 0,8-2 36 0,4-2 27 16,3-1 10-16,10-3 16 0,2-5 19 16,3 1 21-16,5-1 27 0,2-2 10 0,7-3-12 15,-9 4-19-15,9-4-3 0,0 0-20 16,0 0-3-16,0 0-9 0,36-18-8 15,-20 13-9-15,5-5-12 0,0 1-46 16,0 1-52-16,0 1-52 0,0 0-55 0,-6 0-73 16,0 2-67-16,-1 0-101 0,-5 0-61 15,-1 2-174-15,-2-1-129 0</inkml:trace>
  <inkml:trace contextRef="#ctx0" brushRef="#br0" timeOffset="101967.43">7679 12954 2091 0,'-11'4'217'0,"3"-4"-23"0,8 0-20 16,-7 1 0-16,7-1-15 0,0 0-18 16,0 0-12-16,25-13-11 0,3-1-13 0,6-1-7 15,2 1-12-15,14-1-13 0,-1-3-4 16,-1 5-8-16,-10 3-5 0,-2 0-7 15,-9 2-2-15,-8 3-9 0,-4-1-6 16,-1 4-6-16,-5-2-4 0,-1 2-7 0,-2-2-1 16,-6 4-2-16,6-2 0 0,-6 2-5 15,0 0-10-15,0 0-21 0,0 0-41 0,0 0-46 16,0 0-50-16,-27 8-58 0,27-8-82 16,-7 6-106-16,1-3-111 0,6-3 42 0,-3 6-182 15,3-6-154-15</inkml:trace>
  <inkml:trace contextRef="#ctx0" brushRef="#br0" timeOffset="103995.72">8112 6280 1759 0,'-11'-2'17'0,"11"2"14"16,0 0 2-16,0 0 3 0,-14 0 8 16,14 0 7-16,0 0 11 0,0 0 7 0,0 0 10 15,0 0 9-15,0 0 22 0,-13 0 8 16,13 0 2-16,0 0-6 0,0 0-13 16,0 0-11-16,0 0-7 0,7-12-11 15,-7 12 2-15,0 0-4 0,0 0 21 16,11-11 7-16,-11 11 4 0,0 0 1 0,0 0-7 15,0 0-14-15,0 0-6 0,-9-9-11 16,9 9-4-16,0 0-7 0,0 0-3 0,0 0-3 16,-32 14-4-16,26-8-6 0,3-2 1 15,-3 1 1-15,6-5 6 0,-8 11 1 0,8-11-7 16,-6 6 5-16,6-3-9 0,0-3 2 16,0 0-2-16,2 12-6 0,-2-12-2 15,8 2 1-15,-8-2-4 0,13 0 1 0,-13 0 28 16,0 0 29-16,18-5 17 0,-18 5 15 15,9-7 3-15,-9 7 0 0,7-9-2 16,-7 9-4-16,0-10-5 0,0 10-7 16,0-12-11-16,0 12-2 0,0-9-15 0,0 9 2 15,-3-8-10-15,3 8-13 0,-4-8-3 16,4 8-13-16,0 0-1 0,-14-2-6 0,14 2-7 16,0 0-23-16,-22 7-43 0,12-2-54 15,2 1-65-15,-3 0-84 0,1-1-93 0,1 1-120 16,2 0-198-16,-3 2-15 15,0-4 73-15,3 1-442 0,-1 5-517 0</inkml:trace>
  <inkml:trace contextRef="#ctx0" brushRef="#br0" timeOffset="105229.21">9560 9203 2685 0,'15'0'-53'16,"-15"0"26"-16,0 0 19 0,0 0 15 15,0 0 25-15,0 0 20 0,0 0 8 0,0 0-6 16,0 0 0-16,0 0-4 0,0 0 17 16,5-5 1-16,-5 5-4 0,0 0 0 0,0 0-3 15,0 0-1-15,2-8-6 0,-2 8-8 16,0 0 2-16,0 0-3 0,0-8-7 15,0 8 2-15,0 0-10 0,0 0 2 0,0 0-10 16,-18-2 2-16,18 2 1 0,0 0-3 16,-25 9 7-16,16-4 10 0,2 0 17 0,-4-1-4 15,4 2 15-15,0 0-4 16,1-2 1-16,2 2 3 0,-2-3-7 0,6-3-4 16,-6 9 2-16,6-9 4 0,-2 7 6 15,2-7 10-15,0 0 9 0,0 0-1 0,10 3 13 16,-10-3-7-16,0 0 5 0,0 0 3 15,21-10 6-15,-17 5-8 0,-1 0-6 0,4-4 7 16,-2 2-6-16,-5 7-9 0,4-13-7 16,-2 4-11-16,-2 0-2 0,0 3-5 0,0 6-5 15,-2-13-9-15,2 13-4 0,-4-8-3 16,4 8-8-16,-12-6-6 0,12 6-4 0,-18 4-18 16,6 2-47-16,-3 0-61 0,-1 5-86 15,0 1-107-15,0 0-107 0,1-1-130 16,1 1-147-16,1 0 55 0,2-1-492 15,1-1-589-15</inkml:trace>
  <inkml:trace contextRef="#ctx0" brushRef="#br0" timeOffset="121409.35">12774 10826 3424 0,'-13'1'87'0,"2"1"-16"0,4 0 18 0,7-2 33 0,0 0 23 16,-18 0 2-16,18 0-12 15,0 0-26-15,0 0-16 0,0 0-2 0,0 0-7 16,0 0-7-16,0 0-9 0,79-4-3 16,-14 1-10-16,9 1-3 0,10-1-5 0,7 0-7 15,29 3-3-15,8 2-4 0,-5-1-5 16,-1 2-2-16,-3 1-1 0,-28-3-4 0,-3 1 0 16,-6 0-3-16,-12 0-2 0,-5-2 1 15,-21 2-6-15,-11-2 4 0,-8 1 0 0,-7-1-1 16,-2 0 0-16,-7 0-2 15,0 0-5-15,-9 0-10 0,12-1-14 0,-12 1-30 0,0 0-47 16,0 0-70-16,0 0-81 0,0 0-90 16,0 0-107-16,0 0-159 0,0 0 16 15,0 0 80-15,-19-13-275 0,19 13-269 16</inkml:trace>
  <inkml:trace contextRef="#ctx0" brushRef="#br0" timeOffset="122061.24">14592 10730 2401 0,'-4'10'110'0,"4"-10"5"0,-5 9 23 0,3-4 38 15,2-5 23-15,0 10 19 0,-1-3 6 16,1-7-5-16,1 10-16 0,-1-4-17 0,0-6-17 16,2 11-14-16,3-5-11 0,1-3-14 15,-6-3-7-15,9 9-13 0,-4-6-13 0,4 0-9 16,-9-3-4-16,13 0-9 15,-13 0-4-15,0 0 7 0,14-4 4 0,-9 0 0 16,1 0 2-16,-6 4-3 0,1-14-3 16,-1 7-10-16,-1-1-1 0,-3 2-9 0,-5 0 0 15,0 1-10-15,-2 2-6 0,-5 3-3 16,0 0 0-16,-5 6 3 0,-3 0 6 0,-2 6 6 16,-1 3 0-16,8-1 11 0,6-1 0 15,1 5-2-15,3-1-11 0,6-1 10 0,-2 3-1 16,5-2-18-16,2-1-3 0,1 2-5 15,2-3-7-15,4 1-1 0,4-1-3 16,1-1 0-16,6-4-39 0,-4-1-43 16,7-1-57-16,10 1-74 0,-7-6-97 0,-1-3-102 15,1-3-108-15,9-4-124 0,-1-3-111 16,1-2 71-16,-5-2-554 0,1-5-676 16</inkml:trace>
  <inkml:trace contextRef="#ctx0" brushRef="#br0" timeOffset="122478.08">15248 10264 3262 0,'2'-15'-19'0,"0"2"35"16,-2 4 31-16,0 3 31 0,3-1 45 15,-3 7 20-15,0-4 47 0,0 4 31 0,0 0 21 16,0 0 9-16,-8 29 9 0,2-4 1 16,-1 10-8-16,-1 6-3 0,-2 11-15 15,-3 2-11-15,4-2-18 0,1 1-17 16,-2-7-29-16,1-3-9 0,3-2-18 0,-2-1-10 0,5-5-15 15,-5 2-9-15,5-12-12 16,-3-4-12-16,1-3-8 0,2-3-4 0,-3 1-4 16,4-7-11-16,-1 3-7 0,-1-4-5 15,2-1-22-15,2-7-11 0,-8 4-28 0,8-4-9 16,0 0-2-16,0 0-3 0,-17-17 3 16,13 5-5-16,1-1 7 0,-6-2-1 0,6 1 8 15,-3 0 6-15,3 4 3 16,-3 1 0-16,0 1 5 0,-4 2 13 0,1 6 17 15,9 0-1-15,-21 2 21 0,6 2 1 16,1 4 1-16,-1 4-13 0,1 3 8 0,3-2-2 16,4 1-1-16,2 1-7 0,2 2-3 15,3-1 0-15,3 1-15 0,0-2-23 0,6 1-45 16,2-3-41-16,3-1-59 0,1-1-68 16,1-4-87-16,2-2-76 0,4-4-65 15,-3-1-68-15,8-5-100 0,-3 0-83 0,11-7 64 16,-3-2-517-16,2-4-628 0</inkml:trace>
  <inkml:trace contextRef="#ctx0" brushRef="#br0" timeOffset="123075.49">15395 10805 3111 0,'8'-9'-4'16,"-4"2"36"-16,-4 3 35 0,0 4 58 0,0 0 51 15,0 0 44-15,0 0 15 16,-25 4-2-16,25-4-15 0,-12 8-15 0,5-3-15 16,3 0-16-16,-1 2-10 0,1 1-21 15,4-8-11-15,-6 9-13 0,4-1-11 0,2-8-10 16,0 10-9-16,0-10-10 0,4 6-15 15,-4-6-23-15,12 6-19 0,-7-5-23 0,-5-1-14 16,18 2-10-16,-11-2 1 0,-7 0 4 16,17-2 6-16,-17 2 2 0,12 0 1 0,-12 0 5 15,7 3 23-15,-7-3 24 0,4 13 15 16,-4-3 12-16,-6 5 23 0,-7 12 33 0,1 6 64 16,1 1 22-16,-1 4 7 15,1 10 10-15,-4 1 1 0,1-1 7 0,0 1-1 16,2-11-13-16,-3-2-24 0,1-4-195 15,1 0 0-15,-3-3 0 0,2-3 0 0,-4-3 0 16,5-5 0-16,-1-7 0 0,3-2 0 16,0 0 0-16,1-4 0 0,3-2 0 0,-3-3 0 15,10 0 0-15,-17-6 0 0,7 0 0 16,3-2 0-16,3-1 0 0,0-3 0 0,4-2 0 16,0-3 0-16,4-1 0 0,6-3 0 15,4-7 0-15,6 2 0 0,8-9 0 0,7 2 0 16,4 0 0-16,11-1-53 0,2-2-195 15,18-9-10-15,2 1-9 0,7 1-12 16,-1 0 8-16,0-2 28 0,-1-2 24 16,-5 1 27-16,-10-3 17 0,-15 14 36 0,-9 1 44 15,-12 11 51-15,-5-1 53 0,-6 6 46 16,-7 5 19-16,-6 2 11 0,-4 5 19 0,-7 4 24 16,-7 4 25-16,-8 0 12 0,-17 10 8 15,-6 3 6-15,-3 4-8 0,5 5-2 0,1-2-1 16,11-5-5-16,6 1-14 0,2 0-14 15,11-1-12-15,4 0-10 0,6-1-15 0,0-2-29 16,8 1-69-16,2 3 0 16,5-3 0-16,2 2 0 0,5-3 0 0,9 1 0 0,1-5 0 15,-3-1 0-15,9-3-123 16,-5-2-149-16,-5-4-120 0,-1 2-108 0,6-4-82 16,-10 2-98-16,4-3-114 0,-2 3 67 15,-6 0-675-15,0-1-853 0</inkml:trace>
  <inkml:trace contextRef="#ctx0" brushRef="#br0" timeOffset="123409.1">16437 11032 3668 0,'7'3'-44'0,"-7"-3"61"0,0 0 61 0,0 0 55 0,-18 12 58 16,7-5 53-16,-8 0 55 0,-12 3 35 0,-5 2 23 15,-13 2 18-15,-7 1 10 0,-7 1 7 16,-5 1 8-16,-10-1-6 0,-27 1-18 15,-6-2-15-15,-2 2-130 0,-11-4-231 16,-3 2 0-16,-6-3 0 0,-2 0 0 0,7-1 0 16,4 2 0-16,12-3 0 0,34 0 0 15,9-1 0-15,8-1 0 0,17 1 0 0,8 1 0 16,9-2 0-16,5-6 0 0,4 4 0 16,7-3 0-16,-1 0 0 0,1 1 0 0,6-1 0 15,5-3 0-15,-10 4 0 0,10-4 0 16,0 0 0-16,-8 1 0 0,8-1 0 15,0 0 0-15,0 0 0 0,0 0 0 16,0 0 0-16,0 0-488 0,0-12-207 0,0 12-110 16,-5-10-42-16,1 6 69 0,-2 0-779 15,-6-2-1000-15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03:38:47.9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16476 10276 745 0,'0'0'305'0,"-7"-4"-84"0,7 4-43 0,0 0 0 0,0 0-19 0,0 0-6 0,0 0-8 0,0 0-15 0,-14-2-3 0,14 2-11 16,0 0 5-16,0 0-21 0,0 0-7 15,0 0 0-15,0 0 1 0,0 0 8 0,0 0 0 16,0 0 6-16,0 0-2 0,0 0-8 15,0 0 10-15,0 0 3 0,0 0 6 0,0 0-4 16,0 0-1-16,0 0-2 16,0 0-6-16,0 0-7 0,0 0-2 0,0 0-5 15,0 0-3-15,0 0-7 0,34 2-8 16,-34-2-1-16,0 0-7 0,0 0-4 0,10 4-3 16,-10-4-3-16,0 0 0 0,0 0 4 15,8 4-2-15,-8-4-1 0,0 0 2 0,5 2 3 16,-5-2 1-16,0 0 1 0,8 5 4 15,-8-5 2-15,0 0-2 0,7 4-1 16,-7-4-1-16,8 3 3 0,-8-3 0 0,0 0 0 16,12 3 0-16,-12-3-4 0,5 2 0 15,-5-2-11-15,10 4 0 0,-10-4-2 0,8 2 0 16,-8-2-6-16,0 0-3 0,13 4-1 16,-13-4 0-16,5 2-5 0,-5-2 5 0,8 4 0 15,-8-4-2-15,8 4-5 16,-8-4-3-16,5 3 1 0,-5-3 0 0,10 4-1 15,-10-4-3-15,10 0 2 0,-10 0-1 16,11 2-5-16,-11-2-5 0,9 2-1 0,-9-2 2 16,12 0-6-16,-12 0 0 0,0 0-2 15,11 2 7-15,-11-2 6 0,0 0 12 0,10 0-3 16,-10 0-1-16,0 0 5 0,0 0 1 16,0 0 2-16,11 2 0 0,-11-2-9 15,0 0-3-15,0 0-4 0,0 0-2 16,0 0 0-16,17 0-4 0,-17 0 3 0,0 0-6 15,12 0-3-15,-12 0 1 0,0 0 1 0,9-4-4 16,-9 4 1-16,0 0 0 0,0 0-2 0,12-2-2 16,-12 2 1-16,0 0-4 15,0 0 4-15,0 0 2 0,11 0 2 0,-11 0 2 16,0 0 0-16,0 0 4 0,11-2-1 16,-11 2 2-16,0 0-1 0,14 0-9 0,-14 0 3 15,10-2-4-15,-10 2 6 0,11-2-6 16,-11 2 2-16,14-2-1 0,-14 2 0 0,11-1 3 15,-11 1-6-15,10-2 1 0,-10 2-1 16,0 0-1-16,9-2 5 0,-9 2-7 0,0 0-5 16,0 0 0-16,9-1-6 0,-9 1-25 15,0 0-41-15,0 0-49 0,0 0-58 16,0 0-64-16,0 0-72 0,0 0-87 16,0 0-66-16,0 0-82 0,0 0-90 0,0 0-92 15,0 0 79-15,0 0-546 0,0 0-665 16</inkml:trace>
  <inkml:trace contextRef="#ctx0" brushRef="#br0" timeOffset="1750.17">16541 10346 2975 0,'-4'-3'-147'0,"4"3"24"0,-5-5 39 0,5 5 32 16,-9-6 39-16,9 6 34 0,0 0 28 16,-7-6 17-16,7 6 17 0,0 0 9 0,0 0 15 15,-9-2 14-15,9 2 25 16,0 0 3-16,0 0 13 0,0 0 3 0,0 0 10 0,-16-4 6 15,16 4 4-15,0 0 2 16,0 0-4-16,0 0-5 0,0 0 2 0,0 0-9 16,-17 2-11-16,17-2-2 0,0 0-11 15,0 0-1-15,0 0-3 0,0 0 10 0,0 0-14 16,0 0 7-16,0 0-6 0,0 0 4 16,0 0 4-16,0 0 3 0,0 0-5 0,0 0-5 15,0 0-13-15,0 0-11 0,0 0-8 16,0 0-15-16,0 0-6 0,38 4-12 0,-27-2-6 15,3 0-8-15,1 0-6 0,4 2-7 16,-2-2-2-16,2 0-8 0,-1 1-3 16,2-2-35-16,0 3-1 0,-3-2 0 15,2 0 0-15,-2-1 0 0,-2 1 0 0,1-2 0 16,-1 0 0-16,-3 2 0 0,-3-2 0 0,0 3 0 16,-9-3 0-16,18 0 0 15,-18 0 0-15,13 1 0 0,-13-1 0 0,0 0 0 16,17 0 0-16,-9 0 0 0,-8 0 0 15,15 0 0-15,-15 0 0 0,19-1 0 0,-19 1 0 16,25-3 0-16,-10 3 0 0,4 0 0 16,-2-2 0-16,4 2 0 0,-2 2 0 0,-1-2 0 15,-4 0 0-15,2 0 0 16,-1 0 0-16,1 3 0 0,-3-3 0 0,-13 0 0 0,21 0 0 16,-21 0 0-16,20 1 0 15,-10-1 0-15,-10 0 0 0,17 0 0 0,-17 0 0 16,18-1 0-16,-18 1 0 0,12 0 0 15,-12 0 0-15,16-3 0 0,-16 3 0 0,0 0 0 16,17 0 0-16,-17 0 0 0,14-2 0 16,-14 2 0-16,13 0 0 0,-13 0 0 0,13-2 0 15,-13 2 0-15,19-3 0 0,-19 3 0 16,21-2 0-16,-10 0 0 0,1 0 0 0,-1 1 0 16,3-2 0-16,-1 3 0 15,-2-2 0-15,-11 2 0 0,21-2 0 0,-9 0 0 0,-12 2 0 16,15-2 0-16,-15 2 0 15,15-2 0-15,-15 2 0 0,12-2 0 0,-12 2 0 16,13-2 0-16,-13 2 0 0,18 0 0 16,-18 0 0-16,16-6 0 0,-2 3 0 0,-3 1 0 15,3-2 0-15,-3 3 0 0,2 0 0 16,1-1 0-16,-5-2 0 0,-9 4 0 16,19-2 0-16,-19 2 0 0,13-4 0 0,-13 4 0 15,12 0 0-15,-12 0 0 0,0 0 0 16,13-3 0-16,-13 3 0 0,11-3 0 0,-11 3 0 15,12-2 0-15,-12 2 0 0,22-4 0 16,-9 1 0-16,1 1 0 0,0 2 0 0,-1-2 0 16,1 0 0-16,-14 2 0 0,19-4 0 15,-19 4 0-15,15-2 0 0,-6 0 0 16,-9 2 0-16,0 0 0 0,16 0 0 16,-16 0 0-16,0 0 0 0,13 0 0 0,-13 0 0 15,0 0 0-15,21-4 0 0,-11 4 0 16,-10 0 0-16,25-6 0 0,-13 4 0 0,4-1 0 15,-3 1 0-15,1 2 0 0,-3 0 0 16,-11 0 0-16,21-4 0 0,-11 2 0 0,-10 2 0 16,13 0 0-16,-13 0 0 0,0 0 0 15,19-2 0-15,-19 2 0 0,12-2 0 0,-12 2 0 16,18-2 0-16,-6 2 0 0,1-3 0 16,1 2 0-16,5-3 0 0,-4 4 0 15,4-4 0-15,-2 3 0 0,-2 1 0 16,-1-2 0-16,1 0 0 0,-3 1 0 0,1 1 0 15,-13 0 0-15,19 0 0 0,-19 0 0 16,19-3 0-16,-19 3 0 0,15-2 0 16,-4 2 0-16,-11 0 0 0,24-4 0 0,-12 2 0 15,8 2 0-15,-3-3 0 0,4 2 0 16,-4-1 0-16,5-2 0 0,-6 4 0 0,2-2 0 16,-4 1 0-16,0 1 0 15,1 0 0-15,1 0 0 0,-1 0 0 0,-1 0 0 0,-2 0 0 16,1 0 0-16,1-2 0 15,-1 0 0-15,3 2 0 0,-5 0 0 0,-11 0 0 16,21-1 0-16,-10 1 0 0,-11 0 0 16,18 0 0-16,-11-2 0 0,-7 2 0 0,14 0 0 15,-14 0 0-15,13-2 0 0,-13 2 0 16,16 0 0-16,-5-2 0 0,4 2 0 0,6-1 0 16,-2-1 0-16,8 2 0 0,4 0 0 15,-6-2 0-15,6 2 0 0,-3 0 0 0,1 0 0 16,3 0 0-16,-7 0 0 15,-1 0-5-15,-5 0-40 0,-2 0-8 0,-4 0 14 0,0 0 5 16,-2 0 6-16,1 0 3 0,-12 0-1 16,19 0 3-16,-9 0 8 0,1 0 0 0,-11 0 0 15,21 0 7-15,-8 0 0 0,3 0-1 16,-1-3-4-16,2 3 4 0,-2-2-4 0,3 2 3 16,-5-1 3-16,2 1-3 15,-4 0 3-15,3-2 4 0,-3 2-5 0,-11 0 7 16,16 0 2-16,-16 0-8 0,17-2-6 15,-10 2 13-15,-7 0 1 0,16-2 1 0,-16 2-6 16,15-1-1-16,-5 1-1 0,1-2 6 16,3 0-3-16,-1 0 2 0,-2 2 4 0,-11 0-7 15,19-1 3-15,-10-1 7 0,-9 2-5 16,20-2-2-16,-20 2 3 0,16-1-8 0,-4-1 10 16,-12 2-5-16,19-2 5 15,-11 1-7-15,-8 1-4 0,20-4 10 0,-7 4-2 0,-1-1-1 16,-12 1 8-16,18-2-8 15,-18 2-1-15,17-4 1 0,-17 4 9 0,14-1-2 16,-14 1-3-16,11-2 9 0,-11 2-3 16,0 0 4-16,13-2 6 0,-13 2-2 0,0 0-5 15,10-3-3-15,-10 3-1 0,0 0-2 16,0 0-23-16,0 0-37 0,0 0-66 0,0 0-94 16,0 0-132-16,0 0-156 0,0 0-180 15,-34 5-153-15,20-2 91 0,-1 1-741 16,-3-1-932-16</inkml:trace>
  <inkml:trace contextRef="#ctx0" brushRef="#br0" timeOffset="9500.19">20964 10219 3684 0,'-10'-3'-236'0,"10"3"35"15,0 0 30-15,-5-6 43 16,5 6 44-16,0 0 34 0,-6-4 27 0,6 4 17 16,0 0 11-16,-4-6 11 0,4 6 8 15,0 0 6-15,0 0 1 0,0 0 3 0,-3-7-3 16,3 7-1-16,0 0-1 0,0 0 0 15,0 0 1-15,0 0 3 0,0 0 5 0,-2-5 7 16,2 5 7-16,0 0 8 16,0 0 15-16,0 0 8 0,0 0 4 0,0 0 7 0,0 0 6 15,0 0 5-15,-7-5 3 0,7 5 5 16,0 0-3-16,0 0-4 0,0 0-8 16,0 0-6-16,0 0-9 0,0 0-6 0,0 0-4 15,0 0-2-15,0 0-3 0,0 0-4 0,-5-5-9 16,5 5-3-16,0 0-3 15,0 0 0-15,0 0-4 0,0 0 3 0,0 0-2 16,0 0-3-16,0 0-2 0,0 0-2 16,0 0 0-16,-4-7 5 0,4 7-1 0,0 0 4 15,0 0 3-15,0 0 3 0,0 0 2 16,0 0 5-16,0 0 0 0,0 0 0 16,0 0 4-16,0 0 2 0,0 0 1 0,0 0 0 15,0 0 1-15,0 0 2 0,0 0-4 16,0 0 0-16,0 0-7 0,0 0 3 0,0 0-7 15,0 0-2-15,0 0-8 16,0 0 0-16,0 0-4 0,0 0-1 0,0 0-6 16,0 0 0-16,-11-3 4 0,11 3-14 15,0 0 6-15,0 0 6 0,0 0-2 0,0 0 8 16,0 0-10-16,0 0-3 0,0 0 5 16,0 0-7-16,0 0-1 0,0 0-3 0,0 0-3 15,0 0-6-15,0 0 8 0,0 0-15 16,0 0 1-16,0 0 2 0,0 0-3 0,0 0 1 15,0 0-1-15,0 0 3 0,40 7-1 16,-40-7 2-16,19 3-3 0,-10-3 1 16,4 3 1-16,-1-1-3 0,1 0-1 15,-1-1-1-15,-1 1 1 0,2 0-2 0,-1 0 1 16,-1-2-2-16,-11 0 4 0,22 1 0 16,-22-1-4-16,16 2 3 0,-16-2-3 0,18 0-6 15,-18 0 2-15,16 2-3 0,-11-2-2 16,-5 0 5-16,0 0 0 0,19 1-3 0,-19-1 2 15,12 0 0-15,-12 0 14 0,9 2-8 16,-9-2-5-16,11 2 1 0,-11-2-2 0,14 2 0 16,-7 0 4-16,-7-2 5 15,20 1-11-15,-7 2 4 0,0-3 4 0,2 2-6 0,5 0 0 16,-2 0 1-16,1 0-2 16,3-1 5-16,-4 1-4 0,3-1 1 0,-6 1 2 0,5 0-4 15,-7-1 7-15,0 1-7 0,0 0 1 16,-1 0-2-16,-2-2 4 0,-10 0-4 15,15 2 1-15,-15-2-1 0,13 1 8 16,-5 2-5-16,-8-3 5 0,13 2 1 0,-3 0-2 16,1 0-1-16,-11-2-4 0,23 4 6 15,-7-2-3-15,-3-2 6 0,0 2 1 0,2 1-10 16,1-3 0-16,-1 0 6 0,-1 2-4 16,-2 0-3-16,1-2-5 0,-13 0 8 0,22 4-4 15,-22-4-2-15,19 0 5 0,-19 0-3 16,17 4-2-16,-12-4 8 0,-5 0 0 15,18 2-6-15,-18-2 0 0,17 0 5 16,-7 2-2-16,2 0 0 0,-12-2 2 0,22 2-1 16,-8 0-4-16,-3-2 0 0,2 2 1 15,-13-2 3-15,25 1-1 0,-16 0-2 0,-9-1 4 16,17 3-4-16,-6-2 3 0,-11-1 0 16,16 0 1-16,-16 0 7 0,15 1-11 15,-15-1 4-15,14 0-5 0,-14 0 0 0,0 0 9 16,16 0-5-16,-16 0-3 0,18 0 3 15,-18 0-1-15,15 2-5 0,-15-2 7 16,15 0-3-16,-15 0 3 0,13 0 4 0,-13 0 3 16,20 0-10-16,-20 0 4 0,17-2 0 15,-17 2-4-15,19-1 0 0,-12 1-10 16,-7 0-1-16,20 0 0 0,-11 0 0 0,-9 0 2 16,19 0-6-16,-3 0 5 0,-7 0 11 15,6-1-7-15,3 1 2 0,-6 0 5 0,4-3-3 16,4 3 0-16,-6 0 0 0,4 0-3 15,-1 0 3-15,-2-1 1 0,2 2-2 0,-1-2-3 16,-4 1-2-16,1 0 2 0,-13 0 1 16,18 0 2-16,-18 0 3 0,18 0-2 0,-18 0-1 15,12 0 5-15,-12 0 1 0,14-1-6 16,-14 1 8-16,11 0-3 0,-11 0-2 16,13 0-12-16,-13 0 17 0,18-4 0 0,-9 2-3 15,5 0-1-15,1 0-1 0,0 0 5 16,0-1 0-16,1 2-10 0,-3-1-14 15,-4 0 10-15,-9 2-6 0,20-2 5 0,-13 2-6 16,-7 0 6-16,14-2 2 0,-14 2 7 16,13-3-3-16,-13 3-1 0,0 0-1 0,14-2 9 15,-14 2-6-15,11 0 2 0,-11 0 3 16,14-2 2-16,-14 2-2 0,14-2-3 0,-1 0-1 16,1 0-1-16,1 0 4 0,1 0-6 15,-4 2 6-15,4 0-1 0,-3-3 2 0,-13 3-4 16,20-3-1-16,-11 1 1 0,-9 2 4 15,14-2 1-15,-14 2-2 0,13-2 1 16,-13 2-3-16,11-1 8 0,-11 1-8 16,0 0 10-16,19 0-3 0,-19 0-4 0,18-2-2 15,-4 0-2-15,0 2 3 0,7-3 0 16,0 2 1-16,0 1 2 0,1 0-2 0,-1 0-12 16,1-2 11-16,-6 2 2 0,-2 0-5 15,-1 0-1-15,3 0 0 0,-16 0 2 0,18 0 0 16,-7 2-5-16,-11-2 13 15,14-2-2-15,-14 2-7 0,12 2 6 0,-12-2 6 16,13 1-9-16,-13-1 9 0,16 0-6 16,-16 0-2-16,17 2 0 0,-8-2 0 0,3 0 1 15,-1 1 3-15,3-1-3 0,-1 0-6 16,-13 0 8-16,21 2-2 0,-14 0 2 16,3-2-5-16,-10 0 1 0,19 1-2 0,-12-1 0 15,-7 0 7-15,18 2-2 0,-11 0-5 16,-7-2 6-16,18 2-5 0,-11-2 6 0,2 2 1 15,-9-2-6-15,20 0 1 0,-9 1 1 16,-4-1-4-16,-7 0 5 0,22 3 3 0,-13-3-7 16,-9 0 1-16,17 0 1 0,-7 0 8 15,-10 0-5-15,17-3 2 0,-17 3-9 0,19 0 5 16,-7 0-3-16,-3 0-11 16,5-1 12-16,-1 1 4 0,0 0-3 0,1 0 8 0,-2 0-9 15,2-2 1-15,-1 2-4 16,-1 2 7-16,-12-2-4 0,22-2 1 0,-11 2 0 15,-11 0 2-15,16-2 1 0,-16 2-5 16,20 2-2-16,-20-2 4 0,14 0 0 0,-2-2 2 16,-12 2-3-16,21 0 2 0,-11 0-1 15,1 0 5-15,-2 0-8 0,3 2 8 0,-12-2-18 16,23-2 14-16,-23 2-2 0,21 2 1 16,-21-2 11-16,15 0-6 0,-15 0 7 0,15 0 7 15,-15 0 2-15,12 2 1 16,-12-2 2-16,0 0 0 0,0 0-4 0,17-2-2 0,-17 2 1 15,0 0 2-15,0 0-6 16,14 2 4-16,-14-2-4 0,0 0 4 0,13 4-9 16,-13-4-2-16,7 0 0 0,-7 0 9 15,0 0 1-15,12 8-2 0,-12-8 10 0,7 4 15 16,-7-4 2-16,0 0 9 0,6 5 11 16,-6-5 9-16,0 0 8 0,0 0 8 0,7 4 1 15,-7-4-1-15,0 0 1 0,0 0-64 16,0 0-25-16,0 0 0 0,0 0 0 0,0 0 0 15,0 0 0-15,7 5 0 0,-7-5 0 16,0 0 0-16,0 0 0 0,0 0 0 16,0 0 0-16,0 0 0 0,0 0 0 15,0 0 0-15,0 0 0 0,0 0 0 0,0 0 0 16,0 0 0-16,0 0 0 0,0 0 0 16,0 0-241-16,-31 3-451 0,-55-15-277 15,50 9 99-15,6 1 88 0,5 0-795 16,2 2-1019-16</inkml:trace>
  <inkml:trace contextRef="#ctx0" brushRef="#br0" timeOffset="14947.29">13808 7077 1016 0,'0'0'126'0,"0"0"-42"15,0 0-5-15,-7-6 10 0,7 6 9 16,0 0 2-16,-7-3-7 0,7 3-10 15,0 0-6-15,0 0-3 0,0 0-1 0,0 0 1 16,-7-4 5-16,7 4 2 0,0 0 4 16,0 0-1-16,0 0 1 0,0 0 2 0,0 0 4 15,0 0 2-15,0 0 1 16,0 0 10-16,0 0 5 0,0 0 12 0,0 0-2 16,12-14-7-16,-6 13-7 0,-6 1-13 0,11-7-4 15,-6 3-11-15,5 1-3 0,0-1-1 16,-3-2-18-16,3 1 0 0,-1-1-7 15,2 1 2-15,0 0-12 0,-4-2-1 0,2 2-3 16,2 0 3-16,1-3-10 0,-2 2-3 16,2 0-2-16,-5-1-2 0,4 1 1 0,1-2-5 15,-3 2-4-15,2 2-1 0,0-3 0 16,0 2 0-16,-4 0-4 0,2-1 4 0,1 0-4 16,0 3-3-16,-3-1 2 0,3-1-5 15,-2 0 12-15,-1 1-6 0,0 0 1 16,0 0-5-16,-2 0-2 0,1 0 1 0,3-1 2 15,0 1-5-15,-4-2 5 0,2 0 0 16,3 2-8-16,-2-4 2 0,-1 3 5 16,3 1-4-16,-1-4 3 0,1 3-8 15,-1-2 13-15,0 1-7 0,4 1-1 0,-4-2 3 16,0 0 1-16,1 1-1 0,-1-2 3 16,1 1-1-16,0-1-4 0,-1-1 1 0,2 1 3 15,-1-2-7-15,0 3 0 0,-3 0 8 16,0 0-4-16,3 0 1 0,-6-1 0 0,4 2 2 15,-5 0-6-15,6 0 4 0,-6 0-5 16,3 2 6-16,-3 1-1 0,3-3-2 0,0 1 1 16,-3 2 0-16,-3 3 2 0,10-10-8 15,-4 6 8-15,0 1-6 0,-6 3 5 16,5-9-3-16,2 6-2 0,-7 3 2 0,5-10 2 16,1 7-1-16,-5-2-2 0,5 2 2 15,-6 3 1-15,7-8-1 0,2 4-3 16,-4-2-1-16,1 3-1 0,1-2 6 0,3 0-2 15,0 1-1-15,-3-2 5 0,0 0-5 16,4 2 0-16,-4-4 0 0,0 2 0 16,4 1 8-16,-4-1-4 0,0-2-2 0,2-1 0 15,0 2 0-15,0-1 3 0,-2 1-1 16,1-2-5-16,0 3 6 0,1-3-4 16,-1 2 2-16,-3-1-6 0,6 1 3 15,-6 1-3-15,2 0 1 0,1 1-4 0,-4 0 6 0,0 1 3 16,-4 4-14-16,9-9 12 15,-5 5-2-15,-4 4 1 0,7-4 2 0,-7 4-4 16,2-5 4-16,-2 5 0 0,0 0 0 16,9-5 0-16,-9 5 2 0,0 0 2 0,5-5-7 15,-5 5 0-15,0 0 0 0,8-7-7 16,-5 2-5-16,3 1 1 0,0-1-4 0,2-1-2 16,-5 4-13-16,3-4 1 0,-6 6 3 15,7-6 2-15,0 2 6 0,-7 4 9 0,5-7-7 16,-5 7 3-16,6-6 2 0,-2 2 10 15,-4 4-10-15,5-6 2 0,-5 6 4 16,8-8-4-16,-2 2 0 0,-1 2 0 16,5-3 9-16,-2 1-3 0,3-2-4 15,0 1 3-15,-1-1 4 0,3-1 0 0,-2 0 0 16,0 3 3-16,-2-1-4 0,-4 3 5 16,3-2 0-16,0 0-5 0,-2 1 10 0,-1 0-2 15,1 2 4-15,-5-1 1 0,6-2-6 16,-1 0-4-16,-3-2-1 0,5 1 5 0,-1-3-7 15,5-1 4-15,-1 3-4 0,3-6 3 16,-1 4-2-16,0-1 2 0,-1 3 2 0,-1-2-1 16,-2 1 1-16,1 1 0 0,1 0 7 15,-3 1 3-15,-4 1 13 0,2 0 0 16,-1 2 2-16,1-2 4 0,-2 2-5 16,1 1 1-16,-5 3-8 0,9-10 2 0,-6 6-4 15,1 0-1-15,2-2 0 0,-6 6-9 16,9-9 2-16,-3 3-6 0,3-1 6 0,-3 0-4 15,1 0 1-15,-2 2-1 0,2 2 0 16,-3-1-1-16,3-2 5 0,-3 0 0 16,2 1 0-16,-2 0-7 0,4 0-1 0,-5 0 3 15,1 2-2-15,2-3 4 0,-1-2-3 16,4 1 0-16,-4 0-4 0,4 0 1 0,3-3 1 16,-2 3-2-16,1-1 3 15,1-1-3-15,-1-1 2 0,-2 0 3 0,3 3-6 16,-3 2 0-16,0-2-2 0,0 0 8 15,-4 2-5-15,3-1 3 0,-5 2-2 0,3-1 3 16,-6 5 0-16,8-6 1 0,-4 3-7 16,-4 3 3-16,7-5 4 0,-3 1-1 0,-4 4-1 15,9-8-5-15,-2 5-1 0,-4-1-3 16,-3 4 2-16,12-8-10 0,-7 4 3 0,2 0-3 16,-7 4-7-16,9-6 5 0,-6 2 3 15,-3 4 2-15,8-5 0 0,-8 5 5 0,5-4-4 16,-5 4 8-16,9-4-2 0,-9 4-1 15,5-4-4-15,-5 4 8 0,10-6-1 16,-7 1-2-16,6 2-4 0,-4-1 3 16,2 1 2-16,1-4 5 0,-3 4-2 0,4-1-1 15,-4 2 2-15,-5 2 2 0,9-6 1 16,-9 6 5-16,8-6 4 0,-8 6 3 16,6-3 3-16,-6 3 7 0,0 0 6 0,8-5 6 15,-8 5 4-15,0 0 0 0,3-3 0 16,-3 3-3-16,0 0-3 0,0 0-6 0,0 0-9 15,4-6-4-15,-4 6-37 0,0 0-56 16,0 0-80-16,0 0-86 0,0 0-122 0,0 0-200 16,-36 9 2-16,20-4 58 15,-6 0-212-15,5 2-210 0</inkml:trace>
  <inkml:trace contextRef="#ctx0" brushRef="#br0" timeOffset="20762.81">19193 8863 1760 0,'-9'-3'-133'16,"9"3"17"-16,0 0 29 0,0 0 19 0,0 0 33 16,-13-3 17-16,13 3 21 0,0 0 17 15,-10-4 18-15,10 4 19 0,0 0 19 0,-9 0 3 16,9 0 6-16,0 0 11 0,0 0 11 15,-11-4 9-15,11 4 6 0,0 0 7 0,0 0 2 16,-12-2 5-16,12 2 5 0,0 0 6 16,0 0 7-16,0 0-1 0,0 0 0 15,-11-3 2-15,11 3-1 0,0 0 0 16,-11-1-1-16,11 1-1 0,0 0-1 0,-9-4-1 16,9 4-10-16,0 0-6 0,-7-4-7 15,7 4-7-15,0 0-10 0,-8-4-7 16,8 4-8-16,0 0-2 0,0 0-4 0,0 0 2 15,0 0 1-15,-12-3 0 0,12 3-3 16,0 0 2-16,0 0 1 0,0 0 0 0,0 0-5 16,0 0-7-16,-5-6-5 0,5 6-6 15,0 0-6-15,0 0-4 0,0 0-8 0,0 0-4 16,0 0-7-16,0 0-4 16,0 0-5-16,0 0-5 0,0 0-1 0,0 0 0 0,0 0-7 15,0 0 2-15,0 0-1 16,0 0-6-16,0 0 12 0,0 0 12 0,0 0-4 15,0 0 7-15,0 0 3 0,0 0 11 16,0 0 14-16,0 0 2 0,25 15-1 0,-25-15-1 16,9 8 4-16,-3-2-5 0,-6-6 1 15,13 9-6-15,-5-3 0 0,-3 2-2 0,6-4-5 16,-4 2-7-16,0-1-4 0,1 0 0 16,0 0-1-16,-2 2 2 0,-1-2 1 15,2-1-5-15,-1 4 2 0,1-3-3 16,-2-1-2-16,2 4-5 0,-3-4-9 0,-4-4-24 15,12 12 0-15,-6-7 0 0,-3 0 0 16,1 0 0-16,-4-5 0 0,11 8 0 16,-4-2 0-16,-4-1 0 0,-3-5 0 0,10 10 0 15,-7-3 0-15,3-4 0 0,-3 4 0 16,-3-7 0-16,9 9 0 0,-5-6 0 0,-4-3 0 16,7 9 0-16,-7-9 0 0,5 10 0 15,-3-7 0-15,-2-3 0 0,10 11 0 0,-10-11 0 16,6 6 0-16,-2-1 0 0,-4-5 0 15,5 9 0-15,1-6 0 0,-6-3 0 0,5 12 0 16,2-8 0-16,-7-4 0 0,5 9 0 16,1-5 0-16,-6-4 0 0,7 8 0 0,-7-8 0 15,9 9 0-15,-6-6 0 16,-3-3 0-16,10 10 0 0,-7-7 0 0,-3-3 0 16,9 10 0-16,-4-6 0 0,1 2 0 15,-6-6 0-15,9 7 0 0,-5-3 0 0,-4-4 0 16,10 8 0-16,-7-4 0 0,-3-4 0 15,10 9 0-15,-7-5 0 0,-3-4 0 0,8 6 0 16,-8-6 0-16,8 9 0 0,-2-6 0 16,-6-3 0-16,7 9 0 0,-7-9 0 15,7 8 0-15,-3-4 0 0,-4-4 0 0,8 7 0 16,-8-7 0-16,8 7 0 0,-8-7 0 16,7 7 0-16,-1-4 0 0,-6-3 0 15,10 5 0-15,-10-5 0 0,7 7 0 0,-1-2 0 16,-6-5 0-16,7 7 0 0,0-4 0 15,-7-3 0-15,9 7 0 0,-4-3 0 16,-5-4 0-16,10 8 0 0,-10-8 0 0,8 7 0 16,-8-7 0-16,7 7 0 0,-7-7 0 15,8 5 0-15,-8-5 0 0,7 5 0 0,-7-5 0 16,9 7 0-16,-4-2 0 0,-5-5 0 16,9 8 0-16,-3-4 0 0,-6-4 0 0,8 8 0 15,-2-3 0-15,-6-5 0 0,9 9 0 16,-5-4 0-16,-1 1 0 0,-3-6 0 15,10 8 0-15,-6-3 0 0,-4-5 0 16,8 8 0-16,-5-4 0 0,-3-4 0 0,9 10 0 16,-4-6 0-16,-5-4 0 0,9 8 0 15,-3-5 0-15,-1 3 0 0,-5-6 0 0,11 11 0 16,-8-6 0-16,5-1 0 0,-5 1 0 16,5 1 0-16,-5 0 0 0,6 0 0 0,-4 0 0 15,1 0 0-15,-1-1 0 0,1 1 0 16,0 0 0-16,-2 0 0 0,2-1 0 0,-1 0 0 15,3 0 0-15,-5 0 0 0,6 2 0 16,-6-2 0-16,5-2 0 0,-3 4 0 0,4-1 0 16,-6-2 0-16,5 3 0 0,-5-1 0 15,5-3 0-15,-8-3 0 0,12 9 0 16,-7-3 0-16,1-2 0 0,-6-4 0 0,11 8 0 16,-5-3 0-16,0 1 0 0,-1-3 0 15,-1 2 0-15,-4-5 0 0,12 10 0 16,-6-5 0-16,-1-1 0 0,3 1 0 0,-8-5 0 15,9 11 0-15,-1-6 0 0,-2-1 0 16,-1 2 0-16,3 0 0 0,-2 0 0 0,0 2 0 16,1-5 0-16,-1 5 0 0,-1-2 0 15,3 0 0-15,-4 0 0 0,2-1 0 16,-1 3 0-16,1-1 0 0,-3-2 0 16,-3-5 0-16,12 10 0 0,-8-6 0 0,-4-4 0 15,9 7 0-15,-9-7 0 0,6 6 0 16,-6-6 0-16,6 7 0 0,-6-7 0 15,4 4 0-15,-4-4 0 0,0 0 0 0,8 5 0 16,-8-5 0-16,0 0 0 0,0 0 0 16,5 5 0-16,-5-5 0 0,0 0 0 0,0 0 0 15,0 0 0-15,0 0 0 0,0 0 0 16,0 0 0-16,0 0 0 0,0 0 0 0,0 0 0 16,0 0 0-16,0 0 0 0,0 0 0 15,0 0-73-15,-25-12-562 0,16 9-202 0,-9-1-64 16,5 0 92-16,-4 0-870 15,-2 4-1114-15</inkml:trace>
  <inkml:trace contextRef="#ctx0" brushRef="#br0" timeOffset="23031.02">8079 4512 954 0,'0'0'313'16,"0"0"-95"-16,-1-8-38 0,1 8-45 15,0 0-29-15,-6-5-23 0,6 5 25 0,0 0 8 16,0 0 11-16,0 0 13 0,-7 21 6 16,5-15-9-16,2-6-7 0,4 17 1 0,-1-7 10 15,5-2 1-15,3 1-3 0,8-1-3 16,15-2-8-16,2 0-11 15,9-6-8-15,2-4-15 0,14-4-10 0,3-3-6 16,-2-3-11-16,-3-1-6 0,0 1-8 0,-8-4-5 16,-11 7-2-16,-7-1-3 0,-2 2-7 15,-11 3 2-15,-2-1-2 0,-5 3-10 16,-3 0 7-16,-3 0-8 0,-1 3-9 0,-6 2 1 16,5-6-19-16,-5 6-28 0,0 0-42 15,0 0-64-15,0 0-70 0,0 0-98 16,0 0-149-16,0 0-167 0,-32 4 64 0,15 6-246 15,-8 11-290-15</inkml:trace>
  <inkml:trace contextRef="#ctx0" brushRef="#br0" timeOffset="23580.33">8024 5533 2157 0,'0'0'-13'0,"0"0"25"0,-11 21 29 0,7-15 22 15,4-6 21-15,-5 13 11 0,5-13 16 0,-2 8 11 16,2-8 9-16,7 8 10 0,-7-8 4 16,23 0 9-16,3-3-3 0,15-7-5 15,12-9-11-15,7-3-14 0,1-4-10 16,1 1-12-16,-1-4-11 0,2 0-8 16,-2 2-6-16,-6 0-7 0,-4 3-9 0,-8 5-3 15,-13 3-9-15,-6 3-3 0,-2 2-6 16,-7 6 0-16,-2 0-1 0,-4 0-7 0,0 4-9 15,-9 1-15-15,11-6-29 0,-11 6-54 16,0 0-56-16,0 0-64 0,0 0-87 0,0 0-118 16,-13 29-202-16,-5-5 49 0,-7 10-260 15,-5 9-302-15</inkml:trace>
  <inkml:trace contextRef="#ctx0" brushRef="#br0" timeOffset="23979.08">7845 6557 2326 0,'0'0'75'0,"-17"2"17"0,17-2 12 0,0 0 22 0,0 0 23 15,0 0 19-15,-21 0-2 0,21 0-3 0,0 0 5 16,0 0 19-16,0 0 4 0,0 0 3 16,0 0-8-16,32-10-16 0,1-2-13 15,4 1-16-15,13-8-11 0,4 2-14 0,3-2-11 16,1 4-13-16,-6-1-9 15,-2 4-12-15,-12 2-20 0,-8 5-30 0,-6 0-31 16,-7 3-27-16,-4-2-10 0,-1 2-3 0,-12 2-23 16,18 0-8-16,-18 0-36 0,10 4-58 15,-6 0-61-15,-4-4-76 0,-1 8-102 0,1-8-189 16,-13 13 22-16,4-4 62 0,-5 5-222 16,1 3-231-16</inkml:trace>
  <inkml:trace contextRef="#ctx0" brushRef="#br0" timeOffset="24447.42">7814 7746 2173 0,'0'0'70'0,"0"0"9"0,-7 3 13 0,7-3 17 0,0 0 24 15,0 0 44-15,0 0 24 16,0 0 19-16,0 0 2 0,0 0 4 0,32-4-1 16,-9-3-10-16,15-5-7 0,10-1-26 15,6-7-12-15,0 4-16 0,-2-4-14 0,2 2-17 16,-7 2-9-16,-8 3-15 0,-5 2-8 16,-4 1-11-16,-7 4-7 0,-8 0-5 0,-1 3-4 15,-3-1-5-15,0 1-6 0,-2 1 2 16,-4 0-5-16,-5 2-2 0,11-5-7 15,-11 5-2-15,9-4 0 0,-9 4-37 0,7-4-47 16,-7 4-54-16,0 0-85 0,0 0-111 16,0 0-116-16,0 0-174 0,0 0-106 0,0 0 75 15,0 0-462-15,-27 15-548 16</inkml:trace>
  <inkml:trace contextRef="#ctx0" brushRef="#br0" timeOffset="29394.11">21389 5192 493 0,'0'0'158'0,"0"0"-39"16,0 0 8-16,0 0 9 0,-4 4 2 0,4-4-2 16,0 0-8-16,0 0-8 0,0 0 9 15,0 0-3-15,-4 8 2 0,4-8 2 16,0 0 2-16,0 0 1 0,0 0 0 16,0 0 5-16,0 0-3 0,0 0 10 0,0 0 0 15,0 0 0-15,0 0 0 0,0 0 13 16,0 0 3-16,0 0-6 0,21 0-9 0,-21 0-9 15,20-2-11-15,-20 2-7 0,18 0-6 16,-18 0-11-16,23 0-8 0,-12 0-11 0,-11 0-3 16,25 2-10-16,-13 0-8 0,-1 0-3 15,2-1-7-15,-1 1-5 0,-1 0-2 16,3-2-2-16,-3 4-5 0,2-4-2 0,1 2 4 16,1 0-1-16,-1-2 0 0,1 0 0 15,0 0 0-15,2 0 3 0,-1 0-5 0,0 0 1 16,0-2-5-16,2 2-2 15,-6 0-4-15,3 0 0 0,3 0-3 0,-5-2-3 16,-13 2 0-16,26 0-1 0,-12-1-2 16,-1 1 4-16,-13 0-1 0,25-3 3 0,-9 3-4 15,-3-2 7-15,3-1 5 0,-2 1 1 16,6 0 2-16,-5-2-3 0,0 3 3 16,-2-2-3-16,3 3-1 0,-3-2 2 0,0 0 5 15,-1 0-3-15,-1 0-7 0,-11 2 3 16,17-2 2-16,-17 2-3 0,15-2-2 0,-15 2-3 15,12-2-2-15,-12 2 1 0,0 0-3 16,17-3 0-16,-17 3-6 0,12-1 0 16,-12 1 0-16,11-1-2 0,-11 1-2 15,17-4-3-15,-17 4 6 0,17-2-5 0,-8 1-3 16,-9 1 3-16,20-3-4 0,-20 3 0 16,15 0-1-16,-15 0 0 0,13 0-2 0,-13 0 0 15,0 0-1-15,22-2 2 0,-22 2 1 16,14-2 0-16,-2 0 1 0,-1 0-5 15,4 2 8-15,5-2-6 0,-1-1 1 0,1 2-5 16,2-2 2-16,-1 2-1 0,-3 1 1 16,4-2-1-16,-5 2 3 0,-2-2-2 0,-1 0 2 15,-14 2-1-15,22 0 2 16,-22 0 0-16,18-1-2 0,-9 1 3 0,-9 0 5 0,15-1-4 16,-15 1-2-16,19-3 1 15,-7 1 2-15,-12 2-1 0,22 0 5 0,-4-2-13 16,-1 0 1-16,4 2-1 0,0 0 0 15,0 2 1-15,-1 0 0 0,5 0 4 16,-2-2-2-16,-1 3-2 0,-2-2 7 0,7 0-2 16,-2 1-1-16,0 0-1 0,1 0-1 15,1-2 0-15,2 1 3 0,-3-1-2 0,-1 3 1 16,1-3-1-16,-2 0 1 0,-1 0-6 16,-5 0 1-16,3 1 6 0,-6-1-1 0,-1-1-2 15,-14 1 1-15,21 0-3 0,-21 0 3 16,21 0 2-16,-21 0-3 0,17 0 1 0,-17 0-1 15,15 1-3-15,-15-1 8 16,0 0-3-16,19-1-2 0,-19 1 3 0,11 0-2 16,-11 0-1-16,0 0 0 0,22 0-3 15,-22 0 2-15,15 0 3 0,-15 0-1 0,23 0 0 16,-10-3-1-16,0 3 1 0,5 3-3 16,0-6 4-16,4 6-1 0,-1-3 0 15,1-3 0-15,-1 3-2 0,6 3 2 0,0-2 1 16,0 0 0-16,-7-1 2 15,-1 2-1-15,-3-2-1 0,-1 0-3 0,-1 2 1 0,-14-2 0 16,22 0 1-16,-22 0-2 0,17 0 3 16,-17 0-8-16,15 0 6 0,-15 0 0 0,0 0-2 15,18 2-3-15,-18-2 6 16,0 0-4-16,17 0-1 0,-17 0 7 0,0 0-1 16,15 0 0-16,-15 0-1 0,0 0-2 15,18 0-1-15,-18 0 3 0,0 0-1 0,16 0-1 16,-16 0 1-16,14 0 0 0,-14 0 0 15,0 0 2-15,17 0-4 0,-17 0 3 16,0 0 2-16,16 0-1 0,-16 0-1 0,0 0-1 16,11-2-1-16,-11 2 1 15,0 0 2-15,0 0-6 0,0 0 9 0,15 0-5 0,-15 0 3 16,0 0 0-16,0 0-2 16,0 0-3-16,13-2 7 0,-13 2-7 0,0 0-1 15,0 0 3-15,0 0-2 0,0 0-2 16,0 0 3-16,18 0-1 0,-18 0-3 0,0 0 3 15,0 0 4-15,0 0-2 0,0 0 0 16,0 0 5-16,0 0-11 0,13 2 17 0,-13-2-13 16,0 0-2-16,0 0-1 0,0 0 3 15,0 0 4-15,0 0-5 0,0 0-1 0,0 0 4 16,0 0 0-16,11 2 1 0,-11-2-1 16,0 0 0-16,0 0-1 0,0 0 3 15,0 0 8-15,0 0-12 0,0 0 1 16,0 0 2-16,0 0 0 0,0 0-4 0,0 0 3 15,0 0 10-15,0 0-12 0,0 0-2 16,0 0 6-16,0 0-8 0,0 0 9 16,0 0-2-16,0 0 2 0,0 0-2 0,0 0 2 15,0 0-2-15,0 0-2 0,0 0 9 16,0 0-7-16,0 0-4 0,0 0 1 0,0 0 6 16,0 0-7-16,14 2 3 0,-14-2-1 15,0 0 5-15,0 0-7 0,0 0 3 0,0 0-1 16,14 0-2-16,-14 0-1 0,0 0 3 15,0 0-1-15,14 2-3 0,-14-2 3 16,0 0 3-16,0 0 0 0,15 0 0 0,-15 0 0 16,0 0 6-16,0 0-7 0,18-2 5 15,-18 2-3-15,0 0-3 0,13 2 1 16,-13-2-1-16,0 0 6 0,0 0-9 0,15-2 9 16,-15 2-7-16,0 0-1 0,0 0-1 15,19 0 9-15,-19 0-6 0,0 0 4 16,14-2-3-16,-14 2 2 0,0 0-3 0,0 0-1 15,16 0 2-15,-16 0 2 0,0 0-2 16,0 0 0-16,20-2 2 0,-20 2-1 0,14-2-2 16,-14 2-1-16,14-2 5 0,-14 2-3 15,18 0-3-15,-18 0 4 0,16-2 3 0,-6-1-8 16,-10 3 5-16,15-1-2 16,-15 1 0-16,13-2 5 0,-13 2-8 0,0 0 4 15,20-2 0-15,-20 2-1 0,13 0 6 16,-13 0-5-16,0 0 0 0,17-2-2 15,-17 2 5-15,11-1-3 0,-11 1 2 0,0 0 15 16,22 0-17-16,-22 0-3 0,9 0-2 16,-9 0 5-16,0 0 0 0,17-1 3 0,-17 1-7 15,0 0 2-15,11-3 4 0,-11 3-2 16,0 0-4-16,0 0 7 0,14 0-6 0,-14 0-2 16,0 0 3-16,0 0 1 0,0 0 3 15,11-2-3-15,-11 2 1 0,0 0-2 0,0 0-2 16,0 0-2-16,0 0 8 0,0 0-5 15,0 0 1-15,0 0 5 0,0 0 1 16,0 0 0-16,0 0 0 0,0 0 0 16,0 0 4-16,0 0-6 0,0 0 9 15,0 0-4-15,0 0-3 0,0 0 0 0,0 0 1 16,0 0 1-16,0 0-9 0,0 0-29 16,0 0-58-16,0 0-69 0,0 0-97 0,0 0-114 15,0 0-125-15,0 0-182 0,-34 2-51 16,21 2 75-16,13-4-485 0,-33 3-605 0</inkml:trace>
  <inkml:trace contextRef="#ctx0" brushRef="#br0" timeOffset="30845.39">7855 8595 2956 0,'0'0'-75'0,"-6"-5"32"0,6 5 20 0,0 0 13 15,0 0 11-15,0 0 32 0,0 0 39 16,0 0 33-16,0 0 14 0,-6 23 5 15,6-15 4-15,0 1-3 0,2-1 3 0,1 1 4 16,0 0-5-16,7 0 4 0,1-1-5 16,4-3-3-16,8-2-5 0,8-3-11 0,12-5-7 15,18-10-13-15,4-1-6 0,1-6-8 16,15-11-9-16,1 0-1 0,-8-4-9 0,-13 6-4 16,-4 2-8-16,-5 5 0 0,-7 0-6 15,-16 7-1-15,-6 5 1 0,-4 3 13 16,-8 4 7-16,-1 0 0 0,0-1-1 0,-1 2-7 15,-3 0-4-15,-6 4-6 0,5-5-6 16,-5 5-6-16,0 0-3 0,0 0-15 16,0 0-40-16,0 0-53 0,0 0-76 15,0 0-82-15,0 0-88 0,0 0-118 0,-34 19-196 16,23-7 21-16,-3 2 66 0,-3 13-318 16,-6 2-358-16</inkml:trace>
  <inkml:trace contextRef="#ctx0" brushRef="#br0" timeOffset="32610.31">8099 9414 2276 0,'2'-6'8'15,"-2"-1"20"-15,0 7 19 0,-2-8 16 16,2 8 30-16,0 0 22 0,-4-11 16 16,4 11-10-16,0 0 1 0,0 0 16 0,0 0 7 15,-25 29 7-15,9 3 7 0,-2 9-4 16,-3 5 2-16,0 0-7 0,-2 4-8 16,0-2-2-16,2 0-5 0,0-1-12 15,2-1-12-15,7-12-12 0,3-2-7 0,0-3-11 16,3-4-9-16,3-7-5 0,-2-3-5 15,3-3-12-15,-2-3-1 0,4 1-1 0,-1-2-6 16,-3-1 2-16,4-7-10 0,-4 8-40 16,4-8-41-16,0 0-42 0,0 0-50 0,0 0-49 15,0 0-52-15,-27-17-45 0,22 5-57 16,-3 0-44-16,2-1-63 0,-3-5-105 16,1-1 31-16,3 3-227 0,-2-4-239 0</inkml:trace>
  <inkml:trace contextRef="#ctx0" brushRef="#br0" timeOffset="32893.69">7694 9668 2042 0,'-2'-10'3'16,"2"3"40"-16,0 7 34 0,-2-10 24 0,2 10 20 16,0 0 12-16,-1-6 2 0,1 6 20 15,0 0 30-15,0 0 9 0,0 0 5 16,0 0 2-16,28 25 6 0,-8-6 2 0,5 1-2 16,1 5-11-16,12 2-19 0,0 1-11 15,7-1-11-15,-4-1-17 0,4-1-12 0,2-1-12 16,-4-1-13-16,1-5-10 15,-9-1-6-15,-7-3-6 0,1 1-12 0,-9-3-11 16,-2-3-2-16,-4-1-4 0,-3 0-7 16,-2-4-1-16,-2 1-4 0,2-1-3 0,-2 0 5 15,-7-4-7-15,9 4-5 0,-9-4-27 16,0 0-25-16,0 0-29 0,0 0-31 0,0 0-42 16,12-10-66-16,-12 10-76 0,0-7-75 15,0 7-103-15,-8-12-179 0,4 8-18 16,-1-2 68-16,-1 1-360 0,6 5-414 0</inkml:trace>
  <inkml:trace contextRef="#ctx0" brushRef="#br0" timeOffset="34161.18">17343 9259 1746 0,'0'0'253'0,"0"-12"-57"16,-2 5 9-16,2 0 20 0,0 7 19 15,0-14 0-15,-2 8-9 0,2 0-20 0,0 6 0 16,-2-8-11-16,2 8-19 0,-2-7-21 16,2 7-14-16,0 0 4 0,0 0 1 15,0 0-8-15,-7 26-11 0,5-11-8 0,0 2 0 16,1 1-5-16,-3 0-9 0,-1 1-10 15,3-2-8-15,1 2-4 0,-3 0-11 0,0-4 0 16,2 3-8-16,0-5-8 0,1 1-5 16,-1-2-5-16,0-1-4 0,-2 1-13 0,4 0 0 15,-3-1-1-15,3 0-6 0,0-1-4 16,-1 0-6-16,-1 0-5 0,2-1-22 16,0 0-21-16,-2-2-31 0,0 1-27 0,2-3-28 15,0-5-34-15,0 11-29 0,0-11-70 16,0 0-81-16,-4 3-89 0,4-3-82 15,0 0-143-15,0 0 23 0,-13-15-462 16,8 9-550-16</inkml:trace>
  <inkml:trace contextRef="#ctx0" brushRef="#br0" timeOffset="34510.14">17065 9283 3099 0,'-8'-10'36'15,"5"1"21"-15,-3 2 55 0,6 7 37 16,-4-8 27-16,4 8 14 0,-8-5-6 16,8 5-16-16,0 0-17 0,0 0 16 0,0 0 12 0,0 0 8 15,29 0 4-15,-13 8-9 16,10 4-5-16,7 7-12 0,-3-2-11 0,10 7-19 16,3 0-9-16,3 1-15 0,4 1-8 15,-1-7-5-15,1 3-15 0,-1-5 1 0,-12-5-14 16,-3-1-9-16,-7 1 2 0,-7-5 20 15,-2-2 21-15,-5 0 16 0,-3-3 17 0,-3 2 1 16,3-4 0-16,-10 0-13 16,12 4-13-16,-12-4-13 0,7 4-14 0,-7-4-10 15,0 0-12-15,0 0-30 0,0 0-48 0,0 0-65 16,0 0-58-16,15-5-62 0,-15 5-75 16,0 0-101-16,0 0-113 0,0 0-128 15,0 0-204-15,0 0 82 0,0 0 77 0,-40 7-548 16,33-2-674-16</inkml:trace>
  <inkml:trace contextRef="#ctx0" brushRef="#br0" timeOffset="38142.55">13744 7919 674 0,'0'0'134'0,"0"0"-23"15,0 0-13-15,-9-4-3 0,9 4-6 16,0 0-2-16,0 0 2 0,0 0 2 0,0 0 6 15,0 0 12-15,0 0 7 0,0 0 6 16,0 0 6-16,0 0 3 0,-3-4-2 0,3 4-1 16,0 0-8-16,0 0-6 15,0 0-11-15,0 0-5 0,0 0-16 0,0 0-6 16,0 0-6-16,0 0-4 0,0 0-11 16,0 0-4-16,0 0-1 0,0 0-7 15,0 0-7-15,0 0 4 0,0 0-1 0,0 0 2 16,0 0-4-16,0 0-3 0,0 0-3 15,0 0 6-15,0 0-8 0,0 0-8 0,0 0-1 16,0 0-16-16,-10-5-14 0,10 5-23 16,0 0-15-16,0 0-18 0,0 0-13 0,0 0-10 15,0 0-10-15,0 0-1 0,0 0-6 16,0 0-5-16,0 0-3 0,0 0-10 16,0 0-2-16,0 0-10 0,0 0-13 15,0 0-18-15,0 0-15 0,0 0-12 0,-13 9-24 16,13-9-318-16,0 0-38 0</inkml:trace>
  <inkml:trace contextRef="#ctx0" brushRef="#br0" timeOffset="40191.76">13711 7931 1387 0,'0'0'-10'0,"0"0"20"15,0 0 24-15,0 0 19 16,0 0 24-16,0 0 20 0,-6 4 13 0,6-4 17 15,0 0 3-15,0 0 10 0,0 0 9 16,0 0 1-16,0 0 12 0,0 0 5 16,0 0 3-16,0 0 0 0,0 0-7 0,0 0 4 15,0 0-5-15,0 0-4 0,0 0-8 16,0 0-4-16,0 0-7 0,0 0-2 0,0 0-2 16,0 0-5-16,0 0-2 0,0 0-4 15,0 0-1-15,0 0-3 0,0 0-2 0,0 0-2 16,0 0 0-16,0 0 3 0,0 0-11 15,0 0 9-15,0 0 2 0,-17 0 2 0,17 0-2 16,0 0 0-16,0 0 18 0,0 0-9 16,0 0-6-16,0 0-1 0,0 0-5 15,0 0 2-15,0 0-6 0,0 0-8 16,0 0-11-16,0 0 1 0,0 0-6 16,0 0-9-16,0 0 14 0,0 0 24 0,0 0 0 15,0 0 0-15,11 16-4 0,-5-13-68 16,0 3-45-16,3 0 0 0,-1 0 0 0,-1-1 0 15,3 1 0-15,1 0 0 0,-3 0 0 16,2-1 0-16,-1 2 0 0,2-1 0 0,-2 1 0 16,0-3 0-16,0 4 0 0,1 0 0 15,0-1 0-15,1 1 0 0,-3-2 0 0,-1 4 0 16,4-2 0-16,0-1 0 16,-6 0 0-16,4 2 0 0,1-3 0 0,-2 3 0 15,1-2 0-15,-1 0 0 0,-1-2 0 16,-1 2 0-16,2 0 0 0,-3-3 0 0,-5-4 0 15,11 9 0-15,-6-5 0 0,1 1 0 16,-6-5 0-16,7 9 0 0,-1-5 0 0,-6-4 0 16,7 7 0-16,-7-7 0 0,8 7 0 15,-4-3 0-15,-4-4 0 0,7 7 0 0,-7-7 0 16,8 5 0-16,-8-5 0 0,8 5 0 16,-8-5 0-16,7 5 0 0,-7-5 0 0,10 6 0 15,-10-6 0-15,5 4 0 16,-1 0 0-16,-4-4 0 0,8 8 0 0,-2-4 0 0,-3 1 0 15,-3-5 0-15,10 6 0 0,-7-2 0 16,4 2 0-16,-2-2 0 0,-1 2 0 16,2-2 0-16,-3 0 0 0,5 3 0 15,-4-3 0-15,2 1 0 0,-1 2 0 0,1-2 0 16,1 1 0-16,0 2 0 0,0-2 0 16,1 0 0-16,-1 0 0 0,1 1 0 0,0 0 0 15,-3-2 0-15,4 2 0 0,-2 0 0 16,0 0 0-16,1-1 0 0,-3 0 0 0,4 0 0 15,-4 1 0-15,3 2 0 0,-1-4 0 16,0 2 0-16,2 0 0 0,-4 0 0 0,1-1 0 16,-3-2 0-16,3 1 0 15,0 0 0-15,2 2 0 0,-3-2 0 0,1 2 0 16,-1-2 0-16,6 2 0 0,-8-2 0 16,1 0 0-16,3 0 0 0,1 3 0 0,-2-1 0 15,2-1 0-15,-3 2 0 0,4-2 0 16,2 3 0-16,-6-1 0 0,4 2 0 0,-1-2 0 15,0 3 0-15,1-2 0 0,1 0 0 16,-2 3 0-16,1-4 0 0,-2 1 0 0,1-1 0 16,0-1 0-16,1-1 0 0,-3 3 0 15,1 0 0-15,4-2 0 0,-4-1 0 0,0 3 0 16,1-2 0-16,0 0 0 16,-1 1 0-16,3-1 0 0,0 2 0 0,-3 1 0 15,2-1 0-15,2-1 0 0,-4-1 0 16,0 1 0-16,3 1 0 0,-2-1 0 0,1 0 0 15,0-2 0-15,2 4 0 0,-4-5 0 16,0 3 0-16,1-2 0 0,-3 2 0 0,5-4 0 16,-2 4 0-16,-1-4 0 0,2 1 0 15,-4 3 0-15,2-4 0 0,-1 4 0 0,1 1 0 16,2-5 0-16,-4 4 0 0,3-2 0 16,-3 1 0-16,4 0 0 0,-2 0 0 0,-2 0 0 15,3-2 0-15,-1 2 0 16,2-1 0-16,-4 1 0 0,2 0 0 0,1-2 0 15,-2 2 0-15,4 0 0 0,-5 0 0 16,2 0 0-16,0 0 0 0,2-1 0 0,-1 3 0 16,-3-2 0-16,5 0 0 0,-2-1 0 15,-5 3 0-15,5-2 0 0,-3 0 0 0,4-1 0 16,-4 2 0-16,1-2 0 0,-1 1 0 16,3 1 0-16,-4-4 0 0,4 2 0 0,-5-2 0 15,5 4 0-15,-5 0 0 0,4-3 0 16,0 1 0-16,-3 0 0 0,3 2 0 0,-1-3 0 15,0 3 0-15,4-1 0 0,-5 0 0 16,3 0 0-16,2 5 0 0,-5-4 0 0,6 1 0 16,-5-1 0-16,2-1 0 15,0 0 0-15,-3 2 0 0,3-3 0 0,-2 3 0 16,1-2 0-16,-1 0 0 0,0-1 0 16,1 1 0-16,-1 0 0 0,2 0 0 0,-3 1 0 15,3 0 0-15,-5-4 0 0,4 3 0 16,-2 0 0-16,3 0 0 0,-5 1 0 0,3-3 0 15,2 1 0-15,-4 0 0 0,2 0 0 16,-1 2 0-16,1-2 0 0,-3 0 0 0,6 1 0 16,-6-1 0-16,5 2 0 0,-5-2 0 15,1-1 0-15,5 1 0 0,-6 2 0 0,3-2 0 16,-3 0 0-16,3-1 0 16,-1 3 0-16,-1-1 0 0,1-2 0 0,-1 0 0 15,-1 0 0-15,1 0 0 0,0 1 0 16,-1 0 0-16,3 0 0 0,-2-1 0 0,0 0 0 15,2 0 0-15,-3 2 0 0,3-2 0 16,-1 2 0-16,2 0 0 0,-2 0 0 0,-1-1 0 16,4 1 0-16,-3 2 0 0,3-2 0 15,-4-1 0-15,4 1 0 0,-5 0 0 0,5 0 0 16,-3 1 0-16,2-3 0 0,-2 2 0 16,1-2 0-16,-3 3 0 0,5-2 0 0,-4 0 0 15,2 3 0-15,-1-3 0 16,1 0 0-16,1 2 0 0,0 1 0 0,-2-3 0 0,-1 0 0 15,4 2 0-15,-5-2 0 16,6 1 0-16,-6-1 0 0,3 1 0 0,-3-2 0 16,1 2 0-16,0-2 0 0,0-2 0 15,-1 3 0-15,-3-6 0 0,9 6 0 0,-8-2 0 16,-1-4 0-16,6 7 0 0,-6-7 0 16,5 7 0-16,-3-4 0 0,-2-3 0 0,8 8 0 15,-5-4 0-15,-3-4 0 0,5 5 0 16,-5-5 0-16,6 7 0 0,-6-7 0 0,3 5 0 15,-3-5 0-15,6 5 0 0,-6-5 0 16,0 0 0-16,3 5 0 0,-3-5 0 0,4 4 0 16,-4-4 0-16,0 0 0 15,9 6 0-15,-9-6 0 0,1 6 0 0,-1-6 0 16,2 5 0-16,-2-5 0 0,6 8 0 16,-6-8 0-16,3 5 0 0,-3-5 0 0,2 6 0 15,-2-6 0-15,4 6 0 0,-4-6 0 16,0 0 0-16,7 6 0 0,-7-6 0 0,0 0 0 15,0 0 0-15,3 6 0 0,-3-6 0 16,0 0 0-16,0 0 0 0,0 0 0 0,4 4 0 16,-4-4 0-16,0 0 0 0,0 0 0 15,0 0 0-15,4 5 0 0,-4-5 0 0,0 0 0 16,0 0 0-16,0 0 0 0,0 0 0 16,0 0 0-16,0 0 0 0,0 0 0 0,0 0 0 15,0 0 0-15,0 0 0 16,0 0 0-16,0 0 0 0,0 0 0 0,0 0 0 15,-14 3 0-15,14-3 0 0,-24 4 0 16,1 3 0-16,-10 5 0 0,3-4 0 0,-4-1-947 16,-1 1-9-16,-2-2-1182 0,5-2-1548 15</inkml:trace>
  <inkml:trace contextRef="#ctx0" brushRef="#br0" timeOffset="41741.47">7254 10984 2267 0,'0'-5'180'0,"0"5"-66"0,0 0-47 0,0 0 32 16,0 0 43-16,0 0 27 0,0 0 3 16,6 22-4-16,-4-12 9 0,2 1 17 0,4 0 13 15,3 3 16-15,2-5 4 16,8-1 0-16,4-8-7 0,6 0-18 0,14-8 0 16,16-4-12-16,3-5-12 0,2-4-4 15,15-10-3-15,3 0-1 0,-17 9-20 0,15-8-15 16,-19 6-13-16,-8 5-18 0,-6-1-3 15,-17 9-16-15,0 3-18 0,-12-2-2 0,-4 7-3 16,-5-1-8-16,-1 4-1 0,-10 0-5 16,0 0-8-16,13 5-10 0,-11-1-34 15,-2-4-54-15,0 10-58 0,0-10-69 0,-3 12-100 16,-3-5-111-16,0 1-118 0,0 2-154 16,-1 0-84-16,-3 2 84 0,-4 3-560 0,-2 8-690 15</inkml:trace>
  <inkml:trace contextRef="#ctx0" brushRef="#br0" timeOffset="47773.47">16523 5351 3302 0,'0'0'-72'0,"0"0"32"0,-9 2 27 0,9-2 45 16,0 0 40-16,0 0 34 0,0 0 31 16,0 0 13-16,-15-2-4 0,15 2 6 0,0 0-5 15,0 0-1-15,0 0-6 0,0 0-9 16,-17-2-8-16,17 2-8 0,0 0-11 16,0 0-10-16,0 0-7 0,0 0-9 0,0 0-9 15,0 0-5-15,0 0-2 0,0 0 0 16,0 0 3-16,-16 2 2 0,16-2 16 15,0 0 5-15,0 0 10 0,0 0 9 16,0 0-2-16,0 0 6 0,0 0-1 0,31 9-4 16,-31-9 1-16,15 3 7 0,-15-3-11 15,20 0 3-15,-20 0-7 0,22 3 1 0,-8-3-8 16,1 0-3-16,-2 0-8 0,4 0-6 16,-1 0 6-16,2-3-4 0,2 1-6 0,-1 1-6 15,-1 1 1-15,4-2-11 0,-3 0-3 16,1 2-3-16,0 0-5 0,-1-2-3 15,-2 2-1-15,-1 0-8 0,-2 0-1 16,2-1-3-16,1 1-1 0,-17 0 0 0,25 0-3 16,-12 0 6-16,0 0 3 0,-13 0-15 15,25 0-18-15,-14 0 0 0,-11 0 0 0,25 0 0 16,-13 0 0-16,1-2 0 0,-13 2 0 16,27 0 0-16,-16 2 0 0,-11-2 0 15,23 0 0-15,-13 0 0 0,-10 0 0 0,19 0 0 16,-19 0 0-16,18 0 0 0,-5 1 0 15,-13-1 0-15,16 0 0 0,-16 0 0 0,20 2 0 16,-20-2 0-16,14 0 0 16,-14 0 0-16,18 2 0 0,-18-2 0 0,16 2 0 0,-16-2 0 15,16 0 0-15,-16 0 0 16,18 1 0-16,-9 1 0 0,-9-2 0 0,18 0 0 16,-18 0 0-16,25 3 0 0,-11-3 0 15,1 0 0-15,3 0 0 0,-4-3 0 0,2 3 0 16,1 0 0-16,-2 0 0 0,-15 0 0 15,25 0 0-15,-14 0 0 0,-11 0 0 0,22 0 0 16,-22 0 0-16,14 0 0 16,-14 0 0-16,14 0 0 0,-14 0 0 0,0 0 0 15,21-2 0-15,-21 2 0 0,14 0 0 0,-14 0 0 16,16 0 0-16,-16 0 0 16,23 0 0-16,-9-1 0 0,1 1 0 0,1 1 0 0,-3-1 0 15,-13 0 0-15,28 0 0 0,-15 0 0 16,5 0 0-16,-5 2 0 0,0-2 0 15,2 0 0-15,1 0 0 0,-1 3 0 16,-1-3 0-16,-14 0 0 0,21 0 0 0,-21 0 0 16,18 0 0-16,-18 0 0 0,14 0 0 15,-14 0 0-15,0 0 0 0,19 2 0 0,-19-2 0 16,0 0 0-16,13 0 0 0,-13 0 0 16,0 0 0-16,0 0 0 0,13 0 0 15,-13 0 0-15,0 0 0 0,0 0 0 0,16 0 0 16,-16 0 0-16,19 0 0 15,-19 0 0-15,26-2 0 0,-10 2 0 0,4 0 0 0,0-3 0 16,-1 3 0-16,2-2 0 16,0 2 0-16,-2-1 0 0,1-1 0 0,-6 2 0 15,1-2 0-15,-1 2 0 0,-14 0 0 16,20-2 0-16,-20 2 0 0,18 0 0 0,-18 0 0 16,13-1 0-16,-13 1 0 0,14 0 0 15,-14 0 0-15,0 0 0 0,14-2 0 0,-14 2 0 16,0 0 0-16,18-2 0 15,-18 2 0-15,9-1 0 0,-9 1 0 0,0 0 0 0,23-2 0 16,-23 2 0-16,13 0 0 16,-13 0 0-16,20 0 0 0,-20 0 0 0,14 2 0 15,-2-2 0-15,-12 0 0 0,24 0 0 0,-12 0 0 16,6 0 0-16,-1 0 0 16,2-2 0-16,0 2 0 0,0 0 0 0,2 0 0 15,0-1 0-15,-2 1 0 0,-3 0 0 16,-2 0 0-16,-3 0 0 0,-11 0 0 0,24 0 0 15,-24 0 0-15,17 0 0 0,-17 0 0 16,13 1 0-16,-13-1 0 0,0 0 0 0,20 0 0 16,-20 0 0-16,0 0 0 0,16-1 0 15,-16 1 0-15,14 0 0 0,-14 0 0 0,13-2 0 16,-13 2 0-16,19 0 0 0,-4-2 0 16,1 2 0-16,0-2 0 0,6 0 0 15,-1 2 0-15,6-1 0 0,1-1 0 16,3 2 0-16,9-2 0 0,1 1 0 0,2-1 0 15,-4 2 0-15,-3 0 0 0,-9 0 0 16,2-2 0-16,-8 2 0 0,-1 0 0 16,-4 0 0-16,2 0 0 0,-5 0 0 0,-2 2 0 15,-11-2 0-15,21 0 0 0,-21 0 0 16,18 0 0-16,-18 0 0 0,14 0 0 0,-14 0 0 16,0 0 0-16,20 0 0 0,-20 0 0 15,0 0 0-15,16 0 0 0,-16 0 0 0,0 0 0 16,18 0 0-16,-18 0 0 15,0 0 0-15,15-2 0 0,-15 2 0 0,0 0 0 16,17 0 0-16,-17 0 0 0,18-2 0 16,-7 2 0-16,-11 0 0 0,30-1 0 0,-8 1 0 15,-4 0 0-15,1-2 0 0,5 2 0 16,-8 0 0-16,5-2 0 0,-8 2 0 0,3 0 0 16,-1 0 0-16,-1 0 0 0,-1 2 0 15,-13-2 0-15,25-2 0 0,-25 2 0 16,19 0 0-16,-19 0 0 0,17-2 0 0,-17 2 0 15,15 0 0-15,-15 0 0 16,15 0 0-16,-15 0 0 0,16-1 0 0,-16 1 0 16,16 0 0-16,-16 0 0 0,20 0 0 15,-20 0 0-15,21 1 0 0,-10-1 0 0,2 2 0 0,1-2 0 16,-1 2 0-16,-13-2 0 16,25 3 0-16,-14-1 0 0,1-2 0 0,-12 0 0 15,18 4 0-15,-6-4 0 0,-12 0 0 16,19 3 0-16,-19-3 0 0,17 0 0 0,-6 0 0 15,-11 0 0-15,18 2 0 0,-18-2 0 16,20 1 0-16,-20-1 0 0,12 0 0 16,-12 0 0-16,13 2 0 0,-13-2 0 0,0 0 0 15,16 2 0-15,-16-2 0 0,0 0 0 16,0 0 0-16,15 0 0 0,-15 0 0 0,0 0 0 16,0 0 0-16,0 0 0 15,14 0 0-15,-14 0 0 0,0 0 0 0,0 0 0 16,0 0 0-16,11 2 0 0,-11-2 0 15,0 0 0-15,0 0 0 0,0 0 0 0,0 0 0 16,0 0 0-16,0 0 0 0,0 0 0 16,0 0 0-16,0 0 0 0,0 0 0 0,0 0 0 15,0 0 0-15,0 0 0 0,0 0 0 16,0 0 0-16,0 0 0 0,0 0 0 0,12-2 0 16,-12 2 0-16,0 0 0 0,0 0 0 15,0 0 0-15,0 0-279 0,-43 0-713 16,30 0 51-16,-4 2 97 0,-2 1-902 15,0-1-1179-15</inkml:trace>
  <inkml:trace contextRef="#ctx0" brushRef="#br0" timeOffset="48973.37">7872 12105 1200 0,'0'0'165'0,"-8"-8"-25"0,6 4-3 16,2 4 7-16,-5-10-1 0,3 5 3 16,2 5 2-16,-4-9-14 0,4 9-11 15,-2-5-2-15,2 5-16 0,0 0-5 16,0 0 15-16,0 0 29 0,0 0 12 15,0 0-3-15,6 19-2 0,0-9-4 0,-1 2 1 16,2 0-6-16,2 0 0 0,0 0-3 16,4 2-6-16,1-2-1 0,2-2-5 0,2-3-6 15,12 3 1-15,-1-6-7 0,11-11-12 16,4-2-6-16,15-11-8 0,0-2-12 0,17-13-4 16,1-6-12-16,-1 2-2 0,0 3-6 15,-5-3 1-15,-18 5-11 0,-8 9-5 16,-12 9-3-16,-7-1 0 0,-4 7-4 0,-8 3 3 15,0 0 9-15,-6 2 1 0,-3 2-4 16,-5 3-5-16,6-7-7 0,-6 7-1 16,0 0-15-16,0 0-24 0,0 0-34 15,0 0-42-15,0 0-51 0,0 0-77 0,-36 9-91 0,28-3-106 16,-1 3-155-16,-3 1-121 16,-1 4 75-16,-2 8-411 0,-6 4-498 0</inkml:trace>
  <inkml:trace contextRef="#ctx0" brushRef="#br0" timeOffset="53122.56">25381 5229 2604 0,'0'0'-127'0,"0"-8"27"16,0 8 37-16,0 0 31 0,0 0 32 16,0 0 33-16,0 0 21 0,0 0 22 0,0 0 11 15,0 0 8-15,0 0 12 0,-9-5 9 16,9 5 8-16,0 0 22 0,0 0 5 0,0 0-6 15,0 0 2-15,0 0 3 0,-16-3-3 16,16 3 5-16,0 0 4 0,0 0 3 16,0 0 1-16,0 0 8 0,0 0 4 15,0 0 2-15,0 0 17 0,-11 0-20 0,11 0 0 16,0 0 8-16,0 0 3 0,0 0-1 16,0 0-4-16,0 0-5 0,0 0-8 0,-15-2-8 15,15 2-5-15,0 0-12 0,0 0-11 16,0 0-11-16,0 0-6 0,0 0-12 15,0 0 23-15,0 0 8 0,0 0 2 0,0 0-3 16,0 0-5-16,0 0-60 0,21 22-64 16,-16-17 0-16,6 0 0 0,-4 0 0 0,0 1 0 15,2 0 0-15,4 1 0 0,-1 0 0 16,0 0 0-16,3 0 0 0,5 1 0 16,-4 1 0-16,6-2 0 0,-1 1 0 15,-1-1 0-15,1 2 0 0,2 0 0 0,8 0 0 16,-8 0 0-16,-5 0 0 0,4-1 0 15,-3 1 0-15,0-1 0 0,0-1 0 0,-4 0 0 16,1 0 0-16,-4-1 0 0,8 4 0 16,-5-3 0-16,-1 0 0 0,0-2 0 0,4 3 0 15,-2-2 0-15,2 2 0 0,-2-4 0 16,-2 3 0-16,2 1 0 0,1-3 0 0,0 2 0 16,-4 0 0-16,5-1 0 0,-3 0 0 15,0 0 0-15,-2 1 0 0,1 0 0 16,1 0 0-16,-2 0 0 0,1 0 0 0,-1-2 0 15,1 2 0-15,-3-2 0 0,-2 0 0 16,3 0 0-16,-1 0 0 0,3 0 0 16,-3 0 0-16,5 1 0 0,-2 0 0 15,-1-2 0-15,3 1 0 0,-3 0 0 0,1 0 0 16,-1 1 0-16,-1-2 0 0,-1 1 0 16,0 1 0-16,3 0 0 0,-5 0 0 0,3-3 0 15,-5 2 0-15,3 0 0 0,-3-1 0 16,1 2 0-16,2-4 0 0,-3 2 0 0,-7-4 0 15,14 8 0-15,-9-4 0 0,3 0 0 16,-8-4 0-16,11 7 0 0,-5-5 0 0,-6-2 0 16,11 8 0-16,-5-4 0 15,-6-4 0-15,14 8 0 0,-9-4 0 0,5 1 0 0,-3 1 0 16,1 0 0-16,0-2 0 16,1 4 0-16,-2-2 0 0,3 1 0 0,-2-3 0 15,1 4 0-15,1-1 0 0,0 2 0 16,1-1 0-16,-1 1 0 0,1-1 0 0,-2 1 0 15,-1-3 0-15,2 0 0 0,-3 0 0 16,0 1 0-16,4 0 0 0,-4 0 0 0,-1-2 0 16,-1 0 0-16,2 0 0 0,0 1 0 15,-2 0 0-15,1-2 0 0,0 1 0 0,-2 2 0 16,4 0 0-16,-3-1 0 0,1 0 0 16,1 0 0-16,0 3 0 0,-2-1 0 15,2-2 0-15,1 2 0 0,0-1 0 16,1 3 0-16,1 2 0 0,-1-1 0 0,1 1 0 15,-1 1 0-15,2-3 0 0,0 2 0 16,-2 1 0-16,0-3 0 0,1 1 0 0,-1-1 0 16,-1 0 0-16,0-3 0 0,-1 2 0 15,1-1 0-15,-3-1 0 0,1 0 0 0,0-2 0 16,0 0 0-16,-2 0 0 0,-4-5 0 16,9 9 0-16,-5-4 0 0,-4-5 0 15,8 10 0-15,-4-6 0 0,-1 2 0 0,3-2 0 16,-1 1 0-16,1 2 0 0,0 0 0 15,4-1 0-15,-5 2 0 0,4 1 0 16,0-3 0-16,0 2 0 0,-2 2 0 0,5-5 0 16,-2 7 0-16,1-4 0 0,-1 1 0 15,-1 1 0-15,0 0 0 0,3-1 0 16,-1-1 0-16,-1 2 0 0,0-2 0 0,-1 2 0 16,0 0 0-16,3 0 0 0,-1-1 0 15,0 0 0-15,2 1 0 0,-4-2 0 0,2 1 0 16,3-1 0-16,-3 1 0 0,1-1 0 15,-3 1 0-15,-2-2 0 0,5 1 0 0,0 1 0 16,-1-1 0-16,1 0 0 0,-3 0 0 16,0-1 0-16,-1-1 0 0,2 4 0 15,-1-6 0-15,-2 5 0 0,3-3 0 0,-2 2 0 16,-1-2 0-16,3 1 0 0,0 1 0 0,1-2 0 16,-3 1 0-16,3 2 0 15,2-2 0-15,1 1 0 0,-3-2 0 0,3 4 0 16,-1-5 0-16,-2 5 0 0,3-3 0 15,-3 0 0-15,-1 0 0 0,-3-1 0 0,3 1 0 16,-1 0 0-16,1-2 0 0,-3 2 0 16,3 0 0-16,0-2 0 0,-3 2 0 0,1-2 0 15,1 2 0-15,-1 0 0 16,0-2 0-16,1 2 0 0,-1-2 0 0,-1 2 0 16,3-2 0-16,-3 0 0 0,1 0 0 15,0 0 0-15,-3 0 0 0,5 2 0 0,-4-1 0 16,1-2 0-16,-1 1 0 0,-1 1 0 15,3 0 0-15,-2 0 0 0,2 0 0 0,-3 1 0 16,5 0 0-16,-2 2 0 0,3-1 0 16,0 3 0-16,1-5 0 0,-1 5 0 0,3-2 0 15,1 0 0-15,-1 2 0 0,0 0 0 16,1-1 0-16,-1-2 0 0,-1 3 0 0,-1-3 0 16,-1 3 0-16,3-3 0 0,-7 1 0 15,4-2 0-15,-3-1 0 0,2 1 0 0,-5 2 0 16,5-2 0-16,0 2 0 15,-3 0 0-15,1-2 0 0,-1 2 0 0,3 2 0 0,-1-2 0 16,3 2 0-16,0-1 0 16,-3-1 0-16,2 3 0 0,1-2 0 0,-3 1 0 15,2-1 0-15,1-2 0 0,-3 3 0 16,1-3 0-16,0 1 0 0,-5-1 0 0,3-1 0 16,-1 2 0-16,2-1 0 15,-2 1 0-15,0-2 0 0,2 0 0 0,-2 1 0 0,0 1 0 16,1-1 0-16,-3-1 0 15,4 0 0-15,-2 2 0 0,-1-3 0 0,1 1 0 0,-1-2 0 16,-2 0 0-16,-4-5 0 0,9 10 0 16,-9-10 0-16,6 6 0 0,-6-6 0 15,5 5 0-15,-5-5 0 0,4 6 0 16,-4-6 0-16,0 0 0 0,7 4 0 0,-7-4 0 16,0 0 0-16,0 0 0 0,5 5 0 15,-5-5 0-15,0 0 0 0,0 0 0 0,0 0 0 16,0 0 0-16,6 5 0 0,-6-5 0 15,0 0 0-15,0 0 0 0,0 0 0 0,0 0 0 16,0 0 0-16,0 0 0 0,0 0 0 16,0 0 0-16,0 0 0 0,0 0 0 0,0 0 0 15,0 0 0-15,0 0 0 16,0 0 0-16,0 0 0 0,-34-10 0 0,10 6 0 16,1 1 0-16,-13-3-81 0,-2-2-964 0,-15-3 107 15,-1-3-1146-15,-2 4-1495 0</inkml:trace>
  <inkml:trace contextRef="#ctx0" brushRef="#br0" timeOffset="54554.92">7699 13083 1874 0,'-2'-8'161'0,"-3"0"9"0,5 8 3 16,-2-12-2-16,2 12-13 0,-3-7-23 15,3 7-14-15,0 0-20 0,0 0-10 0,0 0 41 16,0 0 18-16,0 0 4 0,0 0 7 16,0 0 1-16,5 33-3 0,-3-21 3 0,7-1-8 15,-4 3-5-15,4-3 1 0,3-1 2 16,7-2-1-16,2-2 3 0,10-6-16 15,12-6-8-15,23-8-15 0,25-13-8 0,8-12-6 16,7-7-13-16,12-6-7 0,8-2-11 16,0-3-2-16,0 0-4 0,-4 2-11 0,-2 4-2 15,-12 5-11-15,-9 6-1 0,-11 7-7 16,-23 11-7-16,-14 5 0 0,-15 5-3 16,-5 3-7-16,-8 3 1 0,-5 2-4 15,-7 4-4-15,-11 0-5 0,9 10-22 0,-4-5-30 16,-10 1-41-16,3 2-49 0,-4 2-63 15,1-2-90-15,-1 3-84 0,-6 1-103 16,5-2-186-16,-2-3-11 0,0 5 72 0,-4 0-368 16,1-1-449-16</inkml:trace>
  <inkml:trace contextRef="#ctx0" brushRef="#br0" timeOffset="61137.58">27798 8045 2431 0,'0'0'-137'0,"0"0"22"16,0 0 18-16,0 0 22 0,0 0 19 15,0 0 16-15,0 0 27 0,0 0 3 0,0 0 6 16,0 0 0-16,0 0 1 0,-27 8 0 16,27-8 5-16,0 0-3 0,0 0-1 0,0 0 1 15,0 0 4-15,-14 0-6 16,14 0 2-16,0 0-6 0,0 0-14 0,0 0-14 16,0 0-16-16,0 0-20 0,-13 0-29 15,13 0-19-15,-5 4-8 0,5-4-5 0,-7 4-3 16,7-4-230-16,-11 6 121 0</inkml:trace>
  <inkml:trace contextRef="#ctx0" brushRef="#br0" timeOffset="61287.9">27659 8129 880 0,'-8'4'-65'0,"3"4"14"0,-4-5 15 0,4 3 16 0,-3-3 8 15,1 2 19-15,-3 0-2 0,1 0 3 16,-1 0 0-16,-4 3 3 0,3-2 1 16,-2 1 10-16,1 0-18 0,1 0-2 0,1-1 5 15,1 0 2-15,2-1-14 0,-3 1 8 16,2-4-1-16,2 4 2 0,1-2-1 0,5-4 1 15,-11 6-11-15,3-2-33 16,-2-3-52-16,3 1-134 0,-7-1 77 0</inkml:trace>
  <inkml:trace contextRef="#ctx0" brushRef="#br0" timeOffset="61471.5">27081 8439 621 0,'-5'4'26'0,"1"-1"7"0,4-3 7 16,-9 5-6-16,9-5 12 16,-11 5-5-16,11-5 2 0,-11 4-13 0,6-1 1 15,-2 1-23-15,7-4-40 0,-13 5-42 16,8-4-61-16,5-1-108 0,-9 4 238 0</inkml:trace>
  <inkml:trace contextRef="#ctx0" brushRef="#br0" timeOffset="61588.13">26796 8642 592 0,'-14'7'-50'0,"3"-2"9"0,0 0 0 15,0 0 4-15,4-2 4 0,2-1-11 0,-6 2-74 16,11-4 40-16</inkml:trace>
  <inkml:trace contextRef="#ctx0" brushRef="#br0" timeOffset="61772.63">26362 8868 332 0,'-7'4'-4'0,"1"-2"3"15,-1 0-1-15,7-2-3 0,-12 8-8 0,7-6-19 16,5-2-62-16,-10 4 32 0</inkml:trace>
  <inkml:trace contextRef="#ctx0" brushRef="#br0" timeOffset="62154.58">25976 9278 251 0,'-3'5'6'0,"1"0"3"0,2-5 1 15,-7 4 3-15,7-4 3 0,0 0 4 0,-5 6 0 16,5-6 7-16,0 0-2 0,-8 6 14 16,8-6 13-16,-3 6 4 0,3-6 1 0,-8 7 1 15,4-3 7-15,0 1 6 0,-2 0-3 16,6-5 6-16,-11 8-2 0,8-4-1 16,-4-1-3-16,7-3-3 0,-11 5-8 15,7 0-3-15,4-5-9 0,-5 2-6 0,5-2 0 16,0 0-28-16,-9 4-28 0,9-4-44 15,0 0-43-15,0 0-60 0,0 0-215 0,0 0 110 16</inkml:trace>
  <inkml:trace contextRef="#ctx0" brushRef="#br0" timeOffset="62321.41">25892 9385 1017 0,'0'0'-26'0,"0"0"10"0,-2 6 3 15,2-6 5-15,0 0-7 16,0 0 5-16,0 0 2 0,0 0-3 0,0 0-17 16,0 0-34-16,0 0-75 0,0 0-96 15,0 0 80-15</inkml:trace>
  <inkml:trace contextRef="#ctx0" brushRef="#br0" timeOffset="64154.04">27757 8475 845 0,'-1'-10'164'0,"-1"1"8"16,2-1 4-16,-2 2 14 15,0 1 13-15,2 0 28 0,-2 0 15 0,2 7 1 16,-2-9-14-16,2 9-19 0,-2-8-20 16,2 8-24-16,0 0-9 0,0 0 27 0,0 0 14 15,-23 19 2-15,7 6-8 0,-4 4-6 16,-1 12-2-16,-1 0 1 0,1-1-6 0,-1 3-12 15,4-3-14-15,2-6 0 0,1-3 8 16,3 1-17-16,1-5-11 0,4-1-6 0,-1-9-17 16,-2 1-7-16,7-3-19 15,-3-1-2-15,1-3-12 0,0-1-5 0,-1 0-6 16,3-1-7-16,-1-3-8 0,2 0-25 16,0-1-23-16,2-5-54 0,-3 5-68 0,3-5-66 15,0 0-70-15,0 0-65 0,-4-22-54 16,4 11-67-16,0-3-54 0,2-4-73 0,2-5-69 15,-3 1 62-15,3-2-350 0,-2 1-407 16</inkml:trace>
  <inkml:trace contextRef="#ctx0" brushRef="#br0" timeOffset="64454.32">27465 8515 2437 0,'-4'-14'-70'0,"-1"6"43"0,3 1 44 0,-1 0 40 16,1 1 33-16,2 6 35 0,0 0 16 15,-8-10-2-15,8 10 1 0,-1-2 15 0,1 2 37 16,0 0 14-16,0 0 9 15,13 28 11-15,2-6 3 0,7 4-2 0,8 5-5 0,2 4-9 16,4-2-4-16,4 4-14 16,0-3-8-16,2 0-8 0,0-3-13 0,-4-1-1 15,1-1-15-15,-13-5-11 0,0-3-8 16,-5-3-8-16,-1-5-7 0,-7-2-8 0,-1-2-9 16,-5-4-4-16,2 3-5 0,-1-4-4 15,-2 2-4-15,0-2-3 0,-6-4 0 16,11 7-9-16,-11-7-8 0,10 2-10 0,-10-2-16 15,0 0-25-15,0 0-43 0,17-13-47 16,-15 10-58-16,-2 3-66 0,3-9-84 16,-3 9-102-16,-2-10-111 0,2 10-127 15,-13-13-151-15,1 9 76 0,0-1-628 0,-4 0-785 16</inkml:trace>
  <inkml:trace contextRef="#ctx0" brushRef="#br0" timeOffset="65570.97">7954 13939 3155 0,'-8'-8'14'15,"8"8"-22"-15,-13-2 25 0,13 2 41 0,-31 17 44 16,9 3 41-16,-9 13 1 16,-2 2 3-16,4 5-14 0,0 4 5 0,0 3 0 15,3 2-8-15,2 1-10 0,3 0-11 16,3 0-6-16,2-4-12 0,5-8-8 0,-1-3-11 16,1-2-6-16,2 0-6 0,-2-6-8 15,4-3-2-15,1-6-9 0,-1-3-5 0,2 0-3 16,-2-4-26-16,2 2-28 0,-3-2-38 15,1-3-66-15,-2-3-61 0,4-1-59 16,5-4-63-16,-15-2-72 0,7-5-66 0,0-5-97 16,-1-5-20-16,2-2-239 0,-2-10-290 15</inkml:trace>
  <inkml:trace contextRef="#ctx0" brushRef="#br0" timeOffset="65803.42">7387 14311 2104 0,'-3'-18'-9'15,"-1"6"37"-15,0 1 31 0,3 3 31 16,-3 1 24-16,2 0 6 0,2 7 10 15,0-7-6-15,0 7 29 0,0 0 20 0,0 0 11 16,31 13-3-16,-5 1-10 0,9 5-3 16,13 5-15-16,0-1-11 0,1 2-13 0,-1-2-12 15,4 0-14-15,-3-5-8 0,-1 3-10 16,-12-7-7-16,-3-1-8 0,-8-4-5 16,-6-2-8-16,-4 0-5 0,-3-1-2 0,1-2-5 15,-4 0-5-15,-1 0-1 16,1-2 1-16,-9-2-12 0,12 3-30 0,-12-3-57 0,0 0-64 15,0 0-75-15,13-8-77 16,-13 3-121-16,0 5-176 0,-3-12-51 0,3 12 65 16,-9-7-249-16,9 7-294 0</inkml:trace>
  <inkml:trace contextRef="#ctx0" brushRef="#br0" timeOffset="69269">16098 7572 2211 0,'4'-4'-9'0,"-4"4"30"0,7-3 23 0,-7 3 23 0,0 0 15 16,0 0 17-16,1-5 2 16,-1 5 6-16,0 0 10 0,0 0 12 0,-12 22 21 0,-4 2 5 15,-4 7 3-15,-6 6-1 16,-1 4 6-16,-4 1 0 0,1 1 1 0,-1 0-7 15,6-1-11-15,0 1-9 0,1-3-11 16,7-8-14-16,0 0-12 0,3-6-7 0,3 1-16 16,2-5-1-16,1-5-9 0,0-3-9 15,5 1-5-15,-3-5-22 0,2 0-22 16,1 2-28-16,-2-7-44 0,1 2-37 0,1-1-75 16,3-6-61-16,0 0-52 0,0 0-49 15,0 0-42-15,-21-17-50 0,17 1-79 0,0 0-15 16,0 0-247-16,3-3-260 15</inkml:trace>
  <inkml:trace contextRef="#ctx0" brushRef="#br0" timeOffset="69437.34">15673 7933 1967 0,'0'-5'-29'0,"0"0"41"0,0 5 17 0,0 0 10 15,0-8 33-15,0 8 40 16,0 0 32-16,0 0 24 0,0 0-2 0,35 17 12 16,-20-6-7-16,12 6-5 0,0 1-15 15,3 1-15-15,-1-1-17 0,3-1-10 16,-5 3-9-16,6-3-11 0,-7-3-23 0,-5-2-24 15,-6-4-39-15,-2-1-39 16,-1-2-37-16,-2 1-36 0,-3-2-56 0,-2 0-82 0,-5-4-110 16,7 2-181-16,-7-2 50 0,0 0-191 15,0 0-175-15</inkml:trace>
  <inkml:trace contextRef="#ctx0" brushRef="#br0" timeOffset="70253.14">15546 7275 1866 0,'-2'-5'15'0,"2"5"19"0,-5-12 22 0,3 7 31 0,-2-2 29 0,4 7 26 16,-4-10 15-16,4 10 21 15,-1-11 2-15,-2 5 3 0,3 6 9 0,-4-9-6 0,4 9-2 16,-2-8-7-16,2 8-7 16,-2-12-13-16,2 12-9 0,0 0-12 0,-1-8-10 15,1 8-8-15,0 0-7 0,0 0-7 16,-4-8-6-16,4 8 0 0,0 0-7 0,0 0-6 15,0 0 13-15,0 0 16 0,0 0-1 16,0 0 5-16,0 0 7 0,0 0 8 0,11 30 4 16,-6-13 0-16,-4 4 3 0,3 5 0 15,0 9-4-15,-1 4-4 0,-3 0 0 16,2 2-13-16,-2 1-10 0,0-3-3 0,2 1-14 16,-2-8-9-16,0-5-5 0,0-2-11 15,0 0-3-15,0-3-8 0,2-5-6 16,-2 1-8-16,-2-3 1 0,2-1-6 15,0-3-7-15,0-2 6 0,0 2-3 0,0-5 1 16,2 3-4-16,-2-9 4 0,0 11 13 16,0-11-7-16,0 8-4 0,0-8-8 0,0 0-9 15,0 0-21-15,-6 7-38 16,6-7-57-16,0 0-66 0,0 0-70 0,0 0-85 0,-11-2-104 16,11 2-105-16,0 0-112 0,0 0-174 15,-21-4 72-15,21 4-677 0,-14-4-868 0</inkml:trace>
  <inkml:trace contextRef="#ctx0" brushRef="#br0" timeOffset="70819">15745 7138 3653 0,'0'-10'-162'0,"0"10"32"0,-2-8 39 16,2 8 40-16,-5-6 37 0,5 6 37 16,-2-7 27-16,2 7 25 0,0 0 2 0,0-7 8 15,0 7 6-15,0 0 11 0,0-9 11 16,0 9 8-16,0 0 0 0,0 0-3 16,0 0 0-16,-2-6-6 0,2 6-10 15,0 0-13-15,0 0-8 0,0 0 17 0,0 0 22 16,0 0 10-16,-1 27-1 0,1-11-5 15,0 8 3-15,0 2 7 0,1 13 7 0,-1 0-11 16,4 7 0-16,1-5-8 0,-3 5-3 16,1-6 0-16,1 4-11 0,0-7-1 0,-1-1-4 15,-1-8 1-15,0-5-14 0,2-4-8 16,-4-2-2-16,2 0-6 0,0-3-3 16,-2-1-11-16,0-5-6 0,0 2 2 0,2-2-4 15,-2-2-4-15,2 0-1 0,-2-6-3 16,0 7-10-16,0-7-38 0,0 0-37 0,0 0-55 15,0 0-65-15,0 0-78 16,0 0-106-16,-17-15-110 0,9 11-117 0,4-2-172 16,-6 2 10-16,1 0 81 0,2 0-529 15,-3 0-648-15</inkml:trace>
  <inkml:trace contextRef="#ctx0" brushRef="#br0" timeOffset="72523.61">7389 15276 3068 0,'2'-13'-111'0,"-2"5"29"0,3 1 23 16,-3 7 43-16,0-10 35 0,0 10 35 15,0-10 18-15,0 10 7 0,0 0-4 16,0-9 5-16,0 9-9 0,0 0 15 0,0 0 15 15,0 0 18-15,-14 35 8 0,10-13-6 16,-5 13-6-16,-1-2-8 0,3 3-7 0,-3-1-10 16,5-3-6-16,-2-4-10 15,6-6-7-15,-5 0-7 0,4-1-7 0,-2-4-7 16,4-2-5-16,-1-1-4 0,-1-2-17 16,0-2-23-16,0 1-37 0,2-5-35 15,-2 1-41-15,0 1-72 0,2-8-74 0,-6 4-87 16,6-4-83-16,0 0-123 0,-19-12 8 15,9 5-178-15,3-5-217 0</inkml:trace>
  <inkml:trace contextRef="#ctx0" brushRef="#br0" timeOffset="72771.03">7181 15426 2113 0,'0'0'61'0,"0"0"1"0,1-10 6 15,-1 10 38-15,0 0 41 0,0 0 35 16,29 21 21-16,-16-7 10 0,10 8-4 15,9 7-11-15,1 2-14 0,3-2-17 0,3 0-16 16,2-1-13-16,4-3-13 0,0 0-13 16,-2-5-11-16,3-3-9 0,-10-3-9 0,-1-4-5 15,-3-2-8-15,-7 1-24 0,-7-2-28 16,-4-3-29-16,-3 1-17 0,1-2-33 16,-2 1-47-16,-5-1-59 0,-5-3-64 0,6 5-80 15,-6-5-93-15,0 0-138 16,-10 10-44-16,10-10-257 0,-11 4-328 0</inkml:trace>
  <inkml:trace contextRef="#ctx0" brushRef="#br0" timeOffset="78801.2">25238 6997 2193 0,'7'-1'-52'0,"-6"-4"29"0,-1 5 24 16,8-6 32-16,-8 6 35 16,2-6 24-16,-2 6 26 0,0 0 13 0,-2-6 5 15,2 6 3-15,0 0 2 0,0 0-3 16,-9-5 8-16,9 5 0 0,0 0 26 0,-24 17 22 15,5 6 15-15,-10 12 9 0,1 3 8 16,-8 5 9-16,-4 4 5 0,-12 9 12 0,1 4 0 16,-4-2-3-16,1-3-6 0,12-6-12 15,0-6-11-15,3-3-12 0,5 2-18 0,3-6-17 16,8-11-16-16,2 1-20 0,0-4-13 16,7-5-11-16,3-2-10 0,-1-6-15 0,5 2-10 15,0-2-31-15,1-1-34 16,0-2-39-16,0-3-57 0,0 1-79 0,6-4-70 15,0 0-69-15,0 0-79 0,-23-13-66 16,16 3-62-16,1-4-74 0,5-7-115 0,-1-3 25 16,0 1-583-16,2-4-716 0</inkml:trace>
  <inkml:trace contextRef="#ctx0" brushRef="#br0" timeOffset="79086.44">24505 7220 3212 0,'0'-10'-46'0,"0"2"43"16,0 1 17-16,0 7 8 0,0 0 17 15,0-11 23-15,0 11 68 0,0 0 38 0,0 0 23 16,10 19 10-16,-1-3 3 0,6 9-4 16,6 5 2-16,8 10-5 0,3 3-3 15,0 3-7-15,11-4-13 0,-2 1-11 16,1-4-17-16,0 1-14 0,-4-4-12 0,2-2-11 16,-8-3-1-16,-7-10-7 0,-2-1-11 15,-6-5-3-15,-5-3-11 0,-3-3 5 0,0-1-3 16,0-3 2-16,-4 2-14 0,1-3 1 15,-1 1-7-15,-5-5-6 0,11 5-21 16,-11-5-41-16,3 3-50 0,-3-3-62 0,0 0-68 16,0 0-101-16,0 0-115 0,0 0-123 15,0 0-175-15,0 0-2 0,0 0 71 0,-19 8-512 16,6-8-612-16</inkml:trace>
  <inkml:trace contextRef="#ctx0" brushRef="#br0" timeOffset="80234.09">7157 16256 1555 0,'0'-6'170'0,"0"0"-83"15,0 6-36-15,0 0 7 0,0 0 19 0,0 0 20 16,-21 26 6-16,8 4-3 0,1 0 4 16,-1 5-3-16,1 1-7 0,-1 1 2 15,2-1-6-15,-1 1-1 0,3-2-12 16,0-2 1-16,0-5-10 0,2-5-5 16,3-6-6-16,1-1-10 0,-1-2-3 0,0-4-1 15,3 0-7-15,-4-1-5 0,3 0-12 16,-2-5-26-16,4-4-41 0,-7 5-31 0,7-5-28 15,0 0-25-15,-19-11-27 0,7-1-27 16,1-6-13-16,-6-9 1 0,-1-5 19 16,-2-9 24-16,4 6 29 0,1 2 39 0,-2 4 34 15,4 4 35-15,3 6 26 0,2 5 26 16,1 2 6-16,3 2 0 0,-1 1 2 16,1 4 15-16,4 5 37 0,0 0 24 15,0 0 11-15,0 0 2 0,0 0 3 16,32 12 5-16,-6 2-2 0,1 1-4 0,5 2-15 15,2 2-10-15,0-4-14 0,0 3-5 16,0-3-8-16,-1 1-5 0,-5-1-9 0,1 1-12 16,-8-4-34-16,-2-2-11 0,-4-1-36 15,0 3-27-15,-1-3-46 0,-3 2-59 16,-2-1-91-16,1-1-117 0,-4-1-183 0,-2-1 55 16,-1-2-72-16,-3-5-67 0</inkml:trace>
  <inkml:trace contextRef="#ctx0" brushRef="#br0" timeOffset="91298.98">10482 13029 1579 0,'0'0'118'0,"0"0"7"0,-1-10-2 0,1 10 17 15,-2-7 22-15,2 7 25 0,-4-8 35 16,4 8 15-16,-2-9 2 0,2 9 12 0,-4-8 6 15,4 8-2-15,-1-7-4 0,1 7-6 16,0 0-5-16,-6-7-10 0,6 7-8 0,0 0-6 16,-5-7-19-16,5 7-15 15,0 0-25-15,0 0-15 0,0 0-18 0,0 0 22 0,0 0 11 16,-3 29-2-16,3-5-12 16,2 3-12-16,-1 14-1 0,4-2-15 0,2 3-11 15,-1-1-5-15,3-1-13 0,5 7-9 16,-3-12-5-16,1-1-10 0,1-4-4 15,0-4-4-15,-1-4-5 0,-3-6-3 0,1-5 0 16,2-2-3-16,-1 0-3 0,1-8-5 16,-3-1-3-16,-9 0 2 0,29-13-4 0,-15-1 2 15,8-7-11-15,-5-4 0 0,3-4-1 16,-2-3-1-16,3-9-2 0,-4-2-1 16,-3 9-16-16,-1 2 0 0,-4 1 0 15,-1 7 0-15,0 4 0 0,-3 8 0 0,-1 0 0 16,0 2 0-16,-3 3 0 0,3 1 0 15,-4 6 0-15,0 0 0 0,0 0 0 0,0 0 0 16,-2 35 0-16,0-14 0 0,1 14 0 16,-1 2 0-16,2 1 0 0,0 1 0 0,2 2 0 15,-1-3 0-15,3-1 0 0,-4-6 0 16,3-2 0-16,2-5 0 0,-3-1 0 0,0-5 0 16,0-1 0-16,2-2 0 0,1-1 0 15,-5-4 0-15,2-1 0 0,-2-3-44 16,4-1-285-16,-4-5-109 0,3 6-104 15,-3-6-96-15,0 0-111 0,0 0-46 16,0 0 80-16,23-15-625 0,-14 7-797 0</inkml:trace>
  <inkml:trace contextRef="#ctx0" brushRef="#br0" timeOffset="91733.4">11264 13137 3970 0,'-4'-8'33'0,"2"3"6"0,-5-1 18 0,1 6 28 16,6 0 29-16,-15-2 19 0,15 2 1 16,-23 2 1-16,8 8-9 0,-1 1-7 15,-5 7-10-15,1 1-6 0,-2 2-7 0,3 0-15 16,6-2-6-16,2-2-9 0,3 0-7 15,0-3-2-15,6-1-6 0,2 0-5 0,2 1-4 16,2-1-5-16,4 1 0 0,3-2-2 16,0-1-3-16,5 3-2 0,-5-3 6 15,5 1 11-15,1-2 12 0,-4 1 17 0,0 1 12 16,-2-6 22-16,-2 2 22 16,-2-1 11-16,2 1 16 0,-5-2 9 0,4 2 12 15,-4-2 14-15,-2 3 3 0,0-3-7 16,-4 2-11-16,0 0-12 0,-2 1-18 0,-1-1-133 15,-2 1-16-15,-2-1 0 0,2-1 0 16,-3 0 0-16,-3 0 0 0,-3-2 0 0,5-2 0 16,-2 1 0-16,-6-4 0 0,1 2-56 15,1-4-303-15,-6-3-90 0,2-2-98 0,-5-5-92 16,1-5-141-16,2-4-7 0,8 0 81 16,1 3-610-16,3-11-772 0</inkml:trace>
  <inkml:trace contextRef="#ctx0" brushRef="#br0" timeOffset="92101.51">10555 12757 3582 0,'-53'18'-55'0,"-3"11"42"0,-16 18 61 16,-3 13 67-16,3 9 47 0,6 6 38 15,5 9 22-15,5 9 8 0,12 4 8 16,14 0-9-16,8-3-13 0,20-14-33 0,11 15-14 15,16-2-14-15,15-10-15 0,11-11-15 16,19-5-10-16,18-10-10 0,9-11-10 0,10-12-12 16,15-10 0-16,0-10-22 0,8-12-12 15,-3-11-21-15,2-10-10 0,-10-13-22 0,-10-9-20 16,-9-7-3-16,-12-7 2 16,-6-9 3-16,-6-4 5 0,-6-11 13 0,-16-4 22 15,-6-2 8-15,-12-6 18 0,-13-1 8 16,-10-4 2-16,-13 17 25 0,-9-20-14 0,-16 0-9 15,-9 0-5-15,-12 1-8 0,-18 5-2 16,-11 8-14-16,-7 11-16 0,-8 14-15 0,-3 17-20 16,-10 16-40-16,-4 15-50 0,-1 17-60 15,-10 14-72-15,0 12-90 0,-1 11-63 16,5 9-90-16,7 3-126 0,2 6-96 0,18 2 77 16,12-2-460-16,5-4-565 0</inkml:trace>
  <inkml:trace contextRef="#ctx0" brushRef="#br0" timeOffset="93233.19">10344 11972 3437 0,'-9'-14'138'0,"2"3"-10"0,3 3-18 0,-1 4-1 15,-1 4 17-15,6 0 26 0,-15 6 14 16,7 4 8-16,1 3-8 0,-2 8-9 0,0 10-6 16,6-5-10-16,-3-2-13 0,2 8-14 15,4-2-9-15,0-7-13 0,0 3-12 0,0-3-4 16,0-2-7-16,0-3-6 0,2-1-7 15,0-1-9-15,0-6 1 0,-2 1-2 0,2-3-2 16,0-4-8-16,-1 1 2 0,-1-5-4 16,0 0-3-16,18-17-9 0,-3-8 5 0,2-6-8 15,0-12-13-15,2 0-3 16,-2 1-2-16,-1 9-6 0,-3 5 4 0,-5 5 1 16,-1 8-2-16,-1 2-3 0,-1 7-1 15,-3 0-1-15,3 4-1 0,-5 2 3 0,0 0 1 16,11 10 0-16,-4 0 2 0,-3-1 2 15,3 1-1-15,4 2-1 0,-4 0-4 16,4-3 3-16,3 0-2 0,3 0 1 0,-4-2 1 16,4-4 2-16,2-1-2 0,1-7-1 15,5 3 10-15,5-10-10 0,1-3 4 16,-4-1-1-16,-2-3 2 0,0 4 0 16,-9-1 2-16,-1 4 2 0,-6 3-2 0,1 3-3 15,0 0-2-15,-5 1-2 0,-5 5-1 16,7-3 1-16,-7 3-1 0,0 0 4 0,14 12 4 15,-12-4-7-15,2-2 3 0,0 3-1 16,-1 1-1-16,4 2 1 0,-2-2-4 0,3 1-6 16,1-1-20-16,3-3-26 0,1 0-26 15,4-5-26-15,-2-2-27 0,8-6-28 0,11-6-25 16,13-8-22-16,-6-7-12 0,4-2 0 16,-2-4-2-16,-1-4 14 0,-5-1 23 15,0-1 20-15,-2-3 28 0,-9 3 29 0,1 0 32 16,-8 8 48-16,-6 2 44 0,-1 7 41 15,-9 4 42-15,1 3 24 0,-4 3 6 16,0 3 4-16,-4 2 2 0,1 2 2 16,-7 4 2-16,10 1-3 0,-28 6-3 0,1 8 1 15,-2 5-7-15,2 4-3 0,2 2-11 16,2 2-7-16,5 2-9 0,0 0-13 0,7-4-6 16,8-5-11-16,1 0-1 0,5-2-6 15,3 1-6-15,13 3 2 0,4-1-11 0,3-1-4 16,7-6-1-16,-3 2 1 0,7-3-3 15,-6-1 6-15,-6 1 10 0,-3-2 14 16,-5-1 18-16,-6-1 24 0,0 1 39 0,-4 3 21 16,-2-1 14-16,-5 2 13 0,-1 1 2 15,-7 3-10-15,-6 7-16 0,-2-3-18 0,-4-1-18 16,1 2-13-16,2-9-28 16,3 1-92-16,3-6 0 0,-3-1 0 0,7 0 0 15,0-2 0-15,1-2 0 0,1-2 0 16,5-2-116-16,0 0-156 0,-9-18-59 0,11-4-47 15,10-17-30-15,7-14-6 0,6-5 16 16,5-17 33-16,8 3 38 0,-8 12 46 0,1 9 71 16,-4 1 71-16,-4 9 69 0,-6 10 75 15,-4 4 48-15,-3 6 36 0,-2 7 30 0,-3 3 4 16,1 6 9-16,-1 3 53 16,-5 2 45-16,0 0 27 0,14 24 3 0,-8-4-4 15,3 11-14-15,0 2-14 0,0 2-19 0,-2 3-23 16,2-1-16-16,3 2-18 0,-2-1-18 15,-1-4-15-15,-1-2-23 0,1-1-40 16,1-6-51-16,-7-5-48 0,1-5-64 0,2 1-50 16,-2-2-48-16,2-4-46 0,-4-1-68 15,-2-4-81-15,0-5-63 0,0 0-72 16,0 0-67-16,0 0-63 0,-20-31 8 0,5 2-494 16,-4-3-618-16</inkml:trace>
  <inkml:trace contextRef="#ctx0" brushRef="#br0" timeOffset="93383">11470 11609 3105 0,'-25'-25'-11'0,"0"3"59"15,2 3 64-15,6 4 54 0,2 2 42 0,4 5 24 16,1-1 0-16,0 3-17 0,6-1-18 16,1 2-14-16,3 5-13 0,0 0-15 0,19-8-13 15,0 7-19-15,7 1-7 0,17-2-20 16,2 4-55-16,1-1-78 0,0 1-94 16,-2 0-129-16,-1 2-128 0,-3-4-130 0,-8 0-151 15,-5 0 71-15,-5 0-398 0,-10 0-473 16</inkml:trace>
  <inkml:trace contextRef="#ctx0" brushRef="#br0" timeOffset="93764.75">10774 11022 2912 0,'-84'18'-3'0,"-4"13"21"15,-7 10 36-15,0 12 39 0,2 11 37 0,3 7 21 16,2 9 23-16,8 5 15 0,10 8 17 16,9 7 2-16,11 10-2 0,12 1-9 15,13 3-13-15,14 2-11 0,13-4-7 0,17-8-13 16,23-8-8-16,23-9-16 0,21-11-5 0,24-13-13 16,18-12-12-16,57 1-10 15,-29-31-7-15,16-11-7 0,5-16-9 0,51-14-2 16,-11-19-12-16,-9-18-5 0,-18-15-2 15,-20-9-13-15,-23-4-11 0,-50 11-5 0,-11-9 3 16,-17-6-4-16,-16-6 7 0,-19-9-4 16,-21-7 2-16,-16-3-2 0,-21-2-8 0,-23 2 2 15,-38-28-6-15,-22 13 6 0,-16 18-2 16,-24 18-7-16,-18 24 0 0,27 30-4 0,-22 18 0 16,-10 15-19-16,-61 23-45 0,-1 24-48 15,1 19-69-15,0 9-114 0,16 11-118 0,17 6-181 16,15 1-146-16,19 1 72 0,50-23-514 15,12 3-649-15</inkml:trace>
  <inkml:trace contextRef="#ctx0" brushRef="#br0" timeOffset="-120039.18">24825 5724 622 0,'0'0'182'0,"0"0"-28"15,2-6-17-15,-2 6 10 0,0 0-8 16,0 0-4-16,0-7-10 0,0 7-9 0,0 0-4 15,0 0-10-15,0 0-7 16,0-8-12-16,0 8-6 0,0 0-8 0,0 0-9 16,0 0-7-16,0 0-6 0,0 0-4 15,0 0-8-15,0-6 1 0,0 6-5 16,0 0-5-16,0 0-4 0,0 0-3 0,0 0-2 16,0 0-2-16,0 0-9 0,0 0-9 15,0 0-2-15,0 0-1 0,0 0 0 0,0 0-3 16,0 0 2-16,4 20 1 15,-4-20-3-15,0 7 4 0,0-7 0 0,0 0 1 0,0 8-1 16,0-8-2-16,0 0 4 0,0 6-2 16,0-6 5-16,0 0-1 0,0 0-1 15,2 6 1-15,-2-6 0 0,0 0 2 16,0 0-1-16,0 0 0 0,0 0 2 16,0 0 4-16,0 0-3 0,0 0-2 0,0 0 3 15,0 0 0-15,0 0-2 0,0 0 2 16,0 0-6-16,0 0 5 0,0 0 2 0,0 0-4 15,0 0 1-15,0 0 0 0,0 0 1 16,0 0-1-16,0 0-1 0,0 0 1 0,0 0 1 16,0 0-3-16,0 0-5 0,0 0 7 15,0 0-3-15,0 0-3 0,0 0-3 16,0 0-14-16,0 9-11 0,0-9-13 16,0 8-7-16,0-2-10 0,0 2-10 15,0-1-3-15,0 3-2 0,0-2-11 0,0 3-7 16,0-1-3-16,1 2 3 0,-1 0-6 15,0 0-4-15,2-2 6 0,0 2-2 0,2-2-8 16,-2 1 10-16,-2-1 11 0,1 0-1 16,2-3 10-16,-3 2 7 0,4-2 11 0,-4-1 6 15,2 1 7-15,-2 0 2 0,0-7 5 16,0 12 5-16,0-12 4 0,0 7 4 16,0-7 3-16,0 7 2 0,0-7 4 0,0 6 0 15,0-6 9-15,0 0 9 0,2 6 5 16,-2-6 12-16,0 0 19 0,0 0-2 15,0 0 8-15,0 8 4 0,0-8 3 16,0 0-12-16,0 0 3 0,0 0-1 0,0 0-9 16,0 0 3-16,0 0-2 0,0 0-5 15,0 0-5-15,0 0 0 0,0 0-3 0,0 0-14 16,-8 4-2-16,8-4-1 0,0 0-5 16,0 0-6-16,0 13 2 0,0-13 5 15,0 10-5-15,0-10-3 0,0 12 1 0,-3-4-3 16,3 1 0-16,-1 3 0 0,-1 0 8 15,2-1-5-15,-2 0-9 0,0 3 4 0,2-1 3 16,0-1-4-16,-2 0-8 0,2 2-2 16,0-2 1-16,2 2-8 0,-2 0-10 0,0-1-7 15,2 1-15-15,-2-2-106 16,0 1 59-16</inkml:trace>
  <inkml:trace contextRef="#ctx0" brushRef="#br0" timeOffset="-119890.27">24838 6395 421 0,'0'0'-21'0,"0"7"1"0,0-7 9 0,0 6 6 0,0-6 1 16,-2 6 0-16,2-6 1 0,-2 7 2 0,2-7 2 16,0 10 14-16,0-1 18 0,0-4-6 15,-1 2-6-15,1 2-16 0,0-3-4 0,0 3-1 16,0-2-20-16,-2 0-23 16,4-1-18-16,-2 3-52 0,1 1 38 0</inkml:trace>
  <inkml:trace contextRef="#ctx0" brushRef="#br0" timeOffset="-119687.45">24823 6826 324 0,'-2'6'-2'0,"1"-1"0"15,1-5 9-15,-2 12-8 0,2-12-4 16,0 8 4-16,-3-4 5 0,3-4-7 15,-4 11 2-15,4-5-3 0,0-6-6 16,-2 10-1-16,1-3-11 0,-1 0-2 0,0-2-16 16,2 3-32-16,-2-2 25 0</inkml:trace>
  <inkml:trace contextRef="#ctx0" brushRef="#br0" timeOffset="-118574.79">24745 7263 186 0,'0'9'-3'0,"-2"1"4"0,2 0 7 0,0 0 21 16,-2-4 2-16,0 2-3 0,2-8-4 15,0 17 0-15,0-8-8 0,-2-1 5 16,2 2-1-16,0 0-4 0,0-2-2 0,-1 4 10 15,1-3 21-15,0 1 1 0,0 1-5 16,0-2 6-16,0 2-3 0,0-2 6 0,0 0-10 16,0 0-2-16,0 2-2 0,0-3-6 15,0 1 1-15,0-1 7 0,0 0 2 0,0 1-1 16,0 0 7-16,0 0-2 16,0 1 10-16,-2-2 13 0,2 3-4 0,0-3-4 15,0 0-6-15,-2 3-3 0,2-2-6 16,0 2-6-16,0-4-1 0,0 3-5 15,-2-1-2-15,2 0-4 0,0-1-1 0,0 1 1 16,0-1-6-16,-2 3-2 0,2-3-4 16,-2 2 1-16,-1 2 0 0,3-1 10 0,0-1 6 15,0 3-4-15,0-1 0 0,-1 2-7 16,-1 4 1-16,-2-3-1 0,2 1-4 0,0 1 1 16,-1-2-1-16,1 3-1 0,0-3 0 15,-2 2-4-15,4-2 1 0,-3 3-3 16,1-5 1-16,-1 7-2 0,-1-3 0 15,2 0 1-15,1-1-4 0,-1 0-1 16,0 1 3-16,0-1-4 0,0-2 2 0,0-3 0 16,1 3-4-16,-1-2 2 0,0-1-1 15,0 2 2-15,0-1-3 0,0 0 1 0,-1-1 3 16,3 0-4-16,-1 0 5 0,1-3-3 16,-2 1 0-16,0 3 1 0,2 1 14 0,0-2 18 15,0 1 2-15,0 0-3 0,2-1-3 16,-2 1-5-16,2 3-3 0,-2-3 0 0,1 2-4 15,2 0-1-15,-1 1-3 0,0-2-2 16,0 3 0-16,0-1-2 0,0 1 0 16,-1 2-3-16,-1-2 2 0,2 2 1 0,0-4-6 15,0 3 3-15,2-2-2 16,-3-1-2-16,-1 1 0 0,0-1-2 0,2-2 6 16,-2 3-5-16,0-1-1 0,2 1 1 15,-2-1-1-15,2 1 0 0,-4-1-1 0,0-1 2 16,2 1-4-16,0-2 0 0,-2 2 3 15,2-2-2-15,0 0 2 0,-1 0-2 0,-1 1-2 16,2-3 2-16,-2 2-1 0,0-1 3 16,0 1 0-16,0-1-2 0,1 2-3 15,1 0 4-15,-2-4-3 0,0 5 1 16,0 0 0-16,-2-1 1 0,1-1-1 16,3 1 0-16,-1-1 0 0,-1 7-3 0,-2-4 5 15,2-1 0-15,0 1-2 0,2-1-1 16,-1-1 0-16,-1 4 2 0,0-4-1 0,-2 4 2 15,2-4-3-15,2 4 4 0,-1 0-3 16,-1-5 2-16,0 5-2 0,-1 0 0 0,-1-2 1 16,2-1 0-16,1 2-1 0,-3 0-1 15,0-2 1-15,2-2 2 0,2 0-3 16,-3 3 0-16,-1-1 2 0,2-1-1 0,0 1-3 16,0-2 4-16,0 5 1 0,0 0-1 15,-2 1 0-15,0 0 2 0,3-1-2 16,-3 0 0-16,0 1 0 0,2-1-1 15,1 1-1-15,-1-5 2 0,-3 3-1 0,5-6 0 16,-4 2-2-16,2-4-8 0,2-1-6 16,-1 2-6-16,1-9-11 0,-2 8-11 0,2-8-14 15,-2 9-7-15,2-9-2 0,0 0 0 16,0 0 3-16,-7 3-5 0,7-3-3 0,0 0-2 16,0 0-3-16,0 0-4 0,0 0 2 15,0 0 0-15,0 0 2 0,0 0 7 16,-11-18-2-16,11 18-5 0,0-11-1 0,0 4-4 15,0 7-3-15,0-20-18 16,0 6-26-16,0 0-171 0,3-1 184 0</inkml:trace>
  <inkml:trace contextRef="#ctx0" brushRef="#br0" timeOffset="-117908.7">24565 9276 779 0,'0'-12'24'0,"0"5"7"0,0 7 4 0,2-10 8 0,-2 10 7 15,2-9 5-15,-2 9 7 0,2-8 7 0,-2 8 1 16,0-7-8-16,0 7-2 0,0-8-4 16,0 8-6-16,5-9-6 0,-5 9-6 0,2-8-4 15,-2 8 0-15,1-12-3 16,1 4 2-16,0-1-2 0,0 0-9 0,0-4-4 16,0 0 1-16,-1-5-2 0,-1-1 0 0,4-6-3 15,-2-11-4-15,2-2 0 0,0-1-1 16,0-5 3-16,0-8 1 0,1-5-1 15,1 4 3-15,-3-2 10 0,3 1 10 0,-3 9 8 16,1 1 11-16,-4-1 4 0,1 2 3 16,-1 1-1-16,0 2-3 0,0-1-2 15,-3 0-4-15,1-1-6 0,-1 1-5 0,3-2-5 16,-2-2-4-16,2 1-2 0,0 0-5 16,2-1-1-16,3 0-4 0,-2-12-3 0,5 4-6 15,-3-1 1-15,3 13-4 16,0 1-1-16,-2 2 2 0,1 2-2 0,-2 4-2 15,-3 4 2-15,2 6-3 0,-1 2-1 16,-1 0 3-16,-2 3-2 0,0-1-1 0,0-3 0 16,0 2 2-16,0 1 0 0,2-5-1 15,-1 0-3-15,-1-4-3 0,4 1 3 16,0-10-1-16,-1 1-1 0,5 2 0 0,-2-2-1 16,2 2 0-16,-1 1-2 0,-1 8 4 15,-1 3-1-15,2 1 0 0,-4 5-1 0,1-2 1 16,-2 1 3-16,2 3 0 0,-3 0-2 15,1 0-1-15,2-3 4 0,-2 1-3 16,-2 0 0-16,2-2-2 0,-1-3 3 0,2-1 1 16,1-4 0-16,0-8-4 0,-1 7 2 15,5-6 0-15,-5 5 0 0,3-6 0 16,-1 6 0-16,-2 5 2 0,3-1-2 0,-2 0 1 16,-3 1 2-16,1 3 0 0,0-1 2 15,0-4-3-15,0 2 2 0,1 0-2 16,-3-1 0-16,3-1-2 0,1 2-1 0,0-3 3 15,-3 6-1-15,5 1 2 0,-4 1-3 16,2 1 0-16,-3 5 1 0,1 0-3 0,-2 2-13 16,2 3-20-16,0-1-25 0,-2-1-35 15,0 8-37-15,0-9-38 0,0 9-55 0,0-7-440 16,0 7-161-16</inkml:trace>
  <inkml:trace contextRef="#ctx0" brushRef="#br0" timeOffset="-51571.27">23098 12630 1452 0,'-17'9'376'0,"-2"3"-166"0,-6 6-79 0,-1 8 5 15,-7 8 27-15,3 4 35 0,-1-1 6 16,3 2-23-16,3 4-5 0,8-11-7 0,7-1-7 16,4-4-7-16,6-5-3 0,4-1-6 15,6 0-9-15,7 4-11 0,1-9-8 16,8-1-12-16,-4-7-5 0,3-2-5 0,2-4-9 15,2-4-7-15,5-4-10 0,-5-2-1 16,-1-5 13-16,1-1 17 0,-8-5 8 16,-1 0 6-16,-6-1 7 0,-6 1-3 0,-5-5-4 15,-1-2-6-15,-4-7-4 0,-5 0-12 16,-2-4-9-16,-5 2-6 0,-1 6-7 0,-1 2-12 16,0 3-4-16,0 11-16 0,1 4-7 15,1 5-15-15,-2 6-31 0,-5 7-39 0,-6 6-62 16,2 2-75-16,-2 4-97 15,7 0-99-15,0 0-103 0,5-3-138 0,7-5-36 0,5-1 67 16,3-1-433-16,3-5-506 0</inkml:trace>
  <inkml:trace contextRef="#ctx0" brushRef="#br0" timeOffset="-51354.11">23386 12839 3166 0,'0'0'211'0,"0"0"5"16,0 0 15-16,0 0 36 0,-11-14 44 0,11 14 50 15,0 0 4-15,0 0-18 0,0 0-38 16,0 0-12-16,0 0-4 0,23 2-13 0,16 1-28 16,22 4-27-16,20 3-22 15,32 1-21-15,21 3-9 0,19-4-20 0,10 1-19 16,7-3-27-16,6 0-29 0,-7 0-48 16,-3-2-42-16,-22-1-80 0,-10 1-85 0,-19-6-85 15,-39 0-102-15,-10 0-107 0,-18-2-87 16,-10-4-69-16,-9 2-109 0,-8 0 14 0,-8 3-696 15,-5-3-870-15</inkml:trace>
  <inkml:trace contextRef="#ctx0" brushRef="#br0" timeOffset="-50819.61">23278 13137 3892 0,'0'0'-32'0,"0"0"15"0,-36 33 26 0,13-7 60 16,-12 10 59-16,-2 10 60 0,-13 17 24 0,-2 4 6 15,-4 4-8-15,7 2-1 0,-4 4-14 16,1 2 3-16,1 1 4 0,1-2-5 0,2-3 0 16,9-9-20-16,10-14-15 0,4-6-20 15,3 0-12-15,1-7-15 0,5-6-10 0,1-2-9 16,3-6-12-16,3-5-8 16,2-3-10-16,-1-5-2 0,5-4-17 0,-4 1-27 15,1-4-50-15,1-2-51 0,5-3-41 16,-11 4-50-16,11-4-49 0,0 0-67 0,-16-7-72 15,16 7-54-15,-7-8-79 0,3 2-100 16,0-1-116-16,4 7 75 0,-4-7-469 16,4 7-572-16</inkml:trace>
  <inkml:trace contextRef="#ctx0" brushRef="#br0" timeOffset="-49305.62">23013 11860 3277 0,'-4'-7'115'0,"2"2"-19"0,2 5-14 16,-6-4 13-16,6 4 61 0,0 0 49 0,-19 21 29 15,8-4 16-15,-7 9 2 0,0 7-9 16,-5 6 6-16,2 3-9 0,-3-1 0 0,4 0-16 16,3-2-18-16,0-5-18 0,1-1-20 15,2 0-11-15,-2-6-20 0,3 0-14 0,3-6-10 16,0-2-10-16,5-5-12 15,-1-4-8-15,0-2-7 0,2-1-5 0,0 2-9 0,4-6-19 16,0-3-37-16,0 0-22 16,0 0-14-16,0-33-11 0,8 3-1 0,2-8 1 15,5-10 4-15,2 1 2 0,2 2 4 16,0 2 3-16,-3 8 5 0,-1 5 1 0,1 3 0 0,-7 11-2 16,0 1 0-16,-2 4 1 15,5 5 7-15,-1 6-2 0,-1 0 2 0,-10 0-2 16,33 9 7-16,-15 1 2 0,2 0-3 15,3 8 5-15,1 3-1 0,-3-5-3 0,0 0 4 16,-6-4 2-16,-3-3-4 0,-1-1 9 16,-1-1-1-16,0 0 0 0,-7-2 23 15,5-2 21-15,-8-3 17 0,3 7-8 16,-3-7-3-16,0 0-7 0,-23 6 1 0,5-5-4 16,-7 3-10-16,-15-1 3 0,0 2-7 0,0 1-4 15,-2 0-1-15,2-1-8 16,4 2 0-16,3 3-7 0,6-6-12 0,6 1-35 15,6 0-39-15,0 2-43 0,2 2-56 16,2 1-75-16,1 0-100 0,2 6-111 0,4-3-123 16,1 5-176-16,-1-1 64 0,2 9 68 15,0 10-491-15,0 5-593 0</inkml:trace>
  <inkml:trace contextRef="#ctx0" brushRef="#br0" timeOffset="-48654.28">22224 14948 3511 0,'0'-7'204'0,"0"7"-21"0,0 0 11 16,0 0 33-16,0 0 34 0,-17 30 28 0,9-13-6 15,0 14-23-15,1 0-30 16,1-4-27-16,0 5-15 0,4-3-13 0,0-3-30 16,0 0-14-16,2-3-16 0,-2-2-32 15,4-3-41-15,-2-1-39 0,2-3-28 0,-2-3-23 16,2 0-22-16,-2-4-19 0,2-4-28 15,-2-3-21-15,0 0-10 0,0 0-5 0,14-27 1 16,-11 8 2-16,8-16 13 0,5-9 9 16,-1-2 20-16,-1 10 13 0,-3 1 29 0,1 4 18 15,-3 9 5-15,-1 3 10 16,-1 6 12-16,1 1 15 0,1 3 9 0,-1 5 11 16,-1 3 5-16,3 1 4 0,3 5 5 15,-1 4 9-15,-1 1 20 0,-1 0 18 16,0 5 16-16,-3 1 17 0,1-2 18 0,-3 2 10 15,1-2-2-15,-2 2 10 0,-2-1-7 16,2 1-6-16,-2-2-3 0,0-2-6 0,-1-1-8 16,1 4-12-16,2-5-17 0,0 3-8 15,1-1-3-15,5 2 0 0,0 1-2 0,-1-2 7 16,-1-1-1-16,1 5 31 0,2 1 7 16,0-4-9-16,-4 5 0 0,2 0 13 0,-3-3-8 15,0-1 11-15,-4 1 5 0,2 0-79 16,-4-1-49-16,-2 2 0 0,-2-3 0 15,0 1 0-15,-4-1 0 0,-3 1 0 16,-1-3 0-16,-1-4 0 0,0-1 0 16,-2-3 0-16,0-4 0 0,-3-4-360 0,1-9-157 15,-5-8-139-15,-2-5-166 0,7-2-15 16,4-1 92-16,-1 3-702 0,5-3-896 0</inkml:trace>
  <inkml:trace contextRef="#ctx0" brushRef="#br0" timeOffset="-48255.12">22613 14289 4196 0,'-31'-2'-48'0,"2"6"3"0,-5 6 28 0,-2 5 64 0,-10 9 52 0,4 7 32 15,0 6 16-15,4 1-6 0,8 1-6 16,3-1-7-16,10-6-7 0,3 0-7 0,11-6-2 16,4-6 1-16,9 0-4 0,9 4-6 15,10-5-10-15,9-3-8 0,4-9-7 16,5-4-12-16,16-6 0 0,-4-8-15 0,0-6-15 16,-1-3-13-16,-7-4-1 0,-7-3-1 15,-10 0 2-15,-13 4-2 0,-7-6-3 16,-10 4 4-16,-11-8-6 0,-8 2 0 15,-10-8 3-15,-11 2-7 0,-5-3-1 0,-7 1-1 16,-8 4 1-16,5 6-3 0,0 5-4 16,-1 9-7-16,11 6-3 0,0 7-23 0,-1 7-29 15,6 7-44-15,2 5-64 0,-5 12-91 16,11 6-128-16,2 0-142 0,8-4-196 0,9 2 66 16,5-5 76-16,10-7-380 0,9 7-438 15</inkml:trace>
  <inkml:trace contextRef="#ctx0" brushRef="#br0" timeOffset="-47619.48">25781 12705 2469 0,'-7'-5'-11'0,"-2"2"30"0,-5 3 18 0,-5 1 38 0,-6 6 39 0,-11 5 61 16,-6 9 35-16,-2 3 25 0,-2 3 14 0,3 6 7 15,-2 0-10-15,9-2 4 0,4 0 22 16,9-4-5-16,5 0 0 0,6 0-9 0,6-2-4 16,4-5-8-16,6-3-10 0,8 2-9 15,4 3-16-15,11-1-17 0,7-6-18 16,2-2-18-16,5-6-14 0,3-5-15 15,-2-2-12-15,1-6-12 0,-5 0-8 0,-2-2-10 16,0-9-2-16,-11 1-18 0,-2-6-9 16,-11 1-21-16,-4-1-18 0,-6-2-17 15,-10-6-15-15,-4-4-18 0,-2-1-29 0,-8 6-27 16,-8-2-36-16,1 7-41 0,-1 11-58 16,-6 2-62-16,-4 9-83 0,-3 4-105 0,-9 9-128 15,-6 5-182-15,5 6 55 16,-4 10 88-16,-17 17-540 0,-1 3-644 0</inkml:trace>
  <inkml:trace contextRef="#ctx0" brushRef="#br0" timeOffset="-47172.02">26066 13466 3654 0,'-23'-4'182'0,"0"1"-15"0,-4 6 7 0,-9 5 41 16,-2 4 60-16,-10 6 58 0,5 0 11 0,8 1-15 16,5 2-29-16,7 1-25 15,1 2-27-15,11 1-22 0,8-2-22 0,3-4-20 0,5-1-18 16,4 1-16-16,11 3-21 15,-4-6-41-15,9 0-58 0,-5-6-79 0,-2-3-91 16,5-2-97-16,-3-3-113 0,-4-2-131 16,4 0-129-16,-3-4-205 0,-4 2 72 0,-2-2 78 15,0 2-554-15,-11 2-681 0</inkml:trace>
  <inkml:trace contextRef="#ctx0" brushRef="#br0" timeOffset="-41190.31">23057 14362 2995 0,'-7'5'-197'0,"7"-5"43"0,0 0 25 0,-5 4 26 15,5-4 31-15,0 0 30 0,0 0 30 16,-6 5 18-16,6-5 11 0,0 0 8 15,0 0 4-15,-5 4 9 0,5-4 7 16,0 0 11-16,0 0 8 0,0 0 2 0,0 0 4 16,-6 6-4-16,6-6 0 0,0 0-3 15,0 0 2-15,0 0 10 0,0 0 0 16,0 0 9-16,0 0-3 0,31-6-6 0,-20 3-13 16,6-2-1-16,4-2-9 0,9-3 3 15,1 0-12-15,3-2 1 0,-2 1-6 0,3 0-8 16,-1-3 3-16,3 4-10 0,-3-2 1 15,0-1-1-15,0 1-2 0,2-3-2 0,1 1-4 16,-1-1 1-16,0 1 1 0,-2 0-3 16,2 2-2-16,1-2-1 0,-3 1-6 15,2-3-5-15,-1 2 6 0,1 1 3 0,-2-3-5 16,0 0 2-16,1-1 5 0,-4 0 0 16,-1 3-5-16,2-2 1 0,1-1-5 15,-5 0 0-15,5 1 3 0,-3-1 0 0,-1 1-3 16,0 1-2-16,-5 1-5 0,-1 4 6 15,-6 3 1-15,3-5 0 0,0 4-1 16,1-1-5-16,-2-1 3 0,2 1 2 0,6-5 1 16,-1 3-2-16,-1 1 1 0,4-2 2 15,2 0-3-15,-3-2-5 0,3 1 10 16,-1 0-5-16,1-3 3 0,-3 3-2 16,0-1 0-16,-1-1-1 0,-2 1 3 0,-4 3 1 0,-3 1-8 15,0 0 2-15,-2 1 6 16,-1-1-4-16,-3 2-2 0,2-1 5 0,3-1-3 15,-1 0 1-15,-2-3-1 0,2 3-6 16,4-2 5-16,-4 2 4 0,7-7-2 0,-1 3-8 16,1-3-2-16,2 2 9 0,-3 3-9 15,-5 0 3-15,9 0 1 0,-6-1 1 16,-1 4-3-16,-6 1 2 0,3 1 0 0,-3-2 2 16,-1 3 5-16,0-1-1 0,1 0-1 15,-1 0 1-15,-4 2-1 0,1 0-4 0,-3 1 1 16,2-1 8-16,-3 1-13 0,-5 4 10 15,13-8-2-15,-4 3-4 0,-4 2 4 0,3-2 2 16,1-1-3-16,1 2-11 16,-1-2 15-16,0 1-7 0,4 2 4 0,-4-2 3 15,2 1-4-15,-1-1-2 0,-3 3 7 16,1-3-1-16,-3 2-6 0,-5 3 8 0,12-3-5 16,-12 3 3-16,10-6 4 0,-10 6-1 15,7-5-2-15,-7 5 0 0,5-8 4 16,2 8-5-16,-7 0 2 0,0 0-6 0,7-9 4 15,-1 6-4-15,-6 3 4 0,0 0-2 16,9-9-5-16,-9 9 8 0,8-5-4 0,-8 5-1 16,8-3 2-16,-8 3 0 0,0 0 1 15,5-8 0-15,-5 8 4 0,0 0 0 16,0 0-5-16,8-4 1 0,-8 4-1 16,0 0 5-16,0 0-3 0,3-5 9 0,-3 5-8 15,0 0 2-15,0 0 4 0,0 0-9 16,0 0 2-16,0 0-7 0,7-8 7 0,-7 8-3 15,0 0 6-15,0 0-3 0,0 0 1 16,0 0-2-16,0 0 6 0,0 0-7 16,4-6 8-16,-4 6-7 0,0 0-4 0,0 0 4 15,0 0-7-15,0 0 0 16,0-10 9-16,0 10 0 0,0 0-1 0,0 0-5 0,1-7 4 16,-1 7-1-16,0 0-1 15,0 0 5-15,0 0-5 0,0 0 0 0,0 0 1 16,0-10 4-16,0 10-1 0,0 0-7 15,0 0 4-15,0 0 7 0,0 0-1 0,0 0 0 16,0 0 1-16,0 0 3 0,0 0-1 16,4-8-7-16,-4 8 10 0,0 0-2 0,0 0-3 15,0 0 4-15,0 0 0 0,0 0-6 16,0 0 3-16,0 0-5 0,0 0 1 16,0 0-2-16,0 0-3 0,0 0-16 0,0 0-13 15,0 0-22-15,0 0-34 0,0 0-23 16,0 0-27-16,0 0-16 0,-21 4-14 15,21-4-25-15,0 0-14 0,-13 4-36 16,13-4-24-16,-16 6-51 0,11-4-77 0,-4 0-267 16,9-2-156-16</inkml:trace>
  <inkml:trace contextRef="#ctx0" brushRef="#br0" timeOffset="-39422.6">23095 12798 1838 0,'0'0'-21'0,"-4"-7"-3"0,4 7 6 15,-4-7-5-15,4 7 6 0,-4-7-1 16,4 7-1-16,-6-5-12 0,6 5-38 16,-4-5-32-16,4 5-33 0,0 0-70 0,0 0-191 15,0 0 95-15</inkml:trace>
  <inkml:trace contextRef="#ctx0" brushRef="#br0" timeOffset="-38523.2">22576 14545 1130 0,'0'0'93'0,"0"0"10"0,0 0 0 15,0 0 4-15,0 0 15 0,0 0 21 0,0 0 14 16,0 0 4-16,0 0-5 0,13-2-8 16,-13 2-13-16,0 0-6 0,0 0-2 15,0 0-2-15,0 0 0 0,0 0-5 0,0 0-1 16,0 0-10-16,0 0-10 15,0 0-6-15,0 0-8 0,0 0-16 0,0 0 5 16,0 0-21-16,0 0-4 0,0 0 2 16,0 0-22-16,0 0-37 0,0 0-41 0,0-8-60 15,0 8-79-15,0 0-103 0,0 0-139 16,0 0-110-16,0 0 53 0,0 0-164 0,0 0-146 16</inkml:trace>
  <inkml:trace contextRef="#ctx0" brushRef="#br0" timeOffset="-36189.14">23100 12843 1829 0,'-2'7'102'0,"2"-7"3"0,0 0-10 15,0 0-2-15,-3 5 38 0,3-5 38 0,0 0 31 16,0 0 0-16,0 0-3 16,0 0-13-16,0 0-16 0,0 0-15 0,0 0-19 15,0 0-12-15,0 0-12 0,0 0-11 16,0 0-14-16,0 0-15 0,-14-14-23 0,14 14-30 15,0 0-48-15,0 0-63 0,0 0-65 0,0 0-87 16,0 0-100-16,0 0-151 0,0 0-45 16,6-11 63-16,-6 11-173 0,0 0-148 15</inkml:trace>
  <inkml:trace contextRef="#ctx0" brushRef="#br0" timeOffset="-35657.52">25688 12712 2026 0,'-9'-3'130'16,"9"3"-18"-16,0 0-7 0,0 0-4 0,0 0 25 16,-11-2 36-16,11 2 25 0,0 0-1 15,0 0-3-15,0 0-18 0,0 0-18 16,0 0-13-16,-11-3-12 0,11 3-15 15,0 0-15-15,0 0-5 0,0 0-12 0,0 0-7 16,0 0-17-16,0 0-31 0,0 0-31 16,0 0-45-16,0 0-67 0,0 0-59 0,0 0-79 15,-11-2-95-15,11 2-170 0,0 0 0 16,0 0 59-16,-17 2-172 0,17-2-136 0</inkml:trace>
  <inkml:trace contextRef="#ctx0" brushRef="#br0" timeOffset="-34539.39">22702 14432 1955 0,'0'0'110'16,"0"0"-10"-16,0 0-8 0,6-3-2 16,-6 3 15-16,0 0 25 0,0 0 16 0,0 0-1 15,0 0-1-15,3-6-16 0,-3 6-13 16,0 0-12-16,0 0-19 0,0 0-1 15,8-6-16-15,-8 6-13 0,4-5-37 0,-4 5-32 16,11-5-48-16,-7-1-60 0,0 3-86 16,1-2-108-16,2 0-187 0,-3-3 10 15,1 2-167-15,1-3-157 0</inkml:trace>
  <inkml:trace contextRef="#ctx0" brushRef="#br0" timeOffset="-32707.56">24524 12664 1971 0,'2'-5'74'0,"-2"5"2"0,2-6 4 15,-2 6 15-15,0 0 24 0,1-6 26 16,-1 6 7-16,0 0-6 0,0 0-4 0,0 0 22 15,0 0 12-15,0 0 7 0,0 0-4 16,0 0 0-16,-21 19-2 0,19-14 0 16,-1 2-6-16,-1 2-10 0,0-3-15 0,1 3-13 15,-1-2-9-15,0 0-11 0,1-1-10 16,0 1-12-16,1 2-11 0,-2-1-7 0,2-2-6 16,1 2-10-16,-1 1-3 15,-2 1-7-15,0 0-7 0,2 2-29 0,1 1-32 0,-1-3-39 16,2 1-68-16,-3 1-79 0,3 0-100 15,-4 3-119-15,4-3-151 0,0 3-67 16,-2 2 68-16,-1 7-363 0,-7 10-418 16</inkml:trace>
  <inkml:trace contextRef="#ctx0" brushRef="#br0" timeOffset="-32307.33">24192 13849 2688 0,'-2'-5'57'0,"2"5"6"0,2-7 3 0,-2 7 12 0,0 0 14 0,0-7 23 0,0 7 28 0,0 0 26 0,0 0 18 0,0 0-6 16,0 22-3-16,0-8-16 0,-2 0-13 16,4 3-12-16,0-2-10 0,2 2-12 15,-2 0-13-15,0-1-9 0,-1 1-7 0,1-3-10 16,5-2-10-16,-7-1-23 0,3 3-30 15,-3-4-40-15,2 1-45 0,-2-3-67 0,0 2-75 16,0-3-74-16,-2 1-97 0,2-8-141 16,-1 9-66-16,1-9 59 0,0 0-287 0,0 0-306 15</inkml:trace>
  <inkml:trace contextRef="#ctx0" brushRef="#br0" timeOffset="-31409.03">24671 12711 2216 0,'0'0'40'0,"2"-7"12"0,-2 7-1 0,0 0-7 15,0 0 22-15,0 0 38 16,0 0 38-16,0 0 16 0,-22 22 2 0,11-7-3 16,-1 4-4-16,1 10-12 0,4-2-7 15,-5 2-2-15,4-4-13 0,1 6-8 0,2-7-10 16,-2-2-14-16,3-1-3 0,2-2-12 15,-1-2-6-15,1 0-6 0,-4-2-9 0,5-1-24 16,-1-2-42-16,0 1-38 0,-2-1-64 16,1-3-62-16,2-1-82 0,-3-2-108 15,0 2-177-15,0-4 4 0,1 2 49 0,-5-1-172 16,3 1-159-16</inkml:trace>
  <inkml:trace contextRef="#ctx0" brushRef="#br0" timeOffset="40577.65">14524 12395 2731 0,'-15'16'178'0,"-4"9"-64"0,-8 15 8 16,1 5 20-16,-2 10 42 0,-1-1-5 0,4 4-6 16,0 2-14-16,2-2 19 0,12 2 13 15,11-11 6-15,4-3 4 0,5 5 6 0,14-3 6 16,9-7 3-16,6-5 1 0,8-5-1 15,6-5-11-15,7-5-16 0,2-6-8 16,0-8-24-16,-10-5-9 0,-1-7-15 0,4-7-18 16,-7-5-8-16,-7-4-12 0,-4-6 3 15,-13-1-6-15,-4-1-12 0,-5-8-6 16,-7 0-5-16,-5-4-9 0,-6-4-6 0,-8-11-8 16,-2-1-6-16,-10-1-3 0,-1 6-9 15,-5 6-7-15,-1 7-6 0,-3 10-4 0,4 13-2 16,-1 5-7-16,3 11-27 0,-6 8-49 15,-2 5-58-15,1 5-62 0,-4 9-75 16,10-5-104-16,-1 9-96 0,6-7-108 0,9 3-140 16,5-2-24-16,9-5 70 0,1-3-568 15,3 4-700-15</inkml:trace>
  <inkml:trace contextRef="#ctx0" brushRef="#br0" timeOffset="40794.38">14906 12930 3718 0,'5'-2'112'0,"-5"2"24"0,11-3 29 15,-11 3 42-15,0 0 26 0,0 0 22 16,11-3 11-16,-11 3 7 0,26-4-13 0,-1 3-19 16,17-3-22-16,23-1-14 0,9 0-18 15,34-2-21-15,24 2-13 0,18-2-18 0,18-1-16 16,62 0-12-16,1-1-7 0,10 1-13 16,-59 4-25-16,3 0-18 0,-2-2-22 15,-9 3-38-15,-14-1-66 0,-15 1-75 16,-21 0-100-16,-37 0-121 0,-15 0-111 0,-22 1-90 15,-5 2-107-15,-11-2-17 0,-14-2 55 16,0 2-535-16,-9 0-647 0</inkml:trace>
  <inkml:trace contextRef="#ctx0" brushRef="#br0" timeOffset="41143.44">17898 12637 3487 0,'-16'12'111'16,"3"2"12"-16,0 3 39 0,-6 7 56 0,3 1 40 15,5-2 28-15,6 0 25 0,-2 0-3 16,7 1-12-16,7-3-12 0,6 8-17 0,6-2-19 16,13 4-12-16,6-3-14 0,9-8-17 15,3-3-19-15,4-1-22 0,-9-10-13 16,3-2-18-16,-3-8-34 0,0-2-40 0,-5-3-34 15,-3-3-37-15,-1 0-32 0,-8-3-10 16,-4-4-5-16,-4 0-2 0,-9-1 5 0,-8 1 6 16,-3-1 2-16,-5-11 8 0,-10-3-3 15,-8-9 14-15,-8 4-13 0,-6 0-11 16,-10 6 2-16,0 8-1 0,-6 12-14 16,5 9-30-16,-11 8-41 0,-6 9-56 0,0 4-75 15,2 7-89-15,-1 5-101 0,-15 7-126 16,5 8-122-16,4 2 32 0,1 4-553 0,0 4-688 15</inkml:trace>
  <inkml:trace contextRef="#ctx0" brushRef="#br0" timeOffset="41611.19">14742 13549 3491 0,'-2'-17'20'0,"1"3"5"0,-2 5-2 15,-1 1 30-15,2 1 32 0,2 7 43 0,0 0 33 16,0 0 22-16,-16 26 10 0,4 3 11 16,2 7 15-16,-3 14 9 0,0 2 17 0,0 7-14 15,1 0-12-15,-1-1-16 0,3 2-14 16,2 0-13-16,3-3-22 0,-5-3-15 0,9-9-17 15,-3-1-8-15,-1-1-11 0,1-1-14 16,-1-5-7-16,-1 0-8 0,3-10-17 16,-1-5-35-16,-1-1-62 0,-4-6-65 0,4 0-76 15,-3-5-90-15,1-1-109 16,-1 0-99-16,-4-6-133 0,5-1-128 0,7-2 58 0,0 0-591 16,-23-9-732-16</inkml:trace>
  <inkml:trace contextRef="#ctx0" brushRef="#br0" timeOffset="41928.21">14441 14562 3848 0,'-17'33'158'0,"-7"8"-8"0,0 6 25 0,-1-1 38 16,6 4 61-16,-2 0 23 16,8-15 10-16,6 2-9 0,1-2-18 0,10-4-23 0,3 0-20 15,6-4-21-15,6-2-18 16,4-6-23-16,8-8-18 0,3 0-18 0,6-10-13 0,4-2-28 15,11-10-41-15,-2-3-42 16,-1-6-46-16,-4-3-31 0,-5 1-8 0,-6-5 4 16,-13 3 7-16,-4 0 9 0,-7-2 5 15,-10 2 7-15,-3 1 10 0,-11-10 3 0,-8 1 6 16,-8-5 6-16,-3 6 7 0,-4 4 6 16,-1 8-7-16,1 4 1 0,-2 9 6 15,-3 3-7-15,9 4 1 0,-4 5 0 0,-2 4-5 16,3 2-12-16,3 5-54 0,1 4-59 15,6 1-74-15,3 0-106 0,2 4-108 16,3-1-123-16,7-4-183 0,4-3 32 0,4-5 72 16,0 1-508-16,6-1-601 0</inkml:trace>
  <inkml:trace contextRef="#ctx0" brushRef="#br0" timeOffset="42276.92">15372 14926 3552 0,'-13'-4'239'0,"0"3"-1"0,13 1 24 0,-17-5 65 16,10 2 42-16,7 3 17 16,-13-1-3-16,13 1-22 0,0 0-33 0,0 0-31 15,0 0-32-15,25-8-25 0,18 3-25 16,22-1-21-16,12 4-18 0,41-2-23 0,8 0-21 15,14 3-58-15,7-3-74 0,1 6 0 16,0 0 0-16,-3 0 0 0,-7 4 0 0,-16 4 0 16,-12-3-89-16,-34-2-32 0,-7 2-14 15,-21-4-6-15,-10 1 19 0,-8-2 8 0,-5-1 14 16,-7 3 14-16,-4-4 4 0,-3 1 7 16,0-1 14-16,-11 0 0 0,0 0 6 0,0 0-26 15,11-1-53-15,-11 1-84 0,0 0-111 16,0 0-126-16,0 0-153 0,0 0-136 15,0 0 61-15,0 0-574 0,0 0-719 16</inkml:trace>
  <inkml:trace contextRef="#ctx0" brushRef="#br0" timeOffset="42693.61">17364 14729 3501 0,'0'0'66'0,"0"0"40"15,0 0 17-15,0 0 37 16,-32 30 53-16,16-6 54 0,-1 5 57 0,2 0 7 16,2 5 5-16,2 0-8 0,2 4-9 15,8-1-11-15,4 2-12 0,11 8-12 0,5-1-13 16,6-4-13-16,9-5-14 0,5-2-26 15,6-2-20-15,7-6-158 0,-4-6-40 16,4-7 0-16,-9-7 0 0,-4-7 0 0,-1-3 0 16,-2-7 0-16,1-2 0 0,-9-7 0 15,1-4 0-15,-10-2 0 0,0-4 0 0,-7-6 0 16,-7-3 0-16,-5-5 0 16,-4-10-36-16,-7-3-27 0,-3-6-5 0,-8 4-18 15,-1 4 8-15,-2 5 2 0,-5 11 12 16,-1 7-3-16,1 11 16 0,-3 5-4 0,7 9 6 15,1 6-22-15,-2 2-32 0,-5 7-56 16,1 3-66-16,2 1-82 0,4 3-99 0,3 1-106 16,3 3-139-16,2-4-85 0,5-4 64 15,7-2-572-15,1-3-704 0</inkml:trace>
  <inkml:trace contextRef="#ctx0" brushRef="#br0" timeOffset="43077.72">18207 12946 3575 0,'-4'-6'24'0,"4"6"3"0,-8-1-4 0,8 1 53 0,0 0 47 15,-13 20 46-15,-3 6 22 0,1 6 11 16,-2 16 6-16,-2 9 2 0,0 9 4 0,-2 22 22 16,0 3 8-16,6 1 12 0,0-2-11 15,6-13-3-15,0 21 5 0,2 0-7 16,-1-20 4-16,2-1 6 0,0-3 7 0,3-3-1 16,-3-6-4-16,2-7-72 0,1-14-180 15,-3-4 0-15,2-7 0 0,0-6 0 0,0-8 0 16,4-4 0-16,-2-2 0 0,2-1 0 15,0-3 0-15,-1-5 0 0,-1 1 0 16,2-5 0-16,0 0 0 0,0 0 0 0,0 0 0 16,-10-15-610-16,9 8-236 0,-8 0-62 15,2-1 89-15,0 1-884 0,-9 0-1138 0</inkml:trace>
  <inkml:trace contextRef="#ctx0" brushRef="#br0" timeOffset="44310.89">14359 12181 4901 0,'0'-5'-99'0,"0"5"16"15,0 0 9-15,0 0 35 0,-31 11 60 16,17 2 40-16,-11 2 23 0,0 5 12 0,0-3 6 16,-2 4 5-16,2 2-3 0,1-1 4 15,3-1 2-15,-2-1-2 0,1-1-9 0,8-4-7 16,3-1-6-16,-1-4-13 0,2-1-6 15,5-1-6-15,-2-1-3 0,5-2-3 0,-1-1-4 16,3-4-7-16,0 0-4 0,0 0-5 16,0 0-9-16,15-26-3 0,2 2-2 0,2-5-4 15,6-8 0-15,0-4-5 0,-4 12 5 16,-2 0-5-16,1 8-5 0,-8 3 2 16,-1 6-6-16,2 3-2 0,-6 3 1 15,0 4-2-15,3 0-1 0,-10 2 1 0,21 10-1 16,-11-3 2-16,7 7 1 0,-4 0-3 15,10 9 4-15,-4-4-3 0,4 1-1 0,-3 1 3 16,4-4 1-16,-5-5-1 0,-4 1-1 16,-3-4-1-16,-3-2 4 0,0 1 4 15,0-3 9-15,-8 0 13 0,1-1-2 0,-2-4 0 16,0 0-3-16,-16 10-2 0,5-8-4 16,-8-1-2-16,-2 1-4 0,-5 2 0 0,-3-4-3 15,2 1-3-15,3 1 4 16,0 0-11-16,4-1-14 0,3 1-35 0,-3 2-42 0,7-1-57 15,1 2-76-15,3 0-100 16,3 2-101-16,6-2-133 0,0-5-146 0,6 11 54 16,6-5-544-16,6-4-659 0</inkml:trace>
  <inkml:trace contextRef="#ctx0" brushRef="#br0" timeOffset="44944.92">17553 11664 3219 0,'5'3'-83'0,"2"3"25"0,-6 8 49 0,-1 2 57 0,-1 6 52 0,-6 12 44 15,0 1 16-15,-2 5 3 0,-4 10-7 16,2-11-9-16,2 2-13 0,2-4-13 16,-2 1-13-16,2-9-10 0,2-4-7 15,3-3-10-15,-4-6-5 0,4-1-11 0,2-6-3 16,-3 1-7-16,3 0-3 0,0-6-10 15,0-4-4-15,0 0-5 0,0 0-1 0,0 0-14 16,0 0-14-16,14-41-18 0,-6 10-11 16,-3-5-2-16,7-1 5 0,-1-14 2 0,3 3-1 15,-1 2 8-15,-4 12 2 0,3 5-1 16,-4 5 2-16,-3 7 4 0,-3 3-1 0,4 4 0 16,-4 3-1-16,2 1 7 0,2 5 6 15,-6 1 1-15,0 0 6 0,13 8 4 16,-8 1 0-16,2 3 2 0,-2 2 0 15,3 1 0-15,-3 3 3 0,4 10 1 0,3 3-3 16,-2-2 3-16,2 1 2 0,-1-1 15 16,0-2 2-16,-1 1 12 0,-1-5 7 15,-1-3 11-15,-3-2 13 0,0 0 15 0,-1-1 13 16,-3 0 10-16,-2 0 18 0,-1 0 12 16,-7 3 9-16,0 0 8 0,-7 5-7 0,0 0-8 15,-4-4-15-15,2-1-12 0,0-3-9 16,2-5-10-16,-2 2-17 0,1-3-11 0,6-2-10 15,-4 0-38-15,1-2-76 0,3-1-106 16,-1 1-135-16,1-2-186 0,2 4-218 16,-5-1-121-16,1 6 78 0,1 5-735 15,-5 14-915-15</inkml:trace>
  <inkml:trace contextRef="#ctx0" brushRef="#br0" timeOffset="45393.63">18388 15238 4014 0,'0'0'28'0,"0"0"43"0,0 0 45 16,-29-5 51-16,29 5 60 0,-29 7 71 0,6 0 36 15,-7 3 12-15,-1 3-3 16,-1 3-10-16,5 1-14 0,4 3-16 0,8-6-21 16,2 3-20-16,5-1-25 0,3 0-25 15,5-2-24-15,3 2-77 0,7 0-111 0,3-4 0 16,0-1 0-16,7-2 0 0,-6-3 0 16,0-6 0-16,1 0-104 0,5 0-203 0,-5 0-95 15,2-4-130-15,-3 1-178 0,-5-1-136 16,-3-1 66-16,-6 5-754 0,0 0-978 15</inkml:trace>
  <inkml:trace contextRef="#ctx0" brushRef="#br0" timeOffset="46076.84">13939 15523 4582 0,'0'0'81'0,"0"0"-6"0,0 0 44 0,0 0 66 16,0 0 74-16,4 34 45 0,-4-14 9 0,2 4-8 16,4 11-23-16,-4 0-26 0,4 2-26 15,-1-4-21-15,-1 1-25 0,3-2-19 0,-5-6-16 16,5-4-17-16,-4-1-37 0,3-3-64 15,-2-6-78-15,-1 1-86 0,1-3-70 16,0-2-74-16,-1-5-65 0,-3-3-61 0,0 0-44 16,0 0-18-16,7-21-4 15,-3 7 21-15,-4-5 55 0,0-5 60 0,0-2 71 16,-4-15 52-16,2 0 61 0,-2-1 49 16,4 7 50-16,-1 4 43 0,1 10 33 0,-3-1 36 15,1 7 21-15,0 1 9 0,0 2-10 16,0 0-10-16,1 3-11 0,1 2-6 0,0 7-10 15,-2-4-5-15,2 4-18 0,0 0-51 16,0 0-54-16,0 0-61 0,0 0-78 16,-6 20-80-16,6-13-93 0,0 1-99 0,0-1 35 15,2 0-130-15,-2-7-88 16</inkml:trace>
  <inkml:trace contextRef="#ctx0" brushRef="#br0" timeOffset="46343.73">14079 15470 1654 0,'5'-11'167'0,"5"1"39"16,-7 2 11-16,6 0 17 0,-2 1 26 0,2 3 34 16,3 2 18-16,1 0 12 0,3 2-5 15,2 4-7-15,6 3-11 0,4 5-12 0,1 8-6 16,-2 1-20-16,-2 2-9 0,-3 5-11 16,3 8-7-16,-6 2 32 0,-2-4-9 0,-7-4-8 15,-6-1-10-15,-4-2-1 16,-6 7-15-16,-4-1-15 0,-5 1-27 0,-10 5-37 0,-5-4-146 15,-8-4 0-15,-5-2 0 16,0-5 0-16,-3 0 0 0,0-9 0 0,2-4 0 16,2-6 0-16,6 1-300 0,0-6-155 15,12-3-151-15,-11-7-183 0,7-2-44 16,3-4 68-16,5 3-746 0,-3-7-957 0</inkml:trace>
  <inkml:trace contextRef="#ctx0" brushRef="#br0" timeOffset="47175.86">17556 11716 3955 0,'10'-6'-77'0,"-6"4"19"0,0-1 7 0,-4 3 1 15,0 0 12-15,0 0 50 0,0 0 67 16,9 13 25-16,-9 1 35 0,0 5 5 0,0 10 6 16,-2 12 3-16,0 3 9 0,2-1 8 15,-3 0-5-15,1-1-3 0,-4 0-11 16,4-4-15-16,1 0-10 0,-1-3-12 16,-3-6-10-16,1-8-9 0,3-2-10 0,-1-1-6 15,-2-4-13-15,2-1 1 0,0 0-16 16,1-3-19-16,-3 0-54 0,-2 0-77 0,3-8-109 15,3-2-137-15,-9 5-144 0,9-5-181 16,0 0 5-16,-9-17 67 0,7 7-467 0,0-1-537 16</inkml:trace>
  <inkml:trace contextRef="#ctx0" brushRef="#br0" timeOffset="47592.53">17536 11800 3016 0,'4'-10'17'0,"-1"0"10"16,3 5 7-16,-1-2 26 0,7 0 36 0,-2 1 29 16,1 2 14-16,4 0-2 0,0 0-9 15,3 3-15-15,-2 2-8 0,2 3-15 16,0 0-2-16,-4 0-7 0,2 4-6 0,-1 2-6 16,-6-3-6-16,1 7 3 0,-2 1-3 15,-7-1 1-15,-1 4 10 0,-3-1 11 0,-5 4 9 16,-7 6 5-16,-4 2 6 0,2-6 1 15,-5 0-1-15,6 1 3 0,0-10 0 16,7 1-4-16,1-3 8 0,0-1 11 0,4-2 23 16,4-2 1-16,2 0-5 0,5 1-2 15,2 2-7-15,2-1 2 0,7 3-4 16,-4 0-12-16,6-2-10 0,-5 2-8 0,0 0-4 16,0 0 0-16,-3-2-4 0,-3 1-1 15,1 1 0-15,-4 0 3 0,-6 1 5 0,0-3 2 16,-4 1-4-16,-2 3-7 0,-9-1-39 15,1 3-52-15,-2-4 0 0,-9 3 0 0,-2-1 0 16,4-3 0-16,2-5 0 0,-2 1 0 16,6-3 0-16,-2-1-147 0,2 1-307 15,-2 1-199-15,2 1-237 0,-5 3 55 0,4 3 90 16,-9 9-774-16,-7 8-965 0</inkml:trace>
  <inkml:trace contextRef="#ctx0" brushRef="#br0" timeOffset="48042.5">16678 12247 4473 0,'4'-22'13'0,"-2"5"27"0,-2 3 39 0,0 2 45 0,0 5 27 15,0-3 16-15,0 3-7 0,0 7-15 16,0 0 24-16,0 0 22 0,-17 17 0 16,4 8 0-16,-5 0-15 0,5 6-12 15,-3 2-9-15,4 3-10 0,0 0-15 0,0 1-14 16,1 1-8-16,3-3-13 0,3-1-9 16,1-4-4-16,-2-7-14 0,4 1-12 0,1-1-14 15,1-6-71-15,0 3-86 0,0-3-100 16,1-1-123-16,-1-4-138 0,4-1-147 0,2 0-163 15,-1-3 59-15,5 3 88 0,-2-3-575 16,-1 2-677-16</inkml:trace>
  <inkml:trace contextRef="#ctx0" brushRef="#br0" timeOffset="48376.1">18860 13532 3301 0,'2'-7'71'0,"-1"2"9"16,-1 5-2-16,0 0 39 0,0 0 42 15,-11 27 39-15,4-9 16 0,2 2-7 16,-6 11-8-16,6 1-23 0,-3 3-21 0,5-2-15 16,-3 1-13-16,2-5-13 0,2-3-11 15,0-1-16-15,0 1-43 0,-2 8-64 0,1 2-88 16,-5-2-102-16,-2-1-105 0,-3-2-134 16,-6 10-195-16,-3 1 22 0,-3-2 91 0,-6 3-378 15,-3 6-389-15</inkml:trace>
  <inkml:trace contextRef="#ctx0" brushRef="#br0" timeOffset="48726.15">16758 15286 2957 0,'6'-17'313'0,"-5"7"-2"16,3 1-9-16,1 2 14 0,-3 2 17 16,-2 5 7-16,0 0 14 0,0 0-5 0,0 0-20 15,0 0-24-15,-7 46-25 16,5-19-29-16,0 8-24 0,-1 5-21 0,1-1-25 15,0 0-16-15,2 2-17 0,0-3-16 16,4-2-23-16,-1-8-57 0,-1-4-75 0,-2-5-97 16,2-3-116-16,-2 1-113 0,0-2-128 15,-2-4-126-15,-1 0-148 0,-5-1-34 0,-1-2 78 16,-7 3-623-16,-5-6-785 0</inkml:trace>
  <inkml:trace contextRef="#ctx0" brushRef="#br0" timeOffset="49109.64">14339 13590 3947 0,'0'-27'33'0,"2"8"-2"15,-4 4 3-15,2 3-4 0,-1 3 12 16,-1 6 30-16,2 3 20 0,0 0 16 0,-21 24-8 15,0 1-5-15,0 13-9 0,-2 3-10 16,3-2-6-16,2-5-9 0,3-1-3 0,3 2-9 16,1-1-4-16,0-2-2 0,5 1-10 15,4-4-16-15,0-6-57 0,0-5-72 0,6-1-105 16,-1 0-110-16,6-1-152 0,-2-5-138 16,2-1 49-16,2-8-372 0,1 0-418 15</inkml:trace>
  <inkml:trace contextRef="#ctx0" brushRef="#br0" timeOffset="49792.66">15361 13112 2681 0,'-2'-12'63'0,"-1"6"18"0,3 6 7 0,-6-7 15 15,6 7 16-15,-4-10 15 0,4 10-3 16,-2-6 0-16,2 6-8 0,0 0 6 0,0 0 13 16,17 18 3-16,4-1 0 15,4 10-4-15,10 4 8 0,2 8 2 0,12 0-5 16,13 15-10-16,9 0-14 0,4 2-10 16,11 4-13-16,8 8-10 0,9-2-6 0,37 23 17 15,4 2-1-15,-30-22 7 0,29 19-11 16,-35-21-6-16,0 0-3 0,-10 1 8 0,-8-1-8 15,-6-3-5-15,-10-5-13 0,-7-4-5 16,-19-14-9-16,-9 0 1 0,-1-5-13 16,-7-3-6-16,-6-10 4 0,-4 1-9 0,-2-2 3 15,-6-8 11-15,-2 2 8 0,1-3 13 16,-2-3 13-16,1 0 19 0,-5 0 5 0,3 0 15 16,-1-3 9-16,-3 0 9 15,2-1 9-15,-2-1 9 0,-1 0 5 0,-4-5 1 16,9 6-114-16,-7-2-46 0,-2-4 0 15,10 3 0-15,-10-3 0 0,13 2 0 0,-13-2 0 16,11 0 0-16,-11 0 0 0,14-2 0 16,-14 2 0-16,11-1 0 0,-11 1 0 0,9-2 0 15,-9 2 0-15,0 0 0 0,0 0 0 16,14 0 0-16,-14 0 0 0,8 5 0 0,-8-5 0 16,3 9 0-16,1-2 0 0,4 3-274 15,-4-2-25-15,2 1-18 0,-3-1-50 0,-1-1-57 16,0 0-44-16,2-2-82 15,-4-5-132-15,0 7-26 0,0-7 62 0,0 0-530 0,0 0-640 16</inkml:trace>
  <inkml:trace contextRef="#ctx0" brushRef="#br0" timeOffset="51075.66">16745 13494 3167 0,'6'-15'-8'15,"-3"2"17"-15,1 2 9 0,0 1 23 16,-1-2 44-16,1 3 42 0,5-1 34 16,-6-3 19-16,5 1 14 0,1 0 2 15,-3 0-3-15,4 2-6 0,-3 1 3 0,-2 1 4 16,4 3-18-16,-9 5-10 0,11-2 11 16,-11 2 17-16,16 15 6 0,-7-3-2 0,-2 7-8 15,2 10-2-15,2 0-9 0,-4 2-16 16,-1-4-18-16,-3-5-12 0,3 0-11 15,-2-1-14-15,-2-4-12 0,2 2-10 0,-2-2-16 16,0-5-74-16,-1 1-102 0,-1 1-132 16,2-2-174-16,-2-2-221 0,-2 1-197 0,1-1 60 15,-5 1 98-15,0-1-641 0,-4 4-770 16</inkml:trace>
  <inkml:trace contextRef="#ctx0" brushRef="#br0" timeOffset="114679.7">20102 16473 336 0,'0'0'210'0,"4"-11"-56"0,-4 11-26 0,7-7-8 0,-7 7-15 15,1-8 13-15,-1 8-1 0,4-9 3 16,-4 9 12-16,4-10 6 0,-4 10 1 16,4-9 1-16,-3 4 1 0,-1 5 7 15,4-12-2-15,-4 12 4 0,4-8 7 16,-4 8 1-16,2-11 1 0,-2 11-8 0,0-6 0 16,0 6 5-16,0 0-11 0,1-9-7 15,-1 9-8-15,0 0-12 0,0 0-12 0,0 0-15 16,0 0 3-16,0 0 34 0,0 0 19 15,-3 29 12-15,-5-7 4 0,-1 12 19 16,-7 11 21-16,3 0 21 0,-6 1 1 0,2-1 4 16,-2-2-1-16,1-1-8 15,6-6-18-15,-1-1-13 0,-1-2-16 0,1-4-15 16,4-5-17-16,0-7-10 0,6 0-15 16,-1-3-12-16,-2 3-11 0,5-5-10 0,-4-2-18 15,1-1-22-15,2-1-43 0,0-1-53 16,2-7-84-16,-3 7-102 0,3-7-105 15,0 0-99-15,0 0-93 0,-8-26-99 0,8 7-158 16,0-6 48-16,6-6-608 0,1-4-807 16</inkml:trace>
  <inkml:trace contextRef="#ctx0" brushRef="#br0" timeOffset="114914.53">20074 16343 3550 0,'3'-13'-41'0,"2"3"27"16,-1 2 10-16,-2 1 12 0,-2 7 28 0,5-4 71 15,-5 4 46-15,0 0 31 16,15 19 15-16,-5-2-9 0,1 11-6 16,3 1 2-16,1 3-7 0,2 1-11 0,-2-1-17 15,8 8-12-15,0-2-12 0,-6-9-14 16,2 2-15-16,-4-6-8 0,5 3-11 0,-6-4-1 16,-2-4-12-16,-1-2-31 15,0-5-36-15,-6 1-39 0,3-3-46 0,-5 1-49 16,3-4-59-16,-3-2-49 0,-1 2-52 15,1-1-74-15,-3-7-103 0,0 0-158 16,-5 8-4-16,5-8-374 0,0 0-482 0</inkml:trace>
  <inkml:trace contextRef="#ctx0" brushRef="#br0" timeOffset="115112.75">20172 16800 2717 0,'0'0'77'0,"-22"-2"49"0,22 2 26 0,-12 0 40 16,12 0 48-16,0 0 47 0,0 0 17 15,0 0 7-15,-16 0-22 0,16 0-16 0,0 0-35 16,0 0-25-16,0 0-18 0,0 0-25 16,0 0-33-16,0 0-65 0,38-4-86 15,-23 1-97-15,2 2-107 0,2-1-112 16,0 0-136-16,2-2-184 0,4 3-47 0,2-1 78 16,-11 2-363-16,6-2-460 0</inkml:trace>
  <inkml:trace contextRef="#ctx0" brushRef="#br0" timeOffset="115828.44">20708 16508 2711 0,'0'-17'12'0,"-1"5"29"16,-1 0 42-16,2 4 55 0,-2-1 56 0,2 9 31 16,2-10 23-16,-2 10-8 0,0-9-22 15,0 9-25-15,0 0 7 0,0 0 26 0,0 0 25 16,19 26 10-16,-10-9-11 0,2 13-5 16,2 1-9-16,-4 0-9 0,2 2-19 15,-3 0-16-15,3 0-19 0,-2-1-16 16,0-1-16-16,-6-7-14 0,1-3-15 0,0 0-14 15,-2-1-14-15,-4-3-30 0,0 1-52 16,-2-5-82-16,2 1-79 0,1-4-99 16,-5-1-97-16,1-3-119 0,4-2-142 0,1-4-202 15,0 0 62-15,-15-12 86 0,9 0-473 16,3-3-611-16</inkml:trace>
  <inkml:trace contextRef="#ctx0" brushRef="#br0" timeOffset="116245.86">20789 16281 3355 0,'0'-12'14'0,"2"1"28"0,1 5 23 16,-1-2 23-16,-2 8 26 0,9-7 4 0,-9 7 3 15,16 0 0-15,-16 0-7 16,25 9-6-16,-12-1-10 0,5 7-7 0,0 3 8 16,1 7 0-16,-4 2 8 0,-1-1 14 15,-5 1 12-15,2-3 9 0,-8-2 13 0,-1 2 11 16,0-5-4-16,-6 6 4 0,2-4-6 15,-2 1 1-15,4-2-25 0,-4-3-14 16,2-2-2-16,2-1-16 0,2 0-6 0,0-2-6 16,3 0-5-16,-2-2 5 0,5 2 1 15,-5-2 2-15,8 2 7 0,0-2 0 0,-4-1 1 16,0-1 5-16,4 4 2 16,-4-4 3-16,4 1 0 0,-4 0 1 0,4 0 0 15,-4-1-61-15,-2 1-53 0,1-1 0 16,-1 2 0-16,-2 0 0 0,-3-2 0 0,0 1 0 15,-2 1 0-15,-2 1 0 0,-2 1 0 16,-1-2 0-16,-2 0 0 0,-3-1 0 16,-1-3 0-16,-1 0 0 0,-1-1 0 0,-1-4 0 15,3-1 0-15,-4-1 0 0,2-4 0 16,-1-3 0-16,2 4-316 0,0-4-291 0,1 0-116 16,2 3-197-16,-1-3 89 0,3 0 77 15,5 4-620-15,4 4-828 0</inkml:trace>
  <inkml:trace contextRef="#ctx0" brushRef="#br0" timeOffset="118062.44">21424 16854 3866 0,'0'0'46'0,"3"-5"22"0,-3 5 22 0,0 0 40 16,0 0 60-16,11-2 55 0,-11 2 40 15,0 0 17-15,16 7 1 0,-9 3-1 16,1 0-9-16,-1 2-15 0,3 3-21 0,-4 2-15 16,-1 2-20-16,-1 0-21 0,-2 0-17 15,-2 1-17-15,-4 4-17 0,-3 7-17 0,-2 2-13 16,-5 2-19-16,-3-4-85 0,-2 1-16 15,-6 6-107-15,0-2-152 0,-6-4-150 0,13-6-158 16,-2-3-203-16,4-7-123 0,4-3 93 16,3-4-692-16,3 0-938 0</inkml:trace>
  <inkml:trace contextRef="#ctx0" brushRef="#br0" timeOffset="119428.06">22026 16387 4034 0,'0'-14'-92'0,"-2"6"33"0,2 1 22 0,0 7 31 0,2-11 17 0,-2 11 14 0,0 0 65 16,0 0 42-16,0 0 18 0,4 35 1 15,-3-10-10-15,1 13-14 0,2-1 0 0,0 4 7 16,-1-4-4-16,-1-2-8 0,4 2-9 16,-3-8-10-16,-2-5-11 0,1 0-11 0,0 0-5 15,-2-4-9-15,-2 0-10 0,0 1-33 16,1-1-40-16,-8-1-52 0,5-3-65 15,-1 1-68-15,-1-5-83 0,1-6-91 0,-2-3-112 16,2-1-145-16,5-2-4 16,-11-13-371-16,7 3-483 0</inkml:trace>
  <inkml:trace contextRef="#ctx0" brushRef="#br0" timeOffset="119796.73">22069 16404 2619 0,'6'-12'-58'0,"-1"5"15"16,2 0 12-16,-2 4 30 0,-5 3 26 0,11-3 27 15,-11 3 14-15,0 0 7 0,22 11 4 16,-13 0 9-16,0 1 6 0,1 3 10 0,1 0 5 16,-1 2 12-16,-2 3 8 0,-2-5 15 15,-5 5 14-15,1-3 11 0,-2 3 0 16,-2-1-7-16,1 3-2 0,-3-1-12 16,-2-4-10-16,4 0-10 0,0-2-6 15,-2 1-6-15,4-3-1 0,0-1 2 0,2 0 5 16,2 0-1-16,2 3-7 0,1-3-3 15,-1 1 5-15,1 0 2 0,3 3 7 0,3 0 3 16,-3-2 2-16,0 3 5 0,1 0-13 16,-4-2 2-16,2 0 7 0,-6-1 4 15,5 0 5-15,-5-2 2 0,-1 1-4 0,-2-1-8 16,0 0-4-16,0-1-8 0,-2 1-13 16,-1-4-8-16,-3 2-7 0,1-1-13 0,-6-1-7 15,2-4-36-15,2-1-43 16,7-3-68-16,-25-2-98 0,9-3-92 0,1-1-102 0,2-3-104 15,1 2-135-15,1-3-205 16,6 3 2-16,-4 0 87 0,6 2-578 16,3 5-761-16</inkml:trace>
  <inkml:trace contextRef="#ctx0" brushRef="#br0" timeOffset="120080.95">22910 16570 3896 0,'-14'-6'86'0,"1"4"23"0,13 2 57 0,-25 8 50 16,12 0 46-16,-2 3 17 0,-7 10-8 16,4 1-13-16,0 4-24 0,5 3-20 15,1 0-22-15,9-3-19 0,-1-1-18 0,4-1-20 16,0 1-9-16,4 0-19 0,-1-2-37 15,6-1-59-15,-4 0-62 0,4-3-63 0,1 0-73 16,-4-4-86-16,5 1-92 0,0-5-99 16,7 2-135-16,-5-7-160 0,1 3 63 0,-1-1-478 15,1 1-640-15</inkml:trace>
  <inkml:trace contextRef="#ctx0" brushRef="#br0" timeOffset="120394.59">23205 17038 3515 0,'4'-8'143'16,"-4"8"-12"-16,0 0-14 0,10-6 15 0,-10 6 38 15,0 0 43-15,16 12 29 16,-13-4 16-16,3 5 11 0,-1 9-4 0,-1-1-20 16,-4 4-2-16,0 4-7 0,-6 8-17 15,-1 1-10-15,-3 1-19 0,-1-3-20 0,-3 0-16 16,-1-3-19-16,-5-2-28 0,8-2-46 16,-8-5-70-16,4 0-98 0,-2-4-99 15,-1-4-121-15,4-6-126 0,2-1-153 0,1-6-227 16,3-3 60-16,9 0 91 15,0 0-484-15,-22-10-632 0</inkml:trace>
  <inkml:trace contextRef="#ctx0" brushRef="#br0" timeOffset="121444.68">23956 16452 3357 0,'-2'-10'78'0,"-4"1"2"0,6-1 1 16,-1-1 33-16,-1 1 38 16,0 0 28-16,0 3 21 0,0-1 9 0,2 8-8 15,0-16-16-15,0 11-24 0,0 5-19 16,0-9-16-16,0 9-15 0,0 0-14 0,-2-8-7 15,2 8-8-15,0 0-5 0,0 0-9 16,0 0-3-16,0 0-5 0,-4 24-7 0,4-24-3 16,-2 12-5-16,0-4-8 0,2-1-2 15,0-7-4-15,-2 11-5 16,2-11 0-16,0 10-4 0,0-10-2 0,-4 7 1 16,4-7-1-16,0 0-4 0,0 10-2 15,0-10 5-15,0 0-2 0,0 0-2 0,0 8-1 16,0-8 2-16,0 0-3 0,0 0-1 15,0 0-2-15,0 0 4 0,0 0-5 0,0 0-2 16,0 0-2-16,0 0-1 0,0 0 1 16,0 0-3-16,0 0 3 0,0 0-2 15,0 0 5-15,0 0-2 0,0 0-2 0,0 0 0 16,6-24 0-16,-6 24 11 0,2-6 11 16,-2 6 0-16,0 0 8 0,2-11-4 0,-2 11 3 15,0 0-6-15,0-8-7 16,0 8 4-16,0 0-15 0,0 0-3 0,0 0 0 15,0 0 15-15,0 0 5 0,0 39 2 16,0-18-11-16,-2 3 2 0,0 3 0 16,-2 10 1-16,4-6 9 0,0-6 1 0,-2 2-1 15,2-1-1-15,0 0 5 0,0-2-9 16,0-2 1-16,0-2-10 0,0-4-1 0,0-3 1 16,0 1 4-16,-1 1-8 0,1-5 8 15,-2 0-19-15,0 0-22 0,2-3-29 0,0-7-36 16,-4 14-38-16,4-5-37 0,-2-5-48 15,2-4-55-15,0 8-42 0,0-8-59 16,-1 8-73-16,1-8-89 0,0 0-133 0,0 0-24 16,0 0 70-16,0 0-338 0,-9-22-432 15</inkml:trace>
  <inkml:trace contextRef="#ctx0" brushRef="#br0" timeOffset="122011.74">24078 16423 2699 0,'0'0'44'0,"2"-12"26"16,-2 12 35-16,0-9 53 0,0 9 48 0,0 0 37 16,0-7 14-16,0 7 1 0,0 0-11 15,0 0-13-15,0 0 2 0,-19 0 10 16,5 9 4-16,-11 10 7 0,1 5-1 0,-6 8-1 16,-5 4-3-16,6 3-4 0,1 2-2 15,3 1-14-15,6-1-6 0,8-6-12 0,1 1-5 16,6-1 7-16,2-5-6 0,6-4-93 15,2 4-117-15,2-1 0 0,7-1 0 16,-3-7 0-16,0-4 0 0,2-4 0 0,-1-1 0 16,5 0 0-16,-2-3 0 0,-2-1 0 15,-1-3 0-15,5-1 0 0,-7-1 0 16,0 2 0-16,1-3 0 0,-5 0 0 16,3 0 0-16,-3 1 0 0,-7-3-104 0,16 5-446 15,-11-3-98-15,4-1-122 0,0 3-119 16,-9-4 87-16,15 5-704 0,-7-2-952 0</inkml:trace>
  <inkml:trace contextRef="#ctx0" brushRef="#br0" timeOffset="122246.7">24259 16980 4533 0,'2'-7'162'16,"-1"0"30"-16,-1 7 27 0,2-8 49 15,-2 8 23-15,0 0-1 0,4-7 14 0,-4 7-4 16,0 0-14-16,0 0-22 0,19 24-24 15,-13-11-19-15,-1 3-24 0,2 3-16 16,-3 3-18-16,-2 4-83 0,-4-1-80 0,-2-1 0 16,-4 10 0-16,-2 0 0 0,-1-2 0 15,-3-1 0-15,2-2 0 0,-4-3 0 0,-4-2 0 16,-2-6 0-16,5-1-169 0,2-5-259 16,4-4-128-16,1-2-185 0,0-6-153 0,10 0 86 15,0 0-755-15,-7-20-1005 0</inkml:trace>
  <inkml:trace contextRef="#ctx0" brushRef="#br0" timeOffset="122484.79">24876 16366 4796 0,'3'-15'261'16,"-3"3"12"-16,2 3 17 0,-2 1 9 0,0 8 17 15,0-10-17-15,0 10-23 0,0 0 24 16,0 0-4-16,-7 32-22 0,3 2-34 15,-1 4-17-15,-1-1-175 0,1 6-48 16,-4-2 0-16,2 3 0 0,2-5 0 0,-5 2 0 0,5-5 0 16,-4 3 0-16,4-6 0 15,-3 0 0-15,3-8-229 0,-2-3-240 0,4-5-85 16,-3-4-105-16,4-5-168 0,-1-2 14 16,1-4 96-16,2-2-617 0,0 0-791 15</inkml:trace>
  <inkml:trace contextRef="#ctx0" brushRef="#br0" timeOffset="122711.52">24940 16295 3921 0,'7'-18'62'16,"-1"7"59"-16,3 3 55 0,1 4 54 15,-1 2 58-15,-9 2 26 0,23 2 9 16,-4 6 12-16,-3 5-1 0,7 13-5 16,-5 5-17-16,5 10-13 0,-3 5-24 0,-11-8-25 15,-4 3-16-15,-3-2-26 0,-4 2-28 16,-3-1-180-16,-9 7 0 0,-4-1 0 0,-6-5 0 15,-1-3 0-15,-3-1 0 0,-5-4 0 16,-1-6 0-16,-5-2 0 0,-4-7 0 0,3-4-294 16,4-4-290-16,-2-1-171 0,-4-6-164 15,0-1 82-15,-2-2-796 0,1-5-1072 16</inkml:trace>
  <inkml:trace contextRef="#ctx0" brushRef="#br0" timeOffset="123244.36">18180 16934 4856 0,'-31'-5'70'0,"5"0"9"0,4 3 41 0,6-2 75 15,4 3 64-15,2 1 19 0,10 0-6 0,-14-5-21 16,14 5-27-16,0 0-19 16,0 0-23-16,49-5-18 0,1 5-16 0,18 3-19 0,10-1-28 15,7-1-70-15,-1 1-117 0,1 5-132 16,-1-5-138-16,0 3-160 0,-3-5-218 0,-4 0-110 16,-13-2 99-16,-15 2-638 0,-6-3-835 15</inkml:trace>
  <inkml:trace contextRef="#ctx0" brushRef="#br0" timeOffset="123444.56">18948 16817 4002 0,'0'0'-39'0,"0"0"3"0,0 0 25 16,10-3 68-16,-10 3 54 0,18 10 31 0,-9 1 8 16,5 3 2-16,6 13-7 0,-5 2-8 15,-3 2-8-15,-1-1-17 0,-10 5-10 0,-1 0-10 16,-9 2-12-16,-8 8-26 15,-6-1-47-15,-8 1-69 0,-9-3-93 0,-17 11-90 16,-9-3-114-16,-9-6-163 0,-8-3-162 0,-12 1 71 16,-7-4-321-16,-15-2-414 15</inkml:trace>
  <inkml:trace contextRef="#ctx0" brushRef="#br0" timeOffset="124094.73">15820 17030 2897 0,'4'-6'150'0,"-4"6"-13"0,0 0 5 16,0 0 32-16,0 0 35 0,4 28 23 15,-8-9 11-15,0 4 4 0,1 12 9 0,-5 0-4 16,5 0-5-16,-4 0-5 0,2 1-6 16,-1 0-22-16,1-4-20 0,-1-5-16 0,2-3-18 15,2-7-11-15,0 1-17 0,-2-2-13 16,2-4-13-16,0-2-7 0,0-2-3 15,2 1-6-15,0-9-10 0,0 0-6 16,0 0-12-16,0 0-6 0,-1-36-9 16,1-1-10-16,1-4-15 0,3 0-13 0,4 1-4 15,0 2 3-15,-1 4-6 0,1 10-4 16,-5 5 10-16,6 4-16 0,-6 2-4 0,5 5 8 16,-3 0-5-16,5 6 5 0,-10 2-1 15,0 0 2-15,31 12 4 0,-18-4-8 16,0 3 5-16,2 1 1 0,-2 1-2 0,3-1 4 15,-3 0-1-15,-1-2-2 16,-1-1 0-16,0-1 5 0,1-1-2 0,-3-2 5 0,1-1 4 16,0-2-5-16,-10-2 5 0,20-4-13 15,-8 1-2-15,1-6-2 0,1 1 0 16,-3 1 6-16,0-3 0 0,-3 2 2 16,4 2-7-16,-5 1-5 0,-1 0 3 15,2 0-3-15,-8 5 0 0,9-4 7 0,-9 4-1 16,0 0 3-16,21 7 5 0,-11 0-7 15,-5 0 0-15,3 3 6 0,2 0-11 0,-3 2 0 16,0 0-51-16,4 2-63 0,-2-1-73 16,-4 1-85-16,7 1-85 0,-4-3-94 15,-1 0-117-15,2-3-136 0,3-1-35 0,1-2 79 16,1-4-450-16,6-4-587 16</inkml:trace>
  <inkml:trace contextRef="#ctx0" brushRef="#br0" timeOffset="124427.49">16600 16982 3014 0,'-2'-23'-12'0,"0"7"18"0,-1 0 20 0,-2 4 35 0,1 2 41 16,3 0 31-16,-7 2 2 0,4 4 0 0,4 4-10 15,-11-7-1-15,11 7 2 0,0 0-3 16,-25 13-2-16,13-3-2 0,1 4-8 16,2 2-12-16,3-2-11 0,2 1-9 0,2-1-8 15,2 1-4-15,6 0-11 0,2 2-2 16,3 0-3-16,8 4-7 0,-2-7 0 15,6 3-1-15,2 1 10 0,-4-6 25 16,-6-1 30-16,5 0 34 0,-8-2 20 0,2 0 17 16,3 2 12-16,-8-1 7 0,1-1 10 15,-2-2 5-15,-3 5 2 0,-1-2-1 16,0 2-6-16,-3 0-20 0,-2 2-16 0,-3 1-19 16,0 2-13-16,1-2-19 15,-7 4-18-15,0-2-103 0,3-1 0 0,-6-1 0 0,5-5 0 16,-4 0-81-16,1-5-187 0,-1-5-122 15,3 0-96-15,9 0-100 0,-21-25-138 16,13 4-108-16,7-14 77 0,4-3-629 16,13-10-837-16</inkml:trace>
  <inkml:trace contextRef="#ctx0" brushRef="#br0" timeOffset="124612.39">17109 16750 3871 0,'9'-6'54'0,"-3"0"41"15,-1 4 37-15,-5 2 70 0,0 0 66 16,13 13 41-16,-12-5-8 0,3 6-11 15,2 3-24-15,-1 6-25 0,2 7-23 0,6 5-24 16,-6-1-16-16,2 0-20 0,3 2-20 16,-1-3-54-16,-2 2-67 0,2-4-51 0,-4 2-94 15,2-2-88-15,-2-5-88 16,-4-4-78-16,1-5-92 0,0 2-116 0,-4-5-158 16,0 0 59-16,0-6-485 0,-2 1-639 15</inkml:trace>
  <inkml:trace contextRef="#ctx0" brushRef="#br0" timeOffset="124794.7">16995 16779 3544 0,'-16'-20'107'0,"7"5"31"15,-1 2 35-15,5 3 49 0,-2 0 35 16,2 3 5-16,1-2-20 0,4 2-29 0,0 7-11 16,9-13-37-16,3 4-14 0,7 1-32 15,2 1-62-15,6 2-70 0,0 0-99 16,0 3-108-16,-1 2-129 0,5 2-157 15,5 3-219-15,-4 2 58 0,-1 5 79 16,-5 0-321-16,3 5-390 0</inkml:trace>
  <inkml:trace contextRef="#ctx0" brushRef="#br0" timeOffset="125545.54">25713 16578 3121 0,'-11'0'370'0,"11"0"-4"0,-20-2-6 0,20 2-8 0,-9-2 0 15,9 2-4-15,0 0-19 16,0 0-20-16,0 0-27 0,22-16-31 0,-4 12-28 16,5-1-23-16,4 2-25 0,-2 0-51 15,1 0-67-15,0 0-96 0,-1-1-99 0,-3 2-101 16,-4 0-100-16,1 2-107 0,1-2-117 15,-5 2-152-15,0 2-28 0,-4 2 75 16,-1 0-464-16,-4 2-601 0</inkml:trace>
  <inkml:trace contextRef="#ctx0" brushRef="#br0" timeOffset="125710.91">25795 16777 3377 0,'-19'5'99'0,"4"1"22"0,3 0 50 0,3-2 61 15,0 0 45-15,2 0 38 0,7-4 2 16,-9 2-5-16,9-2-23 0,0 0-22 15,0 0-23-15,0 0-27 0,0 0-23 0,0 0-34 16,38 0-66-16,-21-2-88 0,6-4-114 16,-1 0-126-16,15-6-125 0,-1-3-162 0,12 0-204 15,-4-4-22-15,1-5 80 0,3 0-466 16,-3-2-601-16</inkml:trace>
  <inkml:trace contextRef="#ctx0" brushRef="#br0" timeOffset="126060.52">26701 16298 3373 0,'-11'-5'73'16,"4"1"12"-16,7 4 16 0,-9-6 16 15,9 6 5-15,-9-4-12 0,9 4-9 16,0 0-8-16,0 0-9 0,0 0-10 0,0 0-7 16,0 0-6-16,25 24-8 0,-16-15-6 15,-6 3-4-15,5 3 13 0,-5-1 11 0,5 3 15 16,-4 1 18-16,0 0 18 0,2 2 10 15,-3-1 9-15,-1-2 1 0,2 3 8 16,1 2-5-16,-1-2 6 0,3 2-7 0,-4-2 0 16,5 1-3-16,-3 2-13 15,3-1 21-15,-2-1 7 0,0-2 6 0,-3-1 2 16,-3-2 12-16,2-1 15 0,-4-3 4 16,1 5 6-16,-5-2-11 0,-2 2-16 0,-5 1-102 15,-9 6-68-15,2-3 0 0,-5 0 0 16,-2-6 0-16,8-1 0 0,1-8 0 0,-2 0 0 15,3-3 0-15,-2-1-369 0,2-6-331 16,0-3-270-16,3 1 87 0,5-5 94 16,1 1-735-16,2-4-968 0</inkml:trace>
  <inkml:trace contextRef="#ctx0" brushRef="#br0" timeOffset="127843.49">27026 12293 4491 0,'-4'-6'3'0,"2"1"-6"0,2 5 3 15,0 0 43-15,-11 15 45 0,4-1 35 16,-7 12 23-16,1 5 12 0,-3 3 11 0,1 2 2 16,3 1 0-16,1-2 6 0,2 2 1 15,1-5-9-15,0-2-1 0,5-5-2 16,1-5-16-16,-2-3-10 0,2-3-12 16,0-2-9-16,2-2 2 0,-1-1 5 0,1-1 15 15,0-3 14-15,0-5-7 0,0 0-17 16,0 0-13-16,0 0-6 0,14-18-19 0,-4-1-8 15,3-14-79-15,6-11-6 0,0-3 0 16,1 0 0-16,0 2 0 0,-2 12 0 0,-5 4 0 16,0 3 0-16,-3 7 0 0,-3 4 0 15,0 5 0-15,-2 0 0 0,-1 2 0 16,1 4 0-16,-5 4 0 0,0 0 0 16,20 12 0-16,-15-2 0 0,4 3 0 15,2 3 0-15,-4 3 0 0,4 6 0 0,-2-1 0 16,2-3 0-16,-4 0 0 0,-2-3 0 15,6-1 0-15,-4-2 0 0,0-3 0 0,1-3 0 16,0-1 0-16,1-6 0 0,2-2 0 16,11-8 0-16,8-5 0 0,1-7 0 0,3-5 0 15,-6 4 0-15,-1 2 0 0,-4 2 0 16,-4 4 0-16,-5 2 0 0,-3 3 0 0,-2 1 0 16,-1 2 0-16,0 1 0 0,-3 3 0 15,-5 1 0-15,0 0 0 0,18 5 0 16,-13 0 0-16,-1 2 0 0,0 0 0 15,-1 3 0-15,1-2 0 0,0 4 0 0,-1-5-8 16,0 2-165-16,1 0-34 0,0-1-46 16,-1-1-41-16,1-1-34 0,3 0-49 0,2-4-41 15,4-2-37-15,2-4-27 0,9-3 23 16,9-5 37-16,2-5 43 0,3-5 46 16,-4-5 63-16,-2-4 72 0,-1-2 55 0,-8 8 59 15,-7-1 53-15,2 0 46 0,-3 3 46 16,-5 3 39-16,-4 5 34 0,-1 4 15 0,-1 2 0 15,-1 3-10-15,-3 1-3 16,0 5 7-16,0 0 10 0,0 0 4 0,-25 1-2 16,11 6-1-16,-4 2-3 0,3 3-11 15,1 1-17-15,2 3-7 0,1 1-10 0,0 0-14 16,0 3-6-16,9-3-8 0,2 1-9 16,6 2-3-16,0 1-5 0,7 8-3 0,6-1-6 15,2-3-4-15,2 3-5 0,0-2-4 16,-1-2-4-16,2 0-3 0,-9-1-3 0,2-6-2 15,-7 1 6-15,-3-1 14 0,1-1 29 16,-6-1 1-16,-2 1 18 0,-2-3 3 16,-4 1 8-16,3 0-12 0,-8-1 10 0,4-1-26 15,-2 1-3-15,-5-4-6 16,7-1-11-16,-3-2-4 0,3 1-3 0,-1-2-36 16,8-5-28-16,-13 0-49 0,13 0-42 0,-10-10-55 15,10-2-43-15,0-3-53 0,10-16-36 16,4-3-5-16,11-11 2 0,4 2 18 15,2-2 22-15,3 1 27 0,-2 1 26 0,0 2 39 16,-1 0 54-16,-2 3 51 0,-8 11 59 16,-2 0 59-16,0 4 44 0,-5 4 38 0,-3 7 31 15,-4 0 14-15,1 6-6 0,-2-1-19 16,-1 1-17-16,-5 6 44 0,0 0 26 16,0 0-3-16,20 14 0 0,-15-1 0 0,-1 4-10 15,-2 7-12-15,2 11-19 0,-4 2-16 16,1 0-16-16,1 0-12 0,0-1-16 15,-2-5-7-15,2-4-13 0,-4-4-22 16,4 0-39-16,-4-3-53 0,0-1-63 0,2-5-62 16,0 1-62-16,-2-3-58 0,2-1-67 15,0-3-98-15,-1-5-115 0,1-3-142 0,0 0-64 16,0 0 77-16,0 0-545 0,0 0-684 16</inkml:trace>
  <inkml:trace contextRef="#ctx0" brushRef="#br0" timeOffset="128010.25">28200 12305 3485 0,'-11'-18'65'0,"1"3"60"0,2 3 48 0,3 2 46 16,1 1 33-16,0-2 5 0,4 2-8 16,2-2-40-16,6-5-20 0,3 1-18 15,8-6-18-15,6 4-20 0,4-1-18 16,3 4-12-16,0 3-47 0,3 3-65 0,-5 4-85 0,-1 8-112 16,5 3-134-16,-9 8-140 15,-9 1-240-15,2 7 59 0,-7 5 71 0,-7 5-381 16,-4 6-448-16</inkml:trace>
  <inkml:trace contextRef="#ctx0" brushRef="#br0" timeOffset="128960.83">27176 13776 2874 0,'11'-21'52'16,"-8"0"41"-16,1 3 36 0,0 3 38 16,-3 1 49-16,3-2 39 0,0 3 24 0,-2 5 12 0,-1-2-9 15,-1 1-27-15,0 9-18 16,2-6-18-16,-2 6 52 0,0 0 19 0,0 0-10 15,-7 45-16-15,1-11-19 0,-3 8-26 16,-1 10-11-16,-1 4-14 0,0-1-20 0,-1-2-16 16,4-1-11-16,-1-13-20 0,1 1-10 15,0-1-13-15,1-3-60 0,0-4-44 16,0-7 0-16,2-4 0 0,1-5 0 0,0 0 0 16,2-5 0-16,-1 0-17 0,1-4-175 15,0-1-59-15,2-6-56 0,0 0-64 0,0 0-36 16,7-24-31-16,3 3-21 15,4-16-15-15,-2-11 4 0,2-6 30 0,1-3 57 16,-1-3 78-16,-3 0 73 0,0 4 76 16,1 6 69-16,-4 13 71 0,-3 4 69 0,1 8 69 15,-5 4 48-15,-1 7 25 0,2 2 12 16,3 1-6-16,-3 5 2 0,3 0 20 0,-5 6 24 16,11-2 5-16,-11 2-3 0,22 14-18 15,-8-3-18-15,10 11-24 0,1 2-21 16,5 5-12-16,-1 1-20 0,1 3-7 0,-5-4-15 15,2 4-12-15,2 0-34 0,-7-6-33 16,3-4-79-16,-2 2-82 0,-2-4-73 16,-4-4-89-16,2 4-79 0,-6-8-76 15,-6-3-88-15,3-1-141 0,-4-3 2 0,-4 2 61 16,-2-5-377-16,0-3-464 0</inkml:trace>
  <inkml:trace contextRef="#ctx0" brushRef="#br0" timeOffset="129145.09">27430 14076 2743 0,'-25'-2'40'16,"6"-3"43"-16,2 1 50 0,2 3 46 0,2-1 57 0,1-1 37 0,12 3 16 16,-19 0-6-16,19 0-19 0,-14-2-22 0,14 2-30 15,-11-2-19-15,11 2-16 16,0 0-19-16,0 0-20 0,0 0-53 0,0 0-76 0,0 0-93 16,59-2-118-16,-34 0-134 15,-4 2-152-15,5-4-218 0,-1 3 61 0,4 1 66 16,-2-1-338-16,0 2-399 0</inkml:trace>
  <inkml:trace contextRef="#ctx0" brushRef="#br0" timeOffset="129593.88">27951 13987 2934 0,'-4'-4'222'0,"4"4"-3"0,0-11 2 15,0 11 28-15,9-12 39 0,4 6 32 0,1-2 13 16,2-3-28-16,4 2-28 0,-1 4-29 15,2-4-25-15,2 4-21 0,-2-2-24 0,-1 3-39 16,0 0-74-16,-1 0-79 0,-2 1-85 16,-2 0-92-16,4-1-105 0,-5 2-116 0,0-1-134 15,4 1-194-15,-7-1 72 0,3 1-508 16,-1-1-641-16</inkml:trace>
  <inkml:trace contextRef="#ctx0" brushRef="#br0" timeOffset="129893.44">28522 13666 3697 0,'0'-12'246'0,"6"1"7"0,-4 4 18 15,-2 2 21-15,0 5-4 0,0 0-11 16,3-6 8-16,-3 6 3 0,0 0-8 0,11 21-20 16,-4-7-25-16,-3 7-21 0,3 12-18 15,-3 0-23-15,-1 4-17 0,-3-6-16 0,0 8-19 16,-1-1-47-16,-1-1-67 0,-2-8-82 16,0-6-81-16,3 1-75 0,-3-1-89 15,-5-4-99-15,8-2-96 0,-5-2-119 0,1-5-151 16,3-3 76-16,0-2-621 0,2-5-785 15</inkml:trace>
  <inkml:trace contextRef="#ctx0" brushRef="#br0" timeOffset="130276.78">28659 13556 3890 0,'4'-17'19'16,"-4"1"43"-16,3 4 28 0,1 2 33 15,1 2 28-15,0 1 15 0,1 0-9 0,1 4-4 16,-7 3-7-16,20-2-6 0,-20 2-1 15,23 8-3-15,-12 3-5 0,2 4-3 16,-3 4-8-16,-3 1 4 0,-3 2 0 0,-2 5 6 16,-2-2 10-16,-8 9 7 0,1-2-1 15,-9 3-5-15,3 0-11 0,0-6-11 16,0-2-25-16,2-4-12 0,4-7-1 16,2-2-8-16,3-2 12 0,0-2 4 0,4 2 4 15,1-3-3-15,3 3-6 0,2 0-2 16,2 1 6-16,-1-1 6 0,-2 1 3 0,3-1 6 15,0-2-99-15,-1 2-4 0,-1 1 0 16,-2-1 0-16,-3 1 0 0,1-3 0 0,-2 2 0 16,-2 2 0-16,-4-2 0 0,0 0 0 15,-3 2 0-15,-1-1 0 0,-3 1 0 16,-4 0 0-16,-3-2 0 0,1 0 0 0,-2-2 0 16,0 0 0-16,-2-3 0 0,0 0 0 15,-2-4 0-15,4 1-594 0,-5 2-196 16,-11 0-142-16,1 4 95 0,-2 5-876 15,-12 8-1148-15</inkml:trace>
  <inkml:trace contextRef="#ctx0" brushRef="#br0" timeOffset="130928.32">27241 14820 4244 0,'0'0'-192'0,"5"-8"64"0,-5 8 41 0,3-8 40 16,-3 8 53-16,0-9 47 0,0 9 41 0,4-9 34 15,-4 9 12-15,2-7-2 16,-2 7-9-16,0 0-15 0,0 0 3 0,0 0 23 16,0 0 19-16,5 27 9 0,-3-4 20 15,2 16-1-15,-2-2 9 0,1 3 1 16,2 1 1-16,-1-2-10 0,-1 1-14 0,-1-5-11 16,4 2-15-16,-2-10-14 0,-3-4-13 15,-1-3-14-15,4-4-8 0,-4-3-11 0,2 1-7 16,0-5-27-16,-2 2-51 0,0-2-73 15,0-2-83-15,0-7-93 0,-4 8-121 0,4-8-137 16,0 0-140-16,-11 0-154 16,11 0 74-16,-9-11-635 0,2 2-814 0</inkml:trace>
  <inkml:trace contextRef="#ctx0" brushRef="#br0" timeOffset="131193.58">27230 14839 4006 0,'2'-13'42'0,"-2"5"12"16,0 8 10-16,2-6 37 0,-2 6 52 0,0 0 52 16,17 0 14-16,-17 0 8 0,29 20 8 15,-7-3 5-15,13 12-9 0,-3 2-14 16,1 1-19-16,-1-1-18 0,-1 2-21 0,-1-1-11 16,-1 1-18-16,-9-8-13 15,-1 4-12-15,1-4-10 0,-5-2-19 0,0 2-28 16,-4-6-39-16,-1-5-54 0,-2-1-51 15,-3-1-62-15,1-2-74 0,-2 1-95 0,-2-4-102 16,-1-2-121-16,-1-5-170 0,0 6 4 16,0-6 67-16,0 0-486 0,0 0-603 0</inkml:trace>
  <inkml:trace contextRef="#ctx0" brushRef="#br0" timeOffset="131378.28">27443 15207 3090 0,'-13'-3'215'0,"5"-1"43"0,8 4 28 15,-15-7 35-15,10 6 65 0,5 1 30 16,0 0 5-16,-12-5-19 0,12 5-37 16,0 0-41-16,0 0-29 0,0 0-32 15,25-17-34-15,-10 13-38 0,6 2-69 0,4-4-97 16,0 3-124-16,11-1-114 0,-6 0-149 16,10-2-164-16,-3 2-217 0,4 0-81 15,3 3 88-15,2 1-661 0,-3 1-848 0</inkml:trace>
  <inkml:trace contextRef="#ctx0" brushRef="#br0" timeOffset="131559.58">28108 15153 4285 0,'-5'-8'195'0,"-1"1"27"0,6 7 60 16,-6-6 43-16,6 6 3 0,-6-7-31 0,6 7-32 15,8-10-29-15,0 4-32 0,5-1-75 16,6 0-108-16,2 1-110 0,14 0-75 0,6 0-58 15,15-2-55-15,10 4-77 0,3-2-89 16,2 5-109-16,-3-3-157 0,-3-2 57 0,-4-2-480 16,-18-2-599-16</inkml:trace>
  <inkml:trace contextRef="#ctx0" brushRef="#br0" timeOffset="131762.76">28928 14901 3347 0,'-6'-14'70'0,"-6"3"50"0,3 3 46 0,-2 1 65 15,-1 4 40-15,-1-1 38 0,-3 3 26 16,2 2 5-16,-6 3 8 0,2 6 2 15,-5 5 5-15,1 6-5 0,6 3-5 0,2-4-10 16,7 1-8-16,3 1-18 0,-2-1-34 16,8-3-267-16,0 2-8 0,2 0 0 0,-1-3 0 15,3-2 0-15,-1 1 0 0,4-2 0 16,-6-2 0-16,7-1 0 0,-5-2 0 0,4-3 0 16,0 2 0-16,-4-3-194 0,5 0-352 15,-5-1-131-15,3-3-139 0,-2 3-32 16,0-1 73-16,-6-3-699 0,7 12-923 15</inkml:trace>
  <inkml:trace contextRef="#ctx0" brushRef="#br0" timeOffset="132810.76">27472 15804 4196 0,'5'-12'88'0,"-1"3"41"0,-2 2 20 15,3 1 35-15,-5 6 41 0,3-9 45 0,-3 9 19 16,0 0-5-16,0 0 9 16,0 0 4-16,0 0-5 0,0 27-17 0,-1-6-18 15,-6 13-27-15,1 2-18 0,3 2-20 16,-1 1-23-16,0 0-16 0,-3-2-146 0,1-3-7 16,0-1 0-16,0-6 0 0,3-6 0 15,-1-3 0-15,0-6 0 0,0 1 0 0,2-3 0 16,0-2 0-16,0-3 0 0,2-5 0 15,0 0 0-15,0 0 0 0,0 0 0 0,0 0-139 16,9-34-71-16,-8 12-16 0,1-5-9 16,6-13-5-16,-7-3 14 0,9-9 28 15,0 3 17-15,-1 9 24 0,-3 8 25 0,1 1 22 16,1 9 26-16,-4 5 24 0,2 5 30 16,-1 2 34-16,2 3 26 0,2 2 33 15,0 5 14-15,-9 0 22 0,23 10 8 16,-10-2 13-16,3 5 11 0,-1-1-14 0,4 11-3 15,-1-4-11-15,2 3-12 0,-3-1-6 16,2 1-11-16,-3-5-5 0,-3-4-10 0,-4 0-8 16,-1-5-3-16,-1 4-7 0,-1-6-2 15,0 3-3-15,-5-4 4 0,1 2-7 0,-2-1-1 16,-3 2-2-16,-1-2 2 0,-4 1-2 16,-1-3-6-16,-1 2-1 0,-1 0 0 0,-2-3-6 15,1 0-18-15,3-1-49 16,-5 0-52-16,5-2-48 0,9 0-52 0,-22-7-56 15,11 2-66-15,4-5-84 0,-3-1-83 16,2 1-103-16,1-2-162 0,2-1 50 0,1 4-574 16,0-2-739-16</inkml:trace>
  <inkml:trace contextRef="#ctx0" brushRef="#br0" timeOffset="132992.69">27877 15891 3888 0,'0'0'212'0,"16"-1"23"0,-16 1 29 0,0 0 34 15,11-4 7-15,-11 4 2 0,10-2-17 16,-10 2-27-16,21-3-24 0,-5 1-28 0,2 0-22 16,5-1-64-16,4 1-79 15,11-4-85-15,8 5-72 0,3-3-91 0,12 0-100 16,3 2-125-16,-14 2-161 0,4 0-178 16,-6 0 62-16,-6 2-566 0,-10-2-729 0</inkml:trace>
  <inkml:trace contextRef="#ctx0" brushRef="#br0" timeOffset="133192.8">28659 15831 3929 0,'0'0'244'16,"-5"-10"42"-16,1 2 45 0,4 8 22 0,-6-4 18 15,6 4-14-15,0 0-36 16,-6-7-32-16,6 7-23 0,0 0-26 0,0 0-23 0,0 22-22 16,2-10-25-16,0-1-41 15,0 7-48-15,-2-2-64 0,2 3-84 0,0-6-88 16,-4 7-73-16,4-1-67 0,-4-2-58 15,4-3-65-15,-2-2-58 0,0-1-73 16,-2-2-84-16,0-4-90 0,2-5 67 0,-2 5-447 16,2-5-573-16</inkml:trace>
  <inkml:trace contextRef="#ctx0" brushRef="#br0" timeOffset="133412.44">28665 15886 2965 0,'1'-20'53'0,"3"2"74"0,-1 6 61 0,-1 0 49 15,2 4 42-15,-3-1 35 0,3 3 26 0,2-1 5 16,-6 7 11-16,12-7-2 0,-12 7-13 15,18 1-15-15,-18-1-12 0,21 14-14 16,-10-4-14-16,3 6-23 0,-5 3-23 16,4 6-18-16,-6 1-24 0,-2 1-55 0,-5-2-143 15,0-2 0-15,-5 10 0 0,-2-1 0 16,-6 0 0-16,1-3 0 0,-6-4 0 0,-3 3 0 16,-4-6 0-16,-1-2 0 0,-7-3 0 15,-2-5 0-15,-1 0 0 0,-1-7-338 0,8-3-217 16,0-3-135-16,8-5-232 15,-8-9 91-15,5-1 90 0,5-9-658 0,3-1-852 16</inkml:trace>
  <inkml:trace contextRef="#ctx0" brushRef="#br0" timeOffset="134142.76">29272 13691 3664 0,'7'-14'-99'0,"-3"3"40"0,-1 3 34 15,-1 0 16-15,2 4 14 0,-4 4 48 0,0 0 52 16,0 0 46-16,19 22 31 0,-8 11 26 16,7 19 11-16,-1 12 7 0,0 21 6 15,3 10-7-15,5 4-8 0,2 9-12 16,-2 4 6-16,0 2 18 0,2 6 12 0,-3 4 10 16,-1 2 4-16,0-5 2 0,-8-1 4 15,-3 1 1-15,-5-6-7 0,-3-9 2 0,-6-5-45 16,-5-20-212-16,-2-9 0 0,-4-1 0 15,-1-4 0-15,-4-4 0 0,2-5 0 16,0-8 0-16,-2-5 0 0,5-11 0 0,4-5 0 16,-1-7 0-16,4-6 0 0,1-1 0 15,-3-3 0-15,5-1 0 0,-2-1 0 16,0-2 0-16,1-1 0 0,-2 0 0 0,3-2 0 16,-3 1 0-16,6-6 0 0,-10 1-254 0,10-1-473 15,0 0-181-15,-7-15 9 16,8 6 101-16,1-3-768 0,6-10-1009 0</inkml:trace>
  <inkml:trace contextRef="#ctx0" brushRef="#br0" timeOffset="134392.07">30300 14933 4901 0,'-13'-7'293'0,"5"2"0"0,2 2-7 16,0-2 8-16,6 5-3 0,0 0-5 15,0 0-22-15,18-16-28 0,-3 10-26 16,2 2-20-16,6-1-57 0,0 1-83 0,2-2-118 16,9 0-116-16,-6 1-117 0,-1 2-122 15,0-1-148-15,0 1-191 0,-7 1-34 0,-2 2 87 16,-5 2-622-16,0 1-787 15</inkml:trace>
  <inkml:trace contextRef="#ctx0" brushRef="#br0" timeOffset="134575.65">30327 15158 3965 0,'-15'8'196'16,"3"-4"35"-16,3 1 35 0,1-4 57 0,8-1 24 15,-16 2 33-15,16-2 3 0,0 0-18 16,-9 4-27-16,9-4-30 0,0 0-27 0,0 0-32 15,0 0-60-15,0 0-89 0,47-6-118 16,-14-6-150-16,-1 2-137 0,1-3-140 0,11-4-154 16,-1-5-203-16,2-5-9 0,2 2 89 15,1-5-656-15,3-2-831 0</inkml:trace>
  <inkml:trace contextRef="#ctx0" brushRef="#br0" timeOffset="134962.81">31188 14593 3900 0,'1'-10'98'0,"2"2"48"15,-1 1 54-15,-2 7 50 0,4-10 59 0,-4 10 23 16,2-8 3-16,-2 8-3 0,0 0-24 16,2-7-21-16,-2 7-17 0,0 0-23 15,12-2-18-15,-12 2-22 0,0 0-18 0,22 8-14 16,-15 1-7-16,0 1-11 16,0 5-105-16,-5 2-52 0,0 1 0 0,-4 7 0 0,-7 8 0 15,2-1 0-15,-4-1 0 0,-3 5 0 16,-1-3 0-16,-6 8 0 0,5-10 0 15,-8 8 0-15,9-10 0 0,-2 0 0 16,1-1 0-16,5-1 0 0,2 0 0 0,1 0 0 16,2 5 0-16,2 3 0 0,3 4 0 15,2 5 0-15,1 3 0 0,4 7 0 0,0 4 0 16,0-4 0-16,-1 1 0 0,1-11 0 16,-2-2 0-16,-3-5 0 0,-2-1 0 0,-3 1 0 15,2-8 0-15,-2-5 0 0,-3-1 0 16,1-2 0-16,-2 0 0 0,-1-3 0 15,2-7 0-15,-4 3 0 0,-2-5 0 16,0-2 0-16,-2 0 0 0,-1-5 0 0,-1-2 0 16,-2-3 0-16,-3-3 0 0,2-5 0 0,-4-7 0 15,4-6 0-15,5-3-887 16,6-4-102-16,4-5-1159 0,8-8-1555 0</inkml:trace>
  <inkml:trace contextRef="#ctx0" brushRef="#br0" timeOffset="135342.83">31239 14364 6191 0,'-32'0'-79'0,"-6"7"38"0,-14 15 58 0,3 10 89 16,-20 18 67-16,1 10 62 16,1 6 35-16,3 9 14 0,5 6-2 0,3 5-12 15,12 7-22-15,6 5-19 0,11 1-223 16,9 2-6-16,7 1 0 0,10-23 0 0,2-2 0 15,15-4 0-15,-3-2 0 0,6-7 0 16,6-1 0-16,4-8 0 0,5-8 0 0,6-9 0 16,1-4 0-16,9-9 0 0,2-10 0 15,2-5 0-15,-5-8 0 0,12-12 0 0,0-11 0 16,-2-8 0-16,7-19 0 0,-1-14 0 16,-1-13 0-16,-3-13 0 0,0-11 0 15,-5-9 0-15,-1-7 0 0,-7-1 0 16,-4-2 0-16,-12 2 0 0,-9 10 0 15,-17 25 0-15,-10 9 0 0,-12 6 0 0,-13 12-93 16,-14 7-43-16,-23-3-23 0,-16 13-32 16,-15 17-48-16,-10 6-62 0,-13 13-77 0,-3 9-109 15,-6 9-162-15,-2 12-160 0,2 10 77 16,3 8-634-16,4 10-821 0</inkml:trace>
  <inkml:trace contextRef="#ctx0" brushRef="#br0" timeOffset="136128.33">26054 16010 3939 0,'-34'28'-45'0,"-6"12"10"15,-10 22 18-15,1 11 32 16,3 9 43-16,8 1 49 0,6 4 31 0,14-21 13 0,11 2-6 16,10-1-18-16,15-2-9 0,11-6-14 15,16 5-20-15,14-10-32 0,8-8-45 16,-7-16-9-16,28-3 4 0,-9-12 0 16,2-5 9-16,30-4 0 0,5-10 0 0,1-3 1 15,-7-9-3-15,-10-13-8 0,-14-3-25 16,-11-5-9-16,-23-1-2 0,2-16 4 15,-6-9 6-15,-12-7-3 0,-5-10 4 0,-8-7 3 16,-8-2 1-16,-9 12-6 16,-8-5-22-16,-8-16 4 0,-3-1-24 0,-10 5-22 0,-9 4-14 15,-6 7-2-15,-14 14-18 16,-11 14-20-16,-9 14-13 0,1 22-14 0,-8 13-12 16,-30 10-11-16,-6 15-44 0,2 14-78 0,-6 10-170 15,3 10 0-15,1 12-119 0,-21 26-105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7T05:02:55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869 46 3676 0 0,'5'-7'5573'0'0,"-1"-23"17907"0"0,-19 22-23442 0 0,-12 8-38 0 0,1 0 0 0 0,15 0 0 0 0,0 0 0 0 0,0 1 0 0 0,0 0 0 0 0,0 1 0 0 0,0 0 0 0 0,0 1 0 0 0,-14 5 0 0 0,14-4 0 0 0,-64 23 0 0 0,-70 37 0 0 0,129-56 0 0 0,-16 7 0 0 0,22-10 0 0 0,1-1 0 0 0,0 2 0 0 0,0-1 0 0 0,-11 10 0 0 0,-2 1 0 0 0,9-6 0 0 0,1-3 0 0 0,-2 0 0 0 0,-3-1 0 0 0,-21 27 0 0 0,17-17 0 0 0,1 0 0 0 0,1 2 0 0 0,0 0 0 0 0,1 1 0 0 0,1 1 0 0 0,2 1 0 0 0,-1 0 0 0 0,2 1 0 0 0,1 0 0 0 0,1 1 0 0 0,1 1 0 0 0,1 0 0 0 0,1 0 0 0 0,1 1 0 0 0,-6 30 0 0 0,9-23 0 0 0,0 0 0 0 0,3 0 0 0 0,0 0 0 0 0,2 1 0 0 0,2-1 0 0 0,10 62 0 0 0,-8-74 0 0 0,2 1 0 0 0,0-1 0 0 0,2 0 0 0 0,0 0 0 0 0,1-1 0 0 0,0 0 0 0 0,2 0 0 0 0,0-1 0 0 0,2-1 0 0 0,0 0 0 0 0,23 24 0 0 0,-22-27 0 0 0,0-1 0 0 0,1 0 0 0 0,1-1 0 0 0,0 0 0 0 0,0-2 0 0 0,1 1 0 0 0,0-2 0 0 0,1-1 0 0 0,0 0 0 0 0,1-1 0 0 0,-1-1 0 0 0,1 0 0 0 0,0-2 0 0 0,1 0 0 0 0,-1-1 0 0 0,1-1 0 0 0,-1-1 0 0 0,1-1 0 0 0,0-1 0 0 0,-1 0 0 0 0,1-1 0 0 0,23-7 0 0 0,17-5 0 0 0,0-2 0 0 0,-2-3 0 0 0,0-3 0 0 0,77-41 0 0 0,-117 51 0 0 0,-1-2 0 0 0,0-1 0 0 0,0 0 0 0 0,-2-1 0 0 0,0 0 0 0 0,-1-1 0 0 0,23-37 0 0 0,-24 32 0 0 0,-1-1 0 0 0,-1 0 0 0 0,-1-1 0 0 0,-1 0 0 0 0,-2-1 0 0 0,0 0 0 0 0,-1 0 0 0 0,2-28 0 0 0,-6 29 0 0 0,-1 1 0 0 0,-1 0 0 0 0,-1 0 0 0 0,-1 0 0 0 0,-1 0 0 0 0,-1 0 0 0 0,-1 0 0 0 0,-1 1 0 0 0,-1 0 0 0 0,-1 0 0 0 0,-1 0 0 0 0,0 1 0 0 0,-2 1 0 0 0,-1-1 0 0 0,0 2 0 0 0,-1 0 0 0 0,-27-29 0 0 0,17 23 0 0 0,-68-71 0 0 0,79 84 0 0 0,-2 1 0 0 0,1 0 0 0 0,-1 1 0 0 0,-1 1 0 0 0,-20-11 0 0 0,16 10 0 0 0,18 9 0 0 0,-1 0 0 0 0,0 0 0 0 0,1 1 0 0 0,-1-1 0 0 0,0 1 0 0 0,0-1 0 0 0,0 1 0 0 0,1 0 0 0 0,-1 0 0 0 0,0 0 0 0 0,0 0 0 0 0,0 0 0 0 0,0 0 0 0 0,0 0 0 0 0,1 0 0 0 0,-1 1 0 0 0,-3 0 0 0 0,5-1 0 0 0,-38 2 0 0 0,25 0 0 0 0,-15 5 0 0 0,-100 16 0 0 0,97-14 0 0 0,1 2 0 0 0,0 1 0 0 0,1 1 0 0 0,1 1 0 0 0,-37 25 0 0 0,8-6 0 0 0,24-15 0 0 0,5-4 0 0 0,-37 27 0 0 0,57-35 0 0 0,-1 1 0 0 0,1 1 0 0 0,0-1 0 0 0,1 1 0 0 0,0 1 0 0 0,0-1 0 0 0,-10 19 0 0 0,1-1 0 0 0,1 1 0 0 0,2 1 0 0 0,0 0 0 0 0,2 1 0 0 0,2 0 0 0 0,0 1 0 0 0,2 0 0 0 0,-5 39 0 0 0,9-35 0 0 0,2 1 0 0 0,5 64 0 0 0,2-60 0 0 0,2 0 0 0 0,2-1 0 0 0,2 0 0 0 0,1 0 0 0 0,2-1 0 0 0,1-1 0 0 0,2-1 0 0 0,2 0 0 0 0,1-1 0 0 0,1-2 0 0 0,30 34 0 0 0,-41-54 0 0 0,-1-1 0 0 0,2 0 0 0 0,0-1 0 0 0,0-1 0 0 0,1 1 0 0 0,0-2 0 0 0,0 0 0 0 0,1-1 0 0 0,0 0 0 0 0,0-1 0 0 0,1 0 0 0 0,0-1 0 0 0,23 4 0 0 0,-14-5 0 0 0,0-2 0 0 0,0-1 0 0 0,0 0 0 0 0,0-2 0 0 0,1-1 0 0 0,-1-1 0 0 0,44-11 0 0 0,2-3 0 0 0,81-33 0 0 0,-124 39 0 0 0,-1-1 0 0 0,0-1 0 0 0,-1-1 0 0 0,-1-1 0 0 0,45-37 0 0 0,-54 37 0 0 0,0-1 0 0 0,-1-1 0 0 0,0 0 0 0 0,-1-1 0 0 0,-1 0 0 0 0,-1-1 0 0 0,-1-1 0 0 0,-1 1 0 0 0,0-2 0 0 0,-1 1 0 0 0,-2-1 0 0 0,0 0 0 0 0,-1-1 0 0 0,-1 1 0 0 0,-1-1 0 0 0,1-43 0 0 0,-5 27 0 0 0,-1 0 0 0 0,-2 0 0 0 0,-1 0 0 0 0,-3 1 0 0 0,0 0 0 0 0,-3 0 0 0 0,-1 1 0 0 0,-32-68 0 0 0,38 91 0 0 0,-1 1 0 0 0,0 0 0 0 0,-1 0 0 0 0,0 1 0 0 0,-1 0 0 0 0,0 1 0 0 0,0 0 0 0 0,-1 0 0 0 0,0 1 0 0 0,-1 0 0 0 0,0 1 0 0 0,-1 0 0 0 0,0 1 0 0 0,0 0 0 0 0,0 1 0 0 0,-1 0 0 0 0,0 1 0 0 0,0 1 0 0 0,0 0 0 0 0,0 0 0 0 0,-1 2 0 0 0,0-1 0 0 0,1 2 0 0 0,-1 0 0 0 0,0 0 0 0 0,0 2 0 0 0,-25 3 0 0 0,-16 7-49 0 0,1 3 1 0 0,0 3-1 0 0,1 1 1 0 0,-98 51-1 0 0,51-23-5950 0 0,-1-5-7710 0 0,80-34 2749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7T05:02:59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18 15313 0 0,'0'-1'962'0'0,"-3"-12"1359"0"0,0 9-14 0 0,1 9 3308 0 0,-19 87-4032 0 0,-77 438 2833 0 0,92-465-4365 0 0,-8 104-485 0 0,17-56-3769 0 0,-3-113 4070 0 0,0 1 0 0 0,0-1 0 0 0,0 1 0 0 0,0 0 0 0 0,0-1 0 0 0,0 1 0 0 0,0-1 0 0 0,0 1 0 0 0,0 0 0 0 0,1-1 0 0 0,-1 1 0 0 0,0-1 0 0 0,0 1 0 0 0,1-1 0 0 0,-1 1 0 0 0,0-1 0 0 0,1 1 0 0 0,-1-1 0 0 0,0 1 0 0 0,1-1 0 0 0,-1 1 0 0 0,1-1 0 0 0,-1 0 0 0 0,1 1 0 0 0,-1-1 0 0 0,1 0 1 0 0,-1 1-1 0 0,1-1 0 0 0,-1 0 0 0 0,1 0 0 0 0,0 0 0 0 0,-1 1 0 0 0,1-1 0 0 0,-1 0 0 0 0,1 0 0 0 0,0 0 0 0 0,-1 0 0 0 0,1 0 0 0 0,-1 0 0 0 0,1 0 0 0 0,0 0 0 0 0,-1 0 0 0 0,1 0 0 0 0,-1-1 0 0 0,1 1 0 0 0,-1 0 0 0 0,1 0 0 0 0,0 0 0 0 0,-1-1 0 0 0,1 1 0 0 0,30-19-3423 0 0,-28 17 3647 0 0,33-27-4249 0 0,39-41-1 0 0,-8 3-3352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7T05:02:59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692 59 14513 0 0,'-2'4'534'0'0,"-163"447"9811"0"0,164-450-10326 0 0,-42 114 2251 0 0,39-101-1836 0 0,1 0-1 0 0,0 0 0 0 0,1 0 0 0 0,1 0 1 0 0,0 0-1 0 0,2 23 0 0 0,2-16 372 0 0,0-19 101 0 0,-3-5-880 0 0,-1 1 0 0 0,1-1 1 0 0,-1 0-1 0 0,0 1 0 0 0,0-1 1 0 0,0 1-1 0 0,0-1 0 0 0,0 1 1 0 0,-1 0-1 0 0,1-1 0 0 0,-1 1 1 0 0,-2-2-1 0 0,-9-11-26 0 0,-1 0 0 0 0,-1 2 0 0 0,0 0 0 0 0,-31-21 0 0 0,-13-9 0 0 0,3-5 0 0 0,-54-58 0 0 0,93 88 0 0 0,2-1 0 0 0,0 0 0 0 0,1-1 0 0 0,0 0 0 0 0,2-1 0 0 0,1-1 0 0 0,-11-27 0 0 0,20 42 0 0 0,0 0 1 0 0,0 0-1 0 0,1 0 0 0 0,0 0 1 0 0,0 0-1 0 0,1 0 1 0 0,-1 0-1 0 0,2 0 0 0 0,-1 0 1 0 0,1 0-1 0 0,0 0 0 0 0,1 0 1 0 0,-1 0-1 0 0,1 0 1 0 0,1 0-1 0 0,-1 1 0 0 0,1-1 1 0 0,0 1-1 0 0,1 0 0 0 0,0 0 1 0 0,0 0-1 0 0,0 0 1 0 0,0 1-1 0 0,1-1 0 0 0,0 1 1 0 0,0 1-1 0 0,1-1 0 0 0,-1 1 1 0 0,9-6-1 0 0,0 1-11 0 0,1 0-1 0 0,0 1 0 0 0,1 0 1 0 0,0 1-1 0 0,0 1 0 0 0,1 0 1 0 0,0 2-1 0 0,-1 0 0 0 0,2 0 1 0 0,-1 2-1 0 0,19-1 0 0 0,7 3-2350 0 0,1 2 0 0 0,62 10 0 0 0,-62-3-2260 0 0,-1 1 0 0 0,59 23 0 0 0,-46-12-5208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7T05:03:00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1422 7 18130 0 0,'-3'-6'1229'0'0,"-6"13"-832"0"0,-10 21 63 0 0,-142 273 2994 0 0,64-113-2000 0 0,-642 1308 4768 0 0,514-919-4799 0 0,178-418-1424 0 0,-45 271 0 0 0,80-361 2 0 0,-5 51-765 0 0,17-106 256 0 0,4-10-1508 0 0,5-12-5780 0 0,20-34 4801 0 0,18-24-4128 0 0,-7 6-2587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7T05:03:00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17 17402 0 0,'0'-1'266'0'0,"0"-12"-771"0"0,-1 10 1269 0 0,0 7 2402 0 0,-73 401 3787 0 0,7-63-3433 0 0,56-277-2931 0 0,3-33-487 0 0,3 1 0 0 0,0 0 0 0 0,2 0 0 0 0,2 0 0 0 0,2 35 0 0 0,-1-66-118 0 0,0-1 0 0 0,0 0 1 0 0,0 1-1 0 0,1-1 0 0 0,-1 0 0 0 0,0 1 0 0 0,1-1 0 0 0,-1 0 1 0 0,1 1-1 0 0,-1-1 0 0 0,1 0 0 0 0,-1 0 0 0 0,1 0 0 0 0,0 1 1 0 0,0-1-1 0 0,0 0 0 0 0,-1 0 0 0 0,1 0 0 0 0,0 0 1 0 0,0 0-1 0 0,3 1 0 0 0,-3-2-32 0 0,0 0 1 0 0,0 1-1 0 0,1-1 1 0 0,-1 0-1 0 0,0 0 1 0 0,0 0 0 0 0,0-1-1 0 0,1 1 1 0 0,-1 0-1 0 0,0 0 1 0 0,0-1-1 0 0,0 1 1 0 0,0-1-1 0 0,0 1 1 0 0,0-1-1 0 0,1 1 1 0 0,-1-1-1 0 0,0 1 1 0 0,1-2-1 0 0,6-5-209 0 0,1-1-1 0 0,-2 1 1 0 0,1-1-1 0 0,7-11 0 0 0,21-30-372 0 0,-2-1-1 0 0,-3-2 1 0 0,-1-1-1 0 0,27-71 1 0 0,67-232-436 0 0,-61 163 1259 0 0,-60 185-107 0 0,0 1 89 0 0,-1 1-1 0 0,0-1 0 0 0,-1 0 1 0 0,1 1-1 0 0,0-15 1 0 0,-2 21-134 0 0,0-1 0 0 0,0 1 0 0 0,0 0 1 0 0,-1 0-1 0 0,1-1 0 0 0,0 1 1 0 0,0 0-1 0 0,-1 0 0 0 0,1 0 1 0 0,0-1-1 0 0,0 1 0 0 0,-1 0 1 0 0,1 0-1 0 0,0 0 0 0 0,0 0 1 0 0,-1-1-1 0 0,1 1 0 0 0,0 0 1 0 0,-1 0-1 0 0,1 0 0 0 0,0 0 1 0 0,-1 0-1 0 0,1 0 0 0 0,0 0 1 0 0,-1 0-1 0 0,1 0 0 0 0,0 0 1 0 0,-1 0-1 0 0,1 0 0 0 0,0 0 1 0 0,0 0-1 0 0,-1 0 0 0 0,1 1 1 0 0,0-1-1 0 0,-1 0 0 0 0,1 0 1 0 0,0 0-1 0 0,-1 0 0 0 0,1 0 1 0 0,0 1-1 0 0,0-1 0 0 0,-1 0 0 0 0,1 0 1 0 0,0 1-1 0 0,0-1 0 0 0,0 0 1 0 0,-1 0-1 0 0,1 1 0 0 0,0-1 1 0 0,0 0-1 0 0,0 0 0 0 0,0 1 1 0 0,0-1-1 0 0,-1 1 0 0 0,-37 49 1273 0 0,-38 64-1 0 0,47-67-1243 0 0,-2-2 1 0 0,-63 72-1 0 0,82-104-373 0 0,8-9-227 0 0,1 0-1 0 0,-1 0 0 0 0,1 0 1 0 0,-1 0-1 0 0,0-1 0 0 0,0 0 0 0 0,-1 0 1 0 0,1 0-1 0 0,-1 0 0 0 0,1-1 0 0 0,-1 0 1 0 0,-7 3-1 0 0,10-5-2404 0 0,16-29-17471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7T05:03:01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763 301 15773 0 0,'0'-5'179'0'0,"0"-1"-1"0"0,0 1 0 0 0,-1 0 0 0 0,1-1 0 0 0,-1 1 0 0 0,0-1 0 0 0,-4-7 1 0 0,4 11-56 0 0,0 0 0 0 0,0 1 1 0 0,0-1-1 0 0,0 0 1 0 0,-1 0-1 0 0,1 1 1 0 0,-1-1-1 0 0,1 1 0 0 0,-1-1 1 0 0,1 1-1 0 0,-1-1 1 0 0,0 1-1 0 0,0 0 1 0 0,0 0-1 0 0,0 0 0 0 0,0 0 1 0 0,0 0-1 0 0,0 1 1 0 0,0-1-1 0 0,-3 0 0 0 0,3 0 529 0 0,-7 4-57 0 0,-4 2-404 0 0,1 0 1 0 0,-1 1-1 0 0,1 1 1 0 0,0 0 0 0 0,0 1-1 0 0,1 0 1 0 0,0 1 0 0 0,1 0-1 0 0,-14 15 1 0 0,19-18-110 0 0,-88 98 916 0 0,86-95-857 0 0,0 1 0 0 0,0 0 0 0 0,1 0 0 0 0,0 1 0 0 0,1 0 0 0 0,0 0 0 0 0,0 0 1 0 0,1 1-1 0 0,-2 14 0 0 0,5-25-125 0 0,1-1 0 0 0,0 1 0 0 0,0-1 1 0 0,0 1-1 0 0,0 0 0 0 0,0-1 0 0 0,0 1 1 0 0,0-1-1 0 0,0 1 0 0 0,0-1 0 0 0,0 1 1 0 0,0-1-1 0 0,0 1 0 0 0,0-1 0 0 0,1 1 1 0 0,-1-1-1 0 0,0 1 0 0 0,0-1 0 0 0,0 1 1 0 0,1-1-1 0 0,-1 1 0 0 0,0-1 0 0 0,1 0 1 0 0,-1 1-1 0 0,0-1 0 0 0,1 1 0 0 0,-1-1 1 0 0,1 0-1 0 0,-1 1 0 0 0,0-1 0 0 0,2 1 1 0 0,18-3 252 0 0,22-21-88 0 0,-23 8-54 0 0,-2 0 1 0 0,0-2-1 0 0,0 0 1 0 0,-2 0-1 0 0,0-2 1 0 0,-1 0-1 0 0,-1-1 1 0 0,0 0-1 0 0,-2-1 0 0 0,-1 0 1 0 0,0 0-1 0 0,-1-1 1 0 0,-2-1-1 0 0,0 1 1 0 0,-2-1-1 0 0,0-1 1 0 0,-1 1-1 0 0,-2 0 1 0 0,0-1-1 0 0,-2-28 1 0 0,0 48-60 0 0,0 1 0 0 0,0 0 1 0 0,0 0-1 0 0,-1 0 1 0 0,1 0-1 0 0,-1-1 0 0 0,0 1 1 0 0,1 0-1 0 0,-1 0 0 0 0,-1 0 1 0 0,1 0-1 0 0,0 0 0 0 0,-1 1 1 0 0,1-1-1 0 0,-1 0 1 0 0,0 1-1 0 0,0-1 0 0 0,0 1 1 0 0,0 0-1 0 0,-1-1 0 0 0,1 1 1 0 0,0 0-1 0 0,-1 0 0 0 0,-4-2 1 0 0,2 3-13 0 0,1 0-1 0 0,-1 0 1 0 0,1 0 0 0 0,-1 1-1 0 0,1 0 1 0 0,-1 0 0 0 0,0 0 0 0 0,1 0-1 0 0,-1 1 1 0 0,1 0 0 0 0,-1 0 0 0 0,1 0-1 0 0,-1 0 1 0 0,1 1 0 0 0,0-1-1 0 0,0 1 1 0 0,-6 4 0 0 0,-9 5 34 0 0,1 1 0 0 0,0 0 0 0 0,0 2-1 0 0,2 0 1 0 0,-1 1 0 0 0,2 0 0 0 0,0 2 0 0 0,-20 27 0 0 0,16-16-64 0 0,0 0 0 0 0,2 2-1 0 0,2 0 1 0 0,0 0 0 0 0,-9 34 0 0 0,20-53-26 0 0,0 1 0 0 0,1-1 0 0 0,1 1 0 0 0,0 0 0 0 0,1 0 0 0 0,0 0 0 0 0,1 0 0 0 0,0 0 0 0 0,3 18 0 0 0,-2-24 0 0 0,1 1 0 0 0,0 0 0 0 0,0-1 0 0 0,0 0 0 0 0,1 1 0 0 0,0-1 0 0 0,0 0 0 0 0,1 0 0 0 0,0-1 0 0 0,0 1 0 0 0,0-1 0 0 0,1 0 0 0 0,0 0 0 0 0,-1 0 0 0 0,2-1 0 0 0,-1 0 0 0 0,0 0 0 0 0,8 4 0 0 0,13 6 0 0 0,2-1 0 0 0,0-2 0 0 0,48 13 0 0 0,-45-14 0 0 0,1 0 0 0 0,52 26 0 0 0,-79-33 0 0 0,0 0 0 0 0,0 0 0 0 0,-1 0 0 0 0,1 0 0 0 0,-1 1 0 0 0,1 0 0 0 0,-1 0 0 0 0,0 0 0 0 0,-1 1 0 0 0,1-1 0 0 0,-1 1 0 0 0,0 0 0 0 0,0-1 0 0 0,0 2 0 0 0,0-1 0 0 0,-1 0 0 0 0,2 7 0 0 0,-2-4 0 0 0,-1-1 0 0 0,-1 1 0 0 0,1 0 0 0 0,-1-1 0 0 0,0 1 0 0 0,-1-1 0 0 0,0 1 0 0 0,0-1 0 0 0,0 1 0 0 0,-1-1 0 0 0,-5 12 0 0 0,-3 5 0 0 0,-1-1 0 0 0,-2-1 0 0 0,0 0 0 0 0,-1-1 0 0 0,-1 0 0 0 0,-32 33 0 0 0,11-18 0 0 0,0-1 0 0 0,-2-2 0 0 0,-2-2 0 0 0,0-1 0 0 0,-61 32 0 0 0,84-54 139 0 0,0-2-1 0 0,-1 0 1 0 0,0-1-1 0 0,0 0 1 0 0,-1-2-1 0 0,-31 3 1 0 0,-19 4-4278 0 0,35-2-1734 0 0,2 3-3503 0 0,13-1-3117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7T05:03:02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1124 69 17458 0 0,'-1'-4'108'0'0,"1"1"0"0"0,-1-1 0 0 0,0 0 0 0 0,-1 0 0 0 0,1 1 1 0 0,0-1-1 0 0,-1 1 0 0 0,0-1 0 0 0,0 1 0 0 0,0 0 0 0 0,0 0 1 0 0,0 0-1 0 0,-1 0 0 0 0,0 0 0 0 0,1 0 0 0 0,-1 1 0 0 0,0-1 1 0 0,0 1-1 0 0,0 0 0 0 0,-7-4 0 0 0,0 12 226 0 0,-2 5-209 0 0,0 0 0 0 0,1 0-1 0 0,0 1 1 0 0,1 1 0 0 0,0 0-1 0 0,1 0 1 0 0,0 1 0 0 0,-6 15 0 0 0,-57 138 694 0 0,45-100-497 0 0,-157 410 1342 0 0,20 8-1 0 0,-107 547 0 0 0,211-731-137 0 0,-32 475-1 0 0,83-557-925 0 0,10 1 0 0 0,10-1-1 0 0,50 291 1 0 0,-48-446-600 0 0,9 65 0 0 0,-22-106-163 0 0,0-22-858 0 0,-6-6-1082 0 0,-13-14-233 0 0,2 0 1 0 0,0-2-1 0 0,1 0 0 0 0,-22-37 1 0 0,-4-5-4851 0 0,2 8-1574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7T05:03:02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 17402 0 0,'7'-39'891'0'0,"-3"37"-306"0"0,-1 9 9 0 0,7 65 623 0 0,7 286 1683 0 0,-8-92-1473 0 0,-8-250-1366 0 0,45 409 1306 0 0,-39-393-1800 0 0,1 6-776 0 0,-5-14-5106 0 0,1-73-3854 0 0,-2 29 3707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7T05:03:02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35 11673 0 0,'-18'-3'-700'0'0,"-15"3"-868"0"0,10 3 196 0 0,11-9 52 0 0,15-10-1465 0 0,6 3 713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7T05:03:03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454 365 5965 0 0,'-1'16'337'0'0,"-1"1"0"0"0,0-1 0 0 0,-1 0 0 0 0,-1 1 0 0 0,-9 23 0 0 0,-36 76 1376 0 0,42-102-1483 0 0,-39 83 1320 0 0,15-34 1266 0 0,-35 99 0 0 0,65-161-2717 0 0,1 0-1 0 0,-1 0 1 0 0,1 0-1 0 0,-1 0 1 0 0,1 1-1 0 0,0-1 1 0 0,0 0 0 0 0,-1 0-1 0 0,1 1 1 0 0,0-1-1 0 0,0 0 1 0 0,0 1-1 0 0,0-1 1 0 0,0 0-1 0 0,1 0 1 0 0,-1 1-1 0 0,0-1 1 0 0,0 0 0 0 0,1 0-1 0 0,-1 1 1 0 0,1-1-1 0 0,-1 0 1 0 0,1 0-1 0 0,0 0 1 0 0,-1 0-1 0 0,1 0 1 0 0,0 0-1 0 0,0 0 1 0 0,1 1 0 0 0,0 0 508 0 0,7-8-56 0 0,1-1-395 0 0,-1 0 0 0 0,0-1 0 0 0,0 0 0 0 0,0-1 0 0 0,-1 0 0 0 0,0 0 0 0 0,-1-1 0 0 0,0 1 0 0 0,0-2 0 0 0,-1 1 0 0 0,-1-1 0 0 0,0 0 0 0 0,0 0 0 0 0,3-12 0 0 0,-7 14-36 0 0,0-1 0 0 0,0 1 0 0 0,-1 0 0 0 0,0 0 0 0 0,-1-1 0 0 0,0 1 1 0 0,0 0-1 0 0,-1 0 0 0 0,0 0 0 0 0,-1 0 0 0 0,0 0 0 0 0,0 0 0 0 0,-1 1 0 0 0,0-1 1 0 0,0 1-1 0 0,-1 0 0 0 0,-8-10 0 0 0,-7-8 126 0 0,0 0 0 0 0,-2 1 1 0 0,-38-32-1 0 0,5 12 106 0 0,38 33-195 0 0,2 0-1 0 0,-1-1 0 0 0,2 0 0 0 0,0-1 0 0 0,0-1 1 0 0,1 0-1 0 0,-13-22 0 0 0,24 33-157 0 0,1 1 1 0 0,-1 0-1 0 0,1-1 0 0 0,0 1 1 0 0,0-1-1 0 0,1 0 1 0 0,-1 1-1 0 0,1-1 0 0 0,0 1 1 0 0,-1-1-1 0 0,2 0 0 0 0,-1 1 1 0 0,0-1-1 0 0,1 0 1 0 0,1-6-1 0 0,1 3-72 0 0,0-1 1 0 0,0 1-1 0 0,1 0 0 0 0,-1 1 0 0 0,1-1 1 0 0,1 1-1 0 0,6-8 0 0 0,2-1-255 0 0,1 1 0 0 0,0 1 0 0 0,1 0 0 0 0,1 1 0 0 0,19-12 0 0 0,-1 5-1009 0 0,0 1-1 0 0,2 2 0 0 0,-1 1 0 0 0,44-11 0 0 0,-50 18-1131 0 0,0 2 0 0 0,1 1-1 0 0,33-2 1 0 0,-13 6-4865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7T05:03:03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542 537 14505 0 0,'-59'76'83'0'0,"4"1"-1"0"0,4 4 1 0 0,3 1-1 0 0,-71 167 0 0 0,72-124 554 0 0,5 2-1 0 0,-47 250 1 0 0,76-300-184 0 0,4 0 0 0 0,0 123 0 0 0,9-168-276 0 0,2-1 0 0 0,2 1 0 0 0,0-1 0 0 0,2 0-1 0 0,2 0 1 0 0,1-1 0 0 0,1 0 0 0 0,1-1 0 0 0,20 38-1 0 0,-22-52-87 0 0,1-1 0 0 0,0 1 0 0 0,1-2-1 0 0,0 0 1 0 0,1 0 0 0 0,0-1-1 0 0,1-1 1 0 0,1 0 0 0 0,0 0 0 0 0,0-2-1 0 0,1 1 1 0 0,0-2 0 0 0,25 10-1 0 0,-19-10-17 0 0,1-2 0 0 0,0 0 0 0 0,0-1-1 0 0,0-2 1 0 0,1 0 0 0 0,0-1-1 0 0,-1-2 1 0 0,1 0 0 0 0,-1-1 0 0 0,26-5-1 0 0,13-7-31 0 0,-1-2-1 0 0,0-3 1 0 0,-1-2-1 0 0,-2-3 1 0 0,0-3-1 0 0,57-35 1 0 0,-19 4-177 0 0,-3-3 0 0 0,120-104 0 0 0,-156 115-31 0 0,-2-1 1 0 0,-2-4 0 0 0,-2-1 0 0 0,-3-2 0 0 0,-3-3-1 0 0,39-68 1 0 0,-64 94 89 0 0,-2 0 0 0 0,-1-2-1 0 0,-2 1 1 0 0,-2-2 0 0 0,-1 0 0 0 0,-2 0 0 0 0,-1-1-1 0 0,-2 0 1 0 0,-2 0 0 0 0,-1-1 0 0 0,-2 1 0 0 0,-2-1-1 0 0,-6-42 1 0 0,-4 22-37 0 0,-2 0 1 0 0,-3 1-1 0 0,-2 1 0 0 0,-2 1 1 0 0,-4 1-1 0 0,-52-92 0 0 0,37 82-86 0 0,-4 2 0 0 0,-2 3-1 0 0,-3 1 1 0 0,-105-101 0 0 0,119 130 45 0 0,-1 1 0 0 0,-1 2 0 0 0,-1 1 0 0 0,-2 2-1 0 0,0 2 1 0 0,-1 1 0 0 0,-71-25 0 0 0,85 38-179 0 0,0 1 0 0 0,0 1-1 0 0,-1 1 1 0 0,0 1 0 0 0,0 2 0 0 0,-1 1-1 0 0,1 0 1 0 0,0 3 0 0 0,0 0-1 0 0,0 1 1 0 0,0 2 0 0 0,0 1-1 0 0,1 1 1 0 0,-26 10 0 0 0,15 0-755 0 0,0 2 0 0 0,1 1 0 0 0,1 2 1 0 0,1 1-1 0 0,-33 31 0 0 0,-2 2-1815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0DFAA0-EA02-4005-8544-1440594C3E92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9088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C6631C-398D-4A3D-BA4F-5EBBD651D4B9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8949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23540D-5856-429E-9201-4CCFEE02C5E5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7413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1DD0D9-874E-4634-B506-8154FB7EDF28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9114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4160-A831-13A3-F98D-CA56A0147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B6E67-4ED4-325D-0B77-1D0CCD67E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77FD1-E7D9-F2AA-A018-AB7225BF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E2BB-F51F-9F11-5F3A-BF031C24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D587-2983-773A-9076-62C9A1F3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C482-33E5-7551-CF34-F2369A2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BEC8-EA17-FB07-09A2-10A46F0AD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3603B-D0EC-CFDB-075F-BDD89B9E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8C70-B100-8826-DE08-AC0A48E3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27BE-4D1D-C5FD-0287-BD09A742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2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3874-A132-C147-FE04-0DB82035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D521F-AB16-E7AC-0DCB-E20BA90DE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675C-F0E8-7F97-5569-8C77F5B8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B0F8-D415-BFDD-8143-C7DA5AAB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C38F-E0AE-C59C-E3E9-D9F2C88D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71E-5B23-46C1-4DD2-368D4791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4077-C9D9-CB3F-5CFD-097AFE0F4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BC54A-BA25-D553-7F35-6C76327D3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4E35B-8FB4-FE6E-8E3B-6DB01DFE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D637-B64D-0B71-E121-F43CED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6FA3A-6BBC-A1B2-3A39-22A7E3CA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1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36A4-76CA-5958-0469-F71D257A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9E4A-A0B1-BF20-5784-B36C68A1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19D47-D566-E65D-A4FD-823C3FB69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EA1CA-FC11-D865-83AF-1B3B781D4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D2046-96FF-DB0C-7361-F518E49D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98822-7764-92E0-8627-39A978AD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5CDC5-1E08-B25B-286F-920F24F5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A1DE-638F-2354-ADEF-9E16D1F3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9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F58B-7733-91CB-5F2E-6A293B87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7EE8B-533C-04CD-833A-C76C79B6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AD946-AC69-FD3F-54A1-526479CB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2FB49-9319-798D-955F-9FE6C825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05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B8AC8-1E71-6B42-051E-B72C3A40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80300-83BF-32AC-2A89-A0C0089C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3DB06-D25D-D5CE-2284-EE2B6ECC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0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43B1-FC57-3267-74C0-4326D8C8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A9A9-E1FB-BA8F-5375-82737417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D2490-EE11-F1E8-9B44-06429A196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B7F2-4FF2-3217-4C5B-D759EB80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F9F02-97D4-33BD-ED1B-B315A482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7AA60-932F-8E34-FE0F-FA513CC6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9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12E7-2DF5-6D91-ACFB-CCB38D2E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3B560-074A-5557-702B-42D2D1D1C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0DB99-CFE1-E46E-78CE-F98E7D4E6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47956-3DB8-0C6A-7351-9C136CB4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7CEED-781F-747D-F0AC-C01EBFEB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4B60E-C28A-E092-05AC-55074FE2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131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6AF0-DB33-5693-1549-ED111B6F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113C9-EFE9-4F0E-165C-416A22C07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43A4-4DA4-D6B1-C02A-DEA93C98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C290A-2546-AE04-A07F-78DAE227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4EAD-C91E-E8BD-8404-85B96E6A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1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3B330-843E-312A-3BAC-E7CE5DE3F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57D3A-DBBE-26CC-1A4A-FA307D53B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5140-151A-83A0-414A-32100D82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940A-B8DD-D050-44A9-8A940BFF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467E-AC6D-EFAB-630C-FD153527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78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FBA5D-C013-A12C-8A24-ED9748BA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59A4-52AB-D3AF-3EB2-BCFD4A947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2DA92-C26C-4C88-803A-F4E4A782C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8E78-8985-A9C5-3529-44DFFE3C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CCB7B-953B-EA87-B8E2-2A9EE466C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6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customXml" Target="../ink/ink10.xml"/><Relationship Id="rId4" Type="http://schemas.openxmlformats.org/officeDocument/2006/relationships/image" Target="../media/image1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customXml" Target="../ink/ink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customXml" Target="../ink/ink19.xml"/><Relationship Id="rId18" Type="http://schemas.openxmlformats.org/officeDocument/2006/relationships/image" Target="../media/image38.png"/><Relationship Id="rId26" Type="http://schemas.openxmlformats.org/officeDocument/2006/relationships/image" Target="../media/image42.png"/><Relationship Id="rId3" Type="http://schemas.openxmlformats.org/officeDocument/2006/relationships/customXml" Target="../ink/ink16.xml"/><Relationship Id="rId21" Type="http://schemas.openxmlformats.org/officeDocument/2006/relationships/customXml" Target="../ink/ink23.xml"/><Relationship Id="rId12" Type="http://schemas.openxmlformats.org/officeDocument/2006/relationships/image" Target="../media/image35.png"/><Relationship Id="rId17" Type="http://schemas.openxmlformats.org/officeDocument/2006/relationships/customXml" Target="../ink/ink21.xml"/><Relationship Id="rId25" Type="http://schemas.openxmlformats.org/officeDocument/2006/relationships/customXml" Target="../ink/ink25.xml"/><Relationship Id="rId2" Type="http://schemas.openxmlformats.org/officeDocument/2006/relationships/image" Target="../media/image28.jpg"/><Relationship Id="rId16" Type="http://schemas.openxmlformats.org/officeDocument/2006/relationships/image" Target="../media/image37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11" Type="http://schemas.openxmlformats.org/officeDocument/2006/relationships/customXml" Target="../ink/ink18.xml"/><Relationship Id="rId24" Type="http://schemas.openxmlformats.org/officeDocument/2006/relationships/image" Target="../media/image41.png"/><Relationship Id="rId15" Type="http://schemas.openxmlformats.org/officeDocument/2006/relationships/customXml" Target="../ink/ink20.xml"/><Relationship Id="rId23" Type="http://schemas.openxmlformats.org/officeDocument/2006/relationships/customXml" Target="../ink/ink24.xml"/><Relationship Id="rId28" Type="http://schemas.openxmlformats.org/officeDocument/2006/relationships/image" Target="../media/image43.png"/><Relationship Id="rId10" Type="http://schemas.openxmlformats.org/officeDocument/2006/relationships/image" Target="../media/image34.png"/><Relationship Id="rId19" Type="http://schemas.openxmlformats.org/officeDocument/2006/relationships/customXml" Target="../ink/ink22.xml"/><Relationship Id="rId9" Type="http://schemas.openxmlformats.org/officeDocument/2006/relationships/customXml" Target="../ink/ink17.xml"/><Relationship Id="rId14" Type="http://schemas.openxmlformats.org/officeDocument/2006/relationships/image" Target="../media/image36.png"/><Relationship Id="rId22" Type="http://schemas.openxmlformats.org/officeDocument/2006/relationships/image" Target="../media/image40.png"/><Relationship Id="rId27" Type="http://schemas.openxmlformats.org/officeDocument/2006/relationships/customXml" Target="../ink/ink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Designing and Analysis of Algorithms</a:t>
            </a:r>
            <a:b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Course Code: ECS 5101/CS514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915" y="2888250"/>
            <a:ext cx="4297351" cy="2959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Dr Rahul Mishra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IIT Patna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95BC3-E4B0-FB16-BB70-D128FA5BDC2D}"/>
              </a:ext>
            </a:extLst>
          </p:cNvPr>
          <p:cNvSpPr txBox="1"/>
          <p:nvPr/>
        </p:nvSpPr>
        <p:spPr>
          <a:xfrm>
            <a:off x="6417731" y="2888250"/>
            <a:ext cx="4292594" cy="295977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Lecture 23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2FB0C2-1168-6FF0-15EF-797500CEC54F}"/>
                  </a:ext>
                </a:extLst>
              </p14:cNvPr>
              <p14:cNvContentPartPr/>
              <p14:nvPr/>
            </p14:nvContentPartPr>
            <p14:xfrm>
              <a:off x="4196520" y="3423960"/>
              <a:ext cx="5181120" cy="2030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2FB0C2-1168-6FF0-15EF-797500CEC5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87160" y="3414600"/>
                <a:ext cx="5199840" cy="204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560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9E5AF-D539-4415-84EE-988114C7AE93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Minimum-cost spanning trees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449389"/>
            <a:ext cx="8574088" cy="2497137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you have a connected undirected graph with a 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 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associated with each edge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cost of a spanning tree would be the sum of the costs of its edges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minimum-cost spanning tree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spanning tree that has the lowest cost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338" name="Group 74"/>
          <p:cNvGrpSpPr>
            <a:grpSpLocks/>
          </p:cNvGrpSpPr>
          <p:nvPr/>
        </p:nvGrpSpPr>
        <p:grpSpPr bwMode="auto">
          <a:xfrm>
            <a:off x="2133600" y="4038600"/>
            <a:ext cx="3429000" cy="2362200"/>
            <a:chOff x="384" y="2544"/>
            <a:chExt cx="2160" cy="1488"/>
          </a:xfrm>
        </p:grpSpPr>
        <p:sp>
          <p:nvSpPr>
            <p:cNvPr id="11268" name="Oval 4"/>
            <p:cNvSpPr>
              <a:spLocks noChangeArrowheads="1"/>
            </p:cNvSpPr>
            <p:nvPr/>
          </p:nvSpPr>
          <p:spPr bwMode="auto">
            <a:xfrm>
              <a:off x="816" y="2640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Verdana" panose="020B0604030504040204" pitchFamily="34" charset="0"/>
                </a:rPr>
                <a:t>A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1269" name="Oval 5"/>
            <p:cNvSpPr>
              <a:spLocks noChangeArrowheads="1"/>
            </p:cNvSpPr>
            <p:nvPr/>
          </p:nvSpPr>
          <p:spPr bwMode="auto">
            <a:xfrm>
              <a:off x="1776" y="2640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Verdana" panose="020B0604030504040204" pitchFamily="34" charset="0"/>
                </a:rPr>
                <a:t>B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1270" name="Oval 6"/>
            <p:cNvSpPr>
              <a:spLocks noChangeArrowheads="1"/>
            </p:cNvSpPr>
            <p:nvPr/>
          </p:nvSpPr>
          <p:spPr bwMode="auto">
            <a:xfrm>
              <a:off x="816" y="3504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Verdana" panose="020B0604030504040204" pitchFamily="34" charset="0"/>
                </a:rPr>
                <a:t>E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1271" name="Oval 7"/>
            <p:cNvSpPr>
              <a:spLocks noChangeArrowheads="1"/>
            </p:cNvSpPr>
            <p:nvPr/>
          </p:nvSpPr>
          <p:spPr bwMode="auto">
            <a:xfrm>
              <a:off x="1776" y="3504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Verdana" panose="020B0604030504040204" pitchFamily="34" charset="0"/>
                </a:rPr>
                <a:t>D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1272" name="Oval 8"/>
            <p:cNvSpPr>
              <a:spLocks noChangeArrowheads="1"/>
            </p:cNvSpPr>
            <p:nvPr/>
          </p:nvSpPr>
          <p:spPr bwMode="auto">
            <a:xfrm>
              <a:off x="1296" y="3072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Verdana" panose="020B0604030504040204" pitchFamily="34" charset="0"/>
                </a:rPr>
                <a:t>F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1273" name="Oval 9"/>
            <p:cNvSpPr>
              <a:spLocks noChangeArrowheads="1"/>
            </p:cNvSpPr>
            <p:nvPr/>
          </p:nvSpPr>
          <p:spPr bwMode="auto">
            <a:xfrm>
              <a:off x="2208" y="3072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Verdana" panose="020B0604030504040204" pitchFamily="34" charset="0"/>
                </a:rPr>
                <a:t>C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1287" name="Text Box 23"/>
            <p:cNvSpPr txBox="1">
              <a:spLocks noChangeArrowheads="1"/>
            </p:cNvSpPr>
            <p:nvPr/>
          </p:nvSpPr>
          <p:spPr bwMode="auto">
            <a:xfrm>
              <a:off x="1296" y="2544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Verdana" panose="020B0604030504040204" pitchFamily="34" charset="0"/>
                </a:rPr>
                <a:t>16</a:t>
              </a:r>
              <a:endParaRPr lang="en-US" altLang="en-US" sz="2000">
                <a:latin typeface="Verdana" panose="020B0604030504040204" pitchFamily="34" charset="0"/>
              </a:endParaRPr>
            </a:p>
          </p:txBody>
        </p:sp>
        <p:sp>
          <p:nvSpPr>
            <p:cNvPr id="11290" name="Line 26"/>
            <p:cNvSpPr>
              <a:spLocks noChangeShapeType="1"/>
            </p:cNvSpPr>
            <p:nvPr/>
          </p:nvSpPr>
          <p:spPr bwMode="auto">
            <a:xfrm>
              <a:off x="912" y="2880"/>
              <a:ext cx="0" cy="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91" name="Line 27"/>
            <p:cNvSpPr>
              <a:spLocks noChangeShapeType="1"/>
            </p:cNvSpPr>
            <p:nvPr/>
          </p:nvSpPr>
          <p:spPr bwMode="auto">
            <a:xfrm>
              <a:off x="1056" y="2736"/>
              <a:ext cx="72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92" name="Line 28"/>
            <p:cNvSpPr>
              <a:spLocks noChangeShapeType="1"/>
            </p:cNvSpPr>
            <p:nvPr/>
          </p:nvSpPr>
          <p:spPr bwMode="auto">
            <a:xfrm>
              <a:off x="1920" y="2880"/>
              <a:ext cx="0" cy="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93" name="Line 29"/>
            <p:cNvSpPr>
              <a:spLocks noChangeShapeType="1"/>
            </p:cNvSpPr>
            <p:nvPr/>
          </p:nvSpPr>
          <p:spPr bwMode="auto">
            <a:xfrm>
              <a:off x="1056" y="3648"/>
              <a:ext cx="72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94" name="Line 30"/>
            <p:cNvSpPr>
              <a:spLocks noChangeShapeType="1"/>
            </p:cNvSpPr>
            <p:nvPr/>
          </p:nvSpPr>
          <p:spPr bwMode="auto">
            <a:xfrm flipV="1">
              <a:off x="1008" y="3264"/>
              <a:ext cx="288" cy="24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95" name="Line 31"/>
            <p:cNvSpPr>
              <a:spLocks noChangeShapeType="1"/>
            </p:cNvSpPr>
            <p:nvPr/>
          </p:nvSpPr>
          <p:spPr bwMode="auto">
            <a:xfrm flipH="1" flipV="1">
              <a:off x="1488" y="3264"/>
              <a:ext cx="336" cy="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96" name="Line 32"/>
            <p:cNvSpPr>
              <a:spLocks noChangeShapeType="1"/>
            </p:cNvSpPr>
            <p:nvPr/>
          </p:nvSpPr>
          <p:spPr bwMode="auto">
            <a:xfrm>
              <a:off x="1008" y="2832"/>
              <a:ext cx="336" cy="24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97" name="Line 33"/>
            <p:cNvSpPr>
              <a:spLocks noChangeShapeType="1"/>
            </p:cNvSpPr>
            <p:nvPr/>
          </p:nvSpPr>
          <p:spPr bwMode="auto">
            <a:xfrm flipH="1">
              <a:off x="1488" y="2832"/>
              <a:ext cx="288" cy="24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98" name="Line 34"/>
            <p:cNvSpPr>
              <a:spLocks noChangeShapeType="1"/>
            </p:cNvSpPr>
            <p:nvPr/>
          </p:nvSpPr>
          <p:spPr bwMode="auto">
            <a:xfrm flipV="1">
              <a:off x="2016" y="3312"/>
              <a:ext cx="288" cy="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99" name="Line 35"/>
            <p:cNvSpPr>
              <a:spLocks noChangeShapeType="1"/>
            </p:cNvSpPr>
            <p:nvPr/>
          </p:nvSpPr>
          <p:spPr bwMode="auto">
            <a:xfrm>
              <a:off x="2016" y="2784"/>
              <a:ext cx="240" cy="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300" name="Text Box 36"/>
            <p:cNvSpPr txBox="1">
              <a:spLocks noChangeArrowheads="1"/>
            </p:cNvSpPr>
            <p:nvPr/>
          </p:nvSpPr>
          <p:spPr bwMode="auto">
            <a:xfrm>
              <a:off x="624" y="3033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Verdana" panose="020B0604030504040204" pitchFamily="34" charset="0"/>
                </a:rPr>
                <a:t>19</a:t>
              </a:r>
              <a:endParaRPr lang="en-US" altLang="en-US" sz="2000">
                <a:latin typeface="Verdana" panose="020B0604030504040204" pitchFamily="34" charset="0"/>
              </a:endParaRPr>
            </a:p>
          </p:txBody>
        </p:sp>
        <p:sp>
          <p:nvSpPr>
            <p:cNvPr id="11301" name="Text Box 37"/>
            <p:cNvSpPr txBox="1">
              <a:spLocks noChangeArrowheads="1"/>
            </p:cNvSpPr>
            <p:nvPr/>
          </p:nvSpPr>
          <p:spPr bwMode="auto">
            <a:xfrm>
              <a:off x="1104" y="2745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Verdana" panose="020B0604030504040204" pitchFamily="34" charset="0"/>
                </a:rPr>
                <a:t>21</a:t>
              </a:r>
              <a:endParaRPr lang="en-US" altLang="en-US" sz="2000">
                <a:latin typeface="Verdana" panose="020B0604030504040204" pitchFamily="34" charset="0"/>
              </a:endParaRPr>
            </a:p>
          </p:txBody>
        </p:sp>
        <p:sp>
          <p:nvSpPr>
            <p:cNvPr id="11302" name="Text Box 38"/>
            <p:cNvSpPr txBox="1">
              <a:spLocks noChangeArrowheads="1"/>
            </p:cNvSpPr>
            <p:nvPr/>
          </p:nvSpPr>
          <p:spPr bwMode="auto">
            <a:xfrm>
              <a:off x="1440" y="2745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Verdana" panose="020B0604030504040204" pitchFamily="34" charset="0"/>
                </a:rPr>
                <a:t>11</a:t>
              </a:r>
              <a:endParaRPr lang="en-US" altLang="en-US" sz="2000">
                <a:latin typeface="Verdana" panose="020B0604030504040204" pitchFamily="34" charset="0"/>
              </a:endParaRPr>
            </a:p>
          </p:txBody>
        </p:sp>
        <p:sp>
          <p:nvSpPr>
            <p:cNvPr id="11303" name="Text Box 39"/>
            <p:cNvSpPr txBox="1">
              <a:spLocks noChangeArrowheads="1"/>
            </p:cNvSpPr>
            <p:nvPr/>
          </p:nvSpPr>
          <p:spPr bwMode="auto">
            <a:xfrm>
              <a:off x="960" y="3177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Verdana" panose="020B0604030504040204" pitchFamily="34" charset="0"/>
                </a:rPr>
                <a:t>33</a:t>
              </a:r>
              <a:endParaRPr lang="en-US" altLang="en-US" sz="2000">
                <a:latin typeface="Verdana" panose="020B0604030504040204" pitchFamily="34" charset="0"/>
              </a:endParaRPr>
            </a:p>
          </p:txBody>
        </p:sp>
        <p:sp>
          <p:nvSpPr>
            <p:cNvPr id="11304" name="Text Box 40"/>
            <p:cNvSpPr txBox="1">
              <a:spLocks noChangeArrowheads="1"/>
            </p:cNvSpPr>
            <p:nvPr/>
          </p:nvSpPr>
          <p:spPr bwMode="auto">
            <a:xfrm>
              <a:off x="1536" y="3168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Verdana" panose="020B0604030504040204" pitchFamily="34" charset="0"/>
                </a:rPr>
                <a:t>14</a:t>
              </a:r>
              <a:endParaRPr lang="en-US" altLang="en-US" sz="2000">
                <a:latin typeface="Verdana" panose="020B0604030504040204" pitchFamily="34" charset="0"/>
              </a:endParaRPr>
            </a:p>
          </p:txBody>
        </p:sp>
        <p:sp>
          <p:nvSpPr>
            <p:cNvPr id="11305" name="Text Box 41"/>
            <p:cNvSpPr txBox="1">
              <a:spLocks noChangeArrowheads="1"/>
            </p:cNvSpPr>
            <p:nvPr/>
          </p:nvSpPr>
          <p:spPr bwMode="auto">
            <a:xfrm>
              <a:off x="1296" y="3456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Verdana" panose="020B0604030504040204" pitchFamily="34" charset="0"/>
                </a:rPr>
                <a:t>18</a:t>
              </a:r>
              <a:endParaRPr lang="en-US" altLang="en-US" sz="2000">
                <a:latin typeface="Verdana" panose="020B0604030504040204" pitchFamily="34" charset="0"/>
              </a:endParaRPr>
            </a:p>
          </p:txBody>
        </p:sp>
        <p:sp>
          <p:nvSpPr>
            <p:cNvPr id="11306" name="Text Box 42"/>
            <p:cNvSpPr txBox="1">
              <a:spLocks noChangeArrowheads="1"/>
            </p:cNvSpPr>
            <p:nvPr/>
          </p:nvSpPr>
          <p:spPr bwMode="auto">
            <a:xfrm>
              <a:off x="2160" y="3369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Verdana" panose="020B0604030504040204" pitchFamily="34" charset="0"/>
                </a:rPr>
                <a:t>10</a:t>
              </a:r>
              <a:endParaRPr lang="en-US" altLang="en-US" sz="2000">
                <a:latin typeface="Verdana" panose="020B0604030504040204" pitchFamily="34" charset="0"/>
              </a:endParaRPr>
            </a:p>
          </p:txBody>
        </p:sp>
        <p:sp>
          <p:nvSpPr>
            <p:cNvPr id="11307" name="Text Box 43"/>
            <p:cNvSpPr txBox="1">
              <a:spLocks noChangeArrowheads="1"/>
            </p:cNvSpPr>
            <p:nvPr/>
          </p:nvSpPr>
          <p:spPr bwMode="auto">
            <a:xfrm>
              <a:off x="2064" y="2736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Verdana" panose="020B0604030504040204" pitchFamily="34" charset="0"/>
                </a:rPr>
                <a:t>6</a:t>
              </a:r>
              <a:endParaRPr lang="en-US" altLang="en-US" sz="2000">
                <a:latin typeface="Verdana" panose="020B0604030504040204" pitchFamily="34" charset="0"/>
              </a:endParaRPr>
            </a:p>
          </p:txBody>
        </p:sp>
        <p:sp>
          <p:nvSpPr>
            <p:cNvPr id="11309" name="Text Box 45"/>
            <p:cNvSpPr txBox="1">
              <a:spLocks noChangeArrowheads="1"/>
            </p:cNvSpPr>
            <p:nvPr/>
          </p:nvSpPr>
          <p:spPr bwMode="auto">
            <a:xfrm>
              <a:off x="1728" y="2985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Verdana" panose="020B0604030504040204" pitchFamily="34" charset="0"/>
                </a:rPr>
                <a:t>5</a:t>
              </a:r>
              <a:endParaRPr lang="en-US" altLang="en-US" sz="2000">
                <a:latin typeface="Verdana" panose="020B0604030504040204" pitchFamily="34" charset="0"/>
              </a:endParaRPr>
            </a:p>
          </p:txBody>
        </p:sp>
        <p:sp>
          <p:nvSpPr>
            <p:cNvPr id="11336" name="Rectangle 72"/>
            <p:cNvSpPr>
              <a:spLocks noChangeArrowheads="1"/>
            </p:cNvSpPr>
            <p:nvPr/>
          </p:nvSpPr>
          <p:spPr bwMode="auto">
            <a:xfrm>
              <a:off x="384" y="3782"/>
              <a:ext cx="21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2000">
                  <a:latin typeface="Times New Roman" panose="02020603050405020304" pitchFamily="18" charset="0"/>
                </a:rPr>
                <a:t>A connected, undirected graph</a:t>
              </a:r>
            </a:p>
          </p:txBody>
        </p:sp>
      </p:grpSp>
      <p:grpSp>
        <p:nvGrpSpPr>
          <p:cNvPr id="11339" name="Group 75"/>
          <p:cNvGrpSpPr>
            <a:grpSpLocks/>
          </p:cNvGrpSpPr>
          <p:nvPr/>
        </p:nvGrpSpPr>
        <p:grpSpPr bwMode="auto">
          <a:xfrm>
            <a:off x="5965826" y="4038600"/>
            <a:ext cx="3330575" cy="2362200"/>
            <a:chOff x="2798" y="2544"/>
            <a:chExt cx="2098" cy="1488"/>
          </a:xfrm>
        </p:grpSpPr>
        <p:sp>
          <p:nvSpPr>
            <p:cNvPr id="11310" name="Oval 46"/>
            <p:cNvSpPr>
              <a:spLocks noChangeArrowheads="1"/>
            </p:cNvSpPr>
            <p:nvPr/>
          </p:nvSpPr>
          <p:spPr bwMode="auto">
            <a:xfrm>
              <a:off x="3024" y="2640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Verdana" panose="020B0604030504040204" pitchFamily="34" charset="0"/>
                </a:rPr>
                <a:t>A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1311" name="Oval 47"/>
            <p:cNvSpPr>
              <a:spLocks noChangeArrowheads="1"/>
            </p:cNvSpPr>
            <p:nvPr/>
          </p:nvSpPr>
          <p:spPr bwMode="auto">
            <a:xfrm>
              <a:off x="3984" y="2640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Verdana" panose="020B0604030504040204" pitchFamily="34" charset="0"/>
                </a:rPr>
                <a:t>B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1312" name="Oval 48"/>
            <p:cNvSpPr>
              <a:spLocks noChangeArrowheads="1"/>
            </p:cNvSpPr>
            <p:nvPr/>
          </p:nvSpPr>
          <p:spPr bwMode="auto">
            <a:xfrm>
              <a:off x="3024" y="3504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Verdana" panose="020B0604030504040204" pitchFamily="34" charset="0"/>
                </a:rPr>
                <a:t>E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1313" name="Oval 49"/>
            <p:cNvSpPr>
              <a:spLocks noChangeArrowheads="1"/>
            </p:cNvSpPr>
            <p:nvPr/>
          </p:nvSpPr>
          <p:spPr bwMode="auto">
            <a:xfrm>
              <a:off x="3984" y="3504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Verdana" panose="020B0604030504040204" pitchFamily="34" charset="0"/>
                </a:rPr>
                <a:t>D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1314" name="Oval 50"/>
            <p:cNvSpPr>
              <a:spLocks noChangeArrowheads="1"/>
            </p:cNvSpPr>
            <p:nvPr/>
          </p:nvSpPr>
          <p:spPr bwMode="auto">
            <a:xfrm>
              <a:off x="3504" y="3072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Verdana" panose="020B0604030504040204" pitchFamily="34" charset="0"/>
                </a:rPr>
                <a:t>F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1315" name="Oval 51"/>
            <p:cNvSpPr>
              <a:spLocks noChangeArrowheads="1"/>
            </p:cNvSpPr>
            <p:nvPr/>
          </p:nvSpPr>
          <p:spPr bwMode="auto">
            <a:xfrm>
              <a:off x="4416" y="3072"/>
              <a:ext cx="240" cy="2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>
                  <a:latin typeface="Verdana" panose="020B0604030504040204" pitchFamily="34" charset="0"/>
                </a:rPr>
                <a:t>C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1316" name="Text Box 52"/>
            <p:cNvSpPr txBox="1">
              <a:spLocks noChangeArrowheads="1"/>
            </p:cNvSpPr>
            <p:nvPr/>
          </p:nvSpPr>
          <p:spPr bwMode="auto">
            <a:xfrm>
              <a:off x="3504" y="2544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Verdana" panose="020B0604030504040204" pitchFamily="34" charset="0"/>
                </a:rPr>
                <a:t>16</a:t>
              </a:r>
              <a:endParaRPr lang="en-US" altLang="en-US" sz="2000">
                <a:latin typeface="Verdana" panose="020B0604030504040204" pitchFamily="34" charset="0"/>
              </a:endParaRPr>
            </a:p>
          </p:txBody>
        </p:sp>
        <p:sp>
          <p:nvSpPr>
            <p:cNvPr id="11318" name="Line 54"/>
            <p:cNvSpPr>
              <a:spLocks noChangeShapeType="1"/>
            </p:cNvSpPr>
            <p:nvPr/>
          </p:nvSpPr>
          <p:spPr bwMode="auto">
            <a:xfrm>
              <a:off x="3264" y="2736"/>
              <a:ext cx="72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319" name="Line 55"/>
            <p:cNvSpPr>
              <a:spLocks noChangeShapeType="1"/>
            </p:cNvSpPr>
            <p:nvPr/>
          </p:nvSpPr>
          <p:spPr bwMode="auto">
            <a:xfrm>
              <a:off x="4128" y="2880"/>
              <a:ext cx="0" cy="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320" name="Line 56"/>
            <p:cNvSpPr>
              <a:spLocks noChangeShapeType="1"/>
            </p:cNvSpPr>
            <p:nvPr/>
          </p:nvSpPr>
          <p:spPr bwMode="auto">
            <a:xfrm>
              <a:off x="3264" y="3648"/>
              <a:ext cx="72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324" name="Line 60"/>
            <p:cNvSpPr>
              <a:spLocks noChangeShapeType="1"/>
            </p:cNvSpPr>
            <p:nvPr/>
          </p:nvSpPr>
          <p:spPr bwMode="auto">
            <a:xfrm flipH="1">
              <a:off x="3696" y="2832"/>
              <a:ext cx="288" cy="24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326" name="Line 62"/>
            <p:cNvSpPr>
              <a:spLocks noChangeShapeType="1"/>
            </p:cNvSpPr>
            <p:nvPr/>
          </p:nvSpPr>
          <p:spPr bwMode="auto">
            <a:xfrm>
              <a:off x="4224" y="2784"/>
              <a:ext cx="240" cy="28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329" name="Text Box 65"/>
            <p:cNvSpPr txBox="1">
              <a:spLocks noChangeArrowheads="1"/>
            </p:cNvSpPr>
            <p:nvPr/>
          </p:nvSpPr>
          <p:spPr bwMode="auto">
            <a:xfrm>
              <a:off x="3648" y="2745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Verdana" panose="020B0604030504040204" pitchFamily="34" charset="0"/>
                </a:rPr>
                <a:t>11</a:t>
              </a:r>
              <a:endParaRPr lang="en-US" altLang="en-US" sz="2000">
                <a:latin typeface="Verdana" panose="020B0604030504040204" pitchFamily="34" charset="0"/>
              </a:endParaRPr>
            </a:p>
          </p:txBody>
        </p:sp>
        <p:sp>
          <p:nvSpPr>
            <p:cNvPr id="11332" name="Text Box 68"/>
            <p:cNvSpPr txBox="1">
              <a:spLocks noChangeArrowheads="1"/>
            </p:cNvSpPr>
            <p:nvPr/>
          </p:nvSpPr>
          <p:spPr bwMode="auto">
            <a:xfrm>
              <a:off x="3504" y="3456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Verdana" panose="020B0604030504040204" pitchFamily="34" charset="0"/>
                </a:rPr>
                <a:t>18</a:t>
              </a:r>
              <a:endParaRPr lang="en-US" altLang="en-US" sz="2000">
                <a:latin typeface="Verdana" panose="020B0604030504040204" pitchFamily="34" charset="0"/>
              </a:endParaRPr>
            </a:p>
          </p:txBody>
        </p:sp>
        <p:sp>
          <p:nvSpPr>
            <p:cNvPr id="11334" name="Text Box 70"/>
            <p:cNvSpPr txBox="1">
              <a:spLocks noChangeArrowheads="1"/>
            </p:cNvSpPr>
            <p:nvPr/>
          </p:nvSpPr>
          <p:spPr bwMode="auto">
            <a:xfrm>
              <a:off x="4272" y="2736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Verdana" panose="020B0604030504040204" pitchFamily="34" charset="0"/>
                </a:rPr>
                <a:t>6</a:t>
              </a:r>
              <a:endParaRPr lang="en-US" altLang="en-US" sz="2000">
                <a:latin typeface="Verdana" panose="020B0604030504040204" pitchFamily="34" charset="0"/>
              </a:endParaRPr>
            </a:p>
          </p:txBody>
        </p:sp>
        <p:sp>
          <p:nvSpPr>
            <p:cNvPr id="11335" name="Text Box 71"/>
            <p:cNvSpPr txBox="1">
              <a:spLocks noChangeArrowheads="1"/>
            </p:cNvSpPr>
            <p:nvPr/>
          </p:nvSpPr>
          <p:spPr bwMode="auto">
            <a:xfrm>
              <a:off x="3936" y="2976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Verdana" panose="020B0604030504040204" pitchFamily="34" charset="0"/>
                </a:rPr>
                <a:t>5</a:t>
              </a:r>
              <a:endParaRPr lang="en-US" altLang="en-US" sz="2000">
                <a:latin typeface="Verdana" panose="020B0604030504040204" pitchFamily="34" charset="0"/>
              </a:endParaRPr>
            </a:p>
          </p:txBody>
        </p:sp>
        <p:sp>
          <p:nvSpPr>
            <p:cNvPr id="11337" name="Rectangle 73"/>
            <p:cNvSpPr>
              <a:spLocks noChangeArrowheads="1"/>
            </p:cNvSpPr>
            <p:nvPr/>
          </p:nvSpPr>
          <p:spPr bwMode="auto">
            <a:xfrm>
              <a:off x="2798" y="3782"/>
              <a:ext cx="20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latin typeface="Times New Roman" panose="02020603050405020304" pitchFamily="18" charset="0"/>
                </a:rPr>
                <a:t>A minimum-cost spanning tree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2DE83A5-904F-CB27-C650-CC52B22AAA06}"/>
                  </a:ext>
                </a:extLst>
              </p14:cNvPr>
              <p14:cNvContentPartPr/>
              <p14:nvPr/>
            </p14:nvContentPartPr>
            <p14:xfrm>
              <a:off x="2796840" y="3292200"/>
              <a:ext cx="8503920" cy="2603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2DE83A5-904F-CB27-C650-CC52B22AAA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87480" y="3282840"/>
                <a:ext cx="8522640" cy="262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67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DDBB3F-51D5-4583-8C61-35DCF9E877BA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Minimum Spanning Tree (MST)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1593272" y="2916218"/>
            <a:ext cx="9213273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dirty="0"/>
              <a:t>it is a tree (i.e., it is acyclic)</a:t>
            </a:r>
          </a:p>
          <a:p>
            <a:pPr eaLnBrk="1" hangingPunct="1"/>
            <a:r>
              <a:rPr lang="en-US" altLang="en-US" dirty="0"/>
              <a:t>it covers all the vertices </a:t>
            </a:r>
            <a:r>
              <a:rPr lang="en-US" altLang="en-US" b="1" i="1" dirty="0"/>
              <a:t>V</a:t>
            </a:r>
            <a:endParaRPr lang="en-US" altLang="en-US" dirty="0"/>
          </a:p>
          <a:p>
            <a:pPr lvl="1" eaLnBrk="1" hangingPunct="1"/>
            <a:r>
              <a:rPr lang="en-US" altLang="en-US" sz="2800" dirty="0"/>
              <a:t>contains </a:t>
            </a:r>
            <a:r>
              <a:rPr lang="en-US" altLang="en-US" sz="2800" b="1" i="1" dirty="0"/>
              <a:t>|V| - 1</a:t>
            </a:r>
            <a:r>
              <a:rPr lang="en-US" altLang="en-US" sz="2800" dirty="0"/>
              <a:t> edges</a:t>
            </a:r>
          </a:p>
          <a:p>
            <a:pPr eaLnBrk="1" hangingPunct="1"/>
            <a:r>
              <a:rPr lang="en-US" altLang="en-US" dirty="0"/>
              <a:t>the total cost associated with tree edges is the minimum among all possible spanning trees</a:t>
            </a:r>
          </a:p>
          <a:p>
            <a:pPr eaLnBrk="1" hangingPunct="1"/>
            <a:r>
              <a:rPr lang="en-US" altLang="en-US" dirty="0"/>
              <a:t>not necessarily unique</a:t>
            </a:r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1011382" y="1692276"/>
            <a:ext cx="10210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dirty="0">
                <a:latin typeface="Arial" panose="020B0604020202020204" pitchFamily="34" charset="0"/>
              </a:rPr>
              <a:t>A </a:t>
            </a:r>
            <a:r>
              <a:rPr lang="en-US" altLang="en-US" sz="2800" b="1" dirty="0">
                <a:solidFill>
                  <a:srgbClr val="008000"/>
                </a:solidFill>
                <a:latin typeface="Arial" panose="020B0604020202020204" pitchFamily="34" charset="0"/>
              </a:rPr>
              <a:t>minimum spanning tree</a:t>
            </a:r>
            <a:r>
              <a:rPr lang="en-US" altLang="en-US" sz="2800" dirty="0">
                <a:latin typeface="Arial" panose="020B0604020202020204" pitchFamily="34" charset="0"/>
              </a:rPr>
              <a:t> is a subgraph of an undirected weighted graph </a:t>
            </a:r>
            <a:r>
              <a:rPr lang="en-US" altLang="en-US" sz="2800" b="1" i="1" dirty="0">
                <a:latin typeface="Times New Roman" panose="02020603050405020304" pitchFamily="18" charset="0"/>
              </a:rPr>
              <a:t>G</a:t>
            </a:r>
            <a:r>
              <a:rPr lang="en-US" altLang="en-US" sz="2800" dirty="0">
                <a:latin typeface="Arial" panose="020B0604020202020204" pitchFamily="34" charset="0"/>
              </a:rPr>
              <a:t>, such that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DD4859-F023-148D-E596-42F41CDAEBA3}"/>
                  </a:ext>
                </a:extLst>
              </p14:cNvPr>
              <p14:cNvContentPartPr/>
              <p14:nvPr/>
            </p14:nvContentPartPr>
            <p14:xfrm>
              <a:off x="1339920" y="342720"/>
              <a:ext cx="10337760" cy="6085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DD4859-F023-148D-E596-42F41CDAEB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0560" y="333360"/>
                <a:ext cx="10356480" cy="610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748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0C653-60B8-4361-872A-C96C1584E0D4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MST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463675"/>
            <a:ext cx="10439400" cy="50292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time you want to visit all vertices in a graph at minimum cost (e.g., wire routing on printed circuit boards, sewer pipe layout, road planning…)</a:t>
            </a:r>
          </a:p>
          <a:p>
            <a:pPr algn="just">
              <a:lnSpc>
                <a:spcPct val="9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content distribution</a:t>
            </a:r>
          </a:p>
          <a:p>
            <a:pPr lvl="1" algn="just">
              <a:lnSpc>
                <a:spcPct val="90000"/>
              </a:lnSpc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Idea: publisher produces web pages, content distribution network replicates web pages to many locations so consumers can access at higher speed</a:t>
            </a:r>
          </a:p>
          <a:p>
            <a:pPr lvl="1" algn="just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MST may not be good enough!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distribution on minimum cost tree may take a long time!</a:t>
            </a:r>
          </a:p>
          <a:p>
            <a:pPr lvl="2" algn="just">
              <a:lnSpc>
                <a:spcPct val="9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heuristic for traveling salesman problems. The optimum traveling salesman tour is at most twice the length of the minimum spanning tree (</a:t>
            </a:r>
            <a:r>
              <a:rPr lang="en-US" altLang="en-US" sz="2400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why??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954971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36F790-A7AA-4E63-96BE-231515025A98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How Can We Generate a MST? </a:t>
            </a:r>
          </a:p>
        </p:txBody>
      </p:sp>
      <p:grpSp>
        <p:nvGrpSpPr>
          <p:cNvPr id="39939" name="Group 3"/>
          <p:cNvGrpSpPr>
            <a:grpSpLocks/>
          </p:cNvGrpSpPr>
          <p:nvPr/>
        </p:nvGrpSpPr>
        <p:grpSpPr bwMode="auto">
          <a:xfrm>
            <a:off x="2819400" y="2209800"/>
            <a:ext cx="2438400" cy="2057400"/>
            <a:chOff x="2160" y="1344"/>
            <a:chExt cx="1536" cy="1296"/>
          </a:xfrm>
        </p:grpSpPr>
        <p:sp>
          <p:nvSpPr>
            <p:cNvPr id="39940" name="Oval 4"/>
            <p:cNvSpPr>
              <a:spLocks noChangeArrowheads="1"/>
            </p:cNvSpPr>
            <p:nvPr/>
          </p:nvSpPr>
          <p:spPr bwMode="auto">
            <a:xfrm>
              <a:off x="2160" y="1584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39941" name="Oval 5"/>
            <p:cNvSpPr>
              <a:spLocks noChangeArrowheads="1"/>
            </p:cNvSpPr>
            <p:nvPr/>
          </p:nvSpPr>
          <p:spPr bwMode="auto">
            <a:xfrm>
              <a:off x="2304" y="2400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39942" name="Oval 6"/>
            <p:cNvSpPr>
              <a:spLocks noChangeArrowheads="1"/>
            </p:cNvSpPr>
            <p:nvPr/>
          </p:nvSpPr>
          <p:spPr bwMode="auto">
            <a:xfrm>
              <a:off x="3216" y="2256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39943" name="Oval 7"/>
            <p:cNvSpPr>
              <a:spLocks noChangeArrowheads="1"/>
            </p:cNvSpPr>
            <p:nvPr/>
          </p:nvSpPr>
          <p:spPr bwMode="auto">
            <a:xfrm>
              <a:off x="2640" y="1728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39944" name="Oval 8"/>
            <p:cNvSpPr>
              <a:spLocks noChangeArrowheads="1"/>
            </p:cNvSpPr>
            <p:nvPr/>
          </p:nvSpPr>
          <p:spPr bwMode="auto">
            <a:xfrm>
              <a:off x="3456" y="1392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Arial" panose="020B0604020202020204" pitchFamily="34" charset="0"/>
                </a:rPr>
                <a:t>b</a:t>
              </a:r>
            </a:p>
          </p:txBody>
        </p:sp>
        <p:cxnSp>
          <p:nvCxnSpPr>
            <p:cNvPr id="39945" name="AutoShape 9"/>
            <p:cNvCxnSpPr>
              <a:cxnSpLocks noChangeShapeType="1"/>
              <a:stCxn id="39940" idx="7"/>
              <a:endCxn id="39944" idx="2"/>
            </p:cNvCxnSpPr>
            <p:nvPr/>
          </p:nvCxnSpPr>
          <p:spPr bwMode="auto">
            <a:xfrm flipV="1">
              <a:off x="2365" y="1512"/>
              <a:ext cx="1091" cy="1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946" name="AutoShape 10"/>
            <p:cNvCxnSpPr>
              <a:cxnSpLocks noChangeShapeType="1"/>
              <a:stCxn id="39943" idx="6"/>
              <a:endCxn id="39944" idx="3"/>
            </p:cNvCxnSpPr>
            <p:nvPr/>
          </p:nvCxnSpPr>
          <p:spPr bwMode="auto">
            <a:xfrm flipV="1">
              <a:off x="2880" y="1597"/>
              <a:ext cx="611" cy="2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947" name="AutoShape 11"/>
            <p:cNvCxnSpPr>
              <a:cxnSpLocks noChangeShapeType="1"/>
              <a:stCxn id="39940" idx="4"/>
              <a:endCxn id="39941" idx="0"/>
            </p:cNvCxnSpPr>
            <p:nvPr/>
          </p:nvCxnSpPr>
          <p:spPr bwMode="auto">
            <a:xfrm>
              <a:off x="2280" y="1824"/>
              <a:ext cx="144" cy="5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948" name="AutoShape 12"/>
            <p:cNvCxnSpPr>
              <a:cxnSpLocks noChangeShapeType="1"/>
              <a:stCxn id="39940" idx="5"/>
              <a:endCxn id="39943" idx="2"/>
            </p:cNvCxnSpPr>
            <p:nvPr/>
          </p:nvCxnSpPr>
          <p:spPr bwMode="auto">
            <a:xfrm>
              <a:off x="2365" y="1789"/>
              <a:ext cx="275" cy="5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949" name="AutoShape 13"/>
            <p:cNvCxnSpPr>
              <a:cxnSpLocks noChangeShapeType="1"/>
              <a:stCxn id="39941" idx="7"/>
              <a:endCxn id="39943" idx="3"/>
            </p:cNvCxnSpPr>
            <p:nvPr/>
          </p:nvCxnSpPr>
          <p:spPr bwMode="auto">
            <a:xfrm flipV="1">
              <a:off x="2509" y="1933"/>
              <a:ext cx="166" cy="50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950" name="AutoShape 14"/>
            <p:cNvCxnSpPr>
              <a:cxnSpLocks noChangeShapeType="1"/>
              <a:stCxn id="39943" idx="5"/>
              <a:endCxn id="39942" idx="1"/>
            </p:cNvCxnSpPr>
            <p:nvPr/>
          </p:nvCxnSpPr>
          <p:spPr bwMode="auto">
            <a:xfrm>
              <a:off x="2845" y="1933"/>
              <a:ext cx="406" cy="35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951" name="AutoShape 15"/>
            <p:cNvCxnSpPr>
              <a:cxnSpLocks noChangeShapeType="1"/>
              <a:stCxn id="39944" idx="4"/>
              <a:endCxn id="39942" idx="0"/>
            </p:cNvCxnSpPr>
            <p:nvPr/>
          </p:nvCxnSpPr>
          <p:spPr bwMode="auto">
            <a:xfrm flipH="1">
              <a:off x="3336" y="1632"/>
              <a:ext cx="240" cy="62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952" name="AutoShape 16"/>
            <p:cNvCxnSpPr>
              <a:cxnSpLocks noChangeShapeType="1"/>
              <a:stCxn id="39942" idx="2"/>
              <a:endCxn id="39941" idx="6"/>
            </p:cNvCxnSpPr>
            <p:nvPr/>
          </p:nvCxnSpPr>
          <p:spPr bwMode="auto">
            <a:xfrm flipH="1">
              <a:off x="2544" y="2376"/>
              <a:ext cx="672" cy="14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953" name="Text Box 17"/>
            <p:cNvSpPr txBox="1">
              <a:spLocks noChangeArrowheads="1"/>
            </p:cNvSpPr>
            <p:nvPr/>
          </p:nvSpPr>
          <p:spPr bwMode="auto">
            <a:xfrm>
              <a:off x="2438" y="161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39954" name="Text Box 18"/>
            <p:cNvSpPr txBox="1">
              <a:spLocks noChangeArrowheads="1"/>
            </p:cNvSpPr>
            <p:nvPr/>
          </p:nvSpPr>
          <p:spPr bwMode="auto">
            <a:xfrm>
              <a:off x="2448" y="197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39955" name="Text Box 19"/>
            <p:cNvSpPr txBox="1">
              <a:spLocks noChangeArrowheads="1"/>
            </p:cNvSpPr>
            <p:nvPr/>
          </p:nvSpPr>
          <p:spPr bwMode="auto">
            <a:xfrm>
              <a:off x="2172" y="197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39956" name="Text Box 20"/>
            <p:cNvSpPr txBox="1">
              <a:spLocks noChangeArrowheads="1"/>
            </p:cNvSpPr>
            <p:nvPr/>
          </p:nvSpPr>
          <p:spPr bwMode="auto">
            <a:xfrm>
              <a:off x="2780" y="1344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latin typeface="Arial" panose="020B0604020202020204" pitchFamily="34" charset="0"/>
                </a:rPr>
                <a:t>9</a:t>
              </a:r>
            </a:p>
          </p:txBody>
        </p:sp>
        <p:sp>
          <p:nvSpPr>
            <p:cNvPr id="39957" name="Text Box 21"/>
            <p:cNvSpPr txBox="1">
              <a:spLocks noChangeArrowheads="1"/>
            </p:cNvSpPr>
            <p:nvPr/>
          </p:nvSpPr>
          <p:spPr bwMode="auto">
            <a:xfrm>
              <a:off x="2972" y="159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39958" name="Text Box 22"/>
            <p:cNvSpPr txBox="1">
              <a:spLocks noChangeArrowheads="1"/>
            </p:cNvSpPr>
            <p:nvPr/>
          </p:nvSpPr>
          <p:spPr bwMode="auto">
            <a:xfrm>
              <a:off x="2972" y="188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39959" name="Text Box 23"/>
            <p:cNvSpPr txBox="1">
              <a:spLocks noChangeArrowheads="1"/>
            </p:cNvSpPr>
            <p:nvPr/>
          </p:nvSpPr>
          <p:spPr bwMode="auto">
            <a:xfrm>
              <a:off x="2780" y="226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39960" name="Text Box 24"/>
            <p:cNvSpPr txBox="1">
              <a:spLocks noChangeArrowheads="1"/>
            </p:cNvSpPr>
            <p:nvPr/>
          </p:nvSpPr>
          <p:spPr bwMode="auto">
            <a:xfrm>
              <a:off x="3456" y="188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latin typeface="Arial" panose="020B0604020202020204" pitchFamily="34" charset="0"/>
                </a:rPr>
                <a:t>5</a:t>
              </a:r>
            </a:p>
          </p:txBody>
        </p:sp>
      </p:grpSp>
      <p:grpSp>
        <p:nvGrpSpPr>
          <p:cNvPr id="39961" name="Group 25"/>
          <p:cNvGrpSpPr>
            <a:grpSpLocks/>
          </p:cNvGrpSpPr>
          <p:nvPr/>
        </p:nvGrpSpPr>
        <p:grpSpPr bwMode="auto">
          <a:xfrm>
            <a:off x="6858000" y="2209800"/>
            <a:ext cx="2438400" cy="2057400"/>
            <a:chOff x="3360" y="1392"/>
            <a:chExt cx="1536" cy="1296"/>
          </a:xfrm>
        </p:grpSpPr>
        <p:sp>
          <p:nvSpPr>
            <p:cNvPr id="39962" name="Oval 26"/>
            <p:cNvSpPr>
              <a:spLocks noChangeArrowheads="1"/>
            </p:cNvSpPr>
            <p:nvPr/>
          </p:nvSpPr>
          <p:spPr bwMode="auto">
            <a:xfrm>
              <a:off x="3360" y="1632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39963" name="Oval 27"/>
            <p:cNvSpPr>
              <a:spLocks noChangeArrowheads="1"/>
            </p:cNvSpPr>
            <p:nvPr/>
          </p:nvSpPr>
          <p:spPr bwMode="auto">
            <a:xfrm>
              <a:off x="3504" y="2448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39964" name="Oval 28"/>
            <p:cNvSpPr>
              <a:spLocks noChangeArrowheads="1"/>
            </p:cNvSpPr>
            <p:nvPr/>
          </p:nvSpPr>
          <p:spPr bwMode="auto">
            <a:xfrm>
              <a:off x="4416" y="2304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39965" name="Oval 29"/>
            <p:cNvSpPr>
              <a:spLocks noChangeArrowheads="1"/>
            </p:cNvSpPr>
            <p:nvPr/>
          </p:nvSpPr>
          <p:spPr bwMode="auto">
            <a:xfrm>
              <a:off x="3840" y="1776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39966" name="Oval 30"/>
            <p:cNvSpPr>
              <a:spLocks noChangeArrowheads="1"/>
            </p:cNvSpPr>
            <p:nvPr/>
          </p:nvSpPr>
          <p:spPr bwMode="auto">
            <a:xfrm>
              <a:off x="4656" y="1440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Arial" panose="020B0604020202020204" pitchFamily="34" charset="0"/>
                </a:rPr>
                <a:t>b</a:t>
              </a:r>
            </a:p>
          </p:txBody>
        </p:sp>
        <p:cxnSp>
          <p:nvCxnSpPr>
            <p:cNvPr id="39967" name="AutoShape 31"/>
            <p:cNvCxnSpPr>
              <a:cxnSpLocks noChangeShapeType="1"/>
              <a:stCxn id="39962" idx="7"/>
              <a:endCxn id="39966" idx="2"/>
            </p:cNvCxnSpPr>
            <p:nvPr/>
          </p:nvCxnSpPr>
          <p:spPr bwMode="auto">
            <a:xfrm flipV="1">
              <a:off x="3565" y="1560"/>
              <a:ext cx="1091" cy="1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968" name="AutoShape 32"/>
            <p:cNvCxnSpPr>
              <a:cxnSpLocks noChangeShapeType="1"/>
              <a:stCxn id="39965" idx="6"/>
              <a:endCxn id="39966" idx="3"/>
            </p:cNvCxnSpPr>
            <p:nvPr/>
          </p:nvCxnSpPr>
          <p:spPr bwMode="auto">
            <a:xfrm flipV="1">
              <a:off x="4080" y="1645"/>
              <a:ext cx="611" cy="2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969" name="AutoShape 33"/>
            <p:cNvCxnSpPr>
              <a:cxnSpLocks noChangeShapeType="1"/>
              <a:stCxn id="39962" idx="4"/>
              <a:endCxn id="39963" idx="0"/>
            </p:cNvCxnSpPr>
            <p:nvPr/>
          </p:nvCxnSpPr>
          <p:spPr bwMode="auto">
            <a:xfrm>
              <a:off x="3480" y="1872"/>
              <a:ext cx="144" cy="5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970" name="AutoShape 34"/>
            <p:cNvCxnSpPr>
              <a:cxnSpLocks noChangeShapeType="1"/>
              <a:stCxn id="39962" idx="5"/>
              <a:endCxn id="39965" idx="2"/>
            </p:cNvCxnSpPr>
            <p:nvPr/>
          </p:nvCxnSpPr>
          <p:spPr bwMode="auto">
            <a:xfrm>
              <a:off x="3565" y="1837"/>
              <a:ext cx="275" cy="59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971" name="AutoShape 35"/>
            <p:cNvCxnSpPr>
              <a:cxnSpLocks noChangeShapeType="1"/>
              <a:stCxn id="39963" idx="7"/>
              <a:endCxn id="39965" idx="3"/>
            </p:cNvCxnSpPr>
            <p:nvPr/>
          </p:nvCxnSpPr>
          <p:spPr bwMode="auto">
            <a:xfrm flipV="1">
              <a:off x="3709" y="1981"/>
              <a:ext cx="166" cy="502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972" name="AutoShape 36"/>
            <p:cNvCxnSpPr>
              <a:cxnSpLocks noChangeShapeType="1"/>
              <a:stCxn id="39965" idx="5"/>
              <a:endCxn id="39964" idx="1"/>
            </p:cNvCxnSpPr>
            <p:nvPr/>
          </p:nvCxnSpPr>
          <p:spPr bwMode="auto">
            <a:xfrm>
              <a:off x="4045" y="1981"/>
              <a:ext cx="406" cy="358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973" name="AutoShape 37"/>
            <p:cNvCxnSpPr>
              <a:cxnSpLocks noChangeShapeType="1"/>
              <a:stCxn id="39966" idx="4"/>
              <a:endCxn id="39964" idx="0"/>
            </p:cNvCxnSpPr>
            <p:nvPr/>
          </p:nvCxnSpPr>
          <p:spPr bwMode="auto">
            <a:xfrm flipH="1">
              <a:off x="4536" y="1680"/>
              <a:ext cx="240" cy="624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974" name="AutoShape 38"/>
            <p:cNvCxnSpPr>
              <a:cxnSpLocks noChangeShapeType="1"/>
              <a:stCxn id="39964" idx="2"/>
              <a:endCxn id="39963" idx="6"/>
            </p:cNvCxnSpPr>
            <p:nvPr/>
          </p:nvCxnSpPr>
          <p:spPr bwMode="auto">
            <a:xfrm flipH="1">
              <a:off x="3744" y="2424"/>
              <a:ext cx="672" cy="14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975" name="Text Box 39"/>
            <p:cNvSpPr txBox="1">
              <a:spLocks noChangeArrowheads="1"/>
            </p:cNvSpPr>
            <p:nvPr/>
          </p:nvSpPr>
          <p:spPr bwMode="auto">
            <a:xfrm>
              <a:off x="3638" y="166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39976" name="Text Box 40"/>
            <p:cNvSpPr txBox="1">
              <a:spLocks noChangeArrowheads="1"/>
            </p:cNvSpPr>
            <p:nvPr/>
          </p:nvSpPr>
          <p:spPr bwMode="auto">
            <a:xfrm>
              <a:off x="3648" y="202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39977" name="Text Box 41"/>
            <p:cNvSpPr txBox="1">
              <a:spLocks noChangeArrowheads="1"/>
            </p:cNvSpPr>
            <p:nvPr/>
          </p:nvSpPr>
          <p:spPr bwMode="auto">
            <a:xfrm>
              <a:off x="3372" y="202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39978" name="Text Box 42"/>
            <p:cNvSpPr txBox="1">
              <a:spLocks noChangeArrowheads="1"/>
            </p:cNvSpPr>
            <p:nvPr/>
          </p:nvSpPr>
          <p:spPr bwMode="auto">
            <a:xfrm>
              <a:off x="3980" y="139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latin typeface="Arial" panose="020B0604020202020204" pitchFamily="34" charset="0"/>
                </a:rPr>
                <a:t>9</a:t>
              </a:r>
            </a:p>
          </p:txBody>
        </p:sp>
        <p:sp>
          <p:nvSpPr>
            <p:cNvPr id="39979" name="Text Box 43"/>
            <p:cNvSpPr txBox="1">
              <a:spLocks noChangeArrowheads="1"/>
            </p:cNvSpPr>
            <p:nvPr/>
          </p:nvSpPr>
          <p:spPr bwMode="auto">
            <a:xfrm>
              <a:off x="4172" y="164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39980" name="Text Box 44"/>
            <p:cNvSpPr txBox="1">
              <a:spLocks noChangeArrowheads="1"/>
            </p:cNvSpPr>
            <p:nvPr/>
          </p:nvSpPr>
          <p:spPr bwMode="auto">
            <a:xfrm>
              <a:off x="4172" y="192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39981" name="Text Box 45"/>
            <p:cNvSpPr txBox="1">
              <a:spLocks noChangeArrowheads="1"/>
            </p:cNvSpPr>
            <p:nvPr/>
          </p:nvSpPr>
          <p:spPr bwMode="auto">
            <a:xfrm>
              <a:off x="3980" y="231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39982" name="Text Box 46"/>
            <p:cNvSpPr txBox="1">
              <a:spLocks noChangeArrowheads="1"/>
            </p:cNvSpPr>
            <p:nvPr/>
          </p:nvSpPr>
          <p:spPr bwMode="auto">
            <a:xfrm>
              <a:off x="4656" y="192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latin typeface="Arial" panose="020B0604020202020204" pitchFamily="34" charset="0"/>
                </a:rPr>
                <a:t>5</a:t>
              </a:r>
            </a:p>
          </p:txBody>
        </p:sp>
      </p:grpSp>
      <p:sp>
        <p:nvSpPr>
          <p:cNvPr id="39983" name="AutoShape 47"/>
          <p:cNvSpPr>
            <a:spLocks noChangeArrowheads="1"/>
          </p:cNvSpPr>
          <p:nvPr/>
        </p:nvSpPr>
        <p:spPr bwMode="auto">
          <a:xfrm>
            <a:off x="5562600" y="3200400"/>
            <a:ext cx="1066800" cy="381000"/>
          </a:xfrm>
          <a:prstGeom prst="rightArrow">
            <a:avLst>
              <a:gd name="adj1" fmla="val 50000"/>
              <a:gd name="adj2" fmla="val 105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56E9F43-7801-8165-E263-8CE6BC9C94CD}"/>
                  </a:ext>
                </a:extLst>
              </p14:cNvPr>
              <p14:cNvContentPartPr/>
              <p14:nvPr/>
            </p14:nvContentPartPr>
            <p14:xfrm>
              <a:off x="339480" y="1270800"/>
              <a:ext cx="11122560" cy="4236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56E9F43-7801-8165-E263-8CE6BC9C94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0120" y="1261440"/>
                <a:ext cx="11141280" cy="425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1247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393745">
            <a:off x="3155819" y="-2349065"/>
            <a:ext cx="6184517" cy="1152182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C289C02-6C66-97F3-92A0-043B0675ADD3}"/>
                  </a:ext>
                </a:extLst>
              </p14:cNvPr>
              <p14:cNvContentPartPr/>
              <p14:nvPr/>
            </p14:nvContentPartPr>
            <p14:xfrm>
              <a:off x="772920" y="432000"/>
              <a:ext cx="10547640" cy="5281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C289C02-6C66-97F3-92A0-043B0675AD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3560" y="422640"/>
                <a:ext cx="10566360" cy="529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324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graph&#10;&#10;Description automatically generated">
            <a:extLst>
              <a:ext uri="{FF2B5EF4-FFF2-40B4-BE49-F238E27FC236}">
                <a16:creationId xmlns:a16="http://schemas.microsoft.com/office/drawing/2014/main" id="{E0CB5DB5-A656-8867-4373-C9394FB17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996" y="643467"/>
            <a:ext cx="8074008" cy="5571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ECC3DA-70E4-6814-D905-C2813DE7D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7</a:t>
            </a:fld>
            <a:endParaRPr lang="en-IN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B9E1EC7-AED2-F44A-26CD-1351A0102E95}"/>
                  </a:ext>
                </a:extLst>
              </p14:cNvPr>
              <p14:cNvContentPartPr/>
              <p14:nvPr/>
            </p14:nvContentPartPr>
            <p14:xfrm>
              <a:off x="5932080" y="1160280"/>
              <a:ext cx="5047200" cy="3347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B9E1EC7-AED2-F44A-26CD-1351A0102E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22720" y="1150920"/>
                <a:ext cx="5065920" cy="336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0848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F286CC08-99CB-0CD8-789E-71A996456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714" y="643467"/>
            <a:ext cx="7846571" cy="5571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088F86-C927-C0DF-8F35-D616B9685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8</a:t>
            </a:fld>
            <a:endParaRPr lang="en-IN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203A78B-D33A-E8E7-0374-B49B84C25161}"/>
                  </a:ext>
                </a:extLst>
              </p14:cNvPr>
              <p14:cNvContentPartPr/>
              <p14:nvPr/>
            </p14:nvContentPartPr>
            <p14:xfrm>
              <a:off x="8211600" y="937800"/>
              <a:ext cx="2927880" cy="1682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203A78B-D33A-E8E7-0374-B49B84C251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02240" y="928440"/>
                <a:ext cx="2946600" cy="170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813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909319-B5C8-EF14-F6FE-9F798289B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724" y="643467"/>
            <a:ext cx="7764551" cy="5571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E08A5F-1362-AE4B-00CE-3A5FC9880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9</a:t>
            </a:fld>
            <a:endParaRPr lang="en-IN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DC3C1C5-6EAE-C5D2-980F-B0168614BC68}"/>
                  </a:ext>
                </a:extLst>
              </p14:cNvPr>
              <p14:cNvContentPartPr/>
              <p14:nvPr/>
            </p14:nvContentPartPr>
            <p14:xfrm>
              <a:off x="713160" y="426960"/>
              <a:ext cx="11053440" cy="5124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DC3C1C5-6EAE-C5D2-980F-B0168614BC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3800" y="417600"/>
                <a:ext cx="11072160" cy="514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6454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D27286-EB5D-8D8C-CD92-B7826A4AF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D7BE6E-B109-49A4-0EA2-9B5AB8211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713" y="570972"/>
            <a:ext cx="8556573" cy="59679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5B9671D-DCDF-D716-A0EB-5EF339ADCFCE}"/>
                  </a:ext>
                </a:extLst>
              </p14:cNvPr>
              <p14:cNvContentPartPr/>
              <p14:nvPr/>
            </p14:nvContentPartPr>
            <p14:xfrm>
              <a:off x="1324440" y="1945080"/>
              <a:ext cx="148680" cy="81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5B9671D-DCDF-D716-A0EB-5EF339ADCF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15080" y="1935720"/>
                <a:ext cx="16740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7F8A9B7-F9B1-A048-4307-33574FF48CFB}"/>
                  </a:ext>
                </a:extLst>
              </p14:cNvPr>
              <p14:cNvContentPartPr/>
              <p14:nvPr/>
            </p14:nvContentPartPr>
            <p14:xfrm>
              <a:off x="3434760" y="1330560"/>
              <a:ext cx="8386200" cy="2999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7F8A9B7-F9B1-A048-4307-33574FF48C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25400" y="1321200"/>
                <a:ext cx="8404920" cy="30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D1F1339-61BC-8DE2-9037-E007B0B0209A}"/>
                  </a:ext>
                </a:extLst>
              </p14:cNvPr>
              <p14:cNvContentPartPr/>
              <p14:nvPr/>
            </p14:nvContentPartPr>
            <p14:xfrm>
              <a:off x="1179720" y="1699920"/>
              <a:ext cx="5816880" cy="2432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D1F1339-61BC-8DE2-9037-E007B0B0209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70360" y="1690560"/>
                <a:ext cx="5835600" cy="245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7367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B2030F-6905-14A7-80FA-000BB5A56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FE27937-DE04-A8EC-268D-C881C003ECE2}"/>
                  </a:ext>
                </a:extLst>
              </p14:cNvPr>
              <p14:cNvContentPartPr/>
              <p14:nvPr/>
            </p14:nvContentPartPr>
            <p14:xfrm>
              <a:off x="394200" y="549720"/>
              <a:ext cx="9689040" cy="3972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FE27937-DE04-A8EC-268D-C881C003EC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4840" y="540360"/>
                <a:ext cx="9707760" cy="399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2925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5505F3-2CBC-7656-7176-5400059A7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06892"/>
            <a:ext cx="10905066" cy="424421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1158F6-9B48-95BC-B1BE-F0EA09BFC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12</a:t>
            </a:fld>
            <a:endParaRPr lang="en-IN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B78AE6-6FB1-62A8-74A1-359A3793CE13}"/>
              </a:ext>
            </a:extLst>
          </p:cNvPr>
          <p:cNvSpPr/>
          <p:nvPr/>
        </p:nvSpPr>
        <p:spPr>
          <a:xfrm>
            <a:off x="1537855" y="1898073"/>
            <a:ext cx="4322618" cy="263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B7A9F0-7AFE-8552-7953-42C9EAE9F25C}"/>
                  </a:ext>
                </a:extLst>
              </p14:cNvPr>
              <p14:cNvContentPartPr/>
              <p14:nvPr/>
            </p14:nvContentPartPr>
            <p14:xfrm>
              <a:off x="634320" y="504360"/>
              <a:ext cx="9281880" cy="3879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B7A9F0-7AFE-8552-7953-42C9EAE9F2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4960" y="495000"/>
                <a:ext cx="9300600" cy="389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2157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93"/>
          <a:stretch/>
        </p:blipFill>
        <p:spPr>
          <a:xfrm rot="16200000">
            <a:off x="2569256" y="-1709782"/>
            <a:ext cx="6509010" cy="103535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6C4B82-E320-765B-1125-5341EA08970E}"/>
              </a:ext>
            </a:extLst>
          </p:cNvPr>
          <p:cNvSpPr txBox="1"/>
          <p:nvPr/>
        </p:nvSpPr>
        <p:spPr>
          <a:xfrm>
            <a:off x="7023105" y="3282303"/>
            <a:ext cx="2594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#Both have same parent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8F059F-E183-3FBD-0D41-C77C8DD1E8C6}"/>
              </a:ext>
            </a:extLst>
          </p:cNvPr>
          <p:cNvSpPr txBox="1"/>
          <p:nvPr/>
        </p:nvSpPr>
        <p:spPr>
          <a:xfrm>
            <a:off x="5596087" y="3282303"/>
            <a:ext cx="2202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#Avoid cycle</a:t>
            </a:r>
            <a:endParaRPr lang="en-IN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C1EDA31-0962-2DF8-7399-1DBEF2535C3E}"/>
                  </a:ext>
                </a:extLst>
              </p14:cNvPr>
              <p14:cNvContentPartPr/>
              <p14:nvPr/>
            </p14:nvContentPartPr>
            <p14:xfrm>
              <a:off x="649440" y="764280"/>
              <a:ext cx="7680600" cy="3901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C1EDA31-0962-2DF8-7399-1DBEF2535C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0080" y="754920"/>
                <a:ext cx="7699320" cy="392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1988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267800" y="-357764"/>
            <a:ext cx="2542302" cy="653241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499487" y="2193839"/>
            <a:ext cx="5486403" cy="257838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ECCF4AE-AAB8-6519-A583-20E6B780E932}"/>
                  </a:ext>
                </a:extLst>
              </p14:cNvPr>
              <p14:cNvContentPartPr/>
              <p14:nvPr/>
            </p14:nvContentPartPr>
            <p14:xfrm>
              <a:off x="2442960" y="1596600"/>
              <a:ext cx="8980560" cy="4722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ECCF4AE-AAB8-6519-A583-20E6B780E9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33600" y="1587240"/>
                <a:ext cx="8999280" cy="474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9315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00" y="399010"/>
            <a:ext cx="4956120" cy="627998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461" y="598516"/>
            <a:ext cx="5174278" cy="575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915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3"/>
          <a:stretch/>
        </p:blipFill>
        <p:spPr>
          <a:xfrm>
            <a:off x="257693" y="738114"/>
            <a:ext cx="4430683" cy="55047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43"/>
          <a:stretch/>
        </p:blipFill>
        <p:spPr>
          <a:xfrm>
            <a:off x="4691776" y="621735"/>
            <a:ext cx="6563658" cy="562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440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17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03"/>
          <a:stretch/>
        </p:blipFill>
        <p:spPr>
          <a:xfrm>
            <a:off x="2376606" y="199506"/>
            <a:ext cx="7605594" cy="64257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215280E-F3BF-3907-6AC1-F92D50E35E26}"/>
                  </a:ext>
                </a:extLst>
              </p14:cNvPr>
              <p14:cNvContentPartPr/>
              <p14:nvPr/>
            </p14:nvContentPartPr>
            <p14:xfrm>
              <a:off x="3851880" y="4367215"/>
              <a:ext cx="445320" cy="538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215280E-F3BF-3907-6AC1-F92D50E35E2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45760" y="4361095"/>
                <a:ext cx="457560" cy="55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D7DC3644-0791-5ABC-DA4D-67FB3DBB424E}"/>
              </a:ext>
            </a:extLst>
          </p:cNvPr>
          <p:cNvGrpSpPr/>
          <p:nvPr/>
        </p:nvGrpSpPr>
        <p:grpSpPr>
          <a:xfrm>
            <a:off x="8887560" y="3182095"/>
            <a:ext cx="1130400" cy="1222200"/>
            <a:chOff x="8887560" y="3182095"/>
            <a:chExt cx="1130400" cy="12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C88E657-2D7D-B2B6-3A6A-57311DFD9E97}"/>
                    </a:ext>
                  </a:extLst>
                </p14:cNvPr>
                <p14:cNvContentPartPr/>
                <p14:nvPr/>
              </p14:nvContentPartPr>
              <p14:xfrm>
                <a:off x="8887560" y="3397735"/>
                <a:ext cx="85320" cy="356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C88E657-2D7D-B2B6-3A6A-57311DFD9E9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881440" y="3391615"/>
                  <a:ext cx="975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5110499-2200-6EB1-A410-F19A4D040664}"/>
                    </a:ext>
                  </a:extLst>
                </p14:cNvPr>
                <p14:cNvContentPartPr/>
                <p14:nvPr/>
              </p14:nvContentPartPr>
              <p14:xfrm>
                <a:off x="9019320" y="3342655"/>
                <a:ext cx="263160" cy="278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5110499-2200-6EB1-A410-F19A4D04066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13200" y="3336535"/>
                  <a:ext cx="2754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4B8744D-42F4-0240-9134-48D5C5D8C415}"/>
                    </a:ext>
                  </a:extLst>
                </p14:cNvPr>
                <p14:cNvContentPartPr/>
                <p14:nvPr/>
              </p14:nvContentPartPr>
              <p14:xfrm>
                <a:off x="9031920" y="3182095"/>
                <a:ext cx="512280" cy="1222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4B8744D-42F4-0240-9134-48D5C5D8C41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25800" y="3175975"/>
                  <a:ext cx="524520" cy="12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AB807F9-404A-0CFB-11CB-027BC79F33A0}"/>
                    </a:ext>
                  </a:extLst>
                </p14:cNvPr>
                <p14:cNvContentPartPr/>
                <p14:nvPr/>
              </p14:nvContentPartPr>
              <p14:xfrm>
                <a:off x="9524040" y="3727495"/>
                <a:ext cx="172440" cy="388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AB807F9-404A-0CFB-11CB-027BC79F33A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517920" y="3721375"/>
                  <a:ext cx="18468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1EDD773-79CE-C801-6B17-C7D415AE0A27}"/>
                    </a:ext>
                  </a:extLst>
                </p14:cNvPr>
                <p14:cNvContentPartPr/>
                <p14:nvPr/>
              </p14:nvContentPartPr>
              <p14:xfrm>
                <a:off x="9742920" y="3553255"/>
                <a:ext cx="275040" cy="510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1EDD773-79CE-C801-6B17-C7D415AE0A2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736800" y="3547135"/>
                  <a:ext cx="287280" cy="52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4CC5093-41FF-4F1F-32EA-1541CB6737D8}"/>
              </a:ext>
            </a:extLst>
          </p:cNvPr>
          <p:cNvGrpSpPr/>
          <p:nvPr/>
        </p:nvGrpSpPr>
        <p:grpSpPr>
          <a:xfrm>
            <a:off x="1116240" y="3606175"/>
            <a:ext cx="1196640" cy="1736640"/>
            <a:chOff x="1116240" y="3606175"/>
            <a:chExt cx="1196640" cy="173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AE968CD-BD08-ACA9-B122-3A7FC6339C27}"/>
                    </a:ext>
                  </a:extLst>
                </p14:cNvPr>
                <p14:cNvContentPartPr/>
                <p14:nvPr/>
              </p14:nvContentPartPr>
              <p14:xfrm>
                <a:off x="1908240" y="3606175"/>
                <a:ext cx="404640" cy="1736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AE968CD-BD08-ACA9-B122-3A7FC6339C2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02120" y="3600055"/>
                  <a:ext cx="416880" cy="174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9C16CCB-D185-E04F-2437-BBB1F46763C2}"/>
                    </a:ext>
                  </a:extLst>
                </p14:cNvPr>
                <p14:cNvContentPartPr/>
                <p14:nvPr/>
              </p14:nvContentPartPr>
              <p14:xfrm>
                <a:off x="1224960" y="4396015"/>
                <a:ext cx="43920" cy="445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9C16CCB-D185-E04F-2437-BBB1F46763C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218840" y="4389895"/>
                  <a:ext cx="5616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76099FB-DD1E-B397-85F4-9FFFD76AF456}"/>
                    </a:ext>
                  </a:extLst>
                </p14:cNvPr>
                <p14:cNvContentPartPr/>
                <p14:nvPr/>
              </p14:nvContentPartPr>
              <p14:xfrm>
                <a:off x="1474800" y="4398175"/>
                <a:ext cx="31320" cy="12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76099FB-DD1E-B397-85F4-9FFFD76AF45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468680" y="4392055"/>
                  <a:ext cx="435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CED2044-F277-E64E-1145-730331DB30B8}"/>
                    </a:ext>
                  </a:extLst>
                </p14:cNvPr>
                <p14:cNvContentPartPr/>
                <p14:nvPr/>
              </p14:nvContentPartPr>
              <p14:xfrm>
                <a:off x="1438440" y="4208455"/>
                <a:ext cx="204120" cy="351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CED2044-F277-E64E-1145-730331DB30B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432320" y="4202335"/>
                  <a:ext cx="21636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91CD2DA-6BF3-214D-156C-C54FF6955A4B}"/>
                    </a:ext>
                  </a:extLst>
                </p14:cNvPr>
                <p14:cNvContentPartPr/>
                <p14:nvPr/>
              </p14:nvContentPartPr>
              <p14:xfrm>
                <a:off x="1116240" y="4043935"/>
                <a:ext cx="694440" cy="948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91CD2DA-6BF3-214D-156C-C54FF6955A4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10120" y="4037815"/>
                  <a:ext cx="706680" cy="961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58315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B82D6F-2172-A46F-99B5-B312BA5DA8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59" b="11492"/>
          <a:stretch/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A7D37A-8323-FBB0-F6FA-BBEC5301C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18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0A3BF-6ADC-D2CD-9458-05496C991B3E}"/>
              </a:ext>
            </a:extLst>
          </p:cNvPr>
          <p:cNvSpPr txBox="1"/>
          <p:nvPr/>
        </p:nvSpPr>
        <p:spPr>
          <a:xfrm>
            <a:off x="1080655" y="1219200"/>
            <a:ext cx="27048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Class Assignment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721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tree&#10;&#10;Description automatically generated">
            <a:extLst>
              <a:ext uri="{FF2B5EF4-FFF2-40B4-BE49-F238E27FC236}">
                <a16:creationId xmlns:a16="http://schemas.microsoft.com/office/drawing/2014/main" id="{9ADA07C2-BA8D-CA45-7A7F-3A7D12E66C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53" b="11062"/>
          <a:stretch/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F91983-F28E-115E-1640-4FB911D7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771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F37A96-8096-F438-00AC-4B134249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20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5B15C9-C9F6-04D1-DFF2-D75B3B8B4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275481"/>
            <a:ext cx="10799618" cy="644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52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33D426-EB87-64A0-00A5-3FB272DF1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667" y="643467"/>
            <a:ext cx="7958666" cy="5571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F1F68E-614B-EEFD-250F-0DE37A120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21</a:t>
            </a:fld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382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F64631-7E79-632A-2B25-E692400E8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28" y="643467"/>
            <a:ext cx="8192743" cy="5571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F1F68E-614B-EEFD-250F-0DE37A120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22</a:t>
            </a:fld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470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F0C1E5-2A37-96B3-505A-D5A412049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724" y="643467"/>
            <a:ext cx="7764551" cy="5571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F1F68E-614B-EEFD-250F-0DE37A120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23</a:t>
            </a:fld>
            <a:endParaRPr lang="en-IN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A2B688-F318-2FD1-C31F-BF9B5E10221A}"/>
              </a:ext>
            </a:extLst>
          </p:cNvPr>
          <p:cNvSpPr/>
          <p:nvPr/>
        </p:nvSpPr>
        <p:spPr>
          <a:xfrm>
            <a:off x="9085943" y="1349829"/>
            <a:ext cx="624114" cy="6821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E40EF9-E7F5-EECE-BEBB-3673BD42E9F1}"/>
              </a:ext>
            </a:extLst>
          </p:cNvPr>
          <p:cNvSpPr/>
          <p:nvPr/>
        </p:nvSpPr>
        <p:spPr>
          <a:xfrm>
            <a:off x="4281055" y="643467"/>
            <a:ext cx="1343889" cy="4787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982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24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"/>
          <a:stretch/>
        </p:blipFill>
        <p:spPr>
          <a:xfrm rot="16200000">
            <a:off x="3278910" y="-1853570"/>
            <a:ext cx="6326912" cy="1059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760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25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4"/>
          <a:stretch/>
        </p:blipFill>
        <p:spPr>
          <a:xfrm rot="16200000">
            <a:off x="4024978" y="-1084543"/>
            <a:ext cx="5192217" cy="901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292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C88A04-42EF-8674-689E-236379CC2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886" y="643467"/>
            <a:ext cx="7684228" cy="5571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F1F68E-614B-EEFD-250F-0DE37A120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26</a:t>
            </a:fld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6074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27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95"/>
          <a:stretch/>
        </p:blipFill>
        <p:spPr>
          <a:xfrm rot="16200000">
            <a:off x="2502975" y="-565466"/>
            <a:ext cx="6448647" cy="798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534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4127</TotalTime>
  <Words>352</Words>
  <Application>Microsoft Office PowerPoint</Application>
  <PresentationFormat>Widescreen</PresentationFormat>
  <Paragraphs>112</Paragraphs>
  <Slides>27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Calibri</vt:lpstr>
      <vt:lpstr>Arial</vt:lpstr>
      <vt:lpstr>Aptos</vt:lpstr>
      <vt:lpstr>Times New Roman</vt:lpstr>
      <vt:lpstr>Verdana</vt:lpstr>
      <vt:lpstr>Aptos Display</vt:lpstr>
      <vt:lpstr>Office Theme</vt:lpstr>
      <vt:lpstr>Designing and Analysis of Algorithms Course Code: ECS 5101/CS514</vt:lpstr>
      <vt:lpstr>Minimum-cost spanning trees</vt:lpstr>
      <vt:lpstr>Minimum Spanning Tree (MST)</vt:lpstr>
      <vt:lpstr>Applications of MST</vt:lpstr>
      <vt:lpstr>How Can We Generate a MST?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Rahul Mishra</cp:lastModifiedBy>
  <cp:revision>159</cp:revision>
  <dcterms:created xsi:type="dcterms:W3CDTF">2023-01-02T04:30:03Z</dcterms:created>
  <dcterms:modified xsi:type="dcterms:W3CDTF">2025-11-08T04:06:10Z</dcterms:modified>
</cp:coreProperties>
</file>